
<file path=[Content_Types].xml><?xml version="1.0" encoding="utf-8"?>
<Types xmlns="http://schemas.openxmlformats.org/package/2006/content-types"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1" r:id="rId5"/>
    <p:sldId id="263" r:id="rId6"/>
    <p:sldId id="264" r:id="rId7"/>
    <p:sldId id="265" r:id="rId8"/>
    <p:sldId id="267" r:id="rId9"/>
    <p:sldId id="266" r:id="rId10"/>
    <p:sldId id="268" r:id="rId11"/>
    <p:sldId id="269" r:id="rId12"/>
    <p:sldId id="270" r:id="rId13"/>
    <p:sldId id="271" r:id="rId14"/>
    <p:sldId id="272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74" d="100"/>
          <a:sy n="74" d="100"/>
        </p:scale>
        <p:origin x="54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28.34025" units="1/cm"/>
          <inkml:channelProperty channel="Y" name="resolution" value="28.33948" units="1/cm"/>
          <inkml:channelProperty channel="T" name="resolution" value="1" units="1/dev"/>
        </inkml:channelProperties>
      </inkml:inkSource>
      <inkml:timestamp xml:id="ts0" timeString="2021-10-19T02:51:27.252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2009 2977 0,'0'0'15,"-25"0"-15,25 0 0,0 0 0,0 0 16,0 0-16,0 0 0,0 0 0,0 0 0,0 0 15,0 0-15,0 0 0,0 0 0,0 0 0,0 0 0,0 0 0,0 0 16,0 0-16,0-25 0,0 25 0,0 0 0,0 0 0,0 0 16,0 0-16,0 0 15,0 0-15,0 0 0,0 0 0,0 0 0,0 0 0,0 0 0,0 0 0,0 0 16,0 0-16,0 0 0,25 0 0,-25 0 0,0 25 0,0-25 15,0 0-15,0 0 0,0 0 0,0 0 0,0 0 0,0 24 0,0-24 16,0 0-16,0 0 16,0 25-16,25-25 0,-25 0 0,0 25 0,0-25 0,0 25 15,0-25-15,0 25 0,0-25 0,25 24 0,-25-24 0,0 25 0,0-25 0,0 25 16,0-25-16,0 25 0,0 0 0,25-25 0,-25 24 0,0-24 15,0 25 1,0 0-16,0-25 0,0 25 0,24-25 0,-24 25 0,0-25 0,0 0 16,0 24-16,0-24 0,0 0 0,0 0 0,0 25 0,25-25 0,-25 0 15,0 0-15,0 0 0,0 0 0,0 0 0,0 0 0,0 0 0,0 0 16,25 0-16,-25 0 0,0 0 0,0 0 0,0 0 0,0 0 15,0-25-15,0 25 16,25 0-16,-25 0 0,0 0 0,0-24 0,0 24 0,25 0 0,-25-25 16,0 25-16,0 0 0,24-25 0,-24 25 0,0-25 0,0 25 0,25-25 15,-25 25-15,0-24 0,0 24 0,0-25 16,25 25-16,-25-25 0,0 25 0,25-25 0,-25 25 0,0-25 15,0 25-15,0-24 0,25 24 0,-25-25 0,0 25 0,0 0 0,0 0 16,0 0-16,0 0 0,0-25 0,0 25 0,0 0 0,0 0 16,0 0-16,0 0 0,0 0 0,0 0 0,0 0 15,0 0-15,0 0 0,0 0 16,0 0-16,0 25 0,0-25 0,0 0 0,0 0 0,0 0 15,0 0-15,0 0 0,0 25 0,0-25 0,24 0 0,-24 0 16,0 0-16,0 0 0,0 24 0,0-24 0,0 0 0,0 0 0,0 0 16,0 0-16,0 0 0,25 0 0</inkml:trace>
  <inkml:trace contextRef="#ctx0" brushRef="#br0" timeOffset="338.0193">2604 3026 0,'0'0'0,"-24"0"15,24 0-15,0 0 0,0 0 0,0 0 0,0-25 0,0 25 16,0 0 0,0 0-16,0 0 0,0 0 0,0 0 0,0 0 0,0 0 0,0 0 15,0 0-15,0 0 0,0 0 0,0 0 0,0 25 0,0-25 16,0 0-16,0 0 0,0 25 0,0-25 0,0 0 0,0 25 0,0-25 0,0 25 15,0-25-15,0 24 0,0-24 0,0 25 0,0-25 0,0 25 32,0 0-32,0-25 0,0 25 0,0-25 0,0 24 15,0-24-15,0 25 0,0-25 0,0 25 0,0-25 0,0 25 0,0-25 0,0 0 16,0 25-16,0-25 0,0 24 0,0-24 0,0 0 0,0 25 15,0-25-15,0 0 0,0 25 0,0-25 0,0 0 0,0 0 0,0 0 0,0 25 16,0-25-16,0 0 0,0 0 0,0 0 0,0 0 0,0 0 16,0 25-1,0-25-15,0 0 0,0 0 0,0 0 0,0 0 0,0 0 0,0-25 16,0 25-16,0 0 0,0 0 0,0-25 0</inkml:trace>
  <inkml:trace contextRef="#ctx0" brushRef="#br0" timeOffset="691.0395">2604 3026 0,'0'0'0,"0"0"16,0-25-16,0 25 0,0 0 0,0 0 0,0 0 0,0-24 16,0 24-16,0 0 15,0 0-15,25 0 0,-25 0 0,0 0 0,0 0 0,0-25 0,0 25 0,25 0 31,-25 0-31,0 0 0,25 0 0,-25 0 0,25 0 0,-25 0 0,0 0 0,25 0 0,-25 0 0,24 25 16,-24-25-16,0 0 0,25 0 0,-25 24 0,0-24 0,25 25 0,-25-25 16,0 25-16,0-25 0,25 25 15,-25-25-15,0 25 0,0-25 0,0 24 0,0 1 0,0-25 16,0 25-16,0 0 0,0-25 0,0 25 0,0-25 0,0 24 0,0 1 15,0-25-15,0 25 0,0-25 0,0 25 0,0-25 0,-25 25 16,25-25-16,0 0 16,0 24-16,0-24 0,-25 25 0,25-25 0,0 0 0,0 0 15,-25 25-15,25-25 0,0 0 0,0 0 0,0 0 0,-24 0 0,24 0 16,0 0-16,0 0 0,0 0 0,0 0 0,0 0 0,0 0 0,0 0 15,0 0-15,0 0 0,0-25 0,0 25 0,0 0 16,0-25-16,24 25 0,-24-24 0</inkml:trace>
  <inkml:trace contextRef="#ctx0" brushRef="#br0" timeOffset="1444.0826">3994 3274 0,'-25'0'0,"25"0"0,0 0 15,0 0-15,0 0 0,0 0 0,0-25 0,0 25 0,0 0 16,0 0-16,0 0 0,0 0 0,0 0 0,0 0 0,0 0 0,0 0 16,0 0-16,0 0 0,0 0 0,0 0 0,0 0 15,0 0-15,0 0 16,0 0-16,0 0 0,0 25 0,0-25 0,0 0 0,0 0 15,0 0-15,0 0 0</inkml:trace>
  <inkml:trace contextRef="#ctx0" brushRef="#br0" timeOffset="1632.093">4018 3522 0,'0'0'0,"0"0"0,-24 25 16,24-25-16,0 0 0,0 0 0,0 0 0,0 0 0,0 0 0,0 0 15,0 0-15,0 0 0,0 0 0,0 0 0,0 0 0,0 0 0,0 0 16,0-25-16,0 25 0,0 0 0,0 0 0,0 0 15,0 0-15,0 25 0,0-25 0,24 0 0,-24-25 16,0 25-16,25 0 0,-25 0 0,25 0 16</inkml:trace>
  <inkml:trace contextRef="#ctx0" brushRef="#br0" timeOffset="3572.2043">6028 2977 0,'0'0'0,"0"0"0,0-25 15,0 25-15,0 0 0,0 0 0,0 0 0,0 0 16,0 0-16,0 0 0,0 0 0,0 0 0,0 0 0,0 0 15,0 0-15,0 0 0,0 0 16,0 0-16,0-25 0,0 25 0,0 0 0,0 0 16,0 0-16,0 0 0,0 0 0,0 0 0,0 0 0,0 0 0,0 0 15,0 0-15,0 0 0,0 0 0,0 0 0,0 0 0,0 0 0,0 0 16,0 0-16,0 0 15,0 0-15,0 0 0,0 0 0,0 0 0,0 0 16,0 0-16,0 0 0,0 0 0,0 0 0,0 0 0,0 0 0,0 0 16,0 0-16,0 0 0,0 0 0,0 0 0,0 0 0,0 0 0,0 0 15,0 0-15,0 0 0,0 0 0,0 0 0,0 0 0,0 0 16,0 0-16,0 0 0,0 0 0,0 0 0,0 0 15,0 0-15,0 0 0,0 0 0,0 0 0,0 0 0,0 0 16,0 0-16,0 0 16,0 0-16,0 0 0,0 0 0,0 0 0,0 0 0,0 0 0,0 0 15,0 0-15,0 0 0,0 0 0,0 0 0,0 0 0,0 0 0,0 0 16,0 0-16,0 0 0,0 0 0,0 0 0,0 0 0,0 0 15,0 0-15,0 0 0,0 0 0,0 0 0,0 0 16,0 0 0,0 0-16,0 0 0,0 0 0,0 0 0,0 0 0,0 0 0,0 0 0,0 0 15,0 0-15,0 0 0,0 0 0,0 0 0,0 0 0,0 0 16,-25 0-16,25 0 0,0 0 0,0 0 0,0 0 0,0 0 15,0 0-15,0 0 0,0 0 0,0 0 0,0 0 0,0 0 16,0 0-16,0 0 16,0 0-16,0 0 0,0 0 0,0 0 0,0 0 0,0 0 0,0 0 15,0 0-15,0 0 0,0 0 0,0 0 0,0 0 0,0 0 0,0 0 16,0 0-16,0 0 0,0 0 0,0 0 0,0 0 0,0 0 15,0 0-15,0 0 0,0 0 0,0 0 0,0 0 16,0 0-16,0 0 16,0 0-16,0 0 0,0 0 0,0 0 0,0 0 0,0 0 0,0 0 15,0 0-15,0 0 0,0 0 0,0 0 0,0 0 0,0 0 16,0 0-1,0 0-15,0 0 0,0 0 0,0 0 0,0 0 0,0-25 0,0 25 0,0 0 0,0 0 16,0 0-16,0 0 0,0 0 0,0 0 0,0 0 0,0 0 0,0 0 16,0 0-16,0 0 0,0 0 0,0 0 0,0 0 15,0 0-15,0 0 0,0 0 0,0 0 0,0 0 0,0 0 16,0 0-16,0 0 15,0 0-15,0 0 0,0 0 0,0 0 0,0 0 0,0 0 16,0 0-16,0 0 0,0 0 0,0 0 0,0 0 0,0 0 0,0 0 0,0 0 16,0 0-16,0 0 0,0 0 0,0 0 0,0 0 0,0 0 15,0 0-15,0 0 0,0 0 0,0 0 0,0 0 16,0 0-16,0 0 0,0 0 0,0 0 0,0 0 0,0 0 15,0 0-15,0 0 16,0 0-16,0 0 0,0 0 0,0 0 0,0 0 0,0 0 16,0 0-16,0 0 0,0 0 0,0 0 0,0 0 0,0 0 15,0 0-15,0 0 0,0 0 0,0 0 0,0 0 0,0 0 0,0 0 16,0 0-16,0 0 0,0 0 0,0 0 0,0 0 0,0 0 15,0 0 1,0 0-16,0 0 0,0 0 0,0 0 0,0 0 0,0 0 0,0 0 16,0 0-16,0 0 0,0 0 0,0 0 0,0 0 0,0 0 15,0 0-15,0 0 0,0 0 0,0 0 0,0 0 0,0 0 0,0 0 16,0 0-16,0 0 15,0 0-15,0 0 0,0 0 0,0 0 0,0 0 0,0 0 0,0 0 16,0 0-16,0 25 0,0-25 0,0 0 0,0 0 0,0 0 16,0 0-16,0 0 0,0 0 0,0 0 0,0 0 0,0 0 0,0 0 15,0 0-15,0 0 0,0 0 0,0 0 0,0 0 16,0 0-16,0 0 0,0 0 15,0 0-15,0 0 0,0 0 0,0 0 0,0 0 0,0 0 16,0 0-16,0 0 0,0 0 0,0 0 0,0 0 0,0 0 0,0 0 16,0 0-16,0 0 0,0 0 0,0 0 0,0 0 0,0 0 15,0 0-15,0 0 0,0 0 0,0 0 0,0 0 16,0 0-16,0 0 0,0 0 0,0 0 0,0 0 0,0 0 15,0 0-15,0 0 16,0 0-16,0 0 0,0 0 0,0 0 0,0 0 0,0 0 16,0 0-16,0 0 0,0 0 0,0 0 0,0 0 0,0 0 0,0 0 15,0 0-15,0 0 0,0 0 0,0 0 0,0 0 0,0 0 16,0 0-16,0 0 0,0 0 0,0 0 0,0 0 0,0 0 15,0 0-15,0 0 0,0 0 0,0 0 0,0 0 16,0 0-16,0 0 16,0 0-16,0 0 0,0 0 0,0 0 0,0 0 0,0 0 0,0 0 0,0 0 0,0 0 15,0 0-15,0 0 0,0 0 0,0 0 0,0 0 0,0 0 16,0 0-16,0 0 15,0 0-15,0 0 0,0 0 0,0 0 0,0 0 0,0 0 16,0 0-16,0 0 0,0 0 0,0 25 0,0-25 0,0 0 0,0 25 16,0-25-16,0 24 0,0-24 0,0 0 0,25 25 0,-25-25 15,0 25-15,0-25 0,0 25 0,0 0 16,0-25-16,0 24 0,0-24 0,0 25 0,0 0 15,0-25-15,0 25 0,0-25 0,-25 25 0,25-1 0,0-24 0,0 25 16,0-25-16,0 25 0,0 0 0,0-25 0,0 0 16,0 25-16,0-25 0,0 24 15,0-24-15,0 0 0,0 25 0,0-25 0,-25 0 0,25 0 16,0 25-16,0-25 0,0 0 0,0 0 0,0 0 0,0 0 0,0 25 15,0-25-15,0 0 0,0 0 0,0 0 0,0 0 0,0 0 16,0 0 46,0 0-46,0 0-16,0 0 0,0 0 0,0 0 0,0 0 0,0-25 0,0 25 0,0 0 0,0 0 0</inkml:trace>
  <inkml:trace contextRef="#ctx0" brushRef="#br0" timeOffset="3742.214">5829 2927 0,'0'0'0,"0"0"0,0 0 0,0 0 16,0 0-16,25-25 0,-25 25 0,0 0 0,25 0 0,-25-25 0,0 25 15,25 0-15,-25 0 0,24-24 0,1 24 0,-25 0 0,25 0 16,-25-25-16,25 25 0,0 0 0,-25 0 15,24 0-15,1 0 0,0 0 16,-25 0-16,25 0 0,0 0 0,-1 0 0,-24 0 0,25 0 0,-25 0 16,25 0-16,0 0 0,-25 0 0,25 0 0</inkml:trace>
  <inkml:trace contextRef="#ctx0" brushRef="#br0" timeOffset="4580.262">6226 3175 0,'0'0'0,"0"-25"0,0 25 16,-25 0-16,25 0 0,0 0 0,0-25 0,0 25 0,0 0 16,0 0-16,0 0 0,0 0 0,0 0 0,0 0 0,0 0 15,0 0 1,0 0-16,0 0 0,0 0 0,0 0 0,0 0 0,0 0 0,0 25 15,0-25-15,0 0 0,0 0 0,0 0 0,0 25 0,0-25 0,0 0 16,0 25-16,0-25 0,0 0 0,0 25 0,0-25 0,0 24 16,0-24-16,0 25 0,0-25 0,0 25 0,0-25 0,0 25 15,0-25 1,0 25-16,0-25 0,0 24 0,0-24 0,0 25 0,25-25 0,-25 0 15,0 25-15,0-25 0,0 0 0,0 25 0,0-25 0,0 0 0,25 0 0,-25 0 16,0 0-16,0 0 0,0 0 0,25 0 0,-25 0 16,0 25-16,24-50 15,-24 25-15,0 0 0,0 0 0,25 0 0,-25 0 0,0 0 0,25 0 16,-25-25-16,0 25 0,25 0 0,-25-25 0,0 25 0,0 0 15,0 0-15,0-25 0,25 25 0,-25-24 0,0 24 0,0 0 0,0-25 16,0 25-16,0 0 0,0-25 0,0 25 16,0-25-16,0 25 0,0 0 0,0-25 0,0 25 15,0 0-15,0-24 0,0 24 0,0 0 0,0-25 0,0 25 0,0 0 31,0 0-31,0-25 0,0 25 0,0 0 0,0 0 0,0 0 0,0 0 0,0 0 0,0 0 0,0 0 0,24 0 16,-24 25-16,0-25 0,0 0 0,0 0 0,0 0 0,0 25 16,0-25-16,0 0 15,0 24-15,0-24 0,0 25 0,0-25 0,0 25 0,0-25 0,0 25 0,0-25 16,0 0-16,0 25 0,0-25 0,0 24 0,0-24 0,0 25 15,0-25-15,0 25 16,0-25-16,0 0 0,0 25 0,0-25 0,0 0 0,0 25 16,0-25-16,0 0 0,0 0 0,0 0 0,0 0 0,0 0 0,0 0 15,25 0-15,-25 0 0,0 0 0,0 0 0,0 0 0,0 0 0,0 0 16,0 0-16,0 0 0,0 0 0,25 0 15,-25 0-15,0-25 0,0 25 16,25 0-16,-25-25 0,0 25 0,0 0 0,25-25 0,-25 25 0,0-25 16,24 25-16,-24 0 0,0-24 0,0 24 0,25 0 0,-25-25 0,0 25 15,0 0-15,25 0 0,-25-25 0,0 25 0,0 0 0,0 0 16,0 0-16,0 0 15,25 0-15,-25 0 0,0 0 0,0 0 0,0 0 0,0 0 16,0 0-16,0 25 0,0-25 0,0 0 0,0 25 0,0-25 0,0 0 31,0 24-31,0-24 0,0 0 0,0 25 0,0-25 0,0 25 0,0-25 0,0 0 0,0 25 16,0-25-16,0 0 0,0 25 0,25-25 0,-25 0 0,0 0 15,0 0-15,24 24 0,-24-24 0,0 0 0,25 0 0,-25 0 0,0 0 0,25 0 16,-25 0-16,25 0 16,-25 0-16,25 0 0,-25 0 0,0 0 0,24-24 0,-24 24 15,0 0-15,25 0 0</inkml:trace>
  <inkml:trace contextRef="#ctx0" brushRef="#br0" timeOffset="5163.2953">6722 3249 0,'0'0'16,"0"0"-16,0 0 0,0 0 0,0 0 0,0 0 0,0-24 15,0 24-15,0 0 16,25 0-16,-25-25 0,0 25 0,25 0 0,-25-25 0,0 25 0,24 0 0,-24-25 16,25 25-16,-25-25 0,25 25 0,-25-24 0,25 24 0,0-25 0,-25 25 15,25-25-15,-1 25 16,-24-25-16,25 0 0,-25 25 0,25-24 0,-25 24 0,25-25 15,-25 25-15,25-25 0,-25 25 0,0-25 0,24 25 0,-24-25 16,0 25-16,0-24 0,0 24 0,0-25 0,0 25 0,0-25 0,0 25 16,0 0-1,0-25-15,-24 25 0,24 0 0,0-25 0,0 25 0,0 0 0,-25 0 0,25 0 0,0-24 16,-25 24-16,25 0 0,0 0 0,0 0 0,-25 0 15,25 0-15,0 0 0,0 0 0,0 0 16,0 0-16,-25 0 0,25 0 0,0 24 0,0-24 0,0 0 0,0 25 16,-24-25-16,24 0 0,0 25 0,0-25 0,0 25 0,0 0 0,0-25 15,0 24-15,0 1 0,0-25 0,-25 25 0,25 0 16,0 0-16,0-1 15,0-24-15,0 25 0,0 0 0,0 0 0,0 0 0,0-25 0,0 24 0,0 1 16,0 0-16,-25-25 0,25 25 0,0 0 0,0-25 0,0 24 16,0-24-16,0 25 0,0-25 0,0 25 0,0-25 0,0 25 15,0-25-15,0 0 0,0 0 0,0 25 0,0-25 0,0 0 16,0 0-1,25 0-15,-25 0 0,0 0 0,0 0 0,0 0 0,0 0 0,25 0 16,-25 0-16,0 0 0,24 0 0,-24 0 0,25-25 0,-25 25 0,0 0 16,25 0-16,-25 0 0,25-25 0,-25 25 0,0 0 0,0 0 15,25 0-15,-25 0 0,0 0 16,0 0-16,0 0 0,24 0 0,-24 0 0,0 0 0,0 25 0,0-25 15,0 0-15,0 0 0,0 25 0,0-25 0,25 0 0,-25 24 16,0-24-16,0 25 0,0-25 0,0 0 0,0 25 0,0-25 16,0 25-16,0-25 15,0 0-15,-25 25 0,25-25 0,0 0 0,0 24 0,0-24 16,0 0-16,0 0 0,0 0 0,-24 25 0,24-25 0,0 0 0,0 0 15,0 0-15,-25 0 0,25-25 0,0 25 0</inkml:trace>
  <inkml:trace contextRef="#ctx0" brushRef="#br0" timeOffset="5403.309">6821 2505 0,'0'-25'0,"0"25"0,-25 0 0,25 0 0,0 0 16,0 0-16,0 0 0,0 0 0,0 0 16,-24 25-16,24-25 0,0 0 0,0 25 0,0-25 0,0 0 0,0 25 15,0-25-15,0 25 0,0-1 0,0-24 0,0 25 0,0 0 0,0 0 16,0-25-16,0 25 0,0-25 0,0 25 15,0-25-15,0 24 0</inkml:trace>
  <inkml:trace contextRef="#ctx0" brushRef="#br0" timeOffset="5994.3428">8855 3448 0,'0'0'16,"0"0"-16,0 0 0,0-25 0,0 25 0,0 0 16,0 0-16,0 0 0,0 0 15,0 0-15,0-25 0,0 25 0,0 0 0,0 0 0,0 0 0,0 0 16,0-25-16,0 25 0,0 0 0,0 0 0,0-24 0,-25 24 0,25 0 15,0 0-15,0-25 0,-24 25 0,24 0 0,0 0 16,-25-25-16,25 25 0,0 0 0,-25 0 0,25 0 0,-25 0 16,25-25-16,-25 25 15,25 0-15,-24 0 0,24 25 0,-25-25 0,25 0 16,-25 0-16,25 0 15,-25 25-15,25-25 0,-25 0 0,25 25 0,-24-25 0,24 0 0,0 24 0,-25-24 0,25 25 0,0-25 16,0 0-16,0 25 0,0-25 0,0 0 0,0 25 0,0-25 16,0 25-16,0-25 0,0 0 0,0 24 0,0-24 0,25 0 0,-25 25 15,0-25-15,24 0 0,-24 0 0,25 0 0,-25 25 0,25-25 16,-25 0-16,25 0 0,-25 0 15,25 0-15,-25 0 0,24 0 0,-24 0 0,25 0 16,-25-25-16,25 25 0,-25 0 0,25 0 0,-25 0 0,25-25 0,-25 25 16,24-24-16,-24 24 0,25 0 0,-25-25 0,0 25 0,25-25 15</inkml:trace>
  <inkml:trace contextRef="#ctx0" brushRef="#br0" timeOffset="6545.3744">9004 3001 0,'-25'0'0,"25"-24"16,0 24-16,0 0 0,0 0 0,0-25 0,0 25 0,0 0 0,0 0 15,0 0-15,0 0 0,0 0 0,0 0 0,0 0 0,0 0 16,0 0 0,0 25-16,0-25 0,0 0 0,0 24 0,0-24 0,0 25 15,0-25-15,0 25 16,0 0-16,0-25 0,0 25 0,0-1 0,-25 1 0,25-25 0,0 25 0,0 0 0,0 0 0,0-1 0,0-24 15,0 25-15,0 0 0,0-25 0,0 25 16,0 0-16,0-25 0,0 24 0,0 1 0,0-25 0,0 25 0,0-25 16,0 25-16,0-25 0,0 25 0,0-25 0,25 0 0,-25 24 15,0-24-15,0 25 0,0-25 0,0 0 0,25 0 0,-25 25 16,0-25-16,0 0 15,0 0-15,25 0 0,-25 0 0,0 0 0,0 0 0,25 0 0,-25 0 16,0 0-16,0 0 0,25 0 0,-25 0 0,0 0 0,24 0 0,-24 0 16,0-25-16,0 25 0,25 0 0,-25-25 0,0 25 0,0-24 15,0 24-15,25-25 16,-25 25-16,0 0 0,0-25 0,0 25 0,0-25 0,0 25 0,0 0 15,0-25-15,0 25 0,0 0 0,0-24 0,0 24 0,0 0 16,0 0-16,0-25 0,0 25 0,0 0 0,0 0 0,0 0 16,0 0-16,0 0 0,0-25 0,0 25 15,0 0-15,0 0 0,0 0 0,-25 0 0,25 0 0,0 0 0,0 0 16,0 25-16,0-25 0,0 0 0,0 0 15,0 0-15,0 0 0,0 25 0,-25-25 0,25 0 0,0 24 16,0-24-16,0 25 0,0-25 0,25 0 0,-25 25 16,0-25-16,0 25 0,0-25 0,0 25 0,0-1 0,0-24 0,25 25 15,-25-25 1,0 25-16,0-25 0,0 0 0,25 25 0,-25-25 0,0 25 0,25-25 0,-25 0 0,0 0 15,24 24-15,-24-24 0,25 0 0,-25 0 0,25 0 16,-25 0-16,25 0 0,-25 0 0,25 0 0,-25 0 0,24-24 16,1 24-16,-25 0 0,25 0 15,-25-25-15,25 25 0,-25 0 0,25-25 0,-25 25 16,24-25-16,-24 25 0,25-25 0,-25 1 0</inkml:trace>
  <inkml:trace contextRef="#ctx0" brushRef="#br0" timeOffset="6807.3894">9723 2977 0,'0'0'0,"0"0"0,0 0 16,0 0-16,0 0 0,0 0 0,0 24 0,0-24 0,0 0 0,0 25 16,0-25-16,0 25 0,0-25 0,0 25 15,0 0-15,0-25 0,0 24 0,0 1 0,0 0 0,0 0 0,0-25 0,0 25 16,0-1-16,0 1 0,0 0 0,0-25 0,0 25 0,0 0 15,0-1-15,0-24 0,0 25 0,0 0 16,0-25-16,0 25 0,0-25 0,0 25 16,0-25-16,0 24 0,0-24 0,0 25 0,0-25 0,0 25 15,0-25-15,0 0 0,0 25 0,0-25 16,0 0-16,0 0 0,0 25 0,0-25 15,-24 0-15,24 0 0,0 0 0,0 0 0,0 0 0,0 0 0,-25 0 16,25-25-16,0 25 0</inkml:trace>
  <inkml:trace contextRef="#ctx0" brushRef="#br0" timeOffset="6969.3986">9550 3398 0,'0'0'0,"0"0"0,0-25 15,0 25-15,0 0 0,0 0 0,0 0 0,0-24 0,0 24 0,0 0 16,0 0-16,0 0 0,25 0 0,-25 0 0,0 0 16,24 0-16,-24 0 0,25 0 0,-25-25 0,25 25 0,-25 0 0,25 0 15,-25 0-15,25 0 0,-25 0 16,24 0-16,1 0 0,-25 0 0,25 0 15,0 0-15,-25 0 0,25 0 0,-1 0 0,1 0 0,-25 0 0,25 0 0,0 0 16,0 0-16,-1 25 0</inkml:trace>
  <inkml:trace contextRef="#ctx0" brushRef="#br0" timeOffset="7353.4206">10740 3101 0,'0'0'16,"0"0"-16,0 0 0,0 0 0,-24 0 15,24-25-15,0 25 0,0 0 0,0 0 0,0 0 16,0 0-16,-25 0 0,25 0 0,0 0 0,0 0 0,0 0 0,-25 0 0,25 0 15,0 25-15,-25-25 0,25 0 0,0 0 0,-25 0 16,25 0-16,0 24 0,-24-24 16,24 25-16,0-25 0,-25 0 0,25 25 0,-25-25 15,25 25-15,0 0 0,0-25 0,-25 24 0,25 1 0,0-25 0,0 25 0,0 0 16,-25-25-16,25 25 0,0-1 0,0 1 0,0-25 15,0 25-15,0 0 0,0-25 0,0 25 0,0-1 0,0 1 16,0-25-16,0 25 0,0-25 16,0 25-16,0-25 0,0 25 0,0-25 0,0 0 0,0 24 0,25-24 15,-25 0-15,0 0 0,0 0 0,0 0 0,25 0 0,-25 0 0,25 0 16,-25-24-16,0 24 0,25 0 0,-25-25 0,24 25 15,1-25-15</inkml:trace>
  <inkml:trace contextRef="#ctx0" brushRef="#br0" timeOffset="7793.4458">10864 3101 0,'-24'-25'0,"24"25"0,0 0 16,0 0-16,0 0 0,0 0 0,0 0 0,0 0 0,0-25 16,-25 25-16,25 0 0,0 0 0,0 0 0,0 0 15,0 0-15,0 0 16,0 0-16,0 0 0,0 0 15,0 0-15,0 0 0,0 0 0,0 0 0,0 0 0,0 0 0,0 0 0,0 0 0,0 0 16,0 0-16,0 0 0,0 0 0,0 0 0,0 0 0,0 0 0,0 25 16,0-25-16,0 0 0,0 0 0,0 0 0,0 0 0,0 0 15,0 25-15,0-25 0,25 0 0,-25 0 0,0 0 16,0 0-16,0 0 0,0 0 15,0 0-15,0 0 0,0 24 0,0-24 0,0 0 0,0 0 0,0 0 16,0 0-16,0 0 0,0 0 0,0 0 0,0 0 0,0 0 0,-25 0 16,25 0-16,0 25 15,0-25-15,0 0 0,0 0 0,0 0 0,0 0 0,0 0 0,0 0 16,0 0-16,0 0 0,0 0 0,0 0 0,0 0 0,0 0 15,0 0-15,0 0 0,0 0 0,0 0 0,0 0 0,0 0 16,0 0-16,0 0 0,0 0 0,0 0 0,0 0 0,0 0 16,25 0-1,-25 0-15,0-25 0,0 25 0,0 0 0,24 0 0,-24 0 0,0 0 16,25-24-16,-25 24 0,0 0 0</inkml:trace>
  <inkml:trace contextRef="#ctx0" brushRef="#br0" timeOffset="8156.4665">11237 3101 0,'-25'0'0,"25"0"16,0 0-16,0 0 0,0 0 0,0 0 0,0 0 0,0 0 15,0 0-15,-25 0 16,25-25-16,0 25 0,0 0 0,0 25 0,0-25 0,0 0 0,-25 0 16,25 0-16,0 0 0,0 0 0,-25 24 0,25-24 0,0 0 15,-25 25-15,25-25 0,0 25 0,-24-25 0,24 25 0,-25-25 0,25 25 16,0-25-16,-25 24 15,25-24-15,-25 25 0,25-25 0,-25 25 0,25-25 0,0 25 16,-24 0-16,24-25 0,-25 24 0,25-24 0,0 25 0,-25-25 0,25 0 0,0 25 16,-25-25-16,25 25 0,0-25 0,0 0 0,-25 25 0,25-25 15,0 0-15,0 24 0,0-24 0,0 0 0,0 0 16,0 0-16,0 0 0,0 0 0,0 0 15,0 0-15,0 0 0,0 0 0,0 0 0,0 0 16,25-24-16,-25 24 0,0 0 0,25 0 0,-25-25 0,25 25 16,-25-25-16</inkml:trace>
  <inkml:trace contextRef="#ctx0" brushRef="#br0" timeOffset="8416.4814">11286 3101 0,'0'0'0,"0"0"0,0 0 0,0 0 15,25 0-15,-25 0 0,0 0 0,0 0 0,0 0 16,0 0-16,0 0 0,0 0 0,0 24 0,0-24 0,0 0 15,0 25-15,0-25 0,0 25 0,0-25 0,0 25 0,0-25 0,0 25 16,0-1 0,0-24-16,0 25 0,0-25 0,0 25 0,0-25 0,0 25 0,0-25 15,0 25-15,0-25 0,0 24 0,0-24 0,0 25 0,0 0 16,0-25-16,0 25 0,0-25 0,0 25 0,0-25 15,0 0-15,0 24 0,0-24 0,0 25 0,0-25 0,0 0 0,0 25 16,0-25-16,0 0 0,0 0 0,0 0 0,0 0 0,0 0 16,0 0-16,0 0 0,0 0 0,0 0 0,-25 0 0,25 0 15,0 0-15</inkml:trace>
  <inkml:trace contextRef="#ctx0" brushRef="#br0" timeOffset="8588.4912">11088 3373 0,'0'0'0,"0"0"15,-25 0-15,25 0 0,0 0 0,0 0 0,0 0 0,0 0 16,0 0-16,0 0 0,25 0 0,-25 0 0,0 0 0,0 0 15,24 0-15,-24-24 0,0 24 16,25 0-16,0 0 0,-25 0 0,25 0 0,0 0 0,-25 0 16,25 0-16,-1 0 0,1-25 0,-25 25 0,25 0 0,0 0 0,0 0 15,-25 0-15,24 0 0,1-25 0,0 25 0,-25 0 16,25-25-16,0 25 0</inkml:trace>
  <inkml:trace contextRef="#ctx0" brushRef="#br0" timeOffset="8820.5045">11832 2952 0,'0'0'0,"0"0"0,0 25 16,0-25-16,0 0 0,25 0 0,-25 0 0,0 0 0,0 24 15,24-24-15,-24 0 0,0 25 0,25-25 0,-25 0 0,0 25 16,25-25-16,-25 25 15,25 0-15,-25-25 0,0 24 0,0 1 0,25-25 0,-25 25 0,0 0 16,0 0-16,0-25 0,0 24 0,0 1 0,0 0 0,0-25 0,0 25 16,-25 0-16,25-1 0,0 1 0,-25-25 0,25 25 0,-25 0 15,0 0-15,25-1 0,-24-24 0,-1 25 0,0 0 16,0-25-16,0 25 0,1-25 15,-1 25-15,0-25 0</inkml:trace>
  <inkml:trace contextRef="#ctx0" brushRef="#br0" timeOffset="9621.5502">13171 2877 0,'0'0'0,"0"0"0,0 0 15,0 0-15,0 0 0,0 0 0,0 0 0,0 0 0,0 0 16,0 0-16,0 0 0,0 0 0,0 25 0,-25-25 0,25 0 0,0 25 16,0-25-16,0 25 0,0-25 0,0 25 0,0-1 15,0 1-15,0 0 0,0 0 16,0 0-16,0-1 0,-24 1 0,24 0 0,0 0 0,0 0 0,0-1 0,0 1 15,0 0-15,0 0 0,0 0 0,0-1 0,0 1 16,0-25-16,0 25 16,-25 0-16,25-25 0,0 25 0,0-25 0,0 24 0,0-24 15,0 0-15,0 25 0,0-25 0,0 0 0,25 0 0,-25 0 0,0 25 16,0-25-16,0 0 0,0 0 0,0 0 0,0 0 0,0 0 0,0 0 15,0 0-15,0-25 0,0 25 0,0 0 0,0 0 16,0 0-16,24-25 0,-24 25 16,0-24-16,25 24 0,-25-25 0,0 25 0,0-25 0,25 25 0,-25-25 15,0 25-15,25-25 0,-25 25 0,0-24 0,25 24 0,-25 0 16,0-25-16,25 25 0,-25 0 0,0 0 0,24 0 0,-24 0 15,0-25-15,0 25 0,25 0 0,-25 25 16,0-25-16,25 0 0,-25 0 0,0 0 0,25 0 16,-25 0-16,0 0 0,25 0 0,-25 25 0,0-25 0,0 0 0,24 24 15,-24-24-15,0 25 0,0-25 0,0 0 0,0 25 0,0-25 16,0 25-1,0-25-15,0 25 0,0-25 0,0 0 16,0 24-16,0-24 0,0 25 0,0-25 0,-24 0 0,24 25 0,0-25 0,-25 0 0,25 25 16,0-25-16,-25 0 0,25 25 0,-25-25 0,25 0 0,0 0 0,-25 0 15,25 0-15,0 24 0,-24-24 0,24 0 0,0 0 16,0 0-16,0 0 0,0 0 0,0 0 15,0 0-15,0 0 0,0 0 0,0-24 0,0 24 0,0-25 16,24 25-16,-24 0 0,0-25 0</inkml:trace>
  <inkml:trace contextRef="#ctx0" brushRef="#br0" timeOffset="9945.5687">13742 3274 0,'0'0'0,"0"0"15,0 0-15,0 0 0,0 0 0,0-25 0,0 25 0,0 0 0,0 0 16,0 0-16,0 0 15,0 0-15,0 0 0,0 25 0,0-25 0,0 0 0,0 0 16,0 0-16,-25 25 0,25-25 0,0 0 0,0 25 0,0-25 0,0 25 16,0-25-16,0 24 0,-25-24 0,25 25 0,0 0 0,0-25 15,0 25-15,0 0 0,0-25 0,0 24 16,0 1-16,0-25 0,0 25 0,0-25 0,0 0 0,25 25 15,-25-25-15,0 0 0,0 25 0,0-25 0,25 0 0,-25 0 0,0 24 16,25-24-16,-25 0 0,0 0 16,24 0-16,-24 0 0,25 0 0,-25 0 0,0 0 15,25-24-15,-25 24 0,25 0 0,-25 0 0,25-25 0,-25 25 0,24-25 16,-24 25-16,25-25 0,-25 25 0,25-25 0,-25 1 0,25 24 15,-25-25-15,25 25 0,-25-25 0,0 0 0,24 25 16,-24-25-16,0 1 0,0 24 16,25-25-16,-25 25 0,0-25 0</inkml:trace>
  <inkml:trace contextRef="#ctx0" brushRef="#br0" timeOffset="10145.5803">14064 3274 0,'0'-25'15,"0"25"-15,0 0 0,0 0 16,0 0-16,0 0 0,0 0 0,0-24 0,-25 24 0,25 0 0,0 0 15,0 0-15,0 0 0,0 24 0,0-24 0,0 0 0,0 0 16,-24 0-16,24 25 0,0-25 16,0 0-16,0 25 0,0-25 0,0 25 0,0-25 15,0 25-15,0-25 0,0 24 0,0 1 0,0-25 0,0 25 16,24-25-16,-24 25 0,0-25 0,0 25 0,0-25 0,25 24 0,-25-24 15,0 25-15,25-25 0,-25 25 0,25-25 0,-25 0 0,25 25 16,-25-25-16,24 0 16,1 0-16,-25 25 0,25-25 0,0 0 0,0 0 0,-25 0 0,24 0 0,1-25 15,0 25-15,0 0 0,-25-25 0,25 25 0,0 0 0,-1-25 16,-24 0-16,25 25 0,-25-24 15</inkml:trace>
  <inkml:trace contextRef="#ctx0" brushRef="#br0" timeOffset="10375.5934">14585 3026 0,'0'0'0,"0"0"0,0 0 15,0 0-15,0 0 0,0 0 0,0 0 0,0 0 0,0 0 0,0 0 16,0 0-16,0 25 0,0-25 0,0 25 0,0-25 16,0 25-16,0-25 15,0 24-15,0 1 0,0 0 0,0-25 0,-25 25 0,25 0 0,0-1 0,0 1 16,0-25-16,-24 25 0,24 0 0,0 0 0,0-1 0,0-24 0,-25 25 15,25 0-15,0 0 0,0-25 0,0 25 0,0-1 0,0-24 32,0 25-32,-25-25 0,25 25 0,0-25 0,0 25 0,0-25 0,0 0 0,0 25 15,0-25-15,0 0 0,0 0 0,0 0 0,0 0 0,0 0 0,0 0 16,0 0-16,-25 0 0,25 0 0,0 0 0</inkml:trace>
  <inkml:trace contextRef="#ctx0" brushRef="#br0" timeOffset="10547.6033">14436 3522 0,'0'0'0,"0"0"0,0 0 0,0 0 0,25 0 0,-25 0 16,0 0-16,0 0 0,0 0 0,25-25 0,-25 25 0,0 0 0,25 0 15,-25 0-15,0 0 0,25-24 0,-25 24 0,24 0 0,-24 0 16,25 0-16,-25-25 0,0 25 0,25 0 16,-25 0-16,25 0 0,-25-25 0,0 25 46,0 0-46,25 0 0,-25-25 0,0 25 0</inkml:trace>
  <inkml:trace contextRef="#ctx0" brushRef="#br0" timeOffset="10749.6148">14089 2927 0,'25'0'0,"-25"0"15,0 0-15,0 0 0,0-25 0,25 25 0,-25 0 0,0 0 16,0 0-16,24 0 15,-24 0-15,0 0 0,25 0 0,-25 0 0,0 0 16,25 0-16,-25 0 0,0 0 0,0 25 0,25-25 0,-25 0 0,0 25 0,0-25 16,0 0-16,0 25 0,25-25 0,-25 0 0,0 0 0,0 24 15,0-24-15,0 0 0,0 0 0,24 0 0</inkml:trace>
  <inkml:trace contextRef="#ctx0" brushRef="#br0" timeOffset="10941.6258">14635 2704 0,'0'0'16,"0"0"-16,0 0 16,0 25-16,0-25 0,0 0 0,-25 0 0,25 0 0,0 24 0,-25-24 15,25 0-15,0 25 0,-25-25 0,25 25 0,-24-25 0,-1 25 0,25-25 16,-25 25-16,25-25 0,-25 0 0,0 24 0,25-24 0,-24 0 15</inkml:trace>
  <inkml:trace contextRef="#ctx0" brushRef="#br0" timeOffset="11092.6345">13940 2927 0,'0'0'16,"0"0"-16,0 0 0,-25-25 0,25 25 16,0 0-16,0 0 0,0 0 0,0 0 0,0 0 15,0 0-15,0 0 0,0 0 0,0 0 0,0 0 0,0 0 0,0 0 16,0 0-16,25 0 0,-25 0 0,0 25 0</inkml:trace>
  <inkml:trace contextRef="#ctx0" brushRef="#br0" timeOffset="11694.6688">16545 3101 0,'0'-25'0,"0"25"0,0 0 15,0-25-15,0 25 0,0 0 0,0-25 0,0 25 0,0 0 16,0 0-16,0-25 0,0 25 0,0 0 0,0 0 0,0 0 16,0 0-16,0 0 15,0 0-15,0 0 0,0 0 0,0 0 0,0 0 0,-25 25 16,25-25-16,0 0 0,0 25 0,-25-25 0,25 25 15,-25-25-15,25 25 0,-24-25 0,24 24 0,-25 1 0,25-25 0,-25 25 0,0 0 16,25-25-16,-25 25 0,0-1 0,25-24 0,-24 25 16,24 0-16,-25-25 0,0 25 0,25-25 0,-25 25 0,25-1 0,-25-24 15,25 25-15,0-25 0,-24 25 16,24-25-16,0 25 0,-25-25 0,25 0 0,0 25 15,0-25-15,-25 0 0,25 24 0,0-24 0,0 0 0,0 0 0,0 0 16,0 0-16,0 0 0,0 0 0,0 0 0,0 0 0,0 0 16,0 0-16,0 0 15,25 0-15,-25-24 0,0 24 0,0 0 0,25-25 0,-25 25 16,24-25-16,-24 25 0,25-25 0,-25 0 0</inkml:trace>
  <inkml:trace contextRef="#ctx0" brushRef="#br0" timeOffset="11937.6828">16520 3101 0,'0'0'0,"0"0"15,25-25 1,-25 25-16,0 0 0,25-25 0,-25 25 0,0 0 0,24 0 0,-24 0 15,0 0-15,0 0 0,25 0 0,-25 0 0,0 0 0,25 0 16,-25 0-16,0 25 0,0-25 0,25 0 0,-25 25 16,0-25-16,0 0 0,25 24 0,-25 1 0,0-25 0,0 25 15,0 0-15,0-25 0,0 25 0,0-1 0,0-24 0,0 25 16,0 0-16,0-25 0,0 25 0,0 0 0,0-25 0,0 24 0,0 1 31,0-25-31,0 25 0,0 0 0,0-25 0,0 25 0,0-1 0,0-24 0,-25 25 16,25-25-16,0 25 0,0-25 0,0 25 0,0-25 0,0 0 0,0 25 15,0-25-15,0 0 0,0 0 0,0 0 0,0 0 0,0 0 16,0 0-1,-25 0-15,25 0 0,0 0 0</inkml:trace>
  <inkml:trace contextRef="#ctx0" brushRef="#br0" timeOffset="12144.6946">16396 3299 0,'0'0'0,"0"0"0,0 0 16,0 0-16,0 0 0,0 0 0,0 0 0,0-25 0,0 25 0,0 0 15,0 0-15,25 0 0,-25 0 0,0 0 0,25 0 0,-25 0 0,24 0 16,-24 0-16,25 0 0,0 0 0,0 0 0,-25 0 15,25-25-15,-1 25 16,1 0-16,0 0 0,0 25 0,-25-25 0,25 0 0,-1 0 0,1 0 16,0 0-16,0 0 0,0 0 0,-1 0 0,1 0 15,0 0-15,0 0 0,0 0 0</inkml:trace>
  <inkml:trace contextRef="#ctx0" brushRef="#br0" timeOffset="12352.7065">17363 3225 0,'0'0'0,"0"0"15,0 0-15,0 0 0,0 0 0,0 0 0,25 0 16,-25-25-16,0 25 0,0 0 0,25 0 0,-25 0 0,0 0 16,25 0-16,-25 0 0,24 0 0,-24 0 0,25 0 0,-25 0 15,25 0-15,-25 0 16,25 0-16,-25 25 0,25-25 0,-25 0 0,25 0 0,-25 0 15,24 0-15,-24 0 0,25 24 0,-25-24 0,0 0 0,0 0 0</inkml:trace>
  <inkml:trace contextRef="#ctx0" brushRef="#br0" timeOffset="12530.7167">17338 3522 0,'0'0'0,"0"0"0,-24 0 16,24 25-16,0-25 0,0 0 0,0 0 0,0 0 0,24 0 15,-24 0-15,0 0 0,25 0 16,-25 0-16,25 0 0,0 0 0,-25 0 0,25 0 15,-1 0-15,1 0 0,-25 0 0,25 0 0,0 0 0,0 0 16,0 0-16,-1 25 0,1-25 0,25 0 0,-25 0 0,-1 25 0,1-25 16,25 0-16,-25 0 0,-1 0 15,26 0-15,-25 0 0</inkml:trace>
  <inkml:trace contextRef="#ctx0" brushRef="#br0" timeOffset="13424.7678">19844 2877 0,'0'0'0,"0"0"0,0 0 16,0 0-16,0 0 0,0 0 0,0 0 0,0 0 0,0 0 0,0 0 15,25 0-15,-25 0 0,0 0 0,0-24 0,0 24 0,24 0 16,-24 0-16,0 0 0,25 0 0,-25 0 0,0-25 0,0 25 15,25 0-15,-25 0 0,0 0 0,25-25 0,-25 25 16,0 0-16,25 0 16,-25 0-16,0-25 0,0 25 0,0 0 0,24 0 0,-24 0 0,0-25 0,0 25 15,0 0-15,0 0 0,0-24 0,0 24 0,0 0 0,0 0 16,0-25-16,0 25 0,25 0 0,-25 0 0,0 0 0,0-25 0,0 25 31,0 0-31,0 0 16,0 0-16,0 0 0,0 0 0,0 0 0,0 0 0,0 0 0,0 0 0,0 0 0,0 0 0,0 0 0,0 0 0,0 0 0,0 0 0,0 0 15,0 25-15,0-25 0,-25 0 0,25 0 16,0 25-16,0-25 0,0 24 0,0-24 0,0 25 15,0-25-15,0 25 0,-24 0 0,24-25 0,0 25 0,0-25 0,0 24 16,0-24-16,0 25 0,0-25 0,0 25 16,0-25-16,-25 25 0,25-25 0,0 0 0,0 25 15,0-25-15,0 24 16,0-24-16,0 0 0,0 0 0,-25 25 0,25-25 0,0 0 0,0 0 0,0 0 0,0 0 0,0 0 15,25 0-15,-25 0 0</inkml:trace>
  <inkml:trace contextRef="#ctx0" brushRef="#br0" timeOffset="13857.7926">21456 3001 0,'0'0'0,"0"0"15,0 0-15,25 0 0,-25 0 0,0 0 0,0 0 0,0 0 16,0 0-16,25 0 0,-25 0 0,24 0 0,-24 0 0,0 0 15,25 0-15,0 0 0,-25 0 0,25 0 0,-25 0 0,25 0 16,-1 0-16,-24 0 0,25 0 0,0 0 0,-25 0 0,25 0 16,-25 0-16,25 0 0,-25 0 0,25 0 0,-25 0 0</inkml:trace>
  <inkml:trace contextRef="#ctx0" brushRef="#br0" timeOffset="14230.8139">21853 3051 0,'0'0'0,"0"0"0,25 0 0,-25 0 16,0 0-16,0 0 0,0-25 0,25 25 0,-25 0 0,0 0 16,0 0-16,24-25 0,-24 25 0,0 0 0,25 0 15,-25-24-15,0 24 0,25 0 0,-25 0 16,25-25-16,-25 25 0,0 0 0,25-25 0,-25 25 0,0 0 15,24-25-15,-24 25 0,0-25 0,25 25 0,-25-24 0,0 24 0,25-25 16,-25 25-16,0 0 0,0-25 0,25 25 0,-25 0 16,0-25-16,0 25 0,0 0 15,25 0-15,-25-25 0,0 25 0,0 0 0,0 0 16,0 0-16,0 0 0,0 0 0,0 0 0,0 0 0,0 25 0,0-25 15,0 0-15,24 25 0,-24-25 0,0 0 0,0 25 0,0-25 0,0 0 16,0 25-16,0-25 0,0 24 0,0-24 16,0 25-16,0-25 0,0 25 15,0-25-15,0 25 0,0-25 0,-24 25 0,24-25 0,0 24 0,0-24 0,0 25 16,0-25-16,0 25 0,0-25 0,0 0 0,0 25 0,0-25 0,0 25 15,0-25-15,0 0 0,0 0 16,24 0-16,-24 0 0,0 0 0</inkml:trace>
  <inkml:trace contextRef="#ctx0" brushRef="#br0" timeOffset="14860.85">24110 2877 0,'0'0'0,"0"-24"0,0 24 16,0 0-16,0 0 0,0 0 0,0 0 0,0 0 15,0-25-15,0 25 0,0 0 0,0 0 0,0 0 0,0 0 0,0 0 16,0 0-16,0 0 0,0 0 16,0 0-16,0 0 0,0 0 0,0 0 0,-25 0 15,25 0-15,0 25 0,0-25 0,-24 0 0,24 0 0,0 0 0,-25 24 16,25-24-16,0 0 0,-25 0 0,25 25 0,0-25 0,-25 0 15,25 25-15,0-25 0,-25 0 0,25 0 0,-24 25 0,24-25 16,0 0 0,0 0-16,-25 25 0,25-25 0,0 0 0,0 0 0,0 24 0,0-24 0,0 0 0,0 0 15,0 0-15,0 0 0,0 25 0,0-25 0,0 0 0,0 0 16,0 0-16,0 0 0,0 0 0,0 0 0,0 0 0,25 0 15,-25 0-15,0 0 0,0 0 0,24 0 16,-24 0-16,25 0 0,-25 0 0,25 0 16,-25 0-16,25 25 0,0-25 0,-25 0 0,24 0 15,1 0-15,0 0 0,-25 0 0,25 0 0,0 0 0,-25 0 0,24 0 16,1 0-16,-25 0 0,25 0 0,0 0 0,-25 0 0,25 0 15,-25 0-15,0-25 0,24 25 0,-24 0 0,0 0 0,25 0 32,-25 0-32</inkml:trace>
  <inkml:trace contextRef="#ctx0" brushRef="#br0" timeOffset="15065.8617">24309 2853 0,'0'0'0,"0"0"0,0 0 16,0 0-16,0 0 0,0 0 0,0 0 0,0 0 15,0 0-15,0 0 16,0 24-16,0-24 0,0 0 0,0 0 0,0 25 0,0-25 15,0 0-15,0 25 0,0-25 0,0 25 0,0-25 0,0 0 0,0 25 16,0-25-16,0 24 0,0-24 0,0 25 0,0-25 0,0 0 0,0 25 16,0-25-16,0 25 0,0-25 0,0 25 0,0-25 0,-25 24 15,25-24 1,0 25-16,0-25 0,0 0 0,0 25 0,-25-25 0,25 0 0,0 0 15,0 25-15,0-25 0,0 0 0</inkml:trace>
  <inkml:trace contextRef="#ctx0" brushRef="#br0" timeOffset="15683.897">25623 2853 0,'0'0'0,"0"0"16,0-25-16,0 25 0,0 0 0,0 0 0,0-25 0,0 25 15,0 0-15,25 0 0,-25-25 16,0 25-16,0 0 0,0 0 0,0 0 0,25 0 15,-25 0-15,0 0 0,0 0 0,25 0 0,-25 0 0,0 0 0,24 0 16,-24 0-16,0 0 0,25 0 0,-25 0 0,25 0 0,-25 0 0,0 0 16,25 0-16,-25 0 15,0 25-15,25-25 0,-25 0 0,0 0 0,0 25 0,0-25 0,0 0 0,0 25 16,0-25-16,0 24 0,-25-24 0,25 25 0,0-25 0,-25 25 15,25-25-15,-25 0 0,0 25 0,25-25 0,-24 25 16,-1-25-16,25 0 0,-25 24 0,0-24 0,25 25 16,-25-25-16,25 25 0,0-25 0,-24 0 0,24 25 0,-25-25 15,25 25-15,0-25 0,0 0 0,-25 24 0,25-24 0,0 0 16,0 0-16,0 0 0,0 25 15,0-25-15,25 0 0,-25 0 0,0 0 0,0 25 16,25-25-16,-25 0 0,24 0 0,-24 0 0,25 0 0,0 0 0,-25 25 16,25-25-16,0 0 0,-1 0 0,1 0 0,0 0 0,0 0 0,0-25 15,-1 25-15,-24 0 0,25 0 0,0 0 0,0-25 16,-25 25-16,25 0 15,-25-25-15,25 25 0</inkml:trace>
  <inkml:trace contextRef="#ctx0" brushRef="#br0" timeOffset="16834.9629">20092 3770 0,'0'0'16,"0"0"-16,0 0 0,0 0 0,0-24 0,0 24 15,0 0-15,0 0 0,0 0 16,0 0-16,0 0 0,0 0 0,0 0 0,0 0 0,0 0 0,0 0 15,0 0-15,-25 0 0,25 0 0,0 0 0,0 0 0,0 0 0,0 0 16,0 0-16,0 24 0,-25-24 0,25 0 0,0 0 16,0 25-16,-25-25 0,25 25 0,0-25 15,0 25-15,0 0 0,-24-25 0,24 24 0,0 1 16,0-25-16,0 25 0,-25 0 0,25 0 0,0-25 0,0 24 0,0 1 0,0-25 15,0 25 1,0 0-16,0-25 0,0 25 0,25-1 0,-25-24 0,0 25 0,0-25 16,24 0-16,-24 25 0,25-25 0,-25 0 0,0 0 0,25 25 15,-25-25-15,25 0 0,-25 0 0,25 0 0,-25 0 0,24 0 16,-24-25-16,25 25 0,0 0 0,-25 0 0,25-25 0,-25 25 0,25-25 15,-25 25-15,24-24 16,-24 24-16,25-25 0,-25 25 0,0-25 0,25 0 0,-25 0 16,0 25-16,0-24 0,0-1 0,0 0 0,0 25 0,0-25 0,0 0 15,-25 25-15,25-24 0,0-1 0,0 25 0,-25-25 0,25 25 16,0-25-16,-24 25 0,24 0 15,0-25-15,-25 25 0,25 0 0,-25 0 0,25 0 0,0 0 0,-25 0 16,25 0-16,0 0 0,-25 0 0,25 0 0,0 0 0,0 0 16,0 0-16,-24 0 0,24 0 0,0 25 0,0-25 0,0 0 15,0 0-15,0 0 0,0 0 0,0 0 0</inkml:trace>
  <inkml:trace contextRef="#ctx0" brushRef="#br0" timeOffset="17596.0064">22225 3870 0,'0'-25'0,"0"25"0,-25 0 15,25 0-15,0 0 0,0-25 0,0 25 0,0 0 0,0 0 16,0 0-16,0 0 0,-25 0 0,25 0 0,0 0 15,0 0-15,0 0 16,0 0-16,0 0 0,0 0 0,0 0 0,0 0 0,0 0 0,0 25 16,0-25-16,0 0 0,0 0 0,0 25 0,0-25 0,0 0 15,0 24-15,0-24 0,-24 0 0,24 25 0,0-25 0,0 0 16,0 0-16,0 25 0,0-25 0,0 0 0,0 25 0,0-25 15,0 0-15,0 25 16,0-25-16,0 0 0,0 24 0,0-24 0,0 0 0,24 25 16,-24-25-16,0 0 0,0 25 0,0-25 0,25 0 0,-25 25 0,0-25 15,25 0-15,-25 0 0,0 25 0,0-25 0,25 0 0,-25 0 16,0 0-16,0 24 0,25-24 0,-25 0 0,0 0 15,0 0-15,0 25 0,0-25 0,0 0 0,0 0 0,0 0 0,0 25 16,0-25-16,0 0 0,0 0 0,0 0 0,0 0 16,0 25-16,0-25 0,-25 0 31,25 0-31,0 0 0,0 0 0,-25 25 0,25-25 0,-25 0 0,25 0 0,0 0 0,-25 24 0,25-24 15,-24 0-15,24 0 0,0 0 0,0 0 0,-25 0 0,25 0 16,0 0-16,0 0 0,-25 0 0,25 0 0,0-24 0,0 24 0,0 0 0,0-25 16,0 25-16</inkml:trace>
  <inkml:trace contextRef="#ctx0" brushRef="#br0" timeOffset="17768.0163">22299 3845 0,'0'0'0,"0"0"15,0 0-15,25 0 0,-25-25 0,0 25 0,0 0 0,25 0 16,-25 0-16,0 0 0,25 0 0,-25 0 0,25 0 15,-1 0-15,-24 0 0,25 0 16,0 0-16,0 0 0,0 0 0,-1 0 0,1 0 0,0 25 16,0-25-16,-25 0 0,25 0 0,-1 0 0,1 0 0,0 0 0,0 25 15</inkml:trace>
  <inkml:trace contextRef="#ctx0" brushRef="#br0" timeOffset="18512.0588">24309 3969 0,'0'0'0,"0"0"16,0 0-16,0-25 0,0 25 0,0 0 0,0 0 0,0 0 0,0 0 16,0 0-16,0 0 0,-25 0 0,25 0 15,0 0-15,0 0 0,0 0 16,0 0-16,-25 25 0,25-25 0,0 0 0,0 0 0,-25 0 0,25 25 0,0-25 15,0 0-15,-25 24 0,25-24 0,-24 25 0,24-25 0,0 25 16,-25-25-16,25 25 16,-25-25-16,25 25 0,-25-25 0,25 24 0,0 1 0,-25-25 0,25 25 15,0-25-15,-24 25 0,24 0 0,0-25 0,0 24 0,0-24 16,0 25-16,0-25 0,0 25 0,0-25 0,0 0 0,0 25 0,0-25 15,24 0-15,-24 25 16,0-25-16,0 0 0,0 0 0,25 0 0,-25 0 0,0 0 0,25 0 0,-25 0 0,0 0 16,25 0-16,-25 0 0,0 0 0,25 0 15,-25 0-15,0-25 0,24 25 47,-24 0-47,0 0 0,0-25 0,25 25 0,-25 0 0,0-25 0,0 25 0,0-25 0,0 25 0,0 0 0,0-24 0,0 24 0,0 0 0,0-25 0,-25 25 0,25 0 0,0 0 0,0 0 0,-24 0 0,24 0 16,0 0-16,-25 0 0,25 0 0,0 0 0,-25 0 15,25 25-15,-25-25 16,25 0-16,0 24 0,-25-24 0,25 0 0,0 0 15,0 25-15,0-25 0,0 0 0,0 0 0,0 0 0</inkml:trace>
  <inkml:trace contextRef="#ctx0" brushRef="#br0" timeOffset="19068.0906">25499 4217 0,'25'0'0,"-25"0"15,0 0-15,0 0 0,0 0 0,0 0 0,0-25 0,0 25 16,25 0-16,-25 0 0,0 0 16,0 0-16,25 0 0,-25-25 0,24 25 0,-24 0 15,0 0-15,25-25 0,-25 25 0,25 0 0,-25-24 0,25 24 0,-25 0 0,25-25 16,-25 25-1,24 0-15,-24-25 0,25 25 0,-25-25 0,0 25 0,25 0 16,-25-25-16,25 25 0,-25-24 0,0 24 0,25-25 0,-25 25 0,0 0 16,0-25-16,0 25 0,24 0 0,-24-25 0,0 25 0,0 0 0,0 0 31,0 0-31,0 0 0,0 0 0,0-25 0,0 25 0,0 0 0,0 0 0,0 0 0,0 0 0,0 0 0,0 25 15,0-25-15,0 0 0,0 0 0,0 25 0,0-25 0,0 0 16,0 25-16,0-25 0,-24 25 0,24-1 0,0-24 0,0 25 16,0-25-1,0 25-15,-25 0 0,25-25 0,0 25 0,0-1 0,-25 1 0,25-25 16,0 25-16,-25-25 0,25 25 0,0 0 0,0-25 0,-25 24 0,25 1 15,0-25-15,-24 25 0,24-25 0,0 0 0,0 25 0,-25-25 16,25 0-16,0 25 0</inkml:trace>
  <inkml:trace contextRef="#ctx0" brushRef="#br0" timeOffset="20239.1576">19968 5135 0,'0'0'0,"0"0"0,0 0 15,0 0-15,0 0 0,0 0 0,0 0 0,0 0 0,0 0 16,0 0-16,0-25 0,0 25 0,0 0 0,0 0 0,0 0 16,0 0-16,25 0 0,-25-25 0,0 25 0,0 0 0,24 0 0,-24-25 15,0 25 1,0 0-16,25-25 0,-25 25 0,0 0 0,0-24 0,25 24 15,-25 0-15,0-25 0,0 25 0,25-25 0,-25 25 0,0-25 0,0 25 16,25 0-16,-25-25 0,0 25 0,0-24 0,0 24 0,24 0 16,-24-25-16,0 25 0,0 0 0,0 0 0,0 0 0,0-25 15,0 25-15,0 0 0,0 0 0,0 25 0,0-25 0,0 0 16,0 0-16,0 0 15,0 0-15,0 25 0,0-25 0,0 0 0,-24 24 0,24-24 0,0 25 0,0-25 16,0 25-16,0-25 0,0 25 0,0-25 0,0 25 0,0-1 16,0-24-16,0 25 0,-25-25 15,25 25-15,0 0 0,0-25 0,0 25 0,0-1 0,0-24 0,25 25 16,-25-25-16,0 25 0,0-25 0,0 0 0,0 25 0,0-25 15,24 0-15,-24 25 0,0-25 0,0 0 0,25 0 16</inkml:trace>
  <inkml:trace contextRef="#ctx0" brushRef="#br0" timeOffset="20955.1986">22275 5035 0,'0'0'0,"0"-24"0,0 24 16,0 0-16,0 0 0,0 0 0,0-25 0,24 25 0,-24 0 16,0 0-16,0-25 0,0 25 0,0 0 0,0 0 15,25 0-15,-25-25 0,0 25 16,25 0-16,-25 0 0,0 0 0,25 0 0,-25-25 0,0 25 15,25 0-15,-25 0 0,0 0 0,24 0 0,-24 0 0,0 0 0,0 0 16,0 0-16,25 0 0,-25 0 0,0 0 0,0 0 0,0 0 16,0 0-16,0 0 0,0 0 0,0 25 0,0-25 15,0 0-15,0 0 0,-25 25 0,25-25 16,0 25-16,-24-25 0,24 0 0,0 25 0,-25-1 15,25-24-15,-25 25 0,25-25 0,-25 25 0,25 0 0,-25-25 0,25 25 0,-24-1 16,24-24-16,-25 25 0,25-25 0,-25 25 0,25-25 0,0 0 16,0 25-1,0-25-15,0 0 0,0 25 0,0-25 0,0 0 0,0 0 0,25 0 16,-25 0-16,25 0 0,-25 0 0,24 0 0,-24 24 0,25-24 15,0 0-15,0 0 0,-25 0 0,25 0 0,-1 0 0,1 0 0,0 0 16,0 0-16,-25 0 0,25 0 0,-1 0 0,1 0 16,0 0-16,0 0 15,-25 0-15</inkml:trace>
  <inkml:trace contextRef="#ctx0" brushRef="#br0" timeOffset="21669.2394">24209 5011 0,'0'0'0,"0"0"16,0-25-16,-24 25 0,24 0 0,0 0 0,0 0 0,0 0 16,0-25-16,0 25 0,0 0 0,0 0 0,24 0 0,-24 0 0,0 0 15,0 0-15,0 0 0,0 0 0,25 0 0,-25 0 16,0-25-16,25 25 15,-25 0-15,0 0 0,0 0 0,25 0 0,-25 0 16,0 0-16,0 0 0,0 0 0,0 0 0,0 0 0,0 25 0,0-25 0,0 0 0,0 0 16,0 0-1,0 0-15,-25 25 0,25-25 0,0 0 0,-25 25 0,25-25 0,-25 24 0,25-24 0,0 0 16,-24 25-16,24-25 0,-25 25 0,25-25 0,-25 0 0,25 25 15,0-25-15,0 0 0,-25 0 0,25 25 0,0-25 0,0 0 16,0 0-16,0 24 16,0-24-16,0 0 0,0 0 0,0 0 0,0 25 0,0-25 0,25 0 0,-25 0 15,0 0-15,0 0 0,25 0 0,-25 25 0,0-25 0,25 0 16,-25 0-16,0 0 0,0 25 0,24-25 0,-24 0 0,0 0 15,25 25-15,-25-25 16,0 0-16,0 24 0,0-24 0,0 0 0,25 25 0,-25-25 0,0 0 16,0 25-16,0-25 0,0 0 0,0 0 0,0 25 0,0-25 15,0 0-15,0 0 0,-25 25 0,25-25 0,0 0 0,0 0 0,0 0 16,-25 24-16,25-24 0,0 0 0,-24 0 15,24 0-15,-25 0 0,25 0 16,-25 0-16,25 0 0,0 0 0,-25 0 0,25 0 0,0 0 0,-25-24 16,25 24-16,0 0 0,0 0 0,0 0 0,0-25 0,0 25 0,0 0 15</inkml:trace>
  <inkml:trace contextRef="#ctx0" brushRef="#br0" timeOffset="22054.2614">25425 5184 0,'0'0'0,"0"0"0,0 0 16,0 0-16,0 0 0,0 0 0,0 0 0,0-25 16,0 25-16,0 0 0,0 0 0,0 0 15,25 0-15,-25 0 0,24 0 0,-24 0 16,25 0-16,-25 0 0,25 0 0,-25 0 0,25 0 0,0 0 0,-1 0 15,-24 0-15,25 0 0,0-24 0,0 24 0,0 0 0,-25 0 16,24 0-16,1 0 0,0 0 0,0 0 0,0 0 0,-25 24 16,24-24-1,1 0-15</inkml:trace>
  <inkml:trace contextRef="#ctx0" brushRef="#br0" timeOffset="22385.2804">25946 5259 0,'0'0'0,"0"0"0,0 0 16,0 0-16,0 0 0,0 0 0,0 0 0,0 0 15,0 0-15,0-25 0,25 25 0,-25 0 0,0 0 0,0 0 16,24 0-16,-24-25 16,0 25-16,0 0 0,25 0 0,-25 0 0,0-25 0,0 25 15,25 0-15,-25-25 0,0 25 0,25 0 0,-25-24 0,0 24 0,25 0 16,-25-25-16,0 25 0,0 0 0,24-25 0,-24 25 0,0 0 15,0-25-15,25 25 0,-25-25 0,0 25 0,0 0 0,0 0 16,0 0-16,0-24 0,25 24 0,-25 0 0,0 0 16,0 0-16,0 0 15,0 0-15,0 0 0,0 0 0,0 0 0,0 24 0,0-24 0,-25 0 16,25 25-16,0-25 0,0 0 0,0 25 0,0-25 0,0 25 15,0-25-15,0 25 0,0-1 0,-25-24 0,25 25 0,0-25 16,0 25-16,0 0 0,0-25 0,0 25 0,-24-1 0,24-24 16,0 25-16,0 0 0,0-25 0,-25 25 15,25 0-15,0-25 0,-25 24 0,25 1 0,0-25 0,-25 25 16,25-25-16,0 0 0,-25 25 0,25-25 0</inkml:trace>
  <inkml:trace contextRef="#ctx0" brushRef="#br0" timeOffset="23391.3379">20290 5904 0,'0'0'0,"0"0"16,0 0-16,0 0 0,0 0 0,0 0 0,0 0 0,0 0 15,0 0-15,0 0 0,0 0 16,0 0-16,0 0 0,0 0 0,0 0 15,0 0-15,0 0 0,0 0 0,-25 0 0,25 0 0,0 24 0,0-24 16,0 0-16,-24 0 0,24 25 0,0-25 0,0 0 0,-25 25 0,25-25 16,0 25-16,-25-25 0,25 0 0,-25 25 0,25-25 15,-25 24-15,25-24 0,-24 0 0,24 25 16,-25-25-16,25 0 0,0 25 0,-25-25 15,25 0-15,0 25 0,-25-25 0,25 0 0,0 0 0,0 25 0,0-25 0,-25 0 16,25 0-16,0 0 0,0 0 0,0 0 0,0 0 0,0 0 16,0 0-16,0 0 0,0 0 0,0 0 0,0 0 0,0 0 15,25 0-15,-25 24 0,0-24 16,0 0-16,0 0 0,25 0 0,-25 0 0,0 0 15,25 0-15,-25 0 0,0-24 0,25 24 0,-25 0 0,24 0 0,-24 0 16,25 0-16,-25 0 0,25 0 0,-25 0 16,25 0-16,-25 0 0,0 0 0,25 0 0,-25 0 0,24 0 0,-24 0 0,25 24 15,-25-24-15,0 0 16,25 0-16,-25 0 0,0 0 0,25 0 0,-25 0 0,0-24 15,0 24-15,0 0 0,0 0 0,25 0 0,-25 0 0,0 0 0</inkml:trace>
  <inkml:trace contextRef="#ctx0" brushRef="#br0" timeOffset="23554.3472">20340 5953 0,'0'0'0,"0"0"16,0 0-16,0 0 0,0 0 0,0 0 0,0 0 0,0 0 0,0 0 15,0 0-15,0 0 0,0 0 0,0 0 0,0 25 0,0-25 16,0 0-16,0 0 0,0 25 0,0-25 0,0 25 0,0-25 0,0 24 15,0 1-15,-25-25 0,25 25 0,0 0 0,0-25 16,0 25-16,0-1 16,0 1-16,-25-25 0,25 25 0,0 0 0,0 0 0,0-25 0,-25 24 15,25-24-15,0 25 0,0 0 0,0-25 0,-24 25 0,24-25 0,0 0 16,0 25-16,-25-25 0</inkml:trace>
  <inkml:trace contextRef="#ctx0" brushRef="#br0" timeOffset="24360.3933">22746 6152 0,'0'0'0,"0"-25"0,0 25 16,0 0-16,0 0 0,0-25 0,0 25 0,0 0 0,0 0 0,-25-25 15,25 25-15,0 0 0,0 0 0,0 0 0,-25 0 0,25 0 16,0 0-16,0 0 0,-25 0 0,25 0 15,0 0-15,0 0 0,-24 0 0,24 0 0,0 0 16,0 25-16,-25-25 0,25 0 0,0 25 0,0-25 0,-25 0 0,25 25 16,0-25-16,0 24 0,-25 1 0,25-25 0,0 25 0,0-25 15,0 25-15,-25 0 16,25-25-16,0 24 0,0-24 0,0 25 0,0 0 0,0-25 15,0 25-15,25-25 0,-25 25 0,0-25 0,0 0 0,25 24 0,-25-24 0,0 0 16,25 0-16,-25 0 0,0 0 0,25 0 0,-25 0 16,24 0-16,-24 0 0,25 0 0,-25 0 0,25-24 15,0 24-15,-25 0 0,25-25 0,-25 25 16,25-25-16,-25 0 0,0 25 0,24-25 0,-24 25 0,0-24 0,0-1 15,0 0-15,0 25 0,0-25 0,0 0 0,0 25 0,0-24 32,0-1-32,0 25 0,0-25 0,-24 25 0,24-25 0,0 25 0,0 0 0,0 0 0,0-25 0,0 25 15,0 0-15,0 0 0,0 0 0,0 0 0,0 25 0,0-25 16,0 0-16,0 0 0,0 0 0,24 0 15,-24 25-15,25-25 0,-25 0 0,25 0 0</inkml:trace>
  <inkml:trace contextRef="#ctx0" brushRef="#br0" timeOffset="24981.4288">24383 6176 0,'-25'0'16,"25"0"-16,0-24 15,0 24-15,0 0 0,25-25 0,-25 25 0,0 0 0,0-25 16,0 25-16,0 0 0,0 0 0,25-25 0,-25 25 0,0 0 0,25 0 16,-25 0-16,0 0 0,24 0 0,-24-25 0,0 25 0,25 0 15,-25 0-15,25 0 0,-25 25 0,25-25 0,-25 0 0,0 0 31,25 0-31,-25 0 0,0 0 0,0 25 0,0-25 0,24 0 0,-24 25 16,0-25-16,0 0 0,0 25 0,-24-25 0,24 24 0,0-24 0,0 25 0,0-25 16,-25 25-16,25-25 0,0 25 0,-25-25 0,25 25 0,-25-25 15,25 24-15,-25-24 16,25 25-16,-24-25 0,24 25 0,-25-25 0,25 25 0,-25-25 15,25 0-15,-25 25 0,25-25 0,0 0 0,0 0 0,0 24 16,-25-24-16,25 0 0,0 0 0,0 0 0,0 0 0,25 25 16,-25-25-16,0 0 0,25 0 0,-25 0 0,25 0 0,-25 0 0,25 0 15,-1 0-15,1 0 0,0 0 0,0 0 0,0 0 0,-1 0 16,1 0-16,0 0 0,25 0 15,-26 0-15,1 0 0,0-25 0,-25 25 0,25 0 16,0 0-16</inkml:trace>
  <inkml:trace contextRef="#ctx0" brushRef="#br0" timeOffset="25817.4767">26020 5928 0,'0'0'0,"0"-24"0,-25 24 16,25 0-16,0 0 0,0 0 0,0 0 0,0 0 0,0-25 15,0 25-15,0 0 0,0 0 0,25 0 0,-25 0 0,0 0 0,0 0 16,0-25-16,0 25 0,0 0 0,25 0 0,-25 0 0,0 0 15,0 0-15,25 0 0,-25 0 0,0 0 0,25 0 0,-25 0 16,0 0 0,0 0-16,24 0 0,-24 0 0,0 0 0,0 0 0,0 0 0,0 0 15,0 0-15,0 0 0,0 25 0,0-25 0,0 0 0,0 0 0,0 0 16,-24 25-16,24-25 0,0 0 0,-25 0 0,25 24 0,0-24 15,-25 0-15,25 25 0,-25-25 0,25 0 0,0 0 0,-25 25 16,25-25-16,0 0 16,-24 0-16,24 0 0,0 25 0,0-25 0,0 0 0,0 0 15,0 0-15,0 25 0,0-25 0,0 0 0,0 0 0,0 0 0,0 24 0,24-24 16,-24 0-16,0 0 0,0 25 0,25-25 0,-25 0 15,0 0-15,25 25 0,-25-25 16,0 0-16,0 25 0,0-25 0,25 25 0,-25-25 0,0 0 0,0 24 16,0-24-16,0 25 0,0-25 0,0 0 0,0 25 0,0-25 15,0 0-15,-25 25 0,25-25 0,0 0 0,0 0 0,0 25 16,-25-25-16,25 0 0,0 0 0,-25 24 0,25-24 15,0 0-15,-24 0 0,24 0 0,-25 0 16,25 0-16,-25 0 0,25 25 0,0-25 16,-25 0-16,25 0 0,0 0 0,0 0 0,-25-25 0,25 25 0,0 0 15,0 0-15,0 0 0,25 0 0,-25-24 0,0 24 0,0 0 0,25-25 16</inkml:trace>
  <inkml:trace contextRef="#ctx0" brushRef="#br0" timeOffset="28272.6171">26318 2778 0,'0'0'0,"0"0"16,0 0-16,0 0 0,0 0 0,0 0 0,0 0 0,0 0 16,0 0-16,0 0 0,0 0 0,0 0 15,0 0-15,0 0 0,0-25 0,0 25 16,0 0-16,0 0 0,0 0 0,0 0 0,0 0 0,0-24 0,0 24 0,0 0 15,0 0-15,0 0 0,0 0 0,0 0 0,0 0 0,0 0 16,0 0-16,0 0 0,0 0 16,0 0-16,0 0 0,0 0 0,0 0 0,0 0 0,0 0 15,0 0-15,0 0 0,0 24 0,0-24 0,0 0 0,0 0 0,0 0 16,0 0-16,25 0 0,-25 0 0,0 0 0,0 0 0,0 0 15,24 0-15,-24 0 0,0 0 0,25 0 16,-25 0-16,0 25 0,25-25 0,-25 0 16,0 0-16,25 0 0,-25 0 0,25 0 0,-25 0 0,0 0 15,24 0-15,-24 0 0,25 0 0,-25 25 0,0-25 0,25 0 0,-25 0 16,0 0-16,0 0 0,25 0 0,-25 0 0,0 0 0,0 0 15,25 0-15,-25 0 0,0 0 0,0 0 0,0 0 0,0 0 16,0 0 0,0 0-16,24 0 0,-24 0 0,0 0 0,0 0 0,0 0 0,0 0 15,0 0-15,0 0 0,0 0 0,0 0 0,0 0 0,0 0 0,0 0 16,0 0-16,0 0 0,0 0 0,0 0 0,0 0 0,0 0 15,0 0-15,0 0 0,0 0 0,0 0 0,0 0 0,0 0 16,0 0 0,0 0-16,0 0 0,0 0 0,0 0 0,0 0 0,0 0 0,0 0 15,0 0-15,0 0 0,0 0 0,0 0 0,0 0 0,0 0 0,0 0 16,0 0-16,0 0 0,0 0 0,0 0 0,0 0 0,0 0 15,0 25 1,0-25-16,0 0 0,0 0 0,0 0 0,0 0 0,0 0 16,0 0-16,0 0 0,0 0 0,-24 0 0,24 0 0,0 25 0,0-25 0,0 0 15,0 0-15,0 0 0,0 0 0,0 0 0,0 24 0,0-24 16,0 0-16,0 0 0,0 0 0,0 0 0,0 0 0,0 0 15,0 25-15,-25-25 0,25 0 16,0 0-16,0 0 0,0 0 0,0 25 0,0-25 0,0 0 16,0 0-16,0 0 0,0 25 0,0-25 0,0 0 0,0 0 15,0 0-15,-25 25 0,25-25 0,0 0 0,0 0 0,0 0 0,0 24 16,0-24-16,0 0 0,0 0 0,-25 25 0,25-25 15,0 0-15,0 25 0,0-25 16,0 0-16,0 0 0,0 25 0,0-25 0,0 0 0,-25 25 16,25-25-16,0 0 0,0 24 0,0-24 0,0 0 0,0 0 0,0 25 15,0-25-15,0 0 0,0 0 0,0 25 0,0-25 0,0 0 16,0 0-16,0 25 0,-24-25 0,24 0 0,0 0 15,0 25-15,0-25 0,0 0 0,0 0 0,0 24 0,0-24 16,0 0-16,0 0 16,0 25-16,-25-25 0,25 0 0,0 0 0,0 25 0,0-25 15,0 0-15,0 0 0,0 25 0,0-25 0,0 0 0,0 0 0,0 25 0,0-25 16,0 0-16,0 0 0,0 24 0,0-24 0,0 0 15,0 0-15,0 25 16,0-25-16,0 0 0,0 0 0,0 0 0,0 25 0,0-25 0,0 0 16,0 0-16,0 25 0,0-25 0,0 0 0,0 25 0,0-25 0,0 0 15,0 0-15,0 24 0,0-24 0,0 0 0,0 25 0,0-25 16,0 0-16,0 0 0,0 25 15,0-25-15,0 0 0,0 0 0,0 25 0,0-25 16,0 0-16,0 0 0,0 0 0,0 25 0,0-25 0,0 0 0,0 0 16,0 0-16,0 24 0,0-24 0,0 0 0,0 0 0,0 0 0,0 25 15,0-25 1,0 0-16,0 25 0,-25-25 0,25 0 0,0 0 0,0 25 0,0-25 0,0 0 0,0 25 15,0-25-15,0 0 0,0 25 0,0-25 0,0 0 0,0 0 16,0 24-16,0-24 0,0 0 0,0 25 0,0-25 16,0 0-16,0 0 0,0 25 15,0-25-15,0 0 0,0 0 0,0 25 0,0-25 0,0 0 0,0 25 16,0-25-16,0 0 0,0 24 0,0-24 0,-25 0 0,25 25 15,0-25-15,0 0 0,0 0 0,0 25 0,0-25 0,0 0 16,0 25-16,0-25 0,0 0 0,0 25 0,-25-25 0,25 0 16,0 24-16,0-24 15,0 0-15,0 0 0,0 25 0,0-25 0,0 0 0,0 0 0,0 25 16,0-25-16,0 0 0,0 25 0,0-25 0,0 0 15,0 0-15,0 25 0,0-25 0,0 0 0,0 24 0,-24-24 16,24 0 15,0 25-31,0-25 0,0 0 0,0 25 0,0-25 0,0 0 0,0 25 0,0-25 0,0 25 0,0-25 16,0 0-16,0 24 0,0-24 0,0 0 0,0 25 0,0-25 0,0 25 0,-25-25 0,25 0 0,0 25 0,0-25 15,0 0-15,0 25 0,0-25 0,0 0 16,0 24-16,0-24 0,0 0 0,0 0 0,0 25 0,0-25 16,0 0-16,0 0 0,0 25 0,0-25 0,0 0 0,0 25 0,0-25 15,0 0-15,0 25 0,0-25 0,0 0 0,0 24 16,-25-24-16,25 0 0,0 25 0,0-25 15,0 0-15,0 25 0,0-25 0,0 0 0,0 25 0,0-25 0,0 0 16,0 25-16,0-25 0,0 0 0,-25 24 0,25-24 0,0 0 16,0 25-16,0-25 0,0 0 0,0 25 15,0-25-15,0 0 0,0 25 0,0-25 16,0 0-16,0 0 0,0 25 0,0-25 0,0 0 0,0 0 0,0 24 15,0-24-15,0 0 0,0 25 0,0-25 0,0 0 0,0 25 0,0-25 16,0 25-16,0-25 0,0 0 16,0 25-16,0-25 0,-25 25 0,25-25 0,0 0 15,0 24-15,0-24 0,0 0 0,0 25 0,0-25 0,0 0 0,0 25 16,0-25-16,0 0 0,0 25 0,0-25 0,0 0 0,0 25 15,0-25-15,0 0 0,0 24 0,0-24 0,0 0 0,0 0 16,0 25-16,0-25 16,0 0-16,0 0 0,0 0 0,0 25 0,0-25 0,-24 0 0,24 0 0,0 0 15,0 25-15,0-25 0,0 0 16,0 0-16,0 0 0,0 25 0,0-25 0,0 0 0,0 0 0,0 0 15,0 0-15,0 24 0,0-24 0,0 0 0,0 0 0,0 0 0,0 0 16,0 25-16,0-25 0,0 0 0,0 0 0,0 25 16,0-25-16,0 0 15,-25 0-15,25 25 0,0-25 0,0 0 0,0 25 0,0-25 0,0 0 16,0 0-16,0 24 0,0-24 0,0 0 0,0 0 0,0 0 15,0 25-15,0-25 0,0 0 0,0 0 0,0 0 0,0 0 0,0 0 16,0 0-16,0 0 16,0 0-16,0 0 0,0 0 0,0 0 0,0 0 0,0 0 15,0 0-15,0 0 0,0 0 0,0 0 0,0 0 0,0 0 0,0 0 16,0 0-16,0 0 0,0 0 0,0 0 0,-25 0 0,25 0 15,0 0-15,0-25 0,0 25 0,0 0 0,-25-24 0,25 24 16,0-25-16,0 25 16</inkml:trace>
  <inkml:trace contextRef="#ctx0" brushRef="#br0" timeOffset="29968.7141">26318 4663 0,'0'0'0,"0"0"16,0 0-16,0 0 0,0 0 0,0 0 0,0 0 0,0 0 0,0 0 16,0 0-16,0 0 0,0 0 0,0 0 0,0 0 0,0 0 0,0 0 15,0 0-15,0 0 0,0 0 16,0 0-16,0 0 0,0 0 0,0 0 0,0 0 15,0 0-15,0 0 0,0 0 0,0 0 0,0 0 0,0 0 0,0 0 16,0 0-16,0 0 0,0 0 0,0 0 0,0 0 0,0 0 16,0 0-16,0 0 0,0 0 0,0 0 0,0 0 15,0 0-15,0 0 16,0 0-16,0 0 0,0 0 0,0 0 0,0 0 0,0 0 0,0 0 0,0 0 15,0 0-15,0 0 0,0 0 0,0 0 0,0 0 0,0 0 0,0 0 16,0 25-16,-25-25 0,25 0 0,0 0 0,0 0 16,0 0-16,0 0 0,0 25 0,0-25 0,0 0 15,0 0-15,0 25 0,-25-25 16,25 0-16,0 24 0,0-24 0,0 0 0,0 0 0,0 25 0,0-25 0,0 0 15,0 25-15,0-25 0,0 0 0,-25 25 0,25-25 0,0 25 16,0-25 0,0 0-16,0 25 0,0-25 0,0 0 0,0 24 0,0-24 0,0 0 15,0 25-15,0-25 0,0 0 0,0 25 0,0-25 0,0 0 0,0 25 16,0-25-16,0 0 0,0 25 0,0-25 0,0 0 0,0 24 15,0-24-15,0 0 0,0 25 0,0-25 0,0 0 0,0 0 16,0 25-16,0-25 0,0 0 16,0 0-16,0 25 0,0-25 0,0 0 0,0 25 0,-24-25 15,24 0-15,0 0 0,0 24 0,0-24 0,0 0 0,0 25 0,0-25 16,0 0-16,0 25 0,0-25 0,0 0 0,0 0 15,0 25-15,0-25 0,0 0 16,0 0-16,0 25 0,0-25 0,0 0 0,0 0 0,0 24 0,0-24 16,0 0-16,0 0 0,0 25 0,0-25 0,-25 0 0,25 0 0,0 25 15,0-25-15,0 0 0,0 25 0,0-25 0,0 0 16,0 25-16,0-25 15,0 24-15,0-24 0,0 0 0,0 25 0,0-25 0,0 0 0,0 25 16,0-25-16,0 0 0,0 0 0,0 25 0,0-25 0,0 0 16,-25 25-16,25-25 0,0 0 0,0 0 0,0 24 0,0-24 0,0 0 15,0 0-15,0 25 0,0-25 16,0 0-16,0 0 0,0 25 0,0-25 0,0 0 0,0 0 15,0 0-15,0 0 0,-25 25 0,25-25 0,0 0 0,0 0 16,0 25-16,0-25 0,0 0 0,0 24 0,0-24 0,0 0 0,0 0 16,0 25-16,0-25 15,0 0-15,0 25 0,0-25 0,0 0 0,0 0 0,0 25 16,-25-25-16,25 0 0,0 0 0,0 25 0,0-25 0,0 0 0,0 0 15,0 0-15,0 24 0,0-24 0,0 0 0,0 0 0,0 25 16,0-25-16,0 0 0,0 0 0,0 0 0,0 25 16,0-25-16,0 0 0,0 0 15,0 0-15,0 25 0,0-25 0,0 0 0,0 25 0,0-25 16,0 0-16,0 25 0,0-25 0,0 0 0,0 0 0,0 24 0,0-24 15,0 0-15,0 0 0,0 0 0,0 25 0,0-25 0,0 0 16,0 0-16,0 0 0,0 25 0,0-25 0,0 0 0,0 0 16,0 0-16,0 0 15,0 0-15,0 25 0,0-25 0,0 0 0,0 0 0,0 0 0,0 0 16,0 0-16,0 0 0,0 25 0,0-25 0,0 0 0,0 0 0,0 0 15,0 0-15,0 24 0,0-24 0,0 0 0,0 0 16,0 0-16,0 25 16,0-25-16,0 0 0,0 0 0,0 0 0,0 25 0,0-25 0,0 0 15,0 0-15,0 25 0,0-25 0,0 0 0,0 25 0,0-25 0,0 0 16,0 0-16,0 24 0,0-24 0,0 0 0,0 25 0,0-25 15,0 0 1,0 0-16,0 25 0,0-25 0,0 0 0,0 0 0,0 25 0,0-25 0,0 0 16,0 0-16,0 25 0,0-25 0,0 0 0,0 0 0,0 24 15,0-24-15,0 0 0,0 25 0,0-25 0,0 0 0,0 0 16,0 0-16,0 25 15,0-25-15,0 0 0,0 0 16,0 0-16,0 0 0,0 25 0,0-25 0,0 0 0,0 0 0,0 0 0,0 0 0,0 25 0,0-25 16,0 0-16,0 0 0,0 0 0,0 0 0,0 24 0,0-24 0,0 0 15,0 0-15,0 0 16,0 0-16,0 0 0,0 25 0,0-25 0,0 0 0,0 0 15,0 0-15,0 0 0,0 25 0,0-25 0,0 0 0,0 0 16,0 0-16,0 0 0,0 25 0,0-25 0,0 0 0,0 0 0,-24 0 0,24 0 16,0 0-16,0 0 0,0 0 0,0 0 0,0 0 15,0 0-15,0 0 0,0 0 16,0 0-16,0 0 0,0 0 0,0 0 0,0 0 0,0 25 0,0-25 15,0 0-15,0 0 0,0 0 0,0 0 0,0 0 0,0 0 16,0 0-16,0 0 0,0 0 0,0 0 0,0 0 0,0 0 16,0 0-16,0 0 0,0 0 0,0 0 15,0 0-15,0 0 0,0 0 16,0 0-16,0 0 0,0 0 0,-25 0 0,25 0 0,0 0 0,0 0 0,0 0 15,-25 0-15,25 0 0,-25-25 0,25 25 0,-25 0 0,25 0 16,-24 0-16,24 0 0,-25 0 16,25 0-16,-25 0 0,0 0 0,25 0 0,-25 0 15,0 0-15,25 0 0,-24 0 0,24 0 0,-25 0 0,25-25 0,-25 25 0,25 0 16,0 0-16,0 0 0,-25 0 0,25 0 0,0-25 0</inkml:trace>
  <inkml:trace contextRef="#ctx0" brushRef="#br0" timeOffset="32543.8614">19397 2853 0,'0'0'0,"0"0"0,0 0 16,0 0-16,0 0 0,-25-25 0,25 25 0,0 0 0,0 0 0,0 0 16,0 0-16,0 0 0,0 0 0,0 0 0,0 0 0,0 0 15,0-25-15,0 25 0,0 0 0,0 0 0,0 0 0,0 0 16,0 0-1,0 0-15,0 0 0,0 0 0,0 0 0,0 0 0,0 0 0,0 0 0,0 0 16,0-25-16,-24 25 0,24 0 0,0 0 16,0 0-16,0 0 0,0 0 0,0 0 0,0 0 0,-25 0 15,25 0-15,0 0 0,0 0 0,0 0 0,0 0 0,-25 0 0,25 0 16,0 0-16,0 0 0,-25 0 0,25 0 0,0 0 0,0 0 15,0 0 1,-25 0-16,25 0 0,0 0 0,0 0 0,0 0 0,0 0 0,0 0 16,-24 0-16,24 0 0,0 0 0,0 0 0,0 0 0,0 0 0,0 0 15,0 0-15,0 0 0,0 0 0,0 0 0,0 0 0,0 0 16,0 0-16,0 0 0,0 0 0,0 0 0,0 0 0,0 0 15,0 0-15,0 0 0,0 0 16,0 0-16,0 25 0,0-25 0,0 0 0,0 0 0,0 0 16,0 0-16,0 25 0,0-25 0,0 0 0,0 0 0,-25 0 0,25 25 15,0-25-15,0 0 0,0 24 0,0-24 0,0 0 0,0 25 16,0-25-1,0 0-15,0 25 0,0-25 0,0 0 0,0 25 0,0-25 0,0 25 16,-25-25-16,25 0 0,0 24 0,0-24 0,0 25 0,0-25 0,0 25 16,0-25-16,0 25 0,0 0 0,-25-25 0,25 24 0,0-24 15,0 25-15,0 0 0,0-25 0,0 25 0,0-25 16,0 25-16,0-25 0,-25 24 15,25 1-15,0-25 0,0 25 0,0-25 0,0 25 0,0-25 0,-24 25 0,24-25 16,0 24-16,0-24 0,0 25 16,0-25-16,0 25 0,-25-25 0,25 25 0,0-25 0,0 25 0,0-1 0,0-24 15,0 25-15,0-25 0,0 25 0,0 0 0,0-25 16,0 25-16,-25-25 0,25 24 0,0 1 0,0-25 0,0 25 15,0-25-15,0 25 0,0-25 16,0 25-16,0-25 0,0 25 0,0-25 0,0 24 0,0-24 0,0 25 16,0 0-16,0-25 0,0 25 0,0 0 0,-25-25 0,25 24 31,0-24-31,0 25 0,0 0 0,0-25 0,0 25 0,0-25 0,25 25 0,-25-1 0,0-24 0,-25 25 15,25-25-15,0 25 0,0-25 0,0 25 0,0-25 0,0 25 0,0-25 16,0 24-16,0 1 0,0-25 16,0 25-16,0-25 0,0 25 0,0-25 0,0 25 15,0-25-15,0 24 0,0 1 0,0-25 0,0 25 0,-25-25 0,25 25 16,0-25-16,0 25 0,0-25 0,0 24 0,0 1 0,0-25 15,0 25-15,0-25 0,0 25 0,0-25 16,0 25-16,0-25 0,0 24 0,0-24 16,-24 25-16,24 0 0,0-25 0,0 25 0,0-25 0,0 25 0,0-25 15,0 24-15,0-24 0,0 25 0,0 0 0,0-25 0,0 25 0,0 0 16,0-25-16,0 24 0,0-24 0,0 25 0,0 0 0,0-25 31,0 25-31,0-25 0,0 25 0,0-25 0,0 25 0,0-25 16,0 24-16,0-24 0,0 25 0,0-25 0,0 25 0,0-25 0,0 25 15,0-25-15,0 25 0,0-1 0,0-24 0,-25 25 0,25-25 0,0 25 16,0 0-16,0-25 0,0 25 0,0-25 0,0 0 0,0 24 15,0-24-15,0 25 0,0-25 0,0 0 0,0 25 0,0-25 16,0 25-16,0-25 16,0 0-16,0 25 0,0-25 0,0 24 0,0-24 0,0 0 0,0 25 15,-25-25-15,25 25 0,0-25 0,0 25 0,0-25 0,0 25 16,0-25-16,0 0 0,0 24 0,0-24 0,0 25 0,0-25 0,0 0 15,0 25-15,0-25 0,0 25 0,0-25 16,-25 25-16,25-25 0,0 0 16,0 24-16,0-24 0,0 25 0,0-25 0,0 25 0,0-25 0,0 25 0,0-25 15,0 25-15,0-25 0,0 24 0,0-24 0,0 0 0,0 25 16,0-25-16,-25 25 0,25-25 0,0 25 0,0-25 0,0 0 15,0 25-15,0-25 16,0 24-16,0-24 0,0 25 0,0-25 0,0 25 0,0-25 16,-24 25-16,24-25 0,0 25 0,0-25 0,0 25 0,0-25 0,0 24 15,0-24-15,0 0 0,0 25 0,0-25 0,0 25 0,0-25 16,0 0-16,-25 25 15,25-25-15,0 0 0,0 0 0,0 25 0,0-25 0,0 24 16,0-24-16,0 0 0,0 25 0,-25-25 0,25 0 0,0 25 0,0-25 0,0 0 16,0 25-16,0-25 0,0 0 0,0 25 0,0-25 0,0 0 15,0 0 1,-25 24-16,25-24 0,0 0 0,0 0 0,0 25 0,0-25 0,0 0 15,0 0-15,0 0 0,0 0 0,0 25 0,0-25 0,0 0 0,0 0 16,0 25-16,0-25 0,0 0 0,0 0 0,0 25 0,-25-25 16,25 0-16,0 0 0,0 0 0,0 24 0,0-24 0,0 0 15,0 0-15,0 0 16,0 0-16,0 0 0,0 0 0,0 25 0,0-25 0,0 0 15,0 0-15,0 0 0,0 0 0,0 25 0,0-25 0,0 0 0,0 0 0,0 0 16,-24 25-16,24-25 0,0 0 0,0 0 0,0 25 0,0-25 16,0 0-16,0 0 15,0 0-15,0 24 0,0-24 0,0 0 0,0 0 0,0 0 16,0 0-16,0 25 0,0-25 0,0 0 0,0 0 0,0 0 0,0 0 15,0 0-15,0 0 0,24 0 0,-24 0 0,0 25 0,0-25 16,0 0-16,0 0 16,0 0-16,0 0 0,0 25 0,0-25 0,0 0 0,0 0 0,0 0 15,0 25-15,0-25 0,0 0 0,0 0 0,0 24 0,0-24 0,0 0 16,0 0-16,0 0 0,0 25 0,0-25 0,0 0 15,0 0-15,0 0 0,0 0 0,25 0 0,-25 0 0,0 0 16,0 0-16,0 0 0,0 0 0,0 0 0,0 0 0,0 0 16,0 0-16,0 0 0,0 0 0,0 0 0,0 0 15,0 0-15,0 0 0,0 0 0,0 0 16,0 0-16,0 0 0,0 0 0,25 0 15,-25 0-15,0 0 0,0-25 0,25 25 0,-25 0 0,25 0 0,-25 0 16,24 0-16,-24-24 0,25 24 0,0 0 0,-25 0 0,25 0 0,0-25 16,-1 25-1,1 0-15,0 0 0,0 0 0,0 0 0,-1 0 0,1 0 0,0 0 16,0 0-16,0 0 0,-1 0 0,1 0 0,0 0 0,-25 0 0,25 0 15,-25 0-15,0 0 0,0 0 0,0 0 0</inkml:trace>
  <inkml:trace contextRef="#ctx0" brushRef="#br0" timeOffset="37344.136">25623 5879 0,'0'0'0,"0"0"15,0 0-15,0 0 0,0 0 0,0 0 0,0 0 0,0 0 16,0 0-16,0 0 0,0 0 0,0 0 0,0 0 0,0 0 0,0 0 15,0 0-15,0 0 0,0 0 0,0 0 0,0 0 0,0 0 16,0 0-16,0 0 16,0 0-16,0 0 0,0 0 0,0 0 0,0 0 0,0 0 15,0 0-15,0 0 0,0 0 0,0 0 0,0 0 0,0 0 0,0 0 0,0 0 16,0 0-16,0 0 0,0 0 0,0 0 0,0 0 16,0 0-16,0 0 0,0 0 15,0 0-15,0 0 0,0 0 0,0 0 0,0 0 0,0 0 16,0 0-16,0 0 0,0 0 0,0 0 0,0 0 0,0 0 15,0 0-15,0 0 0,0 0 0,0 0 0,0 0 0,0 0 0,0 0 16,0 0-16,0 0 0,0 0 0,0 0 0,0 0 0,0 0 31,25 0-31,-25 0 0,0 0 0,0 0 0,0-25 0,0 25 0,0 0 0,0 0 16,0 0-16,0 0 0,0 0 0,25 0 0,-25 0 0,0 0 0,0 0 15,0 0-15,25 0 0,-25 0 0,0 0 0,0-25 0,0 25 16,0 0-16,24 0 0,-24 0 16,0 0-16,0 0 0,0 0 0,0 0 0,0 0 0,0 0 15,0 0-15,25 0 0,-25 0 0,0 0 0,0 0 0,0 0 16,0 0-16,0 0 0,0 0 0,0 0 0,0 0 0,0 0 0,0 0 15,0 0-15,0 0 0,0 0 0,0 0 16,0 0-16,0 0 0,25 0 0,-25 0 16,0 0-16,0 0 0,0 0 0,0 0 0,0 0 0,0 0 0,25 0 0,-25 0 15,0 0-15,0 0 0,0 0 0,0 0 0,0 0 16,0 0-16,0 0 15,0 0-15,25 0 0,-25-25 0,0 25 0,0 0 0,0 0 16,0 0-16,24 0 0,-24 0 0,0 0 0,0 0 0,0 0 0,0 0 16,0 0-16,0 0 0,0 0 0,0 0 0,0 0 0,0 0 0,25 0 15,-25 0-15,0 0 0,0 0 0,0 0 0,0 0 0,0 0 16,0 0-1,0 0-15,0 0 0,0 0 0,25 0 0,-25 0 0,0 0 0,0 0 16,0 0-16,0 0 0,0 0 0,0 0 0,0 0 0,0 0 0,0 0 0,25 0 31,-25 0-31,0 0 0,0 0 0,0 0 0,0 0 16,0 0-16,0 0 0,0 0 0,0 0 0,0 0 0,25 0 0,-25 0 15,0 0-15,0 0 0,0 0 0,0 0 0,0 0 0,0 0 0,0 0 0,0 0 16,0 0-16,0 0 0,0 0 0,0 0 0,0 0 0,25 0 0,-25 0 16,0 0-16,0 0 0,0-25 0,0 25 15,0 0-15,0 0 0,0 0 16,0 0-16,0 0 0,0 0 0,0 0 0,0 0 0,0 25 0,0-25 0,0 0 15,24 0-15,-24 0 0,0 0 0,0 0 0,0 0 0,0 0 16,0 0-16,0 0 0,0 0 0,0 0 16,0 0-16,0 0 0,25 0 0,-25 0 15,0 0-15,0 0 0,0 0 0,0 0 0,0 0 0,0 0 0,0 0 16,0 0-16,0 0 0,0 0 0,0 0 0,0 0 0,0 0 0,0 0 15,0 0-15,0 0 0,0 0 0,0 0 0,25 0 0,-25 0 16,0 0 0,0 0-16,0 0 0,0 0 0,0 0 0,0 0 0,0 0 0,0 0 15,0 25-15,0-25 0,0 0 0,0 0 0,0 0 0,0 0 0,0 0 16,0 0-16,0 0 0,0 0 0,0 0 0,0 0 0,0 0 15,0 0-15,0 0 16,0 0-16,0 25 0,0-25 0,0 0 0,0 0 0,0 0 0,0 0 16,0 0-16,-25 0 0,25 0 0,0 0 0,0 0 0,0 0 0,0 25 15,0-25-15,0 0 0,0 0 0,0 0 0,0 0 16,0 0-1,0 0-15,0 0 0,0 25 0,0-25 16,0 0-16,0 0 0,-25 0 0,25 0 0,0 0 0,0 0 0,0 0 0,0 0 0,0 0 0,0 0 0,0 0 16,0 0-16,0 0 0,0 0 0,-24 24 0,24-24 0,0 0 15,0 0-15,0 0 0,0 0 0,0 0 0,0 0 0,0 0 16,0 0-1,0 0-15,0 0 0,-25 0 0,25 0 0,0 0 0,0 0 0,0 0 16,0 0-16,0 0 0,0 0 0,0 0 0,-25 0 0,25 0 0,0 0 0,0 0 16,0 0-16,0 0 0,0 0 0,0 0 0,-25 0 15,25 0-15,0 0 16,0 0-16,0 0 0,0 25 0,0-25 0,0 0 0,-25 0 15,25 0-15,0 0 0,0 0 0,0 0 0,0 0 0,0 0 0,0 0 0,-25 0 16,25 0-16,0 0 0,0 0 0,0 0 0,0 0 0,-24 0 16,24 0-16,0 0 0,0 0 0,0 0 0,0 0 15,0 0-15,0 0 0,-25 25 16,25-25-16,0 0 0,0 0 0,0 0 0,0 0 0,0 0 0,0 0 15,0 0-15,-25 0 0,25 0 0,0 0 0,0 0 0,0 0 0,0 0 16,0 0-16,0 0 0,-25 25 0,25-25 0,0 0 16,0 0-16,0 0 15,0 0-15,0 0 0,-25 0 0,25 0 0,0 0 0,0 0 16,0 0-16,0 0 0,0 0 0,0 0 0,0 0 0,0 0 0,0 0 0,0 0 15,0 0-15,-24 25 0,24-25 0,0 0 0,0 0 0,0 0 16,0 0 0,0 0-16,0 0 0,0 0 0,0 0 0,0 0 0,0 0 0,0 0 0,0 0 15,0 0-15,0 0 0,0 0 0,0 0 0,0 0 0,0 0 16,0 0-16,0 0 0,0 0 0,0 0 0,0 0 0,0 0 15,0 0-15,0 0 0,0 0 0,0 0 0,0 0 0,0 0 16,0 0-16,0 0 0,0 0 0,0 0 0,0 0 16,0 0-16,0 0 15,0 0-15,0 0 0,0 0 0,0 0 16,0 0-16,0 0 0,0 0 0,0 0 0,0 0 0,0 0 0,0 0 0,0 0 15,0 0-15,0 0 0,0 0 0,0 0 0,0 0 0,0 0 0,0 0 0,0 0 16,0 0-16,0 0 0,0 0 0,0 0 0,0 0 0,0 0 16,0 0-16,0 0 15,0 0-15,0 0 0,0 0 0,0 0 0,0 0 0,0 0 16,0 0-16,0 0 0,24 0 0,-24 0 0,0 0 0,0 0 0,0 0 15,0 0-15,0 0 0,25 0 0,-25 0 0,0 0 0,0 0 16,0 0-16,25 0 0,-25 0 0,0 0 16,0 0-16,0 0 0,25 0 0,-25 0 15,0 0-15,0 0 0,0 0 0,25 0 0,-25 0 0,0 0 0,0 0 16,0 0-16,0 0 0,24 0 0,-24 0 0,0 0 0,0 0 15,0 0-15,0 0 0,0 0 0,0 0 0,25 0 0,-25 0 16,0 0-16,0 0 16,0 0-16,0 0 0,0 0 0,0 0 0,0 0 0,25 0 0,-25 0 0,0 0 0,0 0 15,0 0-15,0 0 0,25 0 0,-25 0 0,0 0 16,0 0-16,0 0 0,0 0 0,0 0 0,25 0 15,-25 0-15,0 0 0,0 0 16,0 0-16,0 0 0,0 0 0,0 0 0,0 0 0,0 0 0,0 0 16,0 0-16,25 0 0,-25 0 0,0 0 0,0 0 0,0 0 0,0 0 15,0 0-15,0 0 0,0 0 0,0 0 0,24 0 16,-24 0-16,0 0 15,0 0-15,0 0 0,0 0 0,0 24 0,25-24 0,-25 0 0,0 0 16,0 0-16,0 0 0,0 0 0,0 0 0,0 0 0,25 0 16,-25 0-16,0 0 0,0 0 0,0 0 0,0 0 0,0 0 0,0 0 15,25 0-15,-25 0 0,0 0 0,0 0 0,0 0 16,0 0-16,0 0 15,0 0-15,0 0 0,0 0 0,0 0 0,0 0 0,0 0 0,0 0 16,0 0-16,0 0 0,0 0 0,0 0 0,0 0 0,25 0 0,-25 25 16,0-25-16,0 0 0,0 0 0,0 0 0,0 0 0,0 0 15,0 0-15,0 0 0,0 0 0,0 0 16,0 0-16,0 0 0,0 0 0,0 0 0,0 0 0,0 0 15,0 25-15,0-25 0,0 0 0,0 0 0,0 0 0,24 0 16,-24 0-16,0 0 16,0 0-16,0 0 0,0 0 0,0 0 0,0 0 0,0 0 0,0 0 0,0 0 15,0 0-15,0 0 0,0 0 0,0 25 0,0-25 0,0 0 16,0 0-16,0 0 0,0 0 0,0 0 0,0 0 15,0 0-15,0 25 0,0-25 16,0 0-16,0 0 0,0 0 0,0 0 0,0 0 0,-24 0 0,24 0 0,0 0 16,0 0-16,0 0 0,0 24 0,0-24 0,0 0 0,0 0 15,0 0-15,0 0 0,0 0 0,-25 25 0,25-25 0,0 0 16,0 0-1,0 0-15,0 0 0,0 0 0,0 0 0,0 25 0,0-25 0,0 0 16,-25 0-16,25 0 0,0 0 0,0 0 0,0 0 0,0 0 0,0 0 16,0 0-16,-25 25 0,25-25 0,0 0 0,0 0 15,0 0-15,0 0 0,0 0 16,0 0-16,0 0 0,0 0 0,0 0 0,0 0 0,0 0 0,-25 0 15,25 0-15,0 0 0,0 0 0,0 0 0,0 0 0,0 0 0,0 0 16,0 0 0,0 0-16,-24 0 0,24 0 0,0 0 0,0 25 0,0-25 0,0 0 0,0 0 0,-25 0 15,25 0-15,0 0 0,0 0 0,0 0 0,0 0 0,0 0 16,-25 0-16,25 0 0,0 0 0,0 0 15,0 0-15,0 0 0,0 0 0,-25 0 16,25 0-16,0 0 0,0 0 0,0 0 0,0 0 0,0 0 0,-25 0 0,25 0 0,0 0 16,0 0-16,0 0 0,0 0 0,-25 0 0,25 0 15,0 24-15,0-24 0,0 0 0,0 0 0,0 0 16,-24 0-16,24 0 0,0 0 15,0 0-15,0 0 0,0 0 0,0 0 0,0 0 0,0 0 0,0 0 16,0 0-16,0 0 0,0 0 0,0 0 0,0 0 0,0 0 0,0 0 16,-25 0-16,25 0 0,0 0 0,0 0 0,0 0 15,0 0-15,0 0 16,0-24-16,0 24 0,0 0 0,-25 0 0,25 0 0,0 0 0,0 0 15,0 0-15,0 0 0,0 0 0,0 0 0,-25 0 0,25 0 0,0 0 16,0 0-16,0 0 0,0 0 0,0 0 0,0 0 0,0 0 16,0 0-16,0 0 0,0 0 0,0 0 15,0 0-15,0 0 0,0 0 0,0 0 16,25 0-16,-25 0 0,0 0 0,0-25 0,25 25 0,-25 0 15,0 0-15</inkml:trace>
  <inkml:trace contextRef="#ctx0" brushRef="#br0" timeOffset="42914.4546">2505 7615 0,'0'0'16,"0"0"-16,0 0 0,0 0 0,0 0 0,0 0 15,0 0-15,-25 0 16,25 0-16,0 0 0,0 0 0,0 0 0,0 0 0,0 0 0,0 0 16,0 0-16,0 0 0,0 0 0,0 0 0,0 0 15,0 0-15,0 0 0,0 0 0,0-25 0,0 25 0,-24 0 0,24 0 0,0 0 16,0 0-16,0 0 0,0 0 0,0 0 0,0 0 0,0 0 15,0 0-15,0 0 0,0 0 0,0 0 0,0 0 0,0 0 16,0 0 0,0 0-16,0 0 0,0 0 0,0 0 0,0 0 0,0 0 0,0 0 15,0 0-15,0 0 0,0 0 0,0 0 0,0 0 0,0 0 0,24 0 0,-24 0 16,0 0-16,0 0 0,0 0 0,0 0 0,0 0 0,25 0 15,-25 0 1,0 0-16,0-25 0,25 25 0,-25 0 0,0 0 0,25 0 0,-25 0 16,0 0-16,25 0 0,-25 0 0,24 0 0,-24 0 0,25 0 0,-25 0 15,0 0-15,25 0 0,-25 0 0,25 0 0,-25 0 0,0 0 0,25 0 16,-25 0-1,25 0-15,-25 0 0,24 0 0,-24 0 0,0 0 0,25 0 0,-25 0 16,25 0-16,-25 0 0,0 0 0,25 0 0,-25 0 0,0 0 16,0-24-16,0 24 0,0 0 0,0 0 0,0 0 0</inkml:trace>
  <inkml:trace contextRef="#ctx0" brushRef="#br0" timeOffset="43359.48">2654 7417 0,'-25'0'0,"25"0"0,0 0 16,0 0-16,0 0 0,0 0 0,0 0 0,-25 0 0,25 0 15,0 0-15,0 0 0,0 0 0,0 0 0,0 0 0,0 0 0,0 0 16,0 0-16,0 0 0,0 0 0,0 0 0,0 0 0,0 0 16,0 0-16,0 0 0,0 0 0,0 0 0,0 24 0,0-24 15,0 0 1,0 0-16,0 25 0,0-25 0,0 25 0,0-25 0,0 25 0,0-25 0,0 25 15,0-25-15,0 24 0,0-24 0,0 25 0,0-25 0,0 25 0,0-25 16,0 25-16,0 0 0,0-25 0,-24 24 0,24-24 0,0 25 16,0-25-1,0 25-15,0-25 0,0 25 0,0-25 0,0 25 0,0-25 0,0 0 0,0 24 0,0-24 16,0 0-16,0 0 0,0 25 0,0-25 0,0 0 0,0 0 15,0-25-15,0 25 0,24 0 16,-24 0-16,0 0 0</inkml:trace>
  <inkml:trace contextRef="#ctx0" brushRef="#br0" timeOffset="43941.5133">2902 7342 0,'0'0'0,"0"0"0,0 0 15,0 0-15,0-25 0,0 25 0,0 0 0,0 0 0,-25 0 16,25 0-16,0 0 0,0 0 0,0 0 0,0 0 0,0 0 15,0 0 63,0 0-78,0 0 0,0 0 0,0 0 0,0 0 0,0 0 0,0 0 0,0 0 0,0 0 0,0 0 0,0 0 0,0 0 0,0 0 0,0 0 0,0 0 0,0 0 0,0 0 0,0 0 0,0 0 0,0 0 0,0 0 0,0 0 0,0 0 0,0 0 0,0 0 16,0 0-16,0 0 0,0 0 0,0 0 0,0 0 0,0 0 0,0 0 0,0 0 0,0 0 0,0 0 0,0 0 16,0 0-16,0 0 0,0 0 0,0 0 0,0 0 0,25 0 0,-25 0 15,0 25-15,0-25 16,0 0-16,0 0 0,0 0 0,0 0 0,0 0 0,0 0 15,25 0-15,-25 0 0,0 0 0,0 0 0,0 25 0,25-25 0,-25 0 16,0 0-16,0 0 0,25 0 0,-25 0 0,0 0 0,24 0 0,-24 25 16,25-25-16,-25 0 0,25 0 0,-25 0 0,0 0 15,25 0-15,-25 25 0,25-25 16,-25 0-16,0 0 0,24 0 0,-24 0 0,0 0 0,25 0 15,-25 24-15,0-24 0,0 0 0,0 0 0,25 0 0,-25 0 0,0 25 16,0-25-16,0 0 0,0 25 0,0-25 0,0 25 0,0-25 16,0 25-16,0-1 0,0-24 15,-25 25-15,25-25 0,0 25 0,0 0 0,0-25 0,-25 25 16,25-1-16,0-24 0,0 25 0,-24-25 0,24 25 0,0 0 0,-25-25 15,25 0-15,0 25 0,-25-25 0,25 0 0,-25 24 0,25-24 16,0 0-16,-25 0 16,25 0-16,0-24 0,-24 24 0,24 0 0,0-25 0</inkml:trace>
  <inkml:trace contextRef="#ctx0" brushRef="#br0" timeOffset="53480.0589">4217 7342 0,'0'0'15,"0"0"-15,0 0 0,0 0 16,0 0-16,0 0 0,0 0 0,0-25 0,0 25 15,0 0-15,0 0 0,0 0 0,0 0 0,0 0 0,0 0 0,0 0 16,0 0-16,0 0 0,0 0 0,0-24 0,0 24 0,0 0 16,0 0-16,0 0 0,0 0 15,0 0-15,0 0 0,0 0 0,0 0 0,0 0 0,0 0 0,0 0 16,0 0-16,0 0 0,0 24 0,0-24 0,0 0 0,0 0 15,0 0 1,0 25-16,0-25 0,0 0 0,0 25 16,0-25-16,0 25 0,0 0 0,0-25 0,0 24 0,0 1 0,0-25 0,0 25 0,0 0 0,0-25 15,0 25-15,0-1 0,0-24 0,0 25 0,0 0 0,0-25 16,0 25-16,0 0 0,0-25 0,0 24 0,-25 1 0,25-25 0,0 25 15,0-25-15,0 25 16,0-25-16,0 25 0,0-25 0,0 24 0,0-24 16,0 0-16,0 25 0,-25-25 0,25 0 0,0 0 0,0 25 0,0-25 0,0 0 15,0 0-15,0 0 0,0 0 0,0 0 0,0-25 0,0 25 0</inkml:trace>
  <inkml:trace contextRef="#ctx0" brushRef="#br0" timeOffset="53957.0862">4465 7392 0,'0'0'0,"0"0"16,0 0-16,0 0 0,0-25 0,0 25 0,0 0 0,0 0 16,0 0-16,0 0 15,0 0-15,0 0 0,0 0 0,0 0 0,0 0 16,0 0-16,0 0 0,0 0 0,0 0 0,0 0 0,0 0 0,0 0 0,0 0 15,0 0-15,-25 0 0,25 0 0,0 25 0,0-25 0,0 0 16,-25 0-16,25 0 0,0 25 0,0-25 0,-25 0 0,25 0 16,0 24-16,0-24 15,-24 0-15,24 25 0,0-25 0,0 25 0,-25-25 0,25 0 0,0 25 16,0-25-16,-25 25 0,25-25 0,0 0 0,0 24 0,0-24 15,0 0-15,0 0 0,0 0 0,0 25 0,0-25 0,0 0 16,25 0-16,-25 0 16,0 0-16,25 0 0,-25 0 0,24 0 0,-24 0 0,25 0 0,-25 0 0,25 0 15,-25 0-15,25 0 0,0-25 0,-25 25 0,24 0 16,-24 0-16,0 25 0,25-25 0,-25 0 0,0 0 0,25 0 0,-25 0 15,0 0-15,0 25 16,0-25-16,25 0 0,-25 0 0,0 25 0,0-25 0,0 0 0,0 25 16,0-25-16,0 0 0,0 24 0,0-24 0,0 0 0,0 25 0,0-25 15,0 0-15,0 25 0,0-25 16,0 0-16,0 0 0,0 0 0,0 0 0,0 0 0,0 0 0,0 0 15,0 0-15</inkml:trace>
  <inkml:trace contextRef="#ctx0" brushRef="#br0" timeOffset="54501.1173">4738 7268 0,'0'0'0,"0"0"16,0-25-16,0 25 0,0 0 0,0 0 0,0 0 15,0 0-15,0 0 0,0 0 16,0 0-16,0 0 0,0 0 0,0 0 0,0 25 0,0-25 0,0 0 0,0 0 16,0 25-16,0-25 0,0 24 0,0-24 0,0 25 0,0 0 15,0-25-15,0 25 16,0 0-16,0-1 0,0-24 0,0 25 0,0 0 0,0 0 0,0 0 0,0-25 15,0 24-15,0 1 0,0-25 16,0 25-16,0 0 0,0-25 0,0 25 0,-25-25 0,25 24 16,0 1-16,0-25 0,0 25 0,0-25 0,0 0 0,0 25 0,0-25 15,0 0-15,0 25 0,0-25 0,0 0 0,0 0 0,0 24 16,0-24-16,0 0 0,0 0 0,0 0 0,0 0 15,0 0-15,0 0 0,0 0 16,0 0-16,0 0 0,0 0 0,0 0 0,25 0 0,-25 0 0,0-24 16,0 24-16,0 0 0,0-25 0,0 25 0,24-25 0,-24 25 15,0-25-15,25 25 0,-25-25 0,0 25 0,25-24 0,-25-1 16,0 25-1,0-25-15,25 25 0,-25 0 0,0-25 0,25 25 0,-25 0 0,0 0 0,0 0 16,0 0-16,25 0 0,-25 0 0,0 0 0,0 0 0,0 0 0,0 0 16,0 0-16,24 25 0,-24-25 0,0 0 0,0 0 15,0 25-15,0-25 0,0 25 0,0-25 16,0 0-16,0 24 0,0-24 0,25 25 15,-25-25-15,0 0 0,0 25 0,0-25 0,0 25 0,0-25 0,0 0 16,0 25-16,0-25 0,0 0 0,0 24 0,0-24 0,25 0 0,-25 0 16,0 0-16,0 0 0,25 0 0,-25 0 0,0 0 0,25 0 15,-25-24-15,24 24 0,-24 0 16,0-25-16,25 25 0,0-25 0,-25 25 0,25-25 15,-25 25-15</inkml:trace>
  <inkml:trace contextRef="#ctx0" brushRef="#br0" timeOffset="56160.2122">5308 7565 0,'0'0'0,"0"0"0,0 0 15,0-24-15,0 24 0,0 0 0,0 0 0,0 0 0,0 0 16,0 0-16,0-25 0,0 25 0,0 0 0,0 0 0,0 0 0,0-25 16,0 25-16,0 0 0,0 0 0,0 0 0,0 0 0,0-25 15,0 25 1,0 0-16,0 0 0,0 0 0,0 0 0,0 0 0,0 0 0,0 0 15,0 0-15,0 0 0,0 0 0,0 0 0,0 0 0,-25-25 0,25 25 16,0 0-16,0 0 0,0 0 0,0 0 0,0 0 0,0 0 0,0 0 31,0 0-31,-24 0 0,24 0 0,0 0 0,0 0 0,0 0 0,0 0 0,0 0 0,0 0 0,0 0 16,0 0-16,0 0 0,0 0 0,0 0 0,0 0 0,0 0 15,0 0-15,0 0 0,0 0 0,0 0 0,0 0 32,0 0-32,0 0 0,0 0 0,0 0 0,0 0 0,0 0 0,0 0 0,0 0 0,0 0 0,0 0 0,0 0 15,0 0-15,0 0 0,0 0 0,0 0 0,0 0 0,0 0 16,0 0-16,0 0 15,0 0-15,0 0 0,0 0 0,0 0 0,0 0 0,0 0 16,0 0-16,0 0 0,0 0 0,0 0 0,0 0 0,0 0 0,0 0 0,0 0 16,0 0-16,0 0 0,0 0 0,0 0 0,0 0 15,0 0-15,0 0 16,0 0-16,0 0 0,0 0 0,0 0 0,0 0 0,0 0 15,0 0-15,0 0 0,0 0 0,0 0 0,0 0 0,0 0 0,0 0 16,0 0-16,0 0 0,0 0 0,0 0 0,0 0 0,0 0 0,0 0 16,0 0-16,0 0 0,0 0 0,0 0 0,0 0 15,0 0-15,0 0 16,0 0-16,0 0 0,0 0 0,0 0 0,0 0 0,0 0 0,0 0 15,0 0-15,0 0 0,0 0 0,0 0 0,0 0 0,0 0 0,0 0 16,-25 0-16,25 0 0,0 0 0,0 0 0,0 0 0,0 0 16,0 0-16,0 0 15,0 0-15,0 0 0,0 0 0,0 0 0,0 0 0,0 0 16,0 0-16,-25 0 0,25 0 0,0 0 0,0 0 0,0 0 0,0 0 47,0 0-47,0 0 0,0 25 0,-25-25 0,25 0 0,0 0 0,0 25 0,0-25 31,0 25-31,0-25 0,-25 0 0,25 25 0,0-1 0,0-24 0,0 25 0,0-25 0,0 25 0,0-25 0,0 25 0,0-25 0,0 0 15,0 25-15,0-25 0,0 24 0,0-24 0,0 0 0,0 25 0,25-25 0,-25 0 0,0 0 0,0 25 0,0-25 16,25 0-16,-25 0 0,0 0 0,0 0 0,25 0 0,-25 25 0,0-25 16,0 0-16,25-25 0,-25 25 0,0 0 0,24 0 15,-24 0-15,0 0 0,0 0 16,25-25-16,-25 25 0,0 0 0,25 0 0,-25-25 0,0 25 0,0 0 15,25-24-15,-25 24 0,0 0 0,0-25 0,0 25 0,0-25 16,25 25-16,-25-25 0,0 25 0,0 0 0,0-25 0,0 25 16,0-24-16,0 24 15,0 0-15,0-25 0,0 25 0,0 0 0,0 0 0,0-25 0,0 25 16,0 0-16,0 0 0,0 0 0,0-25 0,0 25 0,0 0 15,0 0-15,0 0 0,0 0 0,0 0 0,0 0 0,0 0 0,0 0 16,0 0-16,0 0 16,0 0-16,0 0 0,0 0 0,0 0 0,0 25 0,0-25 15,0 0-15,0 0 0,0 25 0,0-25 0,0 0 0,0 25 0,0-25 16,-25 24-16,25-24 0,0 25 0,0-25 0,0 25 0,25-25 15,-25 25-15,0-25 0,0 25 16,0-25-16,0 24 0,0-24 0,0 25 0,0-25 16,24 0-16,-24 25 0,0-25 0,0 0 0,0 0 0,0 25 0,25-25 0,-25 0 15,0 0 1,0 0-16,0 0 0,25 0 0,-25 0 0,0 25 0,0-25 0,0-25 15,25 25-15,-25 0 0,0 0 0,0 0 0,0 0 0,0 0 0,25 0 0,-25-25 16,0 25-16,0 0 0,0 0 0,24-25 0,-24 25 0,0 0 16,0-25-16,0 25 15,0-24-15,0 24 0,25-25 0,-25 25 0,0-25 0,0 25 16,0-25-16,0 25 0,0 0 0,0-25 0,0 25 0,0-24 0,0 24 0,0 0 15,0-25-15,0 25 0,0 0 0,0 0 0,0 0 0,0-25 16,0 25-16,0 0 16,0 0-16,0 0 0,0 0 0,0 0 0,0 0 0,0 0 0,0 25 0,0-25 15,0 0-15,0 0 0,0 0 0,0 0 0,0 0 0,0 25 16,0-25-16,0 0 15,0 24-15,0-24 0,0 0 0,0 25 0,0-25 0,0 25 16,0-25-16,0 25 0,0-25 0,25 25 0,-25-1 0,0-24 0,0 25 0,0-25 16,0 25-16,0-25 0,0 25 0,0-25 0,25 25 0,-25-25 15,0 0 1,0 24-16,0-24 0,0 0 0,0 0 0,0 25 0,0-25 0,0 0 0,0 0 15,0 0-15,25-25 0,-25 25 0,0 0 0,0-24 16,0 24-16,0-25 0,0 25 0</inkml:trace>
  <inkml:trace contextRef="#ctx0" brushRef="#br0" timeOffset="56334.222">5730 7243 0,'0'0'0,"-25"0"15,25-25-15,0 25 0,0 0 0,0 0 0,0 0 16,0 0-16,0 0 0,0 0 15,0 0-15,0 0 0,0 0 0,0 0 0,0 0 0,0 0 0,0 0 0,25 0 16,-25-25-16,0 25 0,0 0 0,0 0 0,0 0 16,0 0-16,0 0 0,25 0 0,-25 0 0</inkml:trace>
  <inkml:trace contextRef="#ctx0" brushRef="#br0" timeOffset="56960.2579">6474 7218 0,'0'0'15,"0"0"-15,0 0 16,-25 0-16,25 0 0,0 0 0,0 0 0,0 0 0,0 0 0,0 0 16,0 0-16,0 0 0,0 25 0,0-25 0,0 25 0,0-25 0,0 25 15,0-25-15,0 24 16,0 1-16,0 0 0,0-25 0,0 25 0,0 0 0,0-1 15,0 1-15,0 0 0,0 0 0,0 0 0,0-1 0,0 1 0,0 0 16,0-25-16,-25 25 0,25 0 0,0-1 0,0 1 0,0-25 0,0 25 16,0 0-16,0-25 0,0 25 0,0-25 0,0 24 15,0-24-15,0 25 0,0-25 16,0 0-16,0 25 0,0-25 0,0 0 0,0 0 0,0 0 15,0 0-15,0 25 0,0-25 0,0 0 0,0 0 0,0-25 0,0 25 16,0 0-16,-24 0 0,24-25 0,0 25 0,0 0 0,0-25 16,0 25-1</inkml:trace>
  <inkml:trace contextRef="#ctx0" brushRef="#br0" timeOffset="57136.268">6276 7541 0,'0'0'0,"0"0"0,0 0 16,0 0-16,0-25 0,0 25 0,0 0 0,24 0 15,-24 0 1,0 0-16,0 0 0,25-25 0,-25 25 0,0 0 0,25 0 0,-25 0 0,25-25 0,-25 25 0,25 0 15,-1 0 1,-24 0-16,25-25 0,-25 25 0,25 0 0,0 0 0,-25 0 0,25 0 0,-25 25 0,24-25 16,-24 0-16,25 0 0,-25 0 0,0 25 0,25-25 0,-25 0 15,0 25-15,0-25 0,25 25 16,-25-25-16</inkml:trace>
  <inkml:trace contextRef="#ctx0" brushRef="#br0" timeOffset="57429.2848">6648 7838 0,'0'0'0,"0"0"0,0 0 16,0 0-16,0 0 0,0 0 0,0 0 0,0 0 0,0 0 0,0 0 15,0-25-15,0 25 0,0 0 0,0 0 0,0 0 0,24-24 16,-24 24-16,0 0 0,0-25 0,0 25 0,0 0 16,0-25-16,25 25 0,-25 0 15,0-25-15,0 25 0,0 0 0,0 0 0,0-25 0,25 25 0,-25 0 0,0 0 16,0 0-16,0 0 0,0 0 0,0 0 0,0 0 0,0 0 15,25 0-15,-25 0 0,0 25 0,0-25 0,0 0 16,0 0-16,25 0 0,-25 25 16,0-25-16,0 0 0,0 0 0,0 25 0,0-25 0,24 25 0,-24-25 15,0 0-15,0 24 0,0-24 0,0 0 0,0 25 0,0-25 16,0 25-16,0-25 0,25 0 15,-25 25-15,0-25 0,0 0 0,0 0 0,0 25 0,0-25 16,0 0-16,0 0 16,0 0-16,0 0 0,0 0 0,0 0 0,25 0 0,-25 0 15,0 0-15,0 0 0,25-25 0</inkml:trace>
  <inkml:trace contextRef="#ctx0" brushRef="#br0" timeOffset="58080.322">6970 7615 0,'0'0'0,"0"0"0,0 0 16,0 0-16,-25 0 0,25 0 0,0 0 0,0 0 0,0 0 15,0 0-15,0 0 0,0 0 0,0 0 0,0 0 0,0 0 16,0 0 0,0 0-16,0 0 0,0 25 0,0-25 0,0 0 0,0 0 0,0 25 0,0-25 0,0 24 0,0-24 15,0 0-15,0 25 0,-24-25 0,24 25 0,0 0 16,0-25-16,0 25 0,0-25 0,0 24 0,0-24 0,0 25 15,0-25-15,24 25 16,-24-25-16,0 0 0,0 25 0,0-25 0,0 0 0,0 25 0,0-25 16,0 0-16,0 24 0,0-24 0,0 0 0,0 0 0,25 0 15,-25 0-15,0 25 0,0-25 0,0 0 0,0 0 0,0 0 16,0 0-16,0 0 0,25 0 0,-25 0 0,0 0 15,0 0-15,0 0 0,25 0 16,-25-25-16,0 25 16,0 0-16,25 0 0,-25 0 0,0 0 0,0-24 0,24 24 0,-24 0 0,0 0 0,25-25 0,-25 25 15,0 0-15,0-25 0,0 25 0,25 0 0,-25 0 0,0-25 0,0 25 31,0 0-31,0-25 0,25 25 0,-25 0 0,0 0 0,0-24 0,0 24 0,0 0 0,0-25 0,0 25 16,0 0-16,0 0 0,25-25 0,-25 25 0,0 0 0,0 0 16,0 0-16,0-25 0,0 25 0,0 0 0,0 0 0,0-25 15,0 25 1,0 0-16,0 0 0,-25 0 0,25-24 0,0 24 0,0 0 0,0 0 0,0 0 15,0 0-15,0 0 0,0-25 0,0 25 0,-25 0 0,25 0 0,0 0 16,0 0-16,0 0 0,0 0 0,0 0 0,-25 0 16,25 0-16,0 0 0,0 0 0,0 0 15,0 0-15,0 0 0,0 25 0,0-25 0,0 0 16,0 0-16,-25 0 0,25 24 0,0-24 0,0 25 0,0-25 0,0 0 15,0 25-15,0-25 0,0 25 0,0-25 0,0 25 0,25-25 16,-25 24-16,0-24 0,0 25 0,0-25 0,25 0 0,-25 25 16,0-25-16,0 25 15,0-25-15,25 0 0,-25 25 0,0-25 0,0 24 0,0-24 0,25 0 16,-25 0-16,0 25 0,0-25 0,24 0 0,-24 0 0,0 0 0,0 0 15,25 25-15,-25-25 0,0 0 0,0 0 0,25 0 0,-25 0 32,0 0-32,0-25 0,25 25 0,-25 0 0,0 0 0,0 0 0,25-25 0,-25 25 0,0-24 15,0 24-15,24-25 0,-24 25 0,0-25 0,0 25 0,0-25 0,0 25 16,25-25-16</inkml:trace>
  <inkml:trace contextRef="#ctx0" brushRef="#br0" timeOffset="58502.3461">7367 7665 0,'0'0'0,"0"0"0,0 0 0,0 0 0,0 0 0,0 0 0,0 0 0,0 0 16,0 0-16,0 0 0,0 0 0,0 0 0,0 0 0,0 24 15,0-24 1,0 0-16,0 0 0,0 25 0,0-25 0,0 0 0,25 0 0,-25 25 0,0-25 0,0 0 0,0 25 16,0-25-16,0 25 15,0-25-15,0 0 0,0 24 0,0-24 0,0 0 0,0 25 0,0-25 0,0 0 16,0 25-16,0-25 0,0 0 0,0 0 0,0 0 0,0 25 15,0-25-15,25 0 0,-25 0 0,0 0 16,0 0-16,0 0 0,0 0 0,0 0 16,0 0-16,0 0 0,0 0 0,0 0 0,0 0 0,0 0 15,0-25-15,24 25 0,-24 0 0,0 0 0,0-25 0,25 25 0,-25-25 0,0 25 16,0 0-16,25-24 0,-25 24 0,0 0 0,0-25 15,25 25 1,-25 0-16,0 0 0,0-25 0,25 25 0,-25 0 0,0 0 0,0 0 0,0 0 16,0 0-16,0 0 0,24 0 0,-24 0 0,0 0 0,0 0 0,0 0 15,0 0-15,0 0 0,0 0 0,0 25 0,0-25 0,0 0 16,0 0-16,25 0 15,-25 25-15,0-25 0,0 0 0,0 24 0,0-24 0,0 0 0,0 0 0,0 25 0,0-25 16,0 0-16,0 0 0,25 0 0,-25 25 0,0-25 16,0 0-16,0 0 0,0 0 0,0 0 0,0 0 0,0 0 15,0 0-15,0 0 0,0 0 0,0 0 0,0 0 16,25 0-16,-25 0 0,0 0 0,0 0 0,0-25 15,0 25-15,0 0 0,25-25 0,-25 25 0,0 0 0</inkml:trace>
  <inkml:trace contextRef="#ctx0" brushRef="#br0" timeOffset="58774.3616">7317 7441 0,'0'0'32,"0"0"-32,0 0 0,0-24 0,0 24 0,0 0 0,0 0 0,0-25 0,0 25 0,25 0 0,-25-25 0,0 25 0,0 0 0,0 0 0,0-25 0,25 25 0,-25 0 15,0 0-15,0 0 0,0 0 16,25 0-16,-25 0 0,0 0 0,0 0 0,0 0 15,25 0-15,-25 0 0,0 0 0,0 0 0,0 0 0,24 0 0,-24 0 16,0 0-16,0 25 0,0-25 0,25 0 0,-25 0 0,0 0 16,0 0-16,0 25 15,25-25-15,-25 0 0,0 0 0,0 0 0,0 0 0,0 0 16,0 0-16</inkml:trace>
  <inkml:trace contextRef="#ctx0" brushRef="#br0" timeOffset="58980.3735">7590 7169 0,'0'0'0,"25"0"16,-25 0-16,0 0 0,0 24 0,0-24 0,25 0 0,-25 0 15,0 25-15,0-25 0,0 0 0,25 25 0,-25-25 0,0 0 0,0 25 0,0-25 16,0 0-16,0 25 0,0-25 0,0 0 15,0 24-15,-25-24 0,25 25 16,0-25-16,0 0 0,-25 25 0,25-25 0,-25 0 0,25 25 0,-25-25 0,25 0 16</inkml:trace>
  <inkml:trace contextRef="#ctx0" brushRef="#br0" timeOffset="59146.383">7144 7293 0,'0'0'0,"-25"0"0,25 0 16,0 0-16,0 0 0,0 0 0,0-25 0,0 25 0,0 0 15,0 0-15,0 0 0,0 0 0,0 0 0,0 0 0,0 0 0,0 0 16,0 0-16,0 0 0,25 0 0,-25 0 0,0 0 0,0 0 16,0 0-16</inkml:trace>
  <inkml:trace contextRef="#ctx0" brushRef="#br0" timeOffset="64793.706">8781 7466 0,'0'0'0,"0"0"16,0-25-16,0 25 0,0 0 0,0 0 0,0 0 0,0 0 15,0 0-15,0 0 16,0 0-16,0 0 0,0 0 0,0 0 0,0 0 0,0 0 15,0 0-15,0 0 0,0 0 0,0 0 0,0 0 0,0 25 0,0-25 16,0 0-16,0 0 0,0 25 0,0-25 0,0 25 0,0 0 0,0-25 16,0 24-16,0 1 15,0-25-15,0 25 0,0 0 0,0 0 0,0-25 0,0 24 16,0 1-16,-25 0 0,25 0 0,0-25 0,0 25 0,0-1 0,0 1 15,-25-25-15,25 25 0,0 0 0,0-25 16,0 25-16,0-25 0,0 24 0,0-24 0,0 25 0,0-25 0,-25 25 16,25-25-16,0 0 0,0 25 0,0-25 0,0 0 0,0 0 15,0 0 1,0 25-16,0-25 0,0 0 0,0 0 0,0 0 0,0 0 15,0 0-15,0 0 0</inkml:trace>
  <inkml:trace contextRef="#ctx0" brushRef="#br0" timeOffset="64987.7171">8657 7739 0,'0'0'16,"0"0"-16,0 0 16,0-25-16,0 25 0,0 0 0,0 0 0,25 0 0,-25 0 0,0-25 15,24 25-15,-24 0 0,0 0 0,25 0 0,-25-24 0,25 24 0,-25 0 0,25 0 16,-25 0-16,25 0 0,-1 0 0,-24 0 0,25 0 15,-25 0-15,0 0 16,25 0-16,-25 0 0,25 0 0,-25 0 0,0 0 0,0 0 0</inkml:trace>
  <inkml:trace contextRef="#ctx0" brushRef="#br0" timeOffset="66315.7927">8830 7888 0,'0'0'0,"0"-25"16,0 25-16,0 0 0,0 0 0,0 0 0,0 0 0,25 0 15,-25-25-15,0 25 0,0 0 0,25-25 0,-25 25 0,0 0 0,25-24 16,-25 24-16,25-25 0,-25 25 0,24-25 0,-24 25 0,25-25 0,-25 25 16,25-25-16,0 1 0,-25 24 0,25-25 0,-25 25 15,25-25 1,-25 0-16,24 25 0,-24-25 0,25 25 0,-25-24 0,0 24 0,25-25 0,-25 25 0,0 0 0,25-25 15,-25 25-15,0-25 0,0 25 0,0 0 0,0-25 32,0 25-32,0 0 0,0-24 0,0 24 0,0 0 0,0 0 0,0-25 0,0 25 0,0 0 0,0 0 15,-25-25-15,25 25 0,0 0 0,0 0 0,0 0 0,0 0 0,-25-25 16,25 25-16,0 0 0,0 0 0,0 0 0,0 0 15,0 0-15,0 0 0,-25 25 0,25-25 0,0 0 16,0 0-16,0 0 0,0 25 16,0-25-16,0 0 0,0 25 0,-24-25 0,24 24 0,0-24 0,0 25 15,0-25-15,0 25 0,0-25 0,0 25 0,0 0 0,0-25 0,0 24 16,0 1-16,-25-25 0,25 25 0,0 0 0,0-25 15,0 25-15,0-1 16,0-24-16,0 25 0,0 0 0,0-25 0,0 25 0,-25 0 16,25-25-16,0 24 0,0 1 0,0-25 0,0 25 0,0-25 0,0 0 15,0 25-15,0-25 0,0 0 0,0 25 0,0-25 0,0 0 0,0 0 16,0 0-16,0 0 0,0 0 0,0 0 0,0 0 15,0 0-15,0 0 0,0 0 0,0 0 0,0 0 16,0 0-16,25 0 0,-25 0 16,0 0-16,0-25 0,25 25 0,-25 0 0,0-25 0,24 25 0,-24-25 15,0 25-15,25-25 0,-25 25 0,0 0 0,25-24 16,-25 24-16,25-25 0,-25 25 0,0 0 0,0 0 0,25-25 0,-25 25 15,0 0-15,0 0 0,0 0 0,0 0 0,0 0 16,0 0-16,0 0 0,0 0 0,0 0 0,0 0 0,0 0 16,0 0-16,0 0 0,0 0 0,0 25 0,0-25 0,0 0 15,0 25 1,0-25-16,0 24 0,0-24 0,0 25 0,0-25 0,0 25 0,0-25 0,0 25 31,0-25-31,0 25 0,0-25 0,0 0 0,0 24 0,0-24 0,24 25 0,-24-25 0,0 0 0,0 0 0,0 0 0,0 25 16,25-25-16,-25 0 0,0 0 15,0 0-15,25 0 0,-25 0 0,0 0 0,25 0 0,-25 0 0,25-25 16,-25 25-16,24 0 0,-24 0 0,25-25 0,0 25 0,-25 0 0,25-24 15,-25 24-15,25 0 0,-1-25 0,-24 25 0,25 0 16,-25-25-16,25 25 0,-25-25 16,0 25-16,25 0 0,-25-25 0,0 25 0,0 0 0,0-24 0,25 24 15,-25 0-15,0-25 0,0 25 0,0 0 0,0-25 0,0 25 16,0 0-16,0-25 0,-25 25 0,25 0 0,0-25 15,0 25-15,0 0 0,0-24 0,0 24 0,0 0 0,0 0 16,0 0-16,0 0 16,0 0-16,0 0 0,0 0 0,0 0 0,0 0 0,0 0 0,0 0 15,0 0-15,0 0 0,0 0 0,0 24 0,0-24 0,0 0 0,0 25 16,-25-25-16,25 25 0,0-25 0,0 25 0,0-25 15,0 25-15,0-25 16,0 24-16,0-24 0,25 25 0,-25-25 0,0 25 0,0-25 0,0 25 0,0-25 0,0 0 0,0 25 16,0-25-16,0 24 0,25-24 0,-25 0 0,0 25 15,0-25-15,0 0 16,0 0-16,24 25 0,-24-25 0,0 0 0,0 0 0,25 0 0,-25 0 0,0 0 15,25 0-15,-25 0 0,0 0 0,25 0 0,-25 0 0,25 0 16,-25-25-16,0 25 0,24 0 0,-24 0 0,25 0 0,-25-25 16,0 25-16,25 0 15,-25 0-15,0 0 0,0 0 0,0-24 0,25 24 0,-25 0 0,0 0 16,0 0-16,0 0 0,0-25 0,25 25 0,-25 0 0,0 0 0,0 0 15,0 0-15,0-25 0,0 25 0,0 0 0,24 0 16,-24 0-16,0 0 16,0-25-16,0 25 0,0 0 0,0 0 0,0 0 0,0 0 0,0 0 15,0 0-15,0 0 0,0 0 0,0 0 0,0 0 0,0 0 0,0 0 31,0 0-31,0 0 0,0 0 0,0 0 0,0 0 0,0 0 0,0 0 0,0 0 0,0 25 0,0-25 0,0 0 16,0 0-16,0 25 0,0-25 0,0 0 0,0 25 0,0-25 16,0 24-16,0-24 15,0 0-15,0 25 0,0-25 0,0 25 0,0-25 0,0 25 0,25-25 16,-25 0-16,0 25 0,0-25 0,0 0 0,0 25 0,25-25 0,-25 0 15,0 0-15,25 0 0,-25 0 0,0 0 0,0 0 32,25 0-32,-25 0 0,24 0 0,-24 0 0,0-25 0,25 25 0,-25 0 0,0-25 0,25 25 0,-25-25 0,0 25 15,0 0-15,25-25 0,-25 25 16,0-25-16,0 25 0,0-24 0,0 24 0,0-25 0,0 25 15,0 0-15,0-25 0,0 25 0,0 0 0,0-25 0,-25 25 16,25 0-16,0 0 0,0 0 0,0-25 0,0 25 0,0 0 0,0 0 16,0 0-16,0-24 0,-25 24 0,25 0 0,0 0 15,0 0-15,0-25 16,0 25-16,-25 0 0,25 0 0,0 0 0,0 0 0,0-25 0,0 25 0,0 0 0,-24 0 16,24 0-1,0 0-15,0 0 0,0 0 0,0 0 0,0 0 0,0 25 0,0-25 16,0 0-16,0 0 0,0 25 0,0-25 0,0 0 0,0 0 0</inkml:trace>
  <inkml:trace contextRef="#ctx0" brushRef="#br0" timeOffset="67087.8372">10840 7888 0,'0'0'0,"0"0"16,0 0-16,0 0 0,0 0 0,24 0 0,-24 0 0,0-25 0,0 25 16,25 0-16,-25 0 0,0-25 0,25 25 0,-25 0 0,25-25 15,-25 25-15,25-24 0,-25 24 16,24-25-16,1 25 0,-25-25 0,25 25 0,0-25 0,-25 0 0,25 1 0,-1 24 15,-24-25-15,25 0 0,-25 25 0,25-25 0,-25 0 16,25 1 0,-25 24-16,25-25 0,-25 0 0,0 25 0,0-25 0,0 25 0,0-25 15,0 25-15,0-24 0,0 24 0,0-25 0,0 25 0,0-25 0,0 25 16,-25 0-1,25-25-15,0 25 0,0 0 0,0 0 0,-25 0 0,25-25 0,0 25 0,0 0 0,-25 0 0,25 0 16,0 0-16,0 0 0,-25 0 0,25 0 0,0 0 0,0 0 0,0 0 16,-24 25-16,24-25 0,0 0 15,0 25-15,0-25 0,0 0 0,0 25 0,0-25 16,0 25-16,0-1 0,0-24 0,0 25 0,0 0 0,0-25 15,-25 25-15,25 0 0,0-1 0,0-24 0,0 25 0,0 0 0,0 0 16,0 0-16,0-1 0,0-24 0,0 25 0,0 0 0,0 0 16,0-25-1,-25 25-15,25-1 0,0-24 0,0 25 0,0 0 0,0-25 0,0 0 16,0 25-16,0-25 0,0 25 0,0-25 0,0 0 0,0 24 0,0-24 15,0 0-15,0 0 0,0 0 0,0 0 0,0 0 0,0 0 16,0 0 0,0 0-16,0 0 0,0 0 0,25 0 0,-25 0 0,0 0 0,0 0 15,25-24-15,-25 24 0,24 0 0,-24-25 0,25 25 0,-25-25 0,0 25 0,25 0 16,-25-25-16,25 25 0,-25 0 0,0-25 0,25 25 0,-25 0 15,0 0-15,0 0 16,25 0-16,-25 0 0,0 0 0,0 0 0,0 0 0,0 0 16,0 0-16,0 0 0,0 25 0,0-25 0,0 0 0,0 25 0,0-25 15,0 0-15,0 25 0,0-25 0,0 25 0,0-25 0,0 0 16,0 24-16,0-24 0,0 25 0,0-25 0,0 25 0,0-25 15,24 0-15,-24 25 0,0-25 0,0 0 0,0 25 16,25-25-16,-25 0 0,0 0 0,25 0 16,-25 0-1,0 0-15,25 0 16,-25 0-16,25 0 0,-1 0 0,-24 0 0,25-25 0,0 25 0</inkml:trace>
  <inkml:trace contextRef="#ctx0" brushRef="#br0" timeOffset="67575.8651">11633 7838 0,'0'0'0,"0"0"15,0-25-15,0 25 0,0 0 16,0-24-16,-24 24 0,24 0 0,0-25 0,0 25 0,0 0 0,0-25 0,0 25 15,-25 0-15,25-25 0,0 25 0,0 0 0,0 0 16,-25-25-16,25 25 0,0 0 0,0 0 0,-25 0 0,25 0 16,0 0-16,0 0 15,0 0-15,-25 25 0,25-25 0,0 0 0,0 25 0,-24-25 16,24 0-16,0 25 0,0-25 0,0 25 0,0-25 0,-25 24 0,25-24 15,0 25-15,0-25 0,0 25 0,0-25 0,0 25 0,0-25 16,0 25-16,0-25 0,0 24 0,0-24 0,0 0 0,25 25 16,-25-25-16,0 0 0,0 25 0,0-25 0,0 0 15,24 0-15,-24 0 16,0 0-16,0 25 0,25-25 0,-25 0 0,0 0 0,0 0 0,25 0 15,-25 0-15,0-25 0,25 25 0,-25 0 0,0 0 0,25 0 0,-25 0 0,0-25 32,24 25-32,-24 0 0,0-25 0,25 25 0,-25 0 0,0-24 0,0 24 15,25-25-15,-25 25 0,0-25 0,0 25 0,0 0 0,25-25 0,-25 25 0,0-25 0,0 25 16,0 0-16,0-24 15,0 24-15,0 0 0,0 0 0,0 0 0,0 0 0,0 0 0,0 0 0,0 0 16,0 0-16,0 0 0,0 0 0,0 0 0,0 0 0,-25 0 16,25 24-16,0-24 0,0 0 0,0 0 0,0 25 15,0-25-15,0 25 0,0-25 0,0 0 16,0 25-16,0-25 0,-25 25 0,25-25 0,0 0 0,0 24 15,0-24-15,0 25 0,25-25 0,-25 0 0,0 25 0,0-25 0,0 0 16,0 0-16,25 25 0,-25-25 0,0 0 0,25 0 16,-25 0-16,0 0 0,24 0 0,-24 0 15,0 0-15,25 0 0,-25-25 0,25 25 16,-25 0-16,0 0 0,25-25 0,-25 25 0,0 0 0,0-25 0,25 25 15,-25-24-15,0 24 0</inkml:trace>
  <inkml:trace contextRef="#ctx0" brushRef="#br0" timeOffset="68419.9131">11881 7789 0,'0'-25'0,"0"25"0,0 0 0,0 0 0,0 0 15,0 0-15,0 0 0,0 0 0,0 0 0,0 0 16,0 0-16,0 0 0,0 0 15,0 25-15,0-25 0,0 0 0,0 24 0,0-24 0,0 0 16,0 25-16,0-25 0,0 0 0,0 25 0,0-25 0,0 0 0,0 25 16,0-25-16,0 0 15,0 25-15,0-25 0,0 0 0,0 24 0,0-24 0,0 0 0,0 0 0,0 0 16,0 25-16,0-25 0,0 0 0,0 0 0,0 0 0,0 0 0,0 0 15,0 0 1,0 0-16,0 0 0,0 0 0,0 0 0,25 0 0,-25-25 0,0 25 16,0 0-16,0 0 0,0-24 0,25 24 0,-25 0 0,0-25 0,0 25 15,25-25-15,-25 25 0,0-25 0,25 25 0,-25 0 0,0-25 16,24 25-16,-24-24 0,0 24 0,0 0 0,25 0 0,-25 0 15,0 0-15,0 0 16,0 0-16,0 0 0,0 0 0,0 0 0,0 0 0,25 24 0,-25-24 16,0 0-16,0 0 0,0 25 0,-25-25 0,25 0 0,0 25 0,0-25 15,0 25-15,0-25 0,0 0 0,0 0 0,0 25 16,0-25-16,0 0 0,0 24 15,0-24-15,0 0 0,0 25 0,0-25 0,25 0 0,-25 0 16,0 25-16,0-25 0,0 0 0,25 0 0,-25 0 0,0 0 0,25 0 16,-25 0-16,24 0 0,-24 0 0,25 0 0,0 0 0,-25 0 15,25 0-15,-25 0 16,25 0-16,0 0 0,-25-25 0,24 25 0,-24 0 0,25 0 0,-25-25 15,25 25-15,-25 0 0,25-24 0,-25 24 0,0 0 0,25-25 0,-25 25 16,0 0-16,0-25 0,0 25 0,0 0 0,0-25 0,0 25 16,0 0-16,0-25 15,0 25-15,0-24 0,0 24 0,0 0 0,0 0 16,0-25-16,0 25 0,0 0 0,0 0 0,0 0 0,0 0 0,-25 0 0,25 0 0,0 0 15,0 25-15,0-25 0,-25 0 0,25 24 0,0-24 16,-25 25-16,25-25 0,0 25 16,0-25-16,0 25 0,-25-25 0,25 25 0,0-25 0,0 24 0,0-24 0,0 0 15,0 25-15,0-25 0,0 25 0,0-25 0,0 0 0,0 25 16,0-25-16,0 0 0,0 0 0,0 0 0,25 25 15,-25-25-15,0 0 16,0 0-16,25 0 0,-25 0 0,0 0 0,25 0 0,-25 0 0,0 0 16,0 0-16,25-25 0,-25 25 0,0 0 0,24 0 0,-24-25 0,0 25 15,0 0-15,25 0 0,-25-25 0,0 25 0,0 0 0,0-25 16,25 25-1,-25 0-15,0-24 0,0 24 0,0 0 0,0-25 0,0 25 0,0 0 0,0 0 16,0 0-16,0 0 0,0 0 0,0 0 0,0 0 0,0 25 0,0-25 16,0 0-16,0 24 0,-25-24 0,25 25 0,0-25 15,0 25-15,0 0 0,0-25 16,0 25-16,0 0 0,0-25 0,-25 24 0,25 1 0,0-25 0,0 25 15,0 0-15,0 0 0,0-25 0,0 24 0,0 1 0,0-25 0,0 25 16,0-25-16,-24 25 0,24-25 0,0 25 0,0-25 16,0 24-1,0-24-15,0 0 0,0 25 0,0-25 0,-25 0 0,25 0 0,0 25 0,0-25 16,0 0-16,-25 0 0,25 25 0,0-25 0,0 0 0,-25 0 0,25 0 15,0 0-15,0 0 0,-25 0 16,25 0-16,0 0 0,-24 0 0,24 0 0,0 0 0,0 0 0,-25 0 31,25-25-31,0 25 0,0 0 0,-25-25 0,25 25 0,0-25 0,-25 25 0,25-24 0,0 24 0,-25-25 0</inkml:trace>
  <inkml:trace contextRef="#ctx0" brushRef="#br0" timeOffset="68614.9244">11881 7417 0,'0'0'0,"0"0"0,0 0 16,0 0-16,0 0 0,0 0 0,0-25 0,0 25 16,25 0-16,-25 0 15,0 0-15,25 0 0,-25 0 0,25 0 0,-25 0 0,25 0 0,-1 0 16,1 0-16,0-25 0,0 25 0,0 0 0,-1 0 0,1 0 0,0 0 15,0 0-15,0 0 0,0 0 0,-1 0 0,1 0 0,0 0 16,0 0-16,0 0 16,-1 0-16,1 0 0,0 25 0</inkml:trace>
  <inkml:trace contextRef="#ctx0" brushRef="#br0" timeOffset="69284.9626">13246 7615 0,'-25'0'0,"25"-25"16,0 25-16,0 0 0,-25 0 0,25 0 0,0 0 16,0 0-16,0-25 15,-25 25-15,25 0 0,0 0 0,0 0 0,0-24 0,0 24 16,0 0-16,0 0 0,-25-25 0,25 25 0,0 0 0,0 0 0,0 0 0,25-25 15,-25 25-15,0 0 0,0 0 0,0 0 0,0 0 16,0 0-16,0-25 0,0 25 0,0 0 0,25 0 0,-25 0 16,0 0-16,0 0 15,0 0-15,25 0 0,-25 0 0,0 0 0,0 0 0,25 0 0,-25 0 16,0 0-16,0 25 0,25-25 0,-25 0 0,0 25 0,0-25 15,0 0-15,0 25 0,0-25 0,0 24 0,0 1 0,0-25 0,0 25 32,0-25-32,0 25 0,-25 0 0,25-25 0,0 24 0,-25 1 0,25-25 15,0 25-15,-25 0 0,25-25 0,-25 25 0,25-25 0,0 24 0,-25 1 16,25-25-16,0 25 0,-24-25 0,24 25 0,-25-25 0,25 25 15,0-25-15,0 0 0,-25 24 0,25-24 0,0 0 0,0 0 16,0 25-16,-25-25 0,25 0 0,0 0 0,0 0 0,0 0 16,0 25-16,0-25 0,0 0 0,0 0 15,0 0-15,0 0 0,25 0 0,-25 0 0,0 0 0,0 0 0,0 0 16,25 0-16,-25 0 0,0 0 0,25 0 0,-25 0 0,0 0 15,0 0 1,24 0-16,-24 0 0,0 0 0,25 0 0,-25 0 0,0 0 0,25 0 0,-25 0 16,0 0-16,25 25 0,-25-25 0,0 0 0,25 0 0,-25 0 15,25 0-15,-25-25 0,24 25 0,-24 0 0,25 0 16,-25 0-16,25 0 0</inkml:trace>
  <inkml:trace contextRef="#ctx0" brushRef="#br0" timeOffset="69709.9871">14263 7268 0,'0'0'0,"0"0"0,0 0 15,-25 25-15,25-25 0,0 0 0,-25 0 0,25 0 16,0 0-16,-25 0 16,25 24-16,-25-24 0,25 0 0,-24 25 0,24-25 15,-25 25-15,25 0 0,-25-25 0,25 25 0,0-1 0,-25-24 0,25 25 0,-25 0 0,25 0 16,-24 0-16,24-1 0,0 1 0,-25 0 0,25 0 0,0-25 15,-25 25-15,25-1 16,0 1-16,0 0 0,0 0 0,0 0 0,-25-25 0,50 24 0,-25 1 0,0-25 16,0 25-16,0 0 0,0-25 0,0 25 0,25-25 0,-25 24 15,0-24 1,25 25-16,-25-25 0,0 0 0,24 0 0,-24 0 0,25 25 0,-25-25 15,25 0 1,-25 0-16,25 0 0</inkml:trace>
  <inkml:trace contextRef="#ctx0" brushRef="#br0" timeOffset="70311.0216">14759 7565 0,'0'0'0,"0"0"0,0-24 16,0 24-16,0 0 0,0 0 0,0 0 0,0 0 0,0 0 16,0 0-16,0 0 0,0 0 0,0 0 0,0 0 0,0 0 0,0 0 15,0 0-15,0 0 0,0 0 16,0 0-16,0 0 0,0 0 0,0 0 0,0 0 0,0 0 15,0 0-15,0 0 0,0 0 0,0 0 0,0 0 0,0 24 0,0-24 16,0 0-16,0 0 0,-25 25 0,25-25 0,0 0 0,0 25 16,0-25-16,0 25 0,-25-25 15,25 25-15,0-25 0,0 24 0,0-24 0,-25 25 16,25-25-16,0 25 0,0-25 0,0 25 0,0-25 0,0 25 0,0-25 15,0 24-15,0-24 0,0 0 0,0 25 0,0-25 0,0 0 0,0 25 16,0-25-16,0 0 0,0 0 16,0 0-16,0 25 0,0-25 0,0 0 0,0 0 15,25 0-15,-25 0 0,0 0 0,0 0 0,0 0 0,25 0 0,-25 0 16,0 0-16,0-25 0,25 25 0,-25 0 0,0-25 0,0 25 0,0 0 15,25-25-15,-25 25 0,0-24 0</inkml:trace>
  <inkml:trace contextRef="#ctx0" brushRef="#br0" timeOffset="70870.0535">14932 7317 0,'0'0'0,"0"-24"0,0 24 16,0 0-16,0 0 0,-24 0 0,24 0 0,0 0 0,0 0 0,0 0 16,0 0-16,0 0 0,0 0 0,0 0 0,0 0 0,0 0 0,0 0 15,0 0-15,0 0 16,0 0-16,0 0 0,0 0 0,0 0 0,0 0 0,0 0 15,0 0-15,0 0 0,0 0 0,0 0 0,0 0 0,0 0 0,24 0 0,-24 0 16,0 0-16,0 0 0,0 0 0,0 0 0,0 0 16,0 0-16,0 0 15,0 0-15,0 0 0,0 0 0,0 0 0,25 0 0,-25 0 16,0 0-16,0 0 0,0 0 0,0 0 0,0 0 0,0-25 0,25 25 15,-25 0-15,0 0 0,0 0 0,0 0 0,0 0 0,0 0 0,0 0 32,0-25-32,0 25 0,0 0 0,0 0 0,0 0 0,-25 0 0,25 0 0,0 0 0,0 0 0,0 0 0,0 0 15,0 0-15,0 0 0,0 0 0,0 0 0,0 0 16,0 0-16,0 25 15,0-25-15,0 0 0,-25 0 0,25 0 0,0 0 0,0 0 0,0 0 16,0 0-16,0 0 0,0 0 0,0 0 0,0 0 0,0 0 0,0 0 16,0 0-16,0 0 0,0 0 0,0 0 0,0 0 0,0 0 15,0 0-15,0 0 16,0 0-16,0 0 0,0 0 0,0 0 0,0 0 0,0 0 15,0 0-15,0 0 0,0 0 0,0 0 0,0 0 0,0 0 0,0 0 0,0 0 16,25 0-16,-25 0 0,0 0 0</inkml:trace>
  <inkml:trace contextRef="#ctx0" brushRef="#br0" timeOffset="71194.0721">15329 7640 0,'0'0'0,"0"0"0,0 0 0,0 0 15,0 0-15,0 0 0,0 0 0,0 0 0,0 0 16,0 0-16,0 0 0,25 0 0,-25 0 0,0 0 0,0 0 16,25 0-16,-25 0 0,25 0 15,-25 0-15,25 0 0,-25 0 0,24 0 0,-24 0 0,25 25 0,-25-25 0,25 0 16,-25 0-16,25 0 15,-25 0-15,0 0 0,25 0 0,-25 0 0,24 24 0,-24-24 16,0 0-16,0 0 0,25 0 0,-25 0 0,0 0 0,0 0 0,0 0 16</inkml:trace>
  <inkml:trace contextRef="#ctx0" brushRef="#br0" timeOffset="71411.0845">15329 7838 0,'0'25'0,"0"-25"0,0 0 15,0 0-15,0 0 0,0 0 0,0 0 0,0 0 0,0 0 16,0 0-16,25 0 0,-25 0 0,0 0 0,25 0 16,-25 25-16,0-25 0,25 0 15,-25 0-15,25 0 0,-1 0 0,-24 0 0,25 0 0,0 0 0,0 0 16,-25 0-16,25 0 0,-1 0 0,1 0 0,0 0 15,-25 0-15,25 0 0,0 0 16,-25 0-16,24 0 0,1 0 0,-25 0 0,25 0 0</inkml:trace>
  <inkml:trace contextRef="#ctx0" brushRef="#br0" timeOffset="72107.1243">16148 7590 0,'0'0'16,"0"0"-16,0 0 0,0-25 0,0 25 0,0 0 16,0 0-16,0-24 0,0 24 0,0 0 15,0-25-15,0 25 0,0 0 0,-25 0 0,25 0 0,0 0 16,0-25-16,0 25 0,0 0 0,0 0 0,25 0 0,-25-25 15,0 25-15,0 0 0,0 0 0,0-25 0,0 25 0,0 0 16,25 0-16,-25 0 0,0 0 0,0 0 16,24 0-16,-24 0 0,0-24 0,25 24 0,-25 0 15,0 0-15,25 0 0,-25 0 0,0 0 0,25 0 0,-25 0 0,0 0 16,0 0-16,25 0 0,-25 24 0,0-24 0,24 0 0,-24 0 15,0 0-15,0 25 0,25-25 16,-25 0-16,0 25 0,0-25 0,0 0 0,0 25 16,0-25-16,0 25 0,0-25 0,0 24 0,-25-24 0,25 25 15,0-25-15,0 25 0,0-25 0,-24 25 0,24 0 0,0-25 0,-25 24 16,25-24-1,-25 25-15,25 0 0,0-25 0,-25 25 0,25-25 0,0 25 16,-25-25-16,25 24 0,-24-24 0,24 0 0,0 25 0,0-25 0,-25 0 0,25 25 16,0-25-16,-25 0 0,25 25 0,0-25 0,0 0 0,0 0 31,-25 0-31,25 25 0,0-25 0,0 0 0,0 0 0,0 0 0,0 24 0,0-24 0,0 0 0,0 0 0,0 0 15,0 0-15,0 0 0,0 0 0,0 25 0,25-25 0,-25 0 16,0 0-16,0 0 0,25 0 0,-25 0 0,25 0 0,-25 0 16,24 0-16,-24 0 15,0 0-15,25 0 0,-25 0 0,25 0 0,0 0 0,-25 0 16,25 0-16,-25 0 0,24 25 0,-24-25 0,0 0 0,25 0 0,-25 0 0,25 0 15,-25 0-15,0 0 0,25 0 0,-25 0 0,0 0 16,0 0-16,25 0 0,-25 0 16,0 0-16,0 0 0,0 0 0,0 0 0,0 0 0,0 0 0,0 0 15,0 0-15,0 0 0,0 0 0,0 0 0,0 0 0,0 0 16,0 0-16,0 0 0,25 0 0,-25 0 0,0-25 0,0 25 15,0 0-15,0 0 0,24 0 16</inkml:trace>
  <inkml:trace contextRef="#ctx0" brushRef="#br0" timeOffset="72557.15">16793 7367 0,'0'0'0,"0"0"15,0 0-15,25 0 0,-25 0 0,0 0 0,0 0 0,0 0 16,0 0-16,0 0 0,0 0 0,0 0 15,0 0-15,0 0 0,24 0 16,-24 25-16,0-25 0,0 0 0,0 0 0,0 25 0,0-25 16,25 24-16,-25-24 0,0 25 0,0-25 0,0 25 0,0-25 0,0 25 15,0-25-15,0 25 0,0-25 0,0 24 0,0 1 0,0-25 0,0 25 16,-25 0-16,25-25 15,0 25-15,0-1 0,0 1 0,0-25 0,0 25 0,-24 0 16,24-25-16,0 25 0,0-1 0,0-24 0,-25 25 0,25 0 16,0-25-16,0 25 0,-25-25 0,25 25 0,0-25 0,-25 24 0,25-24 31,0 25-31,0-25 0,-25 25 0,25-25 0,0 25 0,-24-25 0,24 0 0,-25 25 0,25-25 0,0 0 0,-25 0 15,25 25-15,-25-25 0,25 0 16,0 0-16,0 0 0,-25 24 0,25-24 0,0 0 16,0 0-16,-24 0 0,24 0 0,0 0 0,0 0 0,0 0 0,0 0 0,0 0 15,-25 0-15,25 0 0,0-24 0,0 24 0,0 0 16,0 0-16,0 0 0,0-25 0</inkml:trace>
  <inkml:trace contextRef="#ctx0" brushRef="#br0" timeOffset="75275.3055">2232 9327 0,'0'0'0,"0"0"16,0 0-16,0 0 0,0 0 0,0-25 0,-24 25 0,24 0 0,0 0 15,0 0 1,0 0-16,0 0 0,0 0 0,0 0 0,0 0 0,0 0 0,0 0 16,-25 0-16,25 0 0,0 0 0,0 0 0,0 0 0,0 0 0,0 0 15,0-25-15,0 25 0,0 0 0,-25 0 0,25 0 0,0 0 0,0 0 16,0 0-16,0 0 0,-25 0 0,25 0 15,0 0-15,0 0 0,0 0 0,-25 0 0,25 0 16,0 0-16,0 0 0,0 0 0,-24 0 0,24 0 0,0 25 16,0-25-16,-25 0 0,25 0 0,0 0 0,0 0 0,-25 0 0,25 0 15,0 0-15,0 0 0,-25 0 0,25 25 0,0-25 0,0 0 16,0 0-16,0 0 15,-25 24-15,25-24 0,0 0 0,0 0 0,0 25 0,0-25 0,0 0 0,0 25 16,0-25-16,0 0 0,0 0 0,0 25 0,0-25 0,0 0 16,0 25-16,0-25 0,0 0 0,0 0 0,0 24 0,0-24 0,0 0 15,25 0-15,-25 0 0,0 25 16,0-25-16,0 0 0,25 0 0,-25 0 0,0 0 0,25 0 0,-25 0 15,0 0-15,25 0 0,-25 0 0,0 0 0,24 0 0,-24 0 16,0 0-16,25 0 0,-25 0 16,25-25-16,-25 25 0,0 0 0,25-24 0,-25 24 0,0 0 0,25-25 15,-25 25-15,0 0 0,24-25 0,-24 25 0,0-25 0</inkml:trace>
  <inkml:trace contextRef="#ctx0" brushRef="#br0" timeOffset="75999.3467">2332 8830 0,'0'0'0,"0"0"0,0 0 15,0 0-15,0 0 0,0 0 0,-25 0 0,25 0 0,0 0 16,0 0-16,0 0 0,0 0 15,0 0-15,0 0 0,0 0 0,0 0 0,0 0 0,0 0 0,0 0 16,0 25-16,0-25 0,0 0 0,0 0 0,0 25 0,-25-25 16,25 0-16,0 25 0,0-25 0,0 25 0,0-25 15,0 24-15,0-24 16,0 25-16,0-25 0,0 25 0,0 0 0,0-25 0,0 25 0,0-25 0,0 25 15,0-1-15,0-24 0,0 25 0,0 0 0,0 0 0,0-25 0,0 25 16,25-1 0,-25-24-16,0 25 0,0 0 0,0-25 0,0 25 0,0 0 0,0-25 0,0 24 0,0-24 0,0 25 15,25-25-15,-25 25 0,0-25 0,0 25 0,0-25 0,0 25 16,0-25-16,0 0 15,0 24-15,24-24 0,-24 0 0,0 25 0,0-25 0,0 0 0,0 0 16,0 0-16,25 25 0,-25-25 0,0 0 0,0 0 0,0 0 0,0 0 16,25 0-16,-25 0 0,0 0 0,0 0 0,0 0 0,25 0 15,-25 0-15,0 0 16,0 0-16,25 0 0,-25 0 0,0 0 0,0 0 0,24-25 15,-24 25-15,0 0 0,0 0 0,25 0 0,-25 0 0,0-25 0,0 25 0,25 0 16,-25 0-16,0-24 0,0 24 0,25 0 0,-25-25 0,0 25 16,0 0-16,25 0 0,-25-25 0,0 25 0,0 0 0,0-25 15,0 25 1,24 0-16,-24 0 0,0-25 0,0 25 0,0 0 0,0 0 0,25-24 0,-25 24 15,0 0-15,0-25 0,0 25 0,0 0 0,0 0 0,0-25 0,0 25 32,0 0-32,0 0 0,0-25 0,0 25 0,0 0 0,0 0 0,0 0 0,0 0 0,-25-25 0,25 25 0,0 0 15,0 0-15,0 0 0,0 0 0,0 0 0,0 0 0,-24 0 16,24 0-16,0 0 0,0 25 15,0-25-15,0 0 0,0 0 0,0 0 16,0 0-16,-25 0 0,25 25 0,0-25 0,0 0 0,0 0 0,0 0 0,0 25 16,0-25-16,0 25 0,0-25 0,0 0 0,0 24 0,0-24 0,0 25 15,25 0-15,-25-25 0,0 25 0,0-25 16,0 25-16,0-25 0,0 0 15,24 24-15,-24-24 0,0 25 0,0-25 0,25 0 0,-25 0 0,0 25 0,25-25 16,-25 0-16,25 0 0,-25 25 0,0-25 0,25 0 0,-25 0 0,25 0 16,-25 0-16,24-25 0,-24 25 15,25 0-15,-25 0 0,25 0 0,-25-25 0,25 25 16,-25-25-16,25 25 0,-25 0 0,24-24 0,-24 24 0,25-25 15,-25 25-15,25-25 0,-25 25 0,0-25 0</inkml:trace>
  <inkml:trace contextRef="#ctx0" brushRef="#br0" timeOffset="76282.3631">2952 9004 0,'0'0'0,"0"0"0,0 0 16,0 0-16,0 0 0,0 0 0,0 0 0,0 0 15,-25 0-15,25 0 0,0 0 0,0 0 0,0 0 0,0 25 0,0-25 0,0 0 0,0 25 16,0-25-16,0 25 0,0-25 0,0 24 0,0 1 15,0-25-15,0 25 0,0 0 0,0 0 0,0-25 0,0 24 16,25 1-16,-25 0 0,0-25 16,0 25-16,0 0 0,0-25 0,0 24 0,0 1 0,0-25 15,0 25-15,0-25 0,0 25 0,0-25 0,0 25 0,25-25 0,-25 24 16,0-24-16,0 0 0,0 0 0,0 25 0,0-25 0,0 0 15,0 0-15,0 0 0,0 0 0,0 0 16,-25 0-16,25 0 0,0 0 16,0 0-16,0 0 0,-25 0 0,25 0 0,0 0 0,0-25 0</inkml:trace>
  <inkml:trace contextRef="#ctx0" brushRef="#br0" timeOffset="76447.3725">2828 9327 0,'-25'-25'0,"25"25"0,0 0 16,0 0-16,0-25 0,0 25 0,25 0 0,-25 0 16,0 0-16,0 0 0,0 0 0,0 0 0,25-25 0,-25 25 15,0 0-15,24 0 0,-24 0 0,0 0 0,25 0 0,-25 0 16,25 0-1,-25-25-15,25 25 0,-25 0 0,25 0 0,-25 0 0,24 0 0,1 0 16,-25 0-16,25 0 0,0 0 0,-25 0 0,25 0 0,-1-24 0,1 24 16,-25 0-16,25 0 0,0 0 0,-25 0 0</inkml:trace>
  <inkml:trace contextRef="#ctx0" brushRef="#br0" timeOffset="76748.3897">3621 9004 0,'0'0'0,"0"0"16,0 0-16,0 0 0,-24 0 0,24 0 16,0-25-16,0 25 0,0 0 0,-25 0 15,25 0-15,0 0 0,0 0 0,0 0 0,0 0 0,-25 0 16,25 0-16,0 0 0,0 0 0,0 25 0,-25-25 0,25 0 0,0 0 0,0 25 15,-25-25-15,25 0 0,0 25 0,0-25 0,-24 25 0,24-25 16,0 0-16,0 24 16,0 1-16,-25-25 0,25 25 0,0-25 0,0 25 15,0 0-15,0-25 0,0 24 0,0-24 0,25 25 0,-25 0 0,0-25 0,0 25 16,0 0-16,24-25 0,-24 24 0,0-24 0,25 25 0,-25-25 15,0 25-15,25-25 0,-25 25 0,25-25 0,-25 0 16,25 0-16,-1 25 0,-24-25 16,25 0-16,-25 0 0,25 0 0,0 0 0,-25 0 0,25-25 0,0 25 15,-25 0-15,24 0 0,-24-25 0</inkml:trace>
  <inkml:trace contextRef="#ctx0" brushRef="#br0" timeOffset="77044.4064">4043 9054 0,'0'0'0,"0"0"15,-25 0-15,25 0 0,0 0 0,0 0 0,0 0 0,0 0 16,0 0-16,0 0 0,0 0 0,0 0 0,0 0 0,0 0 0,-24 25 16,24-25-16,0 0 0,0 0 0,0 24 0,0-24 0,0 0 15,0 25-15,0-25 0,-25 25 0,25-25 16,0 25-16,0-25 0,0 25 0,0-25 15,-25 24-15,25 1 0,0-25 0,0 25 0,-25-25 0,25 25 0,0 0 16,0-25-16,-25 24 0,25-24 0,0 25 0,0-25 0,0 25 16,-24-25-16,24 0 0,0 25 0,0-25 0,0 25 0,0-25 15,-25 0-15,25 0 0,0 24 0,0-24 0,0 0 0,0 0 16,0 0-16,0 0 15,0 0-15,0 0 0,0 0 0,0 0 0,0 0 0,0 0 16,25-24-16,-25 24 0,0 0 0,0 0 0,0-25 0,24 25 16,-24-25-16,0 25 0,0-25 0</inkml:trace>
  <inkml:trace contextRef="#ctx0" brushRef="#br0" timeOffset="77290.4207">4043 9054 0,'25'0'0,"-25"0"0,0 0 0,0-25 0,0 25 0,0 0 0,0 0 0,25 0 15,-25 0-15,0 0 16,0 0-16,0 0 0,25 0 0,-25 0 0,0 0 0,0 25 0,24-25 15,-24 0-15,0 0 0,25 25 0,-25-25 0,0 24 0,25-24 0,-25 0 16,0 25-16,25-25 0,-25 25 0,0-25 0,0 25 0,25 0 16,-25-25-16,0 24 0,0-24 15,24 25-15,-24-25 0,0 25 0,0-25 0,0 25 16,25-25-16,-25 25 0,0-25 0,0 24 0,0-24 0,25 25 0,-25-25 15,0 0-15,0 0 0,0 25 0,25-25 0,-25 0 0,0 0 0,0 0 16,0 0 0,0 0-16,0 0 0,0 25 0,-25-25 0,25-25 0,0 25 15,0 0-15,-25 0 0</inkml:trace>
  <inkml:trace contextRef="#ctx0" brushRef="#br0" timeOffset="77464.4307">4093 9227 0,'-25'0'0,"25"0"0,0 0 15,0 0-15,0 0 16,0 0-16,0 0 0,0 0 0,0 0 0,0 0 0,0 0 0,25 0 0,-25 0 15,0 0-15,25 0 0,-25 0 0,24 0 0,-24 0 16,25 0-16,-25-24 0,25 24 0,0 0 0,-25 0 0,25 0 16,-1 0-16,-24 0 0,25-25 0,0 25 0,-25 0 0,25 0 0,0-25 15,-25 25 1,24 0-16,-24-25 0,25 25 0,-25 0 0,0-25 0</inkml:trace>
  <inkml:trace contextRef="#ctx0" brushRef="#br0" timeOffset="77766.4477">4440 8855 0,'0'0'0,"0"0"0,0 0 0,0-25 0,0 25 15,25 0 1,-25 0-16,0 0 0,0 0 0,25 0 0,-25 0 0,0 25 0,24-25 0,-24 0 0,0 0 16,25 0-16,-25 25 0,25-25 0,-25 0 0,25 25 0,-25-25 15,0 25 1,25-1-16,-25-24 0,0 25 0,24-25 0,-24 25 0,0 0 0,0 0 0,0-25 15,0 25-15,0-1 0,0-24 0,0 25 0,0 0 0,0-25 0,0 25 16,0 0-16,0-25 0,0 24 0,0 1 0,-24-25 16,24 25-16,0 0 0,0-25 15,0 25-15,0-25 0,-25 24 0,25-24 0,0 25 0,0-25 0,0 25 16,-25-25-16,25 0 0,0 25 0,0-25 0,0 0 0,0 25 0,0-25 15,-25 0-15,25 0 0,0 0 16,0 0-16,0 0 0,-25 24 0,25-24 0,0 0 16,0 0-16,0 0 0,0 0 0,-24 0 0,24 0 0,0 0 0</inkml:trace>
  <inkml:trace contextRef="#ctx0" brushRef="#br0" timeOffset="78041.4634">4986 9227 0,'0'0'0,"0"0"0,0 0 15,0 0-15,0 0 0,25 0 0,-25 0 0,0 0 0,0 0 16,0 0-16,0 0 0,24 25 0,-24-25 0,0 0 0,25 0 0,-25 0 16,0 0-16,25 0 0,-25 0 0,25 25 0,-25-25 0,25 0 15,-25 0-15,24 0 0,-24 0 0,25 25 0,-25-25 0,0 0 16,25 0-16,-25 0 15,0 0-15,0 0 0,0 0 0,0 0 0,0 0 0,0 25 0,0-25 16</inkml:trace>
  <inkml:trace contextRef="#ctx0" brushRef="#br0" timeOffset="78219.4739">4961 9475 0,'0'0'0,"0"25"16,0-25-16,25 0 0,-25 0 0,0 0 0,0 0 0,0 0 0,25-25 0,-25 25 15,0 0-15,24 0 0,-24 0 0,25 0 0,-25 0 0,25 0 16,-25 0-16,25 0 0,0 0 15,-25 0-15,24 0 0,1 0 0,-25 0 0,25 0 16,0 0-16,0 0 0,-25 0 0,24 0 0,1 0 0,0 0 16,0 0-16</inkml:trace>
  <inkml:trace contextRef="#ctx0" brushRef="#br0" timeOffset="78731.5031">6152 9302 0,'0'0'0,"0"0"0,0 0 16,0 0-16,0 0 0,0 0 0,0 0 0,0 0 0,0 0 15,0 0-15,0 0 0,0 0 0,0 0 0,0 0 0,24 0 0,-24 0 16,0 0-16,25 0 0,-25 0 0,25 0 0,-25 0 0,25 0 16,-25 0-1,25 0-15,-1 0 0,-24 0 0,25 0 0,-25 0 0,25 0 0,-25 0 16,25 0-16,-25 0 0,0 0 0,25 0 0,-25 0 0,0 0 0,24 0 0</inkml:trace>
  <inkml:trace contextRef="#ctx0" brushRef="#br0" timeOffset="79150.5271">6474 9426 0,'0'0'0,"0"0"0,0 0 0,0 0 0,0 0 15,0 0-15,0 0 0,25 0 0,-25-25 0,0 25 16,0 0-16,0 0 0,25-25 15,-25 25-15,0-25 0,0 25 0,24 0 0,-24-24 0,0 24 0,0-25 16,0 25-16,25-25 0,-25 0 0,0 25 0,0-25 0,0 25 0,25-24 16,-25 24-16,0 0 0,0-25 15,0 25-15,0-25 0,0 25 0,0 0 0,0 0 0,0-25 16,0 25-16,0 0 0,25 0 0,-25 0 0,0 0 0,0 0 15,0-25-15,0 25 0,0 0 0,0 0 0,0 0 0,0 0 0,0 0 32,0 0-32,0 0 0,0 0 0,0 25 0,0-25 0,0 0 0,0 0 0,0 0 15,0 0-15,0 25 0,0-25 0,0 0 0,0 25 0,25-25 0,-25 25 16,0-25-16,0 0 0,0 24 0,0-24 0,0 25 0,0 0 15,0-25-15,24 25 0,-24-25 0,0 25 0,0-25 0,0 0 16,0 24 0,0-24-16,0 25 0,0-25 0,0 0 0,0 25 0,0-25 0,0 0 0,0 0 0,25 25 15,-25-25-15,0 0 0,0 0 0,0 0 0,0 25 0,0-25 16,0 0-16,0 0 15,0 0-15,0 0 0,0 0 0,0 0 0,0 0 0,0 0 16,0 0-16,0-25 0,0 25 0,0 0 0,0 0 0,0-25 0,0 25 0</inkml:trace>
  <inkml:trace contextRef="#ctx0" brushRef="#br0" timeOffset="79488.5462">6796 8954 0,'0'0'0,"0"0"15,0 0-15,0-24 0,0 24 0,0 0 0,0 0 16,25 0-16,-25 0 0,0 0 16,0 0-16,0 0 0,25 0 0,-25 0 0,0 0 0,25 24 15,-25-24-15,0 0 0,25 0 0,-25 25 0,25-25 0,-25 0 16,0 25-16,24-25 0,-24 0 0,0 25 0,25-25 0,-25 25 15,0-25 1,0 25-16,25-25 0,-25 24 0,0-24 0,0 25 0,0-25 0,0 25 0,0 0 16,0-25-16,0 25 0,0-1 0,0-24 0,0 25 0,0 0 0,0-25 15,0 25-15,0 0 0,0-25 0,-25 24 0,25-24 0,0 25 16,0 0-16,-25-25 0,25 25 15,0-25-15,-24 25 0,24-25 0,0 24 0,-25-24 16,25 25-16,0-25 0,-25 25 0,25-25 0,-25 25 0,25-25 0,0 25 0,-25-25 16,25 24-16,-25-24 0,25 0 0,0 0 0,-24 25 0,24-25 15,-25 0 1,25 0-16,-25 0 0,25 0 0,-25 0 0</inkml:trace>
  <inkml:trace contextRef="#ctx0" brushRef="#br0" timeOffset="79889.5694">6226 9004 0,'-25'-25'0,"25"25"16,0 0-16,-25 0 0,25 25 0,0-25 0,-24 0 15,24 0-15,-25 0 0,25 0 16,0 0-16,-25 25 0,25-25 0,0 0 0,-25 25 0,25-25 0,0 0 15,-25 25-15,25-25 0,0 24 0,0-24 0,-24 25 0,24 0 16,0-25-16,0 25 16,-25 0-16,25-25 0,0 24 0,0 1 0,0 0 0,-25 0 15,25-25-15,0 25 0,0-1 0,0 1 0,0 0 0,0-25 0,0 25 16,0 0-16,0-1 0,0-24 0,0 25 0,25-25 0,-25 25 0,0 0 15,25-25-15,-25 25 16,24-25-16,-24 24 0,25-24 0,-25 25 0,25-25 0,-25 25 16,25-25-16,0 25 0,-1-25 0,-24 0 0,25 0 0,0 25 0,0-25 15,0 0-15,-1 0 0,-24 0 0,25 0 0,0 0 0,0 0 16,0 0-16</inkml:trace>
  <inkml:trace contextRef="#ctx0" brushRef="#br0" timeOffset="81463.6594">7094 8558 0,'0'0'0,"0"0"0,0 0 0,0 0 16,0 0-16,0 0 0,0 0 0,0 0 0,0 0 0,-25 0 16,25 0-16,0 0 0,0 0 0,0 0 0,0 0 0,0 0 0,0 0 15,0 0-15,0 0 0,0 0 0,0 0 16,0 0-16,-24 0 0,24 0 15,0 0-15,0 0 0,0 0 0,0 0 0,0 0 0,0 0 0,0 0 16,0 0-16,-25 0 0,25 0 0,0 0 0,0-25 16,0 25-16,0 0 0,0 0 0,0 0 0,-25 0 0,25 0 15,0 0-15,0 0 0,0-25 0,0 25 0,0 0 0,0 0 0,0 0 16,0-25-1,0 25-15,0 0 0,0 0 0,0 0 0,0 0 0,0 0 0,0 0 0,0 0 16,0 0-16,25 0 0,-25 0 0,0-25 0,0 25 0,0 0 16,25 0-16,-25 0 0,0 0 0,0 0 0,24 0 0,-24 0 0,0 0 15,0 0 1,0 0-16,25 0 0,-25 0 0,0 0 0,0 0 0,0 0 0,0 0 15,0 0-15,0 0 0,25 25 0,-25-25 0,0 0 0,0 0 0,0 25 16,-25-25-16,25 25 0,0-25 0,0 0 0,0 25 0,0-25 16,0 0-16,0 24 0,-25-24 0,25 25 0,0-25 0,0 0 15,-24 25-15,24-25 16,0 25-16,0-25 0,-25 0 0,25 25 0,0-25 0,0 0 0,0 24 0,-25-24 15,25 0-15,0 0 0,0 0 0,0 25 0,0-25 16,0 0-16,0 0 0,0 0 0,0 0 0,0 0 0,0 0 16,0 0-16,0 0 0,0 25 0,0-25 0,0 0 15,0 0-15,0 0 0,0 0 0,25 0 16,-25 0-16,0 0 0,0 0 0,25 0 0,-25 0 0,0 0 0,0 0 15,24 0-15,-24 0 0,0 0 0,25 0 0,-25 0 0,0 0 16,25 0 0,-25 0-16,0 0 0,25 0 0,-25 0 0,0 0 0,25 0 15,-25 0-15,0 0 0,0 0 0,24-25 0,-24 25 0,0 0 0,25 0 0,-25 0 16,0 0-16,0 0 0,25 0 0,-25-25 0,0 25 0</inkml:trace>
  <inkml:trace contextRef="#ctx0" brushRef="#br0" timeOffset="81711.6736">7293 8632 0,'0'0'0,"0"0"15,0 0-15,0 0 0,24 0 0,-24 0 16,0 0-16,0 0 0,0 0 0,0 0 0,0 0 15,0 0-15,25 0 0,-25 0 0,0 0 0,0 0 0,25 0 16,-25 0-16,0 0 0,25 0 0,-25 0 0,0 0 0,25 0 16,-25 0-16,0 0 0,24 0 0,-24 0 0,0 0 0,25 0 15,-25 0 1,0 0-16,0-25 0,25 25 0,-25 0 0,0 0 0,0 0 0,0 0 0,0 0 15,0 0-15,0 0 0,0 0 0,0 0 0,0 0 0</inkml:trace>
  <inkml:trace contextRef="#ctx0" brushRef="#br0" timeOffset="81942.6868">7441 8483 0,'0'0'0,"0"25"0,0-25 0,0 0 0,0 0 0,0 0 15,0 0-15,0 0 0,0 0 0,0 25 0,0-25 0,0 0 16,0 0-16,0 25 0,0-25 0,0 0 15,0 0-15,0 24 0,0-24 0,0 0 0,0 25 16,0-25-16,0 25 0,0-25 0,0 0 0,0 25 0,0-25 16,0 25-16,0-25 0,0 0 0,0 24 0,0-24 0,0 0 0,0 25 15,0-25-15,0 25 0,0-25 0,0 0 0,0 25 16,0-25-16,0 0 0,0 0 15,0 25-15,0-25 0,0 0 0,0 0 0,0 24 0</inkml:trace>
  <inkml:trace contextRef="#ctx0" brushRef="#br0" timeOffset="82399.7127">7714 8731 0,'0'0'0,"0"0"0,0-25 16,0 25-16,0 0 0,0 0 0,0 0 0,25 0 0,-25-24 16,0 24-16,0 0 0,0 0 0,0 0 0,0-25 0,25 25 0,-25 0 15,0-25-15,0 25 0,0 0 0,0-25 0,0 25 0,0 0 16,0-25-16,25 25 0,-25 0 0,0-24 15,0 24-15,0 0 0,0-25 0,0 25 16,0 0-16,0 0 0,0-25 0,-25 25 0,25 0 0,0 0 0,0 0 0,0 0 16,0 0-16,0 0 0,0 0 0,0 0 0,0 0 0,0 0 15,0 0 1,0 0-16,0 0 0,0 0 0,0 25 0,25-25 0,-25 0 0,0 0 0,0 25 31,0-25-31,0 24 0,0-24 0,0 25 0,0-25 0,0 25 0,0-25 0,0 25 0,0-25 0,0 25 0,0-25 16,0 24-16,0-24 0,0 25 0,0-25 0,0 25 0,24-25 15,-24 25-15,0-25 0,0 25 0,0-25 0,-24 24 16,24-24-16,0 0 0,0 25 0,0-25 0,0 0 0,0 25 15</inkml:trace>
  <inkml:trace contextRef="#ctx0" brushRef="#br0" timeOffset="83312.7652">8483 9103 0,'0'0'0,"0"0"16,0 0-16,0-24 0,0 24 0,0 0 0,0 0 15,0 0-15,0-25 16,0 25-16,0 0 0,0 0 0,0 0 0,0-25 0,0 25 0,0 0 16,0 0-16,0 0 0,0-25 0,-25 25 0,25 0 0,0 0 0,0 0 15,0 0-15,-24-25 0,24 25 0,0 0 0,0 0 16,-25 0-16,25 0 0,0 0 0,-25 0 0,25 0 0,-25 0 15,25 0-15,-25 0 0,25 25 0,0-25 16,-24 0-16,24 0 0,-25 0 0,25 25 0,0-25 0,-25 0 0,25 25 16,0-25-1,-25 0-15,25 25 0,0-25 0,0 24 0,-25 1 0,25-25 0,0 25 0,0 0 0,0-25 0,0 25 16,0-1-16,0-24 0,0 25 0,0 0 0,0 0 15,0-25-15,25 25 0,-25-25 16,0 24-16,0-24 0,0 25 0,25-25 0,-25 25 0,0-25 16,25 0-16,-25 0 0,0 0 0,25 25 0,-25-25 0,0 0 0,24 0 15,-24 0-15,0 0 0,25-25 0,-25 25 0,0 0 0,25 0 16,-25 0-16,0-25 15,25 25-15,-25 0 0,0-25 0,25 25 0,-25 0 0,0-24 16,24 24-16,-24-25 0,0 25 0,0-25 0,25 0 0,-25 25 0,0-25 16,0 25-16,0-24 0,0 24 0,25-25 0,-25 0 0,0 25 0,0-25 15,0 25-15,0 0 16,0-25-16,0 25 0,0 0 0,0 0 0,0 0 0,0 0 15,0 0-15,0 0 0,0 0 0,0 0 0,0 0 0,0 0 16,0 0-16,0 0 0,0 25 0,0-25 0,0 0 0,0 25 0,0-25 16,0 25-16,0-25 0,0 25 0,0-25 0,-25 24 0,25-24 15,0 25 1,0 0-16,0-25 0,0 25 0,0 0 0,0-25 0,0 24 0,0-24 15,0 25-15,0-25 0,0 25 0,25-25 0,-25 25 0,0-25 0,0 25 0,0-25 16,25 0-16,-25 0 0,0 24 16,0-24-16,25 0 0,-25 0 0,0 0 0,24 0 0,-24 0 0,0 0 15,25 0-15,-25 0 0,25 0 0,-25 0 16,0 0-16,25 0 0,-25 0 0</inkml:trace>
  <inkml:trace contextRef="#ctx0" brushRef="#br0" timeOffset="83731.7892">8706 9451 0,'0'0'0,"0"0"16,0-25-16,0 25 0,0 0 0,0 0 0,0 0 15,0-25-15,0 25 0,0 0 16,0 0-16,0 0 0,0-25 0,25 25 0,-25 0 0,0 0 15,0 0-15,0 0 0,25 0 0,-25 0 0,0 0 0,0 0 0,25 0 16,-25 0-16,0 0 0,0 25 0,25-25 0,-25 0 16,0 0-16,0 0 0,0 0 0,24 25 0,-24-25 0,0 0 15,0 0-15,0 25 16,0-25-16,0 0 0,0 24 0,0-24 0,0 0 0,0 25 0,0-25 0,-24 0 15,24 25-15,0-25 0,0 0 0,-25 25 0,25-25 0,0 25 16,-25-25-16,25 24 0,0-24 16,0 25-16,-25-25 0,25 0 0,0 25 0,0-25 15,-25 0-15,25 25 0,0-25 0,0 0 0,0 0 0,0 25 0,0-25 0,0 0 16,0 0-16,0 0 0,0 0 15,0 0-15,0 0 0,0 0 0,0 24 0,0-24 78,25 0-78,-25 0 0,0 0 0,25 0 0,-25 0 0,0 0 0,25 0 0,-25 0 0,25 0 0,-1 0 0,-24 0 0,25 0 0,-25 0 0,25-24 0,-25 24 0,25 0 0,-25 0 0,25 0 0,-1 0 0,-24 0 16,0 0-16,25 0 0,-25 0 0,25 0 0,-25 0 0</inkml:trace>
  <inkml:trace contextRef="#ctx0" brushRef="#br0" timeOffset="84094.8099">9128 9773 0,'0'0'16,"0"0"-16,0 0 0,0 0 16,0 0-16,0 0 0,0-25 0,25 25 0,-25 0 0,0 0 15,0 0-15,25 0 0,-25-25 0,0 25 0,0 0 0,25 0 0,-25-24 16,0 24-16,24 0 0,-24-25 0,0 25 0,25-25 0,-25 25 15,0 0-15,25-25 0,-25 25 16,0-25-16,0 25 0,25 0 0,-25-24 0,0 24 0,0-25 0,0 25 16,0 0-16,0-25 31,0 25-31,0 0 0,0-25 0,0 25 0,0 0 0,0 0 0,0 0 0,0 0 0,0 0 0,0-25 0,0 25 0,0 0 0,0 0 0,0 0 0,25 0 15,-25 0-15,0 0 16,0 0-16,0 0 0,0 0 0,0 0 0,0 0 0,0 0 0,0 0 16,0 25-16,0-25 0,0 0 0,0 0 0,0 0 0,0 25 15,0-25-15,0 0 0,0 25 0,0-25 0,0 25 0,0-25 0,0 24 16,0-24-1,0 25-15,0-25 0,0 25 0,0-25 0,0 25 0,0-25 16,0 25-16,0-25 0,0 24 0,0-24 0,24 25 0,-24-25 0,0 25 0,0-25 0,0 0 16,0 25-16,0-25 0,0 0 0,0 25 15,0-25-15,0 0 0,0 0 0,25 0 0,-25 0 16,0 0-16,0 0 0</inkml:trace>
  <inkml:trace contextRef="#ctx0" brushRef="#br0" timeOffset="84714.8454">10220 9401 0,'0'0'15,"0"-25"-15,0 25 0,0 0 0,0 0 16,-25-25-16,25 25 0,0 0 0,0 0 16,-25 0-16,25-24 0,0 24 0,-25 0 0,25 0 0,0 0 0,0 0 0,0 0 15,-25 0-15,25 0 0,0 0 16,0 0-16,-24 0 0,24 0 0,0 0 0,-25 0 0,25 0 0,-25 24 15,25-24-15,-25 0 0,25 0 0,0 25 0,-25-25 0,25 25 16,-25-25 0,25 0-16,-24 25 0,24-25 0,-25 25 0,25-1 0,0-24 0,-25 25 0,25-25 0,0 25 0,0-25 15,0 25-15,0-25 0,0 25 0,0-25 0,0 24 0,0-24 16,0 0-16,0 25 0,25-25 0,-25 0 0,0 25 15,25-25-15,-25 0 0,24 0 0,-24 0 0,25 0 16,-25 0-16,25 0 0,-25 0 0,25 0 0,-25-25 16,25 25-16,-25 0 0,25-25 0,-1 25 0,-24 0 0,25-24 0,-25 24 15,0-25-15,25 25 0,-25-25 0,25 0 16,-25 25-16</inkml:trace>
  <inkml:trace contextRef="#ctx0" brushRef="#br0" timeOffset="85284.878">10319 8979 0,'0'0'0,"-25"0"0,25 0 0,0 0 0,0 0 0,0 0 0,0 0 16,0 0-16,0 0 0,0 0 0,0 0 0,0 0 0,0 0 0,0 0 16,-25 25-16,25-25 0,0 0 0,0 25 0,0-25 31,0 25-31,0 0 0,0-25 0,0 24 0,0 1 0,0 0 0,0 0 0,0-25 0,0 25 0,0-1 0,0 1 15,0 0-15,0 0 0,0 0 0,0-25 0,0 24 0,0 1 16,0 0-16,0-25 0,0 25 0,0 0 16,0-25-16,0 24 0,0-24 0,0 25 0,0 0 0,0-25 15,0 25-15,25-25 0,-25 0 0,0 25 0,0-25 0,0 24 16,0-24-16,25 0 0,-25 25 0,0-25 0,0 0 0,0 0 15,25 0 1,-25 0-16,0 25 0,0-25 0,0 0 0,24 0 0,-24 0 0,0 0 0,0-25 16,25 25-16,-25 0 0,0 0 0,25 0 0,-25 0 0,0-25 15,25 25-15,-25 0 0,0-24 0,25 24 0,-25 0 0,0 0 16,24-25-16,-24 25 15,0-25-15,25 25 0,-25 0 0,0-25 0,25 25 0,-25 0 0,0-25 16,0 25-16,0-24 0,0 24 0,25 0 0,-25-25 0,0 25 0,0-25 16,0 25-16,0 0 0,0 0 0,-25-25 0,25 25 0,0 0 15,0 0 1,0-25-16,0 25 0,0 0 0,0 0 0,0 0 0,0 0 0,-25 0 15,25 0-15,0 0 0,0 0 0,0 0 0,0 0 0,-25 0 0,25 0 16,0 0-16,0 0 0,0 25 0,0-25 0,0 0 0,-24 0 16,24 25-16,0-25 0,0 0 0,0 25 0,0-25 0,0 25 15,0-25-15,0 24 0,0-24 16,24 25-16,-24-25 0,0 25 0,0-25 0,0 25 15,25-25-15,-25 0 0,0 25 0,0-25 0,25 0 0,-25 24 0,25-24 16,-25 0-16,0 0 0,25 25 0,-25-25 16,24 0-16,-24 0 0,25 0 0,-25 0 0,25 0 0,-25 0 0,25 0 0,-25 0 15,25-25-15,-25 25 0,24 0 16,-24-24-16,25 24 0,-25 0 0,0-25 0,25 25 0,-25-25 0,25 25 15,-25-25-15,0 0 0</inkml:trace>
  <inkml:trace contextRef="#ctx0" brushRef="#br0" timeOffset="85531.8921">10864 9079 0,'0'0'0,"0"0"0,0 0 15,0 0-15,0 0 0,0 0 0,0 0 0,-24 0 16,24 24-16,0-24 16,0 0-16,0 25 0,0-25 0,0 25 0,0-25 0,0 25 0,0-25 15,0 25-15,0-1 0,-25-24 0,25 25 0,0 0 0,0 0 0,0 0 16,0-25-16,0 24 0,0 1 0,0 0 0,0 0 0,0 0 15,0-25 1,0 24-16,0 1 0,0 0 0,0-25 0,0 25 0,0 0 0,0-25 16,0 24-16,25-24 0,-25 25 0,0-25 0,0 0 0,-25 25 0,25-25 0,0 0 15,0 0-15,0 0 16,0 0-16,0 0 0,0 0 0,0 0 0,0 0 0,0 0 15,0-25-15,-25 25 0,25 0 0,0-25 0,0 25 0</inkml:trace>
  <inkml:trace contextRef="#ctx0" brushRef="#br0" timeOffset="85647.8988">10716 9451 0,'0'0'15,"0"0"-15,0 0 0,0-25 0,24 25 0,-24 0 16,0 0-16,0 0 0,0 0 0,25 0 0,-25-25 0,0 25 15,25 0-15,-25 0 0,0 0 0,25 0 0,-25 0 16,25 0-16,-1 0 0,-24 0 0,25 0 0,-25 0 16,25 0-16,0 0 0,0 0 0,-25-25 0,24 25 0,1 0 15,-25 0-15,25 0 0,0 0 16</inkml:trace>
  <inkml:trace contextRef="#ctx0" brushRef="#br0" timeOffset="86127.9261">11311 9054 0,'0'0'0,"0"0"15,0 0-15,0 0 0,0 0 0,0 0 0,0 0 16,-25 0-16,25 0 16,0 0-16,0 0 0,0 25 0,0-25 0,0 0 0,0 24 0,0-24 0,-25 25 15,25-25-15,0 25 0,0 0 0,0-25 0,0 25 0,0-1 0,0-24 16,0 25-16,0 0 15,-24-25-15,24 25 0,0 0 0,0-25 0,0 24 0,0 1 0,0-25 16,0 25-16,0 0 0,-25-25 0,25 25 0,0-25 0,0 24 0,0-24 16,0 25-16,0-25 0,0 0 0,0 25 0,-25-25 15,25 0-15,0 0 0,0 0 0,0 25 0,0-25 16,0 0-16,0 0 0,-25 0 15,25 0-15,0-25 0,0 25 0,0 0 0,0 0 0,0-25 0,0 25 16,0 0-16,0-25 0,0 25 0,0-24 0,0 24 0,25-25 0,-25 0 16,0 25 15,0-25-31,0 0 0,25 1 0</inkml:trace>
  <inkml:trace contextRef="#ctx0" brushRef="#br0" timeOffset="86545.9501">11311 9079 0,'0'0'0,"25"-25"0,-25 0 0,0 25 16,0 0-16,25-25 0,-25 25 0,0 0 0,0-25 0,0 25 16,24 0-16,-24 0 0,0 0 0,0 0 0,0 0 0,0 0 15,0 0-15,25 25 0,-25-25 0,0 0 0,0 25 16,0-25-16,0 25 0,0 0 0,25-25 0,-25 24 15,0 1-15,0-25 16,0 25-16,0 0 0,0-25 0,0 25 0,0-1 0,0-24 0,0 25 16,0 0-16,0-25 0,0 25 0,0-25 0,0 25 0,25-25 0,-25 24 15,0-24-15,0 0 0,0 25 0,0-25 0,0 0 0,0 25 16,25-25-16,-25 0 15,0 0-15,0 0 0,0 0 0,0 0 0,24 0 0,-24 0 0,0 0 0,0 0 16,0 0-16,25-25 0,-25 25 0,0 0 0,0-25 0,25 25 16,-25 0-16,0-24 0,0 24 0,0-25 0,0 25 15,25-25-15,-25 0 0,0 25 0,0-25 0,0 1 16,0 24-16,0-25 0,0 0 0,0 25 15,0-25-15,0 25 0,0-25 0,0 25 0,0 0 0,0-24 0,0 24 16,25 0-16,-25 0 0,0 0 0,0 0 0,0 0 0,-25 0 16,25 0-1,0 0-15,0 24 0,0-24 16,0 0-16,0 25 0,0-25 0,0 25 0,0-25 15,0 25-15,0 0 0,0-1 0,0-24 0,0 25 0,0 0 0,0 0 0,0-25 0,0 25 0,0-1 16,0-24-16,0 25 0,0 0 0,0-25 0,0 25 0,0 0 16,0-25-16,0 24 0,0-24 0,0 25 0,0-25 0,0 25 0,0-25 0,0 25 15,0-25-15,0 25 0,0-25 0,0 0 0,0 0 16,0 24-16,0-24 15,0 0-15,0 0 0,0 0 0,0 0 0,0 0 0,0 0 0</inkml:trace>
  <inkml:trace contextRef="#ctx0" brushRef="#br0" timeOffset="86897.9703">11683 9550 0,'0'0'0,"0"0"0,0-25 0,0 25 0,0 0 16,0 0-16,0 0 0,25-25 15,-25 25-15,0 0 0,0 0 0,0 0 0,0 0 0,0 0 0,25 0 16,-25 0-16,0 0 0,0 0 0,24 0 0,-24 0 0,0 0 16,0 0-16,25 0 0,-25 0 0,0 25 0,0-25 0,0 0 15,0 0-15,0 0 16,0 25-16,0-25 0,0 0 0,0 0 0,0 25 0,0-25 0,0 0 0,0 24 15,0-24-15,0 25 0,-25-25 0,25 0 0,0 25 16,0-25-16,-24 0 0,24 25 0,0-25 16,0 25-16,-25-25 0,25 0 0,0 24 0,0-24 0,-25 25 0,25-25 0,0 0 15,0 25-15,0-25 0,0 0 0,0 0 0,0 0 16,0 25-16,0-25 15,0 0-15,0 0 0,0 0 0,0 0 0,25 0 0,-25 25 0,0-25 0,25 0 16,-25 0-16,24 0 0,-24-25 0,25 25 0,0 0 0,-25 0 0,25 0 16,0 0-16,-25 0 15,24 0-15,-24 0 0,25-25 0,-25 25 0,25 0 0,-25 0 16,25 0-16</inkml:trace>
  <inkml:trace contextRef="#ctx0" brushRef="#br0" timeOffset="87199.9874">11981 9798 0,'0'0'0,"0"0"0,0 0 0,0 0 15,0 0-15,0 0 0,0 0 0,0 0 16,0 0-16,0 0 0,0 0 0,0 0 15,0 0-15,0 0 0,0 0 0,0 0 0,0 0 0,0 0 16,24-25-16,-24 25 0,0 0 0,0 0 0,0 0 0,25-25 0,-25 25 16,0 0-16,0 0 0,0-25 0,25 25 0,-25 0 0,0-24 15,0 24 1,25-25-16,-25 25 0,0 0 0,0-25 0,25 25 0,-25 0 0,0-25 15,0 25-15,0 0 0,0-25 0,0 25 0,0 0 0,0 0 0,0 0 16,0 0-16,0 0 0,0 0 0,0 0 0,0 0 0,24 0 0,-24 0 16,0 25-16,0-25 0,0 0 15,0 25-15,0-25 0,0 0 16,0 25-16,0-25 0,0 25 0,0-25 0,0 24 0,0-24 0,0 25 0,0 0 15,0-25-15,0 25 16,0-25-16,0 25 0,0-25 0,25 24 0,-25-24 0,0 25 0,0-25 0,0 0 0,0 25 0,0-25 16,25 0-16,-25 25 0,-25-25 0,25 0 15,0 0-15,0 0 0,0 25 0,-25-25 0</inkml:trace>
  <inkml:trace contextRef="#ctx0" brushRef="#br0" timeOffset="87959.031">13370 9327 0,'0'0'0,"0"0"0,0 0 0,0 0 15,0 0-15,0 0 0,25 0 0,-25-25 0,0 25 0,0 0 16,0 0-16,0 0 0,0 0 0,24 0 0,-24 0 0,0 0 0,25 0 16,-25 0-1,25 0-15,-25 0 0,25 0 0,-25 25 0,25-25 0,-25 0 0,24 0 16,-24 0-16,25 0 0,-25 0 0,25 0 0,-25 0 0,0 0 0,25 0 0,-25 0 15,0 0-15,0 0 0,25 0 0,-25 0 0,0 0 16,0 0-16</inkml:trace>
  <inkml:trace contextRef="#ctx0" brushRef="#br0" timeOffset="88184.0437">13568 9178 0,'0'-25'0,"0"25"0,0 0 16,0 0-16,0 0 0,0 0 0,0 0 0,0 0 0,0 0 15,0 0-15,0 0 0,0 0 0,0 0 0,0 0 0,0 0 0,0 25 16,0-25-16,0 0 0,0 0 0,0 25 0,0-25 0,0 24 16,0-24-16,0 25 0,0 0 0,0-25 0,0 25 15,0 0-15,0-25 16,0 24-16,0 1 0,0-25 0,0 25 0,0-25 0,0 25 0,0 0 0,0-25 15,0 24-15,0-24 0,0 25 0,0 0 0,0-25 0,0 0 16</inkml:trace>
  <inkml:trace contextRef="#ctx0" brushRef="#br0" timeOffset="88690.0728">14610 8979 0,'-25'0'0,"25"25"15,-25-25-15,25 0 0,-24 25 0,24-25 0,-25 25 0,0-25 0,25 25 0,-25-1 16,25 1-16,-25-25 0,25 25 0,-24 0 0,24 0 0,-25-1 16,25 1-16,0 0 15,0 0-15,-25 0 0,25-1 0,0 1 0,0 0 0,0-25 0,0 25 0,25 0 0,-25-1 16,0-24-16,0 25 0,25 0 0,-25-25 0,0 25 15,24-25-15,-24 25 16,0-25-16,25 0 0,-25 24 0,0-24 0,25 0 0,-25 25 0,0-25 16,25 0-16,-25 0 0,0 0 0,0 0 0,25 0 0,-25-25 0</inkml:trace>
  <inkml:trace contextRef="#ctx0" brushRef="#br0" timeOffset="88922.086">14684 9327 0,'0'0'0,"0"0"0,0 0 16,0 0-16,0 0 0,0 0 0,0 0 0,25 0 0,-25 0 16,0 0-16,0 0 15,0 0-15,25 0 0,-25 0 0,25 0 0,-25 0 0,25 0 16,-25 0-16,24 0 0,-24 0 0,25 0 0,0 0 0,-25 0 15,25 0-15,-25 0 0,25 0 0,-25 0 0,24 0 0,-24 0 0,25 0 16,-25 0-16,25 0 0,-25 0 16</inkml:trace>
  <inkml:trace contextRef="#ctx0" brushRef="#br0" timeOffset="89229.1036">15032 9376 0,'0'0'0,"0"0"0,0 0 0,0 0 0,0 0 0,0 0 0,24 0 15,-24 0-15,0-25 0,0 25 0,0 0 0,25 0 16,-25-24-16,0 24 0,25 0 0,-25-25 15,0 25-15,25-25 0,-25 25 0,0 0 0,0-25 16,25 0-16,-25 25 0,0-24 0,0 24 0,24-25 0,-24 25 0,0-25 16,0 25-16,0-25 0,25 25 0,-25-25 0,0 25 0,0 0 15,0-24 1,0 24-16,0 0 0,0 0 0,0 0 0,0 0 0,25 0 0,-25 0 15,0 0-15,0 0 0,0 24 0,0-24 0,0 0 0,0 25 0,0-25 0,0 25 16,0-25-16,0 25 0,-25-25 0,25 25 0,0-1 0,0-24 16,0 25-1,0 0-15,0-25 0,0 25 0,0-25 0,0 25 0,0-1 0,0-24 0,0 25 16,0-25-16,0 25 0,0-25 0,0 0 0,0 25 0,0-25 15,0 0-15,0 25 0,0-25 0,0 0 0,0 0 0,0 24 16,0-24-16,0 0 16,0 0-16,0 0 0,0 0 0,0 0 0,0-24 0,0 24 0,0 0 0,0 0 0</inkml:trace>
  <inkml:trace contextRef="#ctx0" brushRef="#br0" timeOffset="89521.1203">15404 9054 0,'0'0'0,"0"0"0,0 0 0,0 0 15,0 0-15,0 0 0,0 0 0,0 0 0,0 0 16,25 0-16,-25 0 0,0 0 16,0 0-16,24 25 0,-24-25 0,0 0 0,25 0 0,-25 24 0,0-24 0,25 25 15,-25-25-15,0 25 0,25-25 0,-25 25 0,0 0 16,0-25-16,0 24 0,25 1 15,-25 0-15,0-25 0,0 25 0,0 0 0,-25-1 0,25-24 0,0 25 16,0 0-16,0-25 0,-25 25 0,25 0 0,0-1 0,0-24 0,-25 25 16,25-25-16,0 25 15,-25-25-15,25 25 0,0-25 0,-24 25 0,24-25 0,0 24 16,-25-24-16,25 0 0,0 25 0,0-25 0,-25 0 0,25 0 0,0 0 0,0 25 15,-25-25-15,25 0 0,0 0 0,0-25 16,0 25-16</inkml:trace>
  <inkml:trace contextRef="#ctx0" brushRef="#br0" timeOffset="90048.1505">15602 8706 0,'0'0'0,"0"0"0,0 0 15,0-24-15,0 24 0,0 0 0,0 0 0,0 0 0,0 0 0,0-25 16,0 25-16,0 0 0,0 0 0,0 0 0,0 0 0,25 0 15,-25 0-15,0 0 0,0 0 0,25 0 16,-25 0-16,0 0 0,0 0 0,25 0 0,-25 0 16,0 0-16,0 0 0,0 0 0,24 0 0,-24 0 0,0 0 0,0 0 15,0 0-15,0 0 0,0 25 0,0-25 0,0 0 0,0 24 16,-24-24-1,24 0-15,0 25 0,0-25 0,0 0 0,-25 25 0,25-25 0,0 25 16,-25-25-16,25 0 0,0 25 0,-25-25 0,25 0 0,0 24 0,0-24 16,-25 0-16,25 25 0,0-25 0,0 0 0,-24 0 0,24 25 0,0-25 15,0 0-15,0 0 0,0 0 16,0 0-16,0 0 0,0 0 0,0 0 15,0 0-15,24 0 0,-24 0 0,0 0 0,0 0 0,25 0 0,-25 0 0,25 0 16,-25 0-16,25 0 0,-25 0 0,25 0 0,-25 0 16,24 0-16,-24 0 0,25 0 0,-25 0 0,25 0 15,-25 0-15,25 0 0,-25 0 0,25-25 16,-25 25-16,0 0 0,0 0 0,24 0 0</inkml:trace>
  <inkml:trace contextRef="#ctx0" brushRef="#br0" timeOffset="90202.1593">15801 8781 0,'0'0'16,"0"0"-16,0 0 0,0 0 0,0 0 0,0 0 0,0 0 15,0 0-15,0 0 0,0 0 0,0 0 0,0 0 16,24 0 0,-24 0-16,0 0 0,25 0 0,-25 0 0,0 0 0,25 0 0,-25 0 15,25 0-15,-25 0 0,0 0 0,25 0 0,-25 0 0,24 0 0,-24 0 16,0-25-16,25 25 0,-25 0 0,0 0 0,0 0 0,0 0 0,25 0 15,-25 0-15,0 0 0,0-25 16</inkml:trace>
  <inkml:trace contextRef="#ctx0" brushRef="#br0" timeOffset="90386.1698">15925 8657 0,'0'0'0,"0"0"0,0 0 16,0 0-16,0 0 0,0 0 0,0 25 0,0-25 0,-25 0 0,25 0 16,0 0-16,0 24 0,0-24 0,0 0 0,0 25 0,0-25 15,0 25-15,0-25 0,0 25 0,0-25 0,0 0 0,0 25 16,0-25-16,0 24 15,0-24-15,0 25 0,0-25 0,0 25 0,0-25 0,0 0 16,0 25-16,0-25 0,0 0 0,0 25 0,0-25 0,0 0 0,0 0 0,0 0 16,0 0-16,0 0 0,25 0 0</inkml:trace>
  <inkml:trace contextRef="#ctx0" brushRef="#br0" timeOffset="90728.1893">16173 8632 0,'24'0'0,"-24"0"0,0 0 0,0 0 0,0 0 0,0 0 0,0 0 16,0 0-16,25 0 0,-25 0 0,0 0 0,0 0 0,25 0 16,-25 0-16,0 0 0,0 0 15,25 0-15,-25 0 0,0 0 0,25 0 16,-25 25-16,0-25 0,0 0 0,0 0 0,0 25 0,0-25 0,0 0 15,0 0-15,0 24 0,0-24 0,0 0 0,0 25 0,-25-25 0,25 25 16,0-25-16,-25 25 0,25-25 0,0 0 0,-25 25 0,25-25 16,-25 24-16,25-24 0,-24 25 15,24-25-15,0 25 0,-25-25 0,25 0 0,0 25 0,0-25 16,0 0-16,0 0 0,0 25 0,0-25 0,0 0 0,0 0 15,0 0-15,0 0 0,25 0 0,-25 24 0,24-24 0,-24 0 16,25 0-16,-25 0 16,25 0-16,0 0 0,0 0 0,-1 0 0,1 0 0,0 0 0,0 0 15,-25 0-15,25 0 0,0 0 0,-1 0 0,-24 0 0,25 0 0,-25 0 16,25 0-16,-25 0 0</inkml:trace>
  <inkml:trace contextRef="#ctx0" brushRef="#br0" timeOffset="91419.2289">16793 9252 0,'25'0'0,"-25"0"0,0-25 15,0 25-15,-25 0 0,25-24 0,0 24 0,0 0 0,0-25 0,0 25 16,0 0-16,0-25 0,0 25 0,0 0 0,-25 0 0,25-25 0,0 25 16,0 0-16,0 0 0,-25 0 0,25-25 15,0 25-15,0 0 0,-25 0 16,25 0-16,0 0 0,0 0 0,-24 0 0,24 0 0,0 25 0,-25-25 15,25 0-15,0 0 0,-25 0 0,25 25 0,0-25 0,-25 25 0,25-25 0,0 0 16,0 25-16,-25-1 0,25-24 0,0 25 16,0-25-16,0 25 0,-24-25 0,24 25 15,0 0-15,0-25 0,0 24 0,0-24 0,0 25 0,0-25 16,0 25-16,0-25 0,0 25 0,24-25 0,-24 25 0,0-25 0,0 0 15,0 24-15,0-24 0,25 0 0,-25 0 0,0 25 0,25-25 16,-25 0-16,0 0 0,0 0 16,25 0-16,-25 0 0,0 0 0,25 0 0,-25 0 15,24 0-15,-24-25 0,0 25 0,25 0 0,-25 0 0,0-24 16,25 24-16,-25-25 0,0 25 0,0 0 0,25-25 0,-25 25 0,0-25 15,0 25-15,25-25 0,-25 25 0,0-24 0,0-1 16,24 25-16,-24-25 0,0 25 0,0-25 16,0 0-16,0 25 0,0-24 0,0 24 0,25 0 0,-25-25 15,0 25-15,0 0 0,0 0 0,0 0 0,0 0 0,0 0 0,0 0 16,0 0-16,0 0 0,0 25 0,0-25 15,-25 0-15,25 24 0,0-24 0,0 25 16,0-25-16,0 25 0,-24-25 0,24 25 0,0-25 16,0 25-16,0-1 0,0-24 0,-25 25 0,25-25 0,0 25 0,0-25 0,0 25 15,0-25-15,0 25 0,0-25 0,0 24 0,0-24 0,0 25 16,0-25-16,0 0 15,0 25-15,0-25 0,0 0 0,0 25 0,25-25 0,-25 0 0,0 0 16,0 25-16,0-25 0,24 0 0,-24 0 0,0 0 0,0 0 16,25 0-16,-25 0 0,0 0 0,25 0 0,-25 0 0,0 0 0</inkml:trace>
  <inkml:trace contextRef="#ctx0" brushRef="#br0" timeOffset="91795.2504">17016 9575 0,'0'0'0,"0"0"0,0 0 16,0 0-16,-25-25 0,25 25 0,0 0 0,0 0 0,0 0 16,0 0-1,0 0-15,25-25 0,-25 25 0,0 0 0,0 0 0,0 0 16,0 0-16,0 0 0,25 0 0,-25 0 0,0 0 0,0 0 0,25 0 15,-25 0-15,0 0 0,0 0 0,0 0 0,0 0 0,24 0 0,-24 25 16,0-25-16,0 0 0,0 0 0,0 0 0,0 0 0,0 25 16,0-25-1,0 0-15,0 0 0,0 24 0,-24-24 0,24 0 0,0 25 0,0-25 16,0 25-16,-25-25 0,25 0 0,0 25 0,0-25 0,-25 25 0,25-25 0,0 24 15,0-24-15,-25 0 0,25 25 0,0-25 0,0 0 16,-25 25-16,25-25 0,0 0 16,0 25-16,0-25 0,-24 0 0,24 25 0,0-25 0,0 0 0,0 0 0,0 0 15,0 24-15,24-24 0,-24 0 0,0 0 16,0 0-16,0 0 0,25 0 0,-25 0 15,25 0-15,-25 0 0,25 0 0,-25 0 0,25 0 0,-1 0 0,-24 0 0,25 0 16,0-24-16,-25 24 0,25 0 0,0 0 0,-25 0 0,24-25 16,1 25-1,-25 0-15,25 0 0</inkml:trace>
  <inkml:trace contextRef="#ctx0" brushRef="#br0" timeOffset="92134.2698">17338 9674 0,'0'0'0,"0"0"0,-24 0 0,24-25 0,0 25 15,0 0-15,0 0 0,0 0 0,0 0 0,0 0 0,0 0 31,24-25-31,-24 25 0,0 0 0,0 0 0,0 0 0,25 0 0,-25 0 0,0 0 0,25 0 0,-25 0 16,0 0-16,0 0 0,25 0 0,-25 0 0,0 0 0,0 0 0,25 0 16,-25 0-16,0 0 0,0 0 0,0 25 0,0-25 15,0 0-15,0 0 0,0 0 16,0 25-16,0-25 0,0 0 0,-25 25 0,25-25 0,0 0 15,0 24-15,0-24 0,-25 0 0,25 25 0,0-25 0,0 25 0,0-25 16,-25 0-16,25 25 0,0-25 0,0 0 0,0 0 0,-25 25 31,25-25-31,0 0 0,0 24 0,0-24 0,0 0 0,-24 0 0,24 0 0,0 25 0,0-25 16,0 0-16,0 0 0,0 0 0,24 0 0,-24 0 0,0 25 15,0-25-15,25 0 0,-25 0 0,0 0 0,25 0 0,0 0 16,-25 0-16,25 0 16,-1 0-16,-24-25 0,25 25 0,0 0 0,0 0 0,-25 0 0,25 0 15,0 0-15,-1-25 0,1 25 0,0 0 0,-25 0 0,25 0 0,0-24 16,-1 24-16</inkml:trace>
  <inkml:trace contextRef="#ctx0" brushRef="#br0" timeOffset="92905.3137">17909 9351 0,'25'0'0,"-25"0"15,0 0-15,0 0 0,0-24 0,0 24 0,0 0 16,0 0-16,0 0 0,25 0 0,-25-25 15,0 25-15,0 0 0,0 0 0,0-25 16,0 25-16,0 0 0,0 0 0,0 0 0,0-25 0,-25 25 0,25 0 16,0 0-16,0 0 0,0-25 0,0 25 0,-25 0 0,25 0 0,0 0 15,0 0-15,-25 0 0,25 0 0,0 0 0,-25 0 0,25 0 16,-24 0-1,24 0-15,-25 0 0,25 0 0,-25 0 0,25 25 0,-25-25 0,25 0 16,-25 25-16,25-25 0,-24 0 0,24 25 0,-25-25 0,25 0 16,0 25-16,-25-25 0,25 24 0,0-24 0,0 25 0,0-25 0,0 25 15,0-25-15,0 0 0,25 25 0,-25-25 0,0 0 0,25 25 16,-25-25-1,0 0-15,24 24 0,-24-24 0,25 0 0,-25 0 0,25 0 0,-25 0 16,25 25-16,-25-25 0,25 0 0,-25 0 0,24 0 0,-24 0 0,25-25 16,-25 25-16,25 0 0,-25 0 0,0 0 0,25-24 0,-25 24 15,25 0-15,-25-25 0,24 25 16,-24-25-16,0 25 0,25-25 0</inkml:trace>
  <inkml:trace contextRef="#ctx0" brushRef="#br0" timeOffset="93493.3474">18256 8830 0,'0'0'0,"0"0"0,0 0 0,0 0 0,0-24 0,0 24 0,0 0 16,0 0-16,0 0 0,0 0 0,0 0 0,0 0 16,0 0-16,0 0 0,-25 0 0,25 0 0,0 0 0,0 24 0,0-24 0,0 0 15,0 25-15,0-25 0,0 25 0,-24-25 0,24 25 16,0 0-16,0-1 15,-25-24-15,25 25 0,0 0 0,0 0 0,0 0 0,-25 0 16,25-25-16,0 24 0,0 1 0,0 0 0,-25 0 0,25 0 0,0-1 16,0 1-16,0 0 0,0-25 0,-25 25 0,25 0 0,0-1 15,0-24-15,0 25 0,0-25 0,0 25 0,0 0 0,0-25 16,0 0-16,0 25 0,0-25 15,0 24-15,0-24 0,0 0 0,0 0 16,0 0-16,0 0 0,0 25 0,25-25 0,-25 0 0,0 0 0,0 0 16,25 0-16,-25 0 0,0 0 0,25 0 0,-25-25 0,25 25 0,-25 0 0,24 0 15,-24 0-15,25 0 0,-25 0 0,25-24 0,-25 24 16,25 0-16,-25 0 0,25-25 0,-25 25 15,24 0-15,-24 0 0,25-25 0,-25 25 16,0 0-16,25-25 0,-25 25 0,0-25 0,0 25 0,25 0 0,-25-24 16,0 24-16,0-25 0,0 25 0,0-25 0,0 25 0,0 0 15,0-25-15,0 25 0,0-25 16,0 25-16,0 0 0,0-24 0,0 24 0,0 0 0,0 0 0,0-25 15,0 25-15,-25 0 0,25 0 0,0 0 0,0 0 0,0 0 0,0 0 16,-25 0-16,25 0 16,0 0-16,0 0 0,0 0 0,0 0 0,-25 0 0,25 25 0,0-25 0,0 0 15,0 24-15,0-24 0,0 25 0,-24-25 0,24 25 0,0 0 16,0-25-16,0 25 0,0-25 0,0 24 0,0-24 15,0 25-15,0-25 0,0 25 0,0 0 16,24-25-16,-24 25 0,0-25 0,0 0 0,0 24 0,0-24 0,25 25 0,-25-25 16,0 0-16,25 25 0,-25-25 0,25 0 0,0 0 15,-25 0-15,24 0 16,1 0-16,-25 0 0,25 0 0,0 0 0,-25 0 0,25-25 0,0 25 15,-1 0-15,-24-25 0,25 25 0,0 0 0,0-24 0,-25 24 0,25-25 16,-25 0-16,24 25 0,-24-25 0,25 0 0</inkml:trace>
  <inkml:trace contextRef="#ctx0" brushRef="#br0" timeOffset="93764.363">18901 8905 0,'0'0'0,"0"0"0,0 0 0,0 0 0,0 0 16,0 0-16,0 0 0,-25 0 15,25 0-15,0 0 0,0 0 0,0 25 0,0-25 0,-24 0 0,24 24 0,0-24 16,0 25-16,0-25 0,0 25 0,-25 0 0,25-25 0,0 25 15,0 0 63,0-1-78,0-24 0,-25 25 0,25 0 0,0 0 0,0 0 0,0-1 0,0 1 0,-25 0 0,25-25 0,0 25 0,0 0 16,0-1-16,0 1 0,-25-25 0,25 25 0,0 0 0,0-25 0,0 25 0,0-25 0,0 24 0,0-24 0,0 25 0,0-25 0,0 25 0,-24-25 0,24 0 0,0 0 0,0 0 0,0 0 0,0 0 0,0 0 0,0 0 0,0 0 0,0-25 0,-25 25 0,25-25 16,0 25-1</inkml:trace>
  <inkml:trace contextRef="#ctx0" brushRef="#br0" timeOffset="93880.3696">18703 9252 0,'0'0'0,"0"0"0,0-25 0,0 25 0,0 0 16,0 0-16,0 0 0,25 0 0,-25 0 0,0 25 0,24-25 16,-24 0-16,25 0 0,-25 0 0,25 0 0,-25 0 15,25 0-15,-25 25 0,25-25 16,-1 0-16,-24 0 0,25 0 0,0 0 0,0 0 0,0 0 15,-1 0-15,-24 25 0,25-25 0,0 0 0,0 0 0,0 0 16,-1 0-16,1-25 0,-25 25 0,25 0 0</inkml:trace>
  <inkml:trace contextRef="#ctx0" brushRef="#br0" timeOffset="94301.3937">19546 8830 0,'0'0'0,"0"0"0,0 0 16,0 0-16,0 0 0,0 0 0,0 0 0,0 0 15,0 0-15,0 0 16,0 0-16,0 0 0,0 0 0,0 0 0,0 0 0,0 25 0,0-25 16,0 0-16,0 0 0,0 25 0,0-25 0,0 25 0,-25-25 15,25 25-15,0-25 0,0 24 0,0 1 0,-25 0 0,25-25 0,0 25 16,-24 0-16,24 0 0,-25-25 0,25 24 0,0 1 15,-25 0-15,25 0 16,0-25-16,-25 25 0,25-1 0,0-24 0,-25 25 0,25 0 0,0-25 0,0 25 16,-24-25-16,24 25 0,0-25 0,0 24 0,-25-24 15,25 25-15,0-25 0,0 0 0,0 0 0,0 25 0,0-25 0,-25 0 16,25 0-16,0 0 15,0 0-15,0 0 0,0 0 0,0 0 0,0 0 0,0-25 16,0 25-16,0 0 0,0 0 0,25-25 0,-25 25 0,0-24 0,0 24 16,0-25-1,25 25-15,-25-25 0</inkml:trace>
  <inkml:trace contextRef="#ctx0" brushRef="#br0" timeOffset="94842.4247">19472 8905 0,'0'0'0,"24"-25"0,-24 25 0,0 0 16,0 0-16,0-25 0,25 25 0,-25 0 0,0 0 0,25 0 15,-25 0-15,25 0 0,-25 0 16,25 0-16,-25 0 0,25 0 0,-25 0 0,24 0 15,-24 0-15,25 0 0,-25 0 0,0 0 0,25 0 0,-25 0 0,25 0 16,-25 25-16,0-25 0,25 0 0,-25 25 0,0-25 0,0 0 16,0 25-1,0-25-15,0 24 0,0-24 0,0 25 0,0 0 0,0-25 0,0 25 0,0 0 16,0-25-16,-25 25 0,25-1 0,0-24 0,0 25 0,0 0 0,0-25 15,-25 25-15,25-25 0,0 25 0,0-1 0,0-24 0,0 0 16,0 25-16,0-25 16,0 25-16,0-25 0,0 0 0,0 0 0,0 25 0,0-25 0,0 0 0,0 0 15,0 0-15,25 25 0,-25-25 0,0 0 0,0 0 0,0 0 16,0 0-16,25 0 0,-25 0 15,0 0-15,24 0 0,-24-25 0,0 25 0,25 0 16,-25-25-16,25 25 0,-25 0 0,0-25 0,25 25 0,-25-25 0,25 1 0,-25 24 16,24-25-16,-24 0 0,25 0 0,-25 25 0,0-25 0,25 1 15,-25-1 1,25 0-16,-25 0 0,0 0 0,0 25 0,25-25 0,-25 1 0,0 24 0,0-25 15,24 25-15,-24-25 0,0 25 0,0 0 0,0 0 0,0-25 0,0 25 16,0 0-16,0 0 0,0 0 0,0 0 0,0 0 16,0 0-16,0 0 15,0 0-15,0 0 0,0 25 0,0-25 0,0 0 0,0 0 0,0 25 0,0-25 16,-24 25-16,24-25 0,0 24 0,0-24 0,0 25 0,-25 0 15,25-25-15,0 25 0,0 0 0,0-25 0,0 25 0,-25-1 16,25-24-16,0 25 0,0 0 0,0 0 0,0-25 16,-25 25-16,25-25 15,0 24-15,0 1 0,0-25 0,0 25 0,-25-25 0,25 25 0,0-25 16,0 25-16,0-25 0,0 24 0,0-24 0,0 0 0,0 25 0,0-25 0,0 25 15,0-25-15,0 0 0,0 0 0,0 25 16,25-25-16,-25 0 0,0 0 0,0 25 16,25-25-16</inkml:trace>
  <inkml:trace contextRef="#ctx0" brushRef="#br0" timeOffset="95183.4439">20017 9500 0,'0'0'0,"0"-25"0,0 25 0,0 0 0,0 0 0,0 0 16,25-24-16,-25 24 0,0 0 0,0 0 0,0 0 0,25 0 15,-25 0 1,0 0-16,0 0 0,0-25 0,0 25 0,25 0 0,-25 0 0,0 0 16,0 25-16,0-25 0,0 0 0,0 0 0,0 0 0,0 0 0,0 0 0,25 0 15,-25 0-15,0 0 0,0 0 0,0 24 0,-25-24 0,25 0 16,0 0-16,0 25 15,0-25-15,0 0 0,0 25 0,0-25 0,-25 25 0,25-25 16,0 0-16,0 25 0,-25-25 0,25 24 0,0-24 0,-25 0 0,25 25 16,0-25-16,-24 25 0,24-25 15,0 0-15,0 25 0,-25-25 0,25 0 0,0 25 0,0-25 0,-25 0 16,25 24-16,0-24 0,0 0 0,0 0 0,0 0 0,0 25 0,0-25 15,0 0 1,0 0-16,0 0 0,25 0 0,-25 0 16,0 0-16,25 0 0,-25 0 0,24 25 0,-24-25 0,25 0 0,0 0 0,-25 0 0,25 0 15,0 0-15,-25 0 0,24-25 0,1 25 0,-25 0 0,25 0 0,-25 0 0,25 0 16,-25 0-16,25-25 0,-25 25 15</inkml:trace>
  <inkml:trace contextRef="#ctx0" brushRef="#br0" timeOffset="95496.4619">20365 9525 0,'0'0'0,"0"0"0,0-25 0,0 25 0,0 0 0,0 0 16,0 0-16,24 0 16,-24 0-16,0 0 0,0 0 0,0 0 0,25 0 0,-25 0 0,0 0 15,0 0-15,25 0 0,-25 0 0,0 0 0,0 25 0,0-25 16,0 0-16,0 0 0,0 0 0,0 0 0,0 25 0,0-25 15,0 0 1,0 25-16,0-25 0,-25 0 0,25 24 0,0-24 0,-25 25 0,25-25 16,-24 0-16,24 25 0,-25-25 0,25 25 0,-25-25 0,25 0 0,-25 25 0,25-25 15,-25 0-15,25 24 0,-24-24 0,24 0 0,-25 25 0,25-25 16,0 0-16,0 0 15,0 25-15,-25-25 0,25 0 0,0 0 0,0 0 16,0 25-16,25-25 0,-25 0 0,0 0 0,0 0 0,25 0 0,-25 0 0,0 0 16,24 25-16,-24-25 0,25 0 0,0 0 0,-25 0 0,25 0 15,0 0-15,-1 0 0,-24 0 16,25 0-16,0 0 0,0 0 0,-25 0 0,25-25 15,-1 25-15,-24 0 0,25 0 0</inkml:trace>
  <inkml:trace contextRef="#ctx0" brushRef="#br0" timeOffset="96029.4923">21158 9054 0,'0'0'0,"0"0"16,0 0-16,0 0 16,0 0-16,0 0 0,0 0 0,0 0 0,25 0 15,-25 0-15,0 0 0,0 0 0,25 0 0,-25 0 0,0 0 0,25 0 16,-25 25-16,25-25 0,-25 0 0,24 0 0,1 0 0,-25 0 15,25 0-15,-25 0 0,25 0 0,-25 24 0,25-24 0,-25 0 16,24 0-16,-24 0 16,0 0-16,25 0 0,-25 0 0,0 0 0,0 0 0,0 0 15,0 0-15,0 0 0,0 0 0,0 0 0,0 0 0,0 0 0,0 0 16,0 0-16,0-24 0</inkml:trace>
  <inkml:trace contextRef="#ctx0" brushRef="#br0" timeOffset="96222.5036">21431 8905 0,'0'0'0,"0"0"0,0 0 0,0 0 0,0 0 15,0 0 1,0 0-16,0 25 0,0-25 0,0 0 0,0 24 0,0-24 0,0 25 0,-25-25 31,25 25-31,0-25 0,0 25 0,0 0 0,-24-25 0,24 25 0,0-1 0,0-24 0,0 25 0,0 0 0,0 0 0,0-25 16,-25 25-16,25-1 0,0 1 0,0-25 0,0 25 15,0-25-15,0 25 0,0-25 0,0 25 0,25-25 0,-25 24 0,0-24 16,0 0-16,0 0 0,0 25 0</inkml:trace>
  <inkml:trace contextRef="#ctx0" brushRef="#br0" timeOffset="96754.534">22299 8880 0,'0'0'0,"0"0"0,0 0 16,-24 0-16,24 0 0,-25 0 0,25 0 0,-25 0 0,25 0 15,-25 25 1,25-25-16,-25 0 0,1 25 0,24-25 0,-25 0 0,0 24 0,25-24 16,-25 25-16,0 0 0,25-25 0,-24 25 0,24 0 0,-25 0 0,25-1 15,-25 1-15,25 0 0,0 0 0,0 0 0,-25-25 0,25 24 0,0 1 16,0 0-16,25 0 0,-25-25 15,0 25-15,0-1 0,0-24 0,25 25 16,-25-25-16,0 25 0,25-25 0,-25 25 0,24-25 0,-24 0 0,0 0 16,25 25 15,-25-25-31,25 0 0,-25 0 15,25 0-15,-25 0 0,0 0 0,25-25 0</inkml:trace>
  <inkml:trace contextRef="#ctx0" brushRef="#br0" timeOffset="96916.5431">22324 9103 0,'0'0'0,"0"0"0,25 0 0,-25 0 16,0 0-16,0 0 0,25 0 0,-25 0 0,25 0 16,-25 0-16,24 0 0,1 0 0,-25 0 0,25 0 0,0 0 0,0 0 15,-1 0-15,-24 0 0,25 0 0,0 0 0,0 0 0,-25 0 16,25 0-1,-1 25-15,-24-25 0,25 0 0,0 0 0,-25 25 0,0-25 0</inkml:trace>
  <inkml:trace contextRef="#ctx0" brushRef="#br0" timeOffset="97252.5624">22746 9302 0,'0'0'0,"0"0"0,0 0 0,0-25 16,0 25-16,0 0 16,0 0-16,0 0 0,0 0 0,0-25 0,0 25 0,25 0 0,-25-25 15,0 25-15,0 0 0,25-24 0,-25 24 0,0 0 0,24-25 16,-24 25-16,0-25 0,25 25 0,-25-25 0,25 25 0,-25-25 15,0 25-15,25-24 0,-25 24 0,0 0 0,25-25 0,-25 25 16,0 0-16,0-25 0,0 25 16,0 0-16,0 0 0,0 0 0,0 0 0,0 0 0,0 0 0,0 0 15,0 0-15,0 0 0,0 0 0,0 0 0,0 0 0,0 0 16,0 0-16,0 25 0,0-25 0,0 0 0,0 25 15,0-25-15,-25 24 0,25-24 0,0 25 16,0 0-16,0-25 0,0 25 0,0-25 0,0 25 0,0-25 16,0 24-16,0 1 0,-25-25 0,25 25 0,0-25 0,0 25 15,0-25-15,0 25 0,0-25 0,0 24 0,0-24 0,0 25 16,0-25-16,0 0 15,0 25-15,0-25 0,0 0 0,0 0 0,0 0 0,0 0 0,0 0 0,0 0 16,0 0-16,0 0 0,0 0 0,0 0 0,0-25 0</inkml:trace>
  <inkml:trace contextRef="#ctx0" brushRef="#br0" timeOffset="97536.5788">23242 8880 0,'0'0'0,"0"0"0,25 0 16,-25 0-16,0 0 0,0 25 0,25-25 0,-25 0 0,0 0 16,24 25-16,-24-25 0,0 24 0,25-24 15,-25 25-15,0-25 0,25 25 0,-25-25 0,0 25 0,0 0 0,0 0 16,0-1-16,0 1 0,0-25 0,0 25 0,0 0 0,-25 0 15,25-1-15,0 1 0,0 0 0,-25 0 0,25-25 0,-24 25 16,24-1-16,0 1 16,-25-25-16,25 25 0,-25 0 0,0-25 0,25 25 0,-25-25 0,25 24 15,-24-24-15,-1 25 0,25-25 0,-25 0 0,25 25 0,-25-25 16,0 0-16,25 0 0,-24 0 0,24 0 0,-25 0 0,25 0 0,0 0 16,-25 0-1</inkml:trace>
  <inkml:trace contextRef="#ctx0" brushRef="#br0" timeOffset="98885.6559">23490 8359 0,'0'0'16,"0"0"-16,-25 0 0,25 0 0,0 0 15,0 0-15,0 0 0,0 0 0,-25 0 0,25 0 16,0 0-16,0 0 0,0 0 0,0 0 0,0 0 0,0 0 0,0 0 0,0 0 15,0 0 1,0 0-16,0 0 0,0 0 0,0 0 0,0 0 0,0 0 0,0 0 0,0 0 16,0 0-16,0 0 0,0 0 0,0 0 0,0 0 0,0 0 15,0 0-15,0 0 0,0 0 0,0 0 0,0 0 0,0 0 16,0 0-16,0 0 15,0 0-15,0 0 0,0 0 0,0 0 0,0 0 0,0 0 16,0 0 0,0 0-16,0 0 0,0 0 0,0 0 0,0 0 0,0 0 0,0 0 0,0 0 0,0 0 0,0 0 0,0-25 0,0 25 15,0 0-15,0 0 0,25 0 0,-25 0 0,0 0 0,0 0 16,0 0-16,0 0 0,0-24 0,0 24 0,0 0 0,0 0 15,0 0-15,0 0 16,0 0-16,0 0 0,0 0 0,0 0 0,0 0 0,0 0 0,0 0 0,0 0 16,0 0-16,0 0 0,0 0 0,0 0 0,0 0 0,0 0 15,0 0 1,0 0-16,0 0 0,0 0 0,0 0 0,0 0 0,0 0 0,0 0 15,0 0-15,0 0 0,0 0 0,0 0 0,0 0 0,0 0 0,0 0 16,0 0-16,0 0 0,0 0 0,0 0 0,0 0 0,0 0 0,0 0 16,0 0-16,0 0 0,0 0 0,0 0 0,0 0 15,0 0 1,0 0-16,0 0 0,0 0 0,0 0 0,0 0 0,0 0 0,0 0 15,0 0-15,0 0 0,0 0 0,0 0 0,0 0 0,0 0 0,0 0 16,0 0-16,0 0 0,0 0 0,0 0 0,0 0 0,0 0 0,0 0 16,0 0-16,0 0 15,0 0-15,0 0 0,0 0 0,0 0 0,0 0 0,0 0 0,0-25 16,0 25-16,0 0 0,0 0 0,25 0 0,-25 0 31,0 0-31,0 0 0,0 0 0,0 0 0,0 0 0,0-25 0,0 25 0,0 0 0,0 0 0,25 0 0,-25 0 16,0 0-16,0 0 0,0 0 0,25 0 15,-25-25-15,0 25 0,0 0 0,0 0 0,24 0 0,-24 0 0,0 0 0,0 0 16,25 0-16,-25 0 0,0 25 0,0-25 0,25 0 15,-25 0-15,0 0 0,0 0 0,0 0 0,0 0 16,0 0-16,0 0 0,0 25 0,0-25 0,0 0 31,0 0-31,0 0 0,0 25 0,0-25 0,0 0 0,0 24 0,-25-24 0,25 0 0,0 25 0,0-25 0,-25 25 16,25-25-16,-24 0 0,24 25 0,0-25 0,-25 25 0,25-25 0,0 0 15,-25 24-15,25-24 0,0 0 0,-25 25 0,25-25 16,0 0-16,0 0 0,0 25 16,0-25-16,-25 0 0,25 0 0,0 0 0,0 0 15,0 0-15,0 25 0,0-25 0,0 0 0,25 0 0,-25 0 0,0 0 16,0 0-16,0 0 0,0 0 0,25 0 0,-25 0 0,25 0 0,-25 0 15,25 0-15,-25 0 0,24 0 0,-24 25 0,25-25 16,-25 0-16,25 0 16,0 0-16,-25 0 0,25 0 0,-1 0 0,-24 0 0,25 0 0,-25 0 15,25 0-15,-25 0 0,25 0 0,-25 0 0,25 0 0</inkml:trace>
  <inkml:trace contextRef="#ctx0" brushRef="#br0" timeOffset="99080.6671">23887 8458 0,'0'0'16,"0"0"-16,0-24 0,0 24 15,0 0-15,0 0 0,0 0 0,0 0 0,25 0 0,-25 0 0,0 0 16,0 0-16,0 0 0,25 0 0,-25 0 0,0 0 0,24 0 16,-24 0-1,25 0-15,-25 0 0,0 0 0,25 0 0,-25 0 0,25 0 0,-25 0 0,0 0 16,25 24-16,-25-24 0,0 0 0,0 0 0,24 0 0,-24-24 15,0 24-15,0 0 0,0 0 0,0 0 0,0 0 0,0 0 16,0 0-16</inkml:trace>
  <inkml:trace contextRef="#ctx0" brushRef="#br0" timeOffset="99272.6781">24036 8359 0,'0'0'16,"0"0"-16,0 0 0,0 0 0,-25 0 0,25-25 15,0 25-15,0 0 0,0 0 0,0 0 0,0 25 0,0-25 16,0 0-16,0 0 0,0 0 0,0 0 16,0 25-16,0-25 0,0 0 0,-25 25 0,25-25 0,0 0 0,0 25 15,0-25-15,0 24 0,-25-24 0,25 25 0,0-25 16,0 25-16,0-25 0,-24 25 15,24-25-15,0 25 0,0-25 0,0 24 0,-25-24 0,25 25 0,0-25 0,0 25 16,0-25-16,0 0 0,0 25 0,0-25 0,0 0 16,0 0-1,0 25-15,0-25 0,0 0 0,25 0 0,-25 0 0,0 0 0</inkml:trace>
  <inkml:trace contextRef="#ctx0" brushRef="#br0" timeOffset="99739.7047">24383 8334 0,'0'0'0,"0"-24"0,0 24 16,0 0-16,0 0 0,0 0 0,0 0 0,0 0 0,0 0 0,0 0 15,0-25-15,0 25 0,0 0 16,0 0-16,0 0 0,0 0 0,25 0 0,-25 0 15,0 0-15,0 0 0,0 0 0,25 0 0,-25 0 0,0 0 0,24 0 32,-24 0-32,0 0 0,0 0 0,25 0 0,-25 0 0,0 0 0,25 0 0,-25 25 0,0-25 0,0 0 0,0 0 0,0 24 15,0-24 1,-25 0-16,25 25 0,0-25 0,0 0 0,-25 25 0,25-25 0,0 25 0,-24-25 15,24 0-15,0 25 0,-25-25 0,25 24 0,0-24 0,-25 0 0,25 25 16,0-25-16,0 0 16,-25 0-16,25 25 0,0-25 0,0 0 0,0 0 0,0 25 0,0-25 0,0 0 15,0 0-15,0 25 0,0-25 0,0 0 0,0 0 0,0 0 16,0 24-16,0-24 15,0 0-15,0 0 0,25 25 0,-25-25 0,0 0 0,0 0 16,0 25-16,0-25 0,0 0 0,25 0 0,-25 25 0,0-25 0,0 0 0,0 0 16,0 25-16,0-25 0,0 0 0,0 0 0,0 24 0,0-24 15,0 0-15,0 0 16,-25 25-16,25-25 0,0 0 0,-25 0 0,25 0 0,0 25 0,-25-25 15,25 0-15,-24 0 0,24 0 0,-25 0 0,25 25 0,0-25 16,-25 0-16,25 0 0,0 0 0,0 0 0,-25 0 0,25 0 16,0 0-16,0 0 0,0 0 0,0 0 0,0 0 15,25 0-15,-25 0 0</inkml:trace>
  <inkml:trace contextRef="#ctx0" brushRef="#br0" timeOffset="100397.7421">24978 9153 0,'0'0'0,"25"-25"0,-25 25 16,0 0-16,0-25 0,0 25 0,0 0 0,0 0 0,0-24 0,0 24 15,0 0-15,0-25 0,0 25 0,0 0 0,0-25 16,0 25-16,-25 0 16,25 0-16,0-25 0,0 25 0,0 0 0,-24 0 0,24-25 0,0 25 0,-25 0 15,25 0-15,-25 0 0,25 0 0,0 0 0,-25 0 0,25 0 16,-25 0-16,0 0 0,25 25 0,-24-25 0,-1 0 0,25 0 15,-25 25-15,0-25 16,25 25-16,-25-25 0,25 25 0,-24-1 0,24-24 0,-25 25 0,25-25 16,0 25-16,0 0 0,0-25 0,-25 25 0,25-1 0,0-24 15,0 25-15,25-25 0,-25 25 0,0-25 0,0 25 0,0-25 16,25 25-16,-25-25 0,24 0 0,-24 24 0,0-24 0,25 0 15,-25 25 1,25-25-16,-25 0 0,25 0 0,0 0 0,-25 0 16,24 0-1,-24 0-15,25 0 0,-25 0 0,25 0 0,-25-25 0,25 25 0,-25 0 0,25 0 0,-25-24 0,25 24 0,-25 0 0,24-25 0,-24 25 0,0-25 16,25 25-16,-25-25 0,25 0 0,-25 25 0,0-24 0,25-1 15,-25 25-15,0-25 0,25 0 0,-25 25 0,0-25 16,0 25-16,0-24 0,0 24 16,24 0-16,-24-25 0,0 25 0,0 0 0,0 0 0,0 0 0,0 0 0,-24 0 15,24 25-15,0-25 0,0 0 0,0 24 0,-25-24 0,25 25 16,0-25-16,0 25 15,-25 0-15,25-25 0,-25 25 0,25-1 0,0 1 0,0-25 16,-25 25-16,25 0 0,0-25 0,0 25 0,-24-1 0,24-24 0,0 25 16,0-25-16,0 25 0,0-25 0,0 25 0,0-25 0,0 25 15,0-25-15,0 24 0,0-24 0,0 0 16,0 25-16,24-25 0,-24 0 0,0 0 15,0 25-15,25-25 0,-25 0 0,0 0 0,25 0 0,-25 25 0,0-25 16</inkml:trace>
  <inkml:trace contextRef="#ctx0" brushRef="#br0" timeOffset="100829.7671">25226 9475 0,'0'0'0,"0"0"16,0 0-16,0 0 0,0 0 0,0 0 0,0 0 0,0 0 0,25 0 15,-25 0-15,0 0 0,0 0 0,0 0 0,0 0 0,0 0 16,25 0-16,-25 0 0,0 0 0,0 0 0,0 0 15,25 0-15,-25 0 16,0 0-16,0 0 0,0 25 0,0-25 0,0 0 0,0 0 0,0 0 16,0 25-16,0-25 0,0 0 0,0 0 0,0 25 0,-25-25 15,25 25-15,0-25 0,-25 0 0,25 24 0,0-24 0,-25 25 0,25-25 16,-24 0-16,24 25 0,-25-25 0,25 0 15,0 25-15,-25-25 0,25 0 16,0 25-16,-25-25 0,25 0 0,0 24 0,0-24 0,0 0 0,0 0 16,-25 0-16,25 25 0,0-25 0,0 0 0,0 0 0,25 0 0,-25 0 0,0 0 31,0 25-31,0-25 0,0 0 15,25 0-15,-25 0 0,0 0 0,25 0 0,-25 0 0,0 0 0,25 0 0,-25 0 0,24 0 16,1 0-16,-25 0 0,25 25 0,-25-25 0,25 0 0,-25 0 0,25 0 0,-25 0 16,24 0-16,-24 0 0,25 0 0,-25 0 0,25 0 0,-25 0 0,0 0 15,25 0-15,-25 0 0</inkml:trace>
  <inkml:trace contextRef="#ctx0" brushRef="#br0" timeOffset="101578.81">25623 9525 0,'0'0'0,"0"0"15,0 0-15,0-25 0,0 25 0,0 0 0,0 0 0,0 0 0,0 0 16,0 0-16,0-25 0,0 25 0,0 0 0,0 0 0,25 0 15,-25 0-15,0 0 0,0 0 16,0 0-16,25 0 0,-25-24 0,0 24 0,0 0 0,0 0 0,25 0 16,-25 0-16,0 0 0,0 0 0,0 0 0,24 0 0,-24 0 15,0 0-15,0 24 0,0-24 0,0 0 0,0 0 16,0 0-16,0 25 0,0-25 15,0 0-15,0 0 0,0 25 0,0-25 0,0 25 0,-24-25 16,24 0-16,0 25 0,0-25 0,-25 0 0,25 24 0,0-24 0,-25 0 0,25 25 16,0-25-16,-25 0 0,25 25 0,0-25 0,-25 0 15,25 25-15,0-25 16,-24 0-16,24 0 0,0 0 0,0 0 0,-25 0 0,25 25 0,0-25 0,0 0 15,0 0-15,0 0 16,0 0-16,0 0 0,0 0 0,0 0 0,25 0 0,-25 0 0,0 0 16,0 0-16,24 0 0,-24 0 0,0 0 0,25 0 0,-25 0 0,0 0 15,25 0-15,-25 0 0,0 0 0,25 0 0,-25 0 0,0 0 16,0 0-16,25 0 15,-25 24-15,0-24 0,0 0 0,0 0 0,0 25 0,0-25 0,0 0 0,0 0 0,0 25 16,0-25-16,0 0 0,0 25 0,0-25 0,-25 0 16,25 0-16,0 25 0,0-25 15,-25 0-15,25 0 0,0 24 0,0-24 0,-25 0 0,25 0 0,0 0 16,-25 25-16,25-25 0,0 0 0,0 0 0,-24 0 0,24 0 0,0 0 15,0 0-15,0 0 0,0 0 0,0 0 0,0 0 16,0 0-16,0 0 16,0-25-16,0 25 0,0 0 0</inkml:trace>
  <inkml:trace contextRef="#ctx0" brushRef="#br0" timeOffset="102157.8431">26343 9227 0,'0'-24'0,"0"24"0,0 0 0,0 0 15,24 0-15,-24-25 0,0 25 0,0 0 0,0-25 0,0 25 16,0 0-16,0 0 0,0 0 0,0 0 0,0-25 0,0 25 15,0 0-15,-24 0 0,24 0 0,0 0 0,0 0 0,0 0 16,0 0-16,-25 0 16,25 0-16,0 0 0,0 0 0,-25 0 0,25 0 0,0 0 15,-25 0-15,25 0 0,0 0 0,-25 0 0,25 0 0,0 0 0,-24 0 16,24 0 15,0 0-31,-25 0 0,25 0 0,-25 25 0,25-25 0,-25 0 0,25 0 0,0 25 0,-25-25 0,25 0 0,-24 25 0,24-25 0,0 24 0,0-24 0,-25 25 0,25-25 16,0 25-16,0 0 0,0-25 0,0 25 15,0-25-15,0 24 0,0-24 0,25 25 16,-25-25-16,0 0 0,0 25 0,0-25 0,24 0 0,-24 25 15,0-25-15,0 0 0,25 0 0,-25 25 0,0-25 0,25 0 0,-25 0 16,25 0-16,-25 0 0,25 0 0,-25-25 0,0 25 0,24 0 0,-24 0 16,25-25-1,-25 25-15,25 0 0,-25-25 0,25 25 0,0-25 0,-25 1 0,24 24 16,-24-25-16</inkml:trace>
  <inkml:trace contextRef="#ctx0" brushRef="#br0" timeOffset="102735.8761">26615 8706 0,'0'-24'0,"0"24"16,0 0-16,0 0 0,0 0 0,0-25 16,0 25-16,0 0 0,0 0 0,0 0 0,0 0 15,0 0-15,0 0 0,0 0 0,0 25 0,0-25 0,0 0 16,-24 0-16,24 24 0,0-24 0,0 25 0,0-25 0,0 25 0,-25 0 31,25-25-31,0 25 0,-25-1 0,25 1 0,0 0 0,-25 0 0,25 0 0,0-1 16,-25 1-16,25 0 0,0 0 0,-24 0 0,24 0 0,0-1 0,-25 1 0,25 0 15,0 0-15,0-25 0,0 25 0,0-1 0,0 1 16,0 0-16,0-25 0,0 25 0,0 0 15,0-25-15,0 24 0,0-24 0,0 25 0,0-25 16,0 0-16,0 25 0,0-25 0,25 0 0,-25 25 0,0-25 16,0 0-16,0 0 0,24 0 0,-24 0 0,0 0 0,25 0 0,-25 0 15,0 0-15,25 0 0,-25 0 0,25 0 0,-25 0 16,25 0-16,-25 0 15,24-25-15,1 25 0,-25 0 0,25 0 0,-25-25 0,25 25 0,-25 0 0,0-25 16,25 25-16,-25-24 0,24 24 0,-24-25 0,0 25 0,25-25 16,-25 25-16,0-25 0,0 25 0,0-25 0,25 25 0,-25-24 15,0-1-15,0 25 0,0-25 16,0 25-16,0-25 0,0 25 0,0-25 0,0 25 15,0 0-15,0 0 0,0-24 0,0 24 0,0 0 0,0 0 0,0 0 0,-25 0 16,25 24-16,0-24 0,0 0 0,-25 0 0,25 0 0,0 25 16,-24-25-16,24 0 0,0 25 0,-25-25 15,25 25-15,0-25 0,-25 25 16,25-25-16,0 24 0,0 1 0,-25-25 0,25 25 0,0-25 0,0 25 0,0 0 0,0-25 15,0 24 1,0-24-16,0 25 0,0-25 0,0 0 0,0 25 0,25-25 0,-25 25 0,0-25 16,0 0-16,25 25 0,-25-25 0,25 0 0,-25 0 0,24 0 0,-24 24 15,25-24-15,0 0 0,0 0 0,-25 0 0,25 0 0,-1 0 16,1 0-16,-25-24 15,25 24-15,0 0 0,0 0 0,-1-25 0,-24 25 0,25-25 0,0 25 16,-25-25-16,25 25 0</inkml:trace>
  <inkml:trace contextRef="#ctx0" brushRef="#br0" timeOffset="102988.8906">27360 8880 0,'0'0'0,"0"0"0,0 0 16,0 0-16,0 0 15,0 0-15,0 25 0,-25-25 0,25 0 0,0 25 0,0-25 16,0 0-16,0 24 0,-25 1 0,25-25 0,0 25 0,0 0 0,0-25 15,0 25-15,0 0 0,-25-1 0,25-24 0,0 25 0,0 0 16,0 0-16,0 0 0,0-25 0,-25 24 0,25 1 0,0 0 16,0-25-16,0 25 15,0 0-15,0-25 0,0 24 0,-24-24 0,24 25 0,0-25 16,0 25-16,0-25 0,0 0 0,0 25 0,0-25 0,0 0 15,0 0-15,0 0 0,0 0 0,0 0 0,0 0 0,0 0 16,-25-25-16,25 25 0,0 0 0,0-25 0,0 25 0</inkml:trace>
  <inkml:trace contextRef="#ctx0" brushRef="#br0" timeOffset="103130.8987">27186 9227 0,'0'0'0,"0"0"0,0 0 0,0-24 0,0 24 0,0 0 15,0 0-15,0 0 0,0 0 0,25 0 0,-25 0 16,0 0-16,0 0 0,25 0 0,-25 0 0,0 0 16,24 0-16,-24 24 0,25-24 0,-25 0 0,25 0 0,-25 0 15,25 0-15,-25 0 16,25 0-16,-1 0 0,-24 0 0,25 0 0,0 0 0,0 0 15,-25 0-15,25 0 0,-1 0 0,1 0 0,0 0 0,0 0 0,0 0 16,-1 0-16,1 0 0</inkml:trace>
  <inkml:trace contextRef="#ctx0" brushRef="#br0" timeOffset="103435.9159">28079 8930 0,'0'0'0,"0"0"0,0 0 16,0 0-16,0-25 0,0 25 0,0 0 0,0 0 0,0 0 0,0 0 15,0 0-15,0 25 0,0-25 0,0 0 0,0 0 0,25 0 16,-25 0-16,0 24 0,0-24 0,0 25 0,0-25 16,-25 25-16,25-25 0,0 25 0,0 0 15,0-25-15,-25 25 0,25-1 0,0 1 0,0-25 16,-25 25-16,25 0 0,-25 0 0,25-25 0,0 24 0,-24 1 15,24 0-15,-25-25 0,25 25 0,0 0 0,-25-25 0,25 24 16,0-24-16,-25 25 0,25-25 0,0 25 0,0-25 0,-25 0 16,25 25-16,0-25 0,0 0 15,0 0-15,0 0 0,-24 0 0,24 0 0,0 0 16,0 0-16,0 0 0,0 0 0,0 0 0,0 0 0,0-25 0,0 25 15,24 0-15,-24-25 0,0 25 0,0-25 0,0 1 0,25 24 0</inkml:trace>
  <inkml:trace contextRef="#ctx0" brushRef="#br0" timeOffset="103893.9421">28153 8930 0,'25'0'0,"-25"0"0,0 0 0,0 0 0,25 24 16,-25-24-16,0 0 0,0 0 0,0 25 0,0-25 16,0 0-16,0 25 0,0-25 0,0 25 0,0-25 0,0 25 15,0-25-15,0 25 16,0-25-16,0 24 0,0-24 0,0 25 0,0 0 0,0-25 15,0 25-15,0-25 0,0 25 0,0-25 0,0 24 0,0-24 0,0 25 0,0-25 16,0 25-16,0-25 0,0 0 0,0 25 16,0-25-16,0 0 0,0 0 0,0 0 0,0 0 15,0 0-15,0 0 0,25 0 0,-25 0 0,0 0 0,0 0 0,0 0 16,25-25-16,-25 25 0,0 0 0,24-25 0,-24 25 0,0 0 15,25-25 32,-25 1-31,25 24-16,-25-25 0,0 25 0,25-25 0,-25 0 0,0 0 0,25 25 0,-25-24 0,24-1 0,-24 25 0,0-25 0,25 0 0,-25 25 0,0-25 0,0 25 0,25 0 0,-25-25 0,0 25 0,0 0 0,0 0 0,0-24 0,0 24 0,0 0 0,0 0 0,0 24 15,0-24-15,0 0 0,0 0 0,0 25 0,0-25 16,-25 25-16,25-25 0,0 25 0,0 0 0,0-25 16,-25 25-16,25-1 0,0-24 0,-24 25 15,24 0-15,0-25 0,0 25 0,-25 0 0,25-1 0,0-24 0,0 25 16,0 0-16,-25-25 0,25 25 0,0 0 0,0-25 0,0 24 15,0-24-15,0 25 16,-25-25-16,25 25 0,0-25 0,0 25 0,0-25 0,0 0 0,0 25 16,0-25-16,0 0 0,0 0 0,0 24 0,25-24 0,-25 0 0,0 0 15,0 0-15,25 0 0,-25 0 0,0 0 0,25 0 0,-25 0 16,0 0-16</inkml:trace>
  <inkml:trace contextRef="#ctx0" brushRef="#br0" timeOffset="104227.9614">28501 9500 0,'0'0'0,"0"-25"0,0 25 0,0 0 0,24 0 16,-24-24-16,0 24 0,0 0 0,0-25 0,0 25 0,0 0 16,0 0-16,25-25 0,-25 25 0,0 0 0,0 0 15,0 0-15,0 0 0,0 0 16,0 0-16,25 0 0,-25 0 0,0 0 0,0 0 0,0 0 15,0 0-15,0 0 0,0 0 0,25 25 0,-25-25 0,0 0 16,0 0-16,0 0 0,0 0 0,0 25 0,0-25 0,0 0 0,0 0 16,0 24-16,-25-24 0,25 0 0,0 25 0,0-25 0,0 0 15,-25 25-15,25-25 0,-25 0 16,25 25-16,0-25 0,-24 0 0,24 25 0,-25-25 15,25 0-15,0 24 0,-25-24 0,25 0 0,-25 25 0,25-25 16,0 0-16,0 0 0,0 25 0,0-25 0,0 0 16,0 0-16,0 0 0,0 25 0,0-25 0,0 0 0,25 0 0,-25 0 15,0 0-15,25 25 0,-25-25 0,25 0 0,-25 0 0,24 0 16,1 0-1,-25 0-15,25 0 0,0 0 0,0 0 0,-25 0 0,24 0 0,1 0 16,-25 0-16,25 0 0,0 0 0,-25 0 0,25-25 0,-25 25 0,24 0 0</inkml:trace>
  <inkml:trace contextRef="#ctx0" brushRef="#br0" timeOffset="104644.9853">28947 9475 0,'0'0'0,"0"0"0,0 0 0,0-24 15,0 24-15,0 0 0,0 0 0,0 0 0,25 0 0,-25 0 16,0 0-16,0 0 15,0 0-15,0 0 0,25 0 0,-25 0 0,0 0 0,24 0 16,-24 0-16,0 0 0,25 0 0,-25 0 0,0 0 0,0 24 0,0-24 16,0 0-16,25 0 0,-25 0 0,0 25 0,0-25 0,-25 0 0,25 0 15,0 25-15,0-25 0,0 0 0,0 0 0,-25 25 0,25-25 16,0 0-1,-24 0-15,24 25 0,0-25 0,-25 0 0,25 0 0,0 24 0,-25-24 0,25 0 16,-25 25-16,25-25 0,-25 0 0,25 0 0,-24 25 0,24-25 16,-25 0-16,25 0 0,0 25 0,0-25 0,-25 0 0,25 0 15,0 0-15,0 25 16,0-25-16,0 0 0,0 0 0,0 0 0,0 0 0,25 24 0,-25-24 0,0 0 0,0 0 15,0 0-15,25 0 0,-25 25 0,0-25 0,0 0 16,0 0-16,24 0 16,-24 25-16,0-25 0,0 0 0,0 0 0,0 25 0,0-25 0,25 0 15,-25 25-15,0-25 0,0 0 0,-25 24 0,25-24 0,0 0 0,0 0 16,0 0-16,0 25 0,-24-25 0,24 0 0,-25 0 0,25 0 15,-25 0-15,25 0 0,-25 0 16,0 0-16,1 0 0,-1 0 0,0 0 0,0 0 0,0 0 16,1 0-16,-1-25 0,0 25 0,-25 0 0,26-24 0,-26 24 0,25-25 15</inkml:trace>
  <inkml:trace contextRef="#ctx0" brushRef="#br0" timeOffset="105797.0512">9922 10691 0,'0'0'0,"0"0"16,0 0-16,0 0 0,0 0 0,0 0 0,0 0 0,0 0 0,0 0 15,0 0-15,25 0 0,-25 0 0,0 0 16,0 0-16,0 0 0,0 0 0,0 0 16,24 0-16,-24 0 0,0 0 0,0 0 0,25 0 0,-25 0 15,25 0-15,-25 25 0,0-25 0,25 0 0,-25 0 0,0 0 0,25 0 16,-25 0-16,25 0 0,-25 0 15,24 0-15,-24 0 0,0 0 16,25 0-16,-25 0 0,0 0 0,0 0 0,0 0 0,0 0 0,0 0 0,25 0 0,-25 0 0,0 0 16,0 0-16,0 0 0,0 0 0</inkml:trace>
  <inkml:trace contextRef="#ctx0" brushRef="#br0" timeOffset="106028.0644">10120 10567 0,'0'0'0,"0"0"0,0 0 15,-24 0-15,24 0 0,0 0 0,0 0 0,0 0 0,0 0 0,0 0 16,0 0-16,0 0 0,0 0 16,0 0-16,0 0 0,0 0 15,0 25-15,0-25 0,0 0 0,0 24 0,0-24 0,0 25 0,0-25 0,0 25 16,0-25-16,0 25 0,0 0 0,0-25 0,0 24 0,0-24 0,0 25 15,0 0-15,0-25 0,0 25 0,-25-25 16,25 25-16,0-1 0,0-24 0,0 25 0,0-25 16,-25 25-16,25-25 0,0 25 0</inkml:trace>
  <inkml:trace contextRef="#ctx0" brushRef="#br0" timeOffset="106507.0918">11361 10517 0,'0'0'0,"-25"0"0,25 0 15,0 0-15,-25 0 0,25 0 0,-25 0 0,25 0 0,-25 0 0,25 0 16,-24 25-16,24-25 0,-25 0 0,25 25 0,-25-25 0,25 25 16,0-1-16,-25 1 0,25-25 0,0 25 0,0 0 0,0 0 15,0-1-15,-25 1 16,25 0-16,0 0 0,0-25 0,0 25 0,25-1 0,-25 1 15,0-25-15,0 25 0,0 0 0,25-25 0,-25 25 0,0-25 0,25 0 16,-25 24-16,0-24 0,25 0 0,-25 25 0,24-25 0,-24 0 0,0 0 16,25 0-1,-25 0-15,0 0 0</inkml:trace>
  <inkml:trace contextRef="#ctx0" brushRef="#br0" timeOffset="106731.1047">11559 10765 0,'0'0'0,"0"0"0,0 0 0,0 0 16,0 0-16,0 0 0,0 0 0,25 0 0,-25 0 0,0 0 15,0 0-15,0 0 0,25 0 0,-25 0 0,24 0 0,-24 0 16,25 0-16,-25 0 0,25 0 0,-25 0 0,25 0 0,0 0 15,-25 0-15,24 0 0,1 0 16,0 0-16,-25 0 0,25 0 0,-25 0 0,25 0 0,-25 0 16</inkml:trace>
  <inkml:trace contextRef="#ctx0" brushRef="#br0" timeOffset="107063.1237">11956 10864 0,'0'0'0,"0"0"16,0 0-16,0 0 0,0 0 0,0 0 0,0 0 15,25 0-15,-25 0 0,0 0 0,0-24 0,24 24 0,-24 0 16,0 0-16,25-25 15,-25 25-15,25-25 0,-25 25 0,25 0 0,-25-25 0,0 25 16,25-25-16,-25 25 0,24-24 0,-24 24 0,25-25 0,-25 25 0,0-25 16,25 25-16,-25-25 0,0 0 0,25 25 0,-25-24 0,0 24 15,0 0-15,0-25 16,0 25-16,0 0 0,0-25 0,0 25 0,0 0 0,0 0 0,0 0 15,0 0-15,0 0 0,0 0 0,0 0 0,0 0 0,0 25 0,0-25 16,0 0-16,0 0 0,0 25 0,0-25 0,0 24 0,0-24 16,0 25-16,0-25 15,0 25-15,0-25 0,0 25 0,0 0 0,0-25 0,0 24 16,-25-24-16,25 25 15,0-25-15,0 25 0,0 0 0,0-25 0,25 25 0,-25-25 0,0 24 0,0-24 0,0 0 16,0 25-16,0-25 0,0 25 0,0-25 0,0 0 16,0 0-16,0 0 0,0 0 0,0 0 0,0 0 0,0 0 0,0 0 0</inkml:trace>
  <inkml:trace contextRef="#ctx0" brushRef="#br0" timeOffset="107317.1382">12452 10517 0,'0'0'0,"0"0"16,0 0-16,0 0 0,25 0 0,-25 0 0,0 25 16,0-25-16,0 0 0,25 0 15,-25 0-15,0 25 0,24-25 0,-24 0 0,0 25 0,0-25 0,25 24 0,-25-24 16,0 25-16,25-25 0,-25 25 0,0-25 15,25 25-15,-25-25 0,0 25 16,0-1-16,0-24 0,0 25 0,0 0 0,0 0 0,0-25 0,-25 25 0,25-1 0,0-24 16,-25 25-16,25 0 0,-25-25 0,25 25 0,-24-25 15,24 25-15,-25-25 0,25 24 0,-25-24 0,25 0 0,-25 25 16,25-25-16,0 0 15,-25 0-15,25 0 0</inkml:trace>
  <inkml:trace contextRef="#ctx0" brushRef="#br0" timeOffset="108132.1848">12774 10294 0,'0'-25'15,"0"25"-15,0 0 0,0 0 0,-24 0 0,24 0 0,0 0 16,0-25-1,0 25-15,0 0 0,0 0 0,0 0 0,0 0 0,0-24 0,0 24 16,0 0-16,0 0 0,0 0 0,0 0 0,0 0 0,0-25 0,0 25 16,0 0-16,24 0 0,-24 0 0,0 0 0,0 0 0,0 0 15,0 0-15,25 0 0,-25 0 0,0 0 0,0 0 16,0 0-16,0 0 0,25 0 15,-25 0-15,0 0 0,0 0 0,0 0 0,0 0 0,0 25 0,0-25 0,0 0 16,25 0-16,-25 0 0,-25 24 0,25-24 0,0 0 0,0 0 16,0 25-1,0-25-15,0 25 0,-25-25 0,25 0 0,0 25 0,-25-25 0,25 25 0,0-25 16,0 0-16,-24 24 0,24-24 0,0 0 0,0 25 0,-25-25 0,25 0 15,0 25-15,0-25 0,0 0 0,0 0 0,0 0 0,0 0 16,0 25 0,0-25-16,0 0 0,25 0 0,-25 0 0,0 0 0,0 0 0,24 0 0,-24 0 15,0 0-15,25 0 0,-25 0 0,25 0 0,-25 0 0,25 0 0,-25 0 16,25 0-16,-25 0 0,24 0 0,-24 0 0,25 0 15,-25 0-15,25 0 0,-25 0 0,25 0 0,-25 0 16,25 0-16,-25-25 0,0 25 0</inkml:trace>
  <inkml:trace contextRef="#ctx0" brushRef="#br0" timeOffset="108336.1965">13072 10319 0,'0'0'0,"0"0"15,0 0-15,0 0 0,0 0 0,25 0 0,-25 0 0,0 0 16,0 0-16,0 0 0,0 0 0,0 0 0,25 0 15,-25 0-15,0 0 0,24 0 0,-24 0 16,0 0-16,25 0 0,-25 0 0,25 0 0,-25 0 0,25 0 0,-25 0 0,0 0 16,25 0-16,-25 0 0,25 0 0,-25 0 0,0 0 0,0 0 0,24 0 15,-24-25-15,0 25 0,0 0 0,0 0 16,0 0-16,0 0 0,0 0 15</inkml:trace>
  <inkml:trace contextRef="#ctx0" brushRef="#br0" timeOffset="108529.2075">13221 10170 0,'0'0'0,"0"0"0,0 0 0,0 0 0,0 0 15,0 0-15,0 0 0,0 0 0,0 0 16,0 0-16,0 25 0,0-25 0,0 0 0,0 25 0,0-25 16,0 24-16,0 1 0,-25-25 0,25 25 0,0-25 0,0 25 0,0 0 15,0-25-15,0 24 0,0-24 0,0 25 0,0 0 16,0-25-16,0 25 15,0-25-15,0 25 0,0-25 0,0 24 0,0-24 0,0 0 0,0 0 16,25 25-16,-25-25 0,0 0 0,0 0 0,0 0 0,25 0 0,-25 0 16</inkml:trace>
  <inkml:trace contextRef="#ctx0" brushRef="#br0" timeOffset="108912.2294">13643 10220 0,'0'0'0,"0"0"0,0 0 0,0-25 0,24 25 0,-24 0 0,0 0 0,0 0 0,0 0 0,0 0 0,0 0 0,0 0 0,0 0 0,0 0 0,0 0 0,0 0 0,0 0 0,0 0 0,-24 0 0,24 0 0,0 0 0,0 0 0,0 0 0,0 25 0,-25-25 0,25 0 16,0 0-16,0 24 0,-25-24 15,25 25-15,0-25 0,-25 0 0,25 25 16,0-25-16,0 0 0,-25 25 0,25-25 0,0 0 0,0 25 0,0-25 0,0 0 0,0 0 16,0 0-16,-24 24 0,24-24 0,0 0 0,0 0 0,0 0 15,0 0-15,24 0 0,-24 0 0,0 0 0,0 0 0,0 0 16,0 0-1,25 0-15,-25 0 0,0 0 0,25 0 0,-25 0 0,0 0 0,25 0 0,-25 0 16,25 0-16,-25 0 0,24 0 0,-24 0 0,25 0 0,-25 0 16,25 0-1,-25 0-15,25 0 16,-25 0-16,25 0 0,-1 0 0,-24 0 0,25 0 0,-25 0 0,25 0 0,-25 0 0,25 0 0,-25 0 0,0 0 0,25 0 0,-25 0 0,0 0 15,0 0-15,24 0 0,-24 0 16,0-24-16,0 24 0,0 0 0,0 0 16</inkml:trace>
  <inkml:trace contextRef="#ctx0" brushRef="#br0" timeOffset="109105.2404">13891 10244 0,'0'0'0,"0"0"0,0-24 0,0 24 16,0 0-16,0 0 15,0 0-15,0 0 0,0 0 0,0 24 0,0-24 0,0 0 16,0 0-16,0 25 0,0-25 0,0 25 0,0-25 0,0 25 0,0-25 15,0 25-15,0-25 0,0 24 0,0 1 0,0-25 0,-25 25 0,25 0 16,0-25-16,0 25 0,0-25 0,0 24 16,0 1-16,-25-25 0,25 25 15,0-25-15,0 0 0,0 25 0,0-25 0,0 0 0,-25 25 0</inkml:trace>
  <inkml:trace contextRef="#ctx0" brushRef="#br0" timeOffset="109871.2843">14759 10616 0,'0'-24'0,"-25"24"0,25 0 16,0-25-16,0 25 0,-25-25 0,25 25 0,0 0 0,0-25 15,-25 25-15,25-25 0,0 25 0,0 0 0,-24-24 0,24 24 16,0 0-16,0-25 0,-25 25 0,25 0 0,0 0 0,0 0 0,0 0 15,0 0-15,-25 0 16,25 0-16,0 0 0,0 0 0,0 0 0,-25 0 0,25 25 0,0-25 0,0 0 0,-25 0 16,25 24-16,0-24 0,-24 25 0,24-25 0,0 25 15,-25-25-15,25 25 0,0-25 0,-25 25 16,25-1-16,0-24 0,0 25 0,0 0 15,0-25-15,0 25 0,0 0 0,0-25 0,0 24 0,0 1 0,0-25 16,0 25-16,0-25 0,0 25 0,25-25 0,-25 25 0,0-25 0,0 0 16,25 24-16,-25-24 0,0 0 0,24 0 0,-24 0 0,0 0 15,25 0-15,-25 25 0,25-50 16,-25 25-16,0 0 0,25 0 0,-25 0 0,25 0 0,-25-24 15,24 24-15,-24 0 0,0-25 0,25 25 0,-25-25 0,25 25 16,-25 0-16,0-25 0,25 25 0,-25-25 0,0 1 0,25 24 0,-25-25 16,0 25-1,0-25-15,0 25 0,0-25 0,0 25 0,0-25 0,0 25 0,0-24 16,0 24-16,0 0 0,0-25 0,0 25 0,0 0 0,0 0 15,0 0-15,0 0 0,0 0 0,0 0 0,0 0 0,0 0 0,0 0 16,0 0-16,0 25 0,0-25 0,-25 24 0,25-24 16,0 0-16,0 25 15,0 0-15,0-25 0,0 25 0,0-25 0,0 25 0,0-1 0,0-24 0,0 25 16,0-25-16,0 25 0,0 0 0,25-25 0,-25 25 15,0-25-15,0 24 16,0-24-16,0 25 0,24-25 0,-24 0 0,0 25 0,0-25 0,25 0 0,-25 25 0,25-25 16,-25 0-16,0 0 0,25 0 0,-25 0 0,25 0 15,-25 0-15,0 0 0</inkml:trace>
  <inkml:trace contextRef="#ctx0" brushRef="#br0" timeOffset="110844.3399">15032 10988 0,'-25'0'0,"25"0"0,0 0 16,0 0-16,0 0 0,0 0 0,0-24 0,0 24 16,0 0-16,0 0 0,0 0 0,0 0 0,0 0 0,0 0 15,0-25-15,0 25 16,0 0-16,0 0 0,0 0 0,25 0 0,-25-25 0,0 25 0,0 0 15,0 0-15,0 0 0,0 0 0,0 0 0,0 0 0,0 0 0,0 0 16,24 0-16,-24 0 0,0-25 0,0 25 0,0 0 0,0 0 16,25 0-16,-25 0 0,0 0 0,0 0 0,25 25 15,-25-25-15,0 0 0,0 0 16,25 0-16,-25 0 0,0 0 0,0 25 0,0-25 0,0 0 15,0 0-15,0 25 0,0-25 0,0 0 0,0 24 0,0-24 0,0 0 0,0 25 16,0-25-16,-25 0 0,25 25 0,0-25 0,-25 0 16,25 25-16,0-25 0,0 25 0,-25-25 0,25 0 15,0 24-15,0-24 0,-24 25 16,24-25-16,0 0 0,0 25 0,0-25 0,0 0 0,-25 0 0,25 25 0,0-25 15,0 0-15,0 0 0,0 0 0,25 0 16,-25 25-16,0-25 0,0 0 0,0 0 16,0 0-16,24 0 0,-24 0 0,0 0 0,25 0 0,-25 0 0,25 0 15,-25 0-15,25 0 0,-25 0 0,25 0 0,-1 0 0,-24-25 16,25 25-16,0 0 0,-25 0 0,25 0 0,0 0 0,-25 0 15,24-25-15,-24 25 16,25 0-16,-25 0 0,25-25 0</inkml:trace>
  <inkml:trace contextRef="#ctx0" brushRef="#br0" timeOffset="111204.3605">15553 10939 0,'0'0'0,"0"0"0,0 0 0,0 0 0,0 0 0,0 0 15,0-25-15,0 25 0,0 0 0,0 0 0,0 0 16,0 0-1,0 0-15,0 0 0,0 0 0,0 25 0,0-25 0,0 0 0,0 0 16,-25 0-16,25 0 0,0 0 0,-25 25 0,25-25 0,0 0 0,-25 0 16,25 24-16,-25-24 0,25 0 0,-24 25 0,24-25 0,-25 0 15,25 0-15,0 25 0,-25-25 0,25 0 0,0 0 0,0 0 16,0 25-16,-25-25 15,25 0-15,0 0 0,0 0 0,0 0 0,0 0 0,0 0 0,0 25 0,0-25 0,0 0 16,0 0-16,25 0 0,-25 0 0,0 0 0,0 0 16,0 0-16,25 0 15,-25 0-15,25 0 0,-25 0 0,0 24 0,24-24 0,-24 0 16,25 0-16,-25 0 0,25 0 0,-25 0 0,25 0 0,-25 0 0,25 0 15,-25 0-15,24 0 0,-24 0 0,25 0 0,-25 0 0,0 0 0,25 0 16,-25 0 0,0-24-16,25 24 0,-25 0 0,0 0 0,25 0 0,-25 0 0,0 0 0,0 0 0,0 0 15,24-25-15,-24 25 0,0 0 16</inkml:trace>
  <inkml:trace contextRef="#ctx0" brushRef="#br0" timeOffset="111385.3709">15701 10939 0,'0'-25'0,"-24"25"15,24 0-15,0 0 0,0 0 0,0 0 0,0 0 16,0 0-16,24 0 0,-24 0 15,0 0-15,0 0 0,0 25 0,0-25 0,0 0 0,0 0 16,0 25-16,0-25 0,0 24 0,0-24 0,0 25 0,0-25 0,0 25 16,0-25-16,0 25 0,0-25 0,0 25 0,0-25 0,0 24 15,-24-24-15,24 25 0,0 0 16,0-25-16,0 25 0,0-25 0,-25 25 0,25-25 15,0 25-15,0-25 0,-25 0 0,25 24 0,0-24 0,0 0 0</inkml:trace>
  <inkml:trace contextRef="#ctx0" brushRef="#br0" timeOffset="111939.4024">16495 10914 0,'0'0'0,"0"-25"15,-25 25-15,25 0 0,0-25 0,0 25 0,-24 0 0,24 0 0,0-24 16,0 24-16,-25 0 0,25-25 0,0 25 0,0 0 0,-25 0 0,25-25 15,0 25-15,0 0 0,0 0 0,0 0 0,-25 0 0,25 0 16,0 0 0,0 0-16,0 0 0,-25 0 0,25 0 0,0 25 0,0-25 0,-25 25 15,25-25-15,0 24 0,0-24 0,-24 25 0,24-25 0,0 25 0,0 0 0,0-25 16,0 25-16,-25-1 0,25-24 0,0 25 0,0-25 0,0 25 15,0-25-15,0 25 16,0-25-16,25 0 0,-25 25 0,0-25 0,0 0 0,0 24 16,0-24-16,24 0 0,-24 0 15,0 0-15,25 0 0,-25 0 0,25 0 0,-25 0 0,0 0 0,25-24 0,0 24 0,-25 0 0,25 0 16,-25-25-16,24 25 0,-24-25 0,25 25 0,-25-25 15,25 25-15,-25-25 0,0 25 16,25-24-16,-25 24 0</inkml:trace>
  <inkml:trace contextRef="#ctx0" brushRef="#br0" timeOffset="112500.4346">16669 10517 0,'0'-25'16,"0"25"-16,0 0 0,0 0 0,0 0 0,0 0 16,0 0-16,0 0 0,0 0 0,0 0 0,0 0 0,0 0 15,0 0-15,0 25 16,0-25-16,0 0 0,-25 0 0,25 25 0,0-25 0,0 25 15,0 0-15,0-25 0,0 24 0,0 1 0,0 0 0,0-25 0,0 25 16,-25 0-16,25-1 0,0 1 0,0 0 0,0 0 0,0-25 16,0 25-16,0-1 0,0 1 0,0 0 0,-25-25 0,25 25 15,0 0-15,0-25 16,0 24-16,0 1 0,0-25 0,0 25 0,0-25 0,0 25 0,0-25 15,0 0-15,0 25 0,0-25 0,0 0 0,25 0 0,-25 24 16,0-24-16,0 0 0,0 0 0,0 0 0,25 0 0,-25 0 16,0 0-16,25 0 0,-25 0 0,0 0 0,25 0 0,-25 0 15,24 0-15,-24 0 0,25 0 0,-25-24 0,25 24 0,-25 0 16,25 0-1,-25 0-15,25 0 0,-25-25 0,24 25 0,-24 0 0,25 0 16,-25-25-16,0 25 0,25 0 0,-25-25 0,0 25 0,0-25 0,25 25 16,-25-24-16,0 24 0,0-25 0,0 25 0,0-25 0,0 25 0,0-25 15,0 25 1,0-25-16,0 25 0,0-24 15,0 24-15,0 0 0,0-25 0,0 25 0,-25 0 0,25 0 0,0-25 0,0 25 0,0 0 0,0 0 0,-25 0 0,25 0 16,0 0-16,0 0 0,0 0 0,0 0 0,-25 25 16,25-25-16,0 0 0,0 0 15,0 25-15,0-25 0,0 24 0,0-24 0,0 0 0,-24 25 0,24-25 16,0 25-16,0-25 0,24 25 0,-24-25 0,0 25 0,0-25 15,0 24-15,0-24 0,0 25 0,0-25 0,25 0 0,-25 25 16,0-25-16,0 0 0,25 25 0,-25-25 16,0 0-16,25 0 0,-25 0 0,0 25 15,25-25-15,-25 0 0,24 0 0,-24 0 0,25 0 0,0 0 0,-25 0 0,25 0 16,-25-25-16,25 25 0,-25 0 0,24 0 0,-24 0 0,25-25 15,0 25-15,-25 0 0,25-25 0,-25 25 0,25-25 0,-25 25 16,24-24-16,-24 24 16,25-25-16</inkml:trace>
  <inkml:trace contextRef="#ctx0" brushRef="#br0" timeOffset="112739.4483">17338 10567 0,'0'0'0,"0"0"16,0 0-16,0 0 0,0 0 0,0 0 0,0 0 0,0 0 16,0 25-16,-24-25 0,24 0 15,0 24-15,0-24 0,0 25 0,0-25 0,0 25 0,-25 0 0,25-25 16,0 25-16,0-1 0,0 1 0,0-25 0,0 25 0,0 0 15,0-25-15,0 25 0,0-1 0,0 1 0,0-25 0,0 25 16,0-25 0,0 25-16,0 0 0,0-25 0,0 24 0,0-24 0,0 25 0,0-25 15,0 25-15,0-25 0,0 25 0,0-25 0,0 0 0,0 25 0,0-25 16,0 0-16,0 24 15,0-24-15,25 0 0,-25 0 0,0 0 0,0 0 0,0 0 0,0 0 0,-25 0 16,25-24-16,0 24 0,0 0 0,0-25 0,0 25 0,0 0 16</inkml:trace>
  <inkml:trace contextRef="#ctx0" brushRef="#br0" timeOffset="112874.456">17214 10889 0,'0'-25'0,"0"25"15,0 0-15,0 0 0,0 0 0,0 0 0,0 0 0,25 0 16,-25 0-16,0-24 0,0 24 0,25 0 0,-25 0 16,25 0-16,-25 0 0,25 0 0,-25 0 0,24 0 15,1 0-15,-25 24 0,25-24 0,-25 0 0,25 0 0,-25 0 16,25 0-16,-1 0 15,-24 0-15,25 0 0,-25 0 0,25 0 0,-25 0 0,25 0 16,-25 0-16,25 0 0,-25 0 0</inkml:trace>
  <inkml:trace contextRef="#ctx0" brushRef="#br0" timeOffset="113283.4794">17909 10641 0,'0'0'0,"0"-25"16,0 25-16,-25 0 0,25 0 0,0-24 0,0 24 0,0 0 0,0 0 15,0 0-15,25 0 0,-25 0 0,0 0 0,0 0 0,0 0 0,0 0 16,0 0-16,-25 0 0,25 24 0,0-24 16,0 25-16,0-25 0,0 25 0,0-25 0,0 25 15,0 0-15,0-25 0,0 24 0,0 1 0,-25 0 0,25 0 0,0 0 16,0-25-16,0 24 0,0 1 0,-24 0 0,24-25 0,0 25 15,0 0-15,0-25 0,0 24 0,0-24 0,-25 25 16,25-25-16,0 25 16,0-25-16,0 25 0,0-25 0,0 25 0,0-25 0,0 0 0,0 24 15,0-24-15,-25 0 0,25 0 0,0 0 0,0 0 0,0 0 0,0 0 16,0 0-16,0 0 0,0 0 0,0 0 0,0-24 0,25 24 15,-25 0 1,0-25-16,0 25 0,0-25 0,0 25 0,0-25 0,25 25 0,-25-25 0,0 1 16,0 24-16,24-25 0,-24 0 0</inkml:trace>
  <inkml:trace contextRef="#ctx0" brushRef="#br0" timeOffset="113748.506">17959 10641 0,'0'-25'16,"24"25"-16,-24 0 0,0 0 0,0 0 0,0 0 16,0 0-16,0-24 0,0 24 0,0 0 0,0 0 0,25 0 15,-25 0-15,0 0 0,0 0 0,0 24 0,25-24 16,-25 0-16,0 0 0,25 0 0,-25 25 0,0-25 0,25 25 15,-25-25-15,0 0 0,24 25 0,-24 0 0,0-25 16,0 24-16,0-24 0,0 25 16,25-25-16,-25 25 0,0-25 0,0 25 0,0-25 15,0 25-15,0-25 0,0 0 0,25 24 0,-25-24 0,0 0 0,0 0 0,0 25 16,0-25-16,25 0 0,-25 0 0,0 0 0,0 0 0,0 0 15,25 0-15,-25 0 0,0 0 16,0 0-16,24 0 0,-24 0 0,0 0 0,0 0 78,25-25-78,-25 25 0,0 0 0,0-24 0,25 24 0,-25-25 0,0 25 0,0-25 0,25 25 0,-25-25 16,0 25-16,0-25 0,25 1 0,-25 24 0,0-25 0,0 25 15,0-25-15,24 0 0,-24 25 0,0-25 0,0 25 0,0-24 0,0 24 0,0 0 0,25 0 0,-25-25 0,0 25 0,0 0 0,0 0 0,0 0 0,0 0 0,0 25 0,-25-25 0,25 0 0,0 0 0,0 24 0,0-24 0,0 25 0,0-25 16,0 25-16,0 0 0,0-25 0,0 25 0,0-1 15,-24-24-15,24 25 0,0 0 0,0-25 0,0 25 0,0 0 0,0-1 0,0-24 16,0 25-16,0-25 0,-25 25 0,25 0 0,0-25 16,0 25-16,0-25 15,0 24-15,0-24 0,0 25 0,0-25 0,0 25 16,-25-25-16,25 0 0,0 25 0,0-25 0,0 0 0,0 25 0,0-25 0,0 0 0,0 0 15,0 0-15,0 0 0,25 24 0,-25-24 0,0 0 16,0 0-16,0 0 0,0 0 16,25 0-16,-25 0 0</inkml:trace>
  <inkml:trace contextRef="#ctx0" brushRef="#br0" timeOffset="114225.5333">18604 11088 0,'0'0'15,"0"-25"-15,0 25 0,0 0 16,0 0-16,0 0 0,0 0 0,0-25 0,0 25 0,0 0 0,0 0 15,0 0-15,0 0 0,0 0 0,24-25 0,-24 25 0,0 0 16,0 0-16,25 0 0,-25 0 0,0 0 0,0 0 0,25 0 16,-25 0-16,0 0 0,0 0 0,25 0 15,-25 0-15,0 25 0,0-25 0,0 0 16,25 0-16,-25 0 0,0 25 0,0-25 0,0 0 0,0 25 0,0-25 15,0 0-15,0 24 0,-25-24 0,25 0 0,0 25 0,0-25 16,-25 25-16,25-25 0,0 0 0,-25 25 16,25-25-16,0 25 0,-25-25 0,25 0 0,-24 25 15,24-25-15,-25 24 0,25-24 0,0 0 0,-25 0 0,25 25 16,0-25-16,-25 0 0,25 0 0,0 25 0,0-25 0,0 0 15,-25 0-15,25 0 0,0 0 0,0 0 0,25 0 0,-25 0 0,0 0 16,0 0 0,0 25-16,0-25 0,25 0 0,-25 0 0,0 0 0,25 0 0,-25 0 0,0 0 0,25 0 0,-25 0 15,24 0-15,-24 0 16,25 0-16,-25 0 0,25 0 0,0 0 0,-25 0 0,25 0 15,-25 0-15,24 0 0,-24-25 0,25 25 0,-25 0 0,25 0 16,0 0-16,-25 0 0,25-25 0,-25 25 0,24 0 0,1 0 0</inkml:trace>
  <inkml:trace contextRef="#ctx0" brushRef="#br0" timeOffset="114611.5554">19348 11112 0,'0'0'0,"0"0"15,0 0-15,0 0 0,0 0 0,0 0 0,0 0 0,0 0 16,0 0-16,0 0 0,0 0 0,0-24 0,0 24 15,0 0-15,0 0 0,0 0 0,0 0 16,0 0-16,-25 0 0,25 0 0,0 0 0,0 0 0,0 24 16,0-24-16,-25 0 0,25 0 0,0 0 0,0 0 0,-25 0 0,25 25 15,0-25-15,-25 0 16,25 25-16,-24-25 0,24 0 0,0 0 0,-25 25 0,25-25 15,-25 0-15,25 25 0,0-25 0,-25 0 0,25 0 0,0 0 16,-25 25-16,25-25 0,0 0 0,0 0 0,0 0 0,0 24 0,0-24 16,0 0-16,0 0 0,0 0 0,0 0 0,0 0 0,0 0 15,0 0-15,0 25 16,0-25-16,0 0 0,25 0 0,-25 0 0,0 0 0,25 0 0,-25 0 0,25 0 31,-25 0-31,25 0 0,-25 0 0,24 0 0,-24 0 0,25 0 0,0 25 0,-25-25 0,25 0 0,-25 0 0,25 0 16,-25 0-16,24 0 0,-24 0 0,25 0 0,-25 0 0,25 0 15,-25 0-15,0 0 0,25 0 0,-25 0 16,0 0-16,25 0 15,-25 0-15,0 0 0,24 0 0,-24 0 0,0 0 0,25 0 0,-25 0 0,0 0 16,25 0-16,-25-25 0,0 25 0,0 0 0,25 0 0,-25 0 0,0 0 16</inkml:trace>
  <inkml:trace contextRef="#ctx0" brushRef="#br0" timeOffset="114825.5676">19521 11112 0,'0'0'0,"0"0"0,0 0 0,0 0 16,0-24-16,0 24 0,0 0 0,0 0 0,0 0 0,0 0 15,0 0 1,0 24-16,0-24 0,0 0 0,0 0 0,0 25 0,0-25 0,0 25 15,0-25-15,0 25 0,0-25 0,0 25 0,0 0 0,-25-1 16,25-24-16,0 25 0,0 0 0,0 0 0,0-25 0,-24 25 16,24-1-16,0 1 0,0 0 0,0-25 0,-25 25 0,25 0 15,0-1-15,0 1 0,0-25 0,0 25 0,0 0 0,0 0 16,0-25-16,-25 24 15,25-24-15,0 25 0,0 0 0,0-25 0,-25 25 0</inkml:trace>
  <inkml:trace contextRef="#ctx0" brushRef="#br0" timeOffset="117456.7181">5135 13667 0,'0'0'15,"0"0"-15,-25 0 0,25 0 0,0 0 16,0 0-16,0 0 0,0 0 16,0-24-16,0 24 0,0 0 31,0 0-31,0 0 0,0 0 0,0 0 0,0 0 0,0 0 0,0 0 0,0 0 0,0 0 0,0 0 0,0 0 0,0 0 0,0 0 0,25 0 0,-25 0 0,0 0 0,0 0 15,0 0-15,0 24 0,24-24 0,-24 0 0,0 0 16,0 0-16,25 0 0,-25 0 16,25 0-16,-25 0 0,0 0 0,25 0 0,-25 0 0,25 0 0,-25 0 0,24 0 15,1 0-15,-25 0 0,0 0 0,25 0 0,-25 0 0,25 0 16,-25 0-16,0 0 15,25 0-15</inkml:trace>
  <inkml:trace contextRef="#ctx0" brushRef="#br0" timeOffset="117711.7327">5234 13841 0,'0'0'0,"0"0"0,0 0 16,0 0-16,0 0 0,0 0 0,0 0 31,25 0-31,-25 0 0,0-25 0,0 25 0,0 0 0,24 0 0,-24 25 0,25-25 0,-25 0 0,25 0 0,-25 0 0,25 0 16,-25 0-16,25 0 15,-1 0-15,-24 0 0,25 0 0,-25 0 0,25 0 0,0 0 0,-25 0 16,25 0-16</inkml:trace>
  <inkml:trace contextRef="#ctx0" brushRef="#br0" timeOffset="139701.9903">6176 13742 0,'0'0'0,"0"0"0,0 0 15,0 0-15,0 0 0,0 0 0,0 0 0,0 0 0,0 0 16,0 0-16,0 0 0,0 0 0,0 0 0,0 0 0,0 0 16,0 0-16,0 0 15,0-25-15,0 25 0,0 0 0,0 0 0,0 0 0,0 0 0,0 0 16,0 0-16,0 0 0,0 0 0,0 0 0,0 0 0,0 0 0,0 0 15,0 0-15,0 0 0,0 0 0,0 0 0,0 0 0,0 0 32,0 0-32,0 0 0,0 0 0,0 0 0,0 0 0,0 0 0,0 0 0,0 0 0,0 0 15,0 0-15,0 0 0,0 0 0,0 0 0,0 0 0,0 0 16,0 0-16,0 0 0,0 0 0,0 0 0,0 0 0,0 0 15,0 0 1,0 0-16,0 0 0,0 0 0,0 0 0,0 0 16,0 0-16,0 0 0,0 0 0,0 0 0,0 0 0,0 0 0,0 0 0,0 0 0,0 0 15,0 0-15,0 0 0,0 0 0,0 0 0,0 25 0,25-25 0,-25 0 16,0 0-16,0 0 0,0-25 0,25 25 15,-25 0-15,0 0 0,0 0 16,25 0-16,-25 0 0,0 0 0,25 0 0,-25 0 0,0 0 0,24 0 0,-24 0 16,0 0-16,25 0 0,-25 0 0,0 0 0,25 0 0,-25 0 15,0 0-15,0 0 0,25 0 0,-25 0 0,0 0 16,0 0 46,0 0-62,25 0 0,-25 0 0,0 0 0,0 0 0,0 0 0,24 0 0,-24 0 0,0 0 0,0 0 0,0 0 0,25 0 0,-25 0 0,0 0 0,0 0 0,25 0 0,-25 0 0,0 0 0,0 0 0,0 0 0,25 0 0,-25-25 0,0 25 0,0 0 0,25 0 0,-25 0 0,0 0 16,0 0-16,0 0 0,0 0 15,24 0-15,-24 25 0,0-25 0,0 0 0,0 0 16,0 0-16,25 0 0,-25 0 0,0 0 0,0 0 0,0 0 0,0 0 0,0 0 16,0 0-16,0 0 0,0 0 0,25 0 0,-25 0 0,0 0 15,0 0 1,0 0-16,0 0 0,0 0 0,0 0 0,0 0 0,0 0 0,25 0 15,-25 0-15,0 0 0,0 0 0,0 0 0,0-25 0,0 25 0,-25 0 0,25 0 16,0 0-16,0 0 0,0 0 0,-25 0 0,25 0 16,0 0-16,-25-25 0,25 25 15,0 0-15</inkml:trace>
  <inkml:trace contextRef="#ctx0" brushRef="#br0" timeOffset="145751.3363">7218 13320 0,'0'0'0,"0"0"0,0 0 16,0 0-16,0 0 0,0 0 0,-25 0 0,25-25 0,0 25 15,0 0-15,0 0 0,0 0 0,0 0 0,0 0 0,0 0 16,0 0-1,0 0-15,0 0 0,0 0 0,0-24 0,0 24 0,0 0 0,0 0 16,0 0-16,0 0 0,-24 0 0,24 0 0,0-25 0,0 25 0,0 0 0,0 0 0,0 0 16,0 0-16,0 0 0,0 0 0,0 0 0,0 0 15,0 0-15,0 0 0,-25 0 0,25 0 16,0 0-16,0 0 0,0 0 15,0 0-15,0 0 0,0 0 0,0 0 0,0 0 0,0 0 0,0 0 0,-25 0 16,25 0-16,0 25 0,0-25 0,0 0 0,0 0 0,0 0 16,0 0-16,0 24 0,0-24 0,-25 0 0,25 0 0,0 25 15,0-25-15,0 0 16,0 0-16,0 25 0,0-25 0,0 0 0,0 25 0,0-25 15,0 0-15,0 25 0,-25-25 0,25 0 0,0 24 0,0-24 0,0 0 16,0 25-16,0-25 0,0 0 0,0 0 0,0 25 0,0-25 0,0 0 16,0 25-16,0-25 15,0 0-15,0 25 0,0-25 0,0 24 0,25-24 0,-25 0 16,0 0-16,0 25 0,0-25 0,0 0 0,0 25 0,0-25 15,0 0-15,0 0 0,0 25 0,0-25 0,0 0 0,0 25 0,0-25 16,25 0-16,-25 24 16,0-24-16,0 0 0,0 0 0,0 25 0,0-25 15,0 0-15,25 25 0,-25-25 0,0 0 0,0 25 0,0-25 0,0 0 0,25 25 0,-25-25 16,0 0-16,0 0 0,24 0 0,-24 24 0,0-24 15,0 0-15,25 0 0,-25 0 0,0 0 0,0 0 0,25 25 16,-25-25-16,0 0 16,0 0-16,25 0 0,-25 0 0,0 0 0,0 0 0,25 0 0,-25 0 0,0 0 15,24 0-15,-24 0 0,0 0 0,25 0 0,-25 0 16,0 0-16,0 0 0,25 0 15,-25-25-15,0 25 0,25 0 0,-25 0 0,0 0 0,0 0 0,25-24 0,-25 24 16,0 0-16,24 0 0,-24 0 0,0-25 0,25 25 0,-25 0 16,0 0-16,0 0 0,25-25 0,-25 25 0,0 0 0,0 0 15,25-25-15,-25 25 16,0 0-16,0 0 0,0 0 0,0-25 0,25 25 0,-25 0 0,0-24 15,0 24-15,0 0 0,0-25 0,0 25 0,0 0 0,0-25 0,0 25 16,0 0-16,0-25 0,0 25 0,0-25 0,0 25 16,0 0-16,0-24 0,0 24 0,0-25 15,0 25-15,0 0 0,0-25 0,0 25 0,0 0 0,0-25 16,-25 25-16,25 0 0,0-25 0,0 25 0,0 0 0,0 0 0,-25-24 15,25 24-15,0 0 0,0 0 0,0-25 0,-25 25 16,25 0-16,0 0 16,0 0-16,-25-25 0,25 25 0,0 0 0,0 0 0,0 0 15,-24-25-15,24 25 0,0 0 0,0 0 0,0 0 0,-25 0 0,25 0 0,0 0 16,0 0-16,0 0 0,-25 0 0,25 0 0,0 0 0,0 0 15,0 0-15,0 0 0,0 0 16,0 0-16,-25 0 0,25 0 0,0 0 16,0 0-16,0 0 0,0 0 0,0 0 0,0 0 0,0 0 0,0 0 0,0 0 15,0 0-15,0 0 0,0 0 16,0 0-16,0 0 0,0 0 0,0 0 0,25 0 0,-25 0 0,0 0 15,0 0-15</inkml:trace>
  <inkml:trace contextRef="#ctx0" brushRef="#br0" timeOffset="146299.3678">8012 13841 0,'0'0'0,"-25"0"0,25 0 0,0 0 16,0 0-16,0 0 0,0 0 0,0 0 0,0 0 16,0 0-1,-25 0-15,25 0 0,0 0 0,0 0 0,0 0 0,0 0 0,0 0 0,0 0 16,0 0-16,0 0 0,0 25 0,0-25 0,0 0 0,25 0 0,-25 0 15,0 0-15,0 0 0,0 0 0,0 0 0,0 0 16,0 0-16,0 0 0,0 0 0,0 0 16,0 0-16,0 0 0,0 0 0,0 0 0,0 0 0,25 0 15,-25 0-15,0 0 0,0 0 0,0 0 0,0 0 0,0 0 0,0 0 16,0 0-16,0 0 0,0 0 0,0 0 0,0 0 15,0 0-15,0 0 16,0 0-16,0 0 0,0 0 0,0 0 0,0-25 0,0 25 0,0 0 0,0 0 0,-25 0 16,25 0-16,0 0 0,0 0 0,0 0 0,0 0 15,0 0-15,0 0 16,0 0-16,0 25 0,0-25 0,0 0 0,0 0 0,0 0 0,0 0 0,0 0 15,0 0-15,0 0 0,0 0 0,0 0 0,0 0 0</inkml:trace>
  <inkml:trace contextRef="#ctx0" brushRef="#br0" timeOffset="193758.0823">19720 4018 0,'0'0'0,"0"0"0,-25 0 15,25 0-15,0 0 0,0 0 0,0 0 0,0 0 0,0 0 0,-25-24 16,25 24-16,0 0 0,0 0 0,0 0 15,0 0-15,0 0 0,0 0 0,-25 0 16,25 0-16,0 0 0,0 0 0,0 0 0,0 0 0,0 0 0,0 0 0,0 0 16,-24 0-16,24 0 0,0 0 0,0 0 0,0 0 0,0 0 15,0 0-15,0 0 16,0 0-16,0 0 0,0 0 0,0 0 0,0 0 0,0 0 15,0 0-15,0 0 0,0 0 0,0 0 0,0 0 0,0 0 0,0 0 0,0 0 16,0 0-16,0 0 0,0 0 0,0 0 0,0 0 0,0 0 16,0 0-1,0 0-15,0 0 0,0 0 0,24 0 0,-24 0 0,0 0 16,0 0-16,0 0 0,0 0 0,0 0 0,0 0 0,0 0 0,0 0 0,0 0 15,0 0-15,25 0 0,-25 0 0,0 0 0,0 0 0,0 0 16,0 0 0,0 0-16,25 0 0,-25 0 0,0 0 0,0 0 15,0 0-15,0 0 0,25 0 0,-25 0 0,0 0 0,0 0 0,0 0 0,0 0 0,25 0 16,-25 0-16,0 0 0,0 0 0,0 0 0,24 0 0,-24 0 0,0 0 15,0 0-15,25 0 16,-25 0-16,0 0 0,0 0 0,0 0 0,0 0 0,25 0 0,-25 0 16,0 0-16,0 0 0,0 0 0,25 0 0,-25 0 15,0 0 1,0 0-16,0 0 0,0 0 0,25 0 0,-25 24 0,0-24 0,0 0 0,0 0 0,24 0 15,-24 0-15,0 0 0,0 0 0,0 0 0,0 0 0,25 0 0,-25 0 16,0 0-16,0 0 0,0 0 0,25 0 0,-25 0 0,0 0 16,0 0-16,0 0 0,25 0 0,-25 0 15,0 0-15,0 0 0,25 0 0,-25 0 0,0 0 16,0 0-16,0 0 0,24 0 0,-24 0 0,0 0 0,0 0 0,0 0 15,25 0-15,-25 25 0,0-25 0,0 0 0,0 0 0,25 0 16,-25 0-16,0 0 0,0 0 0,0 0 0,25 0 16,-25 0-16,0 0 0,0 0 15,25 0-15,-25 0 0,0 0 0,0 0 0,0 0 0,24 0 0,-24 0 16,0 0-16,0 0 0,0 0 0,25 0 0,-25 0 0,0 0 0,0 0 15,0 0-15,0 0 0,25 0 0,-25 0 0,0 0 16,0 0-16,0 0 16,25 0-16,-25 0 0,0 0 0,0 0 0,25 0 0,-25 0 0,0 0 15,0 0-15,24 0 0,-24 0 0,0 0 0,0 0 0,0 0 0,25 0 16,-25 0-16,0 0 0,0 0 0,25 0 0,-25 0 0,0 0 15,0 0-15,25 0 16,-25 0-16,0 0 0,0 0 0,25 0 0,-25 0 0,0 0 16,0 0-16,24 0 0,-24 0 0,0 0 0,25 0 0,-25 0 15,0 0-15,25 25 0,-25-25 0,0 0 0,25 0 0,-25 0 31,0 0-31,0 0 0,25 0 0,-25 0 0,0 0 0,24 0 0,-24 0 0,0 0 0,25 0 0,-25 0 0,0 0 0,25 0 0,-25 0 16,25 0-16,-25 0 16,0 0-16,25 0 0,-25 0 0,0 0 0,24 0 0,-24 0 0,0 0 0,0 0 15,25 0-15,-25 0 0,0 0 0,25 0 0,-25 0 0,0-25 16,25 25-16,-25 0 0,0 0 0,0 0 0,25 0 15,-25 0-15,0 0 0,0 0 16,25 0-16,-25 0 0,0 0 0,24 0 0,-24 0 0,0 0 16,0 0-16,25 0 0,-25 0 0,0 0 0,25 0 0,-25 0 0,0 0 15,0 0-15,25 25 0,-25-25 0,0 0 16,25 0-16,-25-25 0,0 25 0,0 0 0,24 0 15,-24 0-15,0 0 0,0 0 0,25 0 0,-25 0 0,0 0 0,0 0 16,0 0-16,0 0 0,25 0 0,-25 0 0,0 0 0,0 0 16,0 0-16,25 0 0,-25 0 0,0 0 0,0 0 15,0 0-15,25 25 0,-25-25 16,0 0-16,24 0 0,-24 0 0,0 0 0,25 0 0,-25 0 0,25 0 15,-25 0-15,0 0 0,25 0 0,-25 0 0,25 0 0,-25 0 0,0 0 16,24 0-16,-24 0 0,25 0 0,-25 0 0,0 0 16,25 0-16,-25 0 15,0 0-15,25 0 0,-25 0 0,0 0 0,0 0 16,0 0-16,25 0 0,-25 0 0,0 0 0,0 0 0,0 0 0,24 0 0,-24 0 0,0 0 0,0 0 15,0 0-15,0 0 0,0 0 0,25 0 0,-25 0 16,0 0 0,0 0-16,0 0 0,0 0 0,0 0 0,0 0 0,25 0 0,-25 0 0,0 0 15,0 0-15,0 0 16,0 0-16,25 0 0,-25 0 0,0 0 0,0 0 0,25 0 0,-25 0 0,0 0 15,0 0-15,24 0 0,-24 0 0,0 0 0,25 0 0,-25 0 0,25 0 16,-25 0-16,25 0 0,-25 0 0,0 0 0,25 0 0,-25 0 16,24 0-1,-24 0-15,25 0 0,-25 0 0,0 0 0,25 0 0,-25 0 16,25 0-16,-25 0 0,25 0 0,-25 0 0,0 0 0,24 0 0,-24 0 15,0 0-15,25 0 0,-25 0 0,25 0 0,-25 0 0,0 0 0,25 0 16,-25 0-16,0 0 0,0 0 0,25 0 0,-25 0 0,0 0 0,25 0 16,-25 0-1,0 0-15,0 0 0,24 0 0,-24 0 0,0 0 0,25 0 0,-25 0 16,0 0-16,0 0 0,25 0 0,-25 0 0,0 0 0,25 0 0,-25 0 15,25 0-15,-25 0 0,24 0 0,-24 0 0,25 0 0,-25 0 16,25 0-16,-25 0 16,25 0-16,-25 0 0,25 0 0,-25 0 0,24 0 0,1 0 15,-25 0-15,25 0 0,0 0 0,-25 0 0,25 0 0,-1 0 0,-24 0 0,25 0 16,0 0-16,-25 0 0,25 0 0,0 0 0,-25 0 15,24 0-15,1 0 0,-25 0 16,25 0-16,0 0 0,-25 0 0,25 0 0,-25 0 0,24 0 0,1 0 0,-25 0 16,25 0-16,-25 0 15,25 0-15,-25 0 0,0 0 0,25 0 0,-25 0 0,24 0 0,-24 0 16,0 0-16,25 0 0,-25 0 0,25 0 0,-25 0 0,0 0 0,25 0 15,-25 0-15,0 0 0,0 0 0,25 0 0,-25 0 0,0 0 16,24 0-16,-24 0 0,0 0 0,0 0 0,25 0 0,-25 0 16,0 0-1,0 0-15,25 0 0,-25 0 0,0 0 0,0 0 0,25 0 0,-25 0 0,0 0 16,25 0-16,-25 0 0,0 0 0,25 0 0,-25 0 0,24 0 15,-24 0-15,0 0 0,25 25 0,-25-25 0,25 0 0,-25 0 16,25 0-16,0 0 0,-25 0 0,24 0 16,-24 0-16,25 0 0,-25 0 0,25 0 0,0 0 0,-25 0 0,25 0 15,-1 0-15,-24 0 0,25 0 0,0 0 0,-25 0 16,25 0-16,-25 0 15,25 0-15,-1 0 0,-24 0 0,25 0 0,-25 0 0,25 0 0,0 0 0,-25 0 16,25 0-16,-25 0 0,24 0 0,-24 0 0,25 0 0,-25 0 0,25 0 16,-25 25-16,0-25 0,25 0 0,-25 0 15,25 0-15,-25 0 0,24 0 16,-24 0-16,0-25 0,25 25 0,-25 0 0,25 0 0,-25 0 0,0 0 0,25 0 0,-25 0 15,0 0-15,25 0 0,-25 25 0,24-25 0,-24 0 16,0 0-16,25 0 0,-25 0 16,25 0-16,-25 0 0,0 0 0,25 0 0,-25 0 0,25 0 0,-25 0 15,24 0-15,-24 0 0,25 0 0,-25 0 0,25 0 0,-25 0 0,25 0 16,-25 0-16,25 0 0,-25 0 15,24 0-15,-24 0 0,25 0 0,0 24 0,-25-24 0,25 0 16,-25 0-16,25 0 0,-25 0 0,25 0 0,-25 0 0,24 0 0,-24 0 16,25 0-16,-25 0 15,25 0-15,-25 0 0,25 0 0,-25 0 0,25 0 0,-25 0 0,24 0 16,-24 0-16,25 0 0,-25 0 0,0 0 0,25 0 0,-25 0 0,25 0 15,-25 0-15,25 0 0,-25 0 0,24 0 0,-24 0 16,0 0-16,25 0 0,-25 0 16,25 0-16,-25 0 0,0 0 15,25 0-15,-25 0 0,0 0 0,25 0 0,-25 25 0,0-25 0,24 0 0,-24 0 0,0 0 0,25 0 16,-25 0-16,0 0 0,0 0 0,25 0 0,-25 0 15,0 0-15,25 0 0,-25 0 16,0 0-16,0 0 0,25 0 0,-25 0 0,0 0 0,0 0 0,0 0 0,24 0 16,-24 0-16,0 0 0,0 0 0,0 0 0,25 0 0,-25 0 15,0 0-15,0 0 0,25 0 0,-25 0 0,0 0 0,25 0 16,-25 0-1,0 0-15,25 0 0,-25 0 0,0 0 0,24 0 0,-24 0 0,25 0 0,-25 0 16,0 0-16,25 0 0,-25 0 0,0 0 0,25 0 0,-25 0 16,25 0-16,-25 0 0,0 0 0,24 0 0,-24 0 0,25 25 15,-25-25-15,25 0 0,-25 0 0,0 0 0,25 0 0,-25 0 16,25 0-16,-25 0 0,24 0 15,-24 0-15,25 0 0,-25 0 0,25 0 0,-25 0 0,25 0 0,-25 0 16,25 0-16,-25 0 0,25 0 0,-25 0 0,24 0 0,-24 0 16,25 0-16,-25 0 0,25 0 0,0 0 0,-25 0 0,25 0 15,-25 0 1,24 0-16,-24 0 0,25 0 0,-25 0 0,25 0 0,0 0 0,-25 0 15,25 0-15,-25 0 0,24 0 0,-24 0 0,25 0 0,0 0 0,-25 0 16,25 25-16,-25-25 0,25 0 0,-25 0 0,24 0 0,-24 0 16,25 0-16,0 0 0,-25 0 15,25 0-15,-25 0 0,25 0 0,-25 0 0,24 0 0,-24 0 16,25 0-16,-25 0 0,0 0 0,25 0 0,-25 0 0,25 0 0,-25 0 15,0 0-15,25 0 0,-25 0 0,0 0 0,24 0 0,-24 0 16,0 25-16,25-25 0,-25 0 0,0 0 0,25 0 0,-25 0 16,0 0-16,25 0 15,-25 0-15,0 0 0,25 0 0,-25 0 16,0 0-16,0 0 0,24 0 0,-24 0 0,0 0 0,0 0 15,25 0-15,-25 0 0,0 0 0,0 0 0,25 0 0,-25 0 0,0 0 16,25 0-16,-25 0 0,0 0 0,0 0 0,25 0 0,-25 0 0,0 0 16,0 0-16,24 0 0,-24 0 0,0 0 0,0 0 0,0 0 15,25 0-15,-25 0 16,0 0-16,0 0 0,0 0 0,0 0 0,25 0 0,-25 0 15,0 0-15,0 0 0,25 0 0,-25 0 0,0 0 0,0 0 0,0 0 0,25 0 16,-25 0-16,0 0 0,0 0 0,0 0 0,25 0 0,-25 0 16,0 0-16,0 0 15,0 0-15,0 0 0,0 0 0,24 0 0,-24 0 0,0 0 0,0 0 0,0 0 16,0 0-16,0 0 0,25 0 0,-25 0 0,0 0 0,0 0 15,0 0-15,0 0 16,0 0-16,0 0 0,0 0 0,0 0 0,0 0 0,0 0 0,0 0 0,0 0 16,0 0-16,0 0 0,0 0 0,0 0 0,0 0 0,0 0 15,0 0 16</inkml:trace>
  <inkml:trace contextRef="#ctx0" brushRef="#br0" timeOffset="196909.2626">20117 2753 0,'0'0'0,"0"0"0,0 0 15,0 0-15,0 0 0,0 0 0,0 0 0,0 0 0,0 0 0,0 0 16,0 0-16,0 0 0,0 0 0,0 0 0,0 0 0,0 0 0,0 0 16,0 0-16,0 0 0,0 0 15,0 0-15,0 0 0,0 0 0,0 0 16,0 0-16,0 0 0,0 0 0,0 0 0,0 0 0,0 0 0,0 0 0,0 0 15,0 0-15,0 0 0,0 0 0,0 0 0,0 0 0,0 0 16,0 0 0,0 0-16,0 0 0,0 0 0,0 0 0,0 0 0,0 0 0,0 0 15,0 0-15,0 0 0,0 0 0,0 0 0,0 0 0,0 0 16,0 0-16,0 0 0,0 0 0,0 0 0,0 0 0,0 0 15,0 0-15,0 0 0,0 0 0,0 0 0,0 0 0,0 0 0,0 0 16,0 0-16,0 0 0,0 0 0,0 0 0,0 0 0,0 0 16,0 0-16,0 0 15,0 0-15,0 0 0,0 0 0,0 0 0,0 0 0,0 0 0,0 0 16,0 0-16,0 0 0,0 0 0,0 0 0,0 25 0,0-25 15,0 0-15,0 0 0,0 0 0,0 0 0,0 0 0,0 0 16,0 0-16,0 0 0,0 25 0,0-25 0,0 0 16,0 0-16,0 0 0,0 0 15,0 0-15,0 25 0,0-25 0,0 0 0,0 0 0,0 0 0,0 0 16,0 0-16,0 25 0,0-25 0,0 0 0,0 0 0,0 0 15,0 0-15,0 24 0,0-24 0,0 0 0,0 0 0,0 0 16,0 0-16,0 0 0,0 0 0,0 25 0,0-25 0,0 0 16,0 0-1,0 0-15,0 0 0,0 25 0,0-25 0,0 0 0,0 0 0,0 0 16,0 25-16,0-25 0,0 0 0,0 0 0,0 0 0,0 25 0,0-25 15,0 0-15,0 0 0,0 0 0,0 0 0,-25 24 0,25-24 16,0 0-16,0 0 0,0 0 0,0 0 0,0 0 16,0 0-16,0 25 0,0-25 15,0 0-15,0 0 0,0 0 0,0 0 0,0 25 0,0-25 0,0 0 0,0 0 16,0 0-16,0 0 0,0 25 0,0-25 0,0 0 0,0 0 31,0 0-31,0 0 0,0 0 0,0 25 0,0-25 0,0 0 0,0 0 0,0 0 0,0 0 0,0 24 0,0-24 16,0 0-16,0 0 0,0 0 0,0 25 15,0-25-15,0 0 0,0 0 16,0 0-16,0 0 0,0 0 0,0 25 0,0-25 0,-25 0 0,25 0 15,0 0-15,0 0 0,0 0 0,0 25 0,0-25 0,0 0 0,0 0 16,0 0-16,0 0 0,0 25 0,0-25 0,0 0 0,0 0 16,0 0-1,0 24-15,0-24 0,0 0 16,0 0-16,0 0 0,0 25 0,0-25 0,0 0 0,0 0 0,0 25 0,0-25 0,0 0 0,0 0 0,0 0 0,0 25 15,0-25-15,0 0 0,0 0 0,0 0 0,0 25 16,0-25-16,0 0 0,0 0 0,0 24 16,0-24-16,0 0 0,0 0 0,0 0 0,0 25 0,0-25 15,0 0-15,0 0 0,0 25 0,0-25 0,0 0 0,0 0 0,0 25 16,0-25-16,0 0 0,0 0 0,0 25 0,0-25 15,0 0 1,0 0-16,0 24 0,0-24 0,0 0 0,0 0 0,0 25 0,0-25 0,0 0 16,0 0-16,0 25 0,0-25 0,0 0 0,0 25 0,0-25 15,0 0-15,0 0 0,0 25 0,0-25 0,0 0 0,0 0 0,0 24 16,0-24-16,0 0 0,-25 25 0,25-25 0,0 0 15,0 0-15,0 25 16,0-25-16,0 0 0,25 25 0,-25-25 0,0 0 0,0 0 0,0 25 16,0-25-16,0 0 0,0 0 0,0 25 0,0-25 0,0 0 0,0 24 15,0-24-15,0 0 0,0 25 0,0-25 0,0 0 0,0 25 16,0-25-1,0 0-15,0 0 0,25 25 0,-25-25 0,0 0 0,0 25 0,0-25 16,0 0-16,0 24 0,0-24 0,0 0 0,0 0 0,0 25 0,0-25 0,0 0 16,0 25-16,0-25 0,0 0 0,0 0 0,0 0 15,0 25-15,25-25 0,-25 0 16,0 0-16,0 25 0,0-25 0,0 0 0,0 0 0,0 0 15,0 0-15,0 24 0,0-24 0,0 0 0,0 0 0,0 0 16,0 25-16,0-25 0,0 0 0,0 0 0,0 25 0,0-25 0,0 0 16,0 25-16,0-25 15,0 0-15,24 0 0,-24 0 0,0 25 0,0-25 16,0 0-16,0 0 0,0 24 0,0-24 0,0 0 0,0 0 0,0 0 0,0 25 15,0-25-15,0 0 0,0 0 0,25 0 0,-25 25 0,0-25 16,0 0-16,0 0 0,0 0 0,0 0 0,0 25 0,0-25 16,0 0-16,0 0 0,0 0 15,0 25-15,0-25 0,0 0 0,0 0 0,0 24 16,0-24-16,0 0 0,0 0 0,0 25 0,25-25 0,-25 0 0,0 0 0,0 25 15,0-25-15,0 0 0,0 25 0,0-25 0,0 0 0,0 0 16,0 25-16,0-25 0,0 0 16,0 0-16,0 24 0,0-24 0,0 0 0,0 0 15,0 0-15,0 25 0,0-25 0,0 0 0,0 0 0,0 25 0,0-25 16,25 0-16,-25 25 0,0-25 0,0 0 0,0 0 0,0 25 15,0-25-15,0 0 16,0 24-16,0-24 0,0 0 0,0 25 0,0-25 0,0 0 0,0 25 16,0-25-16,0 25 0,0-25 0,0 0 0,0 25 0,0-25 15,0 0-15,0 24 0,0-24 0,0 0 0,0 25 0,0-25 0,0 0 16,0 25-16,0-25 0,0 0 15,0 25-15,0-25 0,0 0 0,0 25 0,0-25 16,0 0-16,0 24 0,0-24 0,0 0 0,0 25 0,0-25 16,0 0-16,0 0 0,0 25 0,0-25 0,0 0 0,0 0 0,0 25 15,0-25-15,0 0 0,0 0 0,0 0 0,0 25 0,0-25 16,0 0-1,0 0-15,0 0 0,0 25 0,0-25 0,0 0 0,0 0 0,0 24 16,0-24-16,0 0 0,0 25 0,0-25 0,0 25 0,0-25 0,0 0 16,0 25-16,0-25 0,0 25 0,0-25 0,0 0 0,0 24 15,0-24-15,0 0 0,0 25 0,0-25 0,0 0 16,0 25-16,0-25 0,0 0 0,0 0 0,-25 25 0,25-25 15,0 25-15,0-25 0,0 0 0,25 24 0,-25-24 0,0 25 16,0-25-16,0 25 16,0-25-16,0 25 0,0-25 0,0 0 0,0 25 0,0-25 0,0 0 15,0 24-15,0-24 0,0 25 0,-25-25 0,25 0 0,0 25 0,0-25 16,0 25-16,0-25 0,0 0 0,0 25 0,0-25 0,0 24 15,-25-24-15,25 0 0,0 25 16,0-25-16,0 0 0,0 0 0,0 25 0,0-25 0,0 0 16,0 25-16,0-25 0,0 0 0,0 25 0,0-25 0,0 0 0,0 24 15,0-24-15,0 25 0,0-25 0,0 0 0,0 25 16,0-25-16,0 25 0,0-25 15,0 25-15,0-25 0,0 24 0,0-24 0,0 0 16,0 25-16,0-25 0,0 0 0,0 25 0,0-25 0,0 25 0,0-25 16,0 0-16,0 25 0,0-25 0,0 24 0,0-24 15,0 25-15,0-25 0,0 0 0,0 25 0,0-25 0,0 0 16,0 25-16,0-25 0,0 0 0,0 0 0,0 25 0,0-25 0,0 0 15,0 25-15,0-25 0,0 0 0,0 24 0,0-24 16,0 0 0,0 25-16,0-25 0,-25 0 0,25 25 0,0-25 0,0 0 15,0 25-15,0-25 0,0 25 0,0-25 0,0 0 0,0 24 0,0-24 0,0 0 0,0 25 16,0-25-16,0 0 0,0 25 0,0-25 0,0 0 0,0 25 15,0-25 1,0 25-16,0-25 0,0 0 0,0 24 0,0-24 0,0 0 0,0 25 0,0-25 16,0 0-16,0 0 0,0 25 0,0-25 0,0 0 0,25 0 0,-25 0 15,0 0-15,0 25 0,0-25 0,0 0 0,0 0 0,0 0 16,0 0-1,0 0-15,0 0 0,0 0 0,0 25 0,0-25 0,0 0 0,0 0 0,0 0 16,0 0-16,0 0 0,0 0 0,0 0 0,0 0 0,0 0 16,0 0-16,0 0 0,0 0 0,-25 0 0,25 0 0,0 0 15,-24 0-15,24 0 16,0 0-16</inkml:trace>
  <inkml:trace contextRef="#ctx0" brushRef="#br0" timeOffset="200941.4932">8508 12303 0,'0'0'16,"0"0"-16,0 0 16,0 0-16,0 0 0,0 0 0,-25 0 0,25 0 0,0 0 31,0 0-31,0-25 0,0 25 0,0 0 0,0 0 0,0 0 0,0 0 0,0 0 0,0 0 0,0 0 0,0 0 0,0 0 0,-25-24 15,25 24-15,0 0 0,0 0 0,0 0 0,0 0 0,0 0 16,0 0 0,0 0-16,0 0 0,0 0 0,0 0 0,0 0 0,0 0 0,0 0 0,0 0 15,-24 0-15,24 0 0,0 0 0,0 0 0,0 0 0,0 0 0,0 0 16,0 0-16,0 0 0,0 0 0,0 0 0,0 0 0,0 0 15,0 0-15,0 0 16,0 0-16,0 0 0,0 0 0,0 0 0,0 0 0,0 0 0,0 0 16,0 0-16,0 0 0,0 0 0,0 0 0,0 0 0,0 0 15,0 0-15,0 0 0,0 0 0,0 0 0,-25 0 0,25 0 0,0 0 16,0 0-1,0 0-15,0 0 0,0 0 0,0 0 0,0 0 0,0 0 0,0 0 16,0 0-16,0 0 0,0 0 0,0 0 0,0 24 0,0-24 0,0 0 16,0 0-16,0 0 0,0 0 0,0 0 0,0 0 0,0 25 15,0-25-15,0 0 16,0 0-16,0 0 0,0 25 0,0-25 0,0 0 0,25 25 15,-25-25-15,0 0 0,0 0 0,0 0 0,0 25 0,0-25 0,0 0 16,0 0-16,0 24 0,0-24 0,0 0 0,0 25 0,0-25 16,0 0-16,0 25 0,0-25 0,0 0 0,24 25 0,-24-25 15,0 0-15,0 25 16,0-25-16,0 0 0,0 0 0,0 24 0,0-24 0,0 0 15,0 0-15,0 25 0,0-25 0,25 0 0,-25 0 0,0 25 0,0-25 0,0 0 16,0 0-16,0 0 16,0 0-16,0 25 0,0-25 0,0 0 15,0 0-15,0 0 0,0 25 0,0-25 0,0 0 0,25 0 0,-25 0 0,0 24 0,0-24 0,0 0 16,0 0-16,0 25 0,0-25 0,0 0 0,0 0 0,0 25 15,0-25-15,25 0 16,-25 25-16,0-25 0,0 0 0,0 0 0,0 25 0,0-25 16,0 0-16,0 0 0,0 24 0,0-24 0,0 0 0,0 0 0,0 25 0,0-25 15,0 0-15,0 0 0,0 25 0,0-25 0,0 0 16,0 0-16,0 25 0,0-25 15,0 0-15,0 0 0,0 25 0,0-25 0,0 0 0,0 0 0,0 24 16,0-24-16,0 0 0,0 25 0,0-25 0,0 0 0,0 0 0,0 25 16,25-25-16,-25 0 0,0 25 0,0-25 0,0 0 15,0 25-15,0-25 0,0 24 0,0-24 0,0 0 16,0 25-16,0-25 0,0 0 0,0 25 0,0-25 0,0 0 15,0 25-15,0-25 0,0 25 0,0-25 0,0 0 16,0 24-16,0-24 0,0 0 16,0 25-16,0-25 0,0 25 0,0-25 0,0 0 0,0 25 0,0-25 15,0 0-15,0 25 0,0-25 0,0 0 0,-25 25 0,25-25 0,0 0 16,0 24-16,0-24 15,0 0-15,0 25 0,0-25 0,0 0 0,0 25 16,0-25-16,0 0 0,0 25 0,0-25 0,0 25 0,0-25 0,0 0 0,0 24 0,0-24 16,0 25-16,0-25 0,0 0 0,0 25 0,25-25 15,-25 25-15,0-25 16,0 0-16,0 25 0,0-25 0,0 0 0,0 24 0,0-24 0,0 25 15,0-25-15,0 0 0,0 25 0,0-25 0,0 0 0,0 25 0,0-25 0,0 0 16,0 25-16,0-25 16,24 24-16,-24-24 0,0 0 0,0 25 0,0-25 0,0 25 15,0-25-15,0 0 0,0 25 0,0-25 16,0 25-16,0-25 0,0 24 0,0-24 0,0 25 0,0-25 15,0 0-15,0 25 0,0-25 0,0 25 0,0-25 0,0 0 0,25 25 16,-25-25-16,0 24 0,0-24 0,0 0 0,0 25 0,0-25 0,0 25 16,0-25-16,0 0 0,0 25 0,0-25 0,0 25 15,25-25-15,-25 24 0,0-24 0,0 0 0,0 25 16,0-25-16,0 0 0,0 25 15,0-25-15,0 25 0,0-25 0,0 0 0,0 25 0,0-25 0,0 0 16,0 24-16,0-24 0,0 25 0,0-25 0,0 0 0,0 25 16,25-25-16,-25 0 0,0 25 0,0-25 0,0 0 0,0 25 0,0-25 15,0 0 1,0 24-16,0-24 0,0 0 0,0 25 0,0-25 0,0 0 15,0 25-15,0-25 0,25 25 0,-25-25 0,0 0 0,0 25 0,0-25 16,0 0-16,0 25 0,0-25 0,0 0 0,0 0 0,0 24 16,0-24-16,0 0 0,0 0 0,0 25 0,0-25 0,0 0 0,0 0 15,0 25-15,0-25 0,0 0 16,0 0-16,0 25 0,0-25 0,0 0 0,24 0 0,-24 0 0,0 0 15,0 25-15,0-25 0,0 0 0,0 0 0,0 24 0,0-24 16,0 0 0,0 0-16,0 0 0,0 25 0,0-25 0,0 0 0,0 0 0,0 0 15,0 0-15,0 25 0,0-25 0,0 0 0,0 0 0,0 0 0,0 0 0,0 0 16,0 0-16,0 0 0,0 0 0,0 0 0,0 0 0,0 0 15,0 0-15,0 0 0,0 0 16,0 0-16,0 0 0,0 0 0,0 0 0,0 0 16,0 0-16,0 0 0,0 0 0</inkml:trace>
  <inkml:trace contextRef="#ctx0" brushRef="#br0" timeOffset="202800.5993">8830 12402 0,'0'0'0,"0"25"15,0-25-15,0 0 0,0 0 0,0 0 0,0 0 16,0 0-16,0 0 0,0 0 16,0 0-16,0 0 0,0 0 0,0 0 0,0 0 0,0-25 0,0 25 15,0 0-15,0 0 0,0 0 0,0 0 0,0 0 0,0 0 16,0 0-16,0 0 0,0 0 0,0 0 0,0 0 15,0 0-15,0 0 0,0 0 0,0 0 0,0 0 0,25 0 16,-25 0-16,0 0 16,0 0-16,0 0 0,25 0 0,-25 0 0,0 0 0,0 0 0,25 0 0,-25 0 0,0 0 15,25 0-15,-25 0 16,24-24-16,-24 24 0,0 0 0,25 0 0,-25 0 0,0 0 15,25 0-15,-25 0 0,0 0 0,25 0 0,-25 0 0,0 0 0,0 0 16,25 0-16,-25 0 0,0 0 0</inkml:trace>
  <inkml:trace contextRef="#ctx0" brushRef="#br0" timeOffset="203177.6211">9178 12427 0,'0'0'0,"0"0"0,0 0 15,0 0-15,0 0 0,25-25 0,-25 25 0,0 0 0,0 0 0,0-24 16,0 24-16,0 0 0,24-25 0,-24 25 0,0-25 0,0 25 16,0 0-16,25-25 0,-25 25 0,0-25 0,0 25 0,0-24 15,0 24-15,25-25 16,-25 25-16,0 0 0,0-25 0,0 25 0,0-25 0,0 25 15,0 0-15,0-25 0,0 25 0,0 0 0,0 0 0,0-25 0,25 25 16,-25 0-16,0 0 0,0-24 0,0 24 0,0 0 0,0 0 0,0 0 16,0 0-16,0 0 0,0 0 0,0 0 0,0 0 0,0 0 15,0 0-15,0 0 16,0 0-16,0 0 0,0 0 0,0 0 0,0 0 0,0 0 15,0 0-15,0 0 0,0 0 0,0 24 0,0-24 0,0 0 16,0 25-16,25-25 0,-25 0 0,0 25 0,0-25 0,24 25 16,-24-25-16,0 25 0,0 0 0,0-25 0,25 24 15,-25-24-15,0 25 0,0-25 0,25 25 16,-25 0-16,0-25 0,0 25 0,0-25 0,0 24 0,25-24 0,-25 0 0,0 25 15,0-25-15,0 0 0,0 25 0,0-25 0</inkml:trace>
  <inkml:trace contextRef="#ctx0" brushRef="#br0" timeOffset="203940.6647">10517 12055 0,'0'0'0,"0"0"0,0 0 16,0 0-16,0 0 0,0-25 0,0 25 0,0 0 0,0 0 15,0 0-15,0 0 0,0 0 0,0 0 0,0 0 0,0 0 0,0 0 16,0 0-16,0 0 0,0 25 0,0-25 0,0 0 0,0 0 16,-25 0-16,25 0 15,0 0-15,0 25 0,0-25 0,0 0 0,0 0 0,0 25 0,0-25 16,0 0-16,0 24 0,0-24 0,-24 0 0,24 25 0,0-25 0,0 0 15,0 25-15,0-25 0,0 25 0,0-25 16,-25 0-16,25 25 0,0-25 0,0 0 16,0 25-16,0-25 0,0 0 0,0 0 0,0 24 15,0-24-15,0 0 0,0 0 0,0 0 0,0 0 16,25 25-16,-25-25 0,0 0 0,0 0 0,0 0 0,0 0 0,0 0 15,0 0-15,24 0 0,-24 0 0,0 0 0,0 0 0,25 0 0,-25 0 16,0-25-16,0 25 0,25 0 0,-25 0 0,0 0 0,25 0 16,-25 0-1,0 0-15,25 0 0,-25 0 0,0 0 0,0 0 0,24 0 0,-24 0 16,0-24-16,25 24 0,-25 0 0,0 0 0,0 0 0,25 0 0,-25 0 15,0 0-15,25 0 0,-25 0 0,0 0 0,25 0 0,-25 0 0,0 0 16,24 0 0,-24 0-16,0 0 0,25 0 0,-25 0 0,0-25 0,0 25 15,0 0-15,25 0 0,-25 0 0,0 0 0,0 0 0,0 0 0,0 0 16,0 0-16,0 0 0,0 0 0,0 0 0,0 0 0</inkml:trace>
  <inkml:trace contextRef="#ctx0" brushRef="#br0" timeOffset="204202.6797">10691 12080 0,'0'0'0,"0"-25"15,0 25-15,0 0 0,0 0 0,0 0 0,0-25 0,-25 25 16,25 0-16,0 0 0,0 0 0,0 0 16,0 0-16,0 0 0,0 0 0,25 0 0,-25 0 0,0 0 15,0 0-15,0 0 16,0 25-16,0-25 0,0 0 0,0 25 0,0-25 0,25 0 0,-25 25 15,0-25-15,0 24 0,0-24 0,0 25 16,0 0-16,24-25 0,-24 25 0,0-25 0,0 25 0,0 0 0,0-25 0,0 24 16,0-24-16,25 25 0,-25 0 0,0-25 0,0 25 0,0-25 0,0 25 15,0-25 1,0 24-16,25-24 0,-25 25 0,0-25 0,0 0 0,0 25 0,0-25 15,0 0-15,0 0 0,0 0 0,0 25 0,0-25 0,25 0 0,-25 0 16</inkml:trace>
  <inkml:trace contextRef="#ctx0" brushRef="#br0" timeOffset="205106.7314">11832 12080 0,'0'0'0,"0"0"15,0 0-15,-25 0 0,25 0 0,0 0 0,0 0 0,0 0 16,0 0-16,0 0 0,0 0 0,0-25 0,-25 25 0,25 0 0,0 0 15,0 0-15,0 0 16,0 0-16,0 0 0,0 0 0,0 0 0,-25 0 0,25 0 16,0-25-16,0 25 0,0 0 0,0 0 0,0 0 0,0 0 0,0 0 0,0-25 15,0 25-15,0 0 0,0 0 0,25 0 0,-25 0 0,0-24 16,0 24-16,0 0 15,0 0-15,0 0 0,0 0 0,25-25 0,-25 25 0,0 0 16,0 0-16,0 0 0,25 0 0,-25 0 0,0-25 0,0 25 16,25 0-16,-25 0 0,0 0 0,0 0 0,0 0 0,24 0 0,-24 0 15,0 25-15,0-25 0,0 0 0,0 0 0,25 0 0,-25 0 16,0 25-16,0-25 15,0 0-15,0 24 0,0-24 0,0 0 0,0 25 0,0-25 0,0 25 0,0-25 16,0 25-16,-25-25 0,25 25 0,0-25 0,0 24 16,0-24-16,0 25 0,-24-25 0,24 25 0,0-25 0,0 25 0,0-25 15,-25 25-15,25-25 16,0 25-16,0-25 0,0 24 0,0-24 0,0 25 0,0-25 15,0 0-15,0 25 0,0-25 0,-25 0 0,25 0 0,0 25 16,0-25-16,0 0 0,25 0 0,-25 25 0,0-25 0,0 0 0,0 0 16,0 0-16,0 0 0,0 0 0,0 0 0,0 0 15,25 24 16,-25-24-31,0 0 0,0 0 0,0 0 0,24 0 0,-24 0 0,0 0 0,0 0 0,25 0 0,-25 0 0,0 0 0,25 0 0,-25 0 0,0 0 0,25 0 0,-25 0 16,25 0-16,-25 0 0,0 0 0,24 0 0,-24 0 16,25 0-16,0 0 0,-25 0 15,25 0-15,-25 0 0,25 0 0,-25 0 0,0 0 16,24 0-16,-24 0 0,0 0 0,0 0 0,0 0 0</inkml:trace>
  <inkml:trace contextRef="#ctx0" brushRef="#br0" timeOffset="208345.9167">9153 13419 0,'0'0'15,"0"0"-15,0 0 0,0 0 16,0 0-16,0 0 0,-25 0 0,25 0 0,0 0 0,0 0 16,0 0-16,0 0 0,0 0 0,0 0 0,0 0 0,0 0 15,0 0-15,0 0 0,0 0 0,0 0 0,0 0 0,0 0 16,0 0-16,0-24 0,0 24 0,0 0 0,0 0 0,0 0 15,0 0-15,0 0 16,0 0-16,0 0 0,0 0 0,0 0 0,0 0 0,0 0 0,0-25 16,0 25-16,0 0 0,0 0 0,0 0 0,0 0 0,0 0 0,0-25 15,0 25-15,0 0 0,0 0 0,0 0 0,0 0 0,0 0 16,0 0-16,0-25 0,25 25 0,-25 0 0,0 0 15,0 0-15,0 0 0,0 0 16,0 0-16,25 0 0,-25 0 0,0 0 0,0 0 0,0 0 0,0-25 16,25 25-16,-25 0 0,0 0 0,0 0 0,0 0 0,24 25 15,-24-25-15,0 0 0,0 0 0,0 0 0,0 0 0,0 0 16,25 0-16,-25 25 15,0-25-15,0 0 0,0 0 0,0 25 0,0-25 0,0 25 0,0-25 16,0 0-16,0 24 0,0-24 0,0 25 0,0-25 0,0 25 0,0-25 16,0 25-16,0-25 0,-25 25 0,25-25 0,0 24 15,0-24-15,0 25 0,0-25 16,0 25-16,-24-25 0,24 0 0,0 25 0,0-25 0,0 25 0,0-25 15,0 0-15,0 24 0,0-24 0,-25 0 0,25 0 0,0 25 0,0-25 16,0 0-16,0 0 0,0 0 0,0 25 0,0-25 16,0 0-16,0 0 15,0 0-15,0 0 0,0 0 0,0 0 0,0 0 0,0 0 0,0 0 16,0 0-16,0 0 0,0 0 0,0 0 0,0 0 0,0 0 15,25 0-15,-25 0 0,0 0 0,0 0 0,24 0 0,-24 0 0,0 0 16,25 0-16,-25 0 0,25 0 0,-25 0 16,25 0-16,-25 0 0,25 0 0,-25 0 15,0 0-15,24 0 0,-24 0 0,25 0 0,-25 0 0,25 0 16,0 0-16,-25 0 0,25 0 0,-25 0 0,24 0 0,-24 0 0,25 0 15,-25 0-15,25 0 0,-25 0 0,25 0 0,-25 0 0,25 0 16</inkml:trace>
  <inkml:trace contextRef="#ctx0" brushRef="#br0" timeOffset="209302.9713">10740 13295 0,'-24'0'0,"24"0"0,0 0 0,0 0 0,0 0 0,-25 0 0,25 0 0,0 0 0,0 0 0,0 0 0,0 0 0,0 0 15,-25 0-15,25 0 0,0 0 0,0-24 0,0 24 16,0 0-16,0 0 16,0 0-16,0 0 0,0 0 0,0 0 0,0 0 0,0 0 15,0 0-15,0 0 0,0 0 0,0 0 0,0 0 0,0 0 0,0 0 16,0-25-16,0 25 0,0 0 0,0 0 0,0 0 0,25 0 15,-25 0 1,0 0-16,0-25 16,0 25-16,25 0 0,-25 0 0,0 0 0,0 0 0,24 0 0,-24 0 0,0 0 0,0 0 0,25 0 0,-25 0 0,0 0 0,0 0 15,0 0-15,25 0 0,-25 0 0,0 25 0,0-25 0,0 0 16,0 0-16,0 25 0,0-25 0,0 0 0,0 24 0,0-24 15,0 25 1,0-25-16,0 0 0,0 25 0,0-25 0,0 25 0,0-25 0,0 25 0,-25-25 16,25 24-16,0-24 0,0 0 0,0 25 0,0-25 0,0 25 0,0-25 15,0 0-15,-25 0 0,25 0 0,0 25 0,0-25 16,0 0-16,0 0 15,0 0-15,0 0 0,0 0 0,0 0 0,0 0 0,0 0 0,0 0 0,25 0 16,-25 0-16,0 0 0,0 0 0,0 0 0,0 0 0,0-25 16,25 25-16,-25 0 0,0 0 0,0 0 0,0 0 0,25 0 15,-25 0-15,0-25 0,0 25 16,0 0-16,25 0 0,-25 0 0,0 0 0,0 0 0,0 0 15,0 25-15,24-25 0,-24 0 0,0 0 0,0 25 0,25-25 0,-25 0 16,0 25-16,0-25 0,0 0 0,0 24 0,25-24 16,-25 25-16,0-25 15,0 25-15,0-25 0,0 25 0,0-25 0,0 25 0,0-25 0,0 24 16,0-24-16,0 0 0,0 25 0,0-25 0,0 0 0,0 25 0,0-25 15,-25 0-15,25 25 0,0-25 0,0 0 0,0 0 0,-25 25 16,25-25-16,0 0 0,0 0 0,-24 0 0,24 0 0,0 0 16,0 0-16,0 0 0,-25 0 15,25 0-15,0 0 0,0 0 0,0 0 0,0 0 0,0 0 16,0 0-16,0 0 0,-25 0 0,25 0 0,0 0 0,0 0 15,0 0-15,0 0 0,0 0 0,0 0 0,0 0 0,0 0 16,0 0-16,0 0 0,0 0 0,25 0 16,-25 0-16,0 0 0,0 0 0,25 0 0</inkml:trace>
  <inkml:trace contextRef="#ctx0" brushRef="#br0" timeOffset="209728.9958">11708 13519 0,'0'0'0,"0"0"0,0 0 16,-25-25-16,25 25 0,0 0 0,0 0 0,0 0 0,25 0 15,-25 0-15,0 0 0,0 0 0,0 0 0,0 0 0,0 0 0,25-25 16,-25 25-16,0 0 0,24 0 0,-24 0 0,0 0 16,25 0-16,-25 0 0,25 0 15,-25 0-15,25 0 0,0 0 0,-25 0 16,24-25-16,-24 25 0,25 0 0,-25 0 0,25 0 0,-25 0 0,25 0 0,-25 0 15,25 0-15,-25 0 0,24 0 0,-24 0 0,0 0 0</inkml:trace>
  <inkml:trace contextRef="#ctx0" brushRef="#br0" timeOffset="210156.0202">12105 13568 0,'0'0'0,"0"0"0,0 0 0,0 0 0,0 0 0,0 0 16,24 0-16,-24 0 0,0-25 0,0 25 0,0 0 0,0 0 15,0 0-15,0 0 0,0-24 0,0 24 0,0 0 0,0-25 0,25 25 16,-25 0-16,0-25 0,0 25 0,0-25 0,0 25 16,0 0-16,25-25 0,-25 25 15,0-24-15,0 24 0,0-25 0,0 25 0,0-25 0,0 25 16,0-25-16,0 25 0,0 0 0,0-25 0,0 25 0,0-24 0,0 24 15,0 0-15,0-25 0,0 25 0,0 0 0,0 0 16,0 0-16,0-25 0,0 25 0,0 0 0,0 0 0,0 0 0,0 0 16,0 0-16,0 0 15,0 0-15,0 0 0,0 0 0,0 0 0,0 0 0,0 0 0,0 0 0,0 0 16,0 0-16,0 0 0,0 25 0,0-25 0,25 0 0,-25 0 15,0 25-15,0-25 0,0 0 0,0 24 0,0-24 16,0 25-16,25 0 0,-25-25 16,0 25-16,0-25 0,0 25 0,0-25 0,0 24 0,0 1 15,25-25-15,-25 25 0,0 0 0,0-25 0,0 25 0,0-25 16,0 24-16,24 1 0,-24-25 0,0 25 0,0-25 0,0 25 0,0-25 15,0 25-15,0-25 0,0 24 0,0-24 0,0 25 16,0-25-16,0 25 16,0-25-16,0 25 0,0-25 0,0 0 0,0 25 0</inkml:trace>
  <inkml:trace contextRef="#ctx0" brushRef="#br0" timeOffset="211733.1104">9376 14759 0,'0'0'0,"0"0"0,0 0 16,0 0-16,0 0 0,0 0 0,0-25 0,0 25 0,-25 0 16,25 0-16,0 0 0,0 0 0,0 0 0,0 0 0,0-25 15,0 25-15,0 0 0,0 0 0,0 0 0,0 0 0,0 0 16,0 0-16,0 0 0,0 0 0,0 0 15,0 0-15,0 0 0,0 0 0,0 0 16,0 0-16,0 0 0,0 0 0,0 0 0,0 0 0,0 0 16,0 0-16,0 0 0,-24 0 0,24 0 0,0 0 0,0 0 31,0 0-31,0 0 0,0 0 0,-25 0 0,25 25 0,0-25 0,0 0 0,0 0 0,0 0 0,0 0 0,0 25 0,0-25 15,0 0-15,0 25 0,0-25 0,0 0 0,0 24 0,0-24 16,0 25-16,0-25 0,0 25 0,0-25 0,0 25 16,0-25-16,0 25 15,25-25-15,-25 24 0,0-24 0,0 25 0,24-25 0,-24 25 0,0-25 16,0 25-16,25-25 0,-25 0 0,25 25 0,-25-25 0,0 24 0,25-24 15,-25 0-15,25 25 16,-25-25-16,0 0 0,24 0 0,-24 25 0,25-25 0,-25 0 0,25 0 16,-25 0-16,25 0 0,-25 0 0,25 0 0,-25 0 0,0-25 15,24 25-15,-24 0 0,0 0 0,25-25 0,-25 25 0,25-24 0,-25 24 16,0-25-16,0 25 0,25-25 15,-25 25-15,0-25 0,0 0 0,0 25 0,25-24 0,-25-1 16,0 25-16,0-25 0,0 0 0,-25 25 0,25-25 16,0 25-16,0-24 0,0-1 0,0 25 0,-25-25 0,25 0 0,0 25 15,0-25-15,-25 25 0,25-24 0,0 24 0,0-25 0,-25 25 16,25-25-16,0 25 15,0 0-15,-24-25 0,24 25 0,0 0 0,0 0 0,0 0 0,0 0 16,0 0-16,-25-25 0,25 25 0,0 0 0,0 0 0,0 0 0,0 0 0,0 0 16,0 0-16,0 0 0,0 0 0,0 0 0,0 0 15,0 0 1,25 0-16</inkml:trace>
  <inkml:trace contextRef="#ctx0" brushRef="#br0" timeOffset="212380.1474">10740 14734 0,'0'-25'0,"0"25"15,-24 0-15,24 0 0,0 0 0,0 0 0,0 0 0,0 0 16,0-25-1,0 25-15,0 0 0,24 0 0,-24 0 0,0-24 0,0 24 0,0 0 16,0 0-16,25 0 0,-25-25 0,0 25 0,25 0 0,-25 0 0,0 0 0,25 0 16,-25-25-1,0 25-15,25 0 0,-25 0 0,0 0 0,0 0 0,24 0 0,-24 0 0,0 0 0,0 25 16,0-25-16,25 0 0,-25 0 0,0 25 0,0-25 15,0 0-15,0 24 0,0-24 0,0 0 0,0 25 16,0-25-16,0 25 0,-25-25 0,25 25 0,0-25 0,0 25 0,0-25 16,0 24-16,0-24 0,-24 25 0,24-25 0,0 25 15,0-25-15,0 25 16,0-25-16,0 25 0,-25-25 0,25 24 0,0-24 0,0 0 15,0 0-15,0 25 0,0-25 0,0 0 0,0 0 0,0 25 0,25-25 0,-25 0 16,0 0-16,0 0 0,24 0 0,-24 0 0,0 0 0,25 0 16,-25 0-16,25 0 15,0 0-15,-25 0 0,25 0 0,-1 0 0,-24-25 0,25 25 0,0 0 16,0 0-16,0 0 0,-25 0 0,24-25 0,1 25 0,0 0 15,-25 0-15,25 0 0,0 0 0,-25 0 0</inkml:trace>
  <inkml:trace contextRef="#ctx0" brushRef="#br0" timeOffset="213211.195">12005 14511 0,'0'-25'0,"0"25"0,0 0 16,0 0-16,0 0 0,0 0 0,-24 0 0,24 0 0,0-25 15,0 25-15,0 0 0,0 0 0,0 0 0,0 0 0,0-25 16,0 25-16,0 0 0,0 0 0,0 0 0,0 0 15,0-24-15,0 24 16,0 0-16,0 0 0,0 0 0,0 0 0,24-25 0,-24 25 0,0 0 0,0 0 0,0 0 16,0 0-16,0 0 0,25-25 0,-25 25 0,0 0 15,0 0-15,0 0 0,25 0 0,-25 0 0,0 0 0,0 0 0,25 0 16,-25 0-16,0 0 0,0 0 0,0 0 15,25 25-15,-25-25 0,0 0 0,0 0 0,0 25 0,0-25 0,24 0 16,-24 24-16,0-24 0,0 25 0,0-25 0,0 25 16,-24-25-16,24 25 15,0-25-15,0 25 0,0-25 0,0 24 0,0-24 0,-25 25 0,25-25 0,0 25 0,0-25 16,0 0-16,-25 25 0,25-25 0,0 25 0,0-25 15,0 0-15,0 0 0,0 24 16,0-24-16,0 0 0,0 0 0,0 0 0,0 0 0,0 0 16,0 0-16,0 0 0,0 25 0,0-25 0,0-25 0,0 25 15,25 0-15,-25 0 0,0 0 0,25 0 0,-25 0 0,0 0 0,0 0 16,24 0-16,-24 0 0,0 0 15,25-24-15,-25 24 0,0 0 0,0 0 0,25 0 16,-25 24-16,0-24 0,0 0 0,0 0 0,25 0 0,-25 0 0,0 0 16,0 25-16,25-25 0,-25 0 0,0 0 0,0 25 0,0-25 15,25 0-15,-25 25 0,0-25 16,0 0-16,0 25 0,0-25 0,0 0 0,24 24 0,-24-24 0,0 25 15,0-25-15,0 0 0,0 25 0,0-25 0,0 25 0,0-25 0,0 0 16,-24 25-16,24-25 0,0 0 0,0 24 0,0-24 0,0 0 16,0 0-16,-25 0 15,25 25-15,0-25 0,0 0 0,0 0 0,-25 0 0,25 0 0,0 0 0,0 0 16,0 0-16,-25 0 0,25 0 0,0 0 0,0 0 15,0 0-15,0 0 0,0 0 0,0-25 0,-25 25 16,25 0-16,0 0 0,0 0 16,0 0-16,0-24 0,0 24 0,0 0 0,0 0 0,0 0 0,0-25 0,0 25 0,0 0 15,25-25-15,-25 25 0</inkml:trace>
  <inkml:trace contextRef="#ctx0" brushRef="#br0" timeOffset="214638.2766">12675 12204 0,'0'0'0,"0"0"0,0 0 15,0 0-15,0 0 0,0 0 0,0 0 0,0 0 0,0 0 16,0 0-16,0-25 0,0 25 0,0 0 0,0 0 16,0 0-16,0 0 0,0 0 15,0 0-15,25 0 0,-25 0 0,0 0 0,0 25 0,0-25 0,0 0 16,0 0-16,0 0 0,0 0 0,0 0 0,0 0 0,0 0 15,25 25-15,-25-25 0,0 0 0,0 25 0,0-25 0,0 0 16,0 24 15,0-24-31,0 25 0,0-25 0,0 25 0,0-25 0,0 25 0,0-25 0,0 25 0,0-25 0,0 24 0,0-24 0,0 25 0,0-25 0,0 25 0,0-25 16,0 25-16,25 0 0,-25-25 0,0 0 0,0 24 15,0-24-15,0 25 0,0-25 0,0 25 0,0-25 0,0 25 16,0-25-16,0 25 0,0-25 16,0 24-16,0-24 0,0 25 0,0-25 0,0 25 0,0-25 15,0 25-15,24-25 0,-24 25 0,0-25 0,0 24 0,0-24 0,0 25 16,0-25-16,0 0 0,0 25 0,0 0 0,0-25 0,0 25 15,0-25 1,0 24-16,0-24 0,0 25 0,0-25 0,0 25 0,0-25 0,0 25 16,0-25-16,0 25 0,25-25 0,-25 24 0,0-24 0,0 0 15,0 25-15,0-25 0,0 25 0,0-25 0,0 25 0,0-25 0,0 25 16,0-25-16,0 24 15,0-24-15,0 25 0,0-25 0,0 0 0,0 25 0,0-25 16,25 25-16,-25-25 0,0 0 0,0 25 0,0-25 0,0 25 0,0-25 0,0 0 16,0 24-16,0-24 0,0 25 0,0-25 0,25 0 0,-25 25 15,0-25-15,0 0 0,0 25 0,0-25 0,0 25 0,0-25 16,0 0-16,0 24 0,0-24 15,0 25-15,0-25 0,0 25 0,0-25 0,25 25 0,-25-25 0,0 0 16,0 25-16,0-25 0,0 24 0,0-24 0,0 25 0,0-25 16,0 25-16,0 0 0,0-25 0,0 25 0,0-25 15,0 24-15,0-24 0,0 25 16,0-25-16,0 0 0,0 25 0,0-25 0,0 25 0,0-25 15,0 25-15,0-25 0,0 24 0,0-24 0,0 0 0,0 25 0,0-25 16,0 25-16,24-25 0,-24 0 0,0 25 0,0-25 0,0 25 16,0-25-16,0 0 15,0 24-15,0-24 0,0 25 0,0-25 0,0 25 0,0-25 16,0 25-16,0-25 0,0 0 0,0 25 0,0-25 0,0 24 0,0-24 15,25 25-15,-25-25 0,0 0 0,0 25 0,0-25 0,0 25 16,0-25-16,0 25 16,0-25-16,0 24 0,0-24 0,0 0 0,0 25 0,0-25 0,0 25 15,0-25-15,0 25 0,0-25 0,0 25 0,25-25 0,-25 0 0,0 24 16,0-24-16,0 25 0,0-25 0,0 25 0,0-25 0,0 25 15,0-25-15,0 25 0,0-25 0,0 25 16,0-25-16,0 24 0,0 1 0,0-25 16,0 25-16,0-25 0,25 25 0,-25-25 0,0 0 0,0 25 0,0-25 15,0 24-15,0-24 0,0 25 0,0-25 0,0 0 0,0 25 0,0-25 16,0 25-16,0-25 0,0 25 0,0-25 0,0 0 15,0 24-15,0-24 0,0 25 16,0-25-16,0 25 0,0-25 0,0 0 0,0 25 0,0-25 0,0 25 16,0-25-16,0 0 0,0 24 0,0-24 0,0 0 0,0 25 46,0-25-46,0 0 0,0 25 0,0-25 0,0 0 0,0 25 0,0-25 0,0 0 0,0 0 0,0 25 0,0-25 0,0 0 0,0 0 0,0 0 0,0 24 0,0-24 0,0 0 16,0 0 0,0 0-16,0 0 0,0 0 0,0 0 0,0 0 0,0 0 15,0 0-15,0 0 0,0 0 0,0 0 0,0 0 0,0-24 0,0 24 16,0 0-16,0-25 0,0 25 0,-25-25 0,25 0 0</inkml:trace>
  <inkml:trace contextRef="#ctx0" brushRef="#br0" timeOffset="222839.7457">13494 13643 0,'0'0'0,"0"0"0,0 0 16,0 0-16,0 0 0,0 0 0,0 0 0,0 0 0,0 0 0,0 0 16,0 0-16,0 0 0,0 0 0,0 0 0,0 0 15,0 0 1,0 0-16,0 0 0,0 0 0,0 0 0,0 0 0,0 0 0,0 0 0,0 0 15,0 0-15,0 0 0,0 0 0,0 0 0,0 0 0,0 0 0,0 0 16,0 0-16,0 0 0,0 0 0,0 0 0,0 0 16,0 0-16,25 0 0,-25 0 0,0 0 15,0 0-15,0 0 0,24 0 0,-24 0 0,0 0 16,0 0-16,25 0 0,-25-25 0,0 25 0,25 0 0,-25 0 0,0 0 0,25 0 15,-25 0-15,25 0 0,-25 0 0,24 0 0,-24 0 16,0 0-16,25 0 0,-25 0 0,25 0 0,-25 0 0,0 0 16,25 0-16,-25 0 15,25 0-15,-25 0 0,0 0 0,24 0 0,-24 0 0,25 0 16,-25 0-16,0 0 0,25 0 0,-25 0 0,0 0 0,0 0 0,25 0 0,-25 25 15,0-25-15,0 0 0,25 0 0,-25 0 16,0 0-16,0-25 0,24 25 0,-24 0 16,0 0-16,0 0 0,0 0 0,0 0 0,0 0 0,0-25 15,0 25-15</inkml:trace>
  <inkml:trace contextRef="#ctx0" brushRef="#br0" timeOffset="223289.7714">13791 13419 0,'0'0'0,"0"0"0,0 0 16,0 0-16,-24 0 0,24 0 0,0 0 0,0-24 15,0 24-15,0 0 0,0 0 0,0 0 0,0 0 0,0 0 0,0 0 0,0 0 16,0 0-16,0 0 0,0 0 0,0 0 0,0 0 16,0 0-16,0 0 15,0 0-15,0 0 0,0 0 0,0 0 0,0 0 0,0 0 16,0 0-16,0 0 0,0 0 0,0 0 0,0 0 0,0 24 0,0-24 15,0 0-15,0 0 0,0 0 0,0 25 0,0-25 0,0 25 16,0-25-16,0 0 0,0 25 0,0-25 0,0 25 0,0-1 16,0-24-16,0 25 0,0-25 15,0 25-15,0 0 0,0-25 0,0 25 0,0-1 0,0 1 0,0-25 16,0 25-16,0 0 0,0-25 0,0 25 0,0-1 0,0-24 15,0 25-15,0-25 0,24 25 0,-24-25 0,0 25 0,0-25 16,0 0 0,0 0-16,0 25 0</inkml:trace>
  <inkml:trace contextRef="#ctx0" brushRef="#br0" timeOffset="239553.7017">14536 13370 0,'0'0'16,"0"0"-16,0 0 0,0 0 0,0 0 0,0-25 0,0 25 0,0 0 0,0 0 15,0 0-15,0 0 0,0 0 0,0 0 0,0 0 0,0 0 16,0 0-16,0 0 0,0 0 16,0 0-16,0 0 0,0 0 0,0 0 0,0 0 0,0 0 15,0 0-15,0 0 0,0 0 0,0 0 0,0 0 0,0 0 16,0 0-16,0-25 0,0 25 0,0 0 0,0 0 0,0 0 15,0 0-15,0 0 16,0 0-16,0 0 0,0 0 0,0 0 0,0 0 0,0 0 0,0 0 0,0 0 16,0 0-16,0 0 0,0 0 0,0 0 0,0 0 0,0 0 15,0-25-15,0 25 0,0 0 0,0 0 0,0 0 16,0 0-16,0 0 0,0 0 0,0 0 0,0 0 0,0 0 15,0 0-15,0 0 0,0 0 0,0 0 0,0 0 16,0 0-16,0 0 0,0 0 0,0 0 0,0 0 0,0 0 16,0 0-16,0 0 0,0 0 0,0 0 0,0 0 0,0 0 15,0 0-15,0 0 0,0 0 0,0 0 16,0 0-16,0 0 0,0 0 15,0 0-15,0 0 0,0 0 0,0 0 0,0 0 0,0 25 0,0-25 16,0 0-16,0 0 0,0 0 0,0 0 0,0 0 0,0 0 16,0 25-16,0-25 0,0 0 0,0 0 0,24 0 0,-24 25 0,0-25 15,0 0-15,0 0 16,0 25-16,0-25 0,0 0 0,0 0 0,0 24 0,0-24 0,0 0 15,0 25-15,0-25 0,0 0 0,0 0 0,0 25 0,0-25 0,0 0 47,0 25-47,0-25 16,0 0-16,0 0 0,0 25 0,0-25 0,0 0 0,0 0 0,0 24 0,0-24 0,0 0 0,0 0 0,0 25 0,25-25 0,-25 0 0,0 0 0,0 0 0,0 0 0,0 25 0,0-25 0,0 0 0,0 0 15,0 0-15,0 0 0,0 0 0,0 25 0,0-25 16,0 0-16,0 0 0,0 0 0,0 0 0,0 0 16,0 0-16,0 0 0,0 0 15,0 0-15,0 0 0,0 0 0,0 0 0,0 0 0,0 0 0,0 0 0,0 0 16,0 0-16,0 0 0,0 0 0,0 0 0,0 0 15,0 0-15,0 0 0,0 0 0,0 0 0,0 0 0,0 0 16,0 0-16,0 0 16,0 0-16,0 0 0,0 0 0,0-25 0,0 25 0,0 0 0,0 0 15,25 0-15,-25 0 0,0 0 0,0 0 0,0 0 0,0 0 0,25 0 16,-25 0-16,0 0 0,0 0 0,0 0 0,0 0 0,25 0 15,-25 0-15,0 0 16,0 0-16,0 0 0,0 0 0,24 0 0,-24 0 16,0 0-16,0 0 0,0 0 0,0 0 0,0 0 0,0 0 0,25 0 0,-25 0 15,0 0-15,0 0 0,0 25 0,0-25 0,0 0 0,25 0 16,-25 0-16,0 0 0,0 0 0,0 0 0,0 25 0,0-25 15,25 0-15,-25 0 0,0 0 16,0 0-16,0 24 0,0-24 0,0 0 0,0 0 16,25 25-16,-25-25 0,0 0 0,0 0 0,0 25 0,0-25 0,0 0 0,0 0 15,0 25-15,0-25 0,0 0 0,0 0 0,0 25 16,0-25-16,24 0 0,-24 0 15,0 24-15,0-24 0,0 0 0,0 0 0,0 25 0,-24-25 16,24 0-16,0 0 0,0 25 0,0-25 0,0 0 0,0 0 16,0 0-16,0 25 0,0-25 0,0 0 0,0 0 0,0 0 0,0 0 15,0 25-15,0-25 0,-25 0 0,25 0 16,0 0-16,0 0 0,0 0 0,0 0 15,-25 24-15,25-24 0,0 0 0,0 0 0,0 0 0,0 0 16,-25 0-16,25 0 0,0 0 0,0 0 0,0 25 16,0-25-16,0 0 0,-25 0 0,25 0 0,0 0 0,0 0 15,0 0-15,0 0 0,0 0 0,0 0 0,0 0 0,0 0 0,0 0 16,0 0-16,0 0 0,0 0 0,0-25 0,-24 25 0,24 0 15,0 0-15,0 0 16,0 0-16,0 0 0,0 0 0,0 0 0,0-24 0,-25 24 16,25 0-16,0 0 0,0 0 0,0 0 0,0 0 0,0 0 0,0-25 15,0 25-15,0 0 0,0 0 0,0 0 0,0 0 0,0 0 16,0-25-16,0 25 0,0 0 0,0 0 15,0 0-15,0 0 0,0-25 0,25 25 0,-25 0 0,0 0 16,0 0-16,0-25 0,0 25 0,0 0 0,0-24 0</inkml:trace>
  <inkml:trace contextRef="#ctx0" brushRef="#br0" timeOffset="240358.7477">14709 13271 0,'0'0'0,"0"0"0,0-25 16,0 25-16,0 0 0,0 0 0,-25 0 0,25 0 0,0 0 16,0 0-16,0-25 0,0 25 0,0 0 0,0 0 0,0 0 0,0 0 15,0 0-15,0 0 16,0 0-16,0 0 0,0 0 0,0 0 0,0-25 15,0 25-15,25 0 0,-25 0 0,0 0 0,0 0 0,0 0 0,0 0 16,0 0-16,0 0 0,0 0 0,0 0 0,0 0 0,0 0 0,0 0 16,0 0-16,0 0 0,0 0 0,0 0 0,0 0 15,0 0-15,0 0 0,0 0 16,0 0-16,0 0 0,0 0 0,0 0 0,0 0 15,0 0-15,0 0 0,0 0 0,0 0 0,0 0 0,0 0 0,0 0 0,0 0 16,0 0-16,0 0 0,0 0 0,0 0 0,0 0 0,0 0 16,0 0-16,0 0 0,0 0 0,0 0 0,0 0 15,0 0-15,0 0 0,0 0 0,0 0 0,0 0 0,0 0 16,0 0-16,0 0 15,0 0-15,0 0 0,0 0 0,0 0 0,0 0 16,0 0-16,0 0 0,0 0 0,0 0 0,0 0 0,0 0 0,0 0 0,0 0 16,0 0-16,0 0 0,-25 0 0,25 0 0,0 0 0,0 0 0,0 0 15,0 0-15,0 0 0,0 0 16,0 0-16,0 0 0,0 0 0,0 0 0,-24 0 15,24 0-15,0 0 0,0 0 0,0 0 0,0 0 0,0 0 0,0 0 16,0 0-16,0 0 0,0 0 0,0 0 0,0 0 0,0 0 16,0 0-16,0 0 0,0 0 0,0 0 0,0 0 0,0 0 15,0 0-15,0 0 16,0 0-16,0 0 0,0 0 0,0 0 0,0 0 0,0 0 0,0 0 15,0 0-15,-25 0 0,25 0 0,0 0 0,0 0 0,0 0 0,0 0 16,0 25-16,0-25 0,-25 0 0,25 0 0,0 0 16,0 0-16,0 0 15,0 0-15,0 0 0,0 0 0,0 0 0,0 0 0,0 0 16,0 0-16,0 0 0,0 0 0,-25 0 0,25 0 0,0 0 0,0 0 15,0 0-15,0 0 0,0 0 0,0 0 0,0 0 0,25 0 0,-25 0 16,0 0-16,0 0 0,0 0 0,0 0 16,0 0-16,0 0 0,0 0 0,0 0 15,0 0-15,0 0 0,0 0 0,0 0 0,0 0 0,25 0 0,-25 0 16,0 0-16,0 0 0,0 0 0,0 0 0,25 0 0,-25 0 15,0 0-15,0 0 0,24 0 0,-24 0 0,0 0 0,25 0 16,-25 0-16,25 0 16,-25 0-16,0 0 0,25 0 0,-25 0 0,0 0 0,25 0 0,-25 0 15,24 0-15,-24 0 0,0 0 0,0 0 0,25 0 0,-25 0 16,0 0-16,0 0 0,0 0 0,0 0 0,0 0 0,0 0 0,-25 0 15,25 0-15,0 0 16,-24 0-16,24 0 0,-25 0 0</inkml:trace>
  <inkml:trace contextRef="#ctx0" brushRef="#br0" timeOffset="244643.9928">15255 12278 0,'0'0'0,"0"0"0,0-24 15,0 24-15,0 0 0,0 0 0,0 0 0,0 0 0,0 0 0,0 0 16,0 0-16,0 0 0,0 0 0,0 0 0,0 0 15,0 0-15,0 0 16,0 0-16,0 0 0,0 0 0,0 0 0,0 0 0,0 0 0,0 0 0,0 0 16,0 0-16,0 0 0,0 0 0,0 0 0,0 0 0,0 0 0,0 0 15,0 0-15,0 0 0,0 0 0,0 0 0,0 0 16,0 0-16,0 0 15,0 0-15,0 0 0,0 0 0,0 0 0,0 0 0,0 0 0,0 0 0,0 0 16,0 0-16,0 0 0,0 24 0,0-24 0,0 0 0,0 0 16,0 0-16,0 25 0,0-25 15,0 0-15,0 0 0,0 0 0,0 25 16,0-25-16,0 0 0,0 0 0,0 0 0,0 25 0,0-25 0,0 0 15,0 0-15,0 25 0,0-25 0,0 0 0,0 0 0,0 24 0,0-24 16,0 0-16,0 25 0,0-25 0,0 0 0,0 0 0,0 25 0,0-25 31,0 0-31,0 25 0,0-25 0,0 0 0,0 25 0,0-25 0,0 0 0,0 24 31,0-24-31,0 0 0,0 25 0,0-25 0,25 0 0,-25 25 0,0-25 0,0 0 0,0 25 0,0-25 0,0 0 0,0 25 0,0-25 16,0 24-16,0-24 0,0 0 0,0 25 16,0-25-16,0 0 0,-25 25 0,25-25 15,0 0-15,0 25 0,0-25 0,0 0 0,0 25 0,0-25 0,0 0 16,0 24-16,0-24 0,0 0 0,0 25 0,0-25 0,0 0 0,0 0 15,0 25-15,0-25 16,0 0-16,0 25 0,0-25 0,0 0 0,25 0 0,-25 25 16,0-25-16,0 0 0,0 24 0,0-24 0,0 0 0,0 25 0,0-25 15,0 0-15,0 25 0,0-25 0,0 0 0,0 25 0,0-25 16,0 25-16,0-25 0,0 0 15,0 24-15,0-24 0,0 25 16,0-25-16,0 0 0,0 25 0,0-25 0,0 25 0,0-25 0,0 0 0,0 25 0,0-25 0,0 0 0,0 24 16,0-24-16,0 0 15,0 25-15,0-25 0,0 0 0,0 25 0,0-25 0,0 0 16,0 25-16,0-25 0,0 25 0,0-25 0,0 0 0,0 25 15,0-25-15,24 0 0,-24 24 0,0-24 0,0 25 0,0-25 0,0 0 16,0 25-16,0-25 0,0 0 0,0 25 16,0-25-16,0 0 0,0 25 0,0-25 15,0 0-15,0 24 0,0-24 0,0 25 0,0-25 0,0 0 0,0 25 16,0-25-16,0 0 0,0 25 0,0-25 0,0 25 0,0-25 0,0 0 15,0 24-15,0-24 0,0 0 16,0 25-16,0-25 0,0 0 0,0 25 16,0-25-16,0 25 0,0-25 0,0 0 0,0 25 0,0-25 0,0 0 0,0 24 15,0-24-15,0 25 0,0-25 0,0 25 0,0-25 0,0 0 0,0 25 16,0-25-16,0 25 0,0-25 0,0 24 0,0-24 15,0 25-15,0-25 16,0 0-16,0 25 0,0-25 0,0 25 0,0-25 0,0 0 0,0 25 16,0-25-16,0 24 0,0-24 0,25 0 0,-25 25 0,0-25 15,0 0-15,0 25 0,0-25 0,0 25 0,0-25 0,0 0 0,0 25 31,0-25-31,0 0 0,0 24 0,0-24 0,0 0 0,0 25 0,0-25 0,0 0 0,0 25 16,0-25-16,0 0 0,0 25 0,0-25 0,0 25 0,0-25 16,0 0-1,0 24-15,0-24 0,25 0 0,-25 25 0,0-25 0,0 25 0,0-25 0,0 0 0,0 25 0,0-25 16,0 0-16,0 25 0,0-25 0,0 24 0,0-24 0,25 0 15,-25 25-15,0-25 0,0 25 0,0-25 16,0 0-16,0 25 0,0-25 0,0 0 16,0 25-16,0-25 0,0 0 0,0 25 0,0-25 0,0 0 0,0 24 15,0-24-15,0 0 0,0 0 0,0 25 0,0-25 0,25 0 0,-25 25 16,0-25-16,0 0 0,0 0 0,0 25 0,0-25 0,0 0 31,0 25-31,0-25 0,0 0 0,0 0 0,0 24 0,0-24 0,0 0 0,0 25 16,0-25-16,0 0 0,0 0 0,0 0 0,25 25 0,-25-25 0,0 0 15,0 25-15,0-25 0,0 0 0,0 25 0,0-25 0,0 0 16,0 24-16,24-24 0,-24 0 15,0 25-15,0-25 0,0 0 0,0 0 0,0 0 0,0 25 16,0-25-16,0 0 0,0 0 0,25 0 0,-25 25 0,0-25 0,0 0 16,0 0-16,0 0 15,0 0-15,0 0 0,0 0 0,0 0 0,0 0 0,0 0 0,0 0 16,0 0-16,0 0 0,0 0 0,0 0 0,0 0 0,0 0 0,0 0 0,0-25 15,-25 25-15</inkml:trace>
  <inkml:trace contextRef="#ctx0" brushRef="#br0" timeOffset="246795.1159">18554 12303 0,'0'0'0,"0"0"0,-25-25 16,25 25-16,0 0 0,0 0 0,0 0 0,0 0 0,0 0 16,0-24-16,0 24 0,0 0 0,0 0 0,0 0 0,0 0 15,0 0-15,0 0 0,0 0 0,-25-25 0,25 25 16,0 0-16,0 0 15,0 0-15,0 0 0,0 0 0,0 0 0,0 0 16,0 0-16,0 0 0,0 0 0,0 0 0,0 0 0,0 0 0,25 0 0,-25 0 0,0 0 0,0 0 16,0 25-16,0-25 0,0 0 15,0 0-15,0 0 0,0 24 0,0-24 16,0 0-16,0 25 0,0-25 0,0 0 0,0 25 0,0-25 0,0 0 15,0 25-15,0-25 0,0 25 0,0-25 0,0 24 0,0-24 0,0 25 16,0-25-16,0 25 0,0-25 0,0 25 0,0-25 0,0 25 16,0-25-1,0 24-15,25-24 0,-25 25 0,0 0 0,0-25 0,0 25 0,0-25 0,0 25 16,0-1-16,0-24 0,0 25 0,0-25 0,0 25 0,0 0 15,0-25-15,0 25 0,0-25 0,0 24 0,0-24 0,0 25 0,0-25 16,0 0 0,0 25-16,0-25 0,0 25 0,0-25 0,0 25 0,0-25 15,0 0-15,0 24 0,0-24 0,0 25 0,0-25 0,0 25 0,0-25 16,0 0-16,0 25 0,0-25 0,0 25 0,0-25 0,0 0 0,0 24 15,0-24-15,0 25 0,0-25 0,0 25 16,0-25-16,0 0 0,0 25 0,0-25 16,0 25-16,0-25 0,0 0 0,0 24 0,0-24 0,0 0 0,0 25 15,0-25-15,0 0 0,0 25 0,0-25 0,0 0 0,0 25 0,0-25 16,0 25-16,0-25 0,0 0 0,0 25 0,0-25 15,-25 0-15,25 24 0,0-24 0,0 25 16,0-25-16,0 0 0,0 25 0,0-25 0,0 25 0,0-25 16,0 0-16,0 25 0,0-25 0,0 0 0,0 24 0,0-24 15,0 25-15,0-25 0,0 0 0,0 25 0,0-25 0,0 25 16,0-25-16,0 0 15,0 25-15,0-25 0,0 0 0,0 24 0,0-24 0,0 0 0,25 25 16,-25-25-16,0 25 0,0-25 0,0 0 0,0 25 0,0-25 31,0 0-31,0 25 0,0-25 0,0 0 0,0 24 0,0-24 0,0 0 0,0 25 0,0-25 0,0 0 0,0 0 16,0 25-16,0-25 0,0 0 0,0 25 0,0-25 0,0 0 15,25 25-15,-25-25 16,0 0-16,0 0 0,0 24 0,0-24 0,0 0 0,0 25 16,0-25-16,0 0 0,0 25 0,0-25 0,0 0 0,0 0 0,0 25 15,25-25-15,-25 0 0,0 25 0,0-25 0,0 0 0,0 24 0,0-24 16,0 0-16,0 0 0,0 25 0,0-25 0,0 0 0,0 25 15,0-25-15,0 0 16,0 25-16,0-25 0,0 0 0,0 25 0,24-25 0,-24 0 0,0 24 16,0-24-16,0 25 0,0-25 0,0 25 0,0-25 0,0 0 0,0 25 15,0-25-15,25 25 0,-25-25 0,0 24 0,0-24 16,0 0-1,0 25-15,0-25 0,0 25 0,0-25 0,0 0 0,0 25 0,0-25 0,0 0 0,0 25 0,0-25 16,0 0-16,0 0 0,0 24 16,0-24-16,0 0 0,0 25 0,0-25 0,0 0 0,0 0 15,0 25-15,0-25 0,0 0 0,0 25 0,0-25 0,0 0 16,0 25-16,0-25 0,0 25 0,0-25 0,0 0 0,0 24 0,0-24 15,0 25-15,0-25 16,0 0-16,0 25 0,0-25 0,0 0 0,0 0 16,0 25-16,0-25 0,0 0 0,0 25 0,0-25 0,0 0 0,0 24 15,0-24-15,0 0 0,0 0 0,0 25 0,0-25 0,0 0 0,0 0 16,0 25-16,0-25 0,0 0 0,0 0 0,0 25 0,0-25 15,0 0 1,0 0-16,0 0 0,0 0 0,0 0 0,0 25 0,0-25 16,0 0-16,0 0 0,0 0 0,0 0 0,0 0 0,0 0 0,0 0 0,0 24 15,0-24-15,0 0 0,0 0 0,0 0 0,0 0 0,0 25 16,25-25-16,-25 0 0,0 0 15,0 0-15,0 0 0,0 25 0,0-25 0,0 0 16,0 0-16,0 0 0,0 0 0,0 0 0,0 0 0,0 0 0,0 0 16,0 0-16,0 0 0,0 0 0,0 0 0,0 0 0,0 0 0,-25 0 15,25 0-15,0 0 0,0 0 0</inkml:trace>
  <inkml:trace contextRef="#ctx0" brushRef="#br0" timeOffset="256631.6785">15577 12576 0,'0'0'0,"0"0"16,0 0-16,0 0 0,-24 0 15,24 0-15,0 0 0,0 0 0,0 0 16,0 0-16,0 0 0,0 0 0,0 0 0,0 0 0,0 0 0,0 0 15,0 0-15,0 0 0,0 0 0,0 0 0,0 0 0,0 0 0,0 0 32,0 0-32,0 0 0,0 0 0,0 0 0,0 0 0,0 0 0,0 0 0,0 0 0,0 0 15,0 0 1,0-25-16,0 25 0,0 0 0,0 0 0,0 0 0,0 0 0,0 0 0,0 0 15,0 0-15,0 0 0,0 0 0,0 0 16,0 0-16,0 0 0,0 0 0,0 0 0,0 0 0,0 0 0,24 0 0,-24 0 16,0 0-16,0-25 0,0 25 0,0 0 0,0 0 0,0 0 0,0 0 15,0 0-15,0 0 0,25-24 0,-25 24 0,0 0 0,0 0 16,0 0-16,0-25 0,25 25 0,-25 0 0,0 0 0,0 0 15,0-25-15,25 25 16,-25 0-16,0 0 0,0 0 0,0-25 0,0 25 0,25 0 16,-25 0-16,0-25 0,0 25 0,0 0 0,0 0 0,0 0 0,0-24 15,0 24-15,24 0 0,-24 0 0,0 0 0,0-25 0,0 25 0,0 0 16,0 0-16,0-25 0,0 25 0,0 0 0,0 0 15,0 0-15,0-25 16,0 25-16,0 0 0,0 0 0,0 0 0,0 0 0,0 0 16,0-25-16,0 25 0,0 0 0,0 0 0,0 0 0,0 0 0,0 0 15,0 0-15,0 0 0,0 0 0,0 0 0,0 0 0,0 0 16,0 0-16,0 0 0,0 0 0,0 0 0,0 0 0,0 0 15,0 0-15,0 0 16,0 0-16,0 0 0,0 0 0,0 25 0,0-25 0,0 0 16,0 0-16,-24 0 0,24 25 0,0-25 0,0 25 0,0-25 31,0 0-31,0 25 0,0-25 0,0 24 0,0-24 0,0 25 0,0-25 0,0 25 0,0-25 0,0 25 0,0-25 0,0 25 0,0-25 15,0 24-15,0-24 0,0 25 0,0-25 0,0 0 16,0 25-16,0-25 0,0 25 0,24-25 16,-24 0-16,0 25 0,0-25 0,0 0 0,0 0 0,0 24 0,0-24 15,0 0-15,0 0 0,0 25 0,0-25 0,0 0 16,0 0-16,0 0 0,0 0 0,25 0 0,-25 0 15,0-25-15,0 25 0,25 0 16,-25 0-16,0-24 0,25 24 0</inkml:trace>
  <inkml:trace contextRef="#ctx0" brushRef="#br0" timeOffset="257443.7249">16669 12229 0,'0'0'0,"0"0"0,0 0 16,-25 0-16,25 0 0,0 0 0,0 0 0,0 0 0,0 0 16,0 0-16,0 0 0,0 0 0,0-25 0,0 25 0,0 0 0,0 0 15,0 0-15,0 0 0,0 0 0,0 0 0,0 0 0,0 0 16,0 0-16,0 0 0,0 0 15,0 0-15,0 0 0,0 0 0,0 0 0,0 0 0,25 0 16,-25 0-16,0 25 0,0-25 0,0 0 0,0 0 16,-25 0-16,25 0 0,0 25 0,0-25 0,0 0 15,0 0-15,0 24 0,0-24 0,0 0 0,0 25 0,-25-25 0,25 0 0,0 25 16,0-25-16,0 0 0,0 25 15,0-25-15,0 0 0,0 0 0,0 25 0,0-25 0,0 0 0,-25 0 16,25 0-16,0 0 0,0 24 0,0-24 0,0 0 0,0 0 16,0 0-16,0 0 0,25 0 0,-25 0 0,0 0 0,0 0 15,0 0-15,0 25 16,0-25-16,0 0 0,0 0 0,0 0 0,0 0 0,0 0 0,0 0 15,0 0-15,0 0 0,25 0 0,-25 0 0,0 0 0,0 0 0,0 0 16,0 0-16,0 0 0,25 0 0,-25 0 0,0 0 0,0 0 16,25 0-16,-25 0 0,0 0 0,0 0 0,24 0 15,-24 0-15,0-25 0,25 25 16,-25 0-16,0 0 0,25 0 0,-25 0 0,25 0 0,-25 0 0,0 0 0,25 0 15,-25 0-15,0 0 0,24 0 0,-24 0 0,0 0 16,25 0-16,-25 0 0,0 0 0,0 0 0,25 0 0,-25 0 16,0 0-16,0 0 15,25 0-15,-25 0 0,0 0 0,0 0 0,0 0 0,25 0 16,-25 0-16,0 0 0,0 0 0,0 0 0,0 0 0,24 0 0,-24 0 0,0 0 15,0 0-15,0 0 0,0 0 0,0 0 0,0 0 16,0 0-16,0 0 16,0 0-16,0 0 0,0 0 0,0 0 0,0 0 0,0 0 0,0 0 15,0 0-15,0 0 0,0-24 0</inkml:trace>
  <inkml:trace contextRef="#ctx0" brushRef="#br0" timeOffset="257693.7392">16917 12229 0,'0'0'15,"0"0"-15,0 0 0,0-25 0,0 25 0,-25 0 0,25 0 16,0 0-16,0 0 0,0 0 0,0 0 0,0 0 15,0 0-15,0 0 0,0 0 0,0 0 0,0 0 0,0 0 16,0 0-16,0 25 0,0-25 0,0 0 0,0 0 16,25 25-16,-25-25 0,0 24 0,0-24 0,0 25 0,0-25 15,0 25-15,0-25 0,0 25 16,0 0-16,0-25 0,0 24 0,0-24 0,0 25 15,0-25-15,0 25 0,0-25 0,0 25 0,0-25 0,0 25 0,0-25 0,0 24 16,0-24-16,0 25 0,0-25 0,0 25 0,0-25 16,0 25-16,0-25 15,0 0-15,0 25 0,0-25 0,0 0 0,0 0 0,25 24 0,-25-24 16,0 0-16,0 0 0,0 0 0,0 0 0</inkml:trace>
  <inkml:trace contextRef="#ctx0" brushRef="#br0" timeOffset="258519.7865">17785 12278 0,'0'0'0,"0"0"15,0 0-15,0 0 0,0 0 0,0-24 0,0 24 16,0 0-16,0 0 15,0 0-15,0 0 0,0 0 0,0-25 0,0 25 0,0 0 0,0 0 16,25 0-16,-25 0 0,0-25 0,0 25 0,0 0 0,0 0 16,25 0-16,-25 0 0,0-25 0,0 25 0,24 0 0,-24 0 0,0 0 15,0 0-15,25 0 0,-25 0 0,0 0 0,0-25 16,25 25-16,-25 0 15,0 0-15,0 25 0,0-25 0,25 0 0,-25 0 0,0 0 0,0 0 0,0 0 16,0 25-16,0-25 0,0 0 0,25 25 0,-25-25 0,0 25 16,0-25-1,-25 24-15,25-24 0,0 25 0,0-25 0,0 25 0,0-25 0,0 25 16,-25-25-16,25 25 0,0-1 0,0-24 0,0 25 0,-25-25 0,25 0 0,0 25 15,0-25-15,-25 25 0,25-25 0,0 25 0,-24-25 0,24 24 16,0-24-16,0 0 0,-25 25 0,25-25 0,0 25 16,0-25-16,0 0 15,0 0-15,0 25 0,-25-25 0,25 0 0,0 0 0,0 0 0,0 25 0,0-25 0,0 0 16,0 0-16,0 0 0,0 0 0,0 0 0,0 0 15,0 0-15,25 0 0,-25 0 0,0 0 0,0 0 0,25 0 16,-25 0-16,0 0 16,24 0-16,-24 0 0,0 0 0,25 0 0,-25 0 0,25 0 0,-25 0 0,25 0 15,-25 0-15,25 0 0,-25 0 0,0-25 0,24 25 0,-24 0 16,25 0-16,-25 0 0,25 0 0,-25 0 0,0 0 0,25 25 15,-25-25 1,0 0-16,25 0 0,-25 0 0,0 0 0,24 0 0,-24 0 0,0 0 0,0 0 16,0 0-16,0 0 0,0 0 0</inkml:trace>
  <inkml:trace contextRef="#ctx0" brushRef="#br0" timeOffset="264198.1113">15677 13742 0,'0'0'0,"-25"0"0,25 0 15,0 0-15,0 0 0,0 0 0,0 0 0,0 0 0,0 0 16,-25 0-16,25 0 15,0 0-15,0 0 0,0 0 0,0 0 0,0 0 16,0-25-16,25 25 0,-25 0 0,0 0 0,0 0 0,0 0 0,0-25 16,0 25-16,0 0 0,25 0 0,-25 0 0,0 0 0,0-25 0,0 25 15,24 0-15,-24 0 0,0 0 0,0-24 0,0 24 0,25 0 16,-25 0-16,0 0 15,0-25-15,0 25 0,25 0 0,-25 0 0,0-25 0,0 25 0,0 0 16,0-25-16,0 25 0,0 0 0,25-25 0,-25 25 0,0 0 0,0 0 16,0-24-16,0 24 0,0 0 0,0-25 0,0 25 15,-25 0-15,25 0 16,0 0-16,0-25 0,0 25 0,0 0 0,0 0 0,0 0 0,0 0 15,0 0-15,0 0 0,0 0 0,0 0 0,0 0 0,0 0 0,0 0 47,0 0-47,0 0 0,0 0 0,0 0 0,0 0 0,0 0 0,0 0 0,0 0 0,0 0 0,0 25 0,0-25 0,0 0 0,0 25 0,0-25 0,0 24 0,0-24 0,0 25 16,0-25-16,0 25 0,0-25 0,0 25 15,0-25-15,0 25 0,0-1 16,0-24-16,0 25 0,0-25 0,0 25 0,0-25 0,0 25 0,0-25 0,0 25 16,0-25-16,0 24 0,25-24 0,-25 25 0,0-25 0,0 0 15,0 25-15,0-25 0,0 25 0,0-25 0,0 0 0,0 0 16,25 25-1,-25-25-15,0 0 0,0 0 0,0 0 0,24 0 0,-24 0 0,0 0 16,0 0-16,0 0 0</inkml:trace>
  <inkml:trace contextRef="#ctx0" brushRef="#br0" timeOffset="265165.1666">16818 13543 0,'0'0'0,"0"-24"0,0 24 15,0 0-15,0 0 0,0 0 0,0 0 0,0 0 0,0 0 0,0-25 16,0 25-16,0 0 0,0 0 0,0 0 0,0 0 0,0-25 0,0 25 15,0 0-15,0 0 0,0 0 16,0-25-16,24 25 0,-24 0 0,0 0 0,0 0 0,0 0 16,25 0-16,-25-25 0,0 25 0,0 0 0,25 0 0,-25 0 15,0 0-15,0 0 0,25 0 0,-25 0 0,0 0 0,0 0 0,0 0 16,0 0-16,25 25 0,-25-25 15,0 0-15,0 0 0,0 0 0,0 25 16,0-25-16,24 0 0,-24 0 0,0 25 0,0-25 0,0 0 0,0 25 16,0-25-16,0 24 0,-24-24 0,24 0 0,0 25 0,0-25 0,0 25 15,-25-25-15,25 0 0,0 25 0,0-25 0,0 0 0,-25 25 16,25-25-1,0 0-15,0 0 0,0 24 0,0-24 0,0 0 0,0 0 0,0 0 0,-25 0 0,25 0 16,0 0-16,0 0 0,0 0 0,0 0 0,0 0 16,25 0-16,-25 0 0,0 0 0,0 0 0,0 0 0,0 0 15,0 0-15,25 0 16,-25 0-16,0 0 0,0 0 0,0 0 0,25 0 0,-25 0 15,0 0-15,0 0 0,24 0 0,-24 0 0,0 0 0,0 0 16,0 0-16,25 25 0,-25-25 0,0 0 0,0 0 0,25 0 0,-25 25 0,0-25 16,0 0-16,0 0 0,25 25 0,-25-25 15,0 0-15,0 0 0,0 25 0,0-25 16,0 0-16,0 24 0,0-24 0,0 0 0,0 25 0,0-25 15,0 0-15,-25 0 0,25 25 0,0-25 0,0 0 0,0 0 0,0 25 16,-25-25-16,25 0 0,0 0 0,0 0 16,0 0-16,-25 0 0,25 0 0,0 25 0,0-25 15,0 0-15,0 0 0,-24 0 0,24 0 0,0 0 16,0 0-16,0 0 0,0-25 0,0 25 0,0 0 0,0 0 0,0 0 15,-25 0-15,25 0 0,0 0 0,0 0 0,0 0 0,0 0 0,0-25 16,0 25 0,0 0-16,25 0 0,-25 0 0,0-25 0,0 25 0,0 0 0</inkml:trace>
  <inkml:trace contextRef="#ctx0" brushRef="#br0" timeOffset="265541.1878">17587 13618 0,'0'0'0,"0"0"16,0 0-16,0 0 0,0 0 0,0-25 16,0 25-16,0 0 0,0 0 0,24 0 15,-24 0-15,25 0 0,-25 0 0,25 0 0,-25 0 0,25 0 0,-25 0 0,25 0 16,-25 0-16,24-25 0,-24 25 0,25 0 15,0 0-15,-25 0 0,25 0 0,-25 0 16,25 0-16,-25 0 0,0 0 0,24 0 0,-24 0 0,25 0 0,-25 0 16,0 0-16,25 0 0</inkml:trace>
  <inkml:trace contextRef="#ctx0" brushRef="#br0" timeOffset="265944.2111">18033 13717 0,'0'0'0,"0"0"0,0 0 0,0 0 15,0 0-15,0-25 0,0 25 0,25 0 0,-25 0 16,0 0-16,0 0 0,0-25 0,0 25 0,0 0 0,25 0 16,-25 0-16,0-24 0,0 24 0,0 0 0,24 0 15,-24-25-15,0 25 0,0 0 16,0-25-16,0 25 0,0 0 0,0-25 0,25 25 0,-25-25 15,0 25-15,0 0 0,0-24 0,0 24 0,0-25 0,0 25 16,0 0-16,0-25 0,0 25 0,0 0 0,-25-25 0,25 25 0,0 0 16,0 0-1,0 0-15,0 0 0,0 0 0,0-25 0,0 25 0,0 0 16,0 0-16,0 0 0,0 0 0,0 0 0,0 25 0,0-25 0,0 0 15,0 0-15,0 0 0,0 25 0,0-25 0,25 0 0,-25 25 0,0-25 16,0 0-16,0 25 0,0-1 0,0-24 0,0 25 16,25-25-16,-25 25 0,0 0 0,0-25 15,0 25-15,0-1 0,0-24 0,0 25 0,0 0 0,0 0 16,0-25-16,0 25 0,0-1 0,0-24 0,0 25 0,0 0 0,0 0 15,0-25-15,0 25 0,0-25 0,-25 24 0,25-24 16,0 25-16,0-25 0,0 25 16,0-25-16,0 0 0,-25 25 0,25-25 0</inkml:trace>
  <inkml:trace contextRef="#ctx0" brushRef="#br0" timeOffset="267450.2973">15925 14585 0,'0'0'0,"0"0"0,0 0 15,0 0-15,0 0 0,0-25 0,0 25 0,-25 0 0,25 0 0,0 0 16,0 0-16,0 0 0,0 0 0,0-24 16,0 24-16,0 0 0,0 0 15,0 0-15,0 0 0,0 0 0,0 0 0,0 0 0,0 0 0,0 0 0,0 0 0,0 0 16,0 0-16,0 0 0,0 0 0,0 0 0,0 0 15,0 0-15,0 0 16,0 0-16,0 24 0,0-24 0,0 0 0,0 0 0,0 0 0,0 25 0,0-25 16,0 0-16,-25 25 0,25-25 0,0 0 0,0 25 0,0-25 0,-25 0 15,25 25-15,0-25 0,0 0 0,0 24 0,0-24 16,-25 0-16,25 25 0,0-25 15,0 0-15,0 0 0,0 25 0,0-25 0,-24 0 0,24 0 16,0 25-16,0-25 0,0 0 0,0 0 0,0 0 0,0 0 0,0 0 0,0 0 16,0 0-16,0 0 15,0 0-15,0 0 0,0 0 0,0 0 0,0 0 0,0 0 16,0 0-16,0 0 0,0 0 0,0 0 0,0 0 0,0 0 0,0 0 15,0 0-15,0 0 0,0 0 0,0 0 0,0 0 0,24 0 16,-24 0-16,0 0 16,0 0-16,25 0 0,-25 0 0,0 0 0,25 0 15,-25 0-15,0 0 0,25-25 0,-25 25 0,25 0 0,-25 0 0,24 0 0,-24 0 16,0 0-16,25 0 0,-25 0 0,0 0 0,25 0 0,-25 0 15,0 0-15,25-25 0,-25 25 0,0 0 16,0 0-16,25 0 0,-25 0 0,0 0 0,0 0 16,0 0-16,0 0 0,24 0 0,-24 0 0,0 0 0,0 0 15,0 0-15,0 0 0,0 0 0,0 0 0,0 0 0,0 0 0,0 0 16,0 0-16,0 0 0,0-25 15</inkml:trace>
  <inkml:trace contextRef="#ctx0" brushRef="#br0" timeOffset="267673.31">16024 14536 0,'0'0'0,"0"0"0,0 0 0,0 0 0,0 0 15,0 0-15,0 0 0,0 0 0,0 0 0,0 0 16,0 0-16,0 0 0,0 0 16,0 0-16,0 0 0,0 24 0,0-24 0,0 0 0,0 25 0,0-25 31,0 25-31,25-25 0,-25 25 0,0-25 0,0 25 0,0-25 0,0 24 0,0-24 15,24 25-15,-24 0 0,0-25 0,0 25 0,0-25 0,25 25 0,-25-1 0,0-24 16,0 25-16,0-25 0,25 25 0,-25-25 0,0 25 0,0 0 16,0-25-16,0 24 0,0-24 0,0 25 0,0-25 0,0 25 15,0-25-15,0 25 16,0-25-16</inkml:trace>
  <inkml:trace contextRef="#ctx0" brushRef="#br0" timeOffset="268538.3595">17165 14610 0,'-25'0'16,"25"0"-16,0 0 0,0 0 0,0-25 0,-25 25 15,25 0-15,0 0 0,0 0 16,0 0-16,0 0 0,0 0 0,0 0 0,0 0 0,0 0 0,0 0 0,-25 0 0,25 0 15,0-25-15,0 25 0,0 0 0,0 0 0,25 0 16,-25 0-16,0 0 0,0 0 16,0-24-16,0 24 0,0 0 0,0 0 0,0 0 0,0 0 15,25 0-15,-25 0 0,0 0 0,0-25 0,25 25 0,-25 0 16,0 0-16,0 0 0,25 0 0,-25 0 0,0 0 0,0 0 0,0 0 15,24 0-15,-24 0 0,0 0 0,0 0 0,0 25 16,0-25-16,0 0 16,0 0-16,0 0 0,0 24 0,0-24 0,0 0 0,0 25 0,0-25 0,-24 0 0,24 25 15,0-25-15,0 25 0,-25-25 0,25 25 0,0-25 16,-25 24-16,25-24 15,-25 0-15,25 25 0,0-25 0,-25 25 0,25-25 0,0 0 0,0 25 16,-24-25-16,24 0 0,0 25 0,0-25 0,0 0 0,0 0 0,0 0 16,-25 24-16,25-24 15,0 0-15,0 0 0,25 0 0,-25 0 0,0 0 0,0 0 0,0 0 16,0 0-16,0 0 0,24 0 0,-24 0 0,0 0 0,0 0 0,25 0 15,-25 0-15,0 0 0,25 0 0,-25 25 0,25-25 0,-25 0 16,0 0-16,25 0 0,-1 0 0,-24 0 16,25 0-16,-25 0 0,25 0 0,-25 0 0,25 0 0,0 0 15,-25 0-15,24-25 0,1 25 0,-25 0 0,25 0 0,0 0 16,-25 0-16,25 0 0,-25 0 0</inkml:trace>
  <inkml:trace contextRef="#ctx0" brushRef="#br0" timeOffset="269248.4001">17934 14511 0,'0'0'0,"0"0"0,0-25 0,0 25 16,0 0-16,0 0 0,0 0 0,0 0 0,0 0 0,0 0 15,0 0-15,0-25 0,0 25 0,0 0 0,0 0 16,0 0-16,0 0 0,0 0 0,25 0 0,-25-25 15,0 25-15,0 0 0,0 0 0,0 0 16,0 0-16,0 0 0,24 0 0,-24-24 0,0 24 0,0 0 0,25 0 16,-25 0-16,0 0 0,0 0 15,0 0-15,25 0 0,-25 0 0,0 0 0,0 0 0,0 0 0,25 0 16,-25 0-16,0 0 0,0 0 0,0 0 0,0 0 0,0 0 15,25 24-15,-25-24 0,0 0 0,0 0 0,0 0 0,0 25 16,0-25-16,-25 0 16,25 25-16,0-25 0,0 0 0,0 25 0,0-25 0,-25 0 0,25 25 0,0-25 15,0 0-15,-25 24 0,25-24 0,0 0 0,0 25 0,-25-25 16,25 0-1,0 0-15,0 0 0,0 25 0,0-25 0,-24 0 0,24 0 0,0 0 0,0 0 16,0 0-16,0 0 0,0 0 0,0 0 0,0 0 0,24 0 16,-24 0-16,0 0 0,0 0 0,0 0 0,25 25 0,-25-25 0,0 0 15,25 0 16,-25 0-31,25 0 0,-25 0 0,0 0 0,25 0 0,-25 0 0,0 0 0,24 0 0,-24 25 0,25-25 0,-25 0 0,0 0 0,25 24 0,-25-24 16,0 0-16,25 0 0,-25 25 0,0-25 0,0 0 0,0 25 16,25-25-16,-25 0 0,0 0 0,0 25 0,0-25 0,0 0 15,0 0-15,0 25 0,0-25 16,0 0-16,0 0 0,0 0 0,0 0 15,0 0-15,0 24 0,-25-24 0,25 0 0,0 0 0,0 0 0,0 0 16,0 0-16,-25 0 0,25 0 0,0 0 0,0 0 0,0 0 0,0 0 16,-25 0-16,25 0 0,0 0 0,0 0 0,0 0 0,-25 0 15,25 0 1,0 0-16,0 0 0,0 0 0,0 0 0,0 0 0,0 0 0,0 0 15</inkml:trace>
  <inkml:trace contextRef="#ctx0" brushRef="#br0" timeOffset="277009.844">19100 13543 0,'0'25'0,"0"-25"0,0 0 15,0 0-15,0 0 0,0 0 0,0 0 0,-25 0 0,25 0 0,0 0 16,0 0-16,0 0 15,0 0-15,0 0 0,0 0 0,0 0 0,0 0 0,0 0 0,0 0 16,0 0-16,0 0 0,0 0 0,0 0 0,0 0 0,0 0 0,0 0 16,0 0-16,0 0 0,0 0 0,0 0 0,0 0 0,0 0 15,0 0-15,0 0 16,0 0-16,0 0 0,0 0 0,0 0 0,0 0 15,0 0-15,0 0 0,0 0 0,0 0 0,0 0 0,0 0 0,0 0 0,0 0 16,0 0-16,0 0 0,0 0 0,0 0 0,0 0 0,0 0 16,0 0-16,0 0 0,25 0 0,-25 0 15,0 0-15,0 0 0,0 0 16,0 0-16,24 0 0,-24 0 0,0 0 0,0 0 0,25 0 0,-25 0 0,0 0 15,25 0-15,-25 0 0,25 0 0,-25 0 0,25 0 0,-25 0 16,24 0 0,-24 0-16,25 0 0,0 0 0,-25 0 0,25-25 0,-25 25 0,25 0 0,-1 0 15,-24 0-15,25 0 0,-25 0 0,0 0 0,25 0 0,-25 0 0,0 0 0,25 0 16,-25 0-16,0 0 0,0 0 0,0 0 15,0 0-15,0 0 0,0 0 0,0 0 16,0 0-16,0 0 0,0 0 0,0 0 0,0 0 0,0 0 16,0 0-16,0 0 0</inkml:trace>
  <inkml:trace contextRef="#ctx0" brushRef="#br0" timeOffset="288610.5076">19968 13196 0,'0'0'0,"0"0"0,0 0 16,0 0-16,0 0 0,0 0 0,0 0 0,0 0 0,0 0 15,0 0-15,0 0 0,0 0 0,0 0 0,0 0 0,0 0 16,0 0-16,0 0 16,0 0-16,0 0 0,0 0 0,0 0 0,0-25 0,0 25 0,0 0 15,0 0-15,0 0 0,0 0 0,0 0 0,0 0 0,0 0 16,0 0-16,0 0 0,0 0 0,0 0 0,0 0 15,0 0-15,0 0 0,0 0 0,0 0 16,0 0-16,0 0 0,0 0 0,0 0 0,0 0 0,0 0 0,0 0 16,0 0-16,0 0 0,0 0 0,0 0 0,0 0 0,0 0 15,0 0-15,0 0 0,0 0 0,0 0 16,0 0-16,0 0 0,0 0 0,0 0 15,0 0-15,0 0 0,0 0 0,0 0 0,0 0 0,0 0 0,0 0 0,0 0 16,0 0-16,0 0 0,0 0 0,0 0 0,0 0 0,0 0 16,0 0-16,0 0 15,0 0-15,0 0 0,0 0 0,0 0 0,0 0 0,0 0 0,0 0 0,0 0 0,0 0 16,0 0-16,0 0 15,0 0-15,0 0 0,0 0 0,0 0 0,0 0 0,0 0 16,0 0-16,0 0 0,0 0 0,0 0 0,0 0 0,0 0 0,0 0 16,0 0-16,0 0 0,-25 0 0,25 0 0,0 0 0,0 0 15,0 0-15,0 0 0,0 0 0,0 0 0,0 25 0,0-25 16,0 0-16,0 0 15,-25 0-15,25 0 0,0 0 0,0 0 0,0 0 0,0 0 0,0 0 16,0 25-16,0-25 0,0 0 0,-25 0 0,25 0 0,0 0 0,0 0 16,0 0-16,0 25 0,0-25 0,0 0 0,0 0 0,0 0 15,0 0-15,-24 0 0,24 25 16,0-25-16,0 0 0,0 0 0,0 0 0,0 24 15,0-24-15,0 0 0,0 0 0,0 0 0,-25 25 0,25-25 0,0 0 0,0 0 16,0 0-16,0 0 0,0 25 0,0-25 0,0 0 16,0 0-16,0 25 0,0-25 0,0 0 0,0 0 15,0 25-15,0-25 0,-25 0 16,25 0-16,0 0 0,0 24 0,0-24 0,0 0 0,0 0 0,0 0 0,0 25 0,0-25 15,0 0-15,0 0 0,0 25 0,0-25 0,0 0 16,0 0-16,0 0 0,0 0 16,0 25-16,0-25 0,0 0 0,0 0 0,0 0 0,0 25 15,0-25-15,0 0 0,0 0 0,0 0 0,0 24 0,0-24 0,0 0 16,0 0-16,0 0 0,0 25 0,0-25 0,0 0 15,0 0-15,0 25 0,0-25 0,0 0 0,0 0 0,0 0 16,0 25-16,0-25 16,0 0-16,0 0 0,0 0 0,0 25 0,0-25 0,-25 0 15,25 0-15,0 0 0,25 24 0,-25-24 0,0 0 0,0 0 0,0 0 16,0 25-16,0-25 0,0 0 15,0 0-15,0 0 0,0 0 0,0 25 0,0-25 0,0 0 0,0 0 0,0 0 16,0 0-16,25 25 0,-25-25 0,0 0 0,0 0 0,0 0 16,0 0-16,0 0 0,25 25 0,-25-25 0,0 0 0,0 0 15,0 0 1,24 0-16,-24 0 0,0 0 0,0 0 0,0 0 0,25 0 0,-25 24 0,0-24 15,0 0-15,25 0 0,-25 0 0,0 0 0,0 0 0,0 0 0,25 0 16,-25 0-16,0 0 16,0 0-16,0 0 0,0 0 0,25 0 0,-25 0 0,0 0 15,0 0-15,0 0 0,0 0 0,0 0 0,24 0 0,-24 0 0,0-24 16,0 24-16,0 0 0,0 0 0,25 0 0,-25 0 0,0 0 15,0-25-15,0 25 0,0 0 0,25 0 0,-25 0 0,0 0 16,0-25-16,0 25 0,0 0 0,0 0 16,0 0-16,25-25 0,-25 25 0,0 0 0,0 0 0,0 0 0,0 0 15,0 0-15,0-25 0,0 25 0,0 0 16,0 0-16,25 0 0,-25 0 0,0 0 15,0-24-15,0 24 0,0 0 0,0 0 0,0 0 0,0 0 0,0 0 16,0 0-16,0-25 0,0 25 0,0 0 0,-25 0 0,25 0 0,0 0 16,0 0-16,0-25 0,0 25 0,0 0 15,0 0-15,-25 0 0,25 0 0,0-25 16,0 25-16,0 0 0,0 0 0,-25 0 0,25 0 0,0 0 15,0-25-15,0 25 0,0 0 0,-25 0 0,25 0 0,0 0 0,0 0 16,0 0-16,0 0 0,-24 0 0,24 0 0,0 0 16,0 0-16,0 0 15,0 0-15,-25 0 0,25 0 0,0 0 0,0 0 0,0 0 0,0 0 0,0 0 16,-25 0-16,25 0 0,0 0 0,0 0 0,0 0 0,0 0 15,-25 0-15,25 25 0,0-25 0,0 0 0,0 0 0,0 0 16,-25 0-16,25 25 16,0-25-16,0 0 0,0 0 0,-24 0 0,24 0 0,0 0 0,0 0 15</inkml:trace>
  <inkml:trace contextRef="#ctx0" brushRef="#br0" timeOffset="290223.5998">20489 12229 0,'0'0'0,"0"0"0,-25 0 16,25 0-16,0 0 0,0-25 0,0 25 0,0 0 15,0 0-15,0 0 16,0 0-16,-25 0 0,25 0 0,0 0 0,0 0 0,0 0 0,0 0 0,0 0 16,0 0-16,0 0 0,0 0 0,0 0 0,0 0 0,0 0 15,0 0-15,0 0 0,0 0 0,0 0 0,0 0 0,0 0 16,0 0-1,0 0-15,0 0 0,0 0 0,0 0 0,0 0 0,0 25 0,0-25 0,0 0 0,0 0 0,0 0 16,0 0-16,0 25 0,0-25 16,0 0-16,0 0 0,0 24 0,0-24 0,0 0 15,0 0-15,0 25 0,0-25 0,0 0 0,0 25 0,0-25 0,0 0 16,0 25-16,0-25 0,0 0 0,-25 25 0,25-25 0,0 0 0,0 24 15,0-24-15,0 0 0,0 25 0,0-25 0,0 0 16,0 25-16,0-25 16,0 25-16,0-25 0,0 0 0,0 25 0,0-25 0,0 24 0,0-24 15,0 25-15,0-25 0,25 0 0,-25 25 0,0-25 0,0 25 0,0-25 16,0 25-16,0-25 0,0 24 0,0-24 0,0 25 15,25-25-15,-25 25 0,0-25 0,0 25 0,0-25 0,0 25 16,0-25-16,0 24 0,0-24 0,0 25 16,25-25-16,-25 25 0,0-25 0,0 25 0,0-25 0,0 0 15,0 25-15,0-25 0,0 24 0,0-24 0,0 25 0,0-25 16,0 25-16,0-25 15,0 25-15,0-25 0,0 25 0,0-25 0,0 24 0,0-24 0,0 25 16,0-25-16,0 25 0,0-25 0,0 25 0,0-25 0,0 0 31,0 25-31,0-25 0,24 24 0,-24-24 0,0 0 0,0 25 0,0-25 0,0 0 0,0 25 0,0-25 0,0 0 0,0 0 16,25 25-16,-25-25 0,0 0 0,0 25 0,0-25 0,0 0 15,0 25-15,0-25 16,0 0-16,0 24 0,0-24 0,0 0 0,0 25 0,0-25 0,0 0 0,0 25 16,0-25-16,0 25 0,0-25 0,0 0 0,0 25 0,0-25 15,0 24-15,0-24 0,0 0 16,25 25-16,-25-25 0,0 25 0,0-25 0,0 0 0,0 25 0,0-25 15,0 25-15,0-25 0,0 0 0,0 24 0,0-24 0,0 0 16,0 25-16,0-25 0,0 25 0,0-25 16,0 0-16,0 25 0,0-25 0,0 25 0,0-25 0,0 0 15,0 24-15,0-24 0,0 25 0,0-25 0,0 25 0,0-25 16,0 0-16,0 25 0,0-25 0,0 25 15,0-25-15,0 24 0,0-24 0,0 0 0,0 25 16,0-25-16,0 25 0,0-25 0,0 25 0,0-25 0,0 0 0,0 25 16,0-25-16,0 24 0,0-24 0,0 0 0,0 25 0,0-25 15,0 25-15,0-25 16,0 0-16,0 25 0,0-25 0,0 0 0,0 25 0,0-25 15,0 0-15,0 24 0,0-24 0,0 25 0,0-25 0,0 25 0,0-25 0,0 0 0,0 25 16,0-25-16,0 25 16,0-25-16,0 0 0,0 24 0,0-24 0,0 0 0,0 25 15,0-25-15,0 0 0,0 25 0,0-25 0,0 0 0,0 0 0,0 25 0,0-25 16,0 0-16,0 0 0,0 25 0,0-25 0,0 0 15,0 24-15,0-24 0,0 0 16,0 0-16,0 25 0,0-25 0,0 0 0,0 25 16,0-25-16,0 0 0,0 0 0,0 25 0,0-25 0,0 0 0,0 0 0,0 25 15,25-25-15,-25 0 0,0 0 0,0 25 0,0-25 0,0 0 16,0 0-1,0 24-15,0-24 0,0 0 0,0 0 0,0 25 0,0-25 16,0 0-16,0 25 0,0-25 0,0 0 0,0 25 0,0-25 0,0 0 16,0 0-16,0 25 0,0-25 0,0 0 0,0 24 0,0-24 0,0 0 15,0 25-15,0-25 0,0 0 0,0 0 0,0 25 16,0-25-16,0 0 0,0 0 15,0 25-15,0-25 0,0 0 0,0 0 0,0 25 0,0-25 16,0 0-16,0 0 0,0 0 0,0 24 0,0-24 0,0 0 0,0 0 16,0 0-16,0 0 0,0 0 0,0 25 0,0-25 0,0 0 0,0 0 31,0 0-31,0 0 0,0 0 0,0 0 0,0 0 0,0 0 0,0 0 0,0 0 15,0 0-15,0 0 0,0 0 0,0 0 0,0 0 0,0 0 0,0 0 0,0 25 16,0-25-16,0 0 0,0 0 0,0 0 0,0 0 31,0 0-31,0 0 0,0 0 0,0 0 0,0 0 0,0 0 0,0 0 0,0 0 0,0 0 0,-25 0 16,25 0-16,0 0 0,0 0 0</inkml:trace>
  <inkml:trace contextRef="#ctx0" brushRef="#br0" timeOffset="296990.9869">23093 12278 0,'-25'0'0,"25"0"0,0 0 0,0 0 16,0 0-16,0 0 0,0 0 0,0 0 0,0 0 0,0 0 16,0 0-16,0 0 0,0 0 0,0 0 0,0-24 0,0 24 15,0 0-15,0 0 16,0 0-16,0 0 0,0 0 0,0 0 0,-24 0 0,24 0 0,0 0 15,0 0-15,0 0 0,0 0 0,0 0 0,0 0 0,0 0 0,0 0 16,0 0-16,0 0 0,0 0 0,0 0 0,0 0 0,0 0 16,0 0-1,0 0-15,0 0 0,0 0 0,0 0 0,0 0 0,0 0 0,0 0 16,0 0-16,0 0 0,0 0 0,0 0 0,0 0 0,0 0 0,0 0 15,0 0-15,0 0 0,0 0 0,0 0 0,0 0 0,0 0 16,0 0 0,0 0-16,0 0 0,0 0 0,0 0 0,0 0 0,0 0 0,0 0 15,0 0-15,0 0 0,0 24 0,0-24 0,0 0 0,0 0 0,0 0 16,0 25-16,0-25 0,0 0 0,0 25 0,0-25 0,0 0 0,0 0 15,0 25-15,0-25 0,0 0 0,0 25 0,0-25 16,0 0-16,0 24 0,0-24 0,0 0 16,0 25-16,0-25 0,0 0 0,0 25 0,0-25 0,24 0 0,-24 25 15,0-25-15,0 25 0,0-25 0,0 0 0,0 24 0,0-24 16,0 25-16,0-25 0,0 0 0,0 25 0,0-25 15,0 25-15,0-25 16,25 25-16,-25-25 0,0 24 0,0-24 0,0 25 0,0-25 0,0 0 16,0 25-16,0-25 0,0 25 0,0-25 0,0 0 0,0 25 0,0-25 15,25 0-15,-25 24 0,0-24 0,0 25 0,0-25 0,0 0 16,-25 25-1,25-25-15,0 0 0,0 25 0,0-25 0,0 25 0,0-25 0,0 0 16,0 24-16,0-24 0,0 25 0,0-25 0,0 0 0,0 25 0,0-25 16,0 25-16,0-25 0,0 25 0,0-25 0,0 24 0,0-24 15,0 0-15,0 25 16,0-25-16,0 25 0,0-25 0,0 0 0,0 25 0,0-25 15,0 25-15,0-25 0,0 0 0,0 24 0,0-24 0,0 25 0,0-25 0,0 0 0,0 25 16,-25-25-16,25 25 0,0-25 0,0 0 0,0 25 16,0-25-16,0 0 0,0 25 15,0-25-15,0 24 0,0-24 0,0 0 0,0 25 16,0-25-16,0 25 0,0-25 0,0 0 0,0 25 0,0-25 15,0 0-15,0 25 0,0-25 0,0 24 0,0-24 0,0 0 0,0 25 32,0-25-32,0 0 0,0 25 0,0-25 0,0 0 0,0 0 0,0 25 0,0-25 0,0 0 0,0 25 0,0-25 15,0 0-15,0 24 0,0-24 0,0 0 0,-24 25 0,24-25 16,0 0-1,0 25-15,0-25 0,0 25 0,0-25 0,0 0 0,0 25 0,0-25 0,0 24 16,0-24-16,0 25 0,0-25 0,0 0 0,0 25 0,0-25 0,0 25 16,0-25-16,0 25 0,0-25 0,0 24 0,0-24 15,0 0 1,0 25-16,0-25 0,0 25 0,0-25 0,0 0 0,0 25 0,0-25 0,0 25 0,0-25 0,0 0 0,0 24 15,0-24-15,0 25 0,24-25 0,-24 0 0,0 25 16,0-25-16,0 25 16,0-25-16,0 25 0,0-25 0,0 24 0,0-24 0,25 0 0,-25 25 15,0-25-15,0 25 0,0-25 0,0 0 0,0 25 0,0-25 0,0 25 16,0-25-16,0 0 0,0 24 0,0-24 0,0 0 15,25 25-15,-25-25 16,0 0-16,0 25 0,0-25 0,0 0 0,0 25 0,0-25 0,0 0 0,0 25 0,0-25 0,0 24 16,0-24-16,0 0 0,0 25 0,0-25 0,0 25 15,0-25-15,0 0 16,0 25-16,0-25 0,0 0 0,0 0 0,0 25 0,0-25 15,0 0-15,0 25 0,0-25 0,0 0 0,25 0 0,-25 24 0,0-24 0,0 0 16,0 25-16,0-25 0,0 0 0,0 0 0,0 25 16,0-25-16,0 0 0,0 0 15,0 25-15,0-25 0,0 0 0,25 0 0,-25 25 0,0-25 16,0 0-16,0 0 0,0 0 0,0 0 0,0 24 0,0-24 0,0 0 0,0 0 15,0 0-15,0 0 0,0 25 0,0-25 0,24 0 16,-24 0-16,0 0 16,0 0-16,0 25 0,0-25 0,0 0 0,0 0 0,0 0 0,0 0 15,0 0-15,0 0 0,0 0 0,0 0 0,0 0 0,0 0 31,0 0-31,0 0 0,0 0 0,-24 0 0</inkml:trace>
  <inkml:trace contextRef="#ctx0" brushRef="#br0" timeOffset="298198.0559">20811 12551 0,'0'0'0,"0"0"0,0 0 16,0 0-16,0 0 0,0 0 0,0 0 0,0 0 31,0 0-31,0 0 0,0 0 0,0 0 0,0 0 0,0 0 0,0 0 0,0 0 0,0 0 0,0 0 0,0 0 0,0 0 16,0 0-16,0 0 0,0-25 0,0 25 0,0 0 15,0 0 1,0 0-16,0 0 0,0 0 0,0 0 0,0 0 0,0 0 0,0 0 16,0-24-16,0 24 0,25 0 0,-25 0 0,0 0 0,0 0 0,0-25 0,0 25 15,0 0-15,25 0 0,-25-25 0,0 25 0,0 0 16,0 0-16,0-25 0,25 25 15,-25 0-15,0-25 0,0 25 0,0-24 0,24 24 16,-24 0-16,0-25 0,0 25 0,0-25 0,25 25 0,-25-25 0,0 25 16,0 0-16,0-25 0,0 25 0,0-24 0,0 24 0,25 0 0,-25 0 15,0-25-15,0 25 0,0 0 0,0 0 0,0 0 0,0 0 16,0 0-1,0 0-15,0 0 0,0 0 0,0 0 16,0 0-16,0 0 0,0 0 0,0 0 0,0 0 0,0 0 0,0 0 0,0 0 0,0 0 16,0 0-16,0 0 0,0 0 0,0 0 0,0 0 0,0 0 0,0 25 15,0-25-15,0 0 0,25 24 0,-25-24 0,0 25 0,0-25 16,0 25-16,0-25 15,0 0-15,0 25 0,0-25 0,0 25 0,0-25 0,0 24 0,0-24 16,0 25-16,25-25 0,-25 0 0,0 25 0,0-25 0,0 25 16,0-25-16,0 0 0,0 25 0,0-25 0,0 0 0,0 24 15,0-24-15,0 0 0,0 25 0,0-25 16,0 0-16,0 25 0,0-25 0,24 0 0,-24 0 0,0 25 15,0-25-15,0 0 0,0 0 0,0 0 0,0 25 0,0-25 16,25 0-16,-25 0 0,0 0 0,0 0 0,0-25 0</inkml:trace>
  <inkml:trace contextRef="#ctx0" brushRef="#br0" timeOffset="298564.0769">21530 12378 0,'0'-25'16,"0"25"-16,0 0 0,-24 0 0,24 0 0,0 0 15,24 0-15,-24 0 0,0 0 16,0 0-16,0 0 0,0-25 0,0 25 0,25 0 0,-25 0 0,0 0 15,25 0-15,-25 0 0,25 0 0,-25-25 0,0 25 0,25 0 16,-25 0-16,24 0 0,-24 0 0,25 0 0,-25 0 0,25 0 16,0 0-16,-25 0 15,25 0-15,-25 0 0,0 0 0,25 0 0,-25 0 0,24 0 0,-24 0 0,0 0 16,25 0-16,-25 0 0,0 0 0,0 0 0,25 0 0,-25 0 0,0 0 31</inkml:trace>
  <inkml:trace contextRef="#ctx0" brushRef="#br0" timeOffset="298972.1002">21853 12402 0,'0'0'0,"0"0"0,0 0 0,25 0 16,-25 0-16,0 0 0,0 0 0,0 0 0,0 0 0,25 0 16,-25 0-16,0-24 0,0 24 0,0 0 0,24 0 0,-24 0 15,0 0-15,0-25 0,0 25 16,25 0-16,-25 0 0,0-25 0,0 25 0,0 0 0,0 0 15,0-25-15,25 25 0,-25 0 0,0-25 0,0 25 16,0 0-16,0-24 0,0 24 0,0 0 0,0-25 0,0 25 16,0 0-16,0-25 0,0 25 0,0 0 0,0 0 0,0-25 0,0 25 15,0 0-15,0 0 0,0 0 16,0 0-16,0-25 0,0 25 0,0 0 0,0 0 0,0 0 0,0 0 47,0 0-47,0 0 0,0 0 0,0 0 0,0 0 0,0 0 0,0 0 15,0 0-15,0 25 0,0-25 0,0 0 0,0 0 0,0 0 0,0 25 0,25-25 0,-25 0 0,0 25 0,0-25 0,0 0 0,0 25 0,0-25 0,0 24 16,0-24-16,0 25 0,0-25 0,0 0 0,0 25 0,25-25 15,-25 25-15,0-25 16,0 0-16,0 25 0,0-25 0,0 24 0,0-24 0,0 0 0,0 25 16,0-25-16,0 0 0,0 25 0,24-25 0,-24 0 0,0 0 15,0 25-15,0-25 0,0 0 0,0 0 0,0 25 0,0-25 16,25 0-16,-25 0 15,0 0-15,0 0 0,0 24 0,0-24 0,0 0 0,0 0 16,0 0-16,0 0 0,0 0 0,0 25 0,0-25 0,0 0 0,0 0 16,0 0-16,0 0 0</inkml:trace>
  <inkml:trace contextRef="#ctx0" brushRef="#br0" timeOffset="299672.14">22771 12353 0,'0'0'0,"0"0"15,0 0-15,0-25 0,0 25 0,0 0 0,0 0 0,0 0 16,0 0-16,0 0 0,0-25 0,0 25 0,0 0 16,0 0-16,0 0 15,0 0-15,0-25 0,0 25 0,0 0 0,0 0 0,0-24 0,0 24 16,0 0-16,0 0 0,0-25 0,0 25 0,0 0 0,0 0 15,0-25-15,0 25 0,0 0 0,0 0 0,0 0 0,0-25 0,25 25 16,-25 0-16,0 0 0,0 0 0,0 0 0,0 0 16,0-25-16,0 25 0,0 0 15,24 0-15,-24 0 0,0 0 0,0 0 0,0 0 0,0 0 0,25 0 16,-25 0-16,0 0 0,0 0 0,25 0 0,-25 0 0,0 0 15,0 0 1,25 0-16,-25 0 0,0 0 0,0 0 0,25 25 0,-25-25 0,0 0 16,0 0-16,0 0 0,0 25 0,24-25 0,-24 0 0,0 25 0,0-25 15,0 0-15,0 25 0,0-25 0,-24 0 0,24 24 0,0-24 16,0 25-16,0-25 0,-25 0 0,25 25 0,0-25 0,-25 25 15,25-25-15,0 25 0,-25-25 0,25 24 0,0-24 0,-25 0 16,25 25-16,-24-25 16,24 25-16,0-25 0,0 0 0,-25 25 0,25-25 0,0 0 31,0 0-31,0 25 0,-25-25 0,25 0 0,0 0 0,0 0 0,0 24 0,0-24 0,0 0 0,0 0 15,0 0-15,0 0 0,0 0 0,0 0 0,0 25 0,0-25 16,0 0-16,25 0 0,-25 0 0,0 0 0,0 0 0,0 0 0,0 0 16,0 0-16,25 0 0,-25 0 0,0 0 0,0 0 0,24 0 15,-24 0-15,0 0 0,25 0 0,-25 0 0,25 0 0,-25 0 16,25 0-16,-25 0 0,25 0 0,-25 0 0,24 0 15,-24 0-15,25 0 0,-25 0 16,0 0-16,0 0 0,25 0 0,-25 0 0,0 0 0,0 0 16,0 0-16</inkml:trace>
  <inkml:trace contextRef="#ctx0" brushRef="#br0" timeOffset="304913.44">20886 13667 0,'0'0'0,"0"0"16,0 0-16,0 0 0,0 0 0,0 0 0,0 0 0,0 0 0,-25 0 16,25 0-16,0 0 0,0 0 0,0 0 0,0 0 0,0 0 15,0 0-15,0 0 0,0 0 0,0 0 0,0 0 16,0 0-16,0 0 15,0 0-15,0 0 0,0 0 0,25 0 0,-25 0 0,0 0 0,0-24 0,0 24 0,0 0 16,0 0-16,0 0 0,0 0 0,0 0 0,0 0 16,0 0-16,0 0 0,0 0 0,0 0 15,0 0-15,0-25 0,0 25 0,24 0 0,-24 0 16,0 0-16,0 0 0,0 0 0,0-25 0,0 25 0,25 0 0,-25 0 15,0 0-15,0-25 0,0 25 0,0 0 0,0 0 0,25-25 16,-25 25-16,0 0 16,0 0-16,0-24 0,0 24 0,0 0 0,0-25 0,0 25 15,0 0-15,25-25 0,-25 25 0,0 0 0,0 0 0,0 0 16,0-25-16,0 25 0,0 0 0,0 0 0,0 0 0,0 0 0,0 0 0,0-25 15,0 25-15,0 0 0,0 0 0,0 0 16,0 0-16,0 0 0,0 0 0,0 0 16,0 0-16,0 0 0,0 0 0,0 25 0,0-25 0,0 0 0,0 0 15,0 0-15,0 0 0,0 0 0,0 0 0,0 25 0,-25-25 0,25 0 16,0 0-16,0 25 0,0-25 0,0 25 0,0-25 15,0 0-15,0 24 16,0-24-16,0 25 0,0-25 0,0 25 0,0-25 0,0 25 0,0-25 0,0 0 16,0 25-16,0-25 0,0 24 0,0-24 0,25 25 0,-25-25 15,0 25-15,0-25 0,0 25 0,0-25 0,0 0 16,0 25-16,0-25 0,0 0 15,0 24-15,0-24 0,0 0 0,0 25 0,0-25 0,0 0 0,0 0 0,0 0 16,0 0-16,0 0 16,0 0-16,0 0 0,0 0 0,0 0 0,0 0 0,0 0 15,0 0-15,0 0 0,0-25 0,0 25 0</inkml:trace>
  <inkml:trace contextRef="#ctx0" brushRef="#br0" timeOffset="305745.4876">21828 13568 0,'0'0'0,"-25"0"16,25 0-16,0 0 0,0 0 0,0 0 0,0-25 0,0 25 15,0 0-15,0 0 0,0 0 0,0 0 0,0 0 0,0 0 16,0 0-1,-24 0-15,24 0 0,0 0 0,0 0 0,0 0 0,0-24 0,0 24 16,0 0-16,0 0 0,0 0 0,0 0 0,0 0 0,0 0 0,0 0 16,0 0-16,0-25 0,0 25 0,0 0 0,0 0 0,0 0 0,0 0 15,0 0-15,0 0 0,0 0 0,0 0 16,0-25-16,0 25 0,0 0 0,0 0 0,0 0 0,0 0 15,0 0-15,0 0 0,0 0 0,24 0 0,-24-25 0,0 25 16,0 0 0,0 0-16,0 0 0,0 0 0,25 0 0,-25 0 0,0 0 0,0 0 15,0 0-15,25 0 0,-25 0 0,0 0 0,0 0 0,0 0 16,0 0-16,0 0 0,0 0 0,25 0 0,-25 0 15,0 0-15,0 0 0,0 0 0,0 25 0,0-25 0,0 0 0,0 0 16,0 25-16,0-25 0,0 0 0,0 0 16,25 25-16,-25-25 0,0 0 0,0 24 0,0-24 15,0 25-15,-25-25 0,25 0 0,0 25 0,0-25 31,0 25-31,0-25 0,0 25 0,0-25 0,0 0 0,-25 24 0,25-24 0,0 25 0,0-25 0,0 25 0,0-25 0,-25 0 16,25 25-16,0-25 0,0 25 0,0-25 0,0 0 0,0 0 0,0 24 16,0-24-16,-25 0 0,25 25 0,0-25 0,0 0 0,0 0 15,0 0-15,0 0 16,0 25-16,0-25 0,0 0 0,0 0 0,0 0 15,0 0-15,25 0 0,-25 0 0,0 0 0,0 0 0,0 0 0,0 0 16,25 0-16,-25 0 0,0 0 0,0 0 0,25 0 0,-25 0 0,0 0 16,25 0-16,-25 0 0,24 0 0,-24 0 0,0 0 0,25 0 15,-25 0-15,0 0 0,25 0 16,-25 0-16,0 0 0,25 0 0,-25 0 0,0 0 0,0 0 15,25 0-15,-25 0 0,0 0 0,24 0 0</inkml:trace>
  <inkml:trace contextRef="#ctx0" brushRef="#br0" timeOffset="306222.5149">22572 13568 0,'0'0'0,"0"0"15,0 0-15,0 0 0,0 0 0,0 0 0,0 0 0,0 0 0,0 0 16,0 0-16,0 0 0,0 0 0,0 0 0,0 0 0,25 0 0,-25 0 15,0 0-15,0 0 0,0 0 0,25 0 0,-25-25 0,0 25 16,0 0-16,25 0 16,-25 0-16,24 0 0,-24 0 0,0 0 0,25 0 0,-25 0 15,25 0-15,-25 0 0,25-24 0,-25 24 0,0 0 0,25 0 0,-25 0 0,25 0 16,-25 0-16,0 0 0,24 0 0,-24 0 0,0 0 15,25 0-15,-25 0 16,0 0-16,0 0 0</inkml:trace>
  <inkml:trace contextRef="#ctx0" brushRef="#br0" timeOffset="306640.5388">22820 13568 0,'0'0'0,"0"0"0,0 0 0,0 0 15,0 0-15,0 0 0,0 0 0,0 0 0,0 0 0,0 0 16,0 0-16,0 0 0,0 0 15,0-25-15,0 25 0,0 0 0,0 0 0,25 0 0,-25 0 16,0-24-16,0 24 0,0 0 0,0 0 16,0 0-16,0-25 0,0 25 0,25 0 0,-25-25 0,0 25 0,0 0 15,0-25-15,0 25 0,0 0 0,0-25 0,0 25 0,0-24 16,0 24-16,0 0 0,0 0 0,0-25 0,0 25 0,0 0 15,0-25 1,0 25-16,0 0 0,0 0 0,0 0 0,25 0 0,-25 0 0,0 0 16,0 0-16,0 0 0,0 0 0,0 0 0,0 0 0,0 0 0,0 0 15,0 0-15,0 0 0,0 0 0,0 0 0,0 0 0,0 0 0,0 0 16,0 0-16,0 0 0,0 0 15,0 0-15,0 25 0,0-25 0,0 0 0,0 0 16,0 25-16,0-25 0,0 0 0,0 24 0,0-24 0,0 25 0,0-25 16,0 25-16,0-25 0,0 25 0,0-25 0,0 25 0,0-25 15,0 24-15,0-24 0,0 25 0,0-25 0,0 25 0,0-25 16,0 25-16,0-25 15,0 25-15,0-25 0,0 24 0,0-24 0,0 25 0,0-25 0,0 25 0,0-25 16,0 0-16,0 25 0,25-25 0,-25 25 0,0-25 0,0 0 16,0 24-16,0-24 0,0 0 0,0 0 0,0 25 0,0-25 15,0 0-15,0 0 0</inkml:trace>
  <inkml:trace contextRef="#ctx0" brushRef="#br0" timeOffset="309517.7034">21010 14387 0,'0'0'0,"0"0"15,0 0-15,0 0 0,0 0 0,0 0 0,0 0 16,0 0-16,0 0 0,0 0 15,0 0-15,0 0 0,0 0 0,0 0 0,0 0 0,0 0 16,0 0-16,0 0 0,0 0 0,0 0 0,0 0 0,0 0 16,0 0-16,0 0 0,0 0 0,0 0 0,0 0 0,0 0 0,0 0 15,0 0-15,0 0 0,0 0 0,0 0 0,0 0 16,0 0-16,0 0 15,0 0-15,0 0 0,0 0 0,-25 0 0,25 25 0,0-25 0,0 0 16,0 0-16,0 24 0,-25-24 0,25 0 0,0 25 0,0-25 0,0 0 16,0 25-16,-25-25 0,25 0 0,0 25 15,0-25-15,0 0 0,-25 25 0,25-25 0,0 0 0,0 0 16,0 24-16,0-24 0,-24 0 0,24 25 0,0-25 0,0 0 0,0 0 15,0 25-15,0-25 0,0 0 0,0 0 0,0 0 16,0 0-16,-25 25 0,25-25 16,0 0-16,0 0 0,0 0 0,25 0 0,-25 0 15,0 0-15,0 0 0,0 0 0,0 0 0,0 0 0,0 0 0,0 0 0,24 0 16,-24 0-16,0 0 0,0 0 0,25 0 0,-25 0 0,0 0 15,0 0-15,25 0 0,-25 0 0,0 0 0,25 0 0,-25 0 16,0 0-16,0-25 0,25 25 16,-25 0-16,0 0 0,24 0 0,-24 0 0,0 0 0,0 0 0,25 0 15,-25 0-15,0 0 0,25 0 0,-25 0 0,0 0 0,0 0 16,25 0-16,-25 0 15,0 0-15,0 0 0,0 0 0,25 0 0,-25 0 0,0 0 16,0-25-16,24 25 0,-24 0 0,0 0 0,0 0 0,0 0 0,0 0 0,0 0 31,0 0-31,0 0 0,0 0 0,0 0 0,0 0 0,0-25 0,0 25 0</inkml:trace>
  <inkml:trace contextRef="#ctx0" brushRef="#br0" timeOffset="309790.719">21134 14387 0,'0'0'0,"0"-25"16,0 25-16,0 0 0,0 0 0,0 0 0,0 0 15,0 0-15,0-25 0,0 25 0,0 0 0,0 0 16,0 0-16,0 0 0,0 0 0,0 0 0,0 25 0,0-25 16,0 0-16,0 0 15,0 0-15,0 25 0,0-25 0,0 0 0,0 25 0,0-25 0,0 24 16,0-24-16,0 0 0,0 25 0,0-25 0,0 25 0,0-25 15,0 25-15,-25-25 0,25 25 0,0-25 0,0 24 0,0 1 0,0-25 16,0 25 0,0-25-16,0 25 0,0-25 0,0 25 0,0-25 0,0 24 0,0-24 0,0 0 0,0 25 15,0-25-15,0 0 0,0 25 0,0-25 0,0 0 0,0 0 16,0 25-16,0-25 0,0 0 0,0 0 0,25 0 0,-25 0 15,0 0 1</inkml:trace>
  <inkml:trace contextRef="#ctx0" brushRef="#br0" timeOffset="310523.7609">22101 14263 0,'0'0'0,"0"0"0,-25 0 0,25 0 16,0 0-16,0 0 0,0 0 0,0 0 0,0 0 0,0 0 16,0 0-16,0 0 0,0 0 0,-25 0 0,25 0 0,0 0 15,0 0-15,0 0 0,0 0 0,-24 0 0,24 0 16,0 0-16,0 0 0,0 0 15,0 0-15,0 0 0,-25 0 0,25 0 0,0 24 0,0-24 0,0 0 16,-25 0-16,25 0 0,0 25 0,0-25 0,0 0 0,0 25 0,-25-25 16,25 25-16,0-25 0,0 25 0,0-25 0,0 25 0,0-25 15,-25 24 1,25 1-16,0-25 0,0 25 0,25-25 0,-25 25 0,0-25 0,0 25 15,0-25-15,0 24 0,0-24 0,25 25 0,-25-25 0,0 25 0,0-25 0,25 0 16,-25 0-16,0 25 0,0-25 0,25 0 0,-25 0 16,0 0-1,24 0-15,-24 0 0,0 0 0,25 0 0,-25 0 0,0-25 0,25 25 0,-25 0 16,0-25-16,25 25 0,-25 0 0,25-25 0,-25 25 0,0-24 15,0 24-15,24-25 0,-24 25 0,0-25 0,0 0 0,0 25 0,0-25 32,0 25-32,0-24 0,0 24 0,0-25 0,0 0 0,0 25 0,0-25 0,0 25 0,0 0 15,-24-25-15,24 25 0,0-25 0,0 25 16,0 0-16,0 0 0,-25-24 0,25 24 0,0 0 0,0 0 0,0 0 15,0 0-15,-25 0 0,25 0 0,0 0 16,0 0-16,0 0 0,0 0 0,0 0 0,0 0 0,0 0 0,0 0 16,0 0-16,0 0 0,0 0 0,0 0 0,0 0 0</inkml:trace>
  <inkml:trace contextRef="#ctx0" brushRef="#br0" timeOffset="311440.8134">22671 14263 0,'0'0'0,"0"0"16,0 0-16,0 0 0,0 0 0,0 0 0,0 0 0,-24-25 15,24 25-15,0 0 0,0 0 0,0 0 0,0 0 0,0 0 16,0 0-16,0 0 0,0 0 16,0 0-16,0-25 0,0 25 0,0 0 0,0 0 15,0 0-15,0 0 0,0 0 0,0 0 0,24 0 0,-24 0 0,0 0 16,0 0-16,0 0 0,0-25 0,0 25 0,0 0 0,25 0 0,-25 0 15,0 0-15,0 0 0,0 0 0,25 0 0,-25 0 16,0-25-16,0 25 0,25 0 16,-25 0-16,0 0 0,0 0 0,0 0 0,25 0 0,-25 0 0,0 0 15,0 0-15,0 0 0,0 0 0,25 25 0,-25-25 0,0 0 16,0 0-16,0 0 0,0 0 0,0 25 0,0-25 0,0 0 15,0 0-15,0 25 16,0-25-16,0 0 0,0 25 0,0-25 0,0 0 0,0 24 0,0-24 16,0 0-16,0 25 0,0-25 0,0 0 0,0 25 0,0-25 0,0 0 15,0 0-15,0 25 0,0-25 0,-25 0 0,25 0 16,0 25-16,0-25 0,0 0 15,0 0-15,0 0 0,0 25 0,0-25 0,-25 0 0,25 0 0,0 0 16,0 0-16,0 0 0,0 0 0,0 0 0,0 0 0,0 0 16,0 0-16,25 0 0,-25 0 0,0 0 0,0 0 0,0 0 15,0 0-15,0 0 0,25 0 0,-25 0 0,0 0 0,0 0 16,0 0-16,0 0 15,24 0-15,-24 0 0,0 0 0,0 0 0,0 0 0,25 0 0,-25 0 16,0 0-16,0 0 0,0 0 0,0 0 0,25 0 0,-25 0 0,0 0 16,0 0-16,0 0 0,25 0 0,-25 0 0,0 24 0,0-24 15,0 0 1,0 0-16,25 0 0,-25 25 0,0-25 0,0 0 0,0 25 0,0-25 15,0 0-15,0 25 0,0-25 0,0 25 0,0-25 0,0 0 16,0 24-16,0-24 0,0 0 0,0 25 0,0-25 0,0 0 0,0 25 16,0-25-16,0 0 0,0 0 15,-25 25-15,25-25 0,0 0 0,0 0 0,0 0 16,0 0-16,-25 0 0,25 25 0,0-25 0,0 0 0,-25 0 0,25 0 0,0 0 15,-25 0-15,25 0 0,0-25 0,-24 25 0,24 0 0,0 0 16,0 0-16,-25 0 0,25 0 0,0-25 0,0 25 16,-25 0-16,25 0 15,0 0-15,0 0 0,0 0 0,0 0 0,-25 0 0,25 0 0,0 0 16,0 0 15,0 0-31,0 0 0,0 0 0,0 0 0,0 0 0,0 0 0,25-25 0,-25 25 0,0 0 0</inkml:trace>
  <inkml:trace contextRef="#ctx0" brushRef="#br0" timeOffset="321953.4147">23564 13494 0,'0'0'0,"0"0"15,0 0-15,0 0 0,-24 0 0,24 0 0,0 0 0,0 0 0,0 0 16,0 0-16,0 0 0,0 0 0,0 0 0,0 0 15,0 0-15,0 0 0,0 0 16,0 0-16,0 0 0,0 0 0,0 0 0,0 0 0,0-25 16,0 25-16,0 0 0,0 0 0,0 0 0,0 0 0,0 0 0,0 0 15,0 0-15,0 0 0,0 0 0,24 0 0,-24 0 0,0 0 16,0 0-1,0 0-15,0 0 0,25 0 0,-25 0 0,0 0 0,0 0 0,25 0 0,-25 0 0,0 0 16,25 0-16,-25 0 0,25 0 0,-25 0 0,0 0 16,24 0-16,-24 0 0,25 0 0,-25 0 0,25 0 0,-25 0 0,25-25 31,-25 25-31,25 0 0,-25 0 0,24 0 0,-24 0 0,0 0 0,25 0 0,-25 0 0,25 0 15,-25 0-15,0 0 0,25 0 0,-25 0 0,25 0 0,-25 0 16,0 0-16,25 0 0,-25 0 0,0 0 0,24 0 0,-24 0 16,0 0-16,25 0 15,-25 0-15,0 0 0,0 0 0,0 0 0,0 0 0,0 0 0,0 0 0,0 0 0,25 0 16,-25 0-16,0 0 0,0 0 0,0 0 0,0 0 0,0 0 15,0 0-15,0 0 16,0 0-16,0 0 0,0 0 0,-25 0 0,25 0 0</inkml:trace>
  <inkml:trace contextRef="#ctx0" brushRef="#br0" timeOffset="322353.4376">23837 13221 0,'0'0'0,"0"0"0,0 0 15,0-25-15,-25 25 0,25 0 0,0 0 0,0 0 0,0 0 16,0 0-16,0 0 0,0 0 0,0 0 0,0 0 0,0 0 15,0 0-15,0 0 16,0 0-16,0 0 0,0 0 0,0 0 0,0 0 0,0 0 0,0 0 16,0 0-16,0 0 0,0 0 0,0 0 0,0 0 0,0 25 15,0-25-15,0 0 0,0 0 0,0 25 0,0-25 0,0 0 16,-24 25-16,24-25 0,0 0 15,0 24-15,0-24 0,0 25 0,0-25 0,0 25 0,0-25 16,0 25-16,-25 0 0,25-25 0,0 24 0,0-24 0,0 25 0,0-25 16,0 25-16,0 0 0,0-25 0,0 25 0,0-25 0,0 24 15,0-24-15,0 25 16,-25-25-16,25 25 0,0-25 0,0 25 0,0-25 0,0 25 15,0-25-15,0 24 0,0-24 0,0 0 0,0 25 0,0-25 0,0 25 0,0-25 16,0 0-16,0 25 0,0-25 0,0 0 0,0 25 0,0-25 16,0 0-16,0 0 0,0 24 15</inkml:trace>
  <inkml:trace contextRef="#ctx0" brushRef="#br0" timeOffset="329825.865">24854 12328 0,'0'0'15,"0"-25"1,0 25-16,0 0 0,0 0 0,0 0 0,0 0 0,0-25 0,0 25 0,0 0 0,0 0 0,-25 0 16,25 0-16,0-24 0,0 24 0,0 0 0,0 0 0,0 0 15,0 0-15,0 0 16,0-25-16,0 25 0,0 0 0,0 0 0,0 0 0,0 0 0,0 0 31,0 0-31,0 0 0,0 0 0,0 0 0,0 0 0,0 0 0,0 0 0,0 0 0,0 0 0,0 0 0,0 0 0,0 0 16,0 0-16,0 0 0,0 0 0,0 0 0,0 0 0,0 25 15,0-25-15,0 0 0,0 0 0,0 0 16,0 0-16,0 24 0,0-24 0,0 0 15,0 0-15,0 25 0,0-25 0,0 0 0,0 25 0,0-25 0,0 0 16,0 25-16,0-25 0,0 0 0,0 25 0,0-25 0,0 24 0,0-24 16,0 0-16,0 25 0,0-25 15,0 25-15,0-25 0,0 25 0,0-25 0,0 25 0,0-25 0,0 24 0,0-24 16,0 25-16,0-25 0,0 25 0,0-25 0,0 25 15,0-25-15,0 25 16,0-25-16,0 24 0,0 1 0,0-25 0,0 25 0,0-25 0,0 25 16,0-25-16,0 25 0,0-1 0,0-24 0,0 25 0,0-25 15,0 25-15,0-25 0,0 25 0,0-25 0,0 25 0,0-25 16,0 24-16,0-24 15,0 25-15,0 0 0,0-25 0,-24 25 0,24-25 0,0 25 0,0-25 16,0 24-16,0 1 0,0-25 0,0 25 0,0-25 0,0 25 0,0-25 0,0 25 16,0-25-16,0 24 0,0-24 0,0 25 15,0-25-15,0 25 0,0-25 16,0 25-16,0-25 0,0 25 0,0-25 0,0 25 0,0-25 0,0 24 0,0 1 15,0-25-15,0 25 0,0-25 0,0 25 0,0-25 16,0 25-16,0-25 0,0 24 0,0-24 0,0 25 0,0-25 0,0 25 16,0 0-16,0-25 0,0 25 0,0-25 0,0 24 15,0 1-15,0-25 0,0 25 16,0-25-16,0 25 0,0-25 0,0 25 0,0-25 0,0 24 0,0-24 0,0 25 15,0 0-15,0-25 0,0 25 0,0-25 0,0 25 0,0-25 16,0 24-16,0-24 0,0 25 16,0-25-16,0 25 0,0-25 0,0 0 31,0 25-31,0-25 0,0 25 0,0-25 0,0 0 0,0 24 0,0-24 0,0 0 0,0 25 0,0-25 0,24 0 0,-24 25 0,0-25 0,0 0 15,0 25-15,0-25 16,0 0-16,0 25 0,0-25 0,0 0 0,0 24 0,0-24 0,0 0 0,0 25 16,0-25-16,0 0 0,0 25 0,0-25 0,0 25 0,0-25 0,0 25 15,0-25-15,0 24 0,0-24 16,0 25-16,0-25 0,0 25 0,0-25 15,0 0-15,0 25 0,0-25 0,25 25 0,-25-25 0,0 24 0,0-24 16,0 25-16,0-25 0,0 25 0,0-25 0,0 25 0,0-25 16,0 0-16,0 25 0,0-25 0,0 25 0,0-25 0,0 24 0,0-24 15,0 25-15,0-25 16,0 0-16,0 25 0,0-25 0,0 25 0,0-25 0,0 25 0,0-25 0,0 0 15,0 24-15,0-24 0,0 25 0,0-25 0,0 0 0,0 25 16,0-25-16,0 0 16,0 25-16,0-25 0,0 25 0,0-25 0,25 0 15,-25 24-15,0-24 0,0 0 0,0 25 0,0-25 0,0 0 0,0 0 0,0 0 16,0 25-16,0-25 0,0 0 0,0 0 0,0 0 0,0 0 15,0 0-15,0 0 16,0 0-16,0 0 0,0 0 0,0 0 0,0-25 0,0 25 0,0 0 16,-25-25-16,25 25 0</inkml:trace>
  <inkml:trace contextRef="#ctx0" brushRef="#br0" timeOffset="331331.9511">28451 12303 0,'25'0'0,"-25"25"0,0-25 0,0 0 16,0 0-16,0 0 0,0 0 0,0 0 0,0 25 0,0-25 15,0 0-15,0 0 0,0 0 0,0 0 0,0 25 0,0-25 16,0 0-16,0 0 0,0 24 0,0-24 0,0 0 0,0 0 0,0 25 15,0-25-15,0 0 0,0 25 0,0-25 0,0 0 16,0 25 0,0-25-16,0 0 0,-25 25 0,25-25 0,0 24 0,0-24 0,0 25 15,0-25-15,0 25 0,0-25 0,0 25 0,0-25 0,-25 25 0,25-1 16,0-24-16,0 25 0,0-25 0,0 25 0,0 0 0,0-25 0,-25 25 31,25-1-31,0-24 0,0 25 0,0 0 0,0-25 0,0 25 0,0 0 16,0-25-16,-24 24 0,24 1 0,0 0 0,0-25 0,0 25 0,0 0 15,0-25-15,0 24 0,0 1 0,0-25 0,0 25 0,0 0 16,0-25-16,0 25 0,0-1 0,0-24 0,0 25 0,0 0 0,0-25 15,0 25 1,0 0-16,0-25 0,0 25 0,0-25 0,0 24 0,0 1 0,0-25 0,0 25 16,0 0-16,0-25 0,0 25 0,0-1 0,0-24 0,0 25 0,0 0 15,0-25-15,0 25 0,0-25 16,0 25-16,0-25 0,0 24 0,0-24 0,0 25 0,0-25 15,0 25-15,0-25 0,0 25 0,0-25 0,0 25 0,-25-25 0,25 24 16,0-24-16,0 25 0,0 0 0,0-25 0,0 25 0,0-25 16,0 25-1,0-25-15,0 24 0,0 1 0,0-25 0,0 25 0,0-25 0,0 25 16,0-25-16,0 0 0,0 25 0,0-25 0,0 24 0,0-24 0,0 0 0,0 25 15,25-25-15,-25 25 0,0-25 0,0 0 0,0 25 16,0-25-16,0 0 16,0 25-16,0-25 0,0 24 0,0-24 0,0 25 0,0-25 0,0 25 0,0-25 15,24 25-15,-24-25 0,0 25 0,0-25 0,0 24 0,0-24 16,0 25-16,0-25 0,0 25 0,0-25 0,0 0 0,0 25 15,25-25 1,-25 25-16,0-25 0,0 24 0,0-24 0,0 25 0,0-25 0,0 25 16,0-25-16,0 25 0,0-25 0,0 0 0,0 25 0,0-25 0,25 25 15,-25-25-15,0 0 0,0 24 0,0-24 0,0 0 0,0 25 0,0-25 31,0 0-31,0 25 0,0-25 0,0 25 0,0-25 0,0 0 0,0 25 16,0-25-16,0 24 0,25-24 0,-25 0 0,0 25 0,0-25 0,0 25 16,0-25-16,0 0 0,0 25 0,0-25 0,0 0 0,0 0 0,0 25 15,0-25-15,0 0 0,0 0 0,0 24 0,0-24 16,0 0-16,0 0 0,0 0 15,0 0-15,0 25 0,0-25 0,0 0 0,0 0 0,0 0 0,0 0 0,0 0 16,0 0-16,0 0 0,0 0 0,0 0 0,0 0 0,0 0 16,0-25-16,0 25 0,0 0 0,0 0 0,0-24 15,0 24-15</inkml:trace>
  <inkml:trace contextRef="#ctx0" brushRef="#br0" timeOffset="336378.2397">25127 12576 0,'0'0'16,"0"0"-16,0 0 0,0 0 15,25 0-15,-25 0 0,0-25 0,0 25 0,0 0 16,0 0-16,0 0 0,0 0 0,0 0 0,0 0 0,0 0 0,0 0 16,0 0-16,0 0 0,0-25 0,25 25 0,-25 0 0,0 0 15,0 0-15,0 0 0,0 0 0,0 0 0,0 0 0,0 0 16,0 0-16,0-24 15,25 24-15,-25 0 0,0 0 0,0 0 0,0 0 0,0 0 16,24 0-16,-24-25 0,0 25 0,0 0 0,0 0 0,0 0 0,25-25 16,-25 25-16,0 0 0,0 0 0,0 0 0,0-25 0,25 25 0,-25 0 15,0 0-15,0-25 0,0 25 0,0 0 0,0 0 16,0-24-16,0 24 15,0 0-15,0 0 0,25-25 0,-25 25 0,0 0 0,0 0 0,0-25 16,0 25-16,0 0 0,0 0 0,0-25 0,0 25 0,0 0 0,0 0 16,0-25-16,0 25 0,0 0 0,0 0 0,0 0 15,0-24-15,0 24 0,0 0 16,0 0-16,0 0 0,0 0 0,0 0 0,0 0 0,0 0 0,0 0 0,0 0 0,0 0 15,0 0-15,0 0 0,0 0 0,0 0 0,0 0 16,0 0-16,0 0 0,0 0 0,0 0 0,0 24 0,0-24 16,0 0-16,0 0 15,0 25-15,0-25 0,0 0 0,0 25 0,0-25 0,0 0 0,0 25 16,0-25-16,0 25 0,0-25 0,0 0 0,0 24 15,0-24-15,0 25 0,0-25 0,0 0 0,0 25 0,0-25 0,0 0 16,0 0-16,0 25 0,0-25 0,0 0 0,0 25 0,0-25 16,0 0-16,0 0 0,0 24 0,0-24 0,0 0 15,0 0-15,0 0 0,0 25 0,0-25 16,0 0-16,-25 0 0,25 25 0,0-25 0,0 0 0,0 0 0,0 0 15,0 25-15,0-25 0,0 0 0,0 0 0,0 0 16,0 0-16,0 0 0,0 0 0,0 0 16</inkml:trace>
  <inkml:trace contextRef="#ctx0" brushRef="#br0" timeOffset="336809.2644">26367 12551 0,'0'0'0,"0"-25"15,0 25-15,0 0 0,0 0 0,0 0 0,0 0 0,0 0 0,0 0 16,0 0-16,25 0 0,-25-24 0,0 24 15,0 0-15,25 0 0,-25 0 0,0 0 16,25 0-16,-25 0 0,25 0 0,-1 0 0,-24 0 0,25 0 0,-25 0 16,25 0-16,-25 0 0,25 0 0,-25 0 0,25 0 0,-25 0 0,24 0 15,-24 0-15,0 24 0,25-24 0,-25 0 0,0 0 16,25 0-16,-25 0 15,0 0-15</inkml:trace>
  <inkml:trace contextRef="#ctx0" brushRef="#br0" timeOffset="337218.2878">26739 12601 0,'0'0'0,"0"0"16,0 0-16,0 0 0,0 0 0,0 0 0,0 0 0,0 0 0,0 0 0,0 0 0,0-25 15,0 25-15,25 0 0,-25 0 16,0 0-16,0 0 0,0-25 0,0 25 15,25 0-15,-25 0 0,0-25 0,0 25 0,0 0 0,0 0 0,25 0 16,-25-24-16,0 24 0,0 0 0,0-25 0,0 25 0,0 0 31,25-25-31,-25 25 0,0 0 0,0-25 0,0 25 0,0 0 0,0-25 0,0 25 0,0 0 0,0-24 0,24 24 0,-24 0 16,0 0-16,0-25 0,0 25 0,0 0 0,0 0 0,0 0 15,0 0-15,0 0 0,0 0 0,0 0 0,0 0 16,0 0-16,0 0 16,0 0-16,0 0 0,0 0 0,0 0 0,0 0 0,0 0 0,0 0 0,0 0 15,0 25-15,0-25 0,0 0 0,0 24 0,25-24 0,-25 0 16,0 25-16,0-25 0,0 25 0,0-25 0,0 25 0,0-25 15,0 0-15,0 25 0,0-25 0,0 24 16,0-24-16,0 0 0,0 25 0,0-25 0,0 0 16,0 25-16,0-25 0,0 0 0,0 25 0,0-25 0,0 0 0,0 25 15,0-25-15,0 0 0,0 0 0,0 24 0,0-24 0,0 0 16,0 0-16,0 0 0,0 0 15,0 0-15,0 0 0,0 0 0,0 0 16</inkml:trace>
  <inkml:trace contextRef="#ctx0" brushRef="#br0" timeOffset="337887.326">28054 12303 0,'-25'0'0,"25"0"16,0-25-16,0 25 0,0 0 0,0 0 0,0 0 15,0 0-15,0 0 0,0 0 16,0 0-16,0 0 0,0 0 0,0 0 0,0 0 0,0 0 0,0 0 16,0 0-16,0 0 0,0 0 0,0 0 0,0 0 0,0 0 0,0 0 15,0 0-15,0 0 0,0 25 0,0-25 0,-25 0 16,25 0-16,0 0 15,0 0-15,0 25 0,0-25 0,-24 0 0,24 0 0,0 25 0,0-25 0,-25 0 0,25 0 16,0 25-16,0-25 0,-25 0 0,25 0 0,0 0 16,-25 24-16,25-24 15,0 0-15,0 0 0,-25 25 0,25-25 0,0 0 0,0 0 0,0 0 0,-24 0 16,24 0-16,0 0 0,0 25 0,0-25 0,0 0 0,0 0 0,0 0 15,0 0-15,0 0 0,0 0 16,0 0-16,0 0 0,0 0 0,0 0 0,0 0 16,0 0-16,0 0 0,0 0 0,0 0 0,0 0 0,0 25 0,0-25 15,0 0-15,0 0 0,24 0 0,-24 0 0,0 0 0,0 0 16,0 0-16,25 0 15,-25 0-15,0 0 0,25 0 0,-25 0 0,0 0 0,0 0 16,25 0-16,-25 0 0,0 0 0,25 0 0,-25 0 0,0 0 0,24 0 0,-24 0 16,0 0-16,0 0 0,25 0 0,-25 25 0,0-25 0,25 0 15,-25 0-15,0 0 0,0 0 16,0 0-16,25 0 0,-25 0 0,0 0 0,0 0 0,0 0 15,0 0-15,0 0 0,0 0 0,25 0 0,-25 0 0,0 0 16,0-25-16,0 25 0,0 0 0,0 0 0,0 0 0,0 0 0,25 0 16,-25 0-16,0 0 0,0 0 0,0 0 0,0 0 15,0 0-15</inkml:trace>
  <inkml:trace contextRef="#ctx0" brushRef="#br0" timeOffset="338100.3382">28104 12328 0,'0'0'15,"0"0"-15,0 0 0,0 0 0,0 0 0,0-25 0,0 25 16,0 0-16,0 0 0,0 0 0,0 0 0,0 0 15,0 0-15,0 0 0,0 0 0,0 0 0,0 0 0,0 25 16,0-25-16,0 0 0,0 0 16,0 25-16,0-25 0,0 0 0,0 25 0,0-25 0,0 0 15,25 24-15,-25-24 0,0 25 0,0-25 0,0 25 0,0-25 0,0 25 16,0-25-16,0 25 0,0-1 0,0-24 0,0 25 15,0-25-15,0 25 0,0 0 16,0-25-16,-25 25 0,25-25 0,0 24 0,0-24 16,0 25-16,-25-25 0,25 25 0,0-25 0,0 0 0,-25 25 0</inkml:trace>
  <inkml:trace contextRef="#ctx0" brushRef="#br0" timeOffset="342846.6096">25177 13692 0,'0'0'0,"0"0"16,0 0-16,0 0 0,0 0 0,0 0 0,0 0 0,0 0 0,0 0 16,0 0-16,0 0 0,-25 0 0,25 0 0,0 0 0,0 0 15,0 0-15,0 0 0,0 0 0,0 0 0,0 0 16,0 0-16,0 0 0,0 0 15,0-25-15,0 25 0,0 0 0,0 0 0,0 0 0,0 0 0,0 0 16,0 0-16,25 0 0,-25 0 0,0 0 0,0 0 0,0 0 0,0 0 16,0 0-16,25-24 0,-25 24 0,0 0 15,0 0-15,0 0 0,0 0 16,24-25-16,-24 25 0,0 0 0,0 0 0,0 0 0,25 0 0,-25-25 0,0 25 15,0 0-15,0 0 0,25 0 0,-25-25 0,0 25 0,0 0 0,0 0 32,0-25-32,0 25 0,25 0 0,-25 0 0,0 0 0,0-24 0,0 24 0,0 0 0,0 0 0,0 0 15,0 0-15,0-25 0,0 25 0,0 0 0,0 0 0,0 0 16,0 0-16,0 0 0,0 0 0,0 0 15,0 0-15,0 0 0,0 0 0,0 0 16,0 0-16,0 0 0,0 0 0,0 0 0,0 0 0,0 0 16,0 0-16,0 0 0,0 0 0,0 0 0,0 25 0,0-25 0,0 0 15,0 0-15,0 24 0,0-24 16,0 25-16,0-25 0,0 25 0,0-25 0,0 0 15,0 25-15,0-25 0,0 25 0,0-25 0,0 24 0,0-24 0,0 25 0,0-25 0,0 25 16,0-25-16,0 0 0,0 25 0,0-25 0,0 25 16,0-25-16,0 0 0,0 24 15,0-24-15,0 0 0,0 25 0,0-25 0,0 0 16,0 25-16,0-25 0,0 0 0,0 0 0,25 25 0,-25-25 0,0 0 15,0 0-15,0 0 0,0 0 0,0 0 0,0 0 0,0 0 0,0 0 16,24 0-16</inkml:trace>
  <inkml:trace contextRef="#ctx0" brushRef="#br0" timeOffset="343757.6616">26839 13618 0,'0'0'0,"0"0"0,-25-25 16,25 25-16,0 0 0,0 0 0,0 0 0,0 0 0,0 0 15,-25 0-15,25 0 0,0 0 0,0 0 0,0 0 0,0-25 0,0 25 16,0 0-16,0 0 0,0 0 0,0 0 0,0 0 0,0 0 15,0 0-15,0 0 16,0-25-16,0 25 0,25 0 0,-25 0 0,0 0 0,0 0 16,0 0-16,0 0 0,25 0 0,-25 0 0,0 0 0,0 0 0,24-24 15,-24 24-15,0 0 0,0 0 0,25 0 0,-25 0 0,0 0 0,0 0 47,25 0-47,-25 0 0,0 0 0,0 0 0,25 0 0,-25 0 0,0 0 16,0 0-16,0 0 0,0 0 0,0 0 0,0 0 0,0 0 0,0 0 0,0 24 0,0-24 0,0 0 0,0 0 15,0 25-15,0-25 0,0 0 0,-25 25 0,25-25 0,0 0 0,0 25 0,-25-25 16,25 25-16,0-25 0,-25 24 0,25-24 15,0 25-15,-24-25 0,24 0 0,0 25 0,-25-25 0,25 25 0,0-25 0,0 0 16,-25 25 0,25-25-16,0 0 0,0 0 0,0 24 0,0-24 0,0 0 0,0 0 15,-25 25-15,25-25 0,0 0 0,0 0 0,0 0 0,0 0 0,25 25 16,-25-25-16,0 0 0,0 0 0,0 0 0,0 0 0,0 0 15,25 0-15,-25 0 0,0 0 0,25 0 16,-25 0-16,24 0 0,-24 0 0,25 0 0,-25 0 16,25 0-16,-25 0 0,25 0 0,-25 0 0,25 0 0,-1 0 0,-24 0 15,25 0-15,-25 0 0,25 0 0,-25 0 0,25 0 0,-25 0 16,25 0-16,-25 0 0,25 0 0,-25 0 15,24 0-15,-24 0 0</inkml:trace>
  <inkml:trace contextRef="#ctx0" brushRef="#br0" timeOffset="344793.7211">27930 13568 0,'0'0'0,"0"0"0,0 0 15,0 0-15,0 0 0,0-25 0,0 25 0,0 0 0,0 0 0,0 0 0,0 0 16,0 0-16,0 0 0,0 0 0,0 0 0,0 0 15,0 0-15,0 0 0,0 0 0,0 0 0,0 0 0,0-24 16,0 24-16,25 0 16,-25 0-16,0 0 0,0 0 0,0 0 0,0 0 0,0 0 0,0 0 0,25 0 15,-25 0-15,0 0 0,0 0 16,0 0-16,0 0 0,24 0 0,-24 0 0,0 0 0,0 0 15,0 0-15,0 0 0,25 0 0,-25 0 0,0 0 0,0 0 0,0 0 16,0 0-16,0 0 0,0 0 0,0 0 0,0 24 16,0-24-16,0 0 0,0 0 0,0 0 0,0 25 0,0-25 0,0 0 15,0 25 1,0-25-16,0 0 0,0 25 0,0-25 0,0 0 0,-25 25 15,25-25-15,0 0 0,0 0 0,0 24 0,-24-24 0,24 0 0,0 25 0,0-25 16,-25 0-16,25 0 0,0 25 0,0-25 0,-25 0 0,25 0 16,0 25-16,0-25 0,0 0 0,0 0 0,-25 0 0,25 25 15,0-25-15,0 0 0,0 0 16,0 0-16,0 0 0,0 0 0,0 0 0,0 0 15,0 0-15,0 0 0,0 0 0,0 0 0,0 0 0,0 0 0,0 0 0,0 0 16,0 0-16,0 0 0,0 0 0,0 0 0,25 0 16,-25 0-16,0 0 15,0 0-15,0 0 0,25 0 0,-25 0 0,0 0 0,0 0 0,25 0 0,-25-25 16,0 25-16,0 0 0,24 0 0,-24 0 0,0 0 0,0 0 0,0 0 15,25 0-15,-25 0 0,0 0 0,0 0 0,0 0 16,25 0-16,-25 0 16,0 25-16,0-25 0,0 0 0,0 0 0,0 0 0,0 24 0,0-24 15,0 0-15,0 25 0,0-25 0,0 0 0,0 25 0,0-25 0,0 0 16,0 25-16,0-25 0,0 0 0,0 25 0,0-25 0,0 0 15,0 24-15,0-24 0,0 0 0,0 0 16,0 25-16,0-25 0,0 0 0,-25 25 0,25-25 16,0 0-16,0 0 0,0 25 0,-25-25 0,25 0 15,0 0-15,0 0 0,0 0 0,-24 25 0,24-25 0,0 0 0,0 0 0,0 0 16,0 0-16,-25 0 0,25 0 0,0 0 0,0 0 15,0 0 1,0 0-16,0 0 0,0 0 0,-25 0 0,25 0 0,0 0 0,0 0 0,0 0 0,0 0 16,0 0-16,0 0 0,0 0 0,0-25 0,0 25 15,-25 0-15,25 0 0,0 0 0,0 0 0,0 0 0,0 0 0,0 0 16,0 0-16,0 0 0,0 0 15,0 0-15,0 0 0,0 0 0,0 0 0,0 0 0,0 0 0,0 0 0,0 0 16,0 0-16,0 0 0,0 0 0</inkml:trace>
  <inkml:trace contextRef="#ctx0" brushRef="#br0" timeOffset="346420.8141">25574 14486 0,'0'0'0,"0"0"15,0 0-15,0 0 0,0-25 0,0 25 0,0 0 16,0 0-16,0 0 15,0 0-15,0 0 0,0 0 0,0 0 0,0 0 0,0 0 0,0 0 0,0 0 16,0 0-16,0 0 0,0 0 0,0 0 0,0 0 0,0-25 16,0 25-16,-25 0 0,25 0 0,0 0 0,0 0 0,0 0 15,0 0-15,0 0 16,0 0-16,0 0 0,0 25 0,0-25 0,0 0 0,0 0 0,0 0 15,-25 0-15,25 0 0,0 0 0,0 25 0,0-25 0,-25 0 16,25 0-16,0 25 0,0-25 0,-25 0 0,25 25 0,0-25 31,-24 0-31,24 24 0,0-24 0,0 0 0,-25 25 0,25-25 0,0 0 0,0 25 0,-25-25 0,25 0 0,0 0 16,0 25-16,0-25 0,-25 0 0,25 0 0,0 25 0,0-25 15,0 0 1,0 0-16,0 0 0,0 0 0,0 0 0,0 0 0,0 0 0,0 24 16,0-24-16,0 0 0,0 0 0,0 0 0,0 0 0,0 0 0,0 0 0,0 0 15,0 0-15,0 0 0,0 0 0,0 0 0,0 0 16,25 0-16,-25 0 0,0 0 0,0 0 0,0 0 15,25 0-15,-25 0 0,0 0 0,25 0 16,-25 0-16,0 0 0,24 0 0,-24 0 0,0 0 0,25 0 0,-25 0 16,25 0-16,-25 0 0,25 0 0,-25 0 0,25 0 0,-25 0 15,0 0 1,24 0-16,-24 0 0,25 0 0,-25 0 0,25 0 0,-25 0 0,0 0 15,25 0-15,-25 0 0,0 0 0,0 0 0,25 0 0,-25 0 0,0 0 16,0 0-16,0 0 0,0 0 0,0 0 0,0 0 0,0 0 0,0 0 16,0 0-1,0 0-15,0 0 0,0 0 0,0 0 0,0 0 0,0 0 0,0 0 0,0 0 0,0 0 16,0-24-16,0 24 0,0 0 0,0 0 0,0 0 0</inkml:trace>
  <inkml:trace contextRef="#ctx0" brushRef="#br0" timeOffset="346663.828">25673 14461 0,'0'0'0,"0"0"0,0 0 0,0 0 0,0 0 0,0 0 16,0 0-16,0 0 0,0 0 0,0 0 0,0 0 0,0 0 16,0 0-16,0 0 0,0 0 0,0 0 0,0 25 15,0-25-15,0 0 0,0 0 0,0 25 0,0-25 16,0 25-16,25-25 0,-25 0 0,0 24 0,0 1 0,0-25 15,0 25-15,0-25 16,0 25-16,0-25 0,0 25 0,24-25 0,-24 24 0,0-24 16,0 25-16,0-25 0,0 25 0,0-25 0,0 25 0,0-25 0,-24 25 31,24-25-31,0 0 0,0 24 0,0-24 0,0 25 0,0-25 0,0 25 0,0-25 0,0 0 0,0 0 0,-25 25 15,25-25-15,0 0 0,0 0 0,0 0 0,0 0 0</inkml:trace>
  <inkml:trace contextRef="#ctx0" brushRef="#br0" timeOffset="347461.8737">26963 14536 0,'0'0'15,"0"0"-15,-25 0 0,25 0 16,0 0-16,0 0 0,0 0 0,0 0 0,0 0 16,0 0-16,0 0 0,-25 0 0,25 0 0,0 0 0,0 24 0,0-24 15,0 0-15,0 0 0,0 0 0,0 0 0,-25 0 0,25 25 16,0-25-16,0 0 0,0 0 0,0 25 16,0-25-16,-25 0 0,25 25 0,0-25 0,0 25 0,0-25 15,0 0-15,0 24 0,0-24 0,0 25 0,0-25 16,0 25-16,0-25 0,0 25 0,0-25 0,0 0 0,0 25 0,0-25 15,25 0-15,-25 24 0,0-24 0,0 0 0,0 0 0,25 25 16,-25-25-16,0 0 0,0 0 16,0 0-16,25 0 0,-25 0 0,0 0 0,25 25 15,-25-25-15,0-25 0,0 25 0,24 0 0,-24 0 0,0 0 0,25 0 0,-25 0 16,0 0-16,25-25 15,-25 25-15,0 0 0,25 0 0,-25-24 0,0 24 0,0-25 0,25 25 0,-25 0 16,0-25-16,0 25 0,0-25 0,0 25 0,0-25 0,0 25 31,0-24-31,0 24 0,0 0 0,0-25 0,0 25 0,0-25 0,0 25 0,0-25 0,0 25 0,0 0 0,-25 0 16,25-25-16,0 25 0,0 0 15,0 0-15,0-24 0,0 24 0,0 0 0,0 0 16,0 0-16,0 0 0,0 0 0,-25 0 0,25 0 0,0 0 0,0 0 16,0 0-16,0 0 0,0 0 0,0 0 0,0 0 0,0 0 15,25 0-15,-25 0 0,0 0 0</inkml:trace>
  <inkml:trace contextRef="#ctx0" brushRef="#br0" timeOffset="348155.9134">28029 14660 0,'0'0'16,"0"0"-16,0 0 15,0 0-15,0-25 0,25 25 0,-25 0 0,0 0 16,0 0-16,0 0 0,0 0 0,0-25 0,0 25 0,0 0 0,25 0 0,-25 0 15,0 0-15,0 0 0,0 0 0,0 0 0,25 0 0,-25 0 16,0 0-16,0 0 0,0-25 0,25 25 0,-25 0 0,0 0 16,0 0-16,24 0 15,-24 25-15,0-25 0,0 0 0,0 0 0,25 0 0,-25 0 0,0 0 0,0 0 16,0 0-16,0 0 0,0 25 0,0-25 0,0 0 0,0 0 15,0 0-15,0 25 0,0-25 0,0 0 0,0 24 16,0-24-16,0 0 16,0 25-16,0-25 0,-25 0 0,25 25 15,0-25-15,-24 25 0,24-25 0,0 0 0,-25 25 0,25-25 0,0 0 0,-25 24 0,25-24 16,0 25-16,-25-25 0,25 0 0,0 25 0,-25-25 0,25 0 15,0 25-15,-25-25 0,25 0 0,0 25 0,0-25 0,-24 0 16,24 24-16,0-24 0,0 0 0,0 0 0,0 0 0,0 0 16,0 25-16,0-25 0,0 0 0,0 0 0,0 0 15,0 0-15,0 0 0,0 0 16,0 0-16,24 0 0,-24 0 0,0 0 0,25 0 0,-25 0 15,25 0-15,-25 0 0,0 0 0,25 0 0,-25 0 0,25 0 16,-25 0-16,25 0 0,-1 0 0,-24 0 0,25 0 0,-25 0 0,25 0 16,-25 0-16,0 0 0,25 0 0,-25 0 0,25 0 15,-25 0-15,0 0 0,0 0 16</inkml:trace>
  <inkml:trace contextRef="#ctx0" brushRef="#br0" timeOffset="360471.6176">5234 16520 0,'0'0'0,"0"0"0,0 0 16,0 0-16,0 0 0,0 0 0,0 0 0,0 0 0,0 0 16,0 0-16,0 0 0,0 0 0,0 0 0,0 0 0,0 0 0,0 0 0,0 0 31,0 0-31,0 0 0,0 0 0,0 0 0,0 0 0,0 0 0,0 0 15,0 0-15,0 0 0,0 0 0,0 0 0,0 0 0,0 0 0,0 0 16,0 0-16,0 0 0,0 0 0,0 0 0,0 0 0,0 0 0,0 0 16,0 0-16,0 0 0,25 0 0,-25 0 0,0 0 0,0 0 15,0 0-15,24 0 0,-24 0 16,0 0-16,25-25 0,-25 25 0,25 0 0,-25 0 0,0 0 0,25 0 0,-25 0 15,25 0-15,-25 0 0,24 0 0,-24 0 16,25 0-16,-25 0 0,0 0 0,25 0 0,-25 0 16,25 0-16,-25-25 0,25 25 0,-25 0 0,0 0 0,24 0 15,-24 0-15,0 0 0,0 0 0,25 0 0,-25 0 0</inkml:trace>
  <inkml:trace contextRef="#ctx0" brushRef="#br0" timeOffset="360818.6376">5457 16743 0,'0'25'0,"0"-25"0,0 0 16,-25 0-16,25 0 0,0 0 0,0 0 0,0 0 0,0 0 15,0 0-15,0 0 0,0 0 16,0 0-16,0 0 0,0 0 0,0 0 0,0 0 0,0 0 0,0 0 15,0 0-15,0 0 0,25 0 0,-25 0 0,0 0 0,0 0 0,0 0 16,25 0 0,-25 0-16,0 0 0,25 0 0,-25 0 0,0 0 0,24 0 0,-24 0 15,25 0-15,-25 0 0,25 0 0,-25 0 0,25 0 0,-25-25 0,25 25 16,-25 0-16,24 0 0,-24 0 0,25 0 0,-25 0 0,25 0 0,-25 0 15,0-25-15,25 25 16,-25 0-16</inkml:trace>
  <inkml:trace contextRef="#ctx0" brushRef="#br0" timeOffset="362189.7161">7441 16073 0,'0'0'0,"0"25"0,0-25 16,0 0-16,0 0 0,0 0 0,0 0 0,0 0 15,0 0-15,0 0 0,0 0 0,0 0 0,0 0 0,0 0 16,0 0-16,0 0 15,25 25-15,-25-25 0,0 0 0,0 0 0,0 0 0,25 25 0,-25-25 16,0 0-16,0 25 0,25-25 0,-25 0 0,0 24 0,0-24 0,25 25 16,-25-25-16,0 0 0,0 25 0,24-25 0,-24 25 0,0-25 0,0 25 31,25-25-31,-25 0 0,0 24 0,0-24 0,25 25 0,-25-25 0,0 25 0,0-25 15,25 0-15,-25 25 0,0-25 0,0 0 0,0 0 0,0 25 0,25-25 16,-25 0-16,0 0 0,0 0 0,0 0 0,0 0 0,0 0 16,0 0-16,0 0 0,0 0 0,24 0 0,-24 0 0,0 0 15,0 0-15,0 0 16,0 0-16,0 0 0,0 0 0,0 0 0,0 0 0,0-25 0,0 25 15,0 0-15,25 0 0,-25-25 0,0 25 0,0 0 0,0 0 16,0-25-16,0 25 0,25-25 0,-25 25 0,0-24 0,0 24 0,0-25 16,25 25-1,-25-25-15,0 0 0,0 25 0,25-25 0,-25 1 16,0 24-1,24-25-15,-24 0 0,0 0 0,25 0 0,-25 1 0,0-1 0,25 25 0,-25-25 0,0 0 0,25 0 0,-25 1 0,0 24 0,0-25 0,25 0 0,-25 25 16,0-25-16,0 25 0,0-25 0,24 25 0,-24-24 0,0 24 16,0 0-1,0-25-15,0 25 0,0 0 0,0 0 0,0 0 0,0 0 0,0 0 0,0-25 16,0 25-16,0 0 0,0 0 0,0 0 0,0 0 0,0 0 0,0 0 15,0 0-15,0 0 0,0 0 0,0 0 0,0 0 16,0 0 0,0 0-16,0 0 0,0 0 0,0 0 0,0 0 0,0 0 0,25 0 0,-25 0 15,0 0-15,0 0 0,0 0 0,0 0 0,0 0 0,0 0 0,0 0 16,0 0-16,0 0 0,0 0 0,0 0 0,0 0 0,0 0 15,0 0 1,0 0-16,0 0 0,0 0 0,0 0 0,0 0 0,0 0 0,0 0 0,0 0 16,0 0-16,0 0 0,0 0 0,0 0 0,0 0 0,0 0 0,0 0 15,0 0-15,0 0 0,0 0 0,0 0 0,0 0 16,0 0-16,0 0 0,0 0 0,0 0 0,0 0 0,0 0 15,0 0-15,0 0 16,0 0-16,0 0 0,0 0 0,0 0 0,0 0 0,0 0 0,0 0 16,0 0-16,0 0 0,0 0 0,0 0 0,0 0 0,0 0 0,0 0 15,0-25-15,0 25 0,-25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28.34025" units="1/cm"/>
          <inkml:channelProperty channel="Y" name="resolution" value="28.33948" units="1/cm"/>
          <inkml:channelProperty channel="T" name="resolution" value="1" units="1/dev"/>
        </inkml:channelProperties>
      </inkml:inkSource>
      <inkml:timestamp xml:id="ts0" timeString="2021-10-19T02:57:42.342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1935 2927 0,'0'0'15,"0"0"-15,0 0 0,0 0 0,0 0 0,0-25 0,0 25 0,0 0 16,0 0-1,0 0-15,-25 0 0,25 0 0,0-25 0,0 25 0,0 0 0,0 0 16,0 0-16,0 0 0,0 0 0,0 0 0,0 0 0,0 0 0,0-24 0,0 24 16,0 0-16,0 0 0,0 0 0,-25 0 0,25 0 0,0 0 15,0 0-15,0 0 0,0 0 0,0 0 0,0 0 0,0 0 16,0 0-16,0 0 15,0 0-15,0 0 0,0 0 0,0 0 0,0 0 0,0 0 0,0 0 16,0 0-16,0 0 0,0 0 0,0 24 0,0-24 0,0 0 0,0 0 16,0 0-16,0 0 0,0 25 0,0-25 0,0 0 0,0 0 15,0 25-15,0-25 0,0 0 0,0 25 0,25-25 16,-25 25-16,0-25 0,0 0 15,0 24-15,0-24 0,0 25 0,0-25 0,0 25 0,0-25 0,0 25 0,0 0 16,0-25-16,0 24 0,0-24 0,0 25 0,0 0 0,0-25 16,0 25-16,0-25 0,0 25 0,0-1 0,0-24 15,0 25-15,25-25 0,-25 25 0,0-25 0,0 25 0,0-25 0,0 25 16,0-25-16,0 24 15,0-24-15,0 25 0,0-25 0,0 0 0,0 25 0,0-25 0,0 0 16,0 0-16,0 25 0,25-25 0,-25 0 0,0 0 16,0 25-16,0-25 0,0 0 0,0 0 0,0 24 0,0-24 0,0 0 0,0 0 15,0 0-15,0 25 16,0-25-16,0 0 0,0 0 0,0 0 0,0 0 0,0 0 0,0 0 15,-25 25-15,25-25 0,0 0 0,0 0 0</inkml:trace>
  <inkml:trace contextRef="#ctx0" brushRef="#br0" timeOffset="768.044">1885 3026 0,'0'0'0,"0"0"0,0 0 16,0 0-16,0-25 0,0 25 0,0 0 0,0 0 16,0 0-1,25 0-15,-25-24 16,0 24-16,0 0 0,0 0 0,0 0 0,0 0 0,25-25 0,-25 25 0,0 0 0,0 0 0,0 0 15,0 0-15,25-25 0,-25 25 0,0 0 0,0 0 0,0 0 0,0 0 0,24 0 16,-24 0-16,0-25 0,0 25 0,0 0 0,0 0 0,25 0 0,-25 0 16,0 0-16,0 0 0,0 0 0,0 0 0,25 25 15,-25-25-15,0 0 0,0 0 0,0 0 16,25 0-16,-25 25 0,0-25 0,0 0 0,0 25 0,0-25 0,25 0 15,-25 24-15,0-24 0,0 25 0,0-25 0,0 25 0,0-25 0,0 25 16,0-25 0,0 25-16,0-25 0,0 24 0,-25-24 0,25 25 0,0-25 0,0 25 15,0 0-15,0-25 0,0 25 0,0-25 0,0 0 0,-25 24 0,25-24 0,0 0 16,0 25-16,0-25 0,0 0 0,0 0 0,0 0 15,0 0-15,0 0 0,0 0 0,0 0 0,0 0 0,0 25 16,0-25-16,0 0 16,0 0-16,0 0 0,0 0 0,0 0 0,0 0 0,0-25 0,0 25 0,25 0 15,-25 0-15,0 0 0,0 0 0,0 0 0,0 0 0,0 0 16,25-25-16,-25 25 0,0 0 0,0 0 0,0 0 15,0 0-15,24 0 0,-24 0 0,0 0 0,0 25 16,25-25-16,-25 0 0,0 0 0,25 0 0,-25 25 0,0-25 0,25 0 0,-25 25 16,0-25-16,25 0 0,-25 25 0,0-25 0,0 0 0,0 24 15,0-24 1,24 25-16,-24-25 0,0 25 0,0-25 0,0 0 0,0 25 0,0-25 0,0 25 0,0-25 0,0 24 15,0-24-15,0 0 16,-24 25-16,24-25 0,0 25 0,0-25 0,0 0 0,0 25 0,-25-25 16,25 0-16,0 25 0,0-25 0,0 0 0,0 0 0,-25 0 0,25 0 15,0 0-15,0 0 0,0 0 0,0 0 0,-25 0 0,25 0 16,0 0-1,0 0-15,0 0 0,0 0 0,-25 0 0,25 0 0,0 0 0,0 0 0,0 0 16,0 0-16,0 0 0,-24 0 0,24 0 0,0 0 0,0 0 0,0 0 0,0 0 16,0 0-16,0 0 0,0 0 0,0 0 0,0 0 15,0 0-15,0 0 0,0-25 0,24 25 0,-24 0 0,0 0 16,0 0-16,0-25 15</inkml:trace>
  <inkml:trace contextRef="#ctx0" brushRef="#br0" timeOffset="1604.0918">2555 3249 0,'0'0'0,"0"-24"0,0 24 16,0 0-16,0 0 0,0 0 0,0-25 0,0 25 0,0 0 0,-25 0 16,25-25-16,0 25 0,0 0 0,0 0 0,0 0 0,0 0 15,0 0-15,0-25 0,-25 25 0,25 0 0,0 0 0,0 0 16,0 0-16,-25 0 15,25 0-15,0 0 0,0 0 0,0 0 0,-24 0 0,24 25 0,0-25 16,0 0-16,-25 0 0,25 25 0,0-25 0,0 0 0,0 0 0,-25 25 16,25-25-16,0 24 0,0-24 0,0 25 0,0-25 0,-25 25 15,25-25-15,0 25 0,0-25 16,0 25-16,0-25 0,0 24 0,0-24 0,0 25 15,0-25-15,0 0 0,0 25 0,0-25 0,25 25 0,-25-25 0,0 0 0,0 25 16,0-25-16,25 0 0,-25 0 0,0 0 0,0 24 0,25-24 16,-25 0-16,0 0 15,24 0-15,-24 0 0,0 0 0,0 0 0,25 0 0,-25 0 0,0 0 16,25 0-16,-25 0 0,0 0 0,0-24 0,25 24 0,-25 0 15,0 0-15,0-25 0,25 25 0,-25 0 0,0 0 0,0-25 0,0 25 16,0 0-16,0-25 0,0 25 0,0 0 0,0-25 16,0 25-16,0-24 0,0 24 15,0 0-15,0-25 0,0 25 0,0 0 16,0 0-16,0-25 0,0 25 0,0 0 0,0-25 0,0 25 0,0 0 0,0 0 0,0 0 0,0 0 15,0 0-15,0 0 0,0 0 16,0 0-16,0 0 0,0 0 0,0 0 0,0 0 16,0 0-16,0 0 0,0 0 0,0 25 0,0-25 0,0 0 15,0 25-15,0-25 0,0 0 0,0 25 0,0-25 0,0 24 0,0-24 0,0 0 16,24 25-16,-24-25 0,0 25 0,0-25 0,0 0 0,0 25 15,25-25-15,-25 0 0,0 0 0,0 25 0,25-25 16,-25 0-16,0 0 16,0 0-16,25 0 0,-25 24 0,0-24 0,0 0 0,25 0 0,-25 0 0,0 0 15,0 0-15,0 0 0,25 0 0,-25 0 0,0 0 0,0 0 0,0-24 16,24 24-16,-24 0 0,0 0 15,0-25-15,0 25 0,25 0 0,-25-25 0,0 25 16,0 0-16,0-25 0,0 25 0,0-25 0,0 25 0,0-24 0,0 24 0,0 0 16,0-25-16,0 25 0,0 0 0,0-25 0,0 25 0,0 0 15,0-25-15,0 25 0,0 0 0,0 0 0,0 0 16,0-25-16,0 25 15,0 0-15,0 0 0,0 0 0,0 0 0,0 0 0,0 25 0,0-25 16,0 0-16,0 0 0,0 0 0,0 25 0,0-25 0,0 0 0,0 25 0,0-25 16,0 0-16,0 25 0,25-25 0,-25 24 0,0-24 15,0 0-15,0 25 0,0-25 16,0 25-16,25-25 0,-25 0 0,0 25 0,0-25 0,0 0 31,0 25-31,0-25 0,25 0 0,-25 0 0,0 0 0,0 24 0,0-24 0,0 0 0,0 0 0,0 0 0,0 0 0,0 0 16,0 0-16,24 0 0,-24 0 0,0-24 0,0 24 0,0 0 15,0 0-15</inkml:trace>
  <inkml:trace contextRef="#ctx0" brushRef="#br0" timeOffset="1810.1036">2952 3001 0,'-25'0'15,"25"0"-15,0 0 0,0 0 0,0-24 0,0 24 0,0 0 16,0 0 0,0 0-16,0 0 0,0 0 0,0 0 0,0 0 0,0 0 0,0 0 15,0 0-15,0 0 0,0 0 0,0 0 0,0 0 0,0 0 0,0 0 16,0 0-16,0 0 0,0 0 0,0 0 0,0 0 0,0 0 15,0 0-15,0 0 0,0 0 0,0 0 0,0 0 16,0 0-16,0 0 0,0 0 16,0 0-16</inkml:trace>
  <inkml:trace contextRef="#ctx0" brushRef="#br0" timeOffset="2040.1167">2406 2927 0,'-25'0'0,"25"0"0,0 0 16,0 0-16,0 0 0,0 0 0,0-25 0,0 25 0,0 0 16,0 0-16,25 0 0,-25 0 0,0 0 0,25-25 0,-25 25 0,25 0 15,-25 0-15,24 0 0,-24-24 0,25 24 0,0 0 0,-25 0 16,25 0-16,0 0 0,-25-25 15,24 25-15,1 0 0,0 0 0,0 0 0,-25 0 0,25 0 0,0 0 0,-1 0 16</inkml:trace>
  <inkml:trace contextRef="#ctx0" brushRef="#br0" timeOffset="2497.1429">3721 2729 0,'0'0'0,"0"0"16,0 0-16,0 0 0,0 0 0,0 0 0,0 0 0,0 24 15,0-24-15,0 0 0,0 0 0,0 0 0,0 25 0,0-25 0,0 25 0,0-25 16,0 25-16,0 0 0,0-25 16,0 24-16,0 1 0,0 0 0,25 0 0,-25 0 15,0-1-15,0 1 0,0 0 0,0 0 0,0 0 0,0-1 16,0 1-16,24 0 0,-24 0 0,0 0 0,0-25 0,0 24 15,0 1-15,0 0 0,0-25 0,0 25 0,25 0 0,-25-25 0,0 24 16,0-24-16,0 25 0,0-25 0,0 0 16,0 25-16,0-25 0,0 0 0,0 25 15,0-25-15,0 0 0,0 0 0,0 0 0,0 25 16,0-25-16,0 0 0,0 0 0,0 0 0,0 0 0,0 0 0,-25 0 0,25 0 15,0-25-15</inkml:trace>
  <inkml:trace contextRef="#ctx0" brushRef="#br0" timeOffset="2670.1528">3671 3249 0,'0'0'0,"0"-24"0,0 24 15,0 0-15,0 0 0,0 0 0,0 0 0,25 0 0,-25 0 16,0 0 0,0 0-16,0 0 0,25 0 0,-25 0 0,25 0 0,-25 0 0,24 0 15,-24 0-15,25 0 0,-25 0 0,25 0 0,0 0 0,-25 0 0,25 0 16,-25 0-16,24 0 0,1 0 0,0 0 0,-25 0 0,25 0 15,0 0-15,-1 0 0,-24 0 0,25 0 0,0 0 0</inkml:trace>
  <inkml:trace contextRef="#ctx0" brushRef="#br0" timeOffset="3208.1835">4291 3150 0,'0'0'0,"-25"-25"16,25 25-16,0 0 0,0 0 0,-24 0 0,24-24 0,0 24 16,-25 0-16,25 0 0,0 0 0,0 0 0,-25 0 0,25-25 15,0 25-15,0 0 16,-25 0-16,25 0 0,0 0 0,0 0 0,-25 0 0,25 0 0,0 0 0,0 0 15,0 0-15,0 0 0,-24 0 0,24 0 0,0 0 0,0 0 16,0 25-16,-25-25 0,25 0 0,0 24 0,0-24 16,0 0-16,-25 25 15,25-25-15,0 25 0,0-25 0,0 25 0,0 0 0,0-25 0,0 24 16,0-24-16,0 25 0,0 0 0,0-25 0,0 25 0,0-25 0,0 25 15,0-25-15,0 0 0,0 24 0,25-24 0,-25 0 0,0 25 16,0-25-16,0 0 16,25 0-16,-25 25 0,0-25 0,0 0 0,24 0 0,-24 0 15,0 0-15,0 0 0,25 0 0,-25 0 0,0 0 0,25 0 0,-25 0 16,0 0-16,0 0 0,25-25 0,-25 25 0,0 0 0,25 0 0,-25 0 15,0-25-15,0 25 16,0-24-16,24 24 0,-24 0 0,0-25 0,0 25 16,0-25-16,0 25 0,0-25 0,0 25 0,0 0 0,0-25 0,0 25 15,0-24-15,0 24 0,0 0 0,0-25 0,0 25 0,0 0 0,0-25 16,0 25-16,0 0 0,0 0 0,0 0 0,0 0 0,0 0 15,0 0-15,0 0 16,0 0-16,0 0 0,0 0 0,0 0 0,0 25 0,0-25 16,0 0-16,0 0 0,0 25 0,0-25 0,0 24 0,0-24 0,0 0 0,0 25 15,0-25-15,0 25 0,25-25 0,-25 25 16,0-25-16,0 25 0,0-25 0,0 0 15,0 24-15,25-24 0,-25 25 0,0-25 0,0 0 0,0 25 16,25-25-16,-25 0 0,0 0 0,0 0 0,25 0 0,-25 25 0,0-25 16,24 0-16,-24 0 0,25-25 0,-25 25 0,0 0 0,25 0 15,-25 0 1,0 0-16,25-25 0,-25 25 0,0 0 0,0 0 0,25-25 0,-25 25 0,0 0 15,0-24-15,0 24 0,0 0 0,0-25 0,0 25 0,0-25 0,0 25 16</inkml:trace>
  <inkml:trace contextRef="#ctx0" brushRef="#br0" timeOffset="3503.2004">4490 3150 0,'0'0'0,"0"0"0,0 0 16,0 0-16,0 0 0,0 0 0,0 0 0,0 0 0,0 0 16,0 0-16,0 0 15,0 0-15,0 0 0,0 25 0,0-25 0,0 0 0,0 25 0,0-25 16,0 25-16,0-25 0,0 24 0,0-24 0,0 25 0,0 0 0,0-25 15,0 25-15,24-25 0,-24 25 0,0-1 0,0-24 16,0 25-16,0-25 0,0 25 16,25 0-16,-25-25 0,0 25 0,0-1 0,0-24 0,0 25 0,0 0 15,0-25-15,25 25 0,-25 0 0,0-25 0,0 24 16,0 1-16,0-25 0,0 25 0,0-25 0,0 25 0,0-25 0,0 25 15,0-25-15,0 25 16,0-25-16,25 0 0,-25 24 0,0-24 0,0 25 0,0-25 0,0 0 0,0 0 16,0 25-16,0-25 0,0 0 0,0 25 0,0-25 0,0 0 15,0 0-15,0 0 0,0 0 0,0 0 0,0 0 0,0 0 16,0 0-16,0 0 0,0 0 0,0 0 0,0 0 15,0 0-15,0-25 0,0 25 16,0 0-16,0-25 0,0 25 0</inkml:trace>
  <inkml:trace contextRef="#ctx0" brushRef="#br0" timeOffset="3799.2173">4539 3274 0,'0'-25'0,"0"25"16,0 0-16,0-24 0,0 24 0,0-25 0,25 25 0,-25 0 0,0-25 15,0 25-15,25 0 0,-25-25 0,0 25 0,0 0 0,25 0 16,-25-25-16,24 25 0,-24 0 16,0 0-16,25 0 0,-25 0 0,25 0 0,-25 0 31,0 0-31,25 0 0,-25 0 0,0 0 0,25 0 0,-25 0 0,0 25 0,24-25 0,-24 0 0,0 25 0,0-25 0,0 25 15,0-25-15,0 25 0,0-25 0,0 24 0,0-24 0,0 25 16,0-25-16,0 25 0,0-25 0,0 25 16,0-25-16,-24 25 0,24-25 0,0 24 0,0-24 0,0 0 0,-25 25 15,25-25-15,0 25 0,0-25 0,-25 0 0,25 25 0,0-25 16,-25 0-1,25 0-15,0 0 0,-25 25 0,25-25 0,0 0 0,-24 0 0,24 0 0,-25-25 0,25 25 16,-25 0-16</inkml:trace>
  <inkml:trace contextRef="#ctx0" brushRef="#br0" timeOffset="4021.23">4167 2977 0,'0'-25'0,"0"25"0,0 0 16,0 0-16,0-25 0,0 25 0,0 0 0,0-25 0,0 25 15,0 0-15,0 0 0,0-25 0,0 25 0,25 0 0,-25-24 0,0 24 16,25 0-16,-25 0 0,0-25 0,25 25 0,-25 0 0,0 0 16,24 0-16,-24 0 31,25 25-31,-25-25 0,25 0 0,-25 0 0,25 24 0,-25-24 0,0 25 0,25-25 0,-25 25 0,0 0 15,24 0-15,-24-25 0,0 24 0,0 1 0,0 0 0,0 0 0,0 24 0</inkml:trace>
  <inkml:trace contextRef="#ctx0" brushRef="#br0" timeOffset="4173.2386">4366 3721 0,'0'0'0,"0"25"0,0-25 16,0 0-16,-25 0 0,25 0 0,0 0 0,0 0 0,0 24 0,0-24 16,0 0-16,0 0 0,0 0 0,0 0 0,0 0 0,0 0 15,0 0-15,0 0 0,0 0 0,0 0 16,0 0-16,25 0 0,-25-24 0,0 24 15,0 0-15,0 0 0,24 0 0</inkml:trace>
  <inkml:trace contextRef="#ctx0" brushRef="#br0" timeOffset="5209.298">5779 3200 0,'0'0'15,"0"0"-15,0 0 0,0 0 0,-24-25 0,24 25 16,0 0-16,0 0 0,-25 0 16,25 0-16,0 0 0,0 0 0,0 0 0,-25 0 0,25 0 0,0 0 15,-25 0-15,25 0 0,0 0 0,0 0 0,0 25 0,-25-25 0,25 0 16,0 0-16,0 25 0,-24-25 0,24 0 0,0 24 15,0-24-15,0 25 0,-25-25 16,25 25-16,0-25 0,0 25 0,0-25 0,0 25 16,0-25-16,0 24 0,0-24 0,25 25 15,-25-25-15,0 25 0,0 0 0,0-25 0,24 0 0,-24 25 0,0-25 0,0 24 0,25-24 0,-25 0 16,0 0-16,25 0 0,-25 25 0,0-25 0,25 0 15,-25 0-15,0 0 0,25 0 16,-25 0-16,0 0 0,24 0 0,-24-25 0,0 25 0,25 0 0,-25 0 0,0 0 16,0 0-16,25-24 0,-25 24 0,0 0 0,0-25 15,0 25-15,25 0 0,-25 0 0,0-25 0,0 25 0,0-25 16,0 25-16,0 0 0,0-25 0,0 25 15,0-24-15,0 24 0,0 0 0,0-25 16,0 25-16,0-25 0,0 25 0,0 0 0,0-25 0,0 25 0,0 0 0,0 0 16,0 0-16,0 0 0,0 0 0,0 0 0,0 0 15,0 0-15,0 0 0,0 0 16,0 0-16,0 0 0,0 0 0,0 25 0,0-25 0,0 25 0,0-25 15,0 0-15,25 25 0,-25-25 0,0 24 0,0-24 0,0 25 16,0-25-16,0 25 0,0-25 0,0 0 0,0 25 0,25-25 16,-25 0-16,0 25 0,0-25 0,0 0 0,24 24 0,-24-24 15,0 0-15,0 0 16,0 0-16,25 25 0,-25-25 0,0 0 0,0 0 0,25 0 0,-25 0 15,0 0-15,0 0 0,25 0 0,-25 0 0,0 0 0,25-25 16,-25 25-16,0 0 0,0 0 0,24-24 0,-24 24 0,0 0 16,0-25-16,0 25 15,0-25-15,25 25 0,-25-25 0,0 25 0,0 0 0,0-25 16,0 25-16,0-24 0,0 24 0,0-25 0,-25 25 0,25-25 0,0 25 15,0 0-15,0-25 0,0 25 0,0 0 0,0 0 0,0 0 16,0-25-16,0 25 0,0 0 0,0 0 16,0 0-16,0 0 0,0 25 0,0-25 0,0 0 0,0 0 15,0 0-15,0 25 0,0-25 0,0 0 0,0 25 0,0-25 16,0 25-16,0-25 0,0 24 0,0-24 0,0 25 0,0-25 0,0 25 15,0 0-15,25-25 0,-25 25 16,0-1-16,0-24 0,0 25 0,0 0 0,0-25 0,0 25 0,0 0 16,25-1-16,-25-24 0,0 25 0,0 0 0,0-25 0,0 25 15,0 0-15,0-25 16,0 25-16,0-25 0,0 24 0,0-24 0,0 25 0,0 0 15,0-25-15,0 25 0,0-25 0,0 0 0,0 25 0,0-25 0,0 24 16,0-24-16,0 25 0,0-25 0,0 0 0,0 25 0,0-25 0,0 0 16,0 0-16,0 25 0,0-25 0,0 0 15,0 0-15,0 0 0,0 0 16,25 0-16,-25 0 0,0 0 0,0 0 0,0 0 0,0 0 0,0 0 15,0-25-15,0 25 0,0-25 0,0 25 0,0-25 0,0 25 0</inkml:trace>
  <inkml:trace contextRef="#ctx0" brushRef="#br0" timeOffset="5505.3149">6102 3274 0,'0'-25'0,"0"25"16,0-24-16,0 24 0,0 0 0,25-25 0,-25 25 0,0-25 0,0 25 15,0 0-15,25 0 0,-25-25 0,0 25 0,24 0 16,-24 0-16,0 0 0,25 0 16,-25 0-16,25 0 0,-25 0 0,25 0 0,-25 0 0,0 25 15,25-25-15,-25 0 0,0 25 0,24-25 0,-24 25 0,0-25 0,0 24 16,0-24 15,25 0-31,-25 25 0,0-25 0,0 25 0,0-25 0,0 25 0,0-25 0,0 25 0,0-25 0,0 0 0,0 24 0,0-24 0,0 25 0,0-25 0,-25 0 0,25 25 16,0-25-16,0 25 0,-24-25 0,24 0 15,0 25-15,-25-25 0,25 0 0,0 24 0,-25-24 16,25 0-16,-25 0 0,25 0 0,-25 0 0,25 0 0,0 0 0,-24 0 15,24 0-15,-25 0 0</inkml:trace>
  <inkml:trace contextRef="#ctx0" brushRef="#br0" timeOffset="5723.3274">6201 2753 0,'0'-24'0,"0"24"15,0 0-15,0 0 0,0-25 0,0 25 0,0 0 0,0 0 16,0 0-16,0 0 0,0 0 0,0 0 15,-25 0-15,25 25 0,0-25 0,0 0 16,0 24-16,0-24 0,0 25 0,0-25 0,0 25 0,-24 0 16,24 0-16,0-25 0,0 24 0,0 1 0,0 0 0,0-25 0,0 25 0,-25 0 15,25-1-15,0-24 0,0 25 0,0 0 0,0-25 16</inkml:trace>
  <inkml:trace contextRef="#ctx0" brushRef="#br0" timeOffset="6195.3544">7689 3423 0,'-24'-25'0,"24"25"0,-25 0 15,25-25-15,0 25 0,-25-24 0,25 24 0,-25-25 0,25 25 16,0 0-16,-25-25 0,25 25 0,-24-25 0,24 25 16,-25 0-16,25-25 0,0 25 0,-25 0 15,25 0-15,-25 0 0,25 0 0,0 0 0,-25 0 0,25 0 0,0 0 16,0 0-16,-24 0 0,24 0 0,0 0 0,0 0 15,-25 25-15,25-25 0,0 0 0,0 0 0,0 25 0,-25-25 16,25 0-16,0 25 0,0-25 16,0 25-16,0-25 0,0 24 0,0-24 0,0 25 0,0-25 15,0 25-15,0-25 0,0 25 0,0-25 0,25 25 0,-25-25 0,0 24 16,0-24-16,25 0 0,-25 25 15,0-25-15,24 0 0,-24 0 0,25 25 0,-25-25 16,0 0-16,25 0 0,-25 0 0,25 0 0,-25 0 0,25 0 0,-25 0 0,24-25 16,-24 25-16,25 0 0,-25 0 0,25-25 0,-25 25 0,0-24 15,25 24-15,-25-25 0,0 25 0,0-25 0,25 25 0,-25-25 16,0 25-16</inkml:trace>
  <inkml:trace contextRef="#ctx0" brushRef="#br0" timeOffset="6439.3683">7640 2927 0,'0'0'16,"0"0"-16,0-25 0,0 25 15,0 0-15,0 0 0,0 0 0,0 0 0,0 25 0,0-25 16,-25 0-16,25 0 0,0 25 0,25-25 0,-25 0 0,0 25 0,0-25 16,0 24-16,0 1 0,0-25 0,0 25 0,0 0 0,0-25 15,25 25-15,-25-1 16,0 1-16,0 0 0,0 0 0,0 0 0,0-25 0,0 24 15,24 1-15,-24 0 0,0-25 0,0 25 0,0 0 0,0-25 0,0 24 16,0-24-16,0 25 0,0-25 0,0 25 0,0-25 0,25 0 16,-25 25-1,0-25-15,0 0 0,0 0 0,0 25 0,0-25 0,0 0 0,0 0 16,0 0-16,0 0 0,0 0 0,0 0 0,0 0 0,25 0 0,-25-25 0,0 25 15,0 0-15</inkml:trace>
  <inkml:trace contextRef="#ctx0" brushRef="#br0" timeOffset="6956.3979">7838 3150 0,'0'0'0,"0"0"16,0 0-16,-25 0 0,25-25 0,0 25 0,0 0 0,0 0 16,0 0-16,0 0 0,0 0 0,0 25 0,0-25 0,0 0 15,0 0 1,0 0-16,0 0 0,0 25 0,0-25 0,0 0 0,0 25 0,0-25 15,0 25-15,0-25 0,0 24 0,25 1 0,-25-25 0,0 25 0,0-25 0,0 25 16,0 0-16,0-25 0,25 24 0,-25-24 0,0 0 16,0 25-1,0-25-15,0 25 0,25-25 0,-25 0 0,0 25 0,0-25 0,0 0 0,25 0 0,-25 25 16,0-25-16,0 0 0,0 0 0,24 0 0,-24 24 0,0-24 15,0 0-15,0 0 0,25 0 0,-25 0 0,0-24 0,0 24 16,0 0-16,25 0 0,-25 0 0,0-25 0,25 25 16,-25 0-16,0-25 15,0 25-15,25-25 0,-25 25 0,0 0 0,0-25 0,25 25 0,-25-24 0,0 24 16,0-25-16,0 25 0,0 0 0,0-25 0,0 25 0,0-25 0,0 25 15,0-25-15,0 25 0,0 0 0,0 0 0,0-24 16,0 24-16,0 0 16,0 0-16,0 0 0,0 0 0,0 0 0,0 0 0,0 0 0,0 0 0,0 0 0,0 0 15,0 0-15,0 24 0,0-24 0,0 0 0,0 0 16,0 25-16,0-25 0,0 25 0,0-25 0,0 0 15,0 25-15,0-25 16,0 25-16,0-25 0,0 24 0,0-24 0,0 25 0,0-25 0,0 0 0,24 25 0,-24-25 16,0 0-16,0 25 0,0-25 15,25 0-15,-25 0 0,0 25 0,0-25 0,25 0 0,-25 0 0,0 0 0,0 0 16,25 0-16,-25 0 0,0 0 15,0 0-15,25 0 0,-25 0 0,0 0 0,24 0 0,-24 0 0,0-25 16,25 25-16,-25 0 0,0 0 0,0-25 0,0 25 0,25 0 16,-25-25-16,0 25 0,0-25 0,0 25 0,0-24 0,0 24 15</inkml:trace>
  <inkml:trace contextRef="#ctx0" brushRef="#br0" timeOffset="7319.4187">8235 3249 0,'0'0'15,"0"-24"-15,0 24 0,0 0 0,0 0 0,0 0 16,0 0-16,0 0 0,0 0 0,0 0 0,0 0 0,0 24 0,0-24 16,0 0-16,0 0 0,0 25 15,0-25-15,0 0 0,0 25 0,0-25 16,0 25-16,0-25 0,0 0 0,0 25 0,0-25 0,0 24 0,0-24 15,0 25-15,25-25 0,-25 0 0,0 25 0,0-25 0,0 25 16,0-25-16,0 0 0,0 0 0,0 25 0,0-25 0,0 0 0,0 0 16,0 0-16,0 24 0,0-24 15,0 0-15,0 0 0,0 0 0,0 0 16,25 0-16,-25 0 0,0-24 0,0 24 0,0 0 0,0 0 15,0-25-15,0 25 0,0 0 0,0-25 0,0 25 0,25-25 0,-25 25 0,0-25 16,0 25-16,0-24 0,0-1 0,24 25 0,-24-25 0,0 25 16,0 0-16,0-25 15,25 25-15,-25 0 0,0-25 0,0 25 0,25 0 0,-25 0 0,0 0 16,0 0-16,25 0 0,-25 0 0,0 0 0,0 0 0,0 0 0,0 25 15,25-25-15,-25 0 16,0 0-16,0 0 0,0 25 0,0-25 0,0 0 0,0 25 16,0-25-16,24 0 0,-24 25 0,0-25 0,0 0 0,0 24 15,0-24-15,0 0 0,0 25 0,0-25 0,25 0 0,-25 0 0,0 25 0,0-25 16,0 0-16,25 0 0,-25 0 0,0 25 0,25-25 15,-25 0-15,0 0 0,25 0 0,-25 0 16,0 0-16,24 0 0,-24-25 0,25 25 16,-25 0-16</inkml:trace>
  <inkml:trace contextRef="#ctx0" brushRef="#br0" timeOffset="7800.4462">8756 3175 0,'0'-25'0,"0"25"0,0 0 16,0-25-16,0 25 0,0 0 0,-25 0 0,25 0 0,0 0 0,0 0 15,0 0-15,0 0 0,0 0 0,0 0 0,-25 0 0,25 25 16,0-25-16,0 0 0,0 25 0,0-25 0,-24 25 0,24-25 15,0 25-15,0-25 0,0 24 16,0-24-16,0 25 0,-25-25 0,25 25 0,0-25 16,0 25-16,0-25 0,0 25 0,25-25 0,-25 0 0,0 24 0,0-24 0,0 0 15,0 25-15,24-25 0,-24 0 0,0 0 0,0 0 16,25 25-16,-25-25 0,0 0 15,25 0-15,-25 0 0,0 0 0,25 0 0,-25-25 16,0 25-16,0 0 0,25 0 0,-25 0 0,0 0 0,0-25 0,24 25 16,-24 0-16,0 0 0,0-24 0,0 24 0,0 0 0,0-25 15,0 25-15,0 0 0,0 0 0,0-25 0,0 25 0,-24 0 0,24-25 16,0 25-16,0 0 0,0 0 0,0-25 0,0 25 15,0 0-15,0 0 16,0 0-16,0 0 0,0 0 0,-25 0 0,25 0 0,0 25 0,0-25 0,0 0 0,0 0 16,0 25-16,0-25 0,25 25 0,-25-25 0,0 25 15,0-25-15,0 24 0,0-24 0,0 25 0,0-25 16,0 25-16,0-25 0,24 25 15,-24-25-15,0 25 0,0-25 0,0 24 0,0-24 0,0 25 0,25-25 16,-25 25-16,0-25 0,0 25 0,0-25 0,0 25 0,0-25 0,0 24 16,0-24-16,0 0 0,0 25 0,0-25 0,0 25 0,0-25 15,0 25-15,0-25 16,-25 25-16,25 0 0,0-25 0,0 24 0,-24-24 0,24 25 15,0-25-15,0 25 0,-25-25 0,25 25 0,-25-25 0,25 25 16,-25-1-16,25-24 0,-25 25 0,25-25 0,-24 25 0,-1-25 0,0 25 16</inkml:trace>
  <inkml:trace contextRef="#ctx0" brushRef="#br0" timeOffset="7958.4552">8086 3919 0,'-24'0'0,"24"-25"0,0 25 15,0 0-15,0 0 0,0 0 0,0 0 0,24 0 0,-24 0 0,0 0 16,0 0-16,0 0 0,0 0 0,25-24 0,-25 24 0,0 0 16,25 0-16</inkml:trace>
  <inkml:trace contextRef="#ctx0" brushRef="#br0" timeOffset="8271.473">9599 3200 0,'0'0'0,"0"0"0,0-25 16,0 25-16,-24 0 0,24 0 0,0 0 0,0 0 15,0 0-15,0 0 0,0 0 0,0 0 0,0 0 16,0 0-16,0 0 0,0 0 0,0 0 0,0 0 0,0 0 15,24 0-15,-24 0 16,0 25-16,0-25 0,0 0 0,0 0 0,0 0 0,0 25 0,0-25 16,0 0-16,0 0 0,0 24 0,0-24 15,0 0-15,0 25 0,0-25 0</inkml:trace>
  <inkml:trace contextRef="#ctx0" brushRef="#br0" timeOffset="8434.4825">9575 3497 0,'0'0'0,"0"25"15,0-25-15,0 0 0,0 0 0,0 0 0,0 0 0,0 0 0,0 0 0,0 0 16,0 0-16,0 0 0,0 0 0,0 0 15,24 0-15,-24 0 0,0 0 0,0 0 0,0 0 0,0 0 16,0 0-16,0 0 0,0 0 0,0 0 16,0 0-16,0 0 0,0 0 0,0 0 0,0 0 0</inkml:trace>
  <inkml:trace contextRef="#ctx0" brushRef="#br0" timeOffset="9029.5165">10864 2927 0,'0'0'0,"0"-25"15,0 25-15,0 0 0,0 0 0,0 0 16,0 0-16,0 0 0,0-25 0,0 25 16,0 0-16,0 0 0,0 0 0,-24 0 0,24 0 0,0 0 0,0 0 0,0 0 15,0 0-15,0 25 0,0-25 0,0 0 0,0 0 16,0 25-16,0-25 0,24 25 0,-24-25 0,0 25 0,0-25 15,0 24-15,0 1 0,0 0 0,0-25 0,0 25 16,0 0-16,0-1 0,0 1 0,0 0 0,-24-25 0,24 25 16,0 0-16,0-1 0,0-24 0,0 25 0,0 0 15,0 0-15,0-25 0,0 25 0,0-1 0,0-24 16,0 25-16,-25 0 15,25-25-15,0 0 0,0 25 0,0-25 0,0 25 0,0-25 0,0 0 0,0 0 16,-25 24-16,25-24 0,0 0 0,0 0 0,0 0 0,0 0 16,0 0-16,0 0 0,0 0 0,0-24 0,0 24 0,0 0 15,0 0-15,0-25 0,0 25 16,0-25-16,0 25 0,0-25 0,0 0 0</inkml:trace>
  <inkml:trace contextRef="#ctx0" brushRef="#br0" timeOffset="9179.525">10740 2853 0,'-24'0'0,"24"0"15,0 0-15,0 0 0,0-25 0,0 25 0,24 0 0,-24 0 16,0-25 0,0 25-16,25 0 0,-25 0 0,0 0 0,25-25 0,-25 25 0,25 0 15,0 0-15,-25 0 0,24-25 0,1 25 0,-25 0 0,25 0 0,0 0 31,0 0-31,-25 0 0,24 25 0,1-25 0,-25 0 0,25 25 0,0-25 0,-25 0 16,25 25-16,-25-25 0,24 25 0,-24-25 0</inkml:trace>
  <inkml:trace contextRef="#ctx0" brushRef="#br0" timeOffset="9510.544">11112 3150 0,'0'0'0,"0"0"0,0 0 15,0-25-15,25 25 0,-25 0 0,0 0 0,0 0 0,0-24 0,0 24 16,0 0-16,0 0 0,0 0 0,0 0 0,0 0 0,0 0 15,0 0-15,0 0 0,0 0 0,0 0 16,0 0-16,25 0 0,-25 0 0,0 0 0,0 24 0,0-24 16,0 0-16,0 25 0,0-25 15,0 0-15,0 25 0,0-25 0,0 25 0,0-25 0,0 25 0,0-25 16,0 24-16,0-24 0,0 25 0,0-25 0,0 25 0,0-25 15,0 25-15,0-25 0,0 25 0,0-25 0,0 24 0,0-24 16,0 25-16,0-25 16,0 0-16,0 25 0,25-25 0,-25 0 0,0 25 0,0-25 15,0 0-15,0 0 0,25 0 0,-25 0 0,0 0 0,0 0 0,0 0 0,25 0 16,-25 0-16,0 0 0,24 0 0,-24 0 0,0 0 0,0 0 15,25 0-15,-25-25 16,0 25-16,0 0 0,25-25 0,-25 25 0,0-25 0,0 25 0,0-24 0,0 24 16,0-25-16</inkml:trace>
  <inkml:trace contextRef="#ctx0" brushRef="#br0" timeOffset="9915.5672">11336 3200 0,'0'0'0,"0"0"0,0 0 0,0 0 15,0 0-15,0 0 0,0 0 0,0 0 0,0 0 0,0 0 16,0 0-16,0 0 0,0 0 0,0 0 16,0 25-16,0-25 0,0 0 15,0 0-15,0 24 0,0-24 0,0 25 0,0-25 0,0 0 0,0 25 16,0-25-16,25 25 0,-25-25 0,0 0 0,0 25 0,0-25 0,0 0 0,0 24 15,0-24-15,0 0 0,0 25 0,0-25 0,0 0 16,0 0-16,0 0 0,0 0 16,0 25-16,0-25 0,0 0 0,0 0 0,0 0 0,0 0 15,0 0-15,0 0 0,24 0 0,-24 0 0,0 0 0,0 0 0,0 0 16,0 0-16,0-25 0,0 25 0,0 0 0,0-25 0,0 25 47,0 0-47,0-24 0,25 24 0,-25-25 15,0 25-15,0-25 0,0 25 0,0-25 0,25 25 0,-25-25 0,0 25 0,0 0 0,25-24 0,-25 24 0,0 0 0,0 0 0,25 0 0,-25 0 0,0-25 0,0 25 16,24 0-16,-24 0 0,0 25 0,0-25 0,0 0 0,0 0 15,25 0-15,-25 24 0,0-24 0,0 0 0,0 25 0,0-25 0,0 0 16,0 25-16,0-25 0,0 25 0,0-25 0,0 25 16,0-25-16,0 24 15,0-24-15,0 0 0,25 25 0,-25-25 0,0 25 0,0-25 0,0 0 16,0 0-16,25 25 0,-25-25 0,0 0 0,0 0 0,25 0 0,-25 25 15,0-25-15,24 0 0,-24 0 0,25 0 0,-25 0 16,25 0-16,-25 0 0,25 0 16,-25 0-16,25 0 0,-25-25 0,0 25 0,24 0 0,-24-25 0,0 25 15,0 0-15,25-25 0,-25 25 0</inkml:trace>
  <inkml:trace contextRef="#ctx0" brushRef="#br0" timeOffset="10479.5994">11658 3175 0,'0'-25'0,"0"25"16,0 0-16,0 0 0,0 0 0,0 0 0,0 0 0,0 0 15,0-25 1,25 25-16,-25 0 0,0 0 0,25 0 0,-25-24 0,0 24 16,25 0-16,-25-25 0,24 25 0,-24-25 0,25 25 0,-25 0 15,25-25-15,-25 25 0,25-25 0,-25 25 0,25 0 0,-25-24 0,24 24 0,-24-25 16,0 25-16,25 0 0,-25-25 15,0 25-15,25-25 0,-25 25 0,0 0 0,0-25 0,0 25 16,25-24-16,-25 24 0,0 0 0,0-25 0,-25 25 0,25-25 16,0 25-16,0 0 0,0-25 0,0 25 0,-25-25 0,25 25 0,0 0 15,0-24 1,-25 24-16,25 0 0,0 0 0,0-25 0,-24 25 0,24 0 0,0 0 15,0 0-15,-25 0 0,25 0 0,0 0 0,0 0 0,0 0 0,0 0 0,0 0 16,0 0-16,0 25 0,0-25 0,0 0 0,0 24 0,0-24 16,0 25-1,0-25-15,0 25 0,0-25 0,0 25 0,0 0 0,0-25 0,0 24 16,0 1-16,0 0 0,0-25 0,0 25 0,0 0 0,0-1 15,0 1-15,0-25 0,0 25 0,0 0 0,0 0 0,-25-1 0,25-24 16,0 25-16,0 0 0,0-25 0,0 25 0,0 0 0,0-25 16,0 24-16,0-24 15,-25 0-15,25 25 0,0-25 0,0 0 0,25 25 0,-25-25 0,0 0 16,0 0-16,0 0 0,0 0 0,0 0 0,0 0 0,0 0 0,25 0 15,-25 0-15,0 0 0,0 0 0,0 0 0,25 0 0,-25-25 16,0 25-16,24 0 0,-24 0 16,0 0-16,0 0 0,25 0 0,-25-25 15,0 25-15,0 0 0,0 0 0,25 25 0,-25-25 0,0 0 16,0 0-16,0 0 0,0 0 0,0 25 0,0-25 0,0 0 0,0 25 15,0-25-15,0 0 0,25 25 0,-25-25 0,0 24 0,0-24 16,0 0-16,0 25 0,0-25 0,0 0 0,0 25 0,0-25 16,0 0-16,0 0 0,-25 25 15,25-25-15,0 0 0,0 0 0,0 0 0,0 0 0,0 0 0,-25 0 16,25 0-16,0 0 0,0 0 0</inkml:trace>
  <inkml:trace contextRef="#ctx0" brushRef="#br0" timeOffset="10684.6112">11485 2604 0,'0'0'16,"0"0"-16,0 0 15,0 25-15,0-25 0,0 0 0,-25 25 0,25-25 0,0 25 0,0-25 16,0 25-16,0-25 0,0 25 0,-25-1 0,25-24 0,0 25 0,0 0 16,0-25-16,0 25 0,-25 0 0,25-25 0</inkml:trace>
  <inkml:trace contextRef="#ctx0" brushRef="#br0" timeOffset="11226.6422">13097 3324 0,'0'0'0,"0"-25"0,0 25 16,0 0-16,0-25 0,-25 25 0,25-25 0,0 25 0,0 0 15,0-24-15,-25 24 0,25 0 0,0-25 0,0 25 0,-25 0 0,25 0 16,0 0-16,0-25 0,0 25 0,-24 0 0,24 0 15,0 0-15,0 0 0,-25 25 0,25-25 16,0 0-16,-25 0 0,25 0 0,0 0 0,-25 25 16,25-25-16,-25 0 0,25 24 0,-24-24 0,24 0 0,0 25 15,-25-25-15,25 0 0,0 25 0,0-25 0,-25 0 0,25 25 16,0-25-16,0 0 0,0 25 0,0-25 0,0 0 0,0 24 15,25-24 1,-25 0-16,0 25 0,0-25 0,25 0 0,-25 0 0,0 25 16,24-25-16,-24 0 0,0 0 0,25 0 0,-25 0 0,25 0 0,-25 0 0,25 0 15,-25 0-15,25 0 0,-25 0 0,24 0 0,-24 0 0,0 0 0,25-25 16,-25 25-16,25 0 15,-25-25-15,0 25 0,25 0 0,-25-24 0,0 24 16,25-25-16,-25 25 0,0-25 0,0 0 0,24 0 0,-24 25 0,0-24 0,0-1 16</inkml:trace>
  <inkml:trace contextRef="#ctx0" brushRef="#br0" timeOffset="11449.6549">13171 2853 0,'0'0'0,"0"-25"0,0 25 0,0 0 16,0 0-16,0-25 0,0 25 0,0 0 0,0 0 0,0 25 0,0-25 16,0 0-16,0 0 0,0 0 0,0 25 0,0-25 0,25 24 15,-25-24-15,0 0 0,0 25 0,0 0 0,0-25 16,0 25-16,25 0 15,-25-1-15,0-24 0,0 25 0,0 0 0,0 0 0,0 0 0,0-1 16,0 1-16,25 0 0,-25 0 0,0-25 0,0 25 0,0-1 0,0 1 16,0 0-16,0 0 0,0-25 0,0 25 0,0-1 0,0 1 15,0-25-15,0 25 0,0-25 16,0 25-16,0-25 0,0 0 0,0 25 0,0-25 15,-25 0-15,25 0 0,0 0 0,0 0 0,0 0 0,-25 0 0,25 0 0,0 0 16,0 0-16</inkml:trace>
  <inkml:trace contextRef="#ctx0" brushRef="#br0" timeOffset="11601.6636">13072 3150 0,'0'0'0,"0"0"16,0-25-16,0 25 0,0 0 0,0 0 0,0 0 0,0 0 0,0 0 16,0-24-16,25 24 0,-25 0 0,0 0 0,25 0 0,-25 0 0,0 0 15,24 0-15,-24 0 0,25 0 0,0 0 16,-25 0-16,25 24 0,-25-24 0,25 0 15,0 0-15,-25 0 0,24 0 0,-24 25 0,25-25 0,0 0 16,-25 0-16,25 0 0,-25 0 0</inkml:trace>
  <inkml:trace contextRef="#ctx0" brushRef="#br0" timeOffset="11885.6798">13444 3150 0,'0'0'16,"0"-25"-16,-25 25 0,25 0 16,0 0-16,0 0 0,0 0 0,0 0 0,0 0 0,0 0 15,0 0-15,0 0 0,0 0 0,0 0 0,0 0 0,0 0 0,0 0 16,0 0-16,0 0 0,0 0 0,0 25 0,0-25 0,0 0 15,0 25-15,0-25 0,0 25 0,-24-25 0,24 25 16,0-25-16,0 24 0,0-24 0,0 25 16,0-25-16,0 25 0,0-25 0,24 25 0,-24-25 15,0 25-15,0-25 0,0 0 0,0 24 0,0-24 0,0 25 16,25-25-16,-25 0 0,0 0 0,0 25 0,0-25 0,0 0 0,25 0 15,-25 0-15,0 0 0,0 0 0,0 0 0,25 0 16,-25 0-16,0 0 0,25-25 16,-25 25-16,0 0 0,24 0 0,-24-25 0,0 25 0,25 0 0,-25-24 15,0 24-15,0-25 0,0 25 0,0-25 0,25 25 0,-25-25 0,0 25 16,0-25-16</inkml:trace>
  <inkml:trace contextRef="#ctx0" brushRef="#br0" timeOffset="12273.7021">13593 3175 0,'0'0'0,"0"0"0,0-25 16,0 25-16,0 0 16,0 0-16,0 0 0,0 0 0,0 0 0,0 0 0,0 0 15,0 0-15,0 0 0,0 0 0,0 0 0,0 25 0,0-25 0,0 0 16,0 0-16,0 25 0,0-25 0,25 25 0,-25-25 0,0 0 15,0 24-15,0-24 0,0 25 16,0-25-16,0 0 0,0 25 0,0-25 0,0 0 0,0 25 0,0-25 16,0 0-16,0 25 0,25-25 0,-25 0 0,0 0 0,0 24 15,0-24-15,0 0 0,0 0 0,0 0 0,0 0 0,0 0 16,0 0-1,0 0-15,0 0 0,0 0 0,0 0 0,0 0 0,0 0 0,0 0 16,24-24-16,-24 24 0,0 0 0,0-25 0,25 25 0,-25 0 0,0-25 16,0 25-16,25-25 0,-25 25 0,0-25 0,25 25 0,-25 0 0,0 0 15,0-24-15,0 24 16,25 0-16,-25 0 0,0 0 0,0 0 0,0 0 0,0 0 0,0 0 15,0 0-15,0 0 0,0 24 0,0-24 0,0 0 16,0 0-16,0 25 0,24-25 0,-24 0 0,0 25 0,0-25 0,0 0 0,0 25 16,0-25-16,0 25 15,0-25-15,0 0 0,0 24 0,0-24 0,25 0 0,-25 25 16,0-25-16,0 0 0,0 0 0,25 25 0,-25-25 0,25 0 15,-25 0-15,0 0 0,25 25 0,-25-25 0,24 0 0,-24 0 0,25 0 16,-25 0-16,25 0 0,-25 0 0,25 0 0,-25 0 16,25-25-16,-25 25 0,24 0 0,-24-25 0,0 25 15,25 0-15,-25-25 0,0 25 16,25-24-16</inkml:trace>
  <inkml:trace contextRef="#ctx0" brushRef="#br0" timeOffset="12648.7235">14064 2828 0,'0'0'0,"0"0"15,0 0-15,0 25 0,0-25 0,0 0 0,25 24 16,-25-24-16,0 0 16,0 25-16,0-25 0,0 25 0,0-25 0,0 25 0,25 0 0,-25-25 15,0 24-15,0-24 0,0 25 0,0 0 0,0-25 0,0 25 0,0 0 16,0-1-16,0-24 0,0 25 0,0 0 0,0-25 15,0 25-15,0 0 16,-25-25-16,25 24 0,0-24 0,0 25 0,0-25 0,0 25 0,0-25 0,0 0 16,0 0-16,0 25 0,0-25 0,0 0 0,0 0 0,0 0 0,0 0 15,0 0-15,0 0 0,0 0 0,0 0 0,0 0 16,0-25-16,25 25 15,-25 0-15,0 0 0,0-25 0,0 25 0,0-25 0,25 25 0,-25 0 16,0-24-16,0 24 0,0-25 0,0 25 0,0 0 0,0 0 0,24 0 16,-24 0-16,0 0 0,0 0 0,0 0 0,0 0 0,25 0 15,-25 25-15,0-25 0,0 0 0,0 24 0,0-24 0,0 0 16,25 25-1,-25-25-15,0 0 0,0 25 0,0-25 0,0 25 0,0-25 16,0 0-16,0 25 0,0-25 0,-25 0 0,25 24 0,0-24 0,0 25 16,0-25-16,-25 0 0,25 0 0,0 25 0,-24-25 0,24 0 0,0 0 15,-25 0-15,25 0 0</inkml:trace>
  <inkml:trace contextRef="#ctx0" brushRef="#br0" timeOffset="12826.7337">13543 2828 0,'0'0'0,"0"0"0,0 0 0,0 0 16,0 0-16,0 0 0,0 0 0,0 0 0,0 0 16,0 0-16,0 0 0,25 0 0,-25 0 0,0 0 0,0 0 15,0 0-15,0 0 0,0 0 0,25 25 0,-25-25 16,0 24-16,0-24 15,0 25-15,0-25 0,0 25 0</inkml:trace>
  <inkml:trace contextRef="#ctx0" brushRef="#br0" timeOffset="13001.7437">13568 3746 0,'0'0'0,"0"0"16,0 24-16,0-24 0,0 0 0,0 0 0,0 0 0,0 0 0,0 0 15,0 0-15,0 0 0,0 25 0,0-25 0,0 0 0,0 0 16,0 0-16,0 0 15,0 0-15,25 0 0,-25-25 0,0 25 0,0 0 0,0 0 16</inkml:trace>
  <inkml:trace contextRef="#ctx0" brushRef="#br0" timeOffset="13439.7687">15230 2977 0,'0'0'0,"0"-25"0,-25 25 0,25 0 16,0 0-16,0 0 0,0 0 0,0-25 15,0 25-15,0 25 0,0-25 0,25 0 0,-25 0 0,0 0 0,0 0 0,0 25 16,0-25-16,0 0 0,0 24 0,0 1 0,0-25 0,0 25 16,0 0-16,0 0 0,0-25 0,0 24 0,0 1 0,0 0 15,0 0 1,0 0-16,0-1 0,0 1 0,0 0 15,0 0-15,0-25 0,0 25 0,0-1 0,0 1 0,0 0 16,0-25-16,0 25 0,0 0 0,0-25 0,0 24 0,0 1 0,0-25 0,0 25 0,0-25 16,0 25-16,0-25 0,0 0 0,0 25 15,0-25-15,0 0 0,0 0 0,0 0 0,0 0 0,0 0 16,0 0-16,0 0 0,-25-25 0</inkml:trace>
  <inkml:trace contextRef="#ctx0" brushRef="#br0" timeOffset="13625.7794">15081 3324 0,'0'0'0,"0"0"16,0 0-16,0-25 0,0 25 0,0 0 15,0 0-15,0 0 0,25 0 16,-25 0-16,0 0 0,25 0 0,0 0 0,-25 0 0,24 0 0,1 0 16,0-25-16,0 25 0,0 0 0,-1 0 0,1 0 0,0 0 0,0 0 15,0 0-15,0 0 0,-1 0 0,1 0 0,0 0 0,0-25 16,0 25-16,-1 0 15,-24 0-15,25 0 0,0-24 0,-25 24 0,25 0 0,-25 0 0</inkml:trace>
  <inkml:trace contextRef="#ctx0" brushRef="#br0" timeOffset="14534.8314">15701 2952 0,'0'0'0,"-24"-25"0,24 25 16,0 0-16,0 0 0,0 0 0,0 0 0,0 0 0,0 0 16,0 0-16,0 25 0,0-25 0,0 0 15,0 25 16,0-25-31,0 24 0,0-24 0,0 25 0,0-25 16,0 25-16,0 0 0,0 0 0,0-25 0,0 24 0,0 1 0,0 0 0,0-25 0,0 25 0,0 0 0,0-1 0,0-24 0,0 25 0,-25 0 0,25 0 0,0-25 0,0 25 16,0-1-16,0-24 0,0 25 0,0-25 0,0 25 0,0-25 15,0 25-15,0-25 16,0 25-16,0-25 0,0 0 0,0 24 0,0-24 0,0 0 0,0 0 0,0 0 15,25 25-15,-25-25 0,0 0 0,0 0 0,0 0 0,0 0 16,0 0-16,0 0 0,0 0 0,24 0 0,-24 0 0,0-25 16,25 25-1,-25 0-15,0-24 0,0 24 0,25 0 0,-25-25 0,0 25 0,25-25 16,-25 25-16,0-25 0,0 25 0,25-25 0,-25 25 0,0 0 0,0-24 0,0 24 15,24 0-15,-24 0 0,0-25 0,0 25 0,0 0 0,0 0 16,0 0-16,0 0 0,0 0 0,0 0 16,0 0-16,0 0 0,0 0 15,0 0-15,0 0 0,0 0 0,0 0 0,0 0 0,0 25 0,0-25 0,0 0 31,0 24-31,0-24 0,0 0 0,0 25 0,0-25 16,0 25-16,0-25 0,0 25 0,0-25 0,0 25 0,0-25 0,0 0 0,0 24 0,0-24 16,25 0-16,-25 25 0,0-25 0,0 0 0,25 0 15,-25 0-15,0 25 0,25-25 0,-25 0 0,25 0 0,-25 0 0,0 0 0,24 0 16,-24 0-16,25 0 0,-25 0 0,25 0 15,-25 0-15,25 0 0,-25 0 0,25-25 16,-25 25-16,0 0 0,24 0 0,-24-25 0,0 25 0,0 0 16,25-24-16,-25 24 0,0 0 0,0-25 0,0 25 0,0-25 0,0 25 0,0-25 15,0 25-15,0 0 0,0-25 0,0 25 0,0-24 0,0 24 16,0-25-16,0 25 0,0-25 15,0 25-15,0 0 0,-25-25 0,25 25 0,0 0 16,0 0-16,0 0 0,0 0 0,0 0 0,0 0 0,0 0 16,0 0-16,0 0 0,0 0 0,0 0 0,0 25 0,0-25 15,0 0-15,0 0 0,0 25 0,0-25 0,0 25 0,0-25 16,0 24-16,0-24 0,0 0 0,0 25 15,0-25-15,0 25 0,0-25 0,0 25 0,0-25 0,0 25 16,0-25-16,0 24 0,25-24 0,-25 25 0,0-25 0,0 25 16,0-25-16,0 0 0,25 0 0,-25 25 0,0-25 0,0 0 0,25 0 15,-25 0-15,0 25 0,0-25 0,25 0 16,-25 0-16,0 0 0,24 0 15,-24 0-15,0-25 0,25 25 0,-25 0 0,25 0 0,-25 0 0,0-25 16,25 25-16,-25 0 0,0 0 0,25-25 0,-25 25 0,0-25 0,0 25 16,0 0-16,24-24 0,-24 24 0,0-25 0,0 25 0,0-25 15,0 25-15,0-25 0,0 25 16,0-25-16,0 25 0,0-24 0,0 24 0,0-25 15,0 25-15,0 0 0,0 0 0,-24 0 0,24 0 0,0 0 0,0 0 0,0 0 16,0 0-16,0 0 0,0 0 0,0 0 0,0 0 16,0 25-16,0-25 0,0 0 0,24 24 0,-24-24 0,0 0 15,0 25-15,0-25 0,0 25 16,0-25-16,0 0 0,0 25 0,0-25 0,0 0 0,0 25 0,0-25 15,0 24-15,0-24 0,0 25 0,25-25 0,-25 0 0,0 25 16,0-25-16,0 0 0,25 25 0,-25-25 16,0 0-16,25 25 0,-25-25 0,0 0 15,25 0-15,-25 0 0,25 0 0,-25 0 0,24 0 0,-24 0 16,25 0-16,0 0 0,-25 0 0,25-25 0</inkml:trace>
  <inkml:trace contextRef="#ctx0" brushRef="#br0" timeOffset="14801.8467">16669 3373 0,'0'0'0,"0"0"0,0-24 16,0 24-16,0-25 0,0 25 0,0 0 0,0 0 0,0 0 15,0-25-15,0 25 0,-25 0 0,25 0 0,0 0 0,0 0 16,0 0 0,0 0-16,0 0 0,0 25 0,0-25 0,0 0 0,-25 0 0,25 25 0,0-25 0,0 0 15,0 24-15,0-24 0,0 25 0,0-25 0,0 25 0,0-25 0,0 25 16,0-25-16,0 25 15,0-25-15,0 24 0,0-24 0,0 25 0,0-25 0,0 25 16,25-25-16,-25 0 0,0 0 0,0 25 0,0-25 0,0 0 0,25 25 16,-25-25-16,0 0 0,0 0 0,25 0 0,-25 0 0,0 0 15,0 0-15,0 0 0,24 0 0,-24 0 16,0 0-16,0-25 0,0 25 0,0 0 0,0 0 15,0-25-15,0 25 0,-24-25 0,24 25 0,0-25 0</inkml:trace>
  <inkml:trace contextRef="#ctx0" brushRef="#br0" timeOffset="15023.8594">16371 3076 0,'0'0'0,"-25"0"0,25-25 16,0 25-16,25 0 0,-25-25 0,0 25 0,0 0 0,0 0 0,0-25 15,0 25-15,25 0 0,-25 0 0,0 0 0,25 0 0,-25 0 0,0 0 16,25 0-16,-25 0 15,0 0-15,0 25 0,24-25 0,-24 0 0,0 0 0,0 25 0,25-25 16,-25 0-16,0 25 0,0-25 0,0 0 0,0 25 0,0-25 16,0 0-16,0 0 0,0 24 15,0-24-15,0 0 0,0 0 0,0 25 0,-25-25 0,25 0 0,0 0 0,0 0 16,0 0-16,-24 0 0,24 0 0,0 0 0</inkml:trace>
  <inkml:trace contextRef="#ctx0" brushRef="#br0" timeOffset="15207.8698">16644 2729 0,'0'0'0,"0"0"0,25 0 16,-25 0-16,-25 24 0,25-24 0,0 0 0,0 25 15,0-25-15,0 0 0,0 25 0,0-25 0,-25 25 16,25-25-16,0 25 0,0-25 0,0 24 15,-25-24-15,25 25 0,0-25 0,0 25 0,0-25 0,0 0 16,-24 25-16,24-25 0,0 25 0,0-25 0,0 0 0,0 24 16</inkml:trace>
  <inkml:trace contextRef="#ctx0" brushRef="#br0" timeOffset="16079.9198">17711 3150 0,'0'0'0,"-25"0"15,25-25-15,0 25 0,-25 0 0,25-24 0,0 24 0,-25 0 16,25 0-16,0-25 0,-25 25 0,25 0 0,0 0 0,0 0 15,0 0-15,-24 0 16,24 0-16,0 0 0,0 0 0,0 0 0,0 25 0,0-25 16,-25 24-16,25-24 0,0 25 0,0-25 0,0 25 0,0 0 0,0-25 15,0 25-15,0-1 0,25-24 0,-25 25 0,0-25 0,0 25 16,0 0-16,0-25 0,0 25 0,0-25 0,24 24 15,-24-24-15,0 25 16,0-25-16,25 25 16,-25-25-16,0 0 0,25 25 0,-25-25 0,0 0 0,25 25 0,-25-25 0,25 0 0,-25 0 0,0 0 0,24 24 15,-24-24-15,25 0 0,-25 0 0,25 0 0,-25-24 0,25 24 16,-25 0-16,25 0 0,-25 0 0,24-25 0,-24 25 0,25 0 15,-25-25-15,25 25 0,-25 0 0,0-25 0,25 25 0,-25-25 16,25 25-16,-25-24 16,0-1-16,0 25 0,24-25 0,-24 25 0,0-25 0,0 25 0,0-25 15,0 25-15,0-24 0,0 24 0,0 0 0,0-25 0,0 25 16,0 0-16,0 0 0,0-25 0,0 25 0,0 0 0,0 0 15,-24 0-15,24 0 0,0 0 0,0 0 0,0 0 0,0 0 16,0 25-16,0-25 0,0 0 16,0 0-16,0 25 0,0-25 0,0 0 0,0 24 0,0-24 15,0 25-15,0-25 0,24 25 0,-24-25 0,0 25 0,0-25 0,0 25 16,0-25-16,25 24 0,-25-24 0,0 25 0,0-25 0,25 25 15,-25-25-15,0 0 0,25 25 0,-25-25 0,25 0 16,-25 25-16,0-25 0,24 0 16,-24 0-16,25 0 0,-25 0 0,25 24 0,-25-24 0,0 0 0,25 0 15,-25 0-15,25-24 0,-25 24 0,0 0 0,24 0 0,-24 0 0,25-25 31,-25 25-31,0-25 0,25 25 0,-25 0 0,0-25 0,25 25 0,-25-25 16,0 25-16,0-24 0,0 24 0,25-25 16,-25 25-16,0-25 0,0 25 0,0-25 0,0 25 0,0-25 0,0 25 15,-25 0-15,25-24 0,0 24 0,0 0 0,0-25 0,0 25 0,0 0 16,0 0-16,0 0 0,0 0 0,0 0 0,0 0 0,0 25 0,0-25 15,0 0-15,-25 24 0,25-24 0,0 0 0,0 25 0,0-25 16,0 25 0,0-25-16,0 25 0,0-25 0,0 25 0,0-25 0,0 24 0,0-24 15,0 25-15,0-25 0,25 25 0,-25-25 0,0 25 0,0-25 0,0 25 16,0-25-16,0 0 0,0 24 0,25-24 0,-25 0 0,0 25 15,24-25-15,-24 0 16,0 0-16,25 25 0,-25-25 0,25 0 0,-25 0 0,0 0 0,25-25 16,-25 25-16,25 0 0,-25 0 0,24-25 0,-24 25 0,25 0 0,-25-24 15</inkml:trace>
  <inkml:trace contextRef="#ctx0" brushRef="#br0" timeOffset="16453.9411">18579 3274 0,'0'0'0,"0"-25"0,0 25 16,-25-24-16,25 24 0,0 0 0,0-25 0,0 25 0,0 0 0,0 0 15,0 0-15,0 0 0,-25 0 0,25 0 0,0 0 0,0 0 16,0 0-16,0 25 0,0-25 0,0 0 0,-25 24 15,25-24-15,0 25 0,0-25 16,0 25-16,0-25 0,0 25 0,0-25 0,0 25 0,0-25 16,0 24-16,0-24 0,0 25 15,0-25-15,0 25 0,0-25 0,0 25 0,0-25 0,25 0 0,-25 25 0,0-25 0,0 0 16,0 24-16,0-24 0,25 0 0,-25 0 0,0 0 0,0 0 15,0 0-15,0 0 0,25 0 0,-25 0 0,0 0 0,0 0 16,0-24-16,25 24 16,-25 0-16,0 0 0,0-25 0,0 25 0,0 0 0,24-25 15,-24 25-15,0 0 0,0-25 0,0 25 0,0-25 0,0 25 0,0 0 0,0-24 16,0 24-16,25 0 0,-25 0 0,0 0 0,0 0 15,0 0-15,0 0 0,0 0 0,0 0 0,0 0 0,0 24 16,0-24-16,0 0 0,0 25 16,0-25-16,0 25 0,0-25 0,0 0 0,0 25 0,0-25 0,0 25 15,0-25-15,25 24 0,-25-24 0,0 0 0,0 25 0,0-25 16,25 0-16,-25 25 0,0-25 15,0 0-15,0 0 0,25 0 0,-25 0 0,0 0 16,0 0-16,0 0 0,0 0 0,24 0 0,-24-25 0,0 25 0,0-25 16,0 25-16</inkml:trace>
  <inkml:trace contextRef="#ctx0" brushRef="#br0" timeOffset="16686.9545">18703 2704 0,'0'0'0,"0"0"0,25 0 16,-25 0-16,0 0 0,0 25 0,24-25 0,-24 0 0,0 0 0,25 0 15,-25 24-15,25-24 0,-25 25 0,0-25 0,25 0 0,-25 25 16,0-25-16,0 25 0,25-25 0,-25 0 0,0 25 0,0-25 15,-25 24-15,25-24 16,0 0-16,-25 25 0,25-25 0,-25 25 0,25-25 0,-25 0 0,1 25 0,-1-25 16,0 0-16</inkml:trace>
  <inkml:trace contextRef="#ctx0" brushRef="#br0" timeOffset="17626.0082">19695 3125 0,'0'0'0,"0"0"16,0 0-16,0 0 0,0 0 0,0 0 0,25 0 15,-25 0-15,0 0 16,0 0-16,0 0 0,0 25 0,0-25 0,0 0 0,0 25 0,0-25 16,0 25-16,0-25 0,0 25 0,25-25 0,-25 24 0,0-24 0,0 25 0,0-25 31,0 25-31,0-25 0,0 25 0,0-25 0,0 25 0,0-25 0,0 24 0,0-24 0,0 25 0,0-25 15,0 0-15,0 25 0,0-25 0,0 0 0,0 25 0,-25-25 32,25 0-32,0 0 0,0 25 0,0-25 0,0 0 0,0 0 0,0 0 0,0 24 15,0-24-15,0 0 0,0 0 0,0 0 0,0 0 0,0 0 0,0 0 16,0 0-16,0 0 0,0 0 0,0 0 0,0 0 0,0-24 15,0 24-15,0 0 0,0-25 0,0 25 0,25-25 0,-25 25 16,0-25-16,0 25 16,24-25-16,-24 1 0,0 24 0,25-25 0,-25 25 0,25-25 0,-25 25 15,0-25-15,25 0 0,-25 25 0,25-24 0,-25 24 0,0 0 0,24-25 16,-24 25-16,0 0 0,0 0 0,25 0 0,-25 0 0,0 0 15,0 0-15,25 0 0,-25 0 0,0 0 16,0 25-16,0-25 0,25 0 16,-25 24-16,0-24 0,0 25 0,0-25 0,0 25 0,0-25 0,25 25 0,-25-25 15,0 25-15,0-25 0,0 24 0,0-24 0,0 25 0,0-25 16,0 0-16,0 25 15,0-25-15,0 25 0,0-25 0,0 0 0,0 25 0,0-25 16,0 0-16,0 24 0,0-24 0,0 0 0,0 0 0,0 0 0,0 0 16,0 0-16,0 0 0,0 0 0,0 0 0,0 0 0,0 0 31,0 0-31,0 0 0,0 0 0,0-24 0,0 24 0,0 0 0,0-25 15,0 25-15,24-25 0,-24 25 0,0-25 0,0 25 0,25-25 16,-25 1-16,0 24 0,25-25 0,-25 0 0,0 25 0,0-25 0,25 25 16,-25-25-16,0 25 0,0-24 0,25 24 0,-25 0 15,0 0-15,0 0 0,0-25 0,0 25 0,24 25 0,-24-25 0,0 0 0,0 0 16,0 0-16,0 24 0,0-24 0,0 0 0,0 25 15,25-25-15,-25 25 0,0-25 0,0 25 16,0-25-16,0 25 0,0-25 0,0 24 0,0-24 0,0 25 16,0-25-16,25 0 0,-25 25 0,0-25 0,0 25 0,0-25 15,25 0-15,-25 25 0,0-25 0,25 24 0,-25-24 0,24 0 0,-24 0 16,25 25-1,0-25-15,-25 0 0,25 0 0,0 0 0,-1 0 0,-24 0 0,25 0 16,0 0-16,0 0 0,0 0 0,-25 0 0,24 0 0,1-25 0,0 25 16</inkml:trace>
  <inkml:trace contextRef="#ctx0" brushRef="#br0" timeOffset="18030.0313">20637 3349 0,'-24'-25'0,"24"25"0,0-25 0,0 25 16,-25 0-16,25-25 0,0 25 0,0 0 0,-25-25 16,25 25-16,0 0 0,0 0 0,-25 0 0,25-24 15,0 24-15,0 0 0,-25 0 16,25 0-16,0 0 0,0 0 0,-24 0 0,24 24 0,0-24 0,-25 0 15,25 25-15,0-25 0,0 25 0,0-25 0,-25 25 16,25-25-16,0 25 0,0-25 0,0 24 0,0-24 0,0 25 0,0 0 16,0-25-1,0 25-15,0-25 0,0 25 0,0-25 0,25 24 0,-25-24 16,0 0-16,0 25 0,0-25 0,0 0 0,0 0 0,25 0 0,-25 25 15,0-25-15,0 0 0,24 0 0,-24 0 0,0 0 0,0 0 0,25-25 16,-25 25-16,0 0 0,25 0 0,-25 0 0,0-25 0,25 25 16,-25 0-16,0-24 15,25 24-15,-25-25 0,0 25 0,0 0 0,24-25 0,-24 25 0,0-25 0,0 25 0,0 0 16,0-25-16,0 25 0,0 0 0,0-24 0,0 24 15,0 0-15,0 0 0,-24 0 0,24 0 0,0 0 0,0 0 16,0 0-16,0 0 0,0 24 16,0-24-16,0 0 0,0 25 0,0-25 0,0 25 15,0-25-15,0 25 0,24-25 0,-24 25 0,0-25 0,0 24 0,0-24 0,0 0 16,25 25-16,-25-25 0,0 25 0,25-25 0,-25 0 15,25 25-15,-25-25 16,25 0-16,-25 0 0,25 25 0,-1-25 0,-24 0 0,25 0 16,0 0-16,-25 0 0,25 0 0,-25-25 0,25 25 0,-1 0 0,-24-25 0</inkml:trace>
  <inkml:trace contextRef="#ctx0" brushRef="#br0" timeOffset="18522.0591">21803 2853 0,'0'0'0,"0"0"16,0 0-16,0 0 0,0 0 0,0 0 0,0 0 16,0 0-16,0 0 15,0 24-15,0-24 0,0 25 0,0-25 0,0 25 0,0 0 0,0-25 0,0 25 16,0-1-16,-24 1 0,24 0 0,0 0 0,0-25 0,0 25 15,0-1-15,-25 1 0,25 0 0,0 0 16,0 0-16,0-25 0,0 24 0,-25 1 0,25 0 16,0-25-16,0 25 0,0 0 0,0-25 0,0 24 0,0 1 15,0-25-15,0 25 0,0 0 0,-25-25 0,25 25 0,0-25 0,0 24 16,0 1-16,0-25 0,0 0 0,0 25 0,0-25 15,0 25-15,0-25 0,25 0 16,-25 0-16,0 0 0,0 0 0,0 0 0,0 0 16,-25 0-16,25 0 0,0 0 0,0-25 0,0 25 0,0 0 0,0-25 31</inkml:trace>
  <inkml:trace contextRef="#ctx0" brushRef="#br0" timeOffset="18661.0674">21654 3274 0,'0'0'0,"0"0"15,0 0 1,0 0-16,0-25 0,0 25 0,25 0 0,-25 0 0,0 0 0,25 0 15,-25-24-15,25 24 0,-25 0 0,25 0 0,-25 0 0,25 0 0,-1 0 16,-24 0-16,25 0 0,-25 24 0,25-24 0,0 0 0,-25 0 16,25 0-16,-25 25 0,24-25 0,-24 0 0,0 25 0,25-25 15,-25 25 1,0-25-16</inkml:trace>
  <inkml:trace contextRef="#ctx0" brushRef="#br0" timeOffset="18926.0825">21952 3423 0,'0'0'0,"0"0"0,0 0 0,0 0 15,0 0-15,0-25 0,0 25 0,0 0 0,0-25 16,0 25-16,0 0 0,0-24 0,0 24 0,25-25 0,-25 25 15,0-25-15,0 25 0,0-25 0,25 25 0,-25-25 16,0 25-16,0 0 0,25-24 16,-25 24-16,0 0 0,0 0 0,24 0 0,-24 0 0,0 0 0,0 0 0,25 0 15,-25 24-15,0-24 0,0 0 16,25 25-16,-25-25 0,0 0 0,0 25 0,0-25 0,0 25 31,0-25-31,0 0 0,25 25 0,-25-25 0,0 24 0,0-24 0,0 25 0,0-25 0,0 0 0,0 25 0,0-25 16,0 25-16,0-25 0,25 25 0,-25-25 15,0 0-15,0 24 0,0-24 0,24 0 0,-24 0 0,0 25 0,25-25 16,-25 0-16,25 0 0,0 0 0,-25 25 0,25-25 0,-1 0 0,-24 0 15,25 0-15,0-25 0</inkml:trace>
  <inkml:trace contextRef="#ctx0" brushRef="#br0" timeOffset="19401.1094">22523 3349 0,'0'-25'0,"-25"25"0,25-25 0,0 25 16,-25-25-16,25 25 0,0 0 0,-25-25 16,25 25-16,-25 0 0,25-24 0,-24 24 31,24 0-31,0 0 0,-25 0 0,25 0 0,0 0 0,0 0 0,-25 0 0,25 0 0,0 0 0,0 0 0,-25 0 0,25 0 15,0 24-15,0-24 0,-25 0 0,25 25 16,0-25-16,0 25 0,0-25 0,0 25 0,0-25 0,0 25 0,0-1 16,0-24-16,0 25 0,0-25 0,0 25 0,0-25 0,0 25 15,0-25-15,0 25 0,25-25 16,-25 24-16,0-24 0,0 0 0,0 0 0,0 25 0,25-25 15,-25 0-15,0 0 0,0 25 0,0-25 0,0 0 0,25 0 16,-25 0-16,0 0 0,25 0 0,-25-25 0,0 25 0,24 0 0,-24 0 16,25-25-16,-25 25 0,0 0 15,25-24-15,-25 24 0,25 0 0,-25-25 0,0 25 16,25-25-16,-25 25 0,0-25 0,0 25 0,24-25 0,-24 25 0,0-24 15,0 24-15,0-25 0,0 25 0,0-25 0,0 25 0,0 0 16,0-25-16,0 25 0,0 0 0,0 0 0,0 0 0,0 0 16,0 0-16,0 0 0,0 0 0,0 25 15,0-25-15,0 0 0,-24 25 0,24-25 0,0 0 0,0 25 16,0-25-16,0 24 0,0-24 0,0 25 0,0-25 0,0 0 15,0 25-15,0-25 0,0 25 0,0-25 0,0 0 0,0 25 32,24-25-32,-24 0 0,0 24 0,0-24 0,0 0 0,0 25 0,25-25 0,-25 0 15,0 0-15,0 25 0,0-25 0,25 0 0,-25 0 0,0 0 0,25 0 16,-25 25-16,0-25 0,25 0 0,-25-25 0,0 25 0,24 0 15,-24 0-15,25 0 16,-25-25-16,0 25 0,0 0 0,25-25 0</inkml:trace>
  <inkml:trace contextRef="#ctx0" brushRef="#br0" timeOffset="19799.1324">22721 3225 0,'0'0'0,"0"0"0,0 0 0,0 0 0,0 0 16,0 0-16,0 0 0,0 24 0,0-24 0,0 0 0,0 0 16,0 25-16,0-25 0,0 0 0,0 25 0,0-25 15,0 0-15,0 25 31,0-25-31,25 0 0,-25 25 0,0-25 0,0 24 0,0-24 0,0 0 0,0 25 0,0-25 0,0 0 0,0 25 0,0-25 0,0 0 0,0 25 0,0-25 16,0 0-16,0 0 16,0 0-16,0 25 0,0-25 0,0 0 0,25 0 0,-25 0 0,0 0 15,0 0-15,0 0 0,0 0 0,0-25 0,0 25 0,25 0 16,-25 0-16,0-25 0,0 25 0,24 0 0,-24-25 0,0 25 15,0-25-15,25 25 0,-25-24 0,25 24 0,-25 0 0,0-25 16,25 25-16,-25-25 16,0 25-16,25 0 0,-25-25 0,0 25 0,0 0 0,24 0 0,-24 0 15,0 0-15,0 0 0,25 0 0,-25 0 0,0 0 0,0 0 0,0 0 16,25 0-16,-25 25 0,0-25 0,0 0 0,0 0 15,0 25-15,0-25 0,25 0 16,-25 0-16,0 25 0,0-25 0,0 0 0,0 0 0,0 24 0,0-24 16,0 0-16,0 25 0,0-25 0,0 0 0,0 25 0,25-25 15,-25 0-15,0 25 0,0-25 0,0 0 0,0 0 0,0 25 16,0-25-16,0 0 0,0 0 0,0 0 0,0 0 15,0 0-15,0 0 0,0 0 0,0 0 16,-25 0-16,25 0 16,0-25-16,0 25 0,0 0 0</inkml:trace>
  <inkml:trace contextRef="#ctx0" brushRef="#br0" timeOffset="20062.1475">22721 2902 0,'0'0'0,"0"0"15,0 0-15,0-25 0,0 25 0,0 0 0,0 0 0,0-24 16,0 24-16,0 0 0,25 0 0,-25 0 0,25-25 16,-25 25-16,25 0 15,-25 0-15,24 0 0,-24 0 0,25 0 0,-25 0 0,25 0 0,-25 0 16,25 25-16,-25-25 0,25 0 0,-25 24 0,24-24 0,-24 25 0,0-25 15,25 25-15,-25 0 0,0 0 0,0-25 0,0 24 0,0 1 16,0 0-16,0 0 16,-25 0-16,25 24 0,0-24 0,-24 0 0,24 0 0,-25-1 0</inkml:trace>
  <inkml:trace contextRef="#ctx0" brushRef="#br0" timeOffset="20206.1558">22671 3696 0,'0'25'0,"0"-25"0,-24 0 0,24 0 31,0 25-31,0-25 0,0 0 0,-25 0 0,25 0 0,0 0 0,0 0 16,0 0-16,0 0 0,0 0 0,0 0 0,0 0 0,0 0 0,0 0 0,0 0 0,0 0 15,0 0-15,0 0 0,0 0 0,0 0 0,0 0 16,0 0-16,0 0 0,0 0 0,0 0 16,0 0-16,0 0 0,25 0 0,-25-25 15,0 25-15,0 0 0</inkml:trace>
  <inkml:trace contextRef="#ctx0" brushRef="#br0" timeOffset="20651.1812">24185 3200 0,'-25'-25'0,"25"25"15,0-25-15,0 25 0,0-25 0,-25 25 0,25-24 0,0 24 16,0-25-16,-25 25 0,25 0 0,0 0 0,0-25 0,-25 25 16,25 0-1,0 0-15,0 0 0,0 0 0,-24 0 0,24 0 0,0 25 0,0-25 16,0 0-16,0 25 0,0-25 0,0 24 0,0-24 0,0 25 0,0 0 15,0-25-15,0 25 0,24 0 0,-24-25 0,0 24 0,0 1 16,0 0-16,25-25 0,-25 25 0,25 0 0,-25-25 16,0 24-16,0 1 0,25-25 0,-25 25 15,0-25-15,25 25 0,-25-25 0,0 25 0,0-25 0,24 24 16,-24-24-16,0 0 0,0 0 0,0 25 0,0-25 0,0 0 0,0 0 15,0 0-15,0 0 0,0 0 0,-24 0 16,24 0-16,0 0 0,0 0 0,-25 0 0,25 0 0,-25 0 16,25 0-16,0 0 0,-25 0 0,25 0 0,-25 0 0,25 0 15,-24 0-15,24 0 0,0 0 16,-25 0-16,25 0 0,0 0 0,0 0 0,-25 0 0,25 0 0,0 0 15,0 0-15,0 0 0,25-25 0,-25 25 0,0 0 16,25 0-16,-25 0 0,24 0 0</inkml:trace>
  <inkml:trace contextRef="#ctx0" brushRef="#br0" timeOffset="21616.2364">24656 3324 0,'0'-25'0,"-25"25"16,25-25-16,0 25 0,0 0 0,-25-25 0,25 25 0,0-24 15,-25 24-15,25 0 0,0-25 0,0 25 0,-24 0 0,24 0 16,0-25 0,-25 25-16,25 0 0,0 0 0,-25 0 0,25 0 0,0 0 0,-25 0 15,25 0-15,0 25 0,-25-25 0,25 0 0,0 25 0,-24-25 0,24 24 16,0-24-16,-25 25 0,25-25 0,0 25 0,0-25 0,-25 25 15,25-25 1,0 25-16,0-1 0,0-24 0,0 25 0,0-25 16,0 25-16,0-25 0,0 25 0,0-25 0,0 25 0,0-25 0,0 0 15,25 24-15,-25-24 0,0 0 0,0 0 0,0 25 0,0-25 16,25 0-16,-25 0 0,0 0 0,24 0 0,-24 0 0,25 0 0,-25 0 15,0 0-15,25 0 0,-25 0 0,25 0 0,-25-25 0,25 25 16,-25 0-16,24 0 0,-24-24 0,25 24 0,-25 0 0,0-25 16,25 25-16,-25-25 0,0 25 15,0-25-15,25 25 0,-25-25 0,0 25 0,0-24 0,0-1 0,0 25 16,0-25-16,0 25 0,0-25 0,0 25 0,0 0 0,0-25 15,0 25-15,0 0 0,0 0 0,0 0 0,0 0 0,0 0 16,0 0-16,-25 0 0,25 0 0,0 0 0,0 25 16,0-25-16,0 0 0,0 25 15,0-25-15,0 0 0,0 25 0,0-25 0,0 25 16,0-25-16,0 24 0,0-24 0,0 25 0,0-25 0,0 0 0,0 25 15,0-25-15,0 25 0,0-25 0,0 25 0,0-25 0,0 24 0,25-24 16,-25 0-16,0 25 0,0-25 0,25 0 0,-25 25 16,0-25-16,0 0 0,24 0 0,-24 0 0,0 0 15,0 0-15,25 0 0,-25 0 16,0 0-16,25 0 0,-25 0 0,0 0 0,25-25 0,-25 25 0,0 0 0,25 0 15,-25-25-15,0 25 0,24-24 0,-24 24 0,0 0 0,25-25 16,-25 25-16,0-25 0,0 0 16,25 25-16,-25-25 0,0 25 0,0-24 0,0 24 0,0-25 0,0 25 0,0-25 15,0 25-15,0-25 0,0 25 0,0 0 0,0-25 16,0 25-16,-25 0 0,25 0 0,0-24 15,0 24-15,0 0 0,0 0 0,0 0 0,0 24 16,-25-24-16,25 0 0,0 0 0,0 0 0,0 25 0,0-25 16,0 0-16,0 25 0,0-25 0,-24 0 0,24 25 0,0-25 0,0 25 15,0-25-15,0 24 0,0-24 0,0 25 0,0-25 16,24 0-16,-24 25 15,0-25-15,0 0 0,0 25 0,0-25 0,0 0 0,25 25 0,-25-25 0,0 0 16,0 0-16,25 24 0,-25-24 0,0 0 0,0 0 0,25 0 16,-25 0-16,0 0 0,25 0 0,-25 0 0,0 0 0,25 0 15,-25 0-15,0 0 0,24 0 16,-24 0-16,25 0 0,-25 0 0,0 0 0,25 0 15,-25-24-15,0 24 0,25 0 0,-25-25 0,0 25 0,25-25 0,-25 25 0,0-25 16,0 25-16,24-25 0,-24 25 0,0 0 0,0-24 0,0 24 16,0 0-16,0-25 0,0 25 15,0 0-15,0 0 0,0 0 0,0 0 0,0 0 16,0 0-16,0 0 0,0 0 0,0 0 0,0 0 0,0 0 0,0 0 15,0 25-15,0-25 0,0 0 0,0 24 0,0-24 0,0 25 0,-24-25 32,24 25-32,0-25 0,0 25 0,0-25 0,0 25 0,0-25 0,0 0 0,0 24 15,0-24-15,0 0 0,0 25 0,0-25 0,24 0 0,-24 25 0,0-25 16,0 0-16,0 0 0,25 0 0,-25 0 0,0 25 0,25-25 15,-25-25-15,25 25 0,-25 0 0,25 0 16,-25 0-16,24 0 0,-24-25 0,25 25 16,-25 0-16,0-25 0,25 25 0,-25-24 0,0 24 0,0-25 0,25 25 15,-25-25-15</inkml:trace>
  <inkml:trace contextRef="#ctx0" brushRef="#br0" timeOffset="24187.3835">2059 4713 0,'0'0'16,"0"0"-16,-25 0 0,25 0 0,0 0 0,0 0 0,0 0 15,0-25-15,-25 25 0,25 0 0,0 0 0,0 0 16,0 0-16,-25 0 0,25 0 0,0 0 0,0 0 0,0 0 16,0 0-16,0 0 0,-24 0 0,24 0 0,0 0 0,0 0 15,0 0-15,0 0 16,-25 0-16,25 0 0,0 0 0,0 0 0,0 0 0,-25 0 0,25 0 15,0 0-15,0 0 0,-25 0 0,25 0 0,0 0 0,0 0 0,-25 0 16,25 0-16,0 0 0,0 25 0,-24-25 0,24 0 0,-25 0 16,25 0-16,0 0 0,0 0 0,-25 0 0,25 25 15,0-25-15,-25 0 0,25 0 16,0 24-16,-25-24 0,25 0 0,0 0 0,0 25 0,0-25 0,-24 25 15,24-25-15,0 0 0,0 25 0,0-25 0,0 25 16,0-25-16,0 25 0,0-25 0,0 24 0,0-24 0,0 0 0,0 25 16,0-25-16,0 25 0,0-25 0,24 25 0,-24-25 0,0 25 0,0-25 15,25 0-15,-25 24 0,0-24 0,25 0 0,-25 0 16,0 25-16,25-25 15,-25 0-15,0 0 0,25 0 0,-25 0 0,0 0 0,24 0 0,-24 0 0,0 0 16,0 0-16,25 0 0,-25 0 0,0 0 0,25 0 0,-25 0 16,0-25-16,0 25 0,0 0 0,25 0 0,-25-24 0,0 24 0,0 0 15,0-25 1,25 25-16,-25 0 0,0 0 0,0-25 0,0 25 0,0 0 0,0-25 15,0 25-15,0 0 0,0-25 0,24 25 0,-24 0 0,0-24 0,0 24 0,0 0 16,0 0-16,0-25 0,0 25 0,0 0 0,0 0 16,0 0-16,0-25 0,0 25 0,0 0 15,0 0-15,0 0 0,0 0 0,0 0 0,0 0 0,0 0 31,0 0-31,0 0 0,0 25 0,0-25 0,0 0 0,0 0 0,0 0 0,0 25 0,0-25 0,0 0 0,0 24 0,0-24 0,25 0 16,-25 25-16,0-25 16,0 25-16,0-25 0,0 25 0,0-25 0,25 0 0,-25 25 15,0-25-15,0 24 0,25-24 0,-25 25 0,0-25 0,0 0 0,25 25 0,-25-25 0,0 0 16,24 25-16,-24-25 0,0 0 0,25 0 0,-25 25 15,0-25-15,25 0 0,-25 0 0,0 24 0,25-24 16,-25 0-16,0 0 0,0 0 0,25 0 16,-25 0-16,0 0 0,0 0 0,0 0 0,24 0 0,-24-24 0,0 24 15,0 0-15,0-25 0,0 25 0</inkml:trace>
  <inkml:trace contextRef="#ctx0" brushRef="#br0" timeOffset="24511.402">2332 4688 0,'-25'0'0,"25"0"0,0 0 16,0 0-16,0 0 0,0 0 0,0 0 0,0 0 0,0 0 15,0 0-15,25 0 0,-25 0 0,0 0 0,0 0 0,24 25 16,-24-25-16,0 0 0,25 0 15,-25 25-15,25-25 0,-25 0 0,0 24 0,25-24 0,-25 25 16,25-25-16,-25 0 0,24 25 0,-24-25 0,25 25 0,-25-25 0,0 25 16,25-25-16,-25 25 0,0-25 0,0 24 0,0-24 0,0 25 15,0-25-15,0 25 16,0-25-16,0 25 0,0-25 0,0 25 0,-25-25 0,25 24 15,-25-24-15,25 25 0,0-25 0,-24 25 0,24-25 0,-25 0 0,25 25 16,0-25-16,-25 25 0,25-25 0,0 0 0,0 0 0,0 24 0,0-24 16,-25 0-16,25 0 0,0 0 0,25 0 0,-25 0 15,0 0-15,0 0 0,0 0 16</inkml:trace>
  <inkml:trace contextRef="#ctx0" brushRef="#br0" timeOffset="25184.4405">4291 5581 0,'0'0'15,"0"0"-15,-25-25 16,25 25-16,0 0 0,0 0 0,0-25 0,0 25 0,0 0 0,0 0 0,0 0 16,0-24-16,0 24 0,0 0 0,0 0 0,0 0 15,0 0-15,0 0 0,0 0 0,0 0 0,0 0 0,0 0 16,-24 0-16,24 0 0,0 0 0,0 0 0,0 0 0,0 24 15,0-24-15,-25 0 0,25 25 16,0-25-16,-25 25 0,25-25 0,0 25 0,-25 0 0,25-25 0,0 24 16,-25 1-16,25-25 0,0 25 0,-24 0 0,24-25 0,0 25 0,-25-25 15,25 24-15,0 1 0,0-25 0,-25 25 0,25-25 16,0 25-16,0-25 15,0 25-15,0-25 0,-25 0 0,25 25 0,0-25 0,0 0 16,0 24-16,0-24 0,0 0 0,0 0 0,0 0 0,0 25 0,0-25 16,0 0-16,0 0 0,0 0 0,0 0 0,0 0 0,0 0 31,0 0-31,0 0 0,0 0 0,0 0 0,0 0 0,0 0 0,0 0 0,0 0 0,0 0 0,0-25 0,0 25 15,0 0-15,0-24 0,0 24 0,0-25 16,0 25-16,0-25 0,0 25 0,25-25 16,-25 0-16</inkml:trace>
  <inkml:trace contextRef="#ctx0" brushRef="#br0" timeOffset="25437.455">4192 5556 0,'0'-25'0,"0"25"0,0 0 0,25-24 0,-25 24 0,0 0 16,0 0-16,0 0 0,0 0 0,0 0 0,0 0 0,0 0 16,25 0-16,-25 0 15,0 0-15,0 0 0,0 0 0,0 0 0,0 0 0,24 0 16,-24 0-16,0 0 0,25 0 0,-25 24 0,0-24 0,0 0 0,25 25 0,-25-25 15,0 25-15,25-25 0,-25 25 0,25-25 0,-25 25 0,0-25 16,24 24-16,-24 1 0,0 0 0,0-25 0,25 25 16,-25 0-16,0-25 0,0 24 15,25 1-15,-25-25 0,0 25 0,0 0 0,0-25 0,25 25 0,-25-25 0,0 25 16,0-25-16,0 24 0,25-24 0,-25 25 0,0-25 15,0 0-15,0 25 0,0-25 0,0 0 0,24 0 0,-24 0 16,0 25 0,0-25-16,0 0 0,0 0 0,0 0 0,0 0 0,-24 0 0,24-25 0,0 25 15,0 0-15,-25 0 0,25 0 0</inkml:trace>
  <inkml:trace contextRef="#ctx0" brushRef="#br0" timeOffset="25651.4672">4167 5804 0,'0'0'0,"0"0"15,0-25-15,0 25 0,0 0 0,0 0 0,0 0 16,0 0-16,0 0 0,0 0 16,0 0-16,0 0 0,25 0 0,-25-24 0,0 24 0,25 0 0,-25 0 15,0 0-15,25 0 0,-25 0 0,24 0 0,1 0 0,-25 0 16,25 0-16,-25 0 0,25 0 0,0 24 0,-25-24 15,24 0-15,1 0 0,-25 0 16,25 0-16,0 0 0,-25 0 0,25 0 0,-1 0 16,-24 0-16</inkml:trace>
  <inkml:trace contextRef="#ctx0" brushRef="#br0" timeOffset="25853.4788">4837 5655 0,'0'0'0,"0"0"16,0 0-16,0-24 0,0 24 0,25 0 0,-25 0 15,0 0 1,0 0-16,25 0 0,-25 0 0,0 0 0,24 0 0,-24 0 0,25 0 0,0 0 16,-25 0-16,25 0 0,-25 0 0,25 0 0,-1 0 0,-24 0 0,25 0 15,-25 0-15,25 0 0,0 0 0,-25 0 0,25 0 16,-25 0-16,24 0 0,-24 0 15,0 0-15,0 0 0</inkml:trace>
  <inkml:trace contextRef="#ctx0" brushRef="#br0" timeOffset="26034.4891">4911 5904 0,'0'24'0,"0"-24"16,0 0-16,0 0 0,0 0 0,25 0 0,-25 0 0,0 0 16,0 0-1,0 0-15,25 0 0,-25 0 16,25 0-16,-25-24 0,25 24 0,-25 0 0,24 0 0,-24 0 0,25 0 0,0 0 0,-25 0 0,25 0 15,0 0-15,-1 0 0,-24 0 0,25 0 0,0 0 0,0 0 0,-25 0 16,25 0-16,-1-25 0</inkml:trace>
  <inkml:trace contextRef="#ctx0" brushRef="#br0" timeOffset="26912.5391">6201 4837 0,'0'0'0,"0"-25"16,0 25-16,0 0 0,0 0 0,0 0 0,-25 0 15,25 0-15,0 0 0,0 0 16,0 0-16,0 0 0,0 0 0,0 0 0,0 0 0,0 0 0,0 0 16,0 0-16,0 0 0,0 0 0,0 0 0,0 0 0,0 0 0,0 0 15,0 25-15,0-25 0,0 0 0,0 25 0,0-25 16,0 0-16,0 25 15,0-25-15,0 24 0,0-24 0,0 25 0,0 0 0,0-25 0,0 25 16,0 0-16,0-1 0,0-24 0,0 25 0,0 0 0,0 0 0,0-25 16,0 25-16,25-1 0,-25 1 0,0-25 0,0 25 0,0 0 15,0-25-15,0 25 16,0-1-16,0 1 0,0-25 0,0 25 0,25 0 0,-25 0 0,0-1 15,0-24-15,0 25 0,0 0 0,0 0 0,0 0 0,0-1 16,0 1-16,0-25 0,0 25 0,25 0 0,-25 0 0,0-1 16,0 1-16,0-25 0,0 25 0,0 0 0,0 0 15,0-1-15,0-24 0,0 25 16,0 0-16,25 0 0,-25 0 0,0-25 0,0 25 0,0-1 0,0 1 0,0 0 0,0-25 15,0 25 1,0 0-16,0-1 0,0-24 0,0 25 16,0 0-16,0-25 0,0 25 0,0 0 0,0-1 0,0-24 0,0 25 0,0 0 0,0-25 0,0 25 0,0 0 15,0-25-15,0 24 0,0-24 16,0 25-16,0-25 0,0 25 0,0 0 0,0-25 15,24 25-15,-24-25 0,0 0 0,0 24 0,0-24 0,0 25 16,0-25-16,0 0 0,0 25 0,25-25 0,-25 0 0,0 0 0,0 0 16,0 0-16,0 0 0,0 0 0,0 0 0,0 0 0</inkml:trace>
  <inkml:trace contextRef="#ctx0" brushRef="#br0" timeOffset="27638.5809">6945 5234 0,'0'0'0,"0"0"0,0 0 16,0 0-16,0 0 0,0 0 0,0 0 0,0 0 0,0 0 15,0 0-15,0 0 0,0 0 0,0 0 0,0 0 0,0-25 0,0 25 16,0 0-16,0 0 0,25-25 0,-25 25 0,0 0 0,0 0 0,0-25 47,25 25-47,-25 0 0,0-24 15,0 24-15,0 0 0,0-25 0,0 25 0,0-25 0,25 25 0,-25-25 0,0 25 16,0 0-16,0-25 0,0 25 0,0-24 0,0 24 0,0 0 0,0-25 0,0 25 0,-25-25 0,25 25 0,0 0 0,0 0 0,0-25 0,0 25 0,0 0 15,0 0-15,0 0 0,0 0 0,0 0 0,0 0 0,0 0 16,0 0-16,0 0 0,0 25 0,0-25 0,25 0 16,-25 25-16,0-25 0,0 25 0,0-25 15,0 24-15,0 1 0,0-25 0,25 25 0,-25 0 0,0-25 16,0 25-16,0-1 0,0-24 0,24 25 0,-24-25 0,0 25 15,0-25-15,0 25 0,25-25 0,-25 25 0,0-25 0,0 24 16,0-24-16,0 0 0,25 25 16,-25-25-16,0 0 0,0 25 0,0-25 0,0 0 15,0 0-15</inkml:trace>
  <inkml:trace contextRef="#ctx0" brushRef="#br0" timeOffset="28406.6248">9029 4961 0,'0'0'0,"0"-25"16,0 25-16,0 0 0,0 0 0,0 0 0,-25 0 0,25 0 16,25-25-16,-25 25 15,0 0-15,0 0 0,0 0 0,0 0 0,0 0 0,0 0 16,0-24-16,25 24 0,-25 0 0,0 0 0,0 0 0,25 0 0,-25 0 15,0-25-15,0 25 0,24 0 0,-24 0 0,0 0 0,0 0 16,0 0-16,25 0 0,-25 0 0,0 0 0,0 25 0,0-25 16,25 0-16,-25 0 0,0 24 15,0-24-15,0 0 0,0 25 0,0-25 0,0 0 0,0 25 0,0-25 16,0 25-16,0 0 0,-25-25 0,25 24 0,0-24 0,0 25 15,-25 0-15,25-25 0,0 25 0,-24 0 16,24-25-16,-25 24 16,25 1-16,0-25 0,-25 25 0,25-25 0,0 25 0,-25-25 0,25 25 0,0-25 0,0 24 15,0-24-15,0 0 0,0 25 0,0-25 0,0 0 0,0 0 16,0 0-16,25 0 0,-25 0 0,25 0 0,-25 0 0,25 0 0,-1 0 15,1 0 1,0 0-16,-25 0 0,25-25 0,0 25 0,-1 0 16,1 0-16,-25 0 0,25 0 0,0 0 0,-25 0 0,25 0 0,-25 0 0,0 0 0,24 0 0,-24 0 15,0 0-15,0 0 0</inkml:trace>
  <inkml:trace contextRef="#ctx0" brushRef="#br0" timeOffset="30209.7279">6276 4961 0,'0'0'15,"0"0"-15,0 0 16,0 0-16,-25 0 0,25 0 0,0 0 0,0 0 0,0 0 15,0 0-15,0 0 0,0 0 0,0 0 0,0 0 0,0 0 0,0 0 16,0 0-16,0-25 0,0 25 0,25 0 0,-25 0 0,0 0 16,0 0-16,0 0 0,0 0 0,0 0 0,0 0 0,0 0 15,0 0-15,0 0 16,0 0-16,0 0 0,0 0 0,0 0 0,0 0 0,0 0 0,0 0 15,0 0-15,0-25 0,0 25 0,0 0 0,0 0 0,0 0 16,0 0-16,0 0 0,0 0 0,0 0 16,0 0-16,0 0 0,0-24 0,0 24 0,0 0 0,0 0 0,0 0 15,0 0-15,0 0 0,0 0 0,0-25 0,0 25 0,0 0 0,0 0 16,0 0-16,0 0 0,0 0 0,0 0 0,0 0 15,0 0-15,0 0 16,0 0-16,0 0 0,0 0 0,0 0 0,0 0 0,0 0 0,0 0 16,0 0-16,0 0 0,0 0 0,0 0 0,0 0 0,0 0 0,0 0 15,0 0-15,0 0 0,0 0 16,0 0-16,0 0 0,0 0 0,0 0 0,0 0 15,0 0-15,0 0 0,0 0 0,0 0 0,0 0 0,0 0 0,0 0 0,0 0 16,0 0-16,0 0 0,0 0 0,0 0 0,0 0 0,0 0 16,0 0-1,0 0-15,0 0 0,0 0 0,0 0 0,0 0 0,0 0 0,0 0 0,0-25 16,0 25-16,0 0 0,0 0 0,24 0 0,-24 0 0,0 0 15,0 0-15,25 0 0,-25-25 0,25 25 0,-25 0 0,25 0 0,-25 0 16,25-25-16,-25 25 0,24 0 0,1 0 0,-25-25 16,25 25-16,0 0 15,0-24-15,-25 24 0,24-25 0,1 25 0,-25-25 0,25 25 16,-25 0-16,25-25 0</inkml:trace>
  <inkml:trace contextRef="#ctx0" brushRef="#br0" timeOffset="31024.7746">6499 6598 0,'0'0'0,"0"0"16,-25 0-16,25 0 0,0 0 0,0-25 0,0 25 0,0 0 31,0 0-31,-25 0 0,25 0 0,0 0 0,0 0 0,0 0 0,0 0 0,0 0 0,0 0 0,-25 0 16,25 0-16,0 0 0,0-25 0,0 25 0,0 0 0,0 0 15,0 0-15,0 0 16,0 0-16,0 0 0,0 0 0,0 0 0,-24 0 0,24 0 16,0 0-16,0 0 0,0 0 0,0 0 0,0 0 0,0 0 0,0 0 15,0 0-15,-25 0 0,25 0 0,0 0 0,0 0 0,0 0 0,0 0 16,0 0-16,-25 0 0,25 0 0,0 0 0,0 0 15,0 0-15,0 0 16,-25 0-16,25 0 0,0 25 0,0-25 0,0 0 0,0 0 0,0 0 16,0 0-16,0 0 0,0 0 0,0 0 0,0 0 0,0 0 0,0 0 15,0 0-15,0 0 0,0 0 0,0 0 0,0 0 0,0 0 16,0 0-16,0 0 15,0 0-15,25 0 0,-25 0 0,0 0 0,0 0 0,0 0 16,0 25-16,25-25 0,-25 0 0,0 0 0,25 0 0,-25 25 0,0-25 16,24 0-16,-24 0 0,0 25 0,25-25 0,0 0 0,-25 0 15,25 24-15,-25-24 0,25 0 0,-1 25 0,1-25 0,0 0 16,0 0-16,-25 0 15,25 0-15,-1 0 0,1 25 0,0-25 0,0 0 0,-25 0 16,25-25-16,-25 25 0,24 0 0,-24 0 0,25 0 0</inkml:trace>
  <inkml:trace contextRef="#ctx0" brushRef="#br0" timeOffset="31856.8221">7045 6052 0,'0'0'0,"0"0"16,0 0-16,-25 0 0,25 0 0,0 0 0,0-24 15,0 24-15,0 0 16,0 0-16,0 0 0,0-25 0,0 25 0,0 0 0,0 0 0,0 0 16,0-25-16,0 25 0,0 0 0,0 0 0,0 0 0,0-25 0,0 25 15,25 0-15,-25 0 0,0 0 0,0 0 0,0 0 0,0 0 16,0 0-1,0 0-15,24 0 0,-24 0 0,0 0 0,0 0 0,0 25 16,0-25-16,0 0 0,0 0 0,25 25 0,-25-25 0,0 25 0,0-25 16,0 24-16,0-24 0,0 25 0,0-25 0,0 25 0,0-25 0,0 25 15,-25-25-15,25 25 0,0-25 0,0 24 0,0-24 0,0 25 16,-24-25-16,24 25 0,0-25 0,0 25 15,0-25-15,0 0 0,-25 25 0,25-25 0,0 0 0,0 24 16,0-24-16,0 0 0,0 0 16,0 0-16,0 0 0,0 0 0,0 0 0,0 25 15,0-25-15,0 0 0,0 0 0,0 0 0,25 0 0,-25 0 0,0 0 16,0 0-16,0 0 0,24 0 0,-24 0 0,0 0 0,0 25 0,25-25 15,-25 0-15,0 0 0,25 25 0,-25-25 0,0 0 16,25 0-16,-25 25 16,0-25-16,0 0 0,25 24 0,-25-24 0,0 0 0,0 25 0,0-25 0,0 0 15,0 0-15,0 25 0,0-25 0,0 0 0,0 25 0,0-25 0,0 0 16,0 0-16,0 25 0,-25-25 0,25 0 0,0 24 15,0-24-15,0 0 0,-25 0 0,25 25 0,0-25 16,0 0-16,-25 0 0,25 0 0,0 0 16,0 0-16,0 0 0,-25 0 0,25 0 0,0 0 0,0 0 0,0 0 15,0 0-15,0-25 0,0 25 0,0 0 0,0 0 0,0-24 16,0 24-16,0 0 0,0-25 0,0 25 15</inkml:trace>
  <inkml:trace contextRef="#ctx0" brushRef="#br0" timeOffset="32525.8604">8806 5879 0,'0'0'0,"0"0"16,0 0-16,0 0 0,0 0 0,0 0 0,0 0 15,0 0-15,0 0 0,0 0 0,0 0 16,0 0-16,0 0 0,0 0 0,0 0 16,0 0-16,0 0 0,0 0 0,0 25 0,0-25 0,0 0 0,0 0 15,0 0-15,0 24 0,0-24 0,-25 0 0,25 0 0,0 25 0,0-25 16,0 25-16,-25-25 0,25 0 0,0 25 0,0-25 15,0 25-15,-25-25 16,25 0-16,0 24 0,0-24 0,0 25 0,-25-25 0,25 0 0,0 25 16,0-25-16,0 0 0,0 25 0,0-25 0,0 0 0,0 0 0,0 25 15,0-25-15,0 0 0,0 0 0,0 0 0,0 0 0,0 24 16,0-24-16,0 0 15,25 0-15,-25 0 0,0 0 0,0 0 0,25 0 0,-25 0 0,0 0 16,25 0-16,-25 0 0,0 0 0,25 0 0,-25 0 0,24 0 0,-24 0 16,25 0-16,-25 0 0,25 0 0,-25-24 0,25 24 0,-25 0 15,25 0 1,-25 0-16,24 0 0,-24 0 0,0 0 0,25 0 0,-25 0 0,0 0 15,25-25-15,-25 25 0,0 0 0,0 0 0,0 0 0,0 0 0,25 0 16,-25 0-16,0 0 0,0 0 0,0-25 0,0 25 0,0 0 0,0 0 16,0 0-16,0-25 0,0 25 0</inkml:trace>
  <inkml:trace contextRef="#ctx0" brushRef="#br0" timeOffset="32743.8729">8979 5904 0,'0'0'0,"0"0"0,0 0 15,0 0-15,0 0 0,0 0 0,0 0 0,0 0 0,0 0 16,0 0-16,0 0 0,0 0 0,0 24 0,0-24 0,0 0 15,0 25-15,0-25 0,25 25 0,-25-25 0,0 25 0,0-25 0,0 25 16,0-25 0,0 24-16,0 1 0,0-25 0,0 25 0,25 0 0,-25-25 15,0 25-15,0-1 0,0-24 0,0 25 0,25 0 0,-25-25 0,0 25 16,0-25-16,0 25 0,0-25 0,0 24 0,0-24 0,0 25 0,0-25 0,25 0 15,-25 0 1,0 0-16,0 0 0,0 0 0,0 0 0</inkml:trace>
  <inkml:trace contextRef="#ctx0" brushRef="#br0" timeOffset="33755.9308">9426 4514 0,'0'0'0,"0"0"16,0 0-16,0 0 0,0 0 0,0 0 0,0 0 0,0 0 0,0 0 15,0 25-15,0-25 0,0 0 0,0 0 0,0 0 0,0 0 0,25 0 16,-25 0-16,0 0 15,0 0-15,0 0 0,0 0 0,24 0 0,-24 0 0,0 0 16,0 0-16,25 0 0,-25 0 0,0 0 0,25 0 0,-25 0 16,25 0-16,-25 0 0,25 0 0,-25 0 0,0 0 0,24 0 0,-24 0 15,25 0-15,-25 0 0,0 0 0,0 25 0,25-25 16,-25 0-16,0 0 15,0 0-15,25 0 0,-25 0 0,0 0 0,0 0 0,0 0 0,0 0 0,0 0 0,0 25 16,0-25-16,0 0 0,0 0 0,0 0 0,0 0 16,0 0-16,0 0 0,0 25 0,0-25 0,0 0 0,0 0 15,0 24-15,-25-24 0,25 0 16,0 25-16,0-25 0,0 0 0,0 25 0,0-25 0,0 25 0,0-25 15,0 25-15,0-25 0,0 24 0,0-24 0,0 25 0,0-25 32,0 25-32,0 0 0,0-25 0,0 25 0,0-25 0,0 25 0,0-1 0,0 1 0,0-25 0,0 25 15,0 0-15,0 0 0,0-1 0,0-24 0,0 25 0,0 0 0,0 0 16,0 0-16,0-25 15,0 24-15,0 1 0,0 0 0,0-25 0,0 25 0,25 0 0,-25-25 16,0 24-16,0 1 0,0 0 0,0-25 0,0 25 0,0 0 16,0-25-16,0 24 0,0 1 0,0 0 0,0-25 0,0 25 15,0 0-15,0-25 0,0 24 16,0 1-16,0 0 0,0-25 0,0 25 0,0 0 15,0-25-15,0 24 0,0 1 0,0-25 0,0 25 0,0 0 0,0-25 0,25 25 16,-25-25-16,0 24 0,0-24 0,0 25 0,0-25 0,0 25 16,0-25-16,0 25 0,0 0 0,0-25 0,24 25 15,-24-25-15,0 24 0,0-24 16,0 25-16,0 0 0,0-25 0,0 25 0,0-25 0,25 25 0,-25-1 31,0-24-31,0 25 0,0-25 16,0 25-16,0 0 0,0-25 0,0 25 0,0-25 0,0 24 0,0 1 0,0-25 0,0 25 0,0 0 0,25-25 0,-25 25 0,0-25 15,0 24-15,0-24 0,0 25 0,0-25 0,0 25 0,0-25 0,0 0 16,0 25-16,0-25 0,0 0 0,0 0 0,0 25 15,0-25-15,0 0 0,0 0 16,0 0-16,0 0 0,0 0 0,0 0 0,0 0 0,0 0 16,0 0-16,0 0 0,0 0 0,0 0 0,0 0 0,0 0 0,0 0 15,0 0-15,0 0 0,0 0 0,0 0 0,0 0 0,0 0 16,0 0-1,0 0-15,-25 0 0,25 0 16,0 0-16,0 0 0,0 0 0,0 0 0,-25 0 0,25 0 0,0 0 0,0 0 0,-24 0 0,24 0 0,-25 24 0,25-24 16,-25 0-16,25 0 0,-25 0 0,25 0 0,0 0 15,-25 0-15,25 0 0,-24 0 16,24 0-16,-25 0 0,25 0 0,0 0 0,-25 0 0,25 0 31,0 0-31,0 0 0,0 0 0,-25 0 0,25 0 0,0-24 0</inkml:trace>
  <inkml:trace contextRef="#ctx0" brushRef="#br0" timeOffset="35342.0212">1984 7268 0,'0'0'0,"0"0"0,0 0 15,0 0-15,0 0 0,0 0 0,0 25 0,0-25 0,25 0 16,-25 0-16,0 0 0,0 24 0,0-24 0,0 0 0,0 25 0,0-25 0,0 0 15,0 25-15,0-25 0,0 25 0,0 0 0,0-25 16,0 24-16,0 1 0,25-25 0,-25 25 0,0 0 0,0 0 16,0-25-16,0 24 0,0 1 15,0-25-15,0 25 0,0 0 0,0-25 0,0 25 0,0-25 0,0 24 16,25-24-16,-25 25 0,0-25 0,0 25 0,0-25 0,0 0 0,0 25 15,0-25-15,0 0 0,0 25 0,0-25 0,0 0 0,0 0 16,0 24-16,0-24 0,0 0 0,0 0 0,-25 0 16,25 0-16,0 0 0,0 0 0,0 0 15,0 0-15,0 0 0,0 0 0,0 0 0,0 0 0,0-24 0,0 24 16,0 0-16,0 0 0,0-25 0,0 25 0,0 0 0,0-25 15,0 25-15,0 0 0,0 0 0,25-25 16,-25 25-16,0 0 0,0 0 0,0-25 16,0 25-16,0 0 0,25 0 0,-25 0 0,0 0 0,0 0 0,0 0 15,0 0-15,24 0 0,-24 25 0,0-25 0,0 0 0,25 0 0,-25 25 16,0-25-16,0 0 15,0 25-15,25-25 0,-25 0 0,0 25 0,0-25 0,0 24 0,0-24 0,0 0 0,0 25 16,0-25-16,0 25 0,0-25 0,0 0 16,0 0-16,0 25 0,0-25 0,0 0 0,0 25 15,-25-25-15,25 0 16,0 0-16,0 0 0,0 0 0,-25 24 0,25-24 0,0 0 0,0 0 0,-24 0 0,24 0 0,0 0 15,0 0-15,-25 0 0,25 0 0,0 0 0,0 0 0,0 0 0,0 0 16,0 0-16,0 0 0,0 0 0,0 0 0,0 0 0,0 0 16,0 0-16,0 0 0,0 0 0,0 0 0,0 0 0,0 0 15,0-24-15,0 24 16,0 0-16,0-25 0,0 25 0</inkml:trace>
  <inkml:trace contextRef="#ctx0" brushRef="#br0" timeOffset="35583.0352">2232 7565 0,'0'0'0,"0"0"0,0 0 16,0 0-16,0 0 0,0-24 0,0 24 0,0 0 0,25 0 0,-25 0 15,0 0-15,0 0 0,25 0 0,-25 24 0,0-24 0,25 0 16,-25 0-16,25 0 0,-25 25 0,24-25 0,-24 0 0,0 25 15,25-25 1,-25 0-16,0 25 0,25-25 0,-25 25 0,0-25 0,0 24 0,0-24 0,0 25 0,0-25 0,0 25 16,0-25-16,0 25 0,0-25 0,0 25 0,0-1 0,-25-24 15,25 25 1,0-25-16,-25 25 0,25 0 0,0-25 0,-24 25 0,24-25 0,-25 24 0,25 1 0,-25-25 0</inkml:trace>
  <inkml:trace contextRef="#ctx0" brushRef="#br0" timeOffset="36144.0672">3746 7491 0,'0'0'0,"0"0"0,0 0 0,0 0 15,-25 0-15,25 0 0,0 0 0,0 0 0,0 0 16,-25 0-16,25 0 0,0 25 0,0-25 0,0 0 0,0 25 0,-25-25 16,25 0-16,0 24 0,0-24 0,0 25 0,0-25 0,0 25 15,-25 0-15,25 0 16,0-25-16,0 24 0,-25 1 0,25 0 0,0 0 0,0 0 15,-24-25-15,24 24 0,0 1 0,-25 0 0,25 0 0,0 0 0,0-1 0,-25-24 16,25 25-16,0 0 0,0-25 0,-25 25 0,25-25 0,0 25 16,0-25-16,0 25 0,0-25 0,-25 0 0,25 0 0,0 0 15,0 24 1,0-24-16,0 0 0,0 0 0,0-24 0,0 24 0,0 0 0,0 0 15,0 0-15,0-25 0,0 25 0,0 0 0,0-25 0,0 25 0,0-25 16</inkml:trace>
  <inkml:trace contextRef="#ctx0" brushRef="#br0" timeOffset="36412.0827">3671 7565 0,'0'-24'0,"0"24"0,25 0 16,-25-25-16,0 25 0,0 0 0,0 0 0,0 0 0,0 0 15,0 0-15,0 0 0,25 25 0,-25-25 0,0 0 0,0 0 16,0 24-16,25-24 15,-25 25-15,0-25 0,0 25 0,24-25 0,-24 25 0,0-25 0,0 25 16,25-25-16,-25 24 0,0 1 0,0-25 0,25 25 0,-25 0 0,0 0 16,0-1-16,25-24 0,-25 25 0,0 0 0,0 0 15,0 0-15,25-25 0,-25 24 0,0 1 16,0-25-16,24 25 0,-24 0 0,0-25 0,0 25 15,0-25-15,0 25 0,0-25 0,0 24 0,25-24 0,-25 0 16,0 25-16,-25-25 0,25 0 0,0 0 0,0 0 0,0 0 0,0 25 16,0-25-16,0 0 0,-24 0 0,24-25 0,0 25 15</inkml:trace>
  <inkml:trace contextRef="#ctx0" brushRef="#br0" timeOffset="36599.0931">3646 7838 0,'0'0'0,"0"0"0,0 0 15,0 0-15,0 0 0,25 0 0,-25 0 0,0-25 0,0 25 16,0 0-16,25 0 0,-25 0 16,0 0-16,25 0 0,-25 0 0,25 0 0,-25 0 15,24 0-15,-24 0 0,25 25 0,0-25 0,-25 0 0,25 0 0,-25 0 16,25 0-16,-1 25 0,-24-25 0,25 0 0,0 0 0,0 0 15,-25 0-15</inkml:trace>
  <inkml:trace contextRef="#ctx0" brushRef="#br0" timeOffset="36802.1049">4390 7739 0,'0'0'0,"0"0"0,0 0 16,0 0-16,25 0 0,-25 0 0,0 0 0,25 0 0,-25 0 0,0-25 15,25 25-15,0 0 0,-25 0 0,24 0 0,-24 0 0,25 0 16,0 0-16,-25 0 16,25 0-16,0 0 0,-25 25 0,24-25 0,-24 0 0,25 0 15,-25 0-15,25 0 0,-25 0 0,25 25 0,-25-25 0,0 0 0,0 0 0</inkml:trace>
  <inkml:trace contextRef="#ctx0" brushRef="#br0" timeOffset="36985.1155">4440 8012 0,'0'0'0,"0"0"16,0 0-16,0 0 0,0 0 0,25 0 0,-25 0 16,0 0-16,25-25 0,-25 25 15,24 0-15,1 0 0,-25 0 0,25 0 0,0 0 0,-25-25 16,25 25-16,-1 0 0,1 0 0,-25 0 0,25 0 0,0 0 0,0 0 15,-25 0-15,24 0 0,1 0 0,0 0 0</inkml:trace>
  <inkml:trace contextRef="#ctx0" brushRef="#br0" timeOffset="38220.1861">5854 7441 0,'0'0'0,"0"0"16,-25 0-16,25 0 0,0 0 0,0 0 16,0 0-16,0 0 0,-25 0 15,25 0-15,0-24 0,0 24 0,0 0 0,0 0 0,0 0 0,-25 0 0,25 0 16,0 0-16,0 0 0,0-25 0,0 25 0,0 0 0,-24 0 15,24 0 1,0 0-16,0 0 0,0-25 0,-25 25 0,25 0 0,0 0 0,0 0 16,0 0-16,0 0 0,-25 0 0,25 0 0,0 0 0,0 0 0,0 0 15,0 0-15,-25 0 0,25 0 0,0 0 0,0 0 0,0 0 0,0 0 16,0 0-16,0 0 0,0 0 0,0 0 0,0 0 15,0 25-15,0-25 0,0 0 16,0 0-16,0 0 0,0 25 0,0-25 0,0 0 0,0 24 16,0-24-16,0 25 0,0-25 0,0 25 0,0 0 15,25-25-15,-25 25 0,0-25 0,0 24 0,0 1 0,0-25 0,0 25 16,0 0-16,0 0 0,0-25 15,25 24-15,-25 1 0,0 0 0,0 0 0,0 0 0,0-25 0,0 24 0,0 1 16,0 0-16,25 0 0,-25 0 0,0-25 0,0 24 0,0 1 16,0 0-16,0 0 0,0-25 0,0 25 0,0 0 0,0-1 15,0 1-15,0-25 0,0 25 0,0 0 16,0 0-16,0-1 0,0-24 0,0 25 0,0 0 0,0 0 15,0 0-15,0-25 0,0 24 0,0 1 0,0-25 0,0 25 16,0 0-16,0-25 16,0 25-16,0-25 0,0 24 0,0-24 0,0 25 0,0 0 0,0-25 15,0 0-15,0 25 0,0-25 0,0 25 0,0-25 0,0 24 0,24-24 16,-24 25-16,0-25 0,0 25 0,0-25 0,0 25 0,0-25 15,0 25 1,0-25-16,0 24 0,0-24 0,0 0 0,0 25 0,0-25 0,0 25 16,0-25-16,0 25 0,0-25 0,0 25 0,0-25 0,0 0 0,0 24 15,0-24-15,0 25 0,0-25 0,0 0 0,0 25 0,0-25 16,0 25-16,0-25 0,0 25 0,0-25 0,0 24 15,0-24-15,0 25 0,0-25 16,0 25-16,0-25 0,0 0 0,0 25 0,0-25 0,0 25 0,0-25 16,0 0-16,0 25 0,0-25 0,0 0 0,0 24 0,-24-24 15,24 0-15,0 0 0,0 0 0,0 0 0,0 25 0,0-25 16,0 0-16,0 0 0,0 0 0,0 0 15,0 0-15,0 0 0,0 0 0,0 0 0,0 0 16,0 0-16,0 0 0,0 0 0,0 0 0,0 0 0,0 0 16,0 0-1,0 0-15,-25 0 0,25 0 0,0 0 0,0 0 16,0 0-16,0 0 0,0 0 0,0 0 0,0 0 0,0 0 0,0 0 0,0 0 0,0 0 0,0 0 0,0 0 0,0 25 15,0-25-15,0 0 0,0 0 0,0 0 0,0 0 16,0 0-16,0 0 16,0 0-16,0 0 0,0 0 0,0 0 0,25 0 0,-25 0 0,0 0 15,0-25-15,0 25 0,0 0 0,0 0 0,0 0 0,0 0 0,24 0 16,-24 0-16,0 0 0,0 0 0,0 0 0,25 0 0,-25 0 15,0 0-15,25 0 0,-25 0 0,0 0 0,25 0 16,-25 0-16,0 0 0,25 0 16,-25 0-16,25 0 0,-25 0 0,24 0 0,-24-25 15,25 25-15,-25 0 0,25 0 0,-25 0 0,25 0 0,0-24 0,-25 24 0,24 0 16,-24 0-16,25 0 0,-25-25 0,25 25 0</inkml:trace>
  <inkml:trace contextRef="#ctx0" brushRef="#br0" timeOffset="39072.2348">6226 7739 0,'0'0'0,"0"0"0,0 0 15,0 0-15,0-25 0,0 25 0,0 0 0,0 0 0,0 0 16,0 0-16,0 0 0,0 0 0,0-25 0,0 25 0,0 0 0,0 0 15,0-24 1,0 24-16,25 0 0,-25-25 0,0 25 0,0-25 0,0 25 0,0 0 16,0-25-16,0 25 0,0-25 0,0 25 0,0-24 0,0 24 0,0 0 0,0-25 15,0 25-15,0 0 0,0-25 0,0 25 0,0 0 16,0-25-16,0 25 15,0 0-15,0 0 0,0 0 0,0 0 0,0 0 0,0 0 0,0 0 16,0 0-16,0 0 0,0 0 0,0 0 0,0 0 0,0 0 16,0 0-16,0 25 0,0-25 0,0 0 0,25 25 0,-25-25 0,0 25 15,0-25-15,0 24 0,24-24 0,-24 25 0,0 0 16,0-25-16,0 25 15,0 0-15,25-25 0,-25 24 0,0-24 0,0 25 0,0 0 0,0-25 32,25 25-32,-25-25 0,0 0 0,0 25 0,0-25 0,0 0 0,25 0 0,-25 0 93</inkml:trace>
  <inkml:trace contextRef="#ctx0" brushRef="#br0" timeOffset="39624.2662">7541 7317 0,'0'0'0,"0"-24"0,0 24 15,0 0-15,0 0 0,0 0 0,0 0 0,0 0 16,0 0-16,0-25 0,0 25 0,0 0 0,0 0 0,24 0 0,-24 0 15,0 0-15,0 0 0,0 0 0,25 0 0,-25 0 0,0 0 16,0 0 0,25 0-16,-25 0 0,0 0 0,0 0 0,25 0 0,-25 0 0,0 25 0,0-25 15,0 0-15,0 24 0,25-24 0,-25 0 0,0 25 0,0-25 0,0 25 16,0-25-16,0 25 0,0-25 0,-25 25 0,25-1 15,0-24 17,0 25-32,0-25 0,-25 25 0,25 0 0,0-25 0,-25 25 0,25-25 0,0 24 0,-25 1 0,25-25 0,0 25 0,-24-25 0,24 25 0,0-25 0,0 25 0,-25-25 15,25 0-15,0 0 0,0 24 0,0-24 0,0 0 16,0 0-1,0 0-15,0 25 0,0-25 0,0 0 0,25 0 0,-25 0 0,0 0 16,0 0-16,24 0 0,-24 0 0,25 0 0,-25 0 0,25 0 0,-25 0 0,25 0 16,0 0-16,-25 0 0,24 0 0,1 0 0,-25 0 0,25 0 15,0 0 1,-25 0-16,25 0 0,-1 0 0,-24 0 0,25 0 0,0 0 0,-25 0 0,25 0 0</inkml:trace>
  <inkml:trace contextRef="#ctx0" brushRef="#br0" timeOffset="39958.2855">8706 7516 0,'0'-25'0,"0"25"15,0 0-15,0 0 0,0 0 0,25 0 0,-25 0 16,0-25-16,0 25 16,25 0-16,-25 0 0,0 0 0,25 0 0,-25-25 0,25 25 0,-25 0 15,24 0-15,1 0 0,-25 0 0,25-24 0,0 24 0,-25 0 0,25 0 16,-25 0-16,24 0 0,1 0 0,-25 0 0,25 0 0,-25 0 15,25 0-15,-25 0 0,25 0 16,-25 0-16,0 0 0,0 0 0</inkml:trace>
  <inkml:trace contextRef="#ctx0" brushRef="#br0" timeOffset="40269.3033">9103 7491 0,'0'0'16,"0"0"-16,25 0 15,-25 0-15,0 0 0,0-25 0,0 25 0,0 0 0,0 0 0,0-25 16,0 25-16,25-24 0,-25 24 0,0-25 0,0 25 0,0 0 15,0-25-15,25 25 0,-25-25 0,0 25 0,0-25 0,0 25 16,0-24-16,0 24 16,0-25-16,0 25 0,0 0 0,0-25 0,0 25 0,0 0 0,0-25 15,0 25-15,0 0 0,0 0 0,0 0 0,0 0 0,0 0 16,0 0-16,0 0 0,0 0 0,0 0 0,0 0 0,0 25 0,0-25 15,0 0-15,0 25 0,0-25 0,25 0 0,-25 25 16,0-25-16,0 24 0,0 1 0,0-25 0,0 25 0,0 0 16,0-25-16,24 25 0,-24-1 0,0 1 15,0-25-15,0 25 0,25 0 0,-25-25 0,0 25 0,0-25 0,0 24 16,25 1-16,-25-25 0,0 25 0,0-25 0,0 0 15,0 25-15,25-25 16,-25 25-16,0-25 0,0 0 0,0 24 0</inkml:trace>
  <inkml:trace contextRef="#ctx0" brushRef="#br0" timeOffset="41120.352">6424 8285 0,'0'0'0,"0"0"16,0 0-16,0 0 0,0 0 0,0 0 0,0 0 0,0 0 0,0 0 16,0-25-16,0 25 0,0 0 0,0 0 0,0 0 0,0 0 15,0 0-15,0 0 0,0 0 0,0 0 0,0 0 0,0 0 0,0 0 16,0 0-1,-24 0-15,24 0 0,0 0 0,0 25 0,0-25 0,0 0 0,0 0 16,-25 0-16,25 0 0,0 25 0,0-25 0,-25 0 0,25 24 0,0-24 0,-25 25 16,25-25-16,0 25 0,-25-25 0,25 0 0,0 25 15,0-25-15,-24 25 0,24-25 16,0 0-16,0 24 0,-25-24 0,25 0 0,0 25 0,0-25 15,0 0-15,0 0 0,0 25 0,0-25 0,0 0 0,0 0 0,0 0 16,0 0-16,0 0 0,0 0 0,0 25 0,0-25 0,0 0 16,0 0-16,0 0 15,0 0-15,0 0 0,0 0 0,25 0 0,-25 0 0,0 0 0,0 0 16,24 0-16,-24 0 0,0 0 0,0 0 0,25 0 0,-25 0 0,0 0 15,25 0-15,-25 0 0,25 0 0,-25 0 0,25 0 0,-25 0 16,24 0-16,-24 0 0,25 0 0,-25 0 16,25 0-16,-25 0 0,25 0 15,-25 0-15,25 0 0,-25 0 0,0 0 0,24 0 0,-24 0 0,25 0 0,-25 0 16,0 0-16,0 0 0,0 0 0,0 0 0,25 0 0,-25 0 15,0 0-15,0 0 0,0 0 0</inkml:trace>
  <inkml:trace contextRef="#ctx0" brushRef="#br0" timeOffset="41382.367">6474 8310 0,'0'0'0,"0"0"0,0 0 16,0 0-16,0-25 0,0 25 0,0 0 0,-25 0 0,25 0 0,0 0 15,0 0-15,0 0 0,0 25 0,0-25 0,0 0 16,0 0-16,25 0 15,-25 24-15,0-24 0,0 0 0,0 25 0,0-25 0,0 25 16,0-25-16,25 25 0,-25 0 0,0-25 0,0 24 0,0-24 0,0 25 16,0 0-16,0-25 0,0 25 0,0 0 0,0-1 0,0-24 15,0 25-15,25 0 0,-25-25 0,0 25 0,0 0 0,0-25 16,0 24-16,0-24 15,0 25-15,0-25 0,0 25 0,0-25 0,0 0 0,24 0 0,-24 25 16,0-25-16,0 0 0,0 0 0,0 0 0</inkml:trace>
  <inkml:trace contextRef="#ctx0" brushRef="#br0" timeOffset="42055.4055">7789 8111 0,'0'0'0,"0"0"16,0 0-16,-25 0 0,25 0 0,0 0 0,-25 0 0,25 0 0,0 0 0,-25 0 16,25 0-16,0 0 0,0 0 0,-25 0 0,25 0 0,0 25 15,0-25-15,0 0 0,-24 0 0,24 0 16,0 0-16,0 0 0,0 25 15,0-25-15,0 0 0,0 0 0,0 25 0,0-25 0,0 0 0,0 0 0,0 24 16,24-24-16,-24 0 0,0 25 0,0-25 0,0 0 0,0 25 0,0-25 16,0 0-16,25 25 0,-25-25 0,0 25 0,0-25 0,0 0 15,25 24-15,-25-24 16,0 0-16,25 25 0,-25-25 0,0 0 0,25 25 0,-25-25 15,0 0-15,24 25 0,-24-25 0,0 0 0,25 0 0,-25 25 0,0-25 16,25 0-16,-25 0 0,0 24 0,25-24 0,-25 0 0,0 0 16,0 25-16,25-25 15,-25 0-15,0 25 0,0-25 0,0 0 0,24 0 0,-24 25 0,0-25 16,0 0-16,0 0 0,0 25 0,0-25 0,0 0 0,0 0 0,0 24 15,-24-24-15,24 0 0,0 0 0,0 25 0,0-25 0,0 0 16,-25 0-16,25 25 0,0-25 16,0 0-16,-25 0 0,25 0 0,0 0 0,0 0 15,-25 0-15,25 0 0,0 0 0,-25 0 0,25 0 0,0 0 16,-24 0-16,24 0 0,0-25 0,-25 25 0</inkml:trace>
  <inkml:trace contextRef="#ctx0" brushRef="#br0" timeOffset="42228.4154">7764 8161 0,'0'0'0,"0"0"16,0 0-16,0 0 0,0-25 0,0 25 0,0 0 0,0 0 16,0 0-16,0 0 0,0 0 0,25 0 0,-25 25 15,24-25-15,-24 0 16,25 0-16,-25 0 0,25 0 0,-25 0 0,25 0 0,0 0 0,-1 0 0,-24 0 15,25 0-15,0 0 0,0 0 0,0 0 0,0 0 0,-1 0 0,1 0 16,0 0-16</inkml:trace>
  <inkml:trace contextRef="#ctx0" brushRef="#br0" timeOffset="42889.4532">9277 8037 0,'0'0'0,"-25"-25"16,25 25-16,0 0 0,0 0 0,-25 0 0,25 0 0,0 0 15,0 0-15,-24 0 0,24 0 0,0 0 0,0 0 0,-25 0 0,25 0 16,0 25-16,0-25 0,0 0 0,0 0 0,-25 0 0,25 0 16,0 0-16,0 25 15,0-25-15,0 0 0,0 24 0,-25-24 0,25 25 16,0-25-16,0 25 0,0 0 0,0-25 0,-25 25 0,25-1 0,0 1 15,0 0-15,0-25 0,0 25 0,0 0 0,0-1 0,0 1 0,0-25 16,0 25-16,0 0 16,0 0-16,0-25 0,25 24 0,-25 1 0,0-25 0,0 25 15,0 0-15,25-25 0,-25 25 0,0-25 0,25 0 0,-25 24 16,0-24-1,25 0-15,-25 25 0,0-25 0,24 0 0,-24 0 0,25 0 0,-25 0 0,0 0 0,25 0 0,-25 0 16,0 0-16,0 0 0,25-25 0,-25 25 0,0 0 0,0 0 0,0-24 16,25 24-16,-25 0 0,0-25 0,0 25 0,0-25 0,0 25 15,0 0-15,0 0 0,0-25 0,0 25 0,-25 0 16,25 0-16,0-25 0,0 25 0,0 0 15,-25 0-15,25 0 0,0 0 0,-25 0 0,25 0 0,0 0 0,-25 0 16,25 0-16,-24 0 0,24 0 0,-25 0 0,25 25 0,-25-25 16,25 0-16,-25 0 0,25 0 0,-25 25 15,25-25-15,-24 0 0,24 0 0</inkml:trace>
  <inkml:trace contextRef="#ctx0" brushRef="#br0" timeOffset="43833.5072">6474 9103 0,'0'0'0,"0"0"0,0 0 15,-25 0-15,25 0 0,0 0 0,0 0 0,0 0 0,-25 0 0,25 0 16,0 0-16,0 0 0,0 0 0,0 0 0,0 0 0,-24 0 16,24-24 15,0 24-31,0 0 0,0 0 0,0 0 0,0 0 0,0 0 15,0 0-15,0-25 0,0 25 0,0 0 0,0 0 0,0 0 0,0 0 0,0-25 0,0 25 0,0 0 0,0 0 0,24 0 0,-24-25 0,0 25 16,0 0-16,0 0 0,0 0 0,25 0 0,-25 0 0,0 0 16,0 0-16,0 0 0,25 0 0,-25 0 0,0 0 0,0 0 15,0 0-15,25 25 0,-25-25 0,0 0 0,0 0 16,0 25-16,0-25 15,0 25-15,0-25 0,0 24 0,0-24 0,0 25 0,0-25 0,0 25 16,0-25-16,0 25 0,0-25 0,-25 0 0,25 25 0,0-25 0,0 24 0,0-24 31,-25 25-31,25-25 0,0 0 0,0 25 0,0-25 0,-25 0 0,25 25 0,0-25 16,0 0-16,0 0 0,0 0 0,0 0 0,0 25 15,0-25-15,0 0 0,0 0 0,0 0 0,25 0 0,-25 0 0,0 0 16,0-25-16,25 50 0,-25-25 0,0 0 0,25 0 0,-25 0 0,0 0 31,25 0-31,-25 0 0,0 0 0,24 24 0,-24-24 0,0 0 0,25 25 0,-25-25 16,0 0-16,0 25 0,0-25 0,25 0 0,-25 25 0,0-25 0,0 25 0,0-25 15,0 0-15,0 24 0,0-24 0,0 0 0,0 25 16,-25-25-16,25 0 0,0 25 16,0-25-16,-25 0 0,25 25 0,0-25 0,0 0 15,-24 0-15,24 0 0,0 25 0,-25-25 0,25 0 0,0 0 0,-25 0 0,25 0 16,0 0-16,0 24 0,0-24 0,-25-24 0,25 24 0,0 0 15,0 0-15,0 0 0,0 0 0,0 0 16,0 0-16,0-25 0,0 25 16,0 0-16,25 0 0,-25-25 0,0 25 0,0 0 0,25 0 0,-25-25 0,25 25 15,-25 0-15,0 0 0,24-25 0,-24 25 0,25 0 0</inkml:trace>
  <inkml:trace contextRef="#ctx0" brushRef="#br0" timeOffset="44118.5232">7466 9302 0,'0'0'0,"0"0"0,0 0 15,-25 0-15,25 0 0,0 0 0,0 0 0,0 0 0,0 0 16,0 0-16,0 0 0,0 0 0,0 0 0,0-25 0,25 25 16,-25 0-16,0 0 0,0 0 0,0 0 0,25 0 15,-25 0-15,25 0 16,-25 0-16,0 0 0,25 0 0,-25 0 0,24 0 0,1 0 0,-25 0 15,25 0-15,-25 0 0,25 0 0,-25 0 0,25 0 0,-1 0 0,-24 0 16,25 0-16,0 0 0,-25 0 0,25 0 0,-25 0 0</inkml:trace>
  <inkml:trace contextRef="#ctx0" brushRef="#br0" timeOffset="44515.5462">8037 9401 0,'0'0'0,"0"0"0,0 0 16,0 0-16,0 0 0,0 0 0,0-25 0,0 25 0,0 0 0,25 0 15,-25-25-15,0 25 0,0 0 0,0-24 0,0 24 16,0 0-16,24-25 15,-24 25-15,0-25 0,0 25 0,0-25 0,0 0 0,0 25 0,0-24 16,25 24-16,-25-25 0,0 25 0,0-25 0,0 0 0,0 25 0,0-25 16,0 25-16,0 0 0,0-24 0,0 24 0,0 0 15,0 0-15,0-25 0,0 25 0,0 0 16,0 0-16,0 0 0,0 0 0,0 0 15,0 0-15,0 0 0,0 0 0,0 25 0,0-25 0,0 0 0,0 0 0,0 24 16,0-24-16,0 0 0,25 25 0,-25-25 0,0 25 0,0-25 16,0 25-16,0-25 15,0 25-15,0-1 0,0-24 0,25 25 0,-25 0 0,0-25 0,0 25 16,0 0-16,0-25 0,25 24 0,-25 1 0,0 0 0,0-25 0,0 25 0,0 0 15,24-25-15,-24 24 0,0-24 16,0 25-16,0-25 0,0 25 0,0-25 16,0 25-16,0-25 0,0 0 0,0 25 0,0-25 0</inkml:trace>
  <inkml:trace contextRef="#ctx0" brushRef="#br0" timeOffset="45186.5846">9128 9079 0,'0'0'0,"0"0"15,-25 0-15,25 0 0,0-25 0,0 25 0,0 0 16,0 0-1,0 0-15,0 0 0,0 0 0,0 0 0,0 0 0,25 0 0,-25 0 16,0 0-16,0 0 0,0 0 0,25 0 0,-25 0 0,0 0 16,0 0-16,25 25 0,-25-25 0,0 0 0,25 0 0,-25 0 0,0 24 15,24-24-15,-24 0 0,0 0 0,25 25 0,-25-25 16,0 25-16,0-25 0,0 0 15,0 25-15,0-25 0,0 25 0,0-25 0,0 24 0,-25-24 0,25 25 0,0 0 16,0-25-16,-24 25 0,24-25 0,0 25 0,-25-1 0,25-24 16,-25 25-16,25-25 0,0 25 0,-25-25 0,25 25 0,0-25 15,0 0-15,-25 25 16,25-25-16,0 0 0,0 0 0,0 24 0,0-24 0,0 0 15,0 0-15,25 0 0,-25 25 0,0-25 0,0 0 0,25 0 0,-25 0 16,25 0-16,-25 0 0,25 0 0,-25 0 0,24 0 0,1 0 0,-25 0 16,25 0-16,0 0 0,-25 0 15,25 0-15,-1 0 0,1 0 0,0 0 0,-25 0 16,25 0-16,0-25 0,-1 25 0,-24 0 0,25 0 15,-25-24-15,25 24 0,-25 0 0,25-25 0</inkml:trace>
  <inkml:trace contextRef="#ctx0" brushRef="#br0" timeOffset="46456.6572">9649 7367 0,'0'0'0,"0"0"16,0 0-16,0 0 0,0 0 0,0-25 0,0 25 16,0 0-16,0 0 0,0 0 15,0 0-15,0 0 0,0 0 0,0 0 0,0 0 0,0 0 0,0 0 0,0 0 16,0 0-16,0 0 0,0 0 0,0 0 0,0 0 0,0 0 15,0 0-15,0 0 0,0 0 0,0 0 0,0 0 16,0 0 0,25 0-16,-25 0 0,0 0 0,0 0 0,25 0 0,-25 0 0,0 0 15,24-25-15,-24 25 0,0 0 0,25 0 0,-25 0 0,0 0 0,25 0 16,-25 0-16,0 0 0,25 0 0,-25 0 0,0 0 0,0 0 0,0 0 15,0 0-15,0 0 0,0 0 0,0 0 0,0 0 16,0 0-16,0 0 16,0 0-16,0 0 0,0 25 0,0-25 0,0 0 0,0 0 0,0 0 15,0 0-15,0 0 0,0 0 0,0 0 0,0 25 0,0-25 0,0 0 16,0 0-16,0 0 0,0 25 0,0-25 0,0 0 0,0 0 15,0 25-15,0-25 16,0 0-16,0 24 0,0-24 0,0 0 0,0 25 0,0-25 16,0 25-16,0-25 0,25 25 0,-25-25 0,0 25 0,0-25 0,0 24 15,0-24-15,0 25 0,0-25 0,0 25 0,0-25 0,0 25 16,0-25-16,0 25 0,24-25 15,-24 24-15,0 1 0,0-25 0,0 25 0,0-25 16,0 25-16,25 0 0,-25-25 0,0 24 0,0 1 0,0-25 0,0 25 31,25-25-31,-25 25 0,0-25 0,0 25 0,0-1 0,0-24 0,0 25 0,0-25 0,0 25 0,0-25 0,0 25 0,0-25 16,25 25-16,-25-25 0,0 25 0,0-25 0,0 24 15,0 1-15,0-25 16,0 25-16,0-25 0,0 25 0,0-25 0,25 25 0,-25-25 16,0 24-16,0-24 0,0 25 0,0-25 0,0 25 0,0-25 0,0 25 0,0-25 15,0 25-15,24-25 0,-24 24 0,0-24 0,0 0 16,0 25-16,0-25 0,0 25 0,0-25 0,0 0 0,0 25 15,0-25-15,0 25 0,0-25 16,0 24-16,0-24 0,0 25 0,0-25 0,0 25 0,25-25 16,-25 25-16,0-25 0,0 0 0,0 25 0,0-25 0,0 24 15,0-24-15,0 25 0,0-25 0,0 25 0,0-25 0,0 0 0,0 25 16,0-25-16,0 25 0,0-25 15,0 24-15,0-24 0,0 0 0,0 25 0,0-25 16,0 0-16,0 25 0,0-25 0,0 25 0,0-25 0,0 0 0,0 25 16,0-25-16,0 24 0,0-24 0,0 25 0,0-25 0,0 0 15,0 25-15,0-25 0,0 25 16,0-25-16,0 25 0,0-25 0,0 24 0,0-24 15,0 25-15,0-25 0,0 25 0,0-25 0,0 0 0,0 25 0,0-25 16,0 25-16,0-25 0,0 0 0,0 25 0,0-25 0,0 24 0,0-24 16,0 0-16,0 25 0,0-25 0,0 0 0,0 25 0,0-25 15,0 0 1,0 25-16,0-25 0,0 0 0,0 25 0,0-25 0,0 24 15,0-24-15,0 0 0,0 25 0,0-25 0,0 0 0,0 25 0,-25-25 0,25 0 0,0 25 16,0-25-16,0 0 0,0 0 0,25 0 0,-25 25 16,0-25-16,0 0 0,0 0 0,0 0 15,0 0-15,0 0 0,0 0 0,0 0 0,0 0 0,0 0 16,0 0-16,0 0 0,0 0 0,0 0 0,0 0 0,0 0 0,0 0 15,0 0 1,0 0-16,0 0 0,0 0 0,0 0 0,0 0 0,0 0 0,0 0 0,0 0 16,0 0-16,0 0 0,0 0 0,0 0 0,0 0 0,0 0 0,-25 24 15,25-24-15,0 0 0,0 0 0,0 0 0,0 0 0,-24 0 16,24 0-16,0 0 15,-25 0-15,25 0 0,-25 0 0,25 25 0,-25-25 0,25 0 16,-25 0-16,25 0 0,-24 0 0,24 0 0,0 0 0,-25 0 0,25 0 16,0 0-16,-25 0 0,25-25 0</inkml:trace>
  <inkml:trace contextRef="#ctx0" brushRef="#br0" timeOffset="47539.7192">2183 10790 0,'0'0'0,"-25"0"16,25 0-16,0 0 0,0 0 0,0 0 0,0 0 0,0 0 16,0 0-1,0 0-15,0 0 0,0 0 0,0 0 0,0-25 0,0 25 0,0 0 16,0 0-16,0 0 0,0 0 0,0 0 0,0 0 0,0 0 0,0 0 15,0-25-15,0 25 0,0 0 0,0 0 0,0 0 0,0 0 0,0-24 16,0 24-16,0 0 0,0 0 0,0 0 0,0-25 0,0 25 16,-25 0-1,25 0-15,0 0 0,0 0 0,0-25 0,0 25 0,0 0 0,-25 0 16,25 0-16,0 0 0,0 0 0,0 0 0,-24 0 0,24 0 0,0 0 15,0 0-15,0 25 0,-25-25 0,25 0 0,0 0 0,0 0 0,-25 0 16,25 25-16,0-25 0,0 0 0,-25 24 16,25-24-16,0 0 0,-25 25 0,25-25 15,0 0-15,0 25 0,-24-25 0,24 25 0,0-25 0,0 25 0,0-25 0,0 24 16,0 1-16,0-25 0,0 25 0,0-25 0,0 25 0,0-25 15,24 25 1,-24-25-16,0 24 0,25-24 0,-25 25 0,25-25 0,-25 0 0,25 25 16,-25-25-16,0 0 0,25 25 0,-25-25 0,24 0 0,-24 0 0,25 0 0,-25 25 0,25-25 15,-25 0-15,25 0 16,-25 0-16,25 0 0,-25-25 0,24 25 0,-24 0 0,25 0 0,-25-25 0,25 25 15,-25-25-15,25 25 0,-25-25 0,25 25 0</inkml:trace>
  <inkml:trace contextRef="#ctx0" brushRef="#br0" timeOffset="47755.7312">2480 10641 0,'0'0'16,"0"0"-16,0 0 15,0 0-15,0 0 0,0 0 0,0 0 0,25 0 0,-25 0 0,0 0 16,0 0-16,0 0 0,25 0 0,-25 25 0,0-25 0,0 0 0,25 0 15,-25 25-15,0-25 0,25 0 0,-25 25 0,0-25 0,0 24 16,0-24-16,0 25 16,24-25-16,-24 25 0,0-25 0,0 25 0,0 0 0,-24-25 15,24 24-15,0-24 0,0 25 0,0 0 0,0-25 0,0 25 0,-25-25 0,25 25 16,0-25-16,0 24 0,-25-24 0,25 25 0,0-25 15,0 25-15,0-25 0,-25 0 16</inkml:trace>
  <inkml:trace contextRef="#ctx0" brushRef="#br0" timeOffset="48232.7588">3845 10567 0,'0'-25'16,"0"25"-16,0 0 15,0 0-15,0 0 0,0 0 0,0 0 0,0 0 0,-25 0 0,25 0 16,0 0-16,0 0 0,0 0 0,0 0 0,0 0 0,0 0 0,0 0 15,0 0-15,-25 0 0,25 0 0,0 0 0,0 25 0,0-25 16,0 0-16,-25 0 0,25 25 0,0-25 0,0 0 16,-24 24-16,24-24 15,0 0-15,0 25 0,-25-25 0,25 25 0,0-25 0,0 25 0,0 0 16,-25-25-16,25 24 0,0-24 0,0 25 0,0 0 0,-25-25 31,25 25-31,0 0 0,0-25 0,0 24 0,0 1 0,0-25 0,0 25 0,0-25 0,0 0 0,0 25 0,0-25 16,0 0-16,0 25 0,0-25 0,0 0 0,0 0 0,0 0 15,0 0-15,0 0 0,0 0 0,0 0 0,0 0 0,0 0 16,0 0-16,0 0 15,0 0-15,0 0 0,0 0 0,0 0 0,-25 0 0,25-25 0,0 25 0,0 0 16,0 0-16,0-25 0,0 25 0</inkml:trace>
  <inkml:trace contextRef="#ctx0" brushRef="#br0" timeOffset="48502.7742">3746 10592 0,'24'0'0,"-24"0"16,0-25-16,0 25 0,0 0 0,0 0 0,0 0 16,25 0-16,-25 0 15,0 0-15,0 0 0,0 0 0,0 0 0,0 0 0,0 0 0,0 0 0,25 0 16,-25 0-16,0 0 0,0 0 0,0 0 0,25 0 0,-25 0 15,0 0-15,0 25 0,0-25 0,25 0 0,-25 24 16,0-24-16,0 0 0,24 25 0,-24-25 0,0 25 0,0-25 16,25 25-16,-25-25 0,0 25 0,0-25 15,0 24-15,25-24 0,-25 25 0,0-25 0,0 25 0,0 0 31,25-25-31,-25 25 0,0-25 16,0 24-16,0-24 0,25 25 0,-25-25 0,0 25 0,0-25 0,0 25 0,0-25 0,0 0 0,24 25 0,-24-25 0,0 0 0,0 24 16,0-24-16,0 0 0,0 0 0,0 0 0,0 0 0,0 0 15,-24 0-15,24 0 0,0 0 0,0 0 0,0 0 0</inkml:trace>
  <inkml:trace contextRef="#ctx0" brushRef="#br0" timeOffset="48709.7861">3795 10790 0,'0'-25'0,"0"25"0,0 0 15,0 0-15,0 0 0,0 0 0,0 0 0,0 0 0,0 0 0,0-25 16,0 25-16,0 0 0,25 0 0,-25 0 0,0 0 16,25 0-16,-25 0 0,25 0 0,-25 0 15,24 0-15,-24 0 0,25 0 0,-25 0 0,25 0 0,-25 0 16,25 25-16,-25-25 0,25 0 0,-25 0 0,24 0 0,-24 0 0,25 0 15,0 0-15,-25 25 0,25-25 16,-25 0-16,25 0 0</inkml:trace>
  <inkml:trace contextRef="#ctx0" brushRef="#br0" timeOffset="48882.7957">4366 10740 0,'0'0'0,"0"0"16,0 0-16,0 0 0,0 0 0,0 25 15,0-25-15,0 0 0,0 0 0,24 0 16,-24-25-16,0 25 0,25 0 0,-25 0 0,25 0 0,-25 0 15,25 0-15,-25 0 0,25 0 0,-25 0 0,24 0 0,-24 0 0,25 0 16,-25 0-16,25 0 16,-25 0-16,25 0 0,-25 0 0,25 0 0,-25 0 0,24 25 0,-24-25 15,0 0-15,0 0 0,0 0 0</inkml:trace>
  <inkml:trace contextRef="#ctx0" brushRef="#br0" timeOffset="49065.8064">4415 11038 0,'0'0'0,"0"0"0,0 0 0,0 0 15,0 0-15,0 0 0,0 0 0,0 0 0,0 0 16,25 0-16,-25 0 0,0 0 0,25 0 16,-25 0-16,25 0 0,-25 0 0,24 0 0,-24 0 0,25 0 0,-25 0 15,25 0-15,-25 0 0,25 0 0,-25 0 0,25 0 0,-1 0 16,-24 0-16,25 0 15,0 0-15</inkml:trace>
  <inkml:trace contextRef="#ctx0" brushRef="#br0" timeOffset="50149.8684">5680 10418 0,'0'0'0,"0"0"0,0 0 15,0 0-15,0 0 0,0 0 0,0 0 0,0 0 0,0-25 16,0 25-16,0 0 0,0 0 0,0 0 0,-25 0 0,25 0 0,0 0 15,0 0-15,0-25 0,0 25 0,0 0 0,0 0 0,-24 0 16,24 0-16,0 0 0,0 0 16,-25 0-16,25-24 0,0 24 0,0 0 0,-25 0 0,25 0 0,0 0 15,-25 0-15,25-25 0,0 25 0,-25 0 0,25 0 0,0 0 16,-24 0-16,24 0 0,0 0 15,0 0-15,0 0 0,-25 0 0,25 0 0,0 0 16,0 0-16,0 0 0,0 0 0,0 0 0,0 0 0,0 0 16,0 0-16,0 25 0,0-25 0,0 0 0,0 0 0,0 0 0,0 24 15,0-24 1,0 0-16,0 25 0,0-25 0,0 0 0,0 25 0,0-25 0,0 25 0,0-25 0,0 25 0,0-25 15,0 24-15,0-24 0,0 25 0,0-25 0,0 25 0,25-25 16,-25 25 0,0 0-16,0-25 0,0 24 0,0-24 0,0 25 0,0 0 0,24-25 0,-24 25 15,0 0-15,0-25 0,0 24 0,0-24 0,0 25 0,0 0 0,0 0 16,0-25-16,25 25 0,-25-1 0,0 1 0,0 0 15,0-25 1,0 25-16,0 0 0,0-1 0,0-24 0,0 25 0,0 0 0,0 0 0,0-25 0,0 25 16,0-1-16,0-24 0,0 25 0,0 0 0,0 0 0,0-25 15,0 25-15,0 0 0,0-25 0,0 24 0,0 1 0,0-25 16,0 25-16,0 0 15,0-25-15,0 25 0,0-1 0,0-24 0,0 25 0,0 0 16,0-25-16,0 25 0,0 0 0,0-25 0,0 24 0,0 1 0,0-25 16,0 25-16,0-25 0,0 25 0,0 0 0,-25-25 0,25 24 15,0-24-15,0 25 0,0 0 0,0-25 0,0 25 0,0-25 16,0 25-1,0-1-15,0-24 0,0 25 0,0-25 0,0 25 0,0-25 0,0 25 16,0-25-16,0 25 0,-24-25 0,24 24 0,0-24 0,0 25 0,0-25 0,0 25 16,0-25-16,0 25 0,0-25 0,0 25 0,0-25 0,0 24 15,0-24 1,0 25-16,0-25 0,-25 0 0,25 25 0,0-25 15,0 25-15,0-25 0,0 25 0,0-25 0,0 0 0,0 24 0,0-24 16,0 0-16,0 0 0,0 25 0,0-25 0,0 0 16,0 0-16,0 0 0,0 0 0,0 0 0,0 0 0,0 0 0,0 25 0,0-25 15,0 0-15,0 0 0,0 0 0,0 0 0,0 0 0,0 0 16,0 0-16,0 0 0,0 0 0,0 0 0,0 0 15,0 0-15,0 0 0,0 0 0,0 0 16,0-25-16,0 25 0,0 0 0,0 0 0,0 0 16,0 0-16,0 0 0,0 0 0,0 0 0,25 0 0,-25 0 0,0-25 0,0 25 15,0 0-15,0 0 0,0 0 0,0 0 0,24 0 16,-24 0-1,0 0-15,0 0 0,25 0 0,-25 0 0,0 0 0,25 0 0,-25 0 0,0 0 16,25 0-16,-25 0 0,25 0 0,-25 0 0,24 0 0,-24 0 0,25 0 16,-25 0-16,25 0 0,-25 0 0,25 0 0,0 0 15,-25 0-15,24-24 16,-24 24-16,0 0 0,25 0 0,-25 0 0,0-25 0</inkml:trace>
  <inkml:trace contextRef="#ctx0" brushRef="#br0" timeOffset="50914.9122">6028 10492 0,'0'0'0,"0"0"0,0 0 16,0 0-16,0 0 0,0 0 0,0 0 0,0 0 0,0 0 16,0 0-16,0 0 0,0 0 0,0 0 0,0 0 0,0 0 0,0 0 15,0 0-15,0 0 0,0 0 0,24 0 16,-24 0-16,0 0 0,25 0 0,-25 0 0,0 0 0,25 0 15,-25 0-15,0 0 0,25 0 0,-25 0 0,0 0 16,25 0-16,-25 0 0,24 0 16,-24 0-16,0 0 0,25 0 0,-25 0 0,0 0 0,25 0 0,-25 0 0</inkml:trace>
  <inkml:trace contextRef="#ctx0" brushRef="#br0" timeOffset="51315.935">6499 10344 0,'0'0'0,"0"0"0,0-25 15,0 25-15,0 0 0,0 0 0,0 0 0,0 0 16,0-25-16,0 25 15,0 0-15,0 0 0,0 0 0,0 0 0,0 0 0,0 0 16,0 0-16,25 0 0,-25 0 0,0 0 0,0 0 0,0 0 0,24 0 16,-24 0-16,0 0 0,0 0 0,25 0 0,-25 0 15,0 0-15,0 0 0,0 0 16,25 25-16,-25-25 0,0 0 0,0 0 0,0 0 0,0 25 0,0-25 0,0 0 15,0 0-15,0 24 0,0-24 0,-25 25 0,25-25 0,0 25 0,0-25 16,-25 25-16,25-25 0,0 25 0,-24-1 0,24-24 0,0 25 16,-25-25-16,25 25 0,0-25 0,-25 25 0,25-25 15,0 0-15,0 25 16,0-25-16,0 0 0,0 0 0,0 0 0,0 24 0,25-24 0,-25 0 15,0 0-15,0 0 0,25 0 0,-25 0 0,24 0 0,-24 0 0,25 0 16,0 0-16,-25 0 0,25 0 0,0 0 16,-25 0-16,24 0 0,1 0 0,0 0 15,-25 0-15,25 0 0,0 0 0,-25 0 0,24 0 0,1-24 0,-25 24 16,25 0-16</inkml:trace>
  <inkml:trace contextRef="#ctx0" brushRef="#br0" timeOffset="52049.977">7813 10244 0,'0'0'0,"0"0"16,0 0-16,0 0 0,-24 0 0,24 0 0,0 0 15,0 0 1,0-24-16,-25 24 0,25 0 0,0 0 0,0 0 0,0 0 0,0 0 0,0-25 16,0 25-16,0 0 0,0 0 0,0 0 0,0-25 0,0 25 0,0 0 31,0 0-31,0-25 0,0 25 0,25 0 0,-25 0 0,0-25 0,0 25 0,0 0 0,24 0 0,-24 0 0,0 0 15,0 0-15,0 0 0,0 0 0,25 0 0,-25 0 0,0 0 32,0 0-32,0 25 0,0-25 0,0 0 0,0 0 0,0 25 0,0-25 0,0 0 0,0 25 15,0-25-15,0 25 0,0-25 0,0 0 0,0 24 0,0-24 0,0 25 16,-25-25-16,25 0 0,0 25 0,0-25 0,0 0 15,0 25-15,0-25 0,0 0 16,0 25-16,0-25 0,0 0 0,0 0 0,0 24 0,0-24 16,-24 0-16,24 0 0,0 0 0,24 25 0,-24-25 0,0 0 0,0 0 0,0 0 15,0 0-15,0 0 0,0 0 0,0 0 0,0 0 16,0 25-16,25-25 0,-25 0 0,0 0 0,0 0 15,0 0-15,25 0 16,-25 25-16,0-25 0,0 0 0,25 0 0,-25 0 0,0 25 0,0-25 16,0 0-16,0 24 0,25-24 0,-25 0 0,0 0 0,0 25 0,0-25 15,0 0-15,0 0 0,0 25 0,0-25 0,0 0 0,-25 0 16,25 0-1,0 25-15,0-25 0,0 0 0,0 0 0,-25 0 0,25 25 0,0-25 16,0 0-16,0 0 0,-25 0 0,25 0 0,0 0 0,0 0 0,-25 0 16,25 0-16,0 0 0,0 0 0,0 0 0,0 0 0,-24 0 0,24 0 15,0 0-15,0 0 0,0 0 0,0 0 0,0 0 16,0 0-16,0 0 0,0-25 15,0 25-15,0 0 0,0 0 0,0-25 0,0 25 16,0 0-16,0 0 0</inkml:trace>
  <inkml:trace contextRef="#ctx0" brushRef="#br0" timeOffset="52594.0082">9327 10046 0,'0'0'0,"0"0"0,0 0 15,0 0-15,0 0 0,0 0 0,0 0 0,0 0 0,0 0 16,0 0-16,0 0 0,0 0 0,0 0 0,0 0 0,0 0 0,0 0 16,0 25-16,-25-25 0,25 0 0,0 0 0,0 25 0,0-25 15,0 24-15,-25-24 0,25 25 0,0-25 0,-25 25 31,25-25-31,0 25 0,-25-25 0,25 25 0,0-25 0,-24 0 0,24 24 0,0-24 0,-25 25 0,25-25 0,0 0 0,0 25 16,-25-25-16,25 0 0,0 25 0,0-25 0,0 0 16,0 0-16,0 0 15,0 0-15,0 25 0,0-25 0,0 0 0,0 0 0,25 0 0,-25 0 16,0 0-16,0 0 0,25 0 0,-25 0 0,0 0 0,24 0 0,-24 0 15,25 0-15,-25 0 0,25 0 0,-25 0 0,25 0 0,0 0 16,-25 0-16,24 0 16,-24 0-16,25 0 0,-25 0 0,0 0 0,25 0 0,-25 0 0,25 0 15,-25 0-15,0 0 0,0 0 0,0 0 0,25 0 0,-25 0 0,0 0 31,0 0-31,0 0 0,0 0 0,0 0 0,0 0 16,0 0-16,-25 0 0,25-25 0,0 25 0,0 0 0,0 0 0</inkml:trace>
  <inkml:trace contextRef="#ctx0" brushRef="#br0" timeOffset="52763.0179">9376 10145 0,'0'-25'0,"0"25"0,0 0 0,0 25 0,0-25 0,25 0 16,-25 0-16,0 0 0,0 25 16,0-25-16,0 0 0,0 25 15,25-25-15,-25 25 0,0-25 0,0 24 0,0 1 0,25-25 0,-25 25 0,0-25 0,0 25 0,0-25 16,0 25-16,24-1 0,-24-24 0,0 25 0,0 0 0,0-25 15,0 25-15,0-25 0,-24 25 0,24-1 0,0-24 16,-25 25-16,25-25 16,0 25-16,-25 0 0</inkml:trace>
  <inkml:trace contextRef="#ctx0" brushRef="#br0" timeOffset="53749.0743">6325 11112 0,'0'0'0,"0"-24"0,0 24 16,0 0-16,0 0 0,0 0 0,0 0 0,0 0 0,0 0 15,0 0-15,0 0 0,0 0 0,0 0 0,0 0 0,0 0 0,0 0 16,0 0-16,0 0 0,0 0 0,0 0 0,0 0 0,0 0 15,0 0-15,0 0 0,0 0 16,-25 0-16,25 24 0,0-24 0,0 0 16,0 25-16,0-25 0,0 0 0,0 25 0,0-25 0,0 25 0,0-25 0,0 25 15,0-25-15,0 0 0,0 25 0,0-25 0,0 24 0,0-24 0,0 0 47,25 25-47,-25-25 0,0 0 0,0 0 0,0 0 0,0 25 16,25-25-16,-25 0 0,0 0 0,0 0 0,0 0 0,0 0 0,0 0 0,25 0 0,-25 25 0,0-25 0,0 0 0,0 0 0,0 0 0,0 0 0,25 0 15,-25 0-15,0 0 0,0 0 0,0 0 0,24 25 0,-24-25 16,0 0-16,0 0 0,0 0 0,25 0 0,-25 24 15,0-24-15,0 0 0,25 0 16,-25 0-16,0 25 0,0-25 0,25 0 0,-25 0 0,0 0 16,0 0-16,0 25 0,0-25 0,25 0 0,-25 0 0,0 0 0,0 0 15,0 25-15,0-25 0,0 0 0,0 0 0,0 0 0,0 0 16,0 0-16,0 0 0,-25 0 15,25 25-15,0-25 0,0 0 0,0 0 0,0 0 16,-25 0-16,25 0 0,0 0 0,-25 0 0,25 0 0,0 0 0,-25 0 16,25 0-16,0 0 0,-24 0 0,24-25 0,-25 25 0,25 0 0,0 0 15,-25 0-15,25-25 16,0 25-16,-25 0 0,25-25 0,0 25 0,0 0 0</inkml:trace>
  <inkml:trace contextRef="#ctx0" brushRef="#br0" timeOffset="53922.0842">6424 11088 0,'0'0'15,"0"0"-15,0 0 0,0-25 0,0 25 0,0 0 16,0 0-16,0 0 0,0 0 0,0 0 16,25 0-16,-25 0 0,0 0 0,0 0 0,0 0 0,25 0 0,-25 0 15,0 0-15,25 0 0,0 0 0,-25 0 0,24 0 0,-24 0 16,25 0-16,0 0 15,0 0-15,0 0 0,-1 0 0,-24 0 0,25 0 0,0 0 0,0 0 16,0 0-16,-1 0 0,1 0 0</inkml:trace>
  <inkml:trace contextRef="#ctx0" brushRef="#br0" timeOffset="54533.1192">7913 11237 0,'0'-25'0,"0"25"0,0 0 0,0 0 0,0-25 15,0 25-15,-25 0 0,25 0 0,0-25 16,0 25-16,0 0 0,0 0 0,-25 0 0,25-25 0,0 25 0,0 0 0,0 0 16,0 0-16,-25 0 0,25 0 0,0 0 15,0 25-15,0-25 0,0 0 16,-25 0-16,25 0 0,0 25 0,0-25 0,0 0 0,-24 25 0,24-25 0,0 0 15,0 25-15,0-25 0,-25 24 0,25-24 0,0 25 0,0 0 16,0-25-16,0 25 0,0 0 0,0-25 0,0 24 0,0-24 16,0 25-1,0 0-15,0-25 0,0 25 0,25-25 0,-25 25 0,0-25 0,24 24 16,-24-24-16,0 25 0,25-25 0,-25 0 0,25 25 0,-25-25 0,25 0 15,-25 0-15,0 0 0,25 0 0,-25 0 0,24 0 0,-24-25 0,25 25 32,-25 0-32,0-25 0,25 25 0,-25-24 0,25 24 0,-25-25 0,0 25 0,0-25 0,25 0 0,-25 25 15,0-25-15,0 1 0,0 24 0,0-25 0,0 0 0,0 25 16,-25-25-16,25 0 15,0 25-15,0-24 0,-25 24 0,25-25 0,0 25 0,-25-25 0,25 25 16,-25-25-16,25 25 0,0 0 0,0-25 0,-24 25 0,24 0 0,0 0 16,0 0-16,0 0 0,0 0 0,0 0 0,0 0 0,0 0 15,0 0 1,0 0-16,0 0 0,0 25 0,0-25 0,0 0 0,0 0 0,24 0 0,-24 0 0,0 25 15,0-25-15</inkml:trace>
  <inkml:trace contextRef="#ctx0" brushRef="#br0" timeOffset="55262.1609">9302 11063 0,'0'-25'0,"0"25"0,-25 0 0,25 0 0,0 0 0,0-25 0,0 25 0,0 0 16,-25 0-16,25 0 0,0 0 0,0 0 0,0-25 0,25 25 16,-25 0-16,0 0 0,0 0 0,0 0 0,0 0 15,25 0-15,-25-24 16,0 24-16,25 0 0,-25 0 0,0 0 0,24 0 0,-24 0 0,25 0 15,-25 0-15,0 0 0,25 0 0,-25 0 0,25 0 0,-25 0 0,0 0 16,25 0-16,-25 24 0,0-24 0,0 0 16,24 0-16,-24 25 0,0-25 0,0 25 15,0-25-15,0 0 0,-24 25 0,24-25 0,0 25 0,0-1 16,-25-24-16,25 25 0,0 0 0,-25-25 0,25 25 0,-25-25 0,25 25 0,0-25 15,-25 25-15,25-25 0,0 24 0,0-24 0,-24 25 16,24-25-16,0 0 0,0 25 0,0-25 16,0 0-16,0 0 0,0 0 0,0 25 0,24-25 15,-24 0-15,0 0 0,25 0 0,-25 0 0,25 0 0,-25 0 16,25 0-16,-25 0 0,25 0 0,-1 0 0,-24 0 0,25-25 0,0 25 15,0 0-15,-25 0 0,25 0 0,-1 0 0,-24 0 0,25 0 16,-25 0 0,0 0-16,25 0 0,-25 0 0,0 0 0</inkml:trace>
  <inkml:trace contextRef="#ctx0" brushRef="#br0" timeOffset="55991.2026">6176 12204 0,'0'0'0,"0"0"0,25 0 0,-25 0 15,0 0-15,0 0 0,0 0 0,0 0 0,0 0 0,0 0 16,0 0-16,0 0 0,0 0 0,0 0 0,25 0 0,-25 0 0,0 0 15,0 0-15,25 0 0,-25 0 16,0 25-16,25-25 0,-25 0 0,24 0 0,-24 0 16,25 0-16,-25 0 0,25 0 0,-25 0 0,25 0 0,-25 0 15,25 0-15,-25 0 0,0 0 0,24 0 0,-24 0 0,25 0 0</inkml:trace>
  <inkml:trace contextRef="#ctx0" brushRef="#br0" timeOffset="56511.2323">6648 12080 0,'0'0'0,"0"0"16,0 0-16,0 0 0,0 0 0,0 0 0,0 0 0,0 0 15,0-25-15,0 25 0,0 0 0,0 0 16,24 0-16,-24 0 0,0 0 0,0 0 16,0 0-16,0 0 0,0 0 0,25 0 0,-25 0 15,0 0-15,0 0 0,0 0 0,25 0 0,-25 0 0,0 0 0,0 25 0,0-25 16,25 0-16,-25 0 0,0 0 0,0 25 0,0-25 0,0 0 15,0 24 1,0-24-16,0 0 0,0 25 0,0-25 0,0 25 0,0-25 0,0 25 0,0-25 0,0 25 16,0-25-16,0 0 0,0 25 0,0-25 0,0 0 0,0 0 15,0 24-15,0-24 0,0 0 0,0 0 0,0 0 16,0 0-16,0 0 0,0 0 0,25 0 0,-25 0 0,0 0 15,0 0-15,24 0 0,-24 0 0,25 0 16,-25 0-16,0 0 0,25 0 0,-25 25 0,25-25 0,-25 0 0,25 0 16,-25 0-16,0 0 0,25 0 0,-25 0 0,0 25 0,24-25 15,-24 0-15,0 0 0,0 25 0,0-25 0,25 0 16,-25 0-16,0 25 15,-25-25-15,25 0 0,0 24 0,0-24 0,0 0 0,0 25 0,-24-25 16,24 0-16,0 0 0,0 25 0,-25-25 0,25 0 0,0 0 0,-25 25 16,25-25-16,0 0 15,0 0-15,-25 0 0,25 25 16,0-25-16,0 0 0,-25 0 0,25 0 0,0 0 0,0 0 0,0 0 0,0 0 0,0 0 0,-25-25 0,25 25 15,0 0-15,0 0 0,0 0 0,25-25 0,-25 25 0,0 0 16,0 0 0</inkml:trace>
  <inkml:trace contextRef="#ctx0" brushRef="#br0" timeOffset="56934.2565">7937 12229 0,'0'0'0,"0"0"0,0 0 16,0 0-16,0 0 0,0 0 0,0 0 0,0 0 0,0 0 15,0 0-15,0 0 0,0 0 0,25 0 0,-25 0 0,0 0 0,0 0 16,0-25-16,25 25 0,-25 0 0,0 0 0,25 0 0,-25 0 15,0 0-15,25 0 16,-25 0-16,25 0 0,-25 0 0,24 0 16,-24 0-16,0 0 0,25 0 0,-25 0 0,0 0 0,25 25 0,-25-25 0,0 0 31,25 0-31</inkml:trace>
  <inkml:trace contextRef="#ctx0" brushRef="#br0" timeOffset="57272.2758">8210 12402 0,'0'25'0,"0"-25"0,0 0 0,0 0 0,0 0 0,0 0 16,0 0-16,0 0 0,0-25 0,0 25 0,0 0 15,0 0-15,0 0 0,0-24 0,0 24 0,25 0 0,-25-25 16,0 25-16,0-25 16,0 25-16,0-25 0,25 25 0,-25-25 0,0 25 0,0-24 15,0 24-15,0-25 0,0 25 0,0-25 0,0 0 0,0 25 0,0-25 16,0 25-16,0 0 0,0-25 0,0 25 0,25 0 0,-25-24 15,0 24-15,0 0 0,0 0 0,0 0 0,0 0 0,0 0 16,0 0 0,0 0-16,0 0 0,0 0 0,0 0 0,0 0 0,0 0 0,0 24 15,0-24-15,0 0 0,0 0 0,0 25 0,0-25 0,0 25 0,0-25 16,0 0-16,0 25 0,0-25 0,0 25 0,0-25 0,25 25 0,-25-1 15,0-24-15,0 25 0,0-25 0,0 25 0,0-25 16,0 25-16,0 0 16,0-25-16,0 24 0,24-24 0,-24 25 0,0-25 0,0 25 0,0-25 15,0 25-15,0-25 0,0 25 0,0-25 0,0 24 0,25-24 0,-25 25 16,0-25-16,0 25 0,0-25 0,0 0 0,0 25 0,0-25 15,0 0 1,0 25-16</inkml:trace>
  <inkml:trace contextRef="#ctx0" brushRef="#br0" timeOffset="57790.3055">9401 12030 0,'0'0'0,"0"-25"16,0 25-16,0 0 0,0 0 0,0 0 0,0 0 0,0 0 15,0 0 1,0 0-16,0 0 0,0 0 0,0 0 0,0 0 0,0 0 15,0 0-15,0 0 0,0 0 0,0 0 0,0 0 0,0 25 0,0-25 16,0 0-16,-25 0 0,25 25 0,0-25 0,0 0 0,0 25 0,-25-25 16,25 0-16,0 25 0,0-25 0,-24 0 0,24 24 0,0-24 15,0 25-15,0-25 0,-25 0 0,25 25 0,0-25 16,0 0-1,0 25-15,0-25 0,-25 0 0,25 25 0,0-25 0,0 0 0,0 0 0,0 0 32,0 0-32,0 25 0,0-25 0,0 0 0,0 0 0,0 0 15,25 0-15,-25 0 0,0 0 0,0 0 0,25 0 0,-25 0 0,0 0 0,24 0 0,-24 0 0,25 0 0,-25 0 0,25 0 16,-25 0-16,25 0 0,-25 0 15,25 0-15,-25 0 0,24 24 0,1-24 0,-25 0 0,25 0 16,-25 0-16,25 0 0,0 0 0,-25 0 0,24 0 0,-24 0 0,25 0 0,-25 0 16,25 0-16,-25 0 0,0 0 0,25 0 0,-25 0 15,0 0-15,0 0 16,0 0-16,25 0 0,-25-24 0,0 24 0</inkml:trace>
  <inkml:trace contextRef="#ctx0" brushRef="#br0" timeOffset="58016.3184">9649 12055 0,'0'0'0,"0"0"0,0 0 16,0 0-16,-25 0 0,25 0 0,0 25 0,0-25 0,0 0 16,0 0-16,0 25 0,0-25 0,0 24 0,25-24 0,-25 25 15,0-25-15,0 25 0,0 0 16,0-25-16,0 25 0,0-25 0,0 25 0,0-1 0,0-24 15,0 25-15,0 0 0,0-25 0,0 25 0,0-25 0,0 25 0,0-25 16,0 24-16,0-24 0,0 25 0,0-25 0,0 25 16,0-25-16,0 0 15,0 25-15,0-25 0,-25 0 0,25 0 0,0 25 0,0-25 0,0 0 0</inkml:trace>
  <inkml:trace contextRef="#ctx0" brushRef="#br0" timeOffset="59471.4016">9773 9947 0,'0'0'0,"0"0"15,0 0-15,0 0 0,-25 0 0,25 0 0,0 0 16,0 0-16,0 0 16,0 0-16,0 0 0,0 0 0,0 0 0,0 0 0,0 0 0,0 0 0,0 0 15,0 0-15,0 0 0,0 0 0,0 0 0,0 0 0,0 0 16,0 0-16,0 0 0,0 0 0,0 0 0,0 0 0,0 0 15,0 0-15,0 0 0,25 0 16,-25 0-16,0 0 0,0 0 0,0 0 0,25 0 0,-25 0 0,0 0 16,0 0-16,25 0 0,-25 0 0,24 0 0,-24 0 0,0 0 15,25 24 1,-25-24-16,25 0 0,-25 0 0,25 0 0,-25 0 0,0 0 0,25 0 15,-25 0-15,24 0 0,-24 0 0,25 0 0,-25 0 0,0 0 0,0 0 16,25 0-16,-25 0 0,0 0 0,0 0 0,0 0 0,0 0 0,0 0 16,0 0-16,0 0 0,0 0 15,0 0-15,0 0 0,0 0 0,0 0 0,0 0 0,0 0 0,0 0 16,0 0-16,0 0 0,0 0 0,0 0 0,0 0 0,0 0 15,0 0-15,0 0 0,0 0 16,0 0-16,0 0 0,0 0 0,0 0 0,0 0 16,0 25-16,25-25 0,-25 0 0,0 0 0,0 0 0,0 0 0,0 0 15,0 0-15,0 25 0,0-25 0,0 0 0,0 0 0,0 25 0,0-25 16,0 25-16,0-25 0,0 0 15,0 25-15,0-25 0,0 24 0,0-24 0,0 25 16,0-25-16,0 25 0,0-25 0,0 25 0,0-25 0,0 25 0,0-1 0,0-24 16,0 25-16,0-25 0,0 25 0,25 0 0,-25-25 0,0 25 15,0-1-15,0 1 16,0-25-16,0 25 0,0 0 0,0 0 0,0-25 15,25 24-15,-25 1 0,0-25 0,0 25 0,0 0 0,0 0 0,0-25 0,0 24 16,24 1-16,-24-25 0,0 25 0,0 0 0,0-25 0,0 25 16,0-1-16,0 1 0,0-25 0,0 25 15,0 0-15,25-25 0,-25 25 0,0-25 16,0 24-16,0 1 0,0-25 0,0 25 0,0 0 0,0-25 47,0 25-47,0-25 0,0 24 0,0-24 0,0 25 0,0-25 0,0 25 0,0 0 0,25-25 0,-25 25 0,0-25 0,0 24 15,0-24-15,0 25 0,0-25 0,0 25 0,0-25 0,0 25 0,0-25 0,0 25 0,25-25 0,-25 25 16,0-25-16,0 24 0,0-24 0,0 25 0,0-25 0,0 25 0,0-25 15,0 25-15,0-25 0,0 25 0,0-25 0,0 24 0,0-24 16,0 25-16,0-25 16,0 25-16,0-25 0,0 25 0,0-25 0,0 25 0,0-25 0,0 24 15,0-24-15,0 25 0,0-25 0,0 25 0,0-25 16,0 25-16,0-25 0,0 25 0,0-25 0,0 24 0,0-24 0,25 25 0,-25-25 15,0 25-15,0-25 0,0 25 16,0-25-16,-25 25 0,25-25 0,0 0 16,0 24-16,0-24 0,0 25 0,0-25 0,0 25 0,0-25 0,0 25 15,0-25-15,0 0 0,0 25 0,0-25 0,25 24 0,-25-24 0,0 25 16,0-25-16,0 25 0,0-25 15,0 25-15,0-25 0,0 0 0,0 25 0,0-25 0,0 24 0,0-24 16,0 25-16,0-25 0,0 25 0,0-25 0,0 0 0,0 25 16,0-25-16,0 0 0,0 25 15,0-25-15,24 0 0,-24 24 0,0-24 0,0 0 0,0 25 31,0-25-31,0 0 0,0 25 0,0-25 0,0 0 0,0 25 0,25-25 0,-25 25 0,0-25 0,0 0 0,0 25 0,0-25 0,0 0 16,0 24-16,25-24 0,-25 0 16,0 25-16,0-25 0,0 0 0,0 25 0,0-25 0,0 0 0,0 0 15,0 25-15,0-25 0,0 0 16,0 0-16,0 0 0,25 0 0,-25 0 0,0 25 0,0-25 0,0 0 0,0 0 0,0 0 15,0 0-15,0 0 16,0 0-16,0 0 0,0 0 0,0 0 0,0 0 0,0 0 16,0 0-16,0 0 0,0 0 0,0 0 0,0 0 0,0 0 15,0 0-15,0 0 0,0 0 0,0 0 0,0 0 0,0 0 0,0 0 16,0 0-16,0 0 0,0 0 0,0 0 0,0 0 0,0 0 15,-25 0 1,25 0-16,0 0 0,0 0 0,0 0 0,-25 0 0,25 0 0,0 0 16,0 0-16,-25 24 0,25-24 0,0 0 0,-24 0 0,24 0 0,0 0 0,-25 0 15,25 0-15,0 25 0,-25-25 0,25 0 0,-25 0 16,25 0-16,-25 25 31,25-25-31,-24 0 0,24 0 0,-25 0 0,0 0 0,25 25 0,-25-25 0</inkml:trace>
  <inkml:trace contextRef="#ctx0" brushRef="#br0" timeOffset="60563.4641">2307 13791 0,'-25'0'0,"25"0"0,0 0 15,0 0-15,0-24 0,-25 24 0,25 0 0,0 0 0,0 0 16,0 0-16,0 0 0,0 0 0,-25-25 0,25 25 0,0 0 0,0 0 15,0 0-15,0 0 0,0-25 0,0 25 16,0 0-16,-24 0 0,24 0 0,0 0 16,0 0-16,0-25 0,0 25 0,-25 0 0,25 0 0,0 0 0,0 0 0,-25 0 15,25 0-15,0 0 0,-25 0 0,25 0 0,0 0 0,-25 0 16,25 0-16,0 0 0,-24 0 0,24 0 0,-25 0 0,25 0 15,0 0-15,-25 0 16,25 0-16,0 0 0,-25 0 0,25 25 0,0-25 0,0 0 0,-25 0 0,25 0 16,0 25-16,0-25 0,0 0 0,0 0 0,-24 0 0,24 25 0,0-25 15,0 0-15,24 0 0,-24 0 0,0 24 0,0-24 16,0 0-16,0 0 0,0 25 15,0-25-15,0 0 0,25 0 0,-25 25 0,0-25 0,0 25 0,25-25 16,-25 0-16,0 25 0,25-25 0,-25 0 0,0 24 0,0-24 16,25 0-16,-25 0 0,24 0 0,-24 0 0,0 0 0,25 0 0,-25 0 15,25 0-15,-25 0 0,0-24 0,25 24 16,-25 0-16,0-25 0,25 25 0,-25-25 0,0 25 0,24 0 15,-24-25-15,0 25 0,0-25 0,25 25 0,-25-24 0,0 24 0,0-25 16,0 0 0,0 25-16,0-25 0</inkml:trace>
  <inkml:trace contextRef="#ctx0" brushRef="#br0" timeOffset="60799.4776">2257 13444 0,'0'0'0,"0"0"0,0 0 0,0 0 0,0 0 16,0 0-16,0 0 0,0 0 0,0 0 0,0 0 0,0 0 16,0 0-16,25 0 0,-25 0 15,0 0-15,0 25 0,0-25 0,0 0 0,0 0 16,0 25-16,0-25 0,25 25 0,-25-25 0,0 24 0,0-24 0,0 25 0,0-25 0,0 25 15,25-25-15,-25 25 0,0-25 0,0 25 0,0-1 16,0-24-16,0 25 16,0-25-16,0 25 0,24 0 0,-24-25 0,0 25 0,0-25 0,0 24 15,0-24-15,0 25 0,0-25 0,0 25 0,0-25 0,0 25 0,0-25 16,25 0-16,-25 25 0,0-25 0,0 0 0,0 0 0,0 24 0,0-24 15,0 0 1,0 0-16,0 0 0,0 0 0,0 0 0,0 0 0,0 0 0,0 0 16,0 0-16</inkml:trace>
  <inkml:trace contextRef="#ctx0" brushRef="#br0" timeOffset="61103.495">2480 13419 0,'0'0'0,"25"0"16,-25 0-16,0 0 0,0 0 0,0-24 0,0 24 0,0 24 0,0-24 15,25 0-15,-25 0 0,0 0 0,0 0 0,25 0 16,-25 0-16,0 25 0,25-25 0,-25 0 15,0 25-15,24-25 0,-24 0 0,25 25 16,-25-25-16,25 0 0,-25 25 0,25-25 0,-25 24 0,25-24 0,-25 0 16,0 25-16,25-25 0,-25 25 0,0-25 0,24 25 0,-24-25 0,0 25 0,0-1 15,0-24-15,0 25 0,0-25 0,0 25 16,0-25-16,0 25 0,-24 0 0,24-25 15,0 24-15,0-24 0,-25 25 0,25-25 0,0 25 0,-25-25 16,25 25-16,0-25 0,-25 0 0,25 25 0</inkml:trace>
  <inkml:trace contextRef="#ctx0" brushRef="#br0" timeOffset="61649.5262">4018 13444 0,'0'0'16,"0"0"-16,-24 0 0,24 0 0,0 0 0,0 0 0,-25 0 15,25 25-15,0-25 16,0 0-16,0 0 0,-25 0 0,25 25 0,0-25 0,0 0 0,-25 25 0,25-25 16,0 0-16,0 24 0,-25-24 0,25 25 0,0-25 0,0 25 15,-24 0 1,24-25-16,0 25 0,0-1 0,-25-24 0,25 25 0,0 0 0,0-25 15,-25 25-15,25 0 0,0-1 0,0-24 0,0 25 0,-25 0 0,25-25 16,0 25-16,0 0 0,0-25 0,0 24 0,-25-24 0,25 25 16,0-25-16,0 25 0,0-25 0,0 0 15,0 25-15,0-25 0,0 0 0,0 0 0,0 0 16,0 0-16,0 0 0,0 0 0,0 0 0,0 0 0,0 0 15,0 0-15,0 0 0,0-25 0,0 25 0,0 0 0,0-25 16</inkml:trace>
  <inkml:trace contextRef="#ctx0" brushRef="#br0" timeOffset="61925.542">3919 13593 0,'0'0'0,"0"0"0,0 0 0,0 0 15,0 0-15,0 0 0,0 0 0,0 0 0,0 0 16,0 0-16,25 0 0,-25 0 0,0 0 0,0 0 15,0 0-15,0 25 0,25-25 0,-25 0 0,0 25 0,25-25 0,-25 24 16,0-24-16,24 25 0,-24-25 0,0 25 0,25 0 0,-25-25 16,25 25-16,-25-25 0,0 24 0,25-24 0,-25 25 15,0 0-15,0-25 0,25 25 16,-25-25-16,0 25 0,0-1 0,24-24 0,-24 25 0,0 0 0,0-25 0,0 25 15,25-25-15,-25 25 0,0-25 0,0 24 0,0-24 0,0 25 16,0-25-16,0 0 0,25 25 0,-25-25 0,0 0 0,0 0 16,0 0-1,0 25-15,0-25 0,0 0 0,-25 0 0,25 0 0,0 0 0,0-25 16,0 25-16,0 0 0</inkml:trace>
  <inkml:trace contextRef="#ctx0" brushRef="#br0" timeOffset="62136.554">3944 13767 0,'-25'0'0,"25"0"0,0 0 0,0-25 0,0 25 0,0 0 0,0 0 16,0 0-16,0 0 0,0 0 0,0 0 0,25 0 0,-25 0 16,0 0-1,25 0-15,-25 0 0,0 0 0,25 0 0,-25 0 0,24 0 0,1 0 0,-25 0 0,25 0 0,-25 0 16,25 0-16,0 0 15,-25 0-15,24 0 0,-24 25 0,25-25 0,0 0 0,-25 0 0,25 0 0,-25 0 16,25 0-16,-1 0 0,-24 0 0,25 0 0,-25 0 0,25 0 16,-25 0-16,25 0 0,-25 0 0</inkml:trace>
  <inkml:trace contextRef="#ctx0" brushRef="#br0" timeOffset="62348.5662">4514 13742 0,'0'0'0,"0"0"16,0 0-16,0 0 0,0 0 0,0 0 0,0 0 15,0 0-15,25 0 16,-25 0-16,0 0 0,0 0 0,25 0 0,-25 0 0,0 0 0,25 0 16,-25 0-16,25 0 0,-25 0 0,24 0 0,-24 0 0,25 0 0,-25 0 15,0 0-15,25 0 0,-25 0 0,25 0 0,-25 0 0,25 0 16,-25 0-16,24 0 0,-24 0 0,0 0 15,0 0-15,25 0 0,-25 25 0,0-25 16,0 0-16,0 0 0,0 0 0,0 0 0</inkml:trace>
  <inkml:trace contextRef="#ctx0" brushRef="#br0" timeOffset="62535.5769">4589 13965 0,'0'0'16,"-25"0"-16,25 25 0,0-25 0,0 0 0,0 0 0,0 0 0,0 0 15,0 0-15,25 0 0,-25 0 0,0 0 0,0 0 0,25 0 0,-25 0 16,0 0-16,24-25 0,-24 25 0,25 0 0,-25 0 15,25 0-15,-25 0 0,0 0 0,25 0 16,-25 25-16,25-25 0,-25 0 0,0 0 16,24 0-16,-24 0 0,0 0 0,25 0 0,-25 0 0</inkml:trace>
  <inkml:trace contextRef="#ctx0" brushRef="#br0" timeOffset="63926.6564">5705 13345 0,'-25'0'0,"25"0"0,0 0 16,0 0-16,0 0 0,-25-25 0,25 25 0,0 0 0,0 0 0,0 0 15,-24-25-15,24 25 0,0 0 0,0 0 0,0 0 0,-25 0 0,25-24 16,0 24-16,0 0 0,0 0 0,-25 0 0,25 0 16,0-25-16,0 25 15,0 0-15,-25 0 0,25 0 0,0 0 0,0 0 0,-25 0 0,25-25 0,0 25 16,0 0-16,-24 0 0,24 0 0,0 0 0,0 0 0,-25 0 15,25 0-15,0 0 0,0-25 0,0 25 0,-25 0 16,25 0-16,0 0 0,0 0 16,0 0-16,0 0 0,0 0 0,0 0 0,-25 0 0,25 0 0,0 0 15,0 0-15,0 0 0,0 0 0,0 0 0,0 0 0,0 0 0,0 0 16,0 0-16,0 0 0,0 25 0,0-25 0,0 0 0,0 0 15,0 0 1,0 0-16,0 0 0,0 25 0,0-25 0,0 0 0,0 0 0,0 25 0,0-25 16,0 0-16,0 24 0,0-24 0,-25 0 0,25 25 0,0-25 15,0 0-15,0 25 0,0-25 0,0 25 0,0-25 0,0 0 16,0 25-16,0-25 15,0 24-15,0-24 0,25 25 0,-25-25 0,0 25 0,0-25 16,0 25-16,0-25 0,0 25 0,0-25 0,0 24 0,0 1 0,0-25 16,0 25-16,0-25 0,25 25 0,-25 0 0,0-25 0,0 24 0,0 1 15,0-25-15,0 25 0,0-25 0,0 25 0,0 0 16,0-25-16,0 24 0,0 1 0,0-25 15,25 25-15,-25 0 0,0-25 0,0 25 0,0-1 0,0-24 16,0 25-16,0 0 0,0-25 0,0 25 0,0 0 0,0-25 31,0 24-31,0 1 0,0-25 0,0 25 0,0-25 0,0 25 0,0 0 0,0-25 0,0 24 16,0-24-16,0 25 0,0 0 0,0-25 0,0 25 0,0-25 0,0 25 15,0-25-15,0 24 0,0 1 0,0-25 0,0 25 0,0-25 16,0 25-16,0 0 0,0-25 0,0 25 0,0-25 0,0 24 31,0-24-31,0 25 0,0-25 16,0 25-16,0-25 0,0 25 0,0-25 0,0 25 0,0-25 0,0 24 0,0-24 0,0 25 0,0-25 0,-25 25 0,25-25 0,0 25 15,0-25-15,0 25 0,0-25 16,0 24-16,0-24 0,0 25 0,0-25 0,0 25 0,0-25 16,0 25-16,0 0 0,0-25 0,0 24 0,0-24 0,0 25 0,0-25 15,0 25-15,0 0 0,0-25 0,0 25 0,0-25 16,0 24-16,0-24 15,0 0-15,0 25 0,0-25 0,0 25 0,0-25 0,0 0 0,0 25 0,0-25 16,0 0-16,0 25 0,0-25 0,0 24 0,0-24 0,0 0 16,25 25-16,-25-25 0,0 0 0,0 25 0,0-25 0,0 25 15,0-25-15,0 0 0,0 25 0,0-25 16,0 24-16,0-24 0,0 0 0,0 25 0,0-25 15,0 0-15,0 25 0,0-25 0,0 0 0,0 25 0,0-25 0,0 0 16,0 25 0,0-25-16,0 0 0,0 24 0,0-24 0,0 0 0,0 25 0,0-25 0,0 0 15,0 25-15,0-25 0,0 0 0,0 25 0,0-25 0,0 25 0,0-25 0,0 0 16,0 25-1,0-25-15,0 24 0,0-24 0,0 25 0,0-25 0,0 25 0,0-25 16,0 25-16,0-25 0,0 25 0,0-25 0,0 24 16,0-24-16,0 25 0,0-25 0,0 0 0,0 25 0,0-25 0,0 25 0,0-25 31,0 25-31,0-25 0,0 24 0,0-24 0,25 25 0,-25-25 0,0 25 0,0 0 0,0-25 0,0 25 0,0-25 15,0 24-15,0-24 0,0 25 0,0-25 0,0 25 16,0 0-16,0-25 0,0 25 16,0-25-16,0 24 0,0-24 0,0 0 0,0 25 0,0-25 15,0 25-15,0-25 0,-25 0 0,25 25 0,0-25 0,0 25 0,0-25 0,0 0 16,0 0-16,0 24 0,0-24 0,0 0 0,0 0 0,0 25 15,0-25 1,0 0-16,0 0 0,0 0 0,0 0 0,0 25 0,0-25 0,0 0 16,0 0-16,0 0 0,0 0 0,0 0 0,0 0 0,0 0 0,0 0 15,0 0-15,0 0 0,25 0 0,-25 0 0,0-25 16,0 25-16,0 0 0,0 0 0,0 0 0,0 0 0,24 0 0,-24 0 15,0 0-15,0 0 0,0 0 0,25 0 0,-25 0 16,0-25-16,0 25 0,0 0 0,25 0 0,-25 0 0,0 0 16,0 0-16,0 0 0,25 0 0,-25 0 0,0 0 15,25 0-15,-25 0 0,0 0 0,24 0 0,-24 0 0,0 0 16,25 0-1,-25 0-15,25 0 0,-25 0 0,25 0 0,-25 0 0,0 0 0,25 0 0,-25 0 16,24 0-16,-24 0 0,0-24 0,25 24 0,-25 0 0,0 0 0,0 0 0</inkml:trace>
  <inkml:trace contextRef="#ctx0" brushRef="#br0" timeOffset="64621.6962">5978 13643 0,'0'24'0,"0"-24"16,0 0-16,0 0 0,0 0 0,0 0 0,0 25 16,0-25-16,0 0 15,0 0-15,0 0 0,0 0 0,0 0 0,0 0 0,0 0 0,0-25 16,0 25-16,0 0 0,0 0 31,0 0-31,0 0 0,25-24 0,-25 24 0,0 0 0,0-25 16,0 25-16,0-25 0,25 25 0,-25 0 0,0-25 0,0 25 0,0-25 0,0 25 0,0-24 0,24 24 0,-24-25 0,0 25 0,0-25 0,0 25 15,0-25-15,0 25 0,0 0 0,0-25 0,-24 25 0,24 0 16,0 0-16,0 0 0,0-24 0,0 24 0,0 0 15,0 0-15,0 0 0,0 0 16,0 0-16,0 0 0,0 0 0,0 0 0,0 24 0,0-24 0,0 0 16,0 0-16,24 25 0,-24-25 0,0 0 0,0 25 0,0-25 15,0 25-15,0 0 0,25-25 0,-25 24 16,0-24-16,0 25 0,0 0 0,25-25 0,-25 25 0,0 0 0,0-25 15,0 24-15,25-24 0,-25 25 0,0-25 0,0 25 0,0-25 16,0 25-16,0-25 0,0 0 0,0 25 16,0-25-16,0 0 0</inkml:trace>
  <inkml:trace contextRef="#ctx0" brushRef="#br0" timeOffset="65084.7225">7491 13593 0,'0'-25'0,"0"25"15,0 0-15,0 0 0,0 0 0,0 0 0,0 0 0,0 0 16,0 0-16,0 0 0,0 0 0,0 0 0,25 0 16,-25 0-1,0 0-15,25 0 0,-25 0 0,0 0 0,24 0 0,-24 0 0,25 0 0,-25 25 16,25-25-16,-25 0 0,25 0 0,-25 0 0,25 0 0,-25 0 15,24 0-15,-24 0 0,25 0 0,-25 0 0,25 0 0,-25 0 0,25 0 16,-25 0-16,25 0 0,-25 0 0,0 0 16</inkml:trace>
  <inkml:trace contextRef="#ctx0" brushRef="#br0" timeOffset="65448.7435">8111 13469 0,'0'0'0,"25"-25"0,-25 25 15,0 0-15,0 0 0,0 0 0,0 0 0,0 0 16,0 0-16,0 0 0,0 0 0,0 0 0,0 0 0,0 0 0,0 0 16,0 0-16,0 0 0,0 0 0,0 0 0,0 0 0,-25 25 15,25-25-15,0 0 0,0 0 0,0 25 0,0-25 0,-25 0 16,25 25-16,0-25 0,0 0 0,-24 24 15,24-24-15,0 25 0,0-25 0,0 0 0,0 25 16,-25-25-16,25 0 0,0 0 0,0 25 0,0-25 0,0 0 0,0 0 16,0 25-16,0-25 0,25 0 0,-25 0 0,0 24 0,0-24 15,0 0-15,0 0 0,24 0 16,-24 0-16,0 25 0,0-25 0,25 0 15,-25 0-15,25 0 0,-25 0 0,25 0 0,-25 0 0,25 0 0,-25 0 0,24 0 16,-24 0-16,25 0 0,-25 0 0,25 0 0,-25 0 0,25 0 16,-25 0-16,25-25 0,-25 25 0,24 0 0,-24 0 15,0 0-15,0 0 0,0 0 16,25-24-16,-25 24 0,0 0 0,0 0 0,0-25 0</inkml:trace>
  <inkml:trace contextRef="#ctx0" brushRef="#br0" timeOffset="65632.754">8285 13469 0,'0'0'0,"0"-25"16,0 25-16,0 0 0,0 0 15,0 0-15,0 0 0,0 0 0,0 25 0,0-25 0,0 0 0,0 0 16,0 25-16,0-25 0,25 25 0,-25-25 0,0 24 0,0-24 16,0 25-16,0 0 15,0 0-15,0-25 0,0 25 0,24-1 0,-24 1 0,0-25 0,0 25 0,0 0 16,0 0-16,0-25 0,0 24 0,0 1 0,0 0 0,0-25 15,0 25-15,0-25 16,0 25-16,0-25 0,0 24 0,0-24 0,0 25 0</inkml:trace>
  <inkml:trace contextRef="#ctx0" brushRef="#br0" timeOffset="66395.7977">9773 13345 0,'0'0'16,"0"0"-16,-25 0 0,25 0 0,0 0 0,0 0 0,0 0 15,-25 0-15,25 0 16,0-25-16,0 25 0,0 0 0,0 0 0,-24 0 0,24-25 0,0 25 0,0 0 15,0 0-15,0 0 0,0 0 0,0 0 0,0-24 0,0 24 16,0 0-16,0 0 0,0 0 16,0 0-16,0 0 0,0 0 0,0 0 0,0 0 0,0 0 15,24 0-15,-24 0 0,0 0 0,0 0 0,25 0 0,-25 0 16,0-25-16,0 25 0,0 0 0,25 25 0,-25-25 0,0 0 15,0 0-15,0 0 0,25 0 0,-25 0 16,0 0-16,0 24 0,0-24 0,0 0 0,0 0 0,0 25 16,0-25-16,0 25 0,0-25 0,0 0 0,0 25 0,0-25 15,0 25-15,0-25 0,0 0 0,-25 24 0,25-24 0,0 25 16,0-25-16,-25 25 15,25-25-15,0 0 0,0 25 0,0-25 0,-25 0 0,25 25 0,0-25 0,0 0 16,0 0-16,0 0 0,0 0 0,0 0 0,0 0 0,0 0 16,0 0-16,0 24 0,0-24 0,0 0 0,25 0 0,-25 0 15,0 0-15,0 0 0,25 0 0,-25 0 0,0 0 0,0 0 16,0 0-16,25 0 0,-25 25 15,0-25-15,0 0 0,25 0 0,-25 0 0,0 25 16,0-25-16,0 0 0,24 25 0,-24-25 0,0 0 0,0 25 0,0-25 16,0 0-16,-24 24 0,24-24 0,0 0 0,0 25 0,-25-25 15,25 0-15,-25 25 0,25-25 0,0 0 0,-25 25 16,25-25-16,-25 0 0,25 0 15,-24 25-15,24-25 0,-25 0 0,0 0 0,25 24 0,-25-24 0,25 0 16,-25 0-16,1 0 0,-1 0 0,25 25 0,-25-25 0,0 0 16,0 0-16</inkml:trace>
  <inkml:trace contextRef="#ctx0" brushRef="#br0" timeOffset="67258.847">6152 14833 0,'0'-25'0,"0"25"16,0 0-16,0 0 0,0 0 0,0 0 0,0 0 16,0-24-16,0 24 15,0 0-15,0 0 0,0 0 0,0 0 0,0 0 0,0 0 0,0 0 0,0 0 16,0 0-16,-25 0 0,25 0 0,0 0 0,0 0 0,0 0 0,0 0 15,0 0-15,0 0 0,0 0 0,0 0 0,0 0 16,0 0-16,0 0 0,0 0 16,-25 0-16,25 0 0,0 0 0,0 0 0,0 0 0,0 24 15,0-24-15,0 0 0,0 0 0,0 25 0,0-25 0,0 0 16,0 0-16,0 25 0,0-25 0,0 0 0,0 25 0,0-25 15,25 0-15,-25 25 16,0-25-16,0 24 0,25-24 16,-25 0-16,0 0 0,24 25 0,-24-25 0,25 0 0,-25 25 0,0-25 0,25 0 0,-25 0 0,25 0 0,-25 25 0,25-25 15,-25 0-15,24 0 0,-24 0 16,0 25-16,25-25 0,-25 0 0,25 0 0,-25 0 0,0 24 15,0-24-15,0 0 0,25 0 0,-25 0 0,0 0 0,0 25 0,0-25 16,0 0-16,0 0 0,0 0 0,0 0 0,0 0 16,0 25-16,0-25 0,0 0 15,0 0-15,-25 0 0,25 0 0,0 25 0,0-25 0,0 0 16,0 0-16,0 0 0,-25 25 0,25-25 0,0 0 0,0 0 0,-25 0 15,25 0-15,0 0 0,0 24 0,-24-24 0,24 0 0,0 0 16,-25 0-16,25 0 16,0 0-16,0 0 0,-25 0 0,25-24 0,0 24 0,0 0 0,0 0 15,-25-25-15,25 25 0</inkml:trace>
  <inkml:trace contextRef="#ctx0" brushRef="#br0" timeOffset="67463.8588">6276 14784 0,'0'0'0,"0"-25"0,0 25 0,0 0 0,24 0 16,-24 0-16,0 0 0,0 0 15,0 0-15,25 0 16,-25 0-16,0 0 0,25 0 0,-25 0 0,25 0 0,-25 0 0,25 0 0,-25 0 0,24 0 0,-24 0 0,25 0 0,0 0 16,0 0-16,-25 25 0,25-25 0,-1 0 0,1 0 15,0 0-15,0 0 0,0 0 0,-25 0 0,24 0 0,1 0 16</inkml:trace>
  <inkml:trace contextRef="#ctx0" brushRef="#br0" timeOffset="68396.9118">8062 14684 0,'-25'0'0,"25"-24"16,0 24-16,0 0 0,0 0 15,0 0 1,0 0-16,0-25 0,-25 25 0,25 0 0,0 0 0,0 0 0,0 0 0,0 0 0,0-25 0,0 25 16,0 0-16,0 0 0,0 0 0,0 0 0,0 0 0,0 0 0,0 0 0,-25-25 15,25 25-15,0 0 0,0 0 0,0 0 0,0 0 16,0 0-16,0 0 0,-25 0 0,25 0 0,0 0 15,0-25-15,0 25 0,0 0 16,0 0-16,0 0 0,0 0 0,-25 25 0,25-25 0,0 0 0,0 0 16,0 0-16,0 0 0,0 0 0,-24 25 0,24-25 0,0 0 15,0 25-15,0-25 16,0 25-16,0-25 0,0 24 0,0 1 0,0-25 0,0 25 0,0 0 0,0-25 0,-25 25 15,25-1-15,0-24 0,25 25 0,-25 0 0,0 0 0,0-25 16,0 25-16,0-1 16,0-24-16,0 25 0,0 0 0,24 0 0,-24-25 0,0 25 0,0-25 15,0 24-15,25-24 0,-25 25 0,0-25 0,25 25 0,-25-25 0,0 25 16,25-25-16,-25 0 0,0 25 0,25-25 0,-25 0 0,25 0 15,-25 0-15,0 0 0,24 0 0,-24 0 0,0 0 16,25 0-16,-25 0 16,25 0-16,-25-25 0,0 25 0,0 0 0,25-25 0,-25 25 0,0 0 0,0-25 15,0 25-15,0-25 0,0 25 0,0 0 0,0-24 0,0 24 16,0 0-16,0-25 0,-25 25 0,25 0 0,0 0 0,0 0 15,-25-25-15,25 25 16,0 0-16,0 0 0,-25 0 0,25 0 0,-24 0 0,24 0 16,0 0-16,-25 25 0,25-25 0,0 0 0,0 0 0,-25 25 0,25-25 15,0 0-15,0 0 0,-25 24 0,25-24 0,0 0 0,0 25 0,0-25 16,0 0-1,0 0-15,0 0 0,0 0 0,0 0 0,0 0 0,25 0 16</inkml:trace>
  <inkml:trace contextRef="#ctx0" brushRef="#br0" timeOffset="68863.9387">9376 14759 0,'0'0'0,"0"0"0,0 0 15,-25 0-15,25 0 0,0 0 0,0 0 0,0 0 0,0 0 16,0 0-16,0 0 0,0 0 0,0 0 0,0 0 0,0 0 0,0 0 15,0 0-15,0 0 0,0 0 0,0 0 16,0 0-16,0 0 0,0 0 0,0 0 16,25 0-16,-25 0 0,0 0 0,25 0 0,-25 0 0,25 0 15,-25 0-15,25 0 0,-25 0 0,24 0 0,-24 0 0,0 0 0,25 0 16,-25 0-16,0 0 0,25 25 15,-25-25-15,0 0 0,25 0 0,-25 0 0,0 0 16</inkml:trace>
  <inkml:trace contextRef="#ctx0" brushRef="#br0" timeOffset="69211.9587">9674 14908 0,'0'0'0,"0"0"0,0 0 0,0 0 16,0 0-16,0 0 0,0 0 0,0 0 0,0 0 0,0 0 15,0 0-15,0 0 16,0 0-16,25 0 0,-25 0 0,0-25 0,0 25 0,0 0 47,0-25-47,24 25 0,-24 0 0,0-25 0,0 25 0,25 0 0,-25-25 0,0 25 0,0-24 0,25 24 0,-25-25 0,0 25 0,0-25 0,25 0 0,-25 25 0,0-25 0,0 25 0,0-24 15,25 24-15,-25-25 0,0 25 16,0 0-16,0-25 0,0 25 0,0 0 0,0 0 0,0 0 0,0 0 15,0 0-15,0 0 0,0 0 0,0 0 0,0 0 0,0 0 0,0 0 16,0 0-16,0 0 0,0 0 16,0 0-16,0 25 0,0-25 0,0 0 0,0 25 15,0-25-15,0 24 0,0-24 0,0 25 0,24 0 0,-24-25 0,0 25 16,0 0-16,0-25 0,0 24 0,0 1 0,0-25 0,0 25 0,0-25 15,25 25 1,-25 0-16,0-25 16,0 24-16,0 1 0,0-25 0,0 25 0,0-25 0,0 25 0,0-25 0,0 25 0,0-25 0,0 24 0,0-24 0,-25 25 15,25-25-15,0 0 0,0 25 0</inkml:trace>
  <inkml:trace contextRef="#ctx0" brushRef="#br0" timeOffset="69951.001">6176 16098 0,'0'0'0,"0"-25"16,0 25-16,0 0 16,-24 0-16,24 0 0,0 0 0,0 0 0,0 0 0,0 0 15,-25-24-15,25 24 0,0 0 0,0 0 0,0 0 0,0 0 16,0 0-16,0 0 0,0 0 0,0 0 0,0 0 0,0 0 0,0 0 15,25 0-15,-25 0 0,0 0 0,0 0 0,0 0 0,24 0 16,-24 0 0,0 0-16,0 0 0,25 0 0,-25 0 0,25 0 0,-25 0 0,0 0 0,25 0 15,-25 0-15,25 0 0,-25 0 0,24 0 0,-24 0 0,25 0 31,-25 0-31,25 0 0,-25 0 0,25 0 0,-25 0 0,0 0 0,25 0 0,-25 0 0,24 0 0,-24 0 0,0 0 0</inkml:trace>
  <inkml:trace contextRef="#ctx0" brushRef="#br0" timeOffset="70380.0255">6524 15900 0,'0'0'0,"0"0"16,0 0-16,0 0 0,0 0 0,0 0 0,0 0 0,0-25 15,0 25-15,0 0 0,0 0 0,0 0 0,0 0 0,0 0 0,0 0 0,0 0 16,0 0-16,24-25 16,-24 25-16,0 0 0,0 0 0,0 0 0,0 0 15,25 0-15,-25 0 0,0 0 0,0 0 0,0 0 0,0 0 0,25 0 16,-25 0-16,0 0 0,0 0 0,0 25 0,25-25 0,-25 0 0,0 0 15,0 0-15,0 25 16,0-25-16,0 0 0,0 25 0,0-25 0,0 0 0,0 24 0,0-24 0,0 25 0,0-25 16,0 25-16,0-25 0,0 25 15,0-25-15,0 25 0,0-25 0,0 24 0,-25-24 0,25 25 0,0-25 16,0 25-16,0-25 0,0 25 0,0-25 0,-25 0 0,25 25 15,0-25-15,0 0 0,0 0 0,0 24 0,0-24 0,0 0 16,0 0-16,0 0 16,0 0-16,0 0 0,0 0 0,25 0 0,-25 0 0,0 0 15,0 25-15,25-25 0,-25 0 0,0 0 0,25 0 0,-25 0 0,0 0 16,24 0-16,-24 0 0,25 0 0,0-25 0,-25 25 0,25 0 0,-25 0 15,25 0-15,-1 0 0,-24 0 0,25 0 0,0 0 0,-25 0 16,25 0 0,0 0-16,0-24 0,-25 24 0,24 0 0,1 0 0,0 0 0</inkml:trace>
  <inkml:trace contextRef="#ctx0" brushRef="#br0" timeOffset="70878.054">8012 15850 0,'0'0'16,"0"0"-16,25 0 0,-25 0 0,0 0 0,0 0 0,0 0 15,0 0 1,0 0-16,0 25 0,0-25 0,0 0 0,0 0 0,0 0 0,0 0 15,0 0-15,0 0 0,-25 0 0,25 25 0,0-25 0,0 0 0,0 0 16,-25 25-16,25-25 0,0 0 0,-25 24 0,25-24 0,0 0 16,0 25-16,-25-25 0,25 0 0,0 0 0,-24 25 0,24-25 15,0 0-15,0 0 16,0 25-16,-25-25 0,25 0 0,0 0 0,0 0 0,0 25 0,0-25 0,0 0 15,0 0-15,0 0 0,0 0 0,0 24 0,0-24 0,0 0 0,25 0 16,-25 0-16,0 0 0,0 0 0,0 0 0,24 0 16,-24 0-16,0 0 0,25 0 15,-25 0-15,0 25 0,25-25 0,-25 0 0,25 0 0,-25 0 16,25 0-16,-25 0 0,0 0 0,25 0 0,-25 0 0,24 0 31,-24 0-31,0 0 0,25 0 0,-25 0 0,25 0 0,-25 0 0,25 0 0,-25 0 0,0 0 0,25 0 0,-25 0 0,0 0 0,24 0 16,-24 0-16,0 0 0,0 0 0,0 0 0,0 0 15,0 0-15,0 0 0,0 0 0,0 0 0,0 0 0,0 0 16,0-25-16,0 25 0</inkml:trace>
  <inkml:trace contextRef="#ctx0" brushRef="#br0" timeOffset="71059.0644">8136 15949 0,'0'0'15,"0"0"-15,0-24 0,0 24 0,0 0 0,0 0 16,0 0-16,0 0 0,0 0 0,0 0 0,0 0 15,0 0-15,0 0 0,0 0 0,0 24 0,0-24 0,0 0 16,0 0-16,0 0 0,0 25 0,25-25 0,-25 0 0,0 25 16,0-25-16,0 25 15,0-25-15,0 25 0,0-25 0,0 24 0,0-24 0,0 25 16,0 0-16,25-25 0,-25 25 0,0 0 0,0-25 0,0 24 0,0 1 15,0 0-15,0-25 0,0 25 0,0 0 0,-25-25 0,25 24 0,0-24 16,0 25-16,0 0 0,0-25 0,0 0 16</inkml:trace>
  <inkml:trace contextRef="#ctx0" brushRef="#br0" timeOffset="71873.1109">9773 15627 0,'0'0'0,"0"0"0,0 0 15,0 0-15,0 0 0,0 0 0,0 0 0,0 0 16,0 0-16,-25 0 0,25 0 0,0 0 0,25 0 15,-25-25-15,0 25 0,0 0 0,0 0 16,0 0-16,0 0 0,0 0 0,0 0 0,25-25 0,-25 25 0,0 0 16,0 0-16,0 0 0,0 0 0,0 0 0,25 0 0,-25 0 15,0 0-15,0 0 0,0 0 0,0 0 0,0 0 0,24 0 16,-24 0-16,0 0 15,0 0-15,0 25 0,25-25 0,-25 0 0,0 0 0,0 25 16,0-25-16,0 0 0,0 25 0,25-25 0,-25 25 0,0-25 0,0 24 16,0-24-16,0 25 0,-25-25 0,25 0 0,0 25 0,0-25 15,0 25-15,0-25 16,0 25-16,0-25 0,-25 0 0,25 24 0,0-24 0,0 0 15,0 25-15,0-25 0,0 0 0,0 0 0,0 0 0,0 0 0,0 0 0,0 0 0,0 0 16,0 0-16,0 0 0,0 0 0,25 0 0,-25 0 0,0 0 16,0 0-16,25 0 15,-25 0-15,0 0 0,0 0 0,25 0 0,-25 0 16,0 0-16,25 0 15,-25 25-15,0-25 0,24 0 0,-24 0 0,0 0 0,25 25 0,-25-25 0,0 0 0,25 25 0,-25-25 0,0 0 0,0 24 16,0-24-16,25 0 0,-25 0 0,0 25 16,0-25-16,0 0 0,0 25 0,-25-25 0,25 0 0,0 0 0,0 25 15,0-25-15,-25 0 0,25 0 0,0 25 0,0-25 0,-25 0 16,25 0-1,0 0-15,-24 0 0,24 24 0,0-24 0,-25 0 0,25 0 0,0 0 0,-25 0 16,25 0-16,0 0 0,-25-24 0,25 24 0,0 0 0,0 0 0,0 0 16,-25-25-16,25 25 0,0 0 0,0-25 0,0 25 0,0-25 15,0 25 1,0-25-16,0 1 0,0-1 0,0 0 0</inkml:trace>
  <inkml:trace contextRef="#ctx0" brushRef="#br0" timeOffset="73314.1934">10220 13320 0,'0'0'0,"0"0"16,0 0-16,0 0 16,0 0-16,0 0 0,0 0 0,0 0 0,0 0 15,0 0-15,0 0 0,0 0 0,0 0 0,0 0 0,0 0 0,0 0 0,0 0 16,0 0-16,0 0 0,0 0 0,0 0 0,0 0 0,0 0 15,24 0-15,-24 0 0,0 0 16,0 0-16,0 0 0,0 0 0,0 0 0,25 0 0,-25 0 16,0 0-16,0 0 0,25 0 0,-25 0 0,0 0 0,25 0 15,-25 0-15,0 0 0,25 0 0,-25 0 0,0 0 0,24 0 16,-24 0-1,0 0-15,25 0 0,-25 0 0,0 0 0,25 0 0,-25 0 0,0 0 0,0 0 0,0 0 0,0 0 0,25 0 16,-25 0-16,0 0 0,0 0 0,0 0 16,0 0-16,0 0 0,0 0 0,0 0 15,0 0-15,0 0 0,0 0 0,0 0 0,0 0 0,0 0 16,25 0-16,-25 0 0,0 0 0,0 25 0,0-25 0,0 0 15,0 0-15,0 0 0,0 25 0,0-25 0,0 0 0,0 25 0,0-25 16,0 0-16,0 24 0,0-24 0,0 25 0,0-25 16,0 25-16,24 0 0,-24-25 0,0 25 0,0-1 0,0-24 15,0 25-15,0 0 16,0 0-16,0-25 0,25 25 0,-25-1 0,0 1 0,0 0 0,0-25 0,0 25 15,0 0-15,0-1 16,0 1-16,0 0 0,0-25 0,25 25 0,-25 0 0,0-1 0,0 1 16,0 0-16,0-25 0,0 25 0,0 0 0,0-1 0,0 1 0,25 0 15,-25-25-15,0 25 0,0 0 0,0-1 0,0-24 0,0 25 16,0 0-16,0 0 0,0 0 0,0-25 0,25 24 15,-25 1-15,0-25 16,0 25-16,0 0 0,0 0 0,0-25 0,0 25 0,0-1 0,0-24 0,0 25 0,0 0 16,0-25-16,0 25 0,0 0 0,24-25 0,-24 24 15,0-24-15,0 25 0,0 0 0,0-25 0,0 25 0,0-25 16,0 25-16,0-1 15,25-24-15,-25 25 0,0-25 0,0 25 0,0-25 0,0 25 16,0-25-16,0 25 0,25-25 0,-25 24 0,0-24 0,0 25 0,0-25 16,0 25-16,0-25 0,0 25 0,0-25 0,0 25 0,0-25 0,0 24 15,0-24-15,0 25 16,0-25-16,0 25 0,0-25 0,0 25 0,0-25 15,0 25-15,0-25 0,25 24 0,-25-24 0,0 25 0,0-25 0,0 0 0,0 25 16,0-25-16,0 25 0,0-25 0,0 25 0,0-25 0,0 24 31,0-24-31,0 25 0,0-25 0,0 25 0,0-25 0,0 25 0,0-25 0,0 25 0,0-25 0,0 24 0,0-24 16,0 25-16,0-25 0,0 25 0,0-25 0,0 25 0,0 0 15,25-25-15,-25 25 16,0-25-16,0 24 0,0-24 0,0 25 0,0-25 0,0 25 16,0-25-16,0 25 0,0-25 0,0 0 0,24 25 0,-24-25 0,0 24 15,0-24-15,0 25 0,0-25 0,0 25 0,0-25 0,0 0 16,0 25-16,0-25 0,-24 25 15,24-25-15,0 24 0,0-24 0,0 25 0,0-25 0,0 25 0,0-25 0,0 25 16,0-25-16,0 25 0,0-25 0,0 24 0,0-24 0,0 0 16,0 25-16,0-25 0,0 25 0,0-25 15,0 0-15,0 25 0,0-25 0,0 25 16,0-25-16,0 0 0,0 24 0,0-24 0,0 0 0,0 25 0,0-25 0,0 0 15,0 0-15,0 25 0,0-25 0,0 0 0,0 0 0,-25 25 16,25-25 0,0 0-16,0 0 0,0 0 0,0 25 0,0-25 0,0 0 0,0 0 15,0 0-15,0 0 0,0 24 0,0-24 0,0 0 0,0 0 0,0 0 0,0 0 16,0 0-16,0 0 0,0 0 0,0 0 0,0 0 0,0 0 15,0 0-15,0 0 0,0 0 16,0 0-16,0 0 0,0 0 0,0 0 0,-25 25 0,25-25 16,0 0-16,0 0 0,0 0 0,0 0 0,0 0 0,0 0 15,0 0-15,0 0 0,0 0 0,0 0 0,0 0 0,0 0 16,0 0-1,0 0-15,-25 0 0,25 0 0,0 0 0,0 0 0,0 0 0,0 0 16,0 0-16,-25 0 0,25 0 0,0 0 0,0 0 0,0 0 0,-24 0 0,24 0 0,0 0 16,-25 0-16,25 0 0,0 0 0,-25 0 0,25 0 15,0 0-15,-25 0 0,25 0 0,0 0 0,-25 25 0,25-25 16,-24 0-1,24 0-15,-25 0 0,25-25 0,-25 25 0,25 0 0,-25 0 0,0 0 0,25 0 16</inkml:trace>
  <inkml:trace contextRef="#ctx0" brushRef="#br0" timeOffset="75366.3107">9674 15627 0,'0'0'0,"0"0"16,0 25-16,0-25 0,0 0 0,0 0 0,0 0 0,0 0 16,0 0-1,0 0-15,0 0 0,0 0 0,0 0 0,0 0 0,0 0 0,0 0 16,0 0-16,0 0 0,0 0 0,0 0 0,0 0 0,0 0 0,0 0 15,0 0-15,0 0 0,0-25 0,-25 25 0,25 0 0,0 0 16,0 0-16,0 0 0,0 0 16,0 0-16,0 0 0,0 0 0,0 0 0,0 0 0,0 0 15,0 0-15,0-25 0,0 25 0,0 0 0,0 0 0,0 0 0,0 0 16,0 0-16,0-25 0,0 25 0,0 0 0,0 0 0,0 0 15,0 0-15,0-24 0,0 24 16,0 0-16,0 0 0,0 0 0,0 0 0,25-25 16,-25 25-16,0 0 0,0 0 0,0 0 0,0 0 0,25 0 0,-25 0 15,0 0-15,0 0 0,0 0 0,0 0 0,24-25 0,-24 25 0,0 0 16,0 0-16,0 0 0,25 0 0,-25 0 0,0 0 15,0 0-15,0 0 32,25 25-32,-25-25 0,0 0 0,0 0 0,25 0 15,-25 0-15,0 0 0,0 0 0,25 0 0,-25 0 0,0 0 0,0 0 0,0 0 0,24 0 0,-24 0 0,0 25 0,0-25 0,0 0 16,0 0-16,25 0 0,-25 0 0,0 24 0,0-24 0,0 0 15,0 0-15,0 0 0,0 0 0,0 0 0,0 25 0,0-25 16,0 0-16,0 0 16,0 0-16,25 25 0,-25-25 0,0 0 0,0 0 0,0 0 15,0 25-15,0-25 0,0 0 0,0 0 0,0 0 0,0 0 0,0 25 16,0-25-16,0 0 0,0 0 0,0 0 0,0 24 0,0-24 0,0 0 15,0 0-15,-25 25 0,25-25 16,0 0-16,0 0 0,0 0 0,0 25 0,0-25 16,0 0-16,-25 0 0,25 0 0,0 25 0,0-25 0,0 0 15,0 0-15,0 0 0,-24 25 0,24-25 0,0 0 0,0 0 0,0 24 16,0-24-16,0 0 0,0 0 0,-25 0 0,25 0 0,0 25 0,0-25 15,0 0 1,0 0-16,0 0 0,0 0 0,0 0 0,0 0 0,0 0 0,0 0 0,0 0 16,-25 0-16,25 0 0,0 0 0,0 0 0,0 0 0,0 0 15,0 25-15,0-25 0,0 0 0,0 0 0,0 0 0,0 0 16,0 0-16,0 0 0,0 0 15,0 0-15,0 0 0,0 0 0,0 0 0,0 0 0,0 0 16,0 0-16,-25 0 0,25 0 0,0 0 0,0 0 0,0 0 0,0 0 16,0 0-16,0 0 0,0 0 0,0 0 0,0 0 0,0 0 15,0 0-15,0 0 0,0 0 0,0 0 0,0 0 0,0 0 16,0 0-1,0 0-15,0 0 0,0 0 0,0 0 0,0 0 0,0 0 0,0 0 0,0 0 16,0 0-16,0 0 0,0 0 0,0 0 0,0 0 0,0 0 0,0 0 16,0 0-16,0 0 0,0 0 0,0 0 0,0 0 15,0 0-15,0 0 0,0 0 16,25 0-16,-25 0 0,0 0 0,0 0 0,0 0 0,0-25 0,0 25 0,25 0 0,-25 0 15,0 0-15,0 0 0,0 0 0,0 0 16,0 0-16,0 0 0,25 0 0,-25 0 16,0 0-16,0 0 0,0 0 0,0 0 0,0 0 0,24-25 0,-24 25 15,0 0-15,0 0 0,0 0 0,0 0 0,0 0 0,0 0 16,0 0-16,0 0 0,25 25 15,-25-25-15,0 0 0,0 0 0,0 0 0,0 0 0,0 0 16,0 0-16,0 0 0,25 0 0,-25 0 0,0 0 0,0 0 0,0 0 0,0 0 16,0 25-16,25-25 0,-25 0 0,0 0 0,0 0 0,25 0 15,-25 0-15,0 0 0,0 25 0,24-25 0,-24 0 16,0 0-16,0 0 15,0 0-15,0 25 0,0-25 0,25 0 0,-25 0 0,0 0 0,0 24 16,0-24-16,0 0 0,0 0 0,0 25 0,0-25 0,0 0 0,0 0 16,0 25-16,0-25 0,0 0 0,0 0 0,0 0 0,0 25 15,0-25-15,0 0 16,0 0-16,0 25 0,0-25 0,0 0 0,0 0 0,0 0 0,0 24 15,0-24-15,0 0 0,0 25 0,-25-25 0,25 0 0,0 0 16,0 25-16,0-25 0,0 0 0,0 0 0,0 25 0,0-25 16,0 0-16,0 0 0,-24 0 0,24 25 0,0-25 0,0 0 15,0 0-15,0 0 0,0 24 0,-25-24 0,25 0 0,0 0 16,0 0-16,0 0 15,-25 25-15,25-25 0,0 0 0,0 0 0,0 0 16,-25 0-16,25 0 16,0 0-16,0 0 0,-25 0 0,25 25 0,0-25 0,-24 0 0,24 0 0,0 0 0,0 0 0,-25 0 0,25 0 0,0 0 0,0 0 15,-25 0-15,25 0 0,0 0 16,-25 0-16,25 0 0,0-25 0,0 25 0,-25 0 15,25 0-15,0 0 0,0 0 0,0 0 0,-24 0 0,24 0 16,0 0-16,0 0 0,0 0 0,0 0 0,0 0 0,0 0 0,-25 0 0,25 0 16,0 0-16,0 0 0,0 0 0,0 0 0,0 0 0,0 0 15,0 0-15,0 0 16,0 0-16,0 0 0,0 0 0,0 0 0,0 0 0,0 0 15,0 0-15,0 0 0,0 0 0,0 0 0,0 0 0,0 0 0,25-25 16,-25 25-16,0 0 0,0 0 0,0 0 0,0 0 0,0-24 16</inkml:trace>
  <inkml:trace contextRef="#ctx0" brushRef="#br0" timeOffset="78149.4699">13667 4887 0,'0'0'0,"0"0"15,0 0-15,0 0 0,0 0 0,0 0 0,0 0 0,0 0 0,0 0 16,0 0-16,0 0 0,0 0 0,0 0 0,-24 0 0,24 0 15,0 0-15,0 0 0,0 0 0,0 0 16,0 0-16,0 0 0,0 0 0,0 0 0,0 0 16,0 0-16,0 0 0,0 0 0,0 0 0,0 0 0,0 0 15,0 0-15,0 0 0,0 0 0,24 0 0,-24 24 0,0-24 0,0 0 16,0 0-16,0 0 0,0 0 0,0 0 15,25 0-15,-25 0 0,0 0 0,0 0 16,25 0-16,-25 0 0,0 0 0,25 0 0,-25 0 0,0 0 0,25 0 16,-25 0-16,0 0 0,24 0 0,-24 0 0,0 0 0,0 0 15,25 0-15,-25 0 0,0 0 0,0 0 0,0-24 0,0 24 16,25 0-16,-25 0 15,0 0-15,0 0 0,0 0 0,0-25 0,0 25 0,0 0 0,0 0 16,0 0-16,0 0 0,0-25 0,0 25 0,-25 0 0,25 0 0,0 0 16,0-25-16,0 25 0,0 0 0,0 0 0,0 0 15,0-25-15,0 25 0,0 0 16,-25 0-16,25 0 0,0 0 0,0 0 0,0 0 0,0 0 15,0 0-15,0 0 0,-24 0 0,24 0 0,0 0 0,0 0 0,0 0 16,-25 25-16,25-25 0,0 0 16,0 0-16,-25 0 0,25 0 0,0 25 0,0-25 0,0 0 0,-25 0 0,25 25 15,0-25-15,0 0 0,0 25 0,0-25 0,0 0 0,0 24 16,0-24-16,-25 25 0,50-25 0,-25 0 0,0 25 15,0-25-15,0 25 16,0-25-16,0 0 0,0 25 0,25-25 0,-25 0 0,0 24 0,0-24 16,25 0-16,-25 25 0,0-25 0,25 0 0,-25 0 0,0 25 0,24-25 0,-24 0 15,0 0-15,25 0 0,-25 0 0,25 0 0,-25 0 16,0 0-16,25 0 0,-25 0 15,0 0-15,25 0 0,-25-25 0,0 25 0,24 0 0,-24-25 16,0 25-16</inkml:trace>
  <inkml:trace contextRef="#ctx0" brushRef="#br0" timeOffset="78394.4837">14089 4812 0,'0'0'0,"0"-25"0,0 25 15,0 0-15,0 0 0,0 0 0,0 0 0,0 0 0,0 0 16,0 0-16,25 0 0,-25 0 0,0 0 0,0 25 15,0-25 1,25 0-16,-25 0 0,0 0 0,0 25 0,0-25 0,24 25 16,-24-25-16,0 0 0,0 25 0,0-25 0,25 24 0,-25-24 0,0 25 0,0 0 15,0-25-15,0 25 0,0-25 0,0 25 0,0-25 16,-25 24-16,25-24 0,0 25 0,0 0 0,0-25 0,-24 25 0,24-25 15,-25 25-15,25-25 0,-25 24 0,25-24 0,-25 0 0,25 25 16,-25-25-16,25 0 16</inkml:trace>
  <inkml:trace contextRef="#ctx0" brushRef="#br0" timeOffset="78893.5122">14932 4837 0,'0'0'0,"25"0"16,-25-25-16,0 25 0,0 0 0,0 0 0,0 0 0,0 0 15,0 0-15,-25-25 0,25 25 0,0 0 16,0 0-16,0 0 0,0 0 0,0 0 16,0 0-16,0 0 0,0 0 0,0 0 0,0 0 0,0 0 0,0 0 0,0 0 15,0 0-15,0 0 0,0 0 0,0 0 0,0 25 16,-24-25-16,24 0 0,0 0 0,0 25 0,0-25 0,-25 25 15,25-25-15,0 25 16,-25-25-16,25 24 0,0-24 0,-25 25 0,25 0 0,0-25 0,-25 25 16,25-25-16,0 25 0,-24-1 0,24-24 0,0 25 0,-25-25 15,25 25-15,0-25 0,0 25 0,0-25 0,-25 0 0,25 25 16,0-25-16,0 0 15,0 0-15,0 0 0,0 0 0,0 0 0,0 24 0,0-24 16,0 0-16,0 0 0,0 0 0,0 0 0,0 0 0,0 0 0,0-24 0,0 24 16,0 0-16,0 0 0,0 0 0,0 0 0,25 0 0,-25-25 15,0 25-15,0 0 16,0-25-16</inkml:trace>
  <inkml:trace contextRef="#ctx0" brushRef="#br0" timeOffset="79194.5297">14932 4787 0,'0'0'0,"0"0"0,0 0 0,0-25 15,0 25-15,0 0 0,0 0 0,0 0 0,0 0 16,0 0-16,0 0 0,0 0 0,0 0 0,25 0 0,-25 0 109,0 0-109,25 0 0,-25 0 0,0 25 0,0-25 0,25 0 0,-25 0 0,0 25 0,25-25 0,-25 0 0,0 25 0,24-25 0,-24 25 0,0-25 16,25 25-16,-25-25 0,0 24 0,0-24 0,25 25 0,-25-25 0,0 25 0,0-25 0,25 25 0,-25-25 0,0 25 0,0-25 0,0 0 0,25 24 0,-25-24 0,0 25 0,0-25 0,0 0 0,0 25 0,24-25 0,-24 0 0,0 25 0,0-25 0,0 0 0,0 0 0,0 25 15,0-25-15,0 0 0,0 0 16,0 0-16,0 0 0,0 0 0,-24 0 0,24 0 0,0 0 16,0 0-16,0 0 0,-25 0 0,25 0 0</inkml:trace>
  <inkml:trace contextRef="#ctx0" brushRef="#br0" timeOffset="79386.5407">14932 5060 0,'0'0'0,"-24"0"0,24-25 0,0 25 0,0 0 0,0 0 0,0 0 0,-25-24 0,25 24 16,0 0-1,0 0-15,0 0 0,0 0 0,0 0 0,25 0 0,-25 0 0,0 0 0,0 0 0,0 0 0,24 0 16,-24 0-16,25 0 0,-25-25 0,25 25 0,-25 0 16,25 0-16,-25 0 15,25 0-15,-25 0 0,24 0 0,1 0 0,-25 25 0,25-25 0,-25 0 16,25 0-16,0 0 0,-1 0 0,-24 0 0,25 0 0,0 0 15,0-25-15,-25 25 0,25 0 0</inkml:trace>
  <inkml:trace contextRef="#ctx0" brushRef="#br0" timeOffset="79579.5517">15429 4887 0,'0'0'0,"0"0"0,0 0 0,0 0 0,0 0 0,0 0 16,0 0-16,0 0 0,0 0 0,0-25 0,0 25 0,0 0 15,0 0-15,0 0 0,0 0 0,24 0 0,-24 0 0,0 0 16,25 0-16,-25 0 15,0 0-15,25 0 0,-25 0 0,25 0 0,-25 0 0,25 0 0,-25 0 0,0 0 0,24 0 16,-24 0-16,25 0 0,-25 0 0,25 25 0,-25-25 16,0 0-16,0 0 0,25 0 0,-25 0 15,0 24-15</inkml:trace>
  <inkml:trace contextRef="#ctx0" brushRef="#br0" timeOffset="79786.5636">15478 5159 0,'0'0'0,"0"0"0,0 0 0,0 0 15,0 0 1,0 0-16,0 0 0,25 0 0,-25 0 16,0 0-16,0 0 0,25 0 0,-25 0 0,0 0 0,25 0 0,-25 0 0,24 25 0,-24-25 0,25 0 15,0 0-15,-25 0 0,25 0 0,-25 0 0,25 0 0,-1 0 16,1 0-16,-25 0 15,25 0-15,0 0 0,-25 0 0,25 0 0,-1 0 0,-24 0 0</inkml:trace>
  <inkml:trace contextRef="#ctx0" brushRef="#br0" timeOffset="81743.6755">16942 4291 0,'0'0'0,"0"0"0,0 0 15,0 0-15,0 0 0,0 0 0,0 0 0,0 0 0,0 0 16,0 0-16,0 0 0,0 0 0,0 0 0,0 0 0,0 0 0,0 0 31,0 0-31,0 0 0,0 0 0,0 0 0,0 0 0,0 0 0,0 0 0,0 0 0,-25 0 0,25 0 0,0-25 16,0 25-16,0 0 0,0 0 0,0 0 0,0 0 15,0 0-15,0 0 0,0 0 16,-25 0-16,25 0 0,0 0 0,0 0 0,0 0 16,0 0-16,0 0 0,0 0 0,-25 0 0,25 0 0,0 0 0,0 0 15,0 0-15,0-24 0,-25 24 0,25 0 0,0 0 0,0 0 0,0 0 16,-24 0-16,24 0 0,0 0 0,0 0 0,0 0 0,-25 0 15,25 0 1,0-25-16,0 25 0,0 0 0,0 0 0,0 0 0,0 0 0,-25 0 0,25 0 16,0 0-16,0 0 0,0 0 0,0 0 0,0 0 0,0 0 0,0 0 15,0 0-15,0 0 0,0 25 0,0-25 0,0 0 16,0 0-16,0 0 15,0 0-15,0 0 0,0 0 0,0 0 0,-25 0 0,25 0 0,0 0 16,0 0-16,0 24 0,0-24 0,0 0 0,0 0 0,0 25 0,0-25 0,0 25 16,0-25-16,-25 0 0,25 25 0,0-25 0,0 25 15,0-25-15,0 24 16,0-24-16,0 25 0,0-25 0,0 0 0,0 25 0,0-25 0,0 25 15,0-25-15,0 0 0,0 25 0,0-25 0,0 24 0,0-24 0,0 25 16,0-25-16,0 0 0,0 25 0,0-25 0,0 25 16,0-25-16,0 25 0,0-25 15,0 24-15,0-24 0,0 25 0,0-25 16,0 25-16,0-25 0,0 25 0,0-25 0,0 25 0,0-25 0,0 24 15,0-24-15,0 25 0,0-25 0,0 25 0,0-25 0,0 0 0,0 25 0,0-25 16,0 25-16,0-25 0,0 25 0,0-25 16,0 0-16,0 24 0,0-24 0,0 25 0,0-25 0,0 25 15,0-25-15,0 25 0,0-25 0,0 25 0,0-25 0,0 24 16,0-24-16,0 25 0,0-25 0,0 25 0,0-25 0,0 25 15,0-25-15,0 25 16,0-25-16,0 24 0,0-24 0,0 25 0,0-25 0,0 25 0,0-25 0,0 25 16,0 0-16,0-25 0,0 24 0,0-24 0,0 25 0,0-25 15,0 25-15,0-25 16,0 25-16,0 0 0,0-25 0,0 24 0,0-24 0,0 25 15,0-25-15,0 25 0,0-25 0,0 25 0,0-25 0,0 25 0,0-25 16,0 24-16,0-24 0,0 25 0,0-25 0,0 25 0,0-25 0,0 25 16,0-25-16,0 25 0,0-25 15,0 24-15,0-24 0,0 25 0,0-25 16,0 0-16,0 25 0,0-25 0,0 25 0,0-25 0,0 25 15,0-25-15,0 0 0,0 24 0,0-24 0,0 25 0,0-25 0,0 25 16,0-25-16,0 25 0,0-25 0,0 0 0,0 25 0,0-25 16,0 25-16,0-25 15,0 0-15,0 24 0,0-24 0,0 0 0,0 25 0,0-25 0,0 25 16,0-25-16,0 0 0,0 25 0,0-25 0,0 25 0,0-25 0,0 0 15,0 24-15,0-24 0,0 0 0,0 25 0,0-25 0,0 25 16,0-25-16,0 0 0,0 25 0,0-25 0,0 25 16,0-25-16,0 0 0,0 24 15,0-24-15,0 25 0,0-25 0,0 25 0,0-25 0,0 25 0,0-25 0,0 25 16,0-25-16,0 24 15,0-24-15,0 25 0,0-25 0,0 0 0,-24 25 0,24-25 0,0 25 0,0-25 16,24 25-16,-24-25 0,0 0 0,0 24 0,0-24 0,0 25 0,0-25 16,0 25-16,-24-25 0,24 0 0,0 25 0,0-25 15,0 25-15,0-25 0,0 24 16,0-24-16,0 25 0,0-25 0,0 25 0,0-25 0,0 25 15,0-25-15,0 25 0,0-25 0,0 24 0,0-24 0,0 25 0,0-25 16,0 25-16,0-25 0,0 25 0,0 0 0,0-25 0,0 24 16,0-24-1,0 25-15,0-25 0,0 25 0,0-25 0,0 25 0,0 0 0,0-25 16,0 25-16,0-25 0,0 24 0,0 1 0,0-25 0,0 25 0,0-25 15,0 25-15,0-25 0,0 25 0,0-25 0,0 0 0,0 24 16,0-24-16,0 25 16,0-25-16,0 25 0,0-25 0,0 25 0,0-25 0,0 0 0,0 25 15,0-25-15,0 24 0,0-24 0,0 25 0,0-25 0,0 0 0,0 25 16,0-25-16,0 25 0,0-25 0,0 25 0,0-25 0,0 24 15,0-24-15,0 0 0,0 25 0,0-25 0,0 25 16,0-25-16,0 0 0,0 25 16,0-25-16,0 0 0,0 0 0,0 25 0,0-25 0,0 0 0,0 0 15,0 0-15,0 0 0,0 0 0,0 0 0,0 0 0,0 0 16,0 0-1,0 0-15,0 0 0,0 0 0,0 0 0,0 0 0,24 0 16,-24 0-16,0 0 0,0 0 0,0 0 0,0 0 0,0 0 0,25 0 16,-25 0-16,0 0 0,25 0 0,-25 0 0,25 0 0,-25 0 0,25 0 0,-25 0 15,24 0-15,1 0 0,-25 0 0,25 0 0,0-25 0,-25 25 31,25 0-31,-1 0 0,-24 0 0,25 0 0,-25 0 0,25 0 0,-25 0 0,0 0 0,25-25 0,-25 25 16,0 0-16</inkml:trace>
  <inkml:trace contextRef="#ctx0" brushRef="#br0" timeOffset="82599.7245">17239 4440 0,'0'0'16,"0"0"-16,0 0 0,0 0 0,0 0 0,0 0 16,0-25-16,0 25 0,0 0 15,0 0-15,0 0 0,0 0 0,0 0 0,0 0 0,0 0 0,0 0 16,0 0-16,0 0 0,0 0 0,0 0 0,0 0 15,0 0-15,0 0 0,0 0 16,0 0-16,0 0 0,0 0 0,-25 0 0,25 0 0,0 25 0,0-25 0,0 0 16,0 0-16,0 25 0,0-25 0,-24 0 0,24 25 0,0-25 15,0 0-15,-25 24 0,25-24 0,0 25 0,0-25 0,0 0 16,0 25-16,0-25 0,0 0 0,0 25 0,0-25 15,0 0-15,0 0 0,0 0 16,0 25-16,0-25 0,0 0 0,0 0 0,0 0 16,0 0-16,0 0 0,0 0 0,0 0 0,0 0 0,0 0 0,25 0 15,-25 0-15,0 0 0,0 0 0,0 0 0,0 0 16,24 0-16,-24 0 0,0 0 0,25 0 0,-25 0 0,0 0 0,25 0 15,-25 0-15,0 0 0,25 0 0,-25 0 0,0 0 0,25 0 16,-25 0-16,24 0 0,-24 0 0,0 0 0,25 0 16,-25 0-16,0 0 0,25-25 15,-25 25-15,0 0 0,0 0 0,0 0 16,0 0-16,0 0 0,0 0 0,0 0 0,25 0 0,-25 0 0,0 0 0,0-25 15,0 25-15,-25 0 0,25 0 0,0-25 0,0 25 0</inkml:trace>
  <inkml:trace contextRef="#ctx0" brushRef="#br0" timeOffset="82780.7347">17338 4440 0,'0'0'0,"0"0"0,0 0 0,0 0 16,0 0-16,0 0 0,0 0 0,0 0 0,0 0 15,0 0-15,0 0 0,0 0 0,0 0 0,0 0 16,0 0-16,0 25 0,25-25 0,-25 0 0,0 25 0,0-25 16,0 0-16,0 24 0,0-24 0,0 25 0,0-25 15,0 25-15,0-25 0,0 25 16,0 0-16,0-25 0,0 24 0,0 1 0,0-25 0,0 25 0,0-25 0,0 25 15,0 0-15,0-25 0,0 24 0,0-24 0,0 25 16,0-25-16,0 25 0,25-25 0,-25 25 0,0-25 0,0 25 16,0-25-16,0 25 15,0-25-15,0 0 0</inkml:trace>
  <inkml:trace contextRef="#ctx0" brushRef="#br0" timeOffset="83389.7697">18231 4490 0,'0'0'0,"0"-25"16,0 25-16,0 0 0,0 0 0,0 0 0,0 0 15,0-25-15,0 25 16,0 0-16,0 0 0,0 0 0,0 0 0,0 0 0,0 0 0,0 0 0,0 0 16,0 0-16,0 0 0,0 0 0,25 0 0,-25 0 15,0-25-15,0 25 0,0 0 0,25 0 0,-25 0 0,0 0 0,0 0 16,25 25-16,-25-25 0,0 0 15,0 0-15,0 0 0,0 0 0,0 0 0,0 0 0,0 25 16,0-25-16,0 0 0,0 0 0,0 25 0,0-25 0,0 0 0,0 24 16,0-24-16,0 25 0,-25-25 0,25 0 0,0 25 15,0-25 1,-25 25-16,25-25 0,0 0 0,0 25 0,-25-25 0,25 0 0,0 24 0,0-24 15,0 0-15,0 25 0,-24-25 0,24 0 0,0 0 0,0 0 0,0 0 16,0 0-16,0 0 0,0 25 0,0-25 0,0 0 0,24 0 16,-24 0-16,0 0 15,0 0-15,0 0 0,25 0 0,-25 0 0,0 0 0,25 0 16,-25 0-16,25 0 0,-25 0 0,25 0 0,-1 0 0,-24 0 0,25 0 15,0 0-15,-25 0 0,25 0 0,0 0 0,-25 0 0,24-25 0,-24 25 16,25 0-16,-25 0 0,25 0 0,-25 0 0,25-25 16</inkml:trace>
  <inkml:trace contextRef="#ctx0" brushRef="#br0" timeOffset="84040.8069">19273 4366 0,'0'0'0,"0"0"15,0 0-15,0-25 0,0 25 0,0 0 0,0 0 0,0 0 16,0 0-16,0 0 0,0 0 0,0 0 0,0 0 15,0 0-15,0 0 0,0 0 16,0 0-16,0 0 0,0 0 0,0 0 0,0 0 0,0 0 16,0 25-16,0-25 0,0 0 0,0 0 0,0 0 0,0 24 15,0-24-15,-25 0 0,25 25 0,0-25 0,0 0 0,0 25 0,0-25 31,0 25-31,0-25 0,0 0 16,0 25-16,0-25 0,0 0 0,0 24 0,0-24 0,0 0 0,0 0 0,0 25 0,25-25 0,-25 0 0,0 0 0,0 0 16,0 0-16,25 25 0,-25-25 0,0 0 0,25 0 0,-25 0 15,0 25-15,0-25 0,25 0 0,-25 0 0,0 0 0,24 25 16,-24-25-1,25 0-15,-25 0 0,0 24 0,25-24 0,-25 0 0,25 0 0,-25 0 0,0 25 16,0-25-16,25 0 0,-25 0 0,0 0 0,0 0 0,0 0 0,0 25 16,0-25-16,0 0 0,0 0 0,0 0 0,0 0 0,0 0 15,0 0-15,0 0 16,0 0-16,0 25 0,-25-25 0,25 0 0,0 0 0,-25 0 15,25 0-15,0 0 0,-25 25 0,25-25 0,-25 0 0,25 0 0,-24 0 16,24 0-16,-25 0 0,25 0 0,0 0 0,-25 0 0,25 0 16,0 0-16,-25-25 0,25 25 0,0 0 0,0 0 0,0-25 15</inkml:trace>
  <inkml:trace contextRef="#ctx0" brushRef="#br0" timeOffset="84215.8167">19372 4341 0,'0'0'0,"0"0"0,0 0 16,0 0-16,0 0 0,0 0 0,25 0 0,-25 0 15,0 0-15,25 0 0,-25 0 16,0-25-16,25 25 0,-25 0 0,25 0 0,-25 0 0,24 0 0,-24 0 0,25 0 31,-25 0-31,25 0 0,0 0 16,-25 0-16,25 25 0,0-25 0,-25 0 0,24 0 0,1 0 0,-25 0 0,25 25 0,0-25 0,-25 0 0,25 0 15,-25 0-15,24 24 0</inkml:trace>
  <inkml:trace contextRef="#ctx0" brushRef="#br0" timeOffset="84822.8516">20389 4415 0,'0'0'0,"0"-25"0,0 25 16,0 0-16,0 0 0,0 0 0,0 0 0,0-24 0,0 24 15,25 0-15,-25 0 0,0 0 0,0 0 0,0-25 16,25 25-16,-25 0 15,0 0-15,25 0 0,-25 0 0,0 0 0,25 0 0,-25 0 0,0 0 0,0 0 16,24 0-16,-24 0 0,0 0 0,0 0 0,0 0 0,25 0 0,-25 25 16,0-25-16,0 0 15,0 0-15,0 24 0,0-24 0,0 0 0,0 25 0,0-25 16,0 0-16,-25 25 0,25-25 0,0 0 0,0 25 0,-24-25 0,24 25 15,0-25-15,-25 0 0,25 24 0,-25-24 0,25 25 0,0-25 16,-25 0-16,25 25 0,-25-25 16,25 0-16,0 25 0,0-25 0,-24 0 0,24 0 15,0 25-15,0-25 0,0 0 0,0 0 0,0 0 0,0 0 0,0 0 16,0 0-16,0 0 0,24 0 0,-24 24 0,0-24 0,25 0 15,-25 0-15,25 0 0,-25 0 0,0 0 0,25 0 0,-25 0 16,25 25-16,-25-25 0,24 0 16,-24 0-16,0 0 0,25 25 0,-25-25 0,0 0 0,0 25 0,25-25 15,-25 0-15,0 0 0,0 25 0,0-25 0,0 0 16,0 0-16,0 24 0,-25-24 0,25 0 0,0 0 0,-25 0 0,25 25 15,-24-25-15,24 0 0,-25 25 16,0-25-16,25 0 0,-25 0 0,0 0 0,1 25 16,-1-25-16,25 0 0,-25 0 0,0 0 0,0 0 0,1 25 15,-1-25-15,0 0 0,0 0 0,0 0 0</inkml:trace>
  <inkml:trace contextRef="#ctx0" brushRef="#br0" timeOffset="85385.8838">17140 5755 0,'-25'0'0,"25"0"0,0 0 16,0 0-16,0 0 0,0 0 0,0 0 0,0 0 0,0 0 15,0 0-15,0 0 0,0 0 0,0 0 0,0 0 0,0 0 0,25 0 16,-25 0-16,0 0 0,0 0 0,0 0 0,0 0 0,25 0 15,-25 0-15,0 0 0,25 0 16,-25-25-16,0 25 0,24 0 0,-24 0 0,25 0 16,-25 0-16,0 0 0,25 0 0,-25 0 0,0 0 0,25 0 15,-25 0-15,25 0 0,-25 0 0,0 0 0,0 0 0,24 25 0,-24-25 0,0 0 16,0 0-1</inkml:trace>
  <inkml:trace contextRef="#ctx0" brushRef="#br0" timeOffset="85717.9025">17388 5879 0,'0'0'0,"0"0"0,0 0 0,0 0 62,0 0-62,0 0 16,25 0-16,-25-25 0,0 25 0,0 0 0,0-25 0,25 25 0,-25 0 0,0-25 0,0 25 0,0 0 0,24-25 0,-24 25 0,0-24 0,0 24 0,0-25 0,0 25 0,25 0 0,-25-25 0,0 25 0,0-25 0,0 25 0,0 0 0,0-25 0,0 25 0,0 0 15,0 0-15,0 0 0,0-24 0,0 24 0,0 0 16,0 0-16,0 0 0,0 0 0,0 0 16,0 0-16,0 0 0,0 0 0,0 24 0,0-24 0,0 0 0,0 0 15,0 0-15,0 0 0,0 25 0,25-25 0,-25 0 0,0 25 16,0-25-16,0 0 0,0 25 0,0-25 0,0 25 15,0-1-15,0-24 16,0 25-16,0-25 0,0 25 0,0 0 0,25-25 0,-25 25 0,0 0 0,0-25 16,0 24-16,0 1 0,0-25 0,0 25 0,25-25 0,-25 25 15,0-25-15,0 25 0,0-25 16,25 0-16,-25 24 0,0-24 0,0 0 0,24 0 0,-24 0 0,0 0 15,0 0-15,25 0 0,-25 0 0</inkml:trace>
  <inkml:trace contextRef="#ctx0" brushRef="#br0" timeOffset="86369.9399">18604 5631 0,'0'-25'0,"0"25"0,0 0 16,0 0-16,0 0 0,0-25 0,0 25 0,0 0 0,-25 0 15,25 0-15,0 0 0,0 0 0,0 0 0,0 0 0,0-25 16,-25 25-16,25 0 15,0 0-15,0 0 0,0 25 0,-25-25 0,25 0 0,0 0 16,0 0-16,-25 0 0,25 0 0,0 0 0,0 25 0,-25-25 0,25 0 16,0 0-16,0 25 0,-24-25 0,24 0 0,0 24 0,0-24 0,0 25 15,0-25 1,-25 25-16,25-25 0,0 25 0,25 0 0,-25-25 0,0 24 0,0-24 0,0 25 15,0 0-15,0-25 0,24 25 0,-24-25 0,0 25 0,0-25 16,0 25-16,25-25 0,-25 24 0,0-24 0,25 0 0,-25 25 16,25-25-16,-25 0 0,0 0 0,25 0 0,-25 25 0,0-25 15,25 0-15,-25 0 16,0 0-16,24 0 0,-24-25 0,0 25 0,25 0 0,-25 0 0,0 0 15,25-25-15,-25 25 0,25 0 0,-25-24 0,0 24 0,0-25 0,25 25 16,-25-25-16,0 0 0,0 25 0,0-25 0,0 25 0,0-25 16,0 1-1,0 24-15,0-25 0,0 0 0,-25 25 0,25-25 0,0 25 0,0-25 0,0 25 16,-25-24-16,25 24 0,0 0 0,0 0 0,0 0 0,0-25 15,0 25-15,0 0 0,0 0 0,0 0 0,0 0 0,0 0 16,0 0-16,0 0 0,0 25 0,0-25 16,0 0-16,25 0 0,-25 0 0,0 0 15,25 0-15,-25 0 0,0 24 0,24-24 0</inkml:trace>
  <inkml:trace contextRef="#ctx0" brushRef="#br0" timeOffset="86858.9681">19372 5631 0,'0'0'0,"0"0"16,0 0-16,0 0 0,0 0 0,0 0 0,0 0 0,25-25 15,-25 25-15,0 0 0,0 0 0,25 0 0,-25 0 16,0 0-16,0 0 0,25 0 16,-25 0-16,0 0 0,0 0 0,0 0 0,25 0 0,-25 0 0,0 0 15,0 0-15,0 25 0,0-25 0,0 0 0,0 0 0,0 24 16,0-24-16,0 0 0,0 25 0,-25-25 0,25 0 0,0 25 15,0-25 1,0 25-16,-25-25 0,25 0 0,0 25 0,0-25 0,-25 24 0,25-24 0,0 25 16,-25-25-16,25 25 0,0-25 0,0 25 0,0-25 0,-24 25 0,24-25 15,0 0-15,0 25 0,0-25 0,0 0 0,0 24 0,0-24 16,0 0-16,0 0 0,0 25 0,0-25 15,0 0-15,24 0 0,-24 0 0,0 0 0,25 0 16,-25 0-16,25 0 0,-25 0 0,25 0 0,-25 25 0,25-25 0,-1 0 16,1 0-16,-25 0 15,25 0-15,0 0 0,-25-25 0,25 25 0,0 0 0,-1 0 0,-24 0 0,25 0 0,0-25 16,0 25-16,-25 0 0,25 0 0</inkml:trace>
  <inkml:trace contextRef="#ctx0" brushRef="#br0" timeOffset="87315.9941">20538 5482 0,'25'0'0,"-25"0"0,0 0 16,0 0-16,0 0 0,0 0 0,0 0 0,0 0 0,0 0 0,0 0 15,0 0-15,0 0 0,0 0 0,0 0 0,-25 0 0,25 0 16,0 0-16,0 0 15,0 0-15,0 0 0,0 0 0,0 0 0,0 0 0,-25 25 16,25-25-16,0 0 0,0 0 0,0 0 0,-24 24 0,24-24 16,0 0-16,-25 25 0,25-25 0,0 0 0,-25 25 0,25-25 0,0 0 31,0 25-31,-25-25 0,25 0 0,0 0 0,-25 25 0,25-25 0,0 0 0,0 0 0,0 0 0,0 24 0,0-24 15,0 0-15,0 0 0,0 0 0,0 0 0,0 0 16,0 25-16,25-25 16,-25 0-16,0 0 0,0 0 0,25 0 0,-25 0 0,25 0 0,-25 0 15,25 0-15,-25 0 0,24 0 0,-24 0 0,25 0 0,0 0 0,-25 0 0,25 0 16,0 25-16,-25-25 0,24 0 0,-24 0 15,25 0-15,-25 0 0,25 0 16,-25 0-16,25 0 0,-25 0 0,25 0 0,-25 0 0,0 0 0,0 0 0,25 0 16,-25 0-16,0 0 0,0 0 0,0-25 0,24 25 0,-24 0 15,0 0-15,0 0 0,0 0 0,0-25 0</inkml:trace>
  <inkml:trace contextRef="#ctx0" brushRef="#br0" timeOffset="87548.0074">20712 5457 0,'0'0'0,"0"-25"0,0 25 0,-25 0 0,25 0 15,0 0-15,0 0 0,0 0 0,0 0 0,0 0 16,0 0-16,0 0 16,0 25-16,0-25 0,0 0 0,0 0 0,0 25 0,0-25 0,0 25 15,0-25-15,0 24 0,0-24 0,0 25 0,0-25 0,0 25 0,0 0 16,0-25-16,0 25 0,0-1 0,0 1 0,0-25 0,0 25 15,0 0 1,0 0-16,-25-1 0,25 1 0,0 0 0,0 0 0,0 0 0,-25 0 0,25-1 16,0 1-16,0 0 0,-24 0 0,24 0 0,0-1 0,-25-24 0</inkml:trace>
  <inkml:trace contextRef="#ctx0" brushRef="#br0" timeOffset="88382.0552">17487 6474 0,'0'0'0,"0"0"16,-25 0-16,25 0 0,0 0 0,-24 0 0,24 0 0,0 0 0,-25 0 15,25 0-15,0 0 0,-25 0 0,25 0 0,0 25 0,0-25 16,-25 0-16,25 0 15,0 0-15,0 0 0,0 0 0,-25 25 0,25-25 0,0 0 16,0 0-16,0 24 0,-24-24 0,24 25 0,0-25 0,0 25 0,0 0 16,0-25-16,-25 25 0,25-25 0,0 24 0,0 1 0,0 0 15,0-25-15,0 25 0,0 0 0,0-25 0,0 24 0,0 1 31,0-25-31,0 25 0,0 0 0,25-25 0,-25 25 0,0-25 0,0 0 0,24 25 0,-24-25 0,25 0 0,-25 0 16,0 0-16,25 24 0,-25-24 0,25-24 16,-25 24-16,25 0 0,-25 0 15,24 0-15,-24-25 0,25 25 0,-25 0 0,25-25 0,-25 25 0,25-25 16,-25 0-16,25 25 0,-25-25 0,0 25 0,25-24 0,-25-1 0,0 25 15,0-25-15,0 0 0,0 25 0,0-25 0,0 1 16,0-1-16,0 25 0,0-25 16,0 0-16,0 25 0,-25-25 0,25 1 0,0 24 0,0-25 0,0 25 0,0-25 15,0 25-15,-25 0 0,25-25 0,0 25 0,0 0 0,0 0 16,0 0-16,0 0 0,0 0 0,0 0 0,0 0 15,0 25-15,0-25 0,0 0 0,0 0 16,0 0-16,0 25 0,25-25 0,-25 0 16,0 0-16,0 25 0,25-25 0,-25 0 0</inkml:trace>
  <inkml:trace contextRef="#ctx0" brushRef="#br0" timeOffset="89081.0952">18827 6474 0,'0'0'0,"0"-25"0,-25 25 0,25 0 16,0 0-16,0 0 0,-25-25 0,25 25 16,0 0-16,0 0 0,-25 0 0,25 0 0,0 25 0,-24-25 0,24 0 0,0 0 15,0 0-15,-25 25 0,25-25 0,0 0 0,0 25 0,0-25 16,-25 25-16,25-25 15,0 24-15,0-24 0,0 25 0,0 0 0,0-25 0,0 25 0,0 0 32,0-1-32,0 1 0,0-25 0,0 25 0,0 0 0,0 0 0,0-1 0,0-24 0,25 25 0,-25 0 0,0 0 0,0-25 15,25 25-15,-25-25 0,0 25 0,0-25 0,24 24 0,-24-24 0,0 25 16,25-25-16,-25 0 0,0 0 0,25 25 0,-25-25 15,0 0 1,0 0-16,25 0 0,-25 0 0,0 0 0,0-25 0,25 25 0,-25 0 0,0 0 16,0-25-16,0 25 0,24 0 0,-24-24 0,0 24 0,0-25 0,0 25 15,0-25-15,0 25 0,-24-25 0,24 25 0,0-25 16,0 25-16,0-25 15,-25 25-15,25 0 0,0-24 0,-25 24 0,25-25 0,0 25 16,-25 0-16,25 0 0,0 0 0,-25 0 0,25 0 0,0 0 0,-24 0 0,24 0 16,0 0-16,0 0 0,0 0 0,-25 0 0,25 25 0,0-25 15,0 0-15,0 0 0,0 24 0,0-24 0,0 0 0,0 0 16,0 0 15,0 25-31,0-25 0,25 0 0,-25 0 0,0 0 0,24 25 0,-24-25 16,0 0-16</inkml:trace>
  <inkml:trace contextRef="#ctx0" brushRef="#br0" timeOffset="89749.1334">19621 6449 0,'0'0'0,"0"0"15,0 0-15,0 0 0,0 0 0,0 0 0,0 0 0,0 0 0,0 0 0,0 0 16,0 0-16,0 0 0,-25 0 0,25 0 0,0 0 0,0 0 0,0 25 16,0-25-16,0 0 0,0 0 0,0 0 0,0 25 15,0-25-15,0 0 0,0 25 0,0-25 16,0 0-16,0 24 0,0-24 0,0 25 15,0-25-15,0 25 0,0-25 0,0 0 0,0 25 0,25-25 16,-25 25-16,0-25 0,0 0 0,24 24 0,-24-24 0,0 25 0,25-25 16,-25 0-16,0 25 0,25-25 0,-25 0 0,25 0 0,-25 25 15,0-25-15,25 0 0,-25 0 16,24 25-16,-24-25 0,25 0 0,-25 0 0,25 24 0,-25-24 15,0 0-15,25 0 0,-25 0 0,0 25 0,0-25 0,25 0 0,-25 0 16,0 0-16,0 0 0,0 0 0,0 25 0,0-25 0,0 0 16,0 0-16,0 0 15,0 0-15,0 0 0,0 0 0,0 0 0,0 0 0,-25 0 0,25 25 16,0-25-16,0 0 0,0 0 0,-25 0 0,25 0 0,0 0 15,-25 0-15,25 25 0,-25-25 0,25 0 0,-24 0 0,24 0 16,0 0-16,-25 0 0,25 0 16,-25 0-16,25 0 0,-25 0 0,25 0 0,0 0 15,0 0-15,-25-25 0,25 25 0,0 0 0,0-25 0,0 25 0,0 0 0</inkml:trace>
  <inkml:trace contextRef="#ctx0" brushRef="#br0" timeOffset="89924.1434">19720 6449 0,'0'0'0,"0"-25"16,0 25-16,0 0 0,0 0 0,0 0 0,0 0 15,25 0-15,-25 0 0,0 0 16,0 0-16,0 0 0,24 0 0,-24-24 0,0 24 0,25 0 0,-25 0 16,25 0-16,0 0 0,-25 0 0,25 0 0,-1 0 0,1 24 15,-25-24-15,25 0 0,0 0 0,0 0 0,-1 0 0,-24 0 16,25 25-16,0-25 0,-25 0 15,25 0-15,0 0 0,-1 25 0</inkml:trace>
  <inkml:trace contextRef="#ctx0" brushRef="#br0" timeOffset="90463.1742">20762 6524 0,'0'-25'0,"0"25"0,0 0 16,0-25-16,0 25 0,0 0 0,0 0 0,0-25 0,0 25 0,0 0 16,0 0-16,0 0 0,0-25 0,0 25 0,0 0 0,0 0 15,-25 0 1,25 0-16,0 0 0,0 0 0,0 0 0,0 0 0,0 0 0,-25 0 0,25 25 15,0-25-15,0 0 0,-25 0 0,25 0 0,0 25 0,0-25 0,-25 0 16,25 25-16,0-25 16,0 0-16,0 25 0,-25-25 0,25 24 0,0 1 0,0-25 0,0 25 15,0 0-15,0-25 0,0 25 0,0-1 0,0-24 0,0 25 0,0 0 16,0-25-16,25 25 0,-25 0 0,0-25 0,0 24 0,25-24 15,-25 0-15,0 25 0,25-25 0,-25 25 0,25-25 16,-25 0-16,0 0 16,25 0-16,-25 0 0,0 0 0,24 0 0,-24 0 0,0 0 0,25 0 0,-25-25 15,25 25-15,-25 0 0,0-25 0,25 25 0,-25-24 0,0 24 16,0-25-16,25 25 0,-25-25 0,0 0 0,0 25 0,0-25 15,0 1-15,0 24 16,0-25-16,0 25 0,0-25 0,-25 0 0,25 25 0,0 0 0,0-25 16,0 25-16,-25 0 0,25-24 0,0 24 0,0 0 0,-25 0 15,25 0-15,0 0 0,0 0 0,-25 0 0,25 0 0,0 0 16,-24 0-16,24 0 0,0 0 15,-25 0-15,25 0 0,-25 0 0,25 0 0,-25 0 0,25 24 0</inkml:trace>
  <inkml:trace contextRef="#ctx0" brushRef="#br0" timeOffset="91588.2386">17363 7293 0,'0'0'0,"0"0"0,0 0 16,0 0-16,0 0 0,0 0 0,0 0 0,0 0 16,0 0-16,0 0 0,0 0 0,0 0 0,0 0 15,0 0-15,0 0 0,0 0 16,0 0-16,0 0 0,0 0 0,0 0 0,0 0 0,0 0 0,0 0 0,0 0 15,0 0-15,0 0 0,0 0 0,0 0 0,0 0 0,0 0 16,0 0-16,0 0 16,0 0-16,0 0 0,0 0 0,0 0 0,0 0 0,0 0 15,0 0-15,0 0 0,0 0 0,0-25 0,25 25 0,-25 0 0,0 0 16,0 0-16,0 0 0,25 0 0,-25 0 0,0 25 0,25-25 0,-25 0 15,0 0-15,0 0 0,24 0 0,-24 0 0,0 0 0,0 0 16,0 0-16,0 0 16,0 24-16,25-24 0,-25 0 0,0 0 0,0 25 0,0-25 15,-25 0-15,25 0 0,0 25 0,0-25 0,0 0 0,0 25 16,0-25-16,-24 0 0,24 25 0,0-25 0,0 0 0,0 24 0,-25-24 15,25 0 1,0 25-16,0-25 0,-25 0 0,25 0 0,0 25 0,0-25 0,0 0 16,-25 0-16,25 0 0,0 0 0,0 0 0,0 25 0,0-25 0,0 0 15,0 0-15,0 0 0,0 0 0,0 0 0,0 0 0,0 0 16,0 0-16,25 0 0,-25 0 0,0 0 15,0 0-15,25 0 0,-25 0 0,0 0 0,25 0 0,-25 0 0,0 0 0,24 0 16,-24 0 0,0 0-16,0 0 0,25 25 0,-25-25 0,0 0 0,25 0 15,-25 0-15,0 0 0,0 24 0,0-24 0,0 0 0,25 0 0,-25 25 0,0-25 16,0 0-16,0 25 0,0-25 0,0 0 0,0 0 0,-25 25 15,25-25-15,0 0 16,0 25-16,0-25 0,-25 0 0,25 0 0,0 24 0,0-24 0,-25 0 0,25 0 16,0 0-16,-24 25 0,24-25 0,0 0 0,-25 0 0,25 0 15,0 0-15,0 0 0,0 0 0,-25 25 16,25-25-16,0 0 0,0 0 0,0-25 15,0 25-15,0 0 0,0 0 0,0 0 0,0 0 0,0 0 0,0-25 16,0 25-16,0 0 0,0 0 0,0-24 0,25 24 0,-25 0 0,0 0 16</inkml:trace>
  <inkml:trace contextRef="#ctx0" brushRef="#br0" timeOffset="92485.2899">18777 7565 0,'0'-24'0,"0"24"0,0 0 16,0 0-16,0 0 0,0 0 0,0 0 0,0 0 15,0 0-15,0 0 0,0-25 16,0 25-16,0 0 0,0 0 0,0 0 0,0 0 16,0 0-16,0 0 0,0 0 0,0 0 0,0-25 0,0 25 0,0 0 15,0 0-15,0 0 0,0 0 0,0 0 0,0 0 0,0 0 16,0 0-16,0 0 0,0 0 0,0 0 0,25 0 0,-25 0 0,0 0 15,0 0 1,0 0-16,0 0 0,25 0 0,-25 0 0,0 0 16,25 0-16,-25 0 0,0 0 0,24 0 0,-24 0 0,0 0 0,0 0 0,25 0 0,-25 25 15,0-25-15,0 0 0,0 0 0,25 25 0,-25-25 0,0 0 31,0 24-31,0-24 0,0 25 0,0-25 0,-25 0 0,25 25 0,0-25 0,0 25 0,0-25 0,-25 25 0,25-25 16,0 24-16,0-24 0,-24 25 16,24-25-16,0 25 0,0-25 0,-25 25 0,25-25 0,0 25 0,-25-25 15,25 24-15,0-24 0,0 0 0,0 25 0,0-25 0,0 0 16,0 0-16,0 25 0,0-25 15,0 0-15,0 0 0,0 0 0,0 0 0,25 0 16,-25 0-16,25 0 0,-25 0 0,24 0 0,-24 0 0,25 0 0,-25 0 0,25 0 16,0 0-16,-25 0 0,25 0 0,-1 0 0,1 0 0,-25 0 15,25 0-15,0 0 16,-25 0-16,25 0 0,-1 0 0,-24 0 0,25 0 0,-25 0 0,25 0 15,0 0-15,-25 0 0</inkml:trace>
  <inkml:trace contextRef="#ctx0" brushRef="#br0" timeOffset="93223.3321">19869 7615 0,'0'0'0,"0"25"0,0-25 15,0 0-15,0 0 0,0 0 0,0 0 0,0 0 0,0 0 16,0 0-16,0 0 0,0 0 0,0 0 0,0 0 0,0 0 16,0-25-16,0 25 0,0 0 0,0 0 0,0 0 0,0 0 0,0 0 15,24-25-15,-24 25 0,0 0 0,0 0 0,0 0 16,0-25-16,25 25 0,-25 0 0,0 0 15,0 0-15,25-24 0,-25 24 0,0 0 16,0 0-16,25 0 0,-25 0 0,0-25 0,0 25 0,25 0 0,-25 0 16,0 0-16,24-25 0,-24 25 0,0 0 0,25 0 0,-25 0 0,0 0 15,0-25 1,25 25-16,-25 0 0,0 0 0,0 0 0,0 0 0,0 0 0,0 0 0,25 0 15,-25 0-15,0 0 0,0 0 0,0 0 0,0 0 16,0 0-16,0 0 0,-25 25 0,25-25 0,0 0 0,0 0 0</inkml:trace>
  <inkml:trace contextRef="#ctx0" brushRef="#br0" timeOffset="94447.4019">20092 7441 0,'0'0'0,"0"0"0,0 0 15,0 0-15,0 0 0,0 0 0,0 0 0,0 0 0,0 0 0,0 0 16,0 0-16,0 0 0,0 0 0,0 0 0,0 0 0,0 0 16,0 0-16,0 0 0,0 0 0,0 0 0,0 0 15,0 0-15,0 0 16,0 0-16,0 0 0,0 0 0,0 0 0,0 0 0,0 0 0,0 0 0,0 0 15,0 25-15,-25-25 0,25 0 0,0 0 0,0 25 0,0-25 16,0 0-16,0 25 0,0-25 0,0 25 0,0-25 16,0 0-16,0 24 0,-25-24 0,25 25 0,0-25 0,0 25 15,0-25-15,0 25 0,0-25 0,0 25 16,0-25-16,0 24 0,0-24 0,0 25 0,0-25 0,0 25 0,0-25 15,0 25-15,0-25 0,0 0 0,0 25 0,0-25 16,0 24-16,0-24 16,0 25-16,0-25 0,0 0 0,0 0 0,0 25 0,0-25 15,0 0-15,0 0 0,0 0 0,0 25 0,0-25 0,0 0 0,0 0 0,0 0 16,0 0-16,0 0 0,0 0 15,0 0-15,-25 25 0,25-25 0,0 0 0,0 0 0,0 0 16,0 0-16,-24 24 0</inkml:trace>
  <inkml:trace contextRef="#ctx0" brushRef="#br0" timeOffset="94645.4131">19893 7987 0,'0'0'0,"0"0"0,0 0 0,0 0 0,0 0 0,0 0 16,0 0-16,0 0 0,0 0 15,0 0-15,25 0 0,-25 0 0,0 0 0,0 0 0,25 0 16,-25 0-16,0 0 0,25 0 0,-25 0 0,0 0 0,25 0 0,-25 0 15,24 0-15,-24 0 0,0 0 0,25 0 0,-25 0 0,25 0 16,-25 0 0,25 0-16,-25 0 0,25 0 0,-25 0 0,24 0 0,-24 0 0,25 0 15,-25 0-15,25 0 0,-25 25 0,25-25 0,-25 0 0</inkml:trace>
  <inkml:trace contextRef="#ctx0" brushRef="#br0" timeOffset="95398.4564">20935 7268 0,'0'0'0,"0"0"16,0 0-16,0 0 0,0 0 0,0-25 0,0 25 0,0 0 0,0 0 15,0 0-15,0 0 0,0 0 0,0 0 0,0 0 16,0 0-16,0 0 15,0 0-15,0 0 0,0 0 0,0 0 0,0 0 0,0 0 0,0 0 0,0 0 16,0 0-16,0 0 0,0 0 0,0 0 0,-25 0 0,25 25 16,0-25-16,0 0 0,0 0 0,-24 25 0,24-25 0,0 0 15,0 24 1,-25-24-16,25 25 0,0-25 0,-25 0 0,25 25 0,0-25 0,0 0 15,-25 25-15,25-25 0,0 0 0,0 25 0,0-25 0,-25 0 0,25 24 16,0-24-16,0 0 0,0 25 0,0-25 0,0 0 0,0 0 0,0 0 16,0 25-16,0-25 0,0 0 0,0 0 0,0 0 15,0 0 1,25 0-16,-25 25 0,0-25 0,0 0 0,25 0 0,-25 0 0,0 0 0,25 0 15,-25 0-15,25 0 0,-25 25 0,24-25 0,-24 0 0,25 0 0,-25 0 16,25 0-16,-25 0 16,25 0-16,-25 0 0,0 0 0,25 0 0,-25 0 0,24 0 0,-24 0 0,0 0 0,25 0 15,-25 0-15,0 0 0,25 0 0,-25 0 16,0 0-16,0 0 0,0 0 0,0 0 0,25-25 0,-25 25 0,0 0 15,0 0-15,0 0 0,0-25 0,0 25 0,0 0 16,0 0-16,0-25 16,25 25-16</inkml:trace>
  <inkml:trace contextRef="#ctx0" brushRef="#br0" timeOffset="95598.4677">21109 7317 0,'0'0'0,"0"-24"15,0 24-15,0 0 0,0 0 0,-25 0 0,25 0 16,0 0-16,0 0 0,0 0 0,0 0 0,25 0 0,-25 0 16,0 24-16,0-24 0,0 0 0,0 25 0,0-25 15,0 25-15,0-25 0,0 25 0,0 0 0,0-25 0,0 24 16,0 1-16,0-25 0,25 25 0,-25 0 0,0-25 15,0 25-15,0-1 16,0-24-16,0 25 0,0-25 0,0 25 0,0 0 0,0-25 16,-25 25-16,25-25 0,0 0 0,0 24 0,0-24 0,0 0 0,0 25 15,0-25-15,0 0 0,0 0 0,0 0 0,0 0 0,0 0 16,0 0-16</inkml:trace>
  <inkml:trace contextRef="#ctx0" brushRef="#br0" timeOffset="97379.5698">21357 4465 0,'0'0'0,"0"0"0,0 0 15,0 0-15,0 0 0,0 0 0,0 0 0,0 0 16,0 0-16,0 0 0,0 0 16,0 0-16,0 0 0,0 0 0,0 0 0,25 0 15,-25 0-15,0 25 0,0-25 0,0 0 0,0 0 0,24 0 0,-24 0 16,0 0-16,25 0 0,-25 0 0,0 24 0,25-24 15,-25 0-15,25 0 0,-25 0 0,25 0 0,-25 0 0,24 0 0,1 25 16,-25-25-16,25 0 0,-25 0 0,25 0 0,-25 0 0,25 0 16,-1 0-16,-24 0 15,25 0-15,-25 0 0,25 0 0,-25 25 0,0-25 0,25 0 0,-25 0 31,0 0-31,25 0 0,-25 0 0,0 0 0,0 0 0,0 0 0,0 0 0,0 0 0,0 0 0,0 0 0,0 0 0,0 0 16,0 0-16,0 0 0,0 0 0,0 0 16,0 0-16,0 0 0,0 0 0,0 0 15,0 0-15,0 0 0,0 0 0,0 0 0,0 0 0,0 25 16,0-25-16,0 0 0,0 0 0,0 25 0,0-25 0,0 0 0,0 24 15,0-24-15,0 0 0,0 25 0,0-25 0,0 25 0,0-25 16,0 0-16,0 25 0,0-25 16,0 25-16,0-25 0,0 24 0,0-24 0,0 25 0,-25 0 0,25-25 15,0 25-15,0-25 0,0 25 0,0-25 0,0 25 0,0-1 0,0-24 16,0 25-16,0 0 0,0-25 0,0 25 0,0 0 15,0-1-15,0-24 16,0 25-16,0 0 0,0 0 0,0-25 0,0 25 0,25-1 0,-25-24 16,0 25-16,0 0 0,0-25 0,0 25 0,0-25 0,0 25 0,0-1 0,-25-24 15,25 25-15,0-25 0,0 25 0,0-25 0,0 25 16,0 0-1,0-25-15,0 24 0,0-24 0,0 25 0,0 0 0,0-25 0,0 25 0,0-25 16,0 25-16,0-25 0,0 24 0,0-24 0,0 25 0,0-25 16,0 25-16,0-25 0,0 25 0,0-25 0,-25 25 0,25-25 15,0 24 1,0-24-16,0 25 0,0-25 0,0 25 0,0-25 0,0 25 0,0-25 0,0 25 0,0-25 0,0 24 15,0-24-15,0 25 0,0-25 0,0 0 16,0 25-16,0-25 0,0 25 0,0-25 16,0 25-16,0-25 0,0 25 0,0-25 0,0 24 0,0-24 0,0 0 0,0 25 15,0-25-15,0 25 0,0-25 0,0 25 0,0-25 0,0 25 16,0-25-16,0 24 0,0-24 0,0 25 0,0-25 15,0 0-15,0 25 16,0-25-16,0 25 0,0-25 0,0 25 0,0-25 0,0 24 16,0-24-16,0 25 0,0-25 0,0 25 0,0-25 0,0 25 0,0-25 0,0 25 15,0-25-15,0 24 0,0-24 0,0 25 0,0-25 16,0 25-16,0-25 0,0 0 0,0 25 15,0-25-15,0 25 0,0-25 0,0 24 0,0-24 0,0 0 16,0 25-16,0-25 0,0 25 0,0-25 0,0 0 0,0 25 0,0-25 16,0 25-16,0-25 0,0 24 0,0-24 0,0 0 0,0 25 15,0-25-15,0 25 0,0-25 16,0 25-16,0-25 0,0 0 0,0 25 15,0-25-15,0 0 0,0 24 0,0-24 0,0 0 0,0 25 0,0-25 16,0 0-16,0 0 0,0 25 0,0-25 0,0 0 0,0 0 0,0 25 16,0-25-16,0 0 0,0 0 0,0 25 0,0-25 15,0 0-15,-25 0 0,25 24 16,0-24-16,0 0 0,0 0 0,0 25 0,0-25 0,0 0 0,0 0 16,0 25-16,0-25 0,0 0 0,0 25 0,0-25 0,0 0 15,0 25-15,0-25 0,0 0 0,0 25 0,0-25 0,0 0 16,0 24-16,0-24 0,0 25 0,0-25 0,0 0 0,0 25 15,0-25-15,0 25 0,0-25 16,0 0-16,-25 25 0,25-25 0,0 24 0,0-24 0,0 0 16,0 25-16,0-25 0,0 0 0,0 25 0,0-25 0,0 0 15,0 25 1,0-25-16,0 25 0,0-25 0,0 0 0,0 24 0,0-24 0,0 25 0,0-25 15,0 0-15,0 25 0,0-25 0,0 25 0,0-25 0,0 25 0,0-25 16,0 24-16,0-24 0,0 0 16,0 25-16,0-25 0,0 25 0,0-25 0,0 0 0,0 25 0,0-25 0,0 25 15,0-25-15,0 0 0,0 24 0,0-24 0,0 25 0,0-25 16,0 0-16,0 25 0,25-25 0,-25 0 0,0 25 0,0-25 15,0 0 1,0 25-16,0-25 0,0 0 0,0 24 0,0-24 0,0 0 0,0 25 16,0-25-16,0 0 0,0 0 0,0 25 0,0-25 0,25 0 0,-25 0 15,0 25-15,0-25 0,0 0 0,0 0 0,0 0 0,0 25 16,0-25-16,0 0 15,0 0-15,0 0 0,0 0 0,0 24 0,0-24 0,0 0 0,0 0 16,0 0-16,0 0 0,0 0 0,0 0 0,0 0 0,0 0 0,-25 0 16,25 0-16,0 25 0,0-25 0,0 0 0,0 0 0,0 0 15,0 0-15,0 0 0,0 0 0,0 0 16,0 0-16,0 25 0,0-25 15,0 0-15,0 0 0,0 0 0,-25 0 0,25 0 0,0 0 0,0 0 0,-24 25 16,24-25-16,0 0 0,-25 0 0,25 0 0,-25 0 0,25 0 0,-25 0 16,0 0-16,25 0 0,-24 0 15,-1 0-15,25 0 0,-25-25 0,0 25 0,25 0 0,-25 0 0,1 0 16,24 0-16,-25-25 0,25 25 0,-25 0 0,25 0 15,-25 0-15</inkml:trace>
  <inkml:trace contextRef="#ctx0" brushRef="#br0" timeOffset="98651.6424">13866 9376 0,'0'25'0,"0"-25"15,0 0-15,0 0 0,0 0 0,0 0 0,0 0 0,0 0 16,0 0-16,0 0 0,0 0 0,0 0 0,0 0 0,0 0 0,25 0 0,-25 0 15,0 0-15,0 0 0,0-25 0,24 25 0,-24 0 16,0 0-16,25 0 16,-25-25-16,25 25 0,-25 0 0,0-24 0,25 24 0,-25 0 0,0 0 15,25-25-15,-25 25 0,0 0 0,24-25 0,-24 25 0,0-25 0,0 25 16,25 0-16,-25-25 0,0 25 0,0-24 0,0 24 0,0 0 15,0-25-15,0 25 16,0 0-16,0-25 0,0 25 0,0 0 0,0 0 0,-25-25 16,25 25-16,0 0 0,0 0 0,0 0 0,0 0 0,0 0 0,0 0 15,0 0-15,0 0 0,0 0 0,-24 0 0,24 0 0,0 25 16,0-25-16,0 0 0,0 25 0,0-25 15,0 25-15,0-1 0,0-24 0,0 25 16,0 0-16,0 0 0,0-25 0,0 25 0,24-1 0,-24 1 0,0 0 0,0 0 16,0-25-16,25 25 0,-25-1 0,0 1 0,0 0 0,0 0 31,25-25-31,-25 25 0,0-1 0,0-24 0,0 25 0,0 0 0,0-25 0,0 25 0,25-25 0,-25 25 0,0-25 15,0 24-15,0-24 0,-25 25 0,25-25 16,0 0-16,0 25 0,0-25 16,-25 0-16,25 0 0,0 25 0,0-25 0,-25 0 0,25 0 15,0 0-15,-24 0 0,24 0 0,0 0 0,0 0 0,-25 0 0,25 0 0,0 0 16,0 0-16,0-25 0,0 25 0,0 0 0,0 0 0,0 0 15,0-25-15,0 25 0,0 0 16,25 0-16,-25-25 0,0 25 0,0 0 0,24 0 0,-24 0 16,25-24-16,-25 24 0,0 0 0,25 0 0,-25 0 0,25 0 15,-25-25-15,0 25 0,25 0 0,-25 0 0,24 0 0,-24 0 0,0-25 16,25 25-1,-25 0-15,0 0 0,25-25 0,-25 25 0,0 0 0,25 0 0,-25-25 16,0 25-16,0 0 0,25-24 0,-25 24 0,0-25 0,0 25 0,0 0 16,0-25-16,24 25 0</inkml:trace>
  <inkml:trace contextRef="#ctx0" brushRef="#br0" timeOffset="98929.6585">14387 9128 0,'0'0'0,"0"0"0,0 0 16,0 0-16,0 0 0,0 0 0,0 0 0,0 0 0,0 0 0,0 0 15,0 0-15,0 0 0,0 25 0,25-25 0,-25 0 0,0 0 16,0 25-16,24-25 0,-24 0 0,0 25 0,25-25 0,-25 24 15,25-24-15,-25 25 16,25 0-16,-25-25 0,0 25 0,25 0 0,-25-25 0,0 24 0,24 1 16,-24 0-16,0-25 0,0 25 0,0 0 0,0-1 0,-24-24 15,24 25-15,0 0 0,-25 0 0,25-25 16,-25 25-16,0-1 0,25 1 0,-25 0 0,1-25 0,-1 25 15,0 0-15,0-1 0,0-24 0,0 25 0</inkml:trace>
  <inkml:trace contextRef="#ctx0" brushRef="#br0" timeOffset="99584.696">15453 9723 0,'0'0'0,"-24"-24"0,24 24 16,0 0-16,0 0 0,0 0 0,0 0 0,0 0 15,0 0-15,-25 0 0,25 0 0,0 0 0,0 0 0,0 0 0,0 0 16,-25 24-16,25-24 0,0 0 0,0 0 0,-25 25 0,25-25 31,0 25-31,0-25 0,-25 0 0,25 25 0,0 0 0,-25-25 0,25 24 0,-24 1 0,24-25 0,0 25 0,-25 0 0,25-25 16,0 25-1,-25-1-15,25 1 0,-25 0 0,25-25 0,0 25 0,-25 0 0,25 0 0,0-25 16,-24 24-16,24 1 0,0-25 0,-25 25 0,25-25 0,0 25 0,0-25 16,-25 25-16,25-25 0,0 0 15,0 24-15,0-24 0,0 0 0,0 0 0,0 0 0,0 0 0,0 0 0,0 0 16,0 0-16,0 0 0,0 0 0,0 0 15,0 0-15,0 0 0,0-24 0,25 24 16,-25 0-16,0-25 0,0 25 0,0-25 0,25 25 0</inkml:trace>
  <inkml:trace contextRef="#ctx0" brushRef="#br0" timeOffset="99869.712">15304 9823 0,'25'0'16,"-25"0"-16,0-25 0,0 25 0,0 0 0,0 0 15,0 0-15,0 0 0,0 0 16,0 0-16,0 0 0,25 0 0,-25 0 0,0 0 0,0 25 15,0-25-15,25 0 0,-25 0 0,0 24 0,0-24 0,25 25 0,-25-25 16,0 25-16,0-25 0,25 25 0,-25-25 0,0 25 0,0-1 16,24 1-16,-24-25 0,0 25 0,25 0 0,-25-25 15,0 25-15,0 0 16,0-25-16,25 24 0,-25 1 0,0-25 0,0 25 0,0-25 0,25 25 15,-25 0-15,0-25 0,0 24 0,0-24 0,0 0 0,0 25 0,25-25 0,-25 0 16,0 25-16,0-25 0,0 0 0,0 0 0,0 25 16,0-25-16,0 0 31,0 0-31,0 0 0,0 0 0,0 0 0,0 0 0,0 0 0,-25 0 0,25 0 0,0-25 0,0 25 0,-25 0 0,25 0 0</inkml:trace>
  <inkml:trace contextRef="#ctx0" brushRef="#br0" timeOffset="100039.722">15280 10071 0,'0'0'0,"0"-25"15,0 25-15,0 0 0,0 0 0,0 0 0,0 0 0,24 0 16,-24 0-16,0 0 0,25 0 0,-25 0 0,25 0 16,-25 0-16,25-25 0,-25 25 0,25 0 0,-25 0 15,25 0-15,-1 0 0,-24 0 16,25 0-16,-25 0 0,25 0 0,0 0 0,-25 25 0,25-25 15,-1 0-15,-24 0 0,25 0 0,-25 0 0,25 0 0,-25 0 0</inkml:trace>
  <inkml:trace contextRef="#ctx0" brushRef="#br0" timeOffset="100224.7323">15825 9996 0,'0'0'0,"25"0"0,-25 0 16,0 0-16,0 0 0,0 0 0,25 0 0,-25 0 0,25 0 15,-25 0-15,0 0 16,25 0-16,-25 0 0,24 0 0,1 0 0,-25 0 0,25 0 0,-25 25 16,25-25-16,-25 0 0,25 0 0,-25 0 0,0 0 0,24 0 0,-24 25 15</inkml:trace>
  <inkml:trace contextRef="#ctx0" brushRef="#br0" timeOffset="100403.7425">15825 10244 0,'0'0'0,"0"0"0,0 0 0,0 0 15,0 0-15,0 0 0,0 0 16,25 0-16,-25 0 0,0 0 0,25 0 0,-25 0 0,25 0 16,-25 0-16,25 0 0,-25 0 0,24 0 0,1 0 0,-25 0 0,25 0 15,-25 0-15,25 0 0,0 0 0,-25 0 0,24 25 16,-24-25-16,25 0 15,-25 0-15,25 0 0</inkml:trace>
  <inkml:trace contextRef="#ctx0" brushRef="#br0" timeOffset="101670.8153">17264 9153 0,'0'0'0,"-25"0"15,25 0-15,0 0 0,0 0 0,-25 0 0,25 0 0,0-25 16,0 25-1,-24 0-15,24 0 0,0 0 0,0 0 0,-25 0 0,25 0 0,0-25 16,0 25-16,-25 0 0,25 0 0,0 0 0,0 0 0,-25 0 0,25 0 16,0 0-16,0 0 0,-25-24 0,25 24 0,0 0 0,0 0 15,-24 0-15,24 0 0,0 0 0,0 0 16,0 0-16,-25 0 0,25 0 0,0 0 15,0 0-15,0-25 0,0 25 0,-25 0 0,25 0 0,0 0 16,0 0-16,0 0 0,0 0 0,0 0 0,0 0 0,-25 0 0,25 0 16,0 0-16,0 0 0,0 0 0,0 25 0,0-25 15,-25 0-15,25 0 0,0 0 0,0 0 0,-24 0 0,24 24 0,0-24 16,0 0-16,0 0 0,-25 25 15,25-25-15,0 0 0,0 25 0,0-25 0,0 25 16,-25-25-16,25 25 0,0-1 0,0-24 0,0 25 16,0 0-16,0 0 0,0 0 0,0-25 0,0 24 0,0 1 15,0 0-15,0 0 0,0 0 0,0-25 0,0 24 0,25 1 0,-25 0 16,0 0-16,0 0 0,0-25 0,0 24 0,0 1 0,0 0 15,0 0-15,0 0 0,0-1 0,0-24 0,0 25 0,25 0 16,-25 0 0,0 0-16,0-1 0,0 1 0,0-25 0,0 25 0,0 0 0,0 0 0,0-1 15,0 1-15,0-25 0,0 25 0,0 0 0,0 0 16,0 0-16,0-25 0,0 24 0,0 1 0,0-25 0,0 25 0,0 0 15,0-25-15,0 25 0,0-1 0,0-24 0,0 25 0,0 0 16,-25-25 0,25 25-16,0-25 0,0 25 0,0-1 0,0-24 0,0 25 0,0-25 15,0 25-15,0-25 0,0 25 0,0-25 0,0 25 0,0-1 0,0-24 0,0 25 16,0-25-16,0 25 0,0-25 0,0 25 15,0 0-15,0-25 0,0 24 0,0-24 16,0 25-16,-25 0 0,25-25 0,0 25 0,0-25 0,0 25 16,0-1-16,0-24 0,0 25 0,0-25 0,0 25 0,0 0 0,0-25 15,0 25-15,0-25 0,0 24 0,0-24 0,-25 25 0,25 0 16,0-25-16,0 25 15,0-25-15,0 25 0,0-25 0,0 24 0,0-24 0,0 25 16,0 0-16,0-25 0,0 25 0,0-25 0,0 25 0,0-1 0,0-24 16,0 25-16,0 0 0,0-25 0,0 25 0,0 0 0,0-25 31,0 25-31,0-1 0,0-24 0,0 25 0,0-25 0,0 25 0,0-25 0,0 25 0,0-25 0,0 25 0,0-25 15,0 0-15,0 24 0,0-24 0,0 25 0,0-25 0,0 25 16,0-25-16,0 0 16,0 25-16,0-25 0,0 25 0,0-25 0,0 0 0,0 24 0,0-24 15,0 0-15,0 0 0,0 0 0,0 25 0,0-25 0,0 0 0,0 0 16,0 0-16,0 0 0,25 0 0,-25 0 15,0 0-15,0 0 0,0 0 0,0 0 16,0 0-16,0 0 0,0 25 0,0-25 0,0 0 0,0 0 16,0 0-16,0 0 0,0 0 0,0 0 0,0 0 0,0 0 0,0 0 15,0 0-15,0 0 0,0 0 0,0 0 0,25 0 0,-25 0 16,0 0-16,0 0 0,0 0 0,25 0 0,-25 0 15,0-25-15,24 25 0,-24 0 16,0 0-16,25 0 0,-25 0 0,0 0 0,25 0 0,-25 0 0,0 0 16,25 0-16,-25 0 0,25 0 0,-25 0 0,24-25 0,1 25 0,-25 0 15,25 0-15,-25 0 0,25 0 0,-25 0 0,25 0 16,-1 0-16,-24-24 15,25 24-15,-25 0 0,0 0 0,25 0 0,-25 0 0,0 0 0,25-25 16</inkml:trace>
  <inkml:trace contextRef="#ctx0" brushRef="#br0" timeOffset="102652.8714">17587 9153 0,'0'0'16,"0"0"-16,0 0 0,0-25 0,0 25 0,0 0 16,0 0-16,0 0 15,0 0-15,0 0 0,-25 0 0,25 0 0,0 0 0,0 0 0,0 0 16,0 0-16,0 0 0,0 25 0,0-25 0,0 0 0,0 0 0,0 0 15,0 0-15,-25 0 0,25 0 0,0 0 0,0 25 0,0-25 16,0 0-16,0 0 0,0 25 0,0-25 0,0 0 16,0 0-16,0 24 0,0-24 15,0 0-15,0 25 0,0-25 0,25 25 0,-25-25 0,0 0 16,0 25-16,0-25 0,0 0 0,25 25 0,-25-25 0,0 0 15,24 24-15,-24-24 0,0 0 0,0 25 0,25-25 0,-25 0 0,0 25 16,0-25-16,25 0 0,-25 0 0,0 25 0,25-25 0,-25 0 16,0 0-1,0 25-15,25-25 0,-25 0 0,0 0 0,0 0 0,0 24 0,0-24 16,0 0-16,0 0 0,0 0 0,0 25 0,24-25 0,-24 0 0,0 0 15,0 0-15,0 0 0,-24 0 0,24 0 0,0 25 0,0-25 16,0 0-16,0 0 16,0 0-16,0 0 0,0 0 0,-25 0 0,25 0 0,0 0 0,0 0 15,-25 25-15,25-25 0,0 0 0,0 0 0,-25 0 0,25 0 16,0 0-16,0 0 0,-25 0 0,25-25 0,0 25 0,0 0 0,0 0 15,-24 0-15,24 0 0,0-25 0,0 25 0,-25 0 16,25-25-16,0 25 0,0-24 16,0 24-1,0-25-15,0 25 0,0-25 0,0 25 0</inkml:trace>
  <inkml:trace contextRef="#ctx0" brushRef="#br0" timeOffset="102793.8795">17611 9178 0,'0'0'0,"0"0"0,0 0 16,0 0-16,0 0 0,0 0 0,0 0 0,25 0 16,-25-25-16,0 25 0,0 0 0,0 0 0,25 0 15,-25 0-15,0 0 0,25 0 0,-25 0 0,25 0 16,-25 0-16,24 0 0,-24 0 0,25 0 0,-25 0 0,25 0 15,0 0-15,0 0 0,-1 0 0,-24 0 0,25 0 16,0 0-16,0 25 0,0-25 0,-1 0 0,1 0 0,0 0 16,0 0-16,0 0 0,-1 25 15,-24-25-15</inkml:trace>
  <inkml:trace contextRef="#ctx0" brushRef="#br0" timeOffset="103231.9046">18628 9426 0,'0'0'0,"0"0"0,0 0 15,0 0-15,0 0 0,0 0 0,0 0 0,0 0 0,0 0 16,0 0-16,0 0 0,25-25 0,-25 25 0,0 0 0,25 0 0,-25 0 16,0 0-16,25 0 0,-25 0 0,25 0 0,-25 0 15,24 0-15,-24 0 0,25 0 0,-25-25 0,25 25 16,0 0-16,-25 0 0,25 0 0,-25 0 15,24 0-15,-24 0 0,0 0 0,25 0 0,-25 0 16</inkml:trace>
  <inkml:trace contextRef="#ctx0" brushRef="#br0" timeOffset="103545.9224">18926 9500 0,'0'-25'16,"0"25"-16,0 0 0,0 0 0,0 0 0,0 0 16,0 0-16,0-24 0,0 24 0,0 0 15,25 0-15,-25-25 0,0 25 0,0 0 0,0-25 0,25 25 0,-25 0 16,0-25-16,0 25 0,24-25 0,-24 25 0,0-24 0,0 24 15,0-25-15,0 25 16,25-25-16,-25 25 0,0-25 0,0 25 0,0-25 16,0 25-16,0-24 0,0 24 0,0 0 0,0 0 0,0 0 0,0-25 15,0 25-15,0 0 0,0 0 0,0 0 0,0 0 0,25 0 0,-25 25 16,0-25-16,0 0 0,0 0 15,0 24-15,0-24 0,0 0 0,0 25 0,0-25 0,25 25 32,-25 0-32,0-25 0,0 25 0,0-25 0,0 24 0,0 1 0,25-25 0,-25 25 0,0 0 0,0-25 0,0 25 0,0-25 0,0 24 15,24-24-15,-24 25 0,0-25 0,0 25 0,0-25 16,25 25-16,-25-25 0,0 25 15,0-25-15,0 0 0,25 0 0,-25 24 0,0-24 0,0 0 16,0 0-16</inkml:trace>
  <inkml:trace contextRef="#ctx0" brushRef="#br0" timeOffset="104247.9624">20265 9103 0,'0'0'0,"0"0"0,0 0 16,0 0-16,0-24 0,0 24 0,0 0 0,0 0 0,0 0 62,0 0-62,0 0 0,0 0 0,0 0 0,0 0 0,0 0 0,0 0 0,0 0 0,0 0 0,0 0 0,0 0 0,0 0 0,0 0 0,0 0 0,0 24 0,0-24 0,0 0 0,0 0 0,0 25 0,-24-25 0,24 0 16,0 25-16,0-25 0,0 0 0,-25 25 0,25-25 0,0 0 15,0 25-15,0-25 16,0 24-16,-25-24 0,25 0 0,0 25 0,0-25 0,0 0 16,0 25-16,0-25 0,0 0 0,0 0 0,0 25 0,0-25 0,0 0 15,0 0-15,25 0 0,-25 25 0,0-25 0,0 0 0,0 0 0,25 0 16,-25 0-16,0 0 0,24 0 15,-24 0-15,0 24 0,25-24 0,-25 0 16,25 0-16,-25 0 0,0 0 0,25 0 0,-25 0 0,25 0 0,-25 0 0,24 0 16,-24 0-16,25 0 0,-25 0 0,25 0 0,-25 0 15,0 0-15,25 0 0,-25 0 0,0 0 0,25 0 0,-25 0 0,0 0 16,0 0-1,0 0-15,24-24 0,-24 24 0,0 0 0,0 0 0,0-25 0,0 25 16</inkml:trace>
  <inkml:trace contextRef="#ctx0" brushRef="#br0" timeOffset="104449.9742">20439 9128 0,'0'0'0,"0"0"0,0 0 0,0 0 16,0-25-16,0 25 0,0 0 0,0 0 0,0 0 0,0 0 16,25 25-16,-25-25 0,0 0 0,0 0 0,0 25 15,0-25-15,25 25 16,-25-25-16,0 25 0,0-25 0,24 24 0,-24 1 0,0 0 0,0-25 0,0 25 15,0 0-15,25-1 0,-25-24 0,0 25 0,0 0 0,0 0 16,0-25-16,0 25 0,0-1 0,0 1 0,0-25 0,0 25 16,0-25-16,-25 25 15,25 0-15,0-25 0,0 24 0,0-24 0,0 0 0,0 25 16,0-25-16,0 0 0</inkml:trace>
  <inkml:trace contextRef="#ctx0" brushRef="#br0" timeOffset="105152.0144">21406 9227 0,'0'0'0,"0"0"0,-24 0 16,24 0-16,0 0 0,0-24 0,0 24 0,0 0 0,-25 0 16,25 0-16,0 0 0,0-25 0,0 25 0,0 0 0,0 0 0,0 0 15,25 0-15,-25 0 0,0 0 0,0-25 0,0 25 0,0 0 16,0 0-1,0 0-15,0 0 0,24 0 0,-24 0 0,0 0 0,0 0 0,0 0 16,0 0-16,25 0 0,-25 0 0,0 0 0,0 0 0,0 0 16,25 0-16,-25 25 0,0-25 0,0 0 0,25 0 0,-25 0 0,0 0 15,0 25-15,0-25 0,0 0 0,0 24 0,0-24 16,0 0-16,0 25 0,0-25 15,0 25-15,0-25 0,-25 0 0,25 25 0,-25-25 0,25 25 16,0-25-16,-25 24 0,1 1 0,24-25 0,-25 25 0,25-25 0,-25 25 16,0-25-16,25 25 0,-25-25 0,25 0 0,0 24 0,-24-24 15,24 25-15,0-25 16,0 0-16,0 0 0,0 25 0,0-25 0,0 0 0,0 0 0,0 0 15,0 0-15,24 0 0,-24 25 0,0-25 0,25 0 0,-25 0 0,25 0 16,-25 0-16,25 0 0,0 0 0,-25 0 0,24 0 0,1 0 16,-25 0-1,25 0-15,0 0 0,-25 0 0,25 0 0,-1 0 0,-24 0 16</inkml:trace>
  <inkml:trace contextRef="#ctx0" brushRef="#br0" timeOffset="106574.0957">17760 9847 0,'-25'0'0,"25"0"0,0 0 15,0 0-15,0 0 0,0 0 0,0 0 0,-24 0 0,24 0 16,0 0-16,0 0 0,0 0 0,0-24 0,0 24 0,-25 0 0,25 0 15,0 0-15,0 0 0,0 0 0,0 0 0,0 0 0,0 0 16,0 0-16,0 0 16,0 24-16,0-24 0,-25 0 0,25 0 0,0 0 0,0 0 15,0 0-15,0 0 0,0 0 0,-25 25 0,25-25 0,0 0 0,0 25 0,0-25 16,-25 0-16,25 25 0,0-25 0,0 25 0,0-25 0,-24 24 15,24-24-15,0 25 0,0 0 16,0-25-16,0 25 0,0 0 0,-25-25 0,25 25 16,0-25-16,0 24 0,0-24 0,0 25 0,0-25 0,25 0 0,-25 25 15,0-25-15,0 0 0,0 25 0,24-25 0,-24 0 0,0 0 16,0 0-16,25 25 0,-25-25 0,25 0 15,-25 0-15,0 0 0,25 0 0,-25 0 16,0 0-16,25 0 0,-25 0 0,24 0 0,-24 0 0,0-25 0,0 25 16,0 0-16,25 0 0,-25 0 0,0-25 0,0 25 0,0 0 0,0 0 15,0-25 1,0 25-16,-25 0 0,25 0 0,0-25 0,-24 25 0,24 0 0,0-24 0,-25 24 15,25 0-15,0 0 0,-25-25 0,25 25 0,-25 0 0,25 0 16,0 0-16,-25 0 0,25 0 0,0 0 0,0 0 0,-24 25 16,24-25-16,0 0 0,0 0 0,0 0 0,-25 24 15,25-24-15,0 0 0,0 0 0,25 0 0,-25 0 16,0 0-16,0 25 0,24-25 0,-24 0 0,0 0 0</inkml:trace>
  <inkml:trace contextRef="#ctx0" brushRef="#br0" timeOffset="107376.1416">19000 9971 0,'0'0'16,"0"0"-16,0 0 16,-24 0-16,24 0 0,0 0 0,0 0 0,0 0 0,0 0 0,0 0 15,0 0-15,0-24 0,0 24 0,0 0 0,0 0 0,0 0 16,0 0-16,0 0 0,0 0 0,24 0 0,-24-25 0,0 25 0,0 0 15,0 0 1,0 0-16,0 0 0,25 0 0,-25 0 0,0 0 0,0 0 0,25 0 16,-25 0-16,0 0 0,0 0 0,0 0 0,0 0 0,0 0 15,0 0-15,0 0 0,0 0 0,25 0 0,-25 0 0,0 25 0,0-25 16,-25 0-16,25 0 0,0 0 15,0 24-15,0-24 0,0 0 0,0 0 0,0 25 16,-25-25-16,25 0 0,0 25 0,0-25 0,-25 0 0,25 25 0,0-25 16,0 0-16,0 0 0,-24 25 0,24-25 0,0 0 0,0 0 0,0 0 31,0 0-31,0 0 0,0 0 0,0 25 0,0-25 0,0 0 15,0 0-15,0 0 0,0 0 0,24 0 0,-24 0 0,0 0 0,25 0 0,-25 0 16,0 0-16,25 0 0,-25 0 0,25 0 0,-25 24 0,0-24 0,25 0 16,-25 0-16,0 0 0,24 0 0,-24 0 0,0 25 0,0-25 15,25 0-15,-25 0 0,0 0 16,0 25-16,0-25 0,0 0 0,0 0 0,0 0 0,0 25 15,0-25-15,0 0 0,0 0 0,0 0 0,-25 25 0,25-25 16,0 0-16,0 0 0,-24 0 0,24 24 0,0-24 0,-25 0 16,25 0-16,0 0 15,-25 0-15,25 0 0,0 0 0,0 25 0,-25-25 0,25 0 0,0 0 16,0 0-16,-25 0 0,25 0 0,0 0 0,0 0 0,0 0 0,0 0 15,0-25-15,0 25 0,0 0 0,0 0 0,0-24 0,25 24 16,-25 0-16</inkml:trace>
  <inkml:trace contextRef="#ctx0" brushRef="#br0" timeOffset="108117.184">20389 10170 0,'0'0'15,"0"0"-15,0 0 0,0 0 16,0 0-16,0 0 0,0 0 0,-24 0 0,24 0 0,0 0 16,24 0-16,-24-25 0,0 25 0,0 0 0,0 0 0,0 0 0,0-25 15,0 25-15,25 0 0,-25 0 0,0-24 0,0 24 0,0 0 16,25-25-16,-25 25 0,0 0 15,0-25-15,25 25 0,-25 0 0,0-25 0,0 25 0,0 0 16,0 0-16,0-25 0,0 25 0,0 0 0,0 0 0,0 0 0,0 0 16,0 0-16,0 0 0,0 0 0,0 0 0,0 0 0,0 0 15,0 0 1,0 0-16,0 0 0,0 0 0,0 0 0,0 0 0,0 0 15,0 0-15,0 0 0,0 0 0,0 0 0,0 0 0,0 0 0,0 0 0,0 0 16,0 0-16,0 25 0,0-25 0,0 0 0,0 25 0,0-25 16,0 25-16,0-25 0,0 25 0,0-25 15,0 24-15,0-24 0,0 25 0,25-25 0,-25 25 16,0-25-16,0 25 0,0-25 0,0 25 0,0-25 15,0 24-15,0-24 0,0 25 0,0-25 0,0 0 0,0 25 0,0-25 16,0 0-16,0 25 0,0-25 0,0 0 0,0 0 0,0 0 16,0 0-16,0 25 0,0-25 0,0 0 0</inkml:trace>
  <inkml:trace contextRef="#ctx0" brushRef="#br0" timeOffset="108657.2149">21084 10096 0,'0'0'0,"0"0"15,0 0-15,0 0 0,0 0 0,25 0 0,-25 0 0,0 0 16,0 0-1,0 0-15,25 0 0,-25 0 0,0 0 0,24 0 0,-24 0 0,25 0 16,-25 0-16,0 0 0,25 0 0,0 0 0,-25 0 0,25 0 0,-25 0 16,24 0-16,-24 0 0,25 0 0,0 0 0,-25 24 0,25-24 0,-25 0 15,25 0-15</inkml:trace>
  <inkml:trace contextRef="#ctx0" brushRef="#br0" timeOffset="109094.2399">21605 10021 0,'0'0'16,"0"0"-16,0 0 0,0 0 0,0-25 0,0 25 0,0 0 15,0 0 1,0 0-16,0 0 0,0 0 0,0 0 0,0 0 0,0 0 0,25 0 16,-25 0-16,0-25 0,0 25 0,24 0 0,-24 0 0,0 0 0,25 0 0,-25 0 15,0 0-15,0 0 0,25 0 0,-25 25 16,0-25-16,0 0 0,25 0 15,-25 0-15,0 25 0,0-25 0,0 0 0,0 0 0,0 25 0,0-25 16,0 0-16,0 25 0,0-25 0,0 0 0,0 25 0,-25-25 0,25 24 16,0-24-16,0 25 0,-25-25 0,25 0 15,0 25-15,-25-25 0,25 25 0,0-25 16,-24 25-16,24-25 0,-25 24 0,25-24 0,0 25 0,-25-25 15,25 0-15,0 25 0,0-25 0,-25 0 0,25 0 0,0 25 0,0-25 0,0 0 16,0 0-16,0 25 0,0-25 0,0 0 0,0 0 0,25 0 16,-25 0-16,0 0 15,25 0-15,-25 0 0,25 0 0,-1 0 0,-24 0 0,25 0 0,0 0 16,-25 0-16,25 0 0,0 0 0,-25 0 0,25 0 0,-1 0 15,-24 0-15,25 0 0,-25 0 0,25-25 0,-25 25 0,0 0 16</inkml:trace>
  <inkml:trace contextRef="#ctx0" brushRef="#br0" timeOffset="110056.2949">17686 10716 0,'0'0'0,"-25"0"15,25 0-15,0 0 0,0 0 16,-25 0-16,25 0 0,0 24 0,0-24 0,0 0 0,-25 0 0,25 0 0,0 0 15,0 25-15,0-25 16,0 0-16,-24 0 0,24 25 0,0-25 0,0 0 0,0 25 0,0-25 16,0 0-16,0 25 0,0-25 0,-25 24 0,25-24 0,0 25 0,0-25 15,0 25-15,0-25 0,0 25 0,0-25 0,0 25 16,25-25-16,-25 24 0,0-24 15,0 25-15,0-25 0,0 0 0,0 25 0,0-25 0,0 0 16,24 0-16,-24 25 0,0-25 0,25 0 0,-25 0 0,0 0 0,25 0 0,-25 0 16,25 0-16,-25 0 0,25-25 0,-25 25 0,24 0 15,-24 0-15,25-25 0,-25 25 16,25 0-16,-25-25 0,25 25 0,-25-24 0,0 24 0,25-25 15,-25 25-15,0-25 0,0 25 0,0-25 0,0 25 0,0-25 0,0 25 16,0-24-16,0-1 0,0 25 0,0-25 0,-25 25 0,25-25 16,-25 0-16,25 25 0,0-24 15,-25 24-15,25-25 0,-25 25 0,25-25 0,-24 25 16,24-25-16,0 25 0,-25 0 0,25-25 0,0 25 0,0 0 0,0 0 0,0 0 15,0 0-15,0 0 0,0 0 0,0 25 0,0-25 16,0 0-16,0 0 0,0 0 0,0 25 0,25-25 0,-25 0 16,0 0-16,0 25 15</inkml:trace>
  <inkml:trace contextRef="#ctx0" brushRef="#br0" timeOffset="110730.3335">19174 10616 0,'0'0'0,"0"0"16,0 0-16,-25 0 0,25 0 0,0 0 0,0 0 0,-25 0 16,25 0-1,0 0-15,-24 0 0,24 0 0,0 0 0,0 0 0,0 0 0,-25 0 0,25 0 16,0 25-16,0-25 0,-25 0 0,25 0 0,0 0 0,0 0 15,0 25-15,-25-25 0,25 0 0,0 25 0,0-25 0,0 25 16,-25-25-16,25 24 16,0 1-16,0-25 0,0 25 0,0 0 0,0-25 0,0 25 0,0-1 0,0-24 0,0 25 15,0 0-15,0-25 0,25 25 0,-25-25 0,0 25 16,0-25-16,25 0 0,-25 24 15,25-24-15,-25 0 0,0 25 0,25-25 0,-25 0 0,24 0 16,-24 0-16,25 0 0,-25 25 0,25-25 0,-25 0 0,25 0 0,0 0 16,-25-25-16,24 25 0,-24 0 0,25 0 0,0 0 0,-25 0 15,25-25 1,-25 25-16,25-24 0,-25 24 0,24 0 0,-24-25 0,0 25 0,25-25 0,-25 0 15,0 25-15,0-25 0,0 25 0,0-24 0,0-1 0,0 0 16,-25 25-16,25-25 0,0 25 0,0-25 0,-24 1 0,24 24 0,0 0 16,-25-25-16,25 25 0,0 0 0,0 0 0,-25-25 15,25 25-15,0 0 16,0 0-16,-25 0 0,25 0 0,0 0 0,0 0 0,0 25 0,0-25 0,0 0 15,0 0-15,0 0 0,0 0 0,0 0 0,25 0 0,-25 25 16,0-25-16</inkml:trace>
  <inkml:trace contextRef="#ctx0" brushRef="#br0" timeOffset="111469.3757">20538 10790 0,'-25'0'0,"25"0"0,0-25 16,-24 25-16,24 0 0,0 0 0,0-25 0,-25 25 0,25 0 0,0 0 16,-25-24-16,25 24 0,0 0 0,0 0 0,-25-25 0,25 25 15,0 0-15,0 0 0,-25 0 0,25 0 0,0-25 0,0 25 16,0 0-16,0 0 15,-24 0-15,24 0 0,0 0 0,0 25 0,0-25 0,0 0 0,-25 0 0,25 0 16,0 25-16,0-25 0,0 0 0,-25 24 0,25-24 0,0 25 16,0-25-16,0 25 0,0-25 15,0 25-15,0 0 0,0-25 0,0 24 0,0 1 16,0-25-16,0 25 0,0-25 0,0 25 0,0 0 0,0-25 0,0 24 15,25-24-15,-25 25 0,0-25 0,0 25 0,25-25 0,-25 0 0,0 25 16,24-25-16,-24 0 0,0 0 0,25 25 0,-25-25 16,0 0-16,25 0 15,-25 0-15,0 0 0,25 0 0,-25 0 0,25-25 0,-25 25 0,0 0 16,24-25-16,-24 25 0,25 0 0,-25-25 0,0 25 0,25-25 0,-25 25 15,0-24-15,0 24 0,25-25 0,-25 0 0,0 25 0,0-25 16,0 0-16,0 25 16,0-24-16,0 24 0,-25-25 0,25 0 0,0 25 0,0-25 15,-25 25-15,25-25 0,0 25 0,-25 0 0,25-24 16,0 24-16,0 0 0,0 0 0,-24 0 0,24 0 0,0 0 15,0 0-15,0 0 0,0 0 0,0 0 0,0 0 0,0 0 0,24 0 0,-24 0 16,0 0-16,0 24 0,25-24 0,-25 0 0,25 0 16,-25 0-16,25 25 15,-25-25-15,25 0 0,-25 0 0,24 0 0</inkml:trace>
  <inkml:trace contextRef="#ctx0" brushRef="#br0" timeOffset="112363.4269">21630 10716 0,'0'0'0,"0"0"0,0 0 15,0 0-15,0-25 0,0 25 0,0 0 0,0 0 0,0 0 16,0-25-16,0 25 0,0 0 0,0 0 0,0 0 0,0 0 0,0 0 15,0 0-15,0 0 0,0 0 0,0 0 0,0 0 16,0 0-16,0 0 0,0 0 16,0 0-16,0 0 0,0 25 0,0-25 0,0 0 15,0 25-15,0-25 0,0 0 0,0 24 0,0-24 0,0 25 0,0-25 0,0 25 16,0-25-16,0 25 0,0-25 0,0 0 15,0 25-15,0-25 0,0 0 0,0 24 0,0-24 16,0 0-16,0 25 0,0-25 0,0 0 0,0 0 0,24 25 0,-24-25 16,0 0-16,0 0 0,0 0 0,0 0 0,0 0 0,0 25 15,0-25-15,0 0 0,25 0 16,-25 0-16,0 0 0,0 0 0,0 0 0,0 0 0,25 0 15,-25 0-15,0 0 0,0 0 0,25 0 0,-25 0 0,0-25 16,0 25-16,25 0 0,-25 0 0,0 0 0,0 0 0,25 0 0,-25 0 16,0 25-16,0-25 0,0 0 15,24 0-15,-24 0 0,0 0 0,0 0 0,0 25 16,0-25-16,25 0 0,-25 0 0,0 0 0,0 24 0,0-24 15,0 0-15,0 0 0,0 25 0,0-25 0,0 0 0,0 0 0,0 25 16,25-25-16,-25 0 0,0 25 0,0-25 0,-25 0 0,25 25 16,0-25-16,0 0 0,0 0 15,0 24-15,0-24 0,0 0 0,0 0 0,0 0 0,0 25 0,0-25 16,-25 0-16,25 0 0,0 0 0,0 25 0,0-25 15,-24 0-15,24 0 0,0 0 0,-25 0 0,25 0 0,0 0 16,-25 0-16,25 0 16,0 0-16,0 0 15,-25 0-15,25 0 0,0 0 0,0 0 0,-25-25 0,25 25 0,0 0 0,0 0 0,0 0 16,0-25-16,-25 25 0,25 0 0,0-24 0,0 24 0,0 0 0,0 0 15,0-25-15,0 25 0,0 0 0,0 0 0,0-25 0,0 25 16,0 0-16,0 0 0,0-25 0,0 25 0</inkml:trace>
  <inkml:trace contextRef="#ctx0" brushRef="#br0" timeOffset="112589.4398">21803 10666 0,'0'0'0,"0"0"15,0 0-15,0 0 0,0 0 0,0 0 0,0 0 0,0-25 16,25 25-16,-25 0 0,0 0 0,0 0 0,25 0 0,-25 0 16,25 0-16,-25 0 15,25 0-15,-25 0 0,24 0 0,1 0 0,-25 0 0,25 0 0,0 0 16,-25 0-16,25 25 0,-1-25 0,-24 0 0,25 0 0,-25 0 0,25 0 15,-25 25-15,0-25 0,25 0 16</inkml:trace>
  <inkml:trace contextRef="#ctx0" brushRef="#br0" timeOffset="113532.4937">17661 11435 0,'0'0'0,"0"0"0,0 0 16,-25 0-16,25 0 0,0 0 0,0 0 0,0 0 15,0 0 1,0 0-16,-25 0 0,25 0 0,0 0 0,0 0 0,0 0 0,0 25 15,0-25-15,0 0 0,0 0 0,0 0 0,-24 0 16,24 0-16,0 25 0,0-25 0,0 0 0,0 0 0,0 24 0,-25-24 0,25 0 0,0 25 16,0-25-1,0 25-15,-25-25 0,25 0 0,0 25 0,0-25 0,-25 25 0,25-25 0,0 0 0,0 24 16,-25-24-16,25 0 0,0 25 0,0-25 0,0 0 0,0 25 15,0-25-15,0 0 0,0 0 16,0 0-16,-25 0 0,25 0 0,0 0 0,25 0 0,-25 0 16,0 0-16,0 25 0,0-25 0,0 0 0,0 0 0,0 0 0,25 0 15,-25 0-15,0 0 0,25 0 0,-25 0 0,0 0 0,25 0 16,-25 0-16,25 0 0,-25 0 0,24 0 0,-24 0 15,25 0-15,-25 0 0,25 0 16,-25 0-16,25 0 0,-25 0 0,25 0 0,-25 0 0,0 0 16,24 0-16,-24 0 0,0 0 0,25 0 0,-25 0 0,0 0 0,0 0 15,25 0-15,-25 0 0,0 0 0,0 0 0,0 0 0,0 0 16,0-25-16,0 25 15,0 0-15,0 0 0,25 0 0,-25 0 0,0 0 0,0 0 0,0 0 0,0-25 16,0 25-16,0 0 0</inkml:trace>
  <inkml:trace contextRef="#ctx0" brushRef="#br0" timeOffset="113749.5061">17835 11485 0,'0'0'0,"0"0"0,0 0 0,0 0 16,0 0-16,0 0 0,0 0 0,0 0 15,0 0-15,0 0 0,0 0 0,0 0 0,0 0 0,0 24 0,0-24 16,0 0-1,0 25-15,0-25 0,0 0 0,0 25 0,0-25 0,0 25 0,0-25 16,0 25-16,24-25 0,-24 24 0,0-24 0,0 25 0,0 0 0,0-25 0,0 25 16,0-25-16,0 25 0,0-25 0,0 24 0,0-24 0,0 25 15,0-25-15,0 25 0,0 0 0,0-25 16,0 25-16,0-25 0,0 24 0,0-24 15,0 0-15,-24 25 0,24-25 0,0 25 0</inkml:trace>
  <inkml:trace contextRef="#ctx0" brushRef="#br0" timeOffset="114233.5338">19050 11633 0,'0'0'0,"0"0"16,25 0-16,-25 0 0,0 0 0,0 0 0,0 0 0,0 0 0,0 0 16,0-24-16,0 24 0,0 0 0,25 0 15,-25 0-15,0 0 0,24 0 0,-24 0 0,25 0 0,-25 0 0,25 0 0,-25 0 16,25 0-16,-25 0 0,25 0 0,-25 0 15,24 0-15,-24 24 0,25-24 0,-25 0 0,0 0 0,25 0 0,-25 0 16,25 0-16</inkml:trace>
  <inkml:trace contextRef="#ctx0" brushRef="#br0" timeOffset="114569.553">19422 11757 0,'0'0'16,"0"0"-16,0 0 0,0 0 0,0 0 0,0 0 15,0 0-15,0-24 0,25 24 0,-25 0 0,0 0 0,0 0 16,25-25-1,-25 25-15,0 0 0,0-25 0,24 25 0,-24-25 0,0 25 16,0 0-16,25-25 0,-25 25 0,0-24 0,0 24 0,25-25 0,-25 25 0,0 0 16,0-25-16,0 25 0,0 0 0,25 0 0,-25-25 0,0 25 15,0 0-15,0 0 0,0 0 0,0-25 0,0 25 0,0 0 16,0 0-16,0 0 0,0 0 15,0 0-15,0 0 0,0 0 0,0 0 0,0 0 0,0 0 0,0 0 16,0 0-16,0 0 0,0 0 0,0 25 0,0-25 0,0 0 0,0 25 16,25-25-16,-25 25 0,0-25 0,0 25 0,0-1 31,0-24-31,0 25 0,0 0 0,0-25 0,0 25 0,0 0 0,0-25 0,0 24 0,0-24 15,0 25-15,25 0 0,-25-25 0,0 25 0,0-25 0,24 0 0,-24 25 16,0-25-16,0 0 0,25 0 0,-25 0 0,0 24 16,0-24-16,25-24 0,-25 24 15</inkml:trace>
  <inkml:trace contextRef="#ctx0" brushRef="#br0" timeOffset="115280.5937">20935 11485 0,'0'0'0,"-25"0"0,25-25 0,0 25 16,0 0-16,0 0 0,-24-25 0,24 25 0,0 0 0,0 0 15,-25-25-15,25 25 0,0 0 0,0 0 0,-25 0 0,25 0 16,0 0-16,0 0 0,0 0 0,-25 0 0,25 0 0,0 0 16,0 0-16,0 0 0,-25 0 15,25 0-15,0 0 0,0 25 0,0-25 16,-24 0-16,24 25 0,0-25 0,-25 25 0,25-25 0,0 24 0,0-24 0,-25 25 0,25 0 0,0-25 15,0 25 1,0 0-16,0-1 0,-25-24 0,25 25 0,0 0 0,0 0 0,0-25 16,0 25-16,0-25 0,0 24 0,25 1 0,-25-25 0,0 0 0,0 25 0,0-25 15,25 25-15,-25-25 0,0 0 0,0 0 0,25 25 16,-25-25-16,0 0 15,24 0-15,-24 0 0,0 0 0,25 0 0,-25 0 0,0 0 0,0 0 16,0-25-16,25 25 0,-25 0 0,0 0 0,0 0 0,0-25 16,0 25-16,0 0 0,0 0 0,0-25 0,0 25 0,0 0 0,0 0 15,0-25-15,-25 25 0,25 0 0,0 0 0,-25 0 16,25 0-16,0 0 0,-24 0 0,24 0 15,-25 0-15,25 0 0,-25 25 0,25-25 0,0 0 16,-25 0-16,25 0 0,0 25 0,-25-25 0,25 0 16,0 0-16,0 0 0,0 0 0,0 0 0,0 0 0,0 25 0,0-25 15,0 0-15,25 0 0,-25 0 0</inkml:trace>
  <inkml:trace contextRef="#ctx0" brushRef="#br0" timeOffset="116235.6483">21679 11633 0,'0'0'0,"0"-24"0,0 24 16,-25 0-16,25 0 0,0 0 0,0-25 0,0 25 0,0 0 15,0 0 1,0 0-16,0-25 0,0 25 0,0 0 0,0 0 0,0-25 0,0 25 0,0 0 0,0 0 15,0 0-15,-24 0 0,24-25 0,0 25 0,0 0 0,24 0 16,-24 0-16,0 0 0,0 0 0,0 0 0,0-24 0,0 24 16,0 0-16,0 0 15,0 0-15,25 0 0,-25 0 0,0 0 0,0 0 0,0-25 16,25 25-16,-25 0 0,0 0 0,0 0 0,25 0 0,-25 0 0,0 0 15,25 25-15,-25-25 0,0 0 0,25 0 0,-25 0 0,0 0 16,0 24-16,0-24 0,24 0 0,-24 25 0,0-25 0,0 0 16,0 25-16,0-25 15,0 0-15,0 25 0,0-25 0,0 25 0,-24-25 0,24 0 0,0 24 16,0-24-16,-25 0 0,25 25 0,0-25 0,0 25 0,-25-25 0,25 0 15,0 0-15,-25 25 0,25-25 0,0 0 0,0 0 0,-25 0 16,25 25-16,0-25 0,0 0 16,0 0-16,0 0 0,-25 0 0,25 0 0,0 0 15,0 0-15,0 0 0,0 0 0,0 0 0,0 0 0,25 0 0,-25 0 31,0 0-31,0 0 0,0 0 0,25 0 0,-25 0 0,0 0 0,0 0 0,25 0 0,-25 0 0,0 0 0,25 0 16,-25 0-16,0 0 0,25 0 0,-25 0 0,0 0 0,0 0 16,0 0-16,24 24 15,-24-24-15,0 0 0,0 0 0,0 0 0,0 0 0,0 25 0,0-25 0,0 0 16,25 0-16,-25 25 0,0-25 0,0 0 0,0 25 0,0-25 15,0 0-15,0 25 0,0-25 0,0 24 0,0-24 0,0 0 16,0 25-16,-25-25 0,25 0 16,0 25-16,0-25 0,0 0 0,0 0 0,-24 25 15,24-25-15,0 0 0,-25 0 0,25 0 0,0 0 0,-25 25 16,25-25-16,0 0 0,-25 0 0,25 0 0,0 0 0,0 0 0,-25 0 15,25 0-15,0-25 0,-25 25 16,25 0-16,0 0 0,0 0 0,-24 0 0,24-25 16,0 25-16,0 0 0,0 0 0,0 0 0,0-25 0,0 25 0,0 0 15,0-25-15,0 25 0,0 0 0,0-24 0,24 24 0,-24-25 0,0 25 16</inkml:trace>
  <inkml:trace contextRef="#ctx0" brushRef="#br0" timeOffset="117891.7431">22151 9153 0,'0'0'0,"0"0"16,0 0-16,0 0 0,0 0 0,0 0 15,0 0-15,0 0 0,0 0 16,0 0-16,0 0 0,24 0 0,-24 0 0,0 0 0,0 0 0,0 0 16,0 0-16,25 0 0,-25 0 0,0 0 0,0 0 0,25 0 0,-25 0 15,0 0-15,25 0 0,-25 0 0,0 0 0,25 0 16,-25 0-16,24 0 0,-24 0 0,0 0 0,25 0 0,-25 0 15,25 0-15,-25 0 0,0 0 16,25 0-16,-25 0 0,0 0 0,25 0 0,-25 0 0,0 0 0,0 0 0,0 0 16,0 0-16,24 0 0,-24 0 0,0 0 0,0 0 15,0 0-15,0 0 16,0 0-16,0 0 0,0 0 0,0 0 0,0 0 0,0 0 0,0 0 15,0 0-15,0 0 0,0 0 0,0 0 0,0 0 0,0 0 0,0 0 16,0 25-16,0-25 0,0 0 0,0 0 0,0 0 0,0 0 16,0 25-1,0-25 1,0 0-16,0 24 0,0-24 0,-24 0 0,24 25 0,0-25 0,0 0 0,0 25 0,0-25 0,0 25 0,0-25 0,0 0 0,0 25 15,0-25-15,0 24 0,0-24 0,0 25 0,0-25 0,0 0 0,0 25 16,0-25-16,0 25 16,0-25-16,0 25 0,0-25 0,0 24 0,0 1 0,0-25 0,0 25 15,0-25-15,0 25 0,0-25 0,0 25 0,0-1 0,0-24 0,0 25 16,0-25-16,0 25 0,0 0 0,-25-25 0,25 25 15,0-25-15,0 24 0,0 1 0,0-25 0,0 25 0,0-25 16,0 25-16,0-25 16,0 25-16,0-1 0,0-24 0,0 25 0,0-25 0,0 25 15,0 0-15,0-25 0,0 25 0,0-25 0,0 24 0,0-24 0,0 25 0,0 0 16,0-25-16,0 25 0,0-25 0,0 25 0,0 0 15,0-25-15,0 24 16,0-24-16,0 25 0,0-25 0,0 25 0,-25 0 0,25-25 0,0 25 16,0-25-16,0 24 0,0-24 0,0 25 0,0 0 0,0-25 15,0 25-15,0-25 0,0 25 0,0-25 0,0 24 0,0-24 0,0 25 16,0-25-16,0 25 0,0-25 0,0 25 0,0-25 15,0 25-15,0-25 0,0 24 0,0-24 0,0 25 16,0-25-16,0 25 0,0-25 0,0 25 0,0-25 16,0 0-16,0 25 0,0-25 0,0 24 0,0-24 0,0 25 15,0-25-15,0 25 0,0-25 16,0 25-16,0-25 0,0 25 0,0-25 0,0 24 0,0-24 0,0 0 0,0 25 15,0-25-15,0 25 0,0-25 0,0 25 0,0-25 0,0 0 16,0 25-16,0-25 16,0 24-16,0-24 0,0 0 0,0 25 0,0-25 0,0 0 0,25 25 15,-25-25-15,0 0 0,0 25 0,0-25 0,0 0 0,0 25 0,0-25 16,0 0-16,0 24 0,0-24 0,0 0 0,0 25 0,0-25 15,0 0 1,0 0-16,0 25 0,0-25 0,0 0 0,0 0 0,0 25 0,0-25 0,0 0 16,0 25-16,0-25 0,0 0 0,0 0 0,0 24 0,0-24 15,0 0 1,0 25-16,0-25 0,0 0 0,0 0 0,25 25 0,-25-25 0,0 0 0,0 0 0,0 25 0,0-25 15,0 0-15,0 25 0,0-25 0,0 0 0,0 0 0,0 25 16,0-25-16,0 0 0,0 0 0,0 24 0,0-24 0,0 0 16,24 0-1,-24 25-15,0-25 0,0 0 0,0 25 0,0-25 0,0 0 0,0 0 0,0 25 16,0-25-16,0 0 0,0 25 0,0-25 0,0 0 0,0 0 15,0 24-15,0-24 0,0 0 0,0 25 0,0-25 0,0 0 16,0 25-16,0-25 0,0 0 0,0 25 0,0-25 16,0 0-16,0 25 0,0-25 15,0 0-15,0 24 0,0-24 0,0 25 0,0-25 0,0 0 0,0 25 0,0-25 16,0 0-16,0 25 0,0-25 0,0 25 0,0-25 15,0 0 1,0 24-16,0-24 0,0 0 0,0 25 0,0-25 0,25 0 0,-25 0 0,0 25 0,0-25 0,0 0 16,0 25-16,0-25 0,0 0 0,0 0 0,0 25 0,0-25 15,0 0-15,0 0 0,0 24 16,0-24-16,0 0 0,0 0 0,0 25 0,0-25 0,0 0 0,0 0 15,0 25-15,0-25 0,0 0 0,0 0 0,0 0 0,0 0 16,0 0-16,0 0 0,0 0 0,0 0 0,0 0 0,0 0 16,0 0-1,0 0-15,0 0 0,0 0 0,0 0 0,0 0 0,0 0 0,0 0 16,0 0-16,0 0 0,0 0 0,0 0 0,0 0 0,0 0 0,0 25 15,-25-25-15,25 0 0,0 0 0,0 0 0,0 0 0,0 0 16,-24 0-16,24 0 0,0 0 0,-25 0 0,25 0 0,0 0 16,-25 0-16,25 0 15,-25 0-15,25 0 0,-25 0 0,25 0 0,-24 0 0,24 0 0,-25 0 16,0 0-16,25 0 0,-25 0 0,25 0 0,-25 0 0,25 0 0,-24 0 15,24-25-15</inkml:trace>
  <inkml:trace contextRef="#ctx0" brushRef="#br0" timeOffset="119420.8305">14163 13618 0,'25'0'0,"-25"0"16,0-25-16,0 25 0,0 0 0,0 0 15,0 0-15,0 0 0,0 0 0,0 0 0,0-25 0,0 25 0,0 0 16,0 0-16,0 0 0,-25-25 0,25 25 0,0 0 0,0 0 15,0-24-15,0 24 0,0 0 16,0-25-16,0 25 0,-24 0 0,24 0 0,0-25 16,0 25-16,0 0 0,-25 0 0,25 0 0,0 0 0,0 0 0,-25 0 46,25 0-46,0 0 0,0 0 0,-25 0 0,25 0 0,0 0 0,-25 25 0,25-25 0,0 0 0,0 25 0,-24-25 0,24 0 0,0 24 0,-25-24 0,25 0 0,0 25 0,0-25 16,0 25-16,0-25 0,0 25 0,0-25 0,0 25 0,0-25 16,0 24-16,0-24 0,0 25 15,0-25-15,25 25 0,-25-25 0,0 0 0,0 25 0,0-25 16,24 0-16,-24 25 0,0-25 0,25 0 0,-25 0 0,0 0 0,0 0 15,25 0-15,-25 0 0,0 0 0,25 0 16,-25 0-16,0 0 0,25 0 0,-25-25 0,0 25 16,24 0-16,-24 0 0,0-25 0,0 25 0,25-25 15,-25 25-15,0-25 0,0 25 0,0 0 0,25-24 0,-25 24 0,0-25 16,0 0-16,0 25 0,0-25 0,0 25 0,0 0 0,0-25 15,0 25-15,0 0 16,0-24-16,0 24 0,0 0 0,0 0 0,0 0 0,-25 0 0,25 0 16,0 0-16,0 0 0,0 24 0,0-24 0,0 0 0,0 25 31,0-25-31,0 25 0,0-25 0,0 25 0,0 0 0,0-25 0,0 24 0,0 1 0,0 0 0,0 0 15,25-25-15,-25 25 0,0-1 0,0 1 0,0 0 0,0 0 0,0 0 0,25-25 16,-25 24 0,0 1-16,0 0 0,0-25 0,0 25 0,0 0 0,0-25 15,0 24-15,0 1 0,0-25 0,0 25 0,0-25 0,0 0 0,0 25 16,0-25-16,0 25 0,0-25 0,0 0 0,-25 0 0,25 24 15,0-24-15,0 0 0,-25 0 0,25 0 0,0 0 16,-25 0-16,25 0 0,0 0 0,-24 0 16,24 0-16,-25 0 0,25 0 0,0-24 0,0 24 0,0 0 0,0 0 15,-25 0-15,25 0 0,0 0 0,25-25 0,-25 25 16,0 0-16,0 0 0,0-25 0,25 25 0,-25 0 0,24 0 0,-24-25 15,25 25-15,-25 0 0,25-25 16,-25 25-16,25 0 0,-25-24 0,25 24 0,-25-25 31,24 25-31,1-25 0,-25 25 0,25-25 0,-25 25 0,0-25 0,25 25 0,-25-24 0,25-1 0,-25 25 0,0-25 0,0 0 0</inkml:trace>
  <inkml:trace contextRef="#ctx0" brushRef="#br0" timeOffset="119700.8464">14536 13271 0,'0'0'0,"0"0"0,0 0 15,0 0-15,0 0 0,0 0 0,0 0 0,0 0 0,24 0 0,-24 0 16,0 0-16,0 0 0,0 24 0,25-24 15,-25 0-15,0 0 0,25 25 0,-25-25 0,0 25 0,25-25 0,-25 25 16,25-25-16,-25 25 0,0-25 0,24 24 0,-24 1 0,0 0 0,0-25 16,25 25-16,-25 0 0,0-1 0,0 1 0,25 0 15,-25 0-15,0-25 0,0 25 0,0-1 16,-25 1-16,25 0 0,0 0 0,0 0 15,-25-1-15,25 1 0,-24 0 0,-1 0 0,25 0 0,-25-1 0,0 1 0,0 0 16,1 0-16,-1 0 0,0-1 0,0 1 16</inkml:trace>
  <inkml:trace contextRef="#ctx0" brushRef="#br0" timeOffset="120701.9037">15701 14238 0,'0'0'16,"0"0"-16,0 0 0,0 0 0,0 0 0,-24 0 0,24 0 16,0 0-1,0 0-15,0 0 0,0 25 0,0-25 0,0 0 0,-25 0 0,25 0 0,0 0 16,0 24-16,0-24 0,0 0 0,0 0 0,-25 25 0,25-25 15,0 0-15,0 25 0,0-25 0,0 25 0,-25-25 0,25 25 16,0-25-16,0 25 0,-25-25 0,25 24 16,0 1-16,-24-25 0,24 25 0,0 0 0,-25 0 15,25-25-15,0 24 0,0 1 0,-25 0 0,25-25 0,0 25 0,-25 0 16,25-25-16,0 24 0,0 1 0,0-25 0,-25 25 0,25-25 15,0 25-15,0-25 16,0 25-16,0-25 0,-24 24 0,24-24 0,0 0 0,0 0 0,0 25 16,0-25-16,0 0 0,0 0 0,0 0 0,0 0 0,0 0 0,0 0 15,0 0-15,0 0 0,0-25 0,0 25 0,0 0 0,0-24 31,0 24-31,0 0 0,0-25 0,0 0 0,0 25 0</inkml:trace>
  <inkml:trace contextRef="#ctx0" brushRef="#br0" timeOffset="120969.9191">15602 14312 0,'0'0'0,"0"0"16,0 0-16,0 0 0,0 0 0,0 25 0,0-25 0,0 0 15,25 0-15,-25 25 0,0-25 0,0 25 0,0-25 0,0 0 16,25 25-16,-25-25 15,0 24-15,0 1 0,25-25 0,-25 25 0,0-25 0,0 25 0,0-25 0,24 25 16,-24-1-16,0-24 0,25 25 0,-25 0 0,0-25 0,0 25 16,25 0-16,-25-25 0,0 24 15,0 1-15,0-25 0,25 25 0,-25 0 0,0 0 16,0-25-16,0 24 0,0 1 0,25-25 0,-25 25 0,0-25 15,0 25-15,0-25 0,0 25 0,0-25 0,0 24 0,0-24 0,0 0 0,0 25 16,0-25-16,24 0 0,-24 0 0,-24 0 16,24 0-16,0 0 0,0 0 15,0 0-15,0 0 0,0 0 0,0 0 0</inkml:trace>
  <inkml:trace contextRef="#ctx0" brushRef="#br0" timeOffset="121180.9312">15577 14511 0,'0'0'0,"0"0"0,0 0 0,0 0 0,0 0 0,0 0 0,0 0 0,0 0 0,25 0 0,-25 0 0,0 0 16,25 0-16,-25 0 0,25 0 15,-25 0-15,25 0 0,-25 0 0,24 0 0,1 0 16,-25 0-16,25 0 0,0 0 0,0 0 0,-25 0 0,24 0 0,1 0 15,0 0-15,0 0 0,-25 0 0,25 0 0,-1 0 0,1-25 0,-25 25 16</inkml:trace>
  <inkml:trace contextRef="#ctx0" brushRef="#br0" timeOffset="121397.9434">16173 14436 0,'0'0'0,"0"0"0,0 0 16,0 0-16,0 0 0,0 0 0,0 0 0,0 0 0,0 0 0,0 0 15,0-24-15,0 24 0,24 0 0,-24 0 0,0 0 0,25 0 0,-25 0 16,25 0-16,-25 0 0,25 0 0,-25 0 0,25 0 16,-1 0-1,-24 0-15,25 0 0,-25 0 0,25 0 0,-25 0 0,25 24 0,-25-24 0,25 0 0,-25 0 16,0 0-16,0 0 0,25 0 0,-25 0 0,0 25 0,0-25 15,0 0-15,0 0 0,-25 25 0</inkml:trace>
  <inkml:trace contextRef="#ctx0" brushRef="#br0" timeOffset="121567.9533">16173 14709 0,'0'0'0,"24"0"0,-24 0 0,0 0 0,25 0 0,-25 0 16,25 0-16,0-25 0,-25 25 0,25 0 0,-25 0 0,24 0 15,1 0-15,0 0 16,-25 0-16,25 0 0,0 0 0,-25 0 0,25 0 15,-25 0-15,24 0 0,1 0 0,-25-24 0,25 24 0,-25 0 0</inkml:trace>
  <inkml:trace contextRef="#ctx0" brushRef="#br0" timeOffset="123040.0375">17562 13196 0,'0'0'0,"0"0"16,0 0-16,0 0 0,0 0 0,0-25 0,0 25 15,-25 0-15,25 0 0,0 0 0,0 0 16,0 0-16,0-25 0,0 25 0,0 0 0,-25 0 0,25 0 15,0 0-15,0 0 0,0-24 0,-25 24 0,25 0 0,0 0 16,0 0-16,0 0 0,-25-25 0,25 25 0,0 0 0,0 0 0,0-25 16,-24 25-16,24 0 0,0 0 0,-25 0 0,25-25 15,0 25-15,-25 0 0,25 0 16,0-25-16,-25 25 0,25 0 0,-25 0 0,25 0 0,0-24 15,-24 24-15,24 0 0,0 0 0,0 0 0,-25 0 0,25 0 0,0 0 16,0 0-16,0 0 0,0 0 0,0 0 0,0 0 16,0 0-16,0 0 15,0 0-15,0 0 0,0 0 0,0 0 0,0 0 0,0 0 0,-25 0 16,25 0-16,0 0 0,0 0 0,0 0 0,0 0 0,0 0 0,0 24 15,0-24-15,0 0 0,0 0 0,-25 25 0,25-25 0,0 25 16,0-25 0,0 25-16,0-25 0,0 25 0,-25-1 0,25-24 0,0 25 0,0 0 0,0-25 15,0 25-15,0 0 0,0-25 0,0 25 0,0-1 0,0 1 0,0-25 16,0 25-16,0 0 0,0 0 0,0-25 0,0 24 0,25 1 15,-25 0-15,0-25 0,0 25 0,0 0 0,0-1 16,0 1-16,0-25 16,0 25-16,0 0 0,25 0 0,-25-25 0,0 24 0,0 1 0,0-25 0,0 25 0,0 0 15,0 0-15,0-25 0,0 24 0,0 1 0,0 0 0,0 0 16,0-25-16,0 25 0,0-1 15,0 1-15,0-25 0,0 25 0,0 0 0,0 0 16,0-1-16,0-24 0,0 25 0,0 0 0,0-25 0,0 25 0,0 0 16,0-25-16,0 24 0,0 1 0,0 0 0,0-25 15,0 25-15,0 0 0,0-25 0,0 24 0,0 1 0,0-25 0,0 25 16,0-25-16,0 25 15,0 0-15,0-25 0,0 25 0,0-25 0,0 24 0,0 1 0,0-25 16,0 25-16,0-25 0,0 25 0,0-25 0,0 25 0,0-25 16,0 24-16,0 1 0,0-25 0,0 25 0,0-25 0,0 25 15,-25 0-15,25-25 0,0 24 0,0-24 0,0 25 0,0-25 16,0 25-16,0-25 0,0 25 0,0-25 15,0 25-15,0-25 0,0 24 0,0-24 0,0 25 0,0-25 0,0 25 16,0-25-16,0 25 0,0-25 16,0 25-16,0-25 0,0 24 0,0-24 0,0 25 15,0-25-15,0 25 0,0-25 0,25 25 0,-25-25 0,0 25 0,0-1 0,0-24 16,0 25-16,0-25 0,0 25 0,0 0 0,0-25 15,0 25-15,0-25 0,25 24 0,-25-24 16,0 25-16,0-25 0,0 25 0,0-25 0,0 25 16,0-25-16,25 25 0,-25-25 0,0 24 0,0-24 0,0 25 31,0 0-31,0-25 0,0 25 0,0-25 0,0 25 0,0-25 0,0 25 0,0-25 0,0 24 0,0 1 0,0-25 0,0 25 15,0-25-15,0 0 0,0 25 0,0-25 0,0 25 0,0-25 16,0 0-16,0 24 16,0-24-16,0 25 0,0-25 0,0 25 0,0-25 0,24 0 15,-24 25-15,0-25 0,0 25 0,0-25 0,0 0 0,0 24 16,0-24-16,0 25 0,0-25 0,0 25 0,0-25 0,0 25 0,0-25 15,0 0-15,0 25 0,0-25 0,0 24 0,0-24 0,0 25 16,0-25-16,0 25 0,0-25 16,0 0-16,0 25 0,0-25 0,0 25 0,0-25 15,0 0-15,0 24 0,0-24 0,0 25 0,0-25 0,0 0 0,0 25 16,25-25-16,-25 0 0,0 25 0,0-25 0,0 0 0,0 0 0,0 25 15,0-25-15,0 0 0,0 24 0,0-24 0,0 0 16,0 0-16,0 25 0,0-25 16,0 0-16,0 25 0,0-25 0,0 0 0,0 25 0,0-25 0,-25 0 15,25 0-15,0 0 0,0 25 0,0-25 0,0 0 0,0 0 0,0 0 16,0 0-16,0 0 0,0 0 15,0 0-15,0 0 0,0 0 0,0 0 16,0 0-16,0 0 0,0 0 0,25 0 0,-25 0 0,0 0 0,0 0 16,0 0-16,0 0 0,0 0 0,0 0 0,0 0 0,0 0 0,0 0 0,0 0 15,0 0 1,0 0-16,0 0 0,25 0 0,-25 0 0,0 0 0,0-25 0,0 25 15,0 0-15,25 0 0,-25 0 0,0 0 0,0 0 0,25-25 0,-25 25 16,0 0-16,24 0 0,-24 0 0,0-25 0,25 25 0,-25 0 0,25 0 16,-25 0-16,25 0 0,0-25 0,-25 25 0,25 0 15,-25 0-15,24 0 0,1 0 16,-25 0-16,25 0 0,-25 0 0,25 0 0,-25-24 0,0 24 0,25 0 0,-25 0 15,0 0-15,0 0 0,24 0 0,-24 0 0,0 0 16</inkml:trace>
  <inkml:trace contextRef="#ctx0" brushRef="#br0" timeOffset="124626.1282">18157 13295 0,'0'0'0,"0"0"16,0 0-16,0 0 15,0-24-15,0 24 0,0 0 0,0 0 0,0 0 0,0-25 0,0 25 16,0 0-16,0 0 0,0 0 0,-25-25 0,25 25 0,0 0 16,0 0-16,0-25 0,0 25 0,0 0 15,0 0-15,-25 0 0,25-25 0,0 25 0,0 0 0,0 0 0,-24 0 16,24 0-16,0 0 0,0 0 0,-25 0 0,25 0 0,0 0 15,0 0-15,-25 25 0,25-25 16,0 0-16,-25 0 0,25 25 0,-25-25 0,25 0 0,0 25 0,-24-25 0,24 0 16,0 25-16,0-25 0,0 0 0,0 24 0,0-24 15,-25 0-15,25 25 0,0-25 0,0 0 16,25 25-16,-25-25 0,0 0 0,0 25 0,0-25 15,0 0-15,24 25 0,-24-25 0,0 0 0,25 0 0,-25 24 0,25-24 16,-25 0-16,0 0 0,25 0 0,-25 0 0,0 0 0,25 0 16,-25 0-16,0 0 0,24 0 0,-24 0 0,0 0 0,0 0 15,25 0-15,-25 0 16,0-24-16,0 24 0,0 0 0,0 0 0,0-25 0,0 25 15,0 0-15,0-25 0,0 25 0,0 0 0,0 0 0,0-25 0,0 25 16,0 0-16,0-25 0,0 25 0,0 0 0,0 0 0,0 0 16,0-24-16,0 24 0,0 0 15,0 0-15,0 0 0,0 0 0,0 0 0,0 0 0,25 0 0,-25 0 31,0 0-31,0 24 0,0-24 0,0 0 0,0 25 0,0-25 0,25 0 0,-25 25 0,0-25 0,0 25 0,0-25 0,25 25 16,-25-1-16,0-24 0,0 25 0,0 0 0,0-25 16,24 25-16,-24 0 0,0-25 0,0 24 15,0-24-15,0 25 0,0 0 0,0-25 0,0 0 0,0 25 0,0-25 16,0 25-16,0-25 0,0 24 0,0-24 0,0 0 15,0 0-15,-24 25 16,24-25-16,0 0 0,0 0 0,-25 0 0,25 25 0,0-25 0,0 0 16,-25 0-16,25 0 0,0 0 0,-25 0 15,25 0-15,0 0 0,0 0 0,-25 0 0,25 0 0,0 0 0,0 0 0,-24-25 0,24 25 16,0 0-16,0 0 15,0 25-15,0-25 0,0 0 0,0 0 0,0 0 0,0 0 16,24 0-16,-24 0 0,0 25 0,0-25 0,0 0 0,25 0 0,-25 0 16,0 0-16,25 0 0</inkml:trace>
  <inkml:trace contextRef="#ctx0" brushRef="#br0" timeOffset="125420.1737">19224 13246 0,'0'-25'0,"0"25"0,0 0 15,0 0-15,0 0 0,-25 0 0,25-25 0,0 25 0,0 0 16,0 0-16,-25 0 0,25 0 15,0 0-15,0 0 0,0 0 0,0 0 0,-25 0 16,25 0-16,0 0 0,0 0 0,0 0 0,0 0 0,-25 0 0,25 25 16,0-25-16,0 0 0,0 0 0,0 0 0,0 0 0,0 25 15,0-25 1,0 0-16,0 25 0,0-25 0,0 24 0,0-24 0,0 25 0,0-25 0,0 25 0,0 0 0,25-25 15,-25 25-15,0-1 0,0-24 0,0 25 0,0 0 16,25-25-16,-25 25 0,0 0 0,0-25 16,0 24-16,25-24 0,-25 25 0,0-25 15,0 0-15,25 25 0,-25-25 0,0 0 0,0 0 0,24 0 0,-24 0 16,0 0-16,25 0 0,-25 0 0,25 0 0,-25 0 0,25-25 0,-25 25 15,0 0-15,25-25 0,-25 25 0,24-24 0,-24-1 0,25 25 16,-25-25 0,0 25-16,25-25 0,-25 0 0,0 25 0,25-24 0,-25-1 0,0 25 0,0-25 0,0 0 15,0 25-15,-25-25 0,25 25 0,0-24 0,0 24 16,-25-25-16,25 25 0,0 0 0,-25-25 0,25 25 0,0 0 0,-24 0 15,24 0-15,0 0 0,-25 0 16,25 0-16,0 0 0,-25 0 0,25 0 16,-25 0-16,25 0 0,0 0 0,0 25 0,-25-25 0,25 0 15,0 0-15,0 0 0</inkml:trace>
  <inkml:trace contextRef="#ctx0" brushRef="#br0" timeOffset="125833.1973">20017 13395 0,'0'0'0,"0"0"0,0 0 16,0-25-16,0 25 0,0 0 0,0 0 0,0 0 15,25 0-15,-25 0 0,0 0 16,0 0-16,25 0 0,-25 0 0,0 0 0,25 0 0,-25 0 16,25 25-16,-1-25 0,-24 0 0,25 0 0,-25 0 0,25 0 0,0 0 15,0 0-15,-25 0 0,24 24 0,-24-24 0,25 0 0,0 0 16,-25 0-16,0 0 0,25 0 15,-25 0-15,25 0 0</inkml:trace>
  <inkml:trace contextRef="#ctx0" brushRef="#br0" timeOffset="126239.2205">20538 13568 0,'0'0'0,"0"-25"0,0 25 0,0 0 16,0 0-16,25 0 15,-25 0-15,0-24 0,0 24 0,0 0 0,0 0 0,0-25 0,0 25 16,0 0-16,25-25 0,-25 25 0,0 0 0,0-25 0,0 25 16,0 0-16,25-25 0,-25 25 0,0-24 0,0 24 0,0 0 0,0-25 15,0 25 1,0 0-16,0-25 0,0 25 0,0 0 0,0-25 0,0 25 0,0 0 0,0-25 0,0 25 15,0 0-15,0-24 0,0 24 0,0 0 0,0 0 0,0-25 16,0 25 0,0 0-16,0 0 0,0-25 0,0 25 0,0 0 0,0 0 0,0 0 0,0 0 15,0 0-15,0 0 0,0 0 0,24 0 0,-24 0 0,0 0 0,0 25 16,0-25-16,0 0 0,0 0 0,0 25 0,0-25 15,0 24-15,0-24 0,25 25 0,-25 0 0,0-25 0,0 25 16,0 0-16,0-25 16,0 24-16,0 1 0,0-25 0,0 25 0,0 0 0,0-25 15,0 25-15,0-25 0,0 24 0,0 1 0,0-25 0,0 25 0,0 0 0,0-25 16,0 25-16,0-25 0,0 24 0,0-24 0,0 25 15,0-25-15,0 0 0,0 25 0,0-25 16,0 0-16</inkml:trace>
  <inkml:trace contextRef="#ctx0" brushRef="#br0" timeOffset="126881.2572">21828 13196 0,'0'0'15,"0"0"-15,0 0 0,0-25 0,0 25 0,-25 0 0,25 0 16,0 0-16,0 0 16,0 0-1,0 0-15,0 0 0,0 0 0,0 0 0,-24 0 0,24 0 0,0 25 16,0-25-16,0 0 0,0 0 0,0 25 0,0-25 0,-25 0 0,25 0 0,0 25 0,0-25 15,0 0-15,0 25 0,0-25 0,-25 0 0,25 24 0,0-24 0,0 0 16,0 0-16,0 0 0,0 25 0,0-25 0,0 0 0,-25 0 16,25 25-16,0-25 15,0 0-15,0 0 0,0 0 0,0 25 0,0-25 0,0 0 16,0 0-16,-25 25 0,25-25 0,0 0 0,0 0 0,25 0 0,-25 0 15,0 0-15,0 0 0,0 0 0,0 0 0,0 24 0,0-24 0,25 0 16,-25 0-16,0 0 0,0 0 16,25 0-16,-25 0 0,25 25 0,-25-25 0,24 0 15,-24 0-15,25 0 0,-25 0 0,25 25 0,0-25 0,-25 0 0,25 0 16,-25 0-16,24 0 0,-24 0 0,25 0 0,-25 25 0,25-25 15,-25 0-15,0 0 0,25 0 0,-25 0 0,0 0 0,25 0 16,-25 0-16,0 0 0,0-25 16,0 25-16,0 0 0</inkml:trace>
  <inkml:trace contextRef="#ctx0" brushRef="#br0" timeOffset="127074.2683">22002 13320 0,'0'0'0,"0"0"0,0 0 0,0 0 15,0 0-15,0 0 0,0 0 0,0 0 16,0 0-16,0 25 0,0-25 0,0 0 0,0 0 0,0 25 0,0-25 15,0 25-15,0-25 0,0 24 0,0-24 0,0 25 16,0 0-16,0 0 0,0-25 0,0 25 16,0-1-16,0 1 0,0 0 0,0 0 15,0-25-15,0 25 0,0-1 0,-25 1 0,25 0 0,0-25 0,0 25 16,-25 0-16,25-1 0,-25-24 0,25 25 0</inkml:trace>
  <inkml:trace contextRef="#ctx0" brushRef="#br0" timeOffset="128301.3385">18281 14114 0,'0'0'0,"0"0"0,0 0 16,0 0-16,-25 0 0,25-25 0,0 25 0,0 0 16,0 0-16,0 0 0,0 0 15,0 0-15,0 0 0,0 0 0,0 0 0,0 0 16,0 0-16,0 0 0,-25 0 0,25 0 0,0 0 0,0 0 0,0 0 15,0 0-15,0 0 0,0 0 0,0 0 0,0 0 0,0 0 0,0 0 16,0 0-16,0 0 0,-24 0 0,24 0 0,0 25 16,0-25-16,0 0 15,0 25-15,0-25 16,0 0-16,0 24 0,0-24 0,0 25 0,0-25 0,0 25 0,0-25 0,0 25 0,-25-25 0,25 25 15,0-25-15,0 24 0,0-24 0,0 0 0,0 25 0,0-25 16,0 25-16,0-25 0,0 0 0,0 0 0,0 25 0,0-25 0,0 0 16,0 0-16,0 0 0,0 0 0,0 0 0,25 25 0,-25-25 15,0 0-15,0 0 16,0 0-16,0 0 0,0 0 0,0 0 0,24 0 0,-24 0 16,0 0-16,0 0 0,0 0 0,0 0 0,0 0 0,0 0 0,0 0 15,25 0-15,-25 0 0,0 0 0,0 0 0,0 0 0,0 25 16,25-25-16,-25 0 0,0 0 0,0 0 0,0 0 0,25 0 15,-25 24-15,0-24 16,0 0-16,0 0 0,25 25 0,-25-25 0,0 0 0,0 25 0,0-25 16,0 0-16,0 25 0,0-25 0,0 0 0,0 0 0,0 25 0,0-25 15,0 0-15,-25 24 0,25-24 0,0 0 0,0 0 16,-25 25-16,25-25 15,0 0-15,0 0 0,-25 0 0,25 25 0,0-25 0,-25 0 0,25 0 0,-24 0 16,24 0-16,0 0 0,-25 0 0,25 0 0,0 0 0,-25 0 16,25-25-16,0 25 0,0 0 0,-25 0 0,25-25 0,0 25 15,0 0 1,0-24-16,0 24 0,0-25 0,-25 0 0,25 25 0,0-25 15,0 0-15,0 25 0,25-24 0,-25-1 0</inkml:trace>
  <inkml:trace contextRef="#ctx0" brushRef="#br0" timeOffset="128454.3472">18182 14213 0,'0'0'16,"0"0"-16,0 0 0,0 0 0,0 0 0,0-25 15,0 25-15,0 0 0,0 0 0,0 0 0,25 0 16,-25 0-16,0 0 0,24 0 0,-24 0 0,25 0 16,-25 0-16,25 0 0,-25 25 0,25-25 0,-25 0 0,25 0 15,-1 0-15,1 0 16,-25 0-16,25 0 0,0 0 0,0 0 0,-25 0 0,24 25 0,1-25 15,0 0-15,0 0 0</inkml:trace>
  <inkml:trace contextRef="#ctx0" brushRef="#br0" timeOffset="129246.3924">19248 14188 0,'0'0'0,"0"0"15,0 0-15,0 0 0,0 0 0,0 0 0,0 0 16,0 0-16,0-25 0,0 25 16,0 0-16,25 0 0,-25 0 0,0 0 0,0 0 0,0 0 0,0 0 0,25 0 31,-25 25-31,0-25 0,0 0 0,25 0 0,-25 0 0,0 0 0,0 25 0,25-25 0,-25 0 15,0 0-15,0 25 0,24-25 0,-24 0 0,0 25 0,0-25 0,0 0 16,0 24-16,25-24 0,-25 25 0,0-25 0,0 25 0,0-25 16,-25 0-16,25 25 0,0-25 0,0 25 15,0-25-15,0 25 0,-24-25 0,24 0 16,0 24-16,-25-24 0,25 0 0,0 0 0,0 25 0,-25-25 0,25 0 15,0 0-15,0 0 0,-25 25 0,25-25 0,0 0 32,0 0-32,0 0 0,0 0 0,0 0 0,0 0 0,0 0 0,0 0 0,0 0 0,0 0 0,25 0 0,-25 0 0,0 0 15,0 0-15,25 0 0,-25 0 0,0 0 0,25 0 0,-25 0 16,0 0-16,0 0 0,24 0 0,-24 0 15,0 0-15,25 0 0,-25 25 0,0-25 16,25 0-16,-25 0 0,0 0 0,25 25 0,-25-25 0,0 0 16,0 24-16,0-24 0,0 0 0,0 25 0,0-25 0,0 0 0,0 25 46,0-25-46,0 0 0,0 0 0,0 25 0,0-25 0,0 0 0,0 25 0,0-25 16,-25 0-16,25 0 0,0 24 0,0-24 0,0 0 0,-25 0 0,25 0 0,0 25 0,-25-25 0,25 0 0,0 0 16,0 0-16,-24 0 0,24 0 0,0 0 0,-25 0 0,25 0 0,0 0 15,0 0-15,-25 0 0,25 0 0,0 0 0,0 0 0,0-25 16,0 25-16,0 0 0,-25 0 0,25 0 0,25 0 15,-25-24-15</inkml:trace>
  <inkml:trace contextRef="#ctx0" brushRef="#br0" timeOffset="130251.45">20613 14213 0,'0'0'0,"0"0"0,0 0 15,0 0-15,0 0 0,0 0 0,0 0 0,0 0 0,0 0 0,0 0 16,0 0-16,0 0 0,0 0 0,0-25 0,0 25 0,0 0 16,0 0-16,0 0 0,0 0 0,0 0 0,0 0 0,0-25 15,0 25-15,0 0 0,0 0 16,-25 0-16,25 0 0,0 0 0,0 0 0,0 0 15,0 0-15,-25 0 0,25 0 0,0 0 0,0 0 0,-25 0 0,25 0 16,0 0-16,-25 0 0,25 25 0,0-25 0,0 0 0,-24 0 16,24 0-16,0 25 0,0-25 0,0 0 0,-25 0 0,25 25 15,0-25-15,0 0 16,0 0-16,25 25 0,-25-25 0,0 0 0,0 24 0,0-24 15,24 25-15,-24-25 0,0 25 0,25-25 0,-25 25 0,0-25 0,25 25 16,-25-25-16,25 25 0,-25-25 0,25 24 0,-25 1 16,0-25-16,24 25 0,-24-25 0,25 25 0,-25-25 0,0 25 0,25-25 15,-25 24-15,0 1 0,25-25 16,-25 0-16,0 25 0,0-25 0,0 25 0,0-25 0,0 25 15,0-25-15,0 0 0,0 24 0,0-24 0,0 0 0,0 25 0,0-25 16,-25 0-16,25 0 0,0 0 0,-25 25 0,25-25 0,0 0 16,-25 0-1,25 0-15,0 0 0,-24 0 0,24 0 0,0 0 0,0 0 0,-25 0 0,25 0 0,0 0 16,0 0-16,0 0 0,0 0 0,0-25 0,0 25 15,0 0-15,0-25 0,25 25 0,-25-24 0,0 24 0,24-25 16,-24 0-16,25 25 0,-25-25 0,0 0 16,25 25-16,-25-24 0,25-1 0,-25 25 0,0-25 0,25 0 0,-25 25 15,0-25-15,25 25 0,-25-24 0,0 24 0,0 0 0,0-25 16,0 25-16,0 0 0,0-25 0,0 25 0,0 0 15,0-25-15,0 25 0,-25 0 16,25 0-16,0-25 0,0 25 0,0 0 0,0 0 0,0-25 0,-25 25 16,25 0-16,0 0 0,0 0 0,0 0 0,0 0 0,0 0 15,0 0-15,0 0 0,0 0 0,0 0 0,0 0 0,0 0 16,0 0-1,25 0-15,-25 25 0,0-25 0,0 0 0,0 0 0</inkml:trace>
  <inkml:trace contextRef="#ctx0" brushRef="#br0" timeOffset="130630.4717">21307 14461 0,'0'0'0,"0"0"16,0 0-16,0-25 0,0 25 15,0 0-15,0 0 0,0 0 0,0 0 16,0 0-16,0 0 0,0 0 0,0 0 0,0 0 0,0 0 0,0 0 15,25 0-15,-25 0 0,0 0 0,25 0 0,-25 0 0,25 0 0,-25 0 16,24 0-16,-24 0 0,25 0 0,-25 0 0,25 0 0,0 0 16,-25 0-16,25 0 0,-25 0 15,24 0-15,-24 0 0,25 0 0,-25 0 0,0 0 0,25 0 16,-25 0-16</inkml:trace>
  <inkml:trace contextRef="#ctx0" brushRef="#br0" timeOffset="130998.4924">21803 14337 0,'25'0'0,"-25"0"0,0 0 0,0 0 0,0-25 16,0 25-16,0 0 0,0 0 15,25 0-15,-25 0 0,0-25 0,0 25 0,0 0 16,25 0-16,-25 0 0,0 0 0,0 0 0,0 0 0,25 0 0,-25 0 15,0 25-15,0-25 0,0 0 16,24 0-16,-24 0 0,0 0 0,0 25 0,0-25 0,0 0 0,25 25 0,-25-25 16,0 0-16,0 25 0,-25-25 0,25 0 0,0 25 0,0-25 15,0 24-15,-24-24 0,24 25 16,0-25-16,0 0 0,-25 25 0,25-25 0,-25 25 15,25-25-15,0 25 0,-25-25 0,25 0 0,0 24 0,-25-24 0,25 25 16,0-25-16,0 0 0,0 25 0,0-25 0,-24 0 0,24 0 0,0 25 16,24-25-16,-24 0 0,0 0 0,0 0 0,0 25 15,0-25-15,25 0 0,-25 0 16,25 0-16,-25 0 0,25 0 0,0 0 0,-25 0 15,24 0-15,1 0 0,0 0 0,0 0 0,-25 0 0,25 0 0,-1 0 0,1 0 16,0 0-16,-25 0 0,25-25 0,0 25 0,-25 0 0,24 0 16,-24 0-16,25 0 15,-25-25-15,0 25 0,0 0 0</inkml:trace>
  <inkml:trace contextRef="#ctx0" brushRef="#br0" timeOffset="132173.5599">18281 15081 0,'0'0'0,"0"0"0,0 0 15,0 0-15,0 0 0,0 0 0,0 0 0,0 0 16,0 0-16,0 0 16,0 0-16,0 0 0,0 0 0,0 0 0,0 0 0,0 0 15,0 0-15,0 0 0,0 0 0,0 0 0,0 0 0,0 0 16,0 0-16,0 0 0,0 0 0,0 0 0,0 0 0,0 0 0,0 25 15,0-25-15,0 0 0,0 0 0,0 0 0,0 0 0,0 25 16,0-25-16,0 0 0,0 25 0,0-25 0,0 0 16,0 0-16,0 24 0,0-24 0,0 0 15,-25 25-15,25-25 0,0 0 0,0 25 0,0-25 0,0 0 0,0 25 16,0-25-16,0 0 0,0 0 0,0 25 0,0-25 0,0 0 15,0 0-15,0 0 0,0 24 0,0-24 0,0 0 16,0 0-16,0 0 16,0 0-16,0 0 0,0 0 0,0 0 0,0 0 0,0 0 0,0 0 0,0 0 15,25 0-15,-25 0 0,0 0 0,0 0 0,0 0 0,0 0 16,0 0-16,25 0 0,-25 0 0,0 0 0,0 0 0,0 0 15,25 0-15,-25 0 16,0 0-16,0 0 0,0 0 0,24 0 0,-24 0 0,0 0 0,0 0 16,0 0-16,0 0 0,0 0 0,25 25 0,-25-25 0,0 0 0,0 0 15,0 25-15,0-25 0,0 0 0,0 25 0,0-25 0,0 0 16,0 0-16,0 25 15,0-25-15,25 0 0,-25 25 0,0-25 0,0 0 0,0 0 16,0 24-16,-25-24 0,25 0 0,0 0 0,0 0 0,0 25 0,0-25 0,0 0 16,0 0-16,-25 0 0,25 0 0,0 0 0,0 25 15,0-25 1,-24 0-16,24 0 0,0 0 0,0 0 0,0 0 0,-25 0 0,25 0 15,0 0-15,0 0 0,0 0 0,-25 0 0,25 0 0,0 0 0,0 0 16,0-25-16,0 25 0,0 0 0,-25-25 0,25 25 0,0 0 0,0-24 16,0 24-16,0-25 15,0 0-15,0 25 0,0-25 0,0 25 0</inkml:trace>
  <inkml:trace contextRef="#ctx0" brushRef="#br0" timeOffset="132322.5685">18281 15081 0,'0'0'0,"0"0"0,0-25 0,0 25 0,25 0 15,-25 0-15,0 0 0,0-24 0,25 24 0,-25 0 0,24 0 16,-24 0-16,25 0 0,-25 0 0,25-25 0,-25 25 15,25 0-15,0 25 0,-1-25 0,-24 0 0,25 0 16,0 0-16,0 0 0,0 0 0,-25 24 0,25-24 0,-1 0 16,1 0-16,-25 0 0,25 0 15,0 0-15</inkml:trace>
  <inkml:trace contextRef="#ctx0" brushRef="#br0" timeOffset="132918.6025">19397 15304 0,'0'0'0,"-25"-24"0,25 24 16,0 0-16,0 0 0,0 0 0,0 0 0,0 0 15,-24 0-15,24-25 0,0 25 0,0 0 0,0 0 16,0 0-16,0 0 0,0 0 0,-25 0 0,25 0 0,0 0 16,0 0-16,0 0 0,0 0 0,0 0 0,0 0 15,0 0-15,0 0 16,0 0-16,0 0 0,0 25 0,-25-25 0,25 0 0,0 0 0,0 24 15,0-24-15,0 0 0,0 25 0,0-25 0,0 25 0,0-25 0,0 25 16,0-25-16,0 25 0,0 0 0,0-25 0,25 24 0,-25-24 16,0 25-16,0-25 0,0 25 15,0-25-15,25 25 0,-25-25 0,0 25 0,0-25 0,24 24 16,-24-24-16,0 0 0,25 25 0,-25-25 0,0 0 0,25 0 15,-25 25-15,25-25 0,-25 0 0,0 0 0,25 0 0,-25 0 0,0 0 16,24 0-16,-24 0 16,25-25-16,-25 25 0,0 0 0,25 0 0,-25-25 0,25 25 15,-25-24-15,0 24 0,25-25 0,-25 0 0,0 25 0,0-25 16,0 0-16,0 1 0,25 24 0,-25-25 0,0 0 0,-25 0 0,25 0 15,0 25-15,0-25 0,0 1 0,-25 24 0,25-25 0,0 25 16,0-25-16,-25 25 16,25 0-16,0-25 0,0 25 0,-25 0 0,25 0 0,0 0 15,0 0-15,-25 0 0,25 0 0,0 0 0,-24 0 0,24 0 0,0 0 0,-25 0 16,25 0-16,0 25 0,-25-25 0,25 0 0,-25 0 15,25 0-15</inkml:trace>
  <inkml:trace contextRef="#ctx0" brushRef="#br0" timeOffset="134021.6656">18380 15354 0,'0'0'0,"0"0"0,0 0 16,0 0-16,0 0 0,0 0 0,0 0 0,-25 0 15,25 0-15,0 0 0,0 0 0,0 0 0,0 0 0,0 0 16,0 0-16,0 0 15,0 0-15,0 0 0,0 0 0,0 0 0,0 0 0,0 0 0,0 0 0,0 0 16,0 0-16,0 0 0,0 0 0,0 0 0,0 0 0,0 0 16,0 0-16,0 0 15,0 0-15,0 0 0,0 0 0,0 0 0,0 0 0,0 0 16,0 0-16,0 0 0,0 0 0,0 0 0,0 0 0,0 0 15,0 0-15,0 0 0,0 0 0,0 0 0,0 0 0,0 0 0,0 0 32,0 0-32,0 0 0,0 0 0,0 0 0,0 0 0,0 0 0,0 0 0,0 0 0,0 0 0,0 0 15,0 0-15,25 0 0,-25 0 0,0 0 0,0 0 0,0 0 0,0 0 16,25 0-16,-25 0 15,0 0-15,0 0 0,25 0 0,-25 0 0,0 0 0,0 0 16,25 0-16,-25 0 0,0 0 0,0 0 0,0 0 0,24 25 0,-24-25 0,0 0 16,0 0-16,0 0 0,0 0 0,25 0 0,-25 25 15,0-25-15,0 0 0,0 0 0,0 0 0,0 0 16,0 25-16,0-25 0,0 0 15,0 0-15,25 0 0,-25 24 0,0-24 0,0 0 0,0 0 0,0 25 16,0-25-16,0 0 0,0 25 0,0-25 0,0 0 0,0 25 0,0-25 16,0 0-16,0 25 0,0-25 0,0 0 0,0 0 15,0 24-15,0-24 16,0 0-16,-25 25 0,25-25 0,0 0 0,0 0 0,0 25 15,0-25-15,0 0 0,-25 0 0,25 25 0,0-25 0,0 0 0,0 0 16,-24 0-16,24 25 0,0-25 0,-25 0 0,25 0 0,0 0 0,0 0 16,-25 0-16,25 0 15,0 0-15,-25 0 0,25 0 0,0 0 0,-25 0 0,25 0 16,0 0-16,-24 0 0,24 0 0,0 0 0,-25 0 0,25 0 0,0 0 15,0 0-15,-25 0 16,25 0-16,0 0 0,0-25 0,0 25 0,0 0 0,-25 0 0,25 0 0,0 0 0,0 0 16,0 0-16,0 0 0,0 0 0,0 0 0,0 0 0,0 0 15,0 0-15,0 0 0,0 0 16,0 0-16,0 0 0,0 0 0,0 0 0,0 0 0,25 0 0,-25 0 0,0 0 15,0 0-15,0 0 0,25 0 0,-25 0 0,0 0 16,0 0-16</inkml:trace>
  <inkml:trace contextRef="#ctx0" brushRef="#br0" timeOffset="135212.7338">20712 15081 0,'0'0'0,"0"0"0,0 0 0,0 0 16,0 0-16,0-25 0,0 25 0,0 0 0,0 0 0,0 0 15,0 0-15,0 0 0,0 0 0,0 0 0,0 0 0,0 0 0,0 0 0,0 0 16,0 0-16,0 0 0,0 0 0,0 0 0,0 0 16,0 0-16,0 0 15,0 25-15,0-25 0,0 0 0,0 0 0,0 25 0,0-25 0,-25 0 0,25 25 16,0-25-16,0 0 0,0 25 0,-25-25 0,25 0 0,0 24 15,0-24-15,-25 25 0,25-25 0,0 0 0,0 25 16,-24-25-16,24 0 16,0 25-16,0-25 0,0 0 0,0 25 0,-25-25 0,25 0 15,0 0-15,0 0 0,0 24 0,0-24 0,0 0 0,0 0 0,0 0 0,0 0 16,0 0-16,0 0 0,0 0 0,25 0 0,-25 25 0,0-25 15,24 0-15,-24 0 16,0 0-16,25 0 0,-25 0 0,25 0 0,-25 0 0,0 0 16,25 0-16,-25 0 0,25 0 0,-25 0 0,25 0 0,-25 0 0,24 0 15,-24 0-15,25 0 0,-25 0 0,25 0 0,-25 0 0,0 0 0,25 0 31,-25 0-31,0 0 0,25 0 0,-25 0 0,0 0 0,0 0 0,0 0 0,0 0 16,24 0-16,-24 0 0,0 0 0,0-25 0,0 25 0,0 0 16,0 0-16,0-24 0,0 24 15,0 0-15,0 0 0</inkml:trace>
  <inkml:trace contextRef="#ctx0" brushRef="#br0" timeOffset="135417.7455">20836 15131 0,'0'0'0,"0"0"0,0 0 0,0 0 0,0 0 16,0 0-16,0 0 0,0 0 0,0 0 0,0 0 15,0 0-15,0 0 0,0 0 0,0 0 0,25 0 0,-25 25 16,0-25-16,0 0 0,0 0 0,0 24 0,0-24 15,0 25-15,0-25 0,25 25 0,-25-25 0,0 25 0,0 0 16,0-25-16,0 24 0,0-24 16,0 25-16,0 0 0,24 0 0,-24-25 0,0 25 15,0 0-15,0-25 0,0 24 0,0-24 0,0 25 0,0 0 0,0-25 0,0 25 16,0-25-16,0 25 0,0-25 0,0 24 0,0-24 15,0 25-15,0-25 16,0 0-16,0 25 0,0-25 0,0 0 0,0 0 0</inkml:trace>
  <inkml:trace contextRef="#ctx0" brushRef="#br0" timeOffset="136001.7789">21853 15280 0,'0'0'0,"0"0"0,25-25 0,-25 25 15,0 0-15,0 0 0,0 0 0,0-25 16,25 25-16,-25 0 0,0 0 0,0-25 0,0 25 0,24 0 0,-24-25 15,0 25-15,25 0 0,-25 0 0,0-24 0,0 24 0,25 0 0,-25-25 16,0 25-16,0 0 0,25-25 0,-25 25 0,0 0 0,0-25 16,25 25-1,-25-25-15,0 25 0,0 0 0,0-24 0,0 24 0,24 0 0,-24 0 16,0-25-16,0 25 0,0 0 0,0 0 0,0-25 0,0 25 0,0 0 15,0 0-15,0 0 0,0 0 0,0-25 0,25 25 0,-25 0 16,0 0-16,0 0 0,0 0 0,0 0 0,0 0 0,0 0 16,0 25-16,0-25 15,0 0-15,0 0 0,0 25 0,0-25 0,0 25 0,0-25 16,0 24-16,0 1 0,0-25 0,0 25 0,0 0 0,0 0 0,0-1 15,0 1-15,0-25 0,0 25 0,0 0 0,0 0 0,0-1 16,0 1-16,25 0 16,-25-25-16,0 25 0,0 0 0,25-25 0,-25 25 0,0-1 0,25-24 0,-25 0 0,24 25 15,-24-25-15,0 0 0</inkml:trace>
  <inkml:trace contextRef="#ctx0" brushRef="#br0" timeOffset="136838.8265">18256 16049 0,'0'0'0,"0"0"0,-25 0 15,25 0-15,0 0 0,0-25 0,-24 25 0,24 0 16,0 0 0,0 0-16,0 0 0,0-25 0,-25 25 0,25 0 0,0 0 0,0 0 0,0-25 0,0 25 15,-25 0-15,25 0 0,0 0 0,0 0 0,0 0 16,0 0-16,0 0 0,0 0 0,0 0 0,0 0 0,-25-25 0,25 25 15,0 0-15,0 0 0,0 0 0,0 0 0,0 0 0,0 0 16,0 0-16,0 0 0,0 0 16,0 0-16,0 0 0,0 0 0,25 0 0,-25 0 0,0 0 0,0 0 15,0 0-15,25 0 0,-25 0 0,0 0 0,25 25 0,-25-25 16,24 0-16,-24 0 0,25 0 0,-25 0 0,25 0 15,0 0-15,-25 0 0,25 0 16,-25 0-16,24 0 0,-24 0 0,25 25 0,-25-25 0,25 0 0,-25 0 16,0 0-16,25 0 0,-25 0 0,0 0 0</inkml:trace>
  <inkml:trace contextRef="#ctx0" brushRef="#br0" timeOffset="137255.8503">18604 15949 0,'0'0'16,"0"0"-16,0 0 0,0 0 16,0 0-16,0 0 0,0 0 0,0 0 0,0 0 0,0 0 0,0 0 0,0 0 0,0 0 0,0 0 15,0 0-15,0 0 0,0 0 0,0 0 0,0 0 0,-25 0 0,25 0 16,0 0-16,0 25 0,0-25 0,0 0 0,-25 0 15,25 0-15,0 25 16,-25-25-16,25 0 0,0 0 0,-25 0 0,25 25 0,0-25 0,-25 0 16,25 25-16,0-25 0,-24 0 0,24 24 0,0-24 0,-25 0 0,25 25 15,0-25-15,0 0 0,-25 25 0,25-25 0,0 0 0,0 25 16,0-25-1,0 0-15,0 0 0,0 0 0,0 25 0,0-25 0,0 0 16,0 0-16,25 0 0,-25 0 0,0 0 0,0 0 0,25 0 0,-25 24 0,24-24 0,-24 0 16,0 0-16,25 0 0,-25 0 0,25 0 0,-25 0 0,25 0 15,-25 0-15,25 0 16,-25 0-16,25 0 0,-25 0 0,24 25 0,-24-25 0,25 0 0,-25 0 0,0 0 15,25 0-15,-25 0 0,0 0 0,25 0 0,-25 0 0,0 0 0,0 0 16,25 0-16,-25 0 0,0 0 0,0 0 0,0 0 16,0 0-16,0 0 15,0 0-15,0 0 0,0 0 0,0 0 0,0-25 0,0 25 0,0 0 16</inkml:trace>
  <inkml:trace contextRef="#ctx0" brushRef="#br0" timeOffset="137461.8623">18703 16073 0,'0'-24'0,"0"24"16,0-25-16,0 25 0,0 0 0,0-25 0,0 25 0,0-25 15,0 25-15,0 0 0,0 0 0,0-25 0,0 25 16,0 0-16,0 0 0,0 0 0,0 0 0,0 0 15,0 0-15,0 0 0,0 0 0,0 25 0,0-25 0,0 0 16,0 25-16,25-25 0,-25 25 0,0 0 16,0-25-16,0 24 0,0 1 0,0-25 0,0 25 0,0 0 0,0-25 15,0 25-15,0-1 0,0-24 0,24 25 0,-24 0 0,0-25 16,0 25-1,0 0-15,0-25 0,0 24 0,0 1 0,0-25 0,0 25 0,0-25 0,0 25 16,0-25-16,0 25 0,0-25 0,0 0 0,25 25 0,-25-25 16,0 0-16</inkml:trace>
  <inkml:trace contextRef="#ctx0" brushRef="#br0" timeOffset="138085.8981">19794 16197 0,'-25'-24'0,"25"24"16,0 0-16,0 0 0,-24-25 0,24 25 0,0 0 0,-25 0 15,25-25-15,0 25 0,0 0 0,-25 0 0,25-25 0,0 25 16,0 0-1,0 0-15,0 0 0,0 0 0,0 0 0,0 0 0,0 0 0,0 0 16,-25 0-16,25 0 0,0 25 0,0-25 0,0 0 0,0 0 16,0 25-16,0-25 0,0 25 0,0-25 0,0 0 0,0 24 0,0 1 15,0-25-15,0 25 0,25-25 0,-25 25 0,0-25 0,0 25 16,0-1-16,0-24 15,0 25-15,0 0 0,0-25 0,25 25 0,-25-25 0,0 25 16,0-25-16,25 25 0,-25-25 0,0 0 0,0 0 0,24 24 16,-24-24-16,0 0 0,25 0 0,-25 0 0,0 0 0,25 0 15,-25 0-15,0 0 0,25 0 0,-25-24 0,0 24 0,25-25 16,-25 25-16,24 0 0,-24-25 0,0 0 0,25 25 0,-25-25 0,0 25 15,0-25-15,25 1 0,-25 24 0,0-25 16,0 25-16,0-25 0,0 0 0,0 25 16,0-25-16,-25 25 0,25-24 0,0 24 0,0 0 0,0-25 0,-25 25 0,25 0 15,0 0-15,0-25 0,-24 25 0,24 0 0,0 0 0,0 0 16,0 0-1,0 0-15,0 0 0,0 0 0,0 0 0,0 0 0,0 0 0,0 0 0,0 0 16,0 0-16,0 0 0,24 25 0,-24-25 0</inkml:trace>
  <inkml:trace contextRef="#ctx0" brushRef="#br0" timeOffset="138710.9338">21034 16197 0,'0'0'0,"0"-24"0,0 24 16,0 0-16,0 0 0,0 0 0,0 0 0,0 0 16,0-25-16,25 25 0,-25 0 0,0 0 15,0 0-15,0 0 0,25 0 16,-25 0-16,0 0 0,0 0 0,0 0 0,25 0 0,-25 0 0,0 0 15,0 0-15,0 0 0,0 0 0,0 0 0,0 0 0,25 25 0,-25-25 0,0 0 16,0 0-16,0 0 0,0 24 0,0-24 16,-25 0-16,25 25 0,0-25 0,0 0 15,0 25-15,-25-25 0,25 25 0,0-25 0,0 25 0,-25-25 16,25 24-16,0-24 0,-25 25 0,25-25 0,0 25 0,0-25 0,-24 25 15,24-25-15,0 0 0,0 25 0,0-25 0,0 0 0,0 25 16,-25-25-16,25 0 0,0 0 0,25 24 0,-25-24 0,0 0 16,0 0-16,0 0 0,0 0 0,0 0 0,24 0 15,-24 0-15,25 0 0,-25 0 0,0 0 0,25 0 16,0 0-16,-25 0 0,25 0 0,-1 0 15,-24 0-15,25 0 0,0-24 0,-25 24 0,25 0 0,0 0 16,-25 0-16,24 0 0,1 0 0,-25 0 0,25 0 0,0 0 0,-25 0 16,25 0-16</inkml:trace>
  <inkml:trace contextRef="#ctx0" brushRef="#br0" timeOffset="139374.9718">22027 16049 0,'-25'0'0,"25"-25"15,0 25 1,0 0-16,0 0 0,0-25 0,0 25 0,-25 0 0,25 0 0,0 0 16,0-25-16,0 25 0,0 0 0,0 0 0,0 0 0,0 0 0,0 0 0,0 0 15,0 0-15,0 0 0,0-25 16,0 25-16,25 0 0,-25 0 0,0 0 0,0 0 0,25 0 0,-25 0 15,0 0-15,24 0 0,-24 0 0,0 0 0,25-24 0,-25 24 0,0 0 16,25 0 0,-25 0-16,0 0 0,25 24 0,-25-24 0,0 0 0,0 0 15,25 0-15,-25 0 0,0 25 0,0-25 0,0 0 0,0 0 0,0 25 0,0-25 0,0 0 31,0 25-31,0-25 0,0 0 0,0 25 0,-25-25 0,25 24 0,0-24 16,0 25-16,-25-25 0,25 0 0,0 25 0,-25-25 16,25 25-16,0-25 0,-25 0 0,25 25 0,0-25 0,0 0 0,-24 0 0,24 24 0,0-24 15,0 0-15,0 0 0,0 0 0,0 0 0,0 25 0,0-25 16,0 0-16,24 0 0,-24 0 0,0 0 0,0 0 0,25 0 15,-25 0-15,0 25 0,25-25 0,-25 0 16,0 0-16,25 0 0,-25 0 0,25 25 16,-25-25-16,0 0 0,24 0 0,-24 25 0,25-25 0,-25 0 0,0 24 15,25-24-15,-25 0 0,0 25 0,0-25 0,0 0 16,0 25-16,0-25 0,0 0 0,0 25 0,0-25 0,0 0 15,0 0-15,0 0 0,-25 25 0,25-25 0,0 0 0,-25 0 0,25 0 16,0 0-16,-24 0 0,24 0 0,-25 25 0,25-25 16,-25 0-16,25-25 0,-25 25 0,25 0 0,-25 0 0,25 0 15,0-25-15,-24 25 0,24 0 0,0-25 0,0 25 16,-25-25-16,25 25 0</inkml:trace>
  <inkml:trace contextRef="#ctx0" brushRef="#br0" timeOffset="141275.0803">22572 13469 0,'0'0'0,"0"0"15,0 0-15,0 0 0,0 0 0,0 0 0,0 0 0,0 0 16,0 0-16,0 0 0,0 0 0,0 0 0,0 0 15,0 0-15,0 0 0,0 0 0,0 0 0,0 0 16,0 0-16,0 0 0,0 0 0,25 0 0,-25 0 0,0 0 16,0 0-16,0 0 0,25 0 0,-25 0 0,0 0 15,0 0-15,0 0 0,0 0 0,0 0 0,25 0 16,-25 0-16,0 0 0,0 0 0,0 0 15,0 0-15,0 0 0,0 0 0,24 0 0,-24 0 16,0 0-16,0 0 0,0 0 0,0 0 0,0 0 0,0 0 0,25 0 16,-25 0-16,0 0 0,0 0 0,0 0 0,0 0 0,0 0 15,0 0-15,0 0 0,25 0 0,-25 0 0,0 0 0,0 0 16,0 0-16,0 0 0,0 0 0,0 0 0,0 0 15,0 0-15,0 0 0,0 0 0,0 0 0,0 0 16,0 0-16,0 0 0,0 0 0,0 0 0,0 0 0,0 0 16,0 0-16,0 25 0,0-25 0,0 0 0,0 0 15,0 0-15,0 25 0,-25-25 16,25 0-16,0 0 0,0 24 0,0-24 0,0 0 0,0 0 0,0 25 0,0-25 15,0 0-15,0 25 0,0-25 0,0 0 0,0 25 0,0-25 16,0 25-16,0-25 0,0 0 16,0 24-16,0-24 0,0 25 0,0-25 0,0 25 15,0-25-15,-25 25 0,25-25 0,0 25 0,0-25 0,0 24 16,0-24-16,0 25 0,0-25 0,0 25 0,0-25 0,0 25 15,0-25-15,0 0 0,0 25 0,0-25 0,0 24 0,0-24 0,0 0 16,0 25-16,0-25 0,0 25 0,0-25 0,0 0 16,0 25-16,0-25 0,25 0 0,-25 25 0,0-25 0,0 0 15,0 24-15,0-24 0,0 0 0,0 25 0,0-25 16,0 0-16,0 0 0,0 25 0,0-25 0,0 0 15,0 25-15,0-25 16,0 25-16,0-25 0,0 0 0,0 24 0,0-24 0,0 0 0,0 25 0,0-25 16,0 25-16,-25-25 0,25 0 0,0 25 0,0-25 0,0 25 15,0-25-15,0 0 0,0 24 0,0-24 0,0 25 0,0-25 16,0 0-16,0 25 0,0-25 0,0 0 0,0 25 15,0-25-15,0 0 0,0 25 0,0-25 0,0 25 0,0-25 16,0 0-16,0 24 0,0-24 0,0 0 16,0 25-16,0-25 0,0 25 0,0-25 0,0 25 0,-24-25 0,24 0 15,0 25-15,0-25 0,0 24 0,0-24 0,0 25 16,0-25-16,0 25 15,0-25-15,0 25 0,0-25 0,0 25 0,0-25 0,0 24 16,0-24-16,0 25 0,0-25 0,0 25 0,0-25 0,0 0 0,0 25 16,0-25-16,0 25 0,0-25 0,0 24 0,0-24 0,0 0 15,0 25-15,0-25 0,0 0 0,0 25 0,0-25 0,0 25 16,0-25-16,0 0 0,0 25 0,0-25 0,0 24 15,0-24-15,0 0 0,0 25 0,0-25 0,0 0 16,0 25-16,0-25 0,0 0 0,0 25 16,0-25-16,0 0 0,0 25 0,0-25 0,0 0 0,0 24 15,0-24-15,0 0 0,0 25 0,0-25 0,0 0 0,0 0 16,0 25-16,0-25 0,0 0 0,0 0 0,0 25 0,0-25 15,0 0-15,0 0 0,0 25 0,0-25 0,0 0 16,0 0-16,0 0 0,0 24 0,0-24 0,0 0 0,0 0 16,0 0-16,24 25 0,-24-25 0,0 0 0,0 0 15,0 0-15,0 0 0,0 25 0,0-25 16,0 0-16,0 0 0,0 25 0,0-25 0,0 0 0,0 0 15,0 25-15,0-25 0,0 0 0,0 0 0,0 24 0,0-24 0,0 0 16,0 25-16,0-25 0,0 0 0,0 0 0,0 25 16,0-25-16,0 0 0,0 0 0,25 25 0,-25-25 0,0 0 15,0 0-15,0 25 0,0-25 16,0 0-16,0 25 0,0-25 0,0 0 0,0 0 15,0 24-15,0-24 0,0 0 0,0 0 0,0 25 0,0-25 0,0 0 16,0 25-16,0-25 0,0 0 0,0 0 0,0 25 0,25-25 16,-25 0-16,0 25 0,0-25 0,0 0 0,0 24 0,0-24 15,0 0-15,0 25 0,0-25 0,0 0 0,0 25 16,0-25-16,0 0 0,0 25 0,0-25 0,0 0 0,0 25 15,0-25-15,0 0 0,0 24 0,25-24 16,-25 0-16,0 25 0,0-25 0,0 0 16,0 25-16,0-25 0,0 0 0,0 0 0,0 25 0,0-25 0,0 0 15,0 25-15,0-25 0,0 0 0,0 24 0,0-24 0,0 0 16,25 0-16,-25 25 0,0-25 0,0 0 0,0 25 0,0-25 15,0 0-15,0 25 0,0-25 0,0 0 0,0 25 16,0-25-16,0 0 16,0 24-16,0-24 0,0 0 0,0 25 0,0-25 0,0 0 15,0 25-15,25-25 0,-25 0 0,0 25 0,0-25 0,0 0 0,0 0 0,0 25 0,0-25 16,0 0-16,0 24 0,24-24 0,-24 0 0,0 0 15,0 25-15,0-25 0,0 0 0,0 0 0,0 25 16,0-25-16,0 0 0,0 0 0,0 0 0,0 0 0,0 0 0,0 0 16,0 0-16,0 0 15,0 0-15,0 0 0,0 0 0,0 0 0,0 0 0,0 0 16,0 0-16,0 0 0,0 0 0,0 0 0,0 0 0,0 0 0,0 0 15,0 0-15,0 0 0,0 0 0,0 0 0,0 25 0,0-25 16,0 0-16,0 0 0,0 0 0,0 0 0,0 0 0,0 0 16,0 0-16,-24 0 0,24 0 0,0 25 0,-25-25 0,25 0 15,-25 0-15,25 0 0,0 0 0,-25 24 0,25-24 16,-25 0-16,25 0 0,-25 0 0,25 0 0,-24 0 0,-1 0 15,25 25-15,-25-25 0,25-25 0,-25 25 0,0 0 16,25 0-16,-24 0 16</inkml:trace>
  <inkml:trace contextRef="#ctx0" brushRef="#br0" timeOffset="143735.2212">24259 4936 0,'0'0'0,"0"0"0,0 0 16,0 0-16,0 0 0,0 0 0,0 0 0,0-25 15,0 25-15,0 0 0,0 0 0,0 0 0,0 0 0,0 0 0,0 0 16,0 0-16,0 0 0,25-24 0,-25 24 0,0 0 15,0 0-15,0 0 16,0 0 0,0 0-16,25 0 0,-25 0 0,0 0 0,0-25 0,0 25 0,24 0 0,-24 0 0,0 0 0,0 0 0,25 0 15,-25 0-15,0-25 0,25 25 0,-25 0 0,0 0 0,25-25 0,-25 25 0,25-25 16,-25 25-16,0 0 0,24-25 0,-24 25 0,25-24 0,-25 24 15,25-25-15,-25 25 0,0-25 0,25 25 0,-25-25 16,0 25-16,0-25 16,25 25-16,-25-24 0,0 24 0,0-25 0,0 25 0,0-25 15,0 25-15,0-25 0,0 25 0,0-25 0,0 25 0,0-24 16,0 24-16,0 0 0,0-25 0,0 25 0,-25 0 0,25-25 0,0 25 15,0 0-15,0 0 0,0-25 0,-25 25 0,25 0 0,0 0 16,0 0-16,0 0 0,0 0 0,-25 0 0,25 0 16,0 0-16,0 0 15,0 0-15,0 0 0,0 0 0,0 25 0,-25-25 0,25 0 0,0 0 16,0 25-16,0-25 0,0 0 0,0 0 0,0 25 0,0-25 15,0 0-15,0 24 0,0-24 0,0 25 0,0-25 0,0 25 0,0-25 16,0 25-16,25 0 0,-25-25 0,0 24 0,0-24 16,0 25-16,0-25 0,0 25 0,0-25 0,0 25 0,0-25 15,0 25-15,0-25 0,0 24 16,0-24-16,0 0 0,0 25 0,0-25 0,0 0 0,0 25 0,0-25 15,0 0-15,0 25 0,0-25 0,0 0 0,0 0 0,0 0 16,0 0-16,0 0 0,0 0 0,0 0 0,0 0 0,0 0 31,0 0-31,0 0 0,0 0 0,0 0 0,0 0 0,0 0 16,0 0-16,0 0 0,0 0 0,0 0 0,0 0 0,25 0 0,-25 0 0,0-25 15,0 25-15,0 0 0,25 0 0,-25-25 0,0 25 16,0 0-16,0 0 0,25 0 0,-25 0 0,0 0 0,0 0 0,0 0 0,0 0 16,0 0-16,24 0 15,-24 0-15,0 0 0,0 0 0,0 25 0,0-25 0,0 0 16,0 0-16,0 25 0,0-25 0,0 0 0,0 25 0,0-25 0,0 0 15,0 25-15,25-25 0,-25 24 0,0-24 0,0 0 0,0 25 16,0-25-16,0 0 16,0 0-16,0 25 0,25-25 0,-25 0 0,0 0 0,0 0 15,0 0-15,0 0 0,25 0 0,-25 0 0,0-25 0,0 25 0,0 0 0</inkml:trace>
  <inkml:trace contextRef="#ctx0" brushRef="#br0" timeOffset="144009.2369">24879 4539 0,'0'0'0,"0"0"0,0 0 16,0 0-16,0 0 0,0 0 0,0 0 0,0 0 16,0 0-16,0 0 0,25 0 0,-25 0 15,0 0-15,0 25 0,25-25 0,-25 0 0,0 0 0,25 25 16,-25-25-16,0 0 0,24 25 0,-24-25 0,0 24 0,25-24 15,-25 25-15,0-25 0,25 25 0,-25-25 0,0 25 0,0-25 16,0 25-16,0-1 0,0-24 0,0 25 0,0-25 16,-25 25-16,25-25 0,0 25 0,-25-25 15,25 25-15,0 0 0,-24-25 0,24 24 0,-25-24 0,25 25 16,0-25-16,-25 25 0,25-25 0,0 25 0,-25-25 0,25 25 15,0-25-15,0 0 0,-25 24 0,25-24 0,0 0 16,0 0-16</inkml:trace>
  <inkml:trace contextRef="#ctx0" brushRef="#br0" timeOffset="144506.2653">25722 4539 0,'0'0'0,"0"0"16,0 0-16,0 0 0,0 0 0,0 0 0,0 0 0,0 0 0,0 0 15,0 0-15,0 0 0,0 0 0,0 0 0,0 0 0,0 0 16,0 0 0,-24 0-16,24 0 0,0 0 0,0 0 0,0 0 0,0 25 0,0-25 0,0 0 15,0 25-15,-25-25 0,25 25 0,0-25 0,0 24 0,-25 1 0,25-25 16,0 25-16,0-25 0,-25 25 0,25 0 0,0-1 15,-25-24-15,25 25 0,0 0 16,0-25-16,-24 25 0,24 0 0,0-25 0,-25 25 0,25-25 16,0 24-16,0-24 0,-25 25 0,25-25 0,0 25 0,0-25 0,0 25 15,-25-25-15,25 0 0,0 0 0,0 25 0,0-25 0,0 0 16,0 0-16,0 0 0,0 0 15,0 24-15,0-24 0,0 0 0,0 0 0,0 0 16,0 0-16,0 0 0,0-24 0,0 24 0,0 0 0,0 0 0,0 0 0,0-25 16,0 25-16,0-25 0,0 25 0,25 0 0,-25-25 0,0 0 15,0 25 1</inkml:trace>
  <inkml:trace contextRef="#ctx0" brushRef="#br0" timeOffset="144779.2809">25648 4638 0,'0'0'0,"0"0"0,0-24 16,25 24-16,-25-25 0,0 25 0,0 0 0,0 0 0,25-25 15,-25 25-15,0 0 0,0 0 0,0 0 0,0 0 16,0 0-16,0 0 0,24 0 0,-24 0 0,0 0 0,0 0 15,0 0-15,25 25 0,-25-25 0,0 0 16,0 25-16,25-25 0,-25 24 16,0-24-16,25 25 0,-25-25 0,0 25 0,0-25 0,25 25 0,-25 0 0,0-25 15,0 24-15,0-24 0,0 25 0,24 0 0,-24-25 0,0 25 16,0-25-16,0 25 0,0 0 0,0-25 0,25 24 0,-25-24 15,0 25-15,0-25 0,0 0 0,0 25 16,0-25-16,0 25 16,0-25-16,25 25 0,-25-25 0,0 0 0,0 24 0,0-24 0,0 0 15,0 0-15,0 25 0,0-25 0,25 0 0,-25 0 0,0 25 0,0-25 0,0 0 16,0 0-16,0 0 0,0 0 0,0 0 0,0 0 0,0 0 15,0 0-15,0 0 16,0 0-16</inkml:trace>
  <inkml:trace contextRef="#ctx0" brushRef="#br0" timeOffset="144984.2927">25747 4812 0,'0'0'0,"0"0"0,0 0 0,0 0 16,0 0-16,0 0 0,0 0 0,0 0 0,0 0 15,0 0-15,0-25 0,0 25 0,0 0 16,25 0-16,-25 0 0,0 0 0,25 0 0,-25 0 0,25 0 0,-25 0 15,24 0-15,-24 0 0,25 0 0,-25 0 0,25 0 16,0 0-16,-25 0 16,25 0-16,-25 0 0,25 0 0,-1 0 0,-24 0 0,25-25 0,0 25 15,-25 0-15,25 0 0,0 0 0,-25 0 0,24 0 0</inkml:trace>
  <inkml:trace contextRef="#ctx0" brushRef="#br0" timeOffset="145175.3033">26243 4688 0,'0'0'0,"0"0"0,0 0 0,0 0 15,0 0-15,0 0 0,0 0 0,0 0 0,0 0 16,25 0-16,-25 0 0,0 0 0,0 0 0,25 0 16,-25-25-16,0 25 15,25 0-15,-25 0 0,25 0 0,-25 0 0,24 0 0,-24 25 0,25-25 16,-25 0-16,0 0 0,25 0 0,-25 0 0,0 0 0,0 0 0,25 0 15,-25 25-15,0-25 0,0 0 0,0 25 0,-25-25 0</inkml:trace>
  <inkml:trace contextRef="#ctx0" brushRef="#br0" timeOffset="145326.3122">26169 5011 0,'0'0'0,"0"0"0,0 0 0,0 0 0,0 0 0,0 0 0,0 0 0,0 0 0,0 0 0,25 0 0,-25 0 0,25 0 0,-25 0 15,24 0-15,-24-25 0,25 25 0,0 0 0,-25 0 0,25 0 0,0 0 0,-1 0 0,1 0 0,-25 0 0,25 0 0,0 0 0,0 0 0,-1 0 0,1 0 16,0 0-16,0 0 0,-25 0 0</inkml:trace>
  <inkml:trace contextRef="#ctx0" brushRef="#br0" timeOffset="146873.4007">27384 4266 0,'0'0'0,"-24"0"0,24 0 15,0-24-15,0 24 0,0 0 0,0 0 0,0 0 16,0 0-16,0 0 15,-25-25-15,25 25 0,0 0 0,0 0 0,0 0 0,0 0 0,0-25 0,-25 25 16,25 0-16,0 0 0,0 0 0,0 0 0,0-25 16,-25 25-16,25 0 0,0 0 0,0 0 0,0 0 0,-25 0 0,25-25 15,0 25-15,0 0 0,0 0 0,-24 0 0,24 0 16,0 0-16,0 0 15,-25-24-15,25 24 0,0 0 0,-25 0 0,25 0 0,0 0 16,0 0 0,-25 0-16,25 0 0,0-25 0,0 25 0,-25 0 0,25 0 0,0 0 0,0 0 0,-24 0 0,24 0 0,0 0 0,0 0 15,0 0-15,0 0 0,0 0 0,0 0 0,-25 0 0,25 0 16,0 0-16,0 0 0,0 0 0,0 0 0,0 0 0,0 0 15,0 0-15,0 0 0,0 25 0,0-25 0,0 0 16,0 0-16,0 0 16,0 0-16,0 24 0,0-24 0,0 25 0,0-25 0,-25 0 0,25 25 15,0 0-15,0-25 0,0 25 0,0-25 0,0 24 0,0 1 0,0-25 16,0 25-16,0 0 0,0 0 0,0-25 0,0 24 0,0 1 15,0 0 1,0 0-16,0-25 0,0 25 0,0-1 0,0 1 0,0 0 16,0-25-16,0 25 0,0 0 0,0-1 0,0 1 0,0 0 0,0 0 0,0 0 0,0-25 15,0 24-15,0 1 0,0 0 0,0 0 0,0-25 16,25 25-16,-25 0 0,0-1 0,0-24 0,0 25 0,0 0 15,0-25-15,0 25 16,0 0-16,0-25 0,0 24 0,0 1 0,0-25 0,0 25 0,0 0 16,0-25-16,0 25 0,0-1 0,0-24 0,0 25 0,0 0 15,0 0-15,0-25 0,-25 25 0,25-1 0,0-24 0,0 25 0,0 0 16,0 0-16,0-25 0,0 25 0,0-1 0,0-24 15,-25 25-15,25 0 0,0-25 0,0 25 0,0 0 16,0-25-16,0 24 16,0-24-16,0 25 0,0 0 0,0-25 0,0 25 0,0-25 0,0 25 15,0-25-15,0 24 0,0-24 0,0 25 0,0-25 0,0 25 0,0-25 16,0 25-16,0-25 0,0 25 0,0-25 0,0 24 0,0 1 15,0-25 1,0 25-16,0 0 0,0-25 0,0 25 0,0-25 0,0 25 0,0-1 0,0-24 16,0 25-16,25-25 0,-25 25 0,0-25 0,0 25 0,0 0 0,0-25 15,0 24-15,0-24 0,0 25 16,0-25-16,0 25 0,0-25 0,0 25 0,0-25 0,25 25 15,-25-25-15,0 24 0,0-24 0,0 25 0,0-25 0,0 25 0,0-25 16,0 25-16,0-25 0,0 25 0,0-25 0,0 24 0,0-24 16,0 25-16,0-25 0,0 25 0,0-25 0,0 25 0,0-25 15,0 25-15,0-25 16,0 24-16,0-24 0,0 25 0,0-25 0,0 25 0,0-25 0,0 25 15,0-25-15,0 25 0,0-25 0,0 24 0,0-24 0,0 0 0,0 25 16,0-25-16,0 0 0,0 25 0,0-25 0,0 0 16,0 25-16,0-25 0,0 0 0,0 25 0,-25-25 0,25 0 15,0 0 1,0 0-16,0 24 0,0-24 0,0 0 0,0 0 0,0 0 0,0 25 15,0-25-15,0 0 0,0 0 0,0 25 0,0-25 0,0 0 0,0 0 16,0 25-16,0-25 0,0 0 0,0 25 0,0-25 0,0 0 16,0 0-16,0 0 0,0 24 0,25-24 15,-25 0-15,0 0 0,0 25 0,0-25 16,0 0-16,0 0 0,0 0 0,0 25 0,0-25 0,0 0 0,0 0 0,0 0 15,0 25-15,0-25 0,0 0 0,0 0 0,0 25 0,0-25 16,25 0-16,-25 0 0,0 25 0,0-25 0,0 0 16,0 0-16,0 24 15,0-24-15,0 0 0,0 25 0,0-25 0,0 0 0,0 25 16,0-25-16,0 25 0,0-25 0,0 0 0,0 25 0,0-25 0,0 24 0,0-24 15,0 25-15,0-25 0,0 0 0,0 25 0,0-25 0,0 25 16,0-25-16,0 0 0,0 25 0,0-25 0,0 0 16,0 24-16,0-24 0,0 0 0,0 25 0,0-25 0,0 0 15,0 0-15,0 25 16,0-25-16,0 0 0,0 25 0,0-25 0,0 0 0,0 25 15,0-25-15,0 0 0,0 24 0,0-24 0,0 0 0,0 25 0,0-25 16,0 0-16,0 0 0,0 25 0,0-25 0,0 0 0,0 0 0,0 0 16,0 0-16,0 0 0,0 0 0,0 0 0,0 0 15,0 25-15,0-25 16,0 0-16,0 0 0,0-25 0,0 25 0,0 0 0,0 0 15,24 0-15,-24 0 0,0-25 0,0 25 0,25 0 0,-25-25 0,0 25 0,0 0 16,25 0-16,-25-24 0,25 24 0,-25 0 0,0 0 16,25-25-16,-25 25 0,24 0 15,-24 0-15,25-25 0,-25 25 0,25 0 0,0 0 0,-25-25 16,25 25-16,-1 0 0,-24 0 0,25-25 0,0 25 0,-25 0 0,25-24 15,0 24-15</inkml:trace>
  <inkml:trace contextRef="#ctx0" brushRef="#br0" timeOffset="147755.4509">27682 4242 0,'0'0'0,"0"0"0,0 0 16,0 0-16,0 0 0,0 0 0,0 0 0,0 0 0,0 0 0,0 0 16,0 0-16,0 0 0,0 0 0,0 0 0,0 0 0,0 0 15,0 0-15,0 0 0,0 0 0,0 0 16,0 0-16,0 0 0,0 0 0,0 0 15,0 0-15,0 0 0,0 24 0,0-24 0,0 0 0,0 0 16,0 25-16,0-25 0,0 0 0,0 25 0,0-25 16,0 0-16,0 25 0,0-25 0,0 25 0,-25-25 0,25 24 0,0-24 15,0 0-15,0 25 0,0-25 0,0 0 0,0 25 0,25-25 16,-25 0-16,0 25 0,0-25 15,0 0-15,0 0 0,25 0 0,-25 25 0,0-25 0,0 0 0,25 0 32,-25 0-32,0 0 0,0 0 0,0 0 0,24 0 0,-24 0 0,0 24 0,0-24 0,25 0 15,-25 0-15,0 0 0,0 0 0,0 0 0,25 0 0,-25 0 0,0 0 0,0 0 16,0 0-16,0 0 0,0 25 0,25-25 0,-25 0 0,0 0 15,0 0-15,0 0 0,0 0 16,0 0-16,0 0 0,0 0 0,0 25 16,-25-25-16,25 0 0,0 0 0,0 0 0,0 0 0,-25 25 15,25-25-15,0 0 0,0 0 0,-25 0 0,25 0 0,0 0 0,-24 25 0,24-25 16,-25 0-16,25 0 0,0 0 0,0-25 0,-25 25 0,25 0 15,0 0-15,0 0 0,0 0 16,-25-25-16,25 25 0,0 0 0,0-25 0,0 25 0,0-25 16</inkml:trace>
  <inkml:trace contextRef="#ctx0" brushRef="#br0" timeOffset="147917.4603">27756 4217 0,'0'0'0,"0"0"0,0 0 0,25 0 0,-25 0 16,0 0-16,0 0 0,0-25 0,0 25 0,25 0 0,-25 0 0,0 0 0,25 0 0,-25 0 0,25 0 0,-25 0 0,24 0 0,1 0 0,0 0 0,-25 0 0,25 0 0,0 0 0,-1 0 0,1 0 15,0 0 1,25 0-16,-25 0 0,-1 0 0,1 0 0,0 0 0,25 0 0,-26 0 0,1 0 0</inkml:trace>
  <inkml:trace contextRef="#ctx0" brushRef="#br0" timeOffset="148355.4853">28823 4341 0,'0'0'0,"0"0"15,0 0-15,0 0 0,0 0 0,0 0 0,0 0 0,0 0 16,0 0-16,0 0 0,0 0 16,0 0-16,0 0 0,0 0 0,0 0 0,0 0 0,0 0 15,-25 0-15,25 25 0,0-25 0,0 0 0,0 0 0,0 24 0,0-24 16,-25 0-16,25 0 0,0 25 0,0-25 0,0 0 0,0 0 15,-24 25 1,24-25-16,0 0 0,0 0 0,0 25 0,0-25 0,0 0 0,-25 0 16,25 0-16,0 25 0,0-25 0,0 0 0,0 0 0,0 0 0,0 24 0,0-24 15,0 0-15,0 0 0,0 0 0,0 0 0,0 25 0,0-25 16,25 0-16,-25 0 0,0 0 0,0 0 15,24 0-15,-24 0 0,25 0 16,-25 0-16,0 0 0,25 0 0,-25 0 0,25 0 0,0 0 0,-25 0 0,24 0 0,-24 0 16,25 0-16,-25 0 0,25 0 0,-25 0 15,25 0-15,-25 0 0,25 0 0,-25 0 0,0 0 16,24-25-16,-24 25 0,0 0 0,0 0 0,0 0 0,0-24 0,0 24 15,0 0-15</inkml:trace>
  <inkml:trace contextRef="#ctx0" brushRef="#br0" timeOffset="148559.4972">28972 4366 0,'0'0'0,"0"-25"0,0 25 0,0 0 15,0 0-15,0 0 0,0 0 0,0 0 0,0 0 16,0 0-16,0 0 0,0 25 0,0-25 0,0 0 16,0 0-16,25 24 0,-25-24 0,0 25 0,0-25 15,0 25-15,24-25 0,-24 25 0,0-25 0,0 25 0,0-1 16,0-24-16,25 25 0,-25 0 15,0-25-15,0 25 0,0 0 16,0-25-16,0 24 0,25 1 0,-25-25 0,0 25 0,0 0 0,0-25 0,0 25 0,0-25 16,0 24-16,0-24 0,25 25 0,-25-25 0,0 0 0,0 25 15,0-25-15</inkml:trace>
  <inkml:trace contextRef="#ctx0" brushRef="#br0" timeOffset="149007.5228">30088 4440 0,'0'0'0,"0"0"16,0 0-16,-25 0 0,25 0 0,0 0 0,0-25 0,0 25 16,0 0-16,0 0 15,25 0-15,-25 0 0,0 0 0,0 0 0,0 0 0,25 0 31,-25 0-31,25 0 0,-25 0 16,24 0-16,-24 0 0,25 0 0,-25 0 0,25 0 0,-25 0 0,25 0 0,0 0 0,-25 0 0,25 0 0,-25 0 0,24 0 0,-24 0 0,25-25 0,-25 25 0,25 0 0</inkml:trace>
  <inkml:trace contextRef="#ctx0" brushRef="#br0" timeOffset="149391.5447">30460 4514 0,'0'0'0,"0"0"0,0 0 15,0-24-15,0 24 0,0 0 16,25 0-16,-25-25 0,0 25 0,0 0 0,0 0 0,25-25 0,-25 25 0,0 0 0,0-25 16,25 25-16,-25 0 0,0-25 15,0 25-15,0-24 0,24 24 0,-24-25 16,0 25-16,0 0 0,0-25 0,0 25 0,0-25 0,0 25 0,0-25 0,0 25 0,0-24 15,0 24-15,0 0 0,0-25 0,0 25 0,0 0 16,0-25-16,0 25 0,0 0 0,0 0 0,0 0 0,0 0 16,0 0-16,0 0 0,0 0 0,0 0 0,0 0 0,0 0 15,0 0-15,0 0 0,0 0 0,0 0 0,0 0 16,0 0-16,0 25 0,0-25 0,0 0 0,0 25 0,0-25 15,0 24-15,0-24 16,0 25-16,0 0 0,0-25 0,0 25 0,25-25 0,-25 25 16,0-1-16,0-24 0,25 25 0,-25-25 0,0 25 0,0 0 0,0-25 15,0 25-15,25-25 0,-25 24 0,0-24 0,0 25 0,0-25 16,0 0-16,0 25 0,0-25 0,0 25 0,0-25 0,0 0 15,0 0-15,0 25 0,-25-25 16,25 0-16,0 0 0</inkml:trace>
  <inkml:trace contextRef="#ctx0" brushRef="#br0" timeOffset="150215.5919">31651 4341 0,'-25'0'0,"25"0"0,0 0 15,0 0-15,0 0 0,0 0 0,-25 0 0,25 0 0,0-25 16,0 25-16,0 0 0,0 0 0,0 0 0,0 0 0,0 0 0,0 0 16,-25-25-16,25 25 0,0 0 15,0 0-15,0 0 0,0 0 0,0 0 0,0 0 0,0 0 0,0-25 0,0 25 0,0 0 16,25 0-16,-25 0 0,0 0 15,0 0-15,0 0 0,0-24 0,0 24 0,0 0 0,25 0 0,-25 0 0,0 0 16,0 0-16,0 0 0,25 0 0,-25 0 0,0 0 0,25 0 16,-25 0-16,0 0 15,0 0-15,0 0 0,24 0 0,-24 0 0,0 0 0,0 0 16,0 24-16,0-24 0,0 0 0,0 0 0,0 25 0,0-25 0,0 0 0,0 25 15,0-25-15,-24 25 0,24-25 0,0 25 0,-25-25 0,25 24 16,0-24-16,-25 0 0,25 25 0,0-25 16,-25 25-16,25-25 0,0 0 0,-25 25 15,25-25-15,0 0 0,-24 25 0,24-25 0,0 0 0,0 0 0,-25 0 0,25 24 16,0-24-16,0 0 0,0 0 0,0 0 0,0 0 0,0 0 0,0 0 15,0 0-15,0 0 16,0 0-16,25 0 0,-25 0 0,0 25 16,0-25-16,0 0 0,24 0 0,-24 0 0,0 0 0,0 0 0,0 0 0,25 0 0,-25 0 15,0 25-15,0-25 0,25 0 0,-25 0 0,0 25 0,0-25 0,0 0 16,25 25-16,-25-25 0,0 24 0,0-24 0,0 0 0,0 25 15,0-25-15,0 25 0,0-25 0,0 0 0,0 25 16,0-25-16,0 0 0,0 25 16,-25-25-16,25 0 0,0 24 0,0-24 0,0 0 0,-25 25 0,25-25 15,0 0-15,-25 0 0,25 0 0,-24 25 0,24-25 0,-25 0 0,25 0 16,-25 0-16,25 0 0,-25 0 0,25 0 0,-25 0 0</inkml:trace>
  <inkml:trace contextRef="#ctx0" brushRef="#br0" timeOffset="151230.6499">27732 5606 0,'0'0'0,"0"-25"15,0 25-15,-25 0 0,25 0 0,0 0 0,0 0 0,0 0 16,0-25-16,-25 25 0,25 0 0,0 0 0,0 0 0,0-25 15,0 25 1,-25 0-16,25 0 0,0 0 0,0 0 0,0 0 0,0-24 0,0 24 16,0 0-16,0 0 0,0 0 0,0 0 0,0 0 0,0 0 0,0-25 15,0 25-15,0 0 16,0 0-16,0 0 0,0 0 0,0 0 0,0 0 0,0-25 0,0 25 0,0 0 15,25 0-15,-25 0 0,0 0 0,0 0 16,0 0-16,25-25 0,-25 25 0,0 0 0,0 0 0,25 0 0,-25 0 0,0 0 16,0 0-16,0 25 0,0-25 15,24 0-15,-24 0 0,0 0 0,0 25 0,0-25 0,0 0 16,0 0-16,0 25 0,0-25 0,0 0 0,0 24 0,0-24 0,-24 25 15,24-25-15,0 0 0,0 25 0,0-25 0,-25 25 0,25-25 16,0 25-16,-25-25 0,25 0 16,0 24-16,0-24 0,-25 25 0,25-25 0,0 0 0,0 25 15,-25-25-15,25 0 0,0 25 0,0-25 0,0 0 0,0 0 0,0 0 16,-24 0-16,24 25 0,0-25 0,24 0 0,-24 0 0,0 0 15,0 0 1,0 0-16,0 0 0,25 0 0,-25 0 0,0 0 0,25 0 0,-25 0 16,0-25-16,25 25 0,-25 0 0,25 0 0,-25 0 0,24 0 0,-24 0 15,25 25-15,-25-25 0,25 0 0,-25 0 0,25 0 0,-25 0 16,25 0-16,-25 0 15,24 0-15,-24 0 0,25 0 0</inkml:trace>
  <inkml:trace contextRef="#ctx0" brushRef="#br0" timeOffset="151807.6829">29121 5383 0,'0'-25'0,"0"25"15,0 0-15,0 0 0,0 0 0,0 0 0,0 0 0,0 0 0,0 0 16,0 0-16,0 0 0,0 0 0,0 0 0,-25 0 0,25 0 0,0 0 16,0 0-16,0 0 0,0 0 0,-25 0 0,25 0 0,0 25 15,0-25-15,0 0 0,-25 0 16,25 0-16,0 24 0,0-24 0,-25 0 0,25 25 15,0-25-15,0 0 0,-24 25 0,24-25 0,0 0 0,0 25 0,-25-25 0,25 0 16,0 25-16,0-25 0,0 0 0,0 24 0,0-24 0,0 0 16,0 0-16,0 25 15,0-25-15,0 0 0,0 0 0,0 0 0,0 25 0,0-25 16,25 0-16,-25 0 0,0 0 0,24 0 0,-24 0 0,0 0 15,25 0-15,0 0 0,-25 0 0,25 0 0,-25 0 0,25 25 0,0-25 16,-25 0-16,24 0 16,-24 0-16,25 0 0,0 0 0,-25 0 0,25 0 0,-25 0 0,0 0 15,25 0-15,-25 0 0,24 0 0,-24 0 0,0 0 0,0 0 0,25 0 16,-25 0-16,0 0 0,0 0 0,0 0 0,0 0 0,0 0 15,0 0-15,0-25 0,0 25 0,0 0 0,0 0 16,0 0-16,0-25 0,0 25 16</inkml:trace>
  <inkml:trace contextRef="#ctx0" brushRef="#br0" timeOffset="152009.6943">29245 5407 0,'0'-24'0,"0"24"0,0 0 0,0 0 16,0 0-16,0 0 0,0 0 0,0 0 0,0 0 16,0 0-16,0 0 0,0 0 0,0 24 0,0-24 15,0 0-15,0 25 0,25-25 0,-25 25 0,0-25 0,0 25 16,0 0-16,0-25 0,0 24 0,0 1 15,0 0-15,0 0 0,0-25 0,0 25 0,0-1 0,0 1 16,0 0-16,0-25 0,0 25 16,0 0-16,0-1 0,0-24 0,0 25 0,0 0 15,0-25-15,-25 25 0,25 0 0,0-25 0,0 25 0,0-25 0,0 24 0,0 1 16,-25-25-16,25 0 0,0 25 0,0-25 0,0 25 0</inkml:trace>
  <inkml:trace contextRef="#ctx0" brushRef="#br0" timeOffset="152804.74">30485 5507 0,'0'0'0,"0"0"0,0 0 15,0 0-15,0 0 0,0-25 0,-25 25 0,25 0 0,0 0 16,0 0-16,0 0 0,0 0 0,0 25 0,0-25 0,0 0 16,0 0-16,0 0 15,0 0-15,0 0 0,-25 0 0,25 24 0,0-24 16,0 0-16,0 25 0,0-25 0,0 0 0,0 25 0,0-25 0,-24 25 0,24-25 15,0 25-15,0-25 0,0 24 0,0 1 0,0-25 0,0 25 16,0 0-16,0-25 0,0 25 0,0-1 0,0-24 0,0 25 0,0 0 16,0-25-16,0 25 15,0-25-15,24 25 0,-24-25 0,0 25 0,25-25 0,-25 0 16,0 24-16,25-24 0,-25 0 0,0 0 0,25 25 0,-25-25 0,0 0 0,25 0 15,-25 0-15,0 0 0,24-25 0,-24 25 0,0 0 0,25 0 16,-25-24-16,25 24 0,-25 0 0,0-25 0,25 25 16,-25-25-16,0 25 0,0-25 0,25 25 15,-25-25-15,0 0 0,0 25 0,0-24 0,0-1 0,0 25 16,0-25-16,0 0 0,0 0 0,0 25 0,0-24 0,0-1 15,0 0-15,0 25 0,0-25 0,0 0 0,0 25 0,-25-24 16,25 24-16,0 0 16,0-25-16,0 25 0,0 0 0,-25 0 0,25 0 0,0 0 0,0 0 0,0 25 15,-25-25-15,25 0 0,0 0 0,0 0 0,0 24 16,0-24-16,0 0 0,0 25 0,0-25 0,0 0 0,0 25 0,0-25 15,0 0-15,0 0 0,0 25 16</inkml:trace>
  <inkml:trace contextRef="#ctx0" brushRef="#br0" timeOffset="153445.7766">31676 5358 0,'0'0'0,"0"-25"0,0 25 15,-25 0-15,25 0 0,0-25 0,0 25 0,0 0 16,0 0-16,0 0 0,0 0 0,0-25 0,0 25 0,0 0 16,0 0-16,0 0 0,0 0 0,0 0 0,0 0 0,0 0 15,0 0-15,0 0 16,0 0-16,0 0 0,0 0 0,0 0 0,0 25 0,0-25 0,0 0 31,0 0-31,0 0 0,0 25 0,-25-25 0,25 0 0,0 25 0,0-25 0,-25 0 0,25 25 0,0-25 0,0 24 0,-25-24 16,25 25-16,0 0 0,0-25 0,-24 25 0,24 0 0,0-1 0,0-24 15,0 25-15,0 0 0,0 0 0,-25 0 0,25-1 16,0-24-16,0 25 0,0 0 15,0 0-15,0-25 0,0 25 0,0-1 0,25-24 0,-25 25 0,0-25 0,0 25 0,24 0 16,-24-25-16,0 0 0,25 25 0,-25-25 0,0 25 0,25-25 16,-25 0-16,25 24 0,-25-24 0,25 0 15,-25 0-15,24 0 0,-24 0 16,25 25-16,-25-25 0,25 0 0,-25 0 0,25-25 0,-25 25 0,25 0 0,-25 0 15,0 0-15,0 0 0,24-24 0,-24 24 0,0 0 0,0-25 0,0 25 16,-24 0-16,24-25 0,0 25 0,0 0 0,0-25 0,-25 25 16,25 0-1,0-25-15,-25 25 0,25 0 0,0-25 0,-25 25 0,25 0 0,-25 0 0,25 0 16,0 0-16,-24-24 0,24 24 0,-25 0 0,25 0 0,-25 24 0,25-24 15,0 0-15,-25 0 0,25 0 0,-25 0 0,25 0 0,0 0 16,-24 0-16,24 0 16,-25 25-16,25-25 0</inkml:trace>
  <inkml:trace contextRef="#ctx0" brushRef="#br0" timeOffset="154494.8363">27781 6325 0,'0'0'0,"0"0"15,-25 0-15,25 0 0,0 0 0,0 0 0,0 0 0,0 0 16,0 0-16,0-25 0,0 25 15,0 0-15,0 0 0,25 0 0,-25 0 0,0 0 16,0 0-16,0 0 0,0-24 0,0 24 0,0 0 0,0 0 0,0 0 0,0 0 16,25 0-16,-25 0 0,0 0 46,0 0-46,0 0 0,0 0 0,0 0 0,0 0 0,0 0 0,0 0 0,0 0 0,0 0 0,0 0 0,0 24 0,0-24 0,0 0 0,0 0 0,0 0 0,0 0 0,0 25 0,0-25 0,0 0 16,0 25-16,0-25 0,0 0 0,-25 25 0,25-25 0,0 0 16,0 25-1,0-25-15,-25 0 0,25 24 0,0-24 0,0 0 0,-24 25 16,24-25-16,0 0 0,0 25 0,0-25 0,0 0 0,0 0 0,0 25 15,0-25-15,0 0 0,0 0 0,0 0 0,0 25 0,0-25 0,0 0 16,0 0-16,0 0 0,24 0 0,-24 24 0,0-24 0,25 0 16,-25 0-1,0 0-15,25 0 0,-25 25 0,25-25 0,-25 0 0,0 0 0,25 0 0,-25 25 16,0-25-16,0 0 0,24 0 0,-24 25 0,0-25 0,0 0 15,0 0-15,0 0 0,0 25 0,0-25 0,0 0 0,0 0 16,0 24-16,0-24 0,-24 0 0,24 0 0,0 0 0,0 25 16,0-25-16,-25 0 15,25 0-15,0 0 0,-25 25 0,25-25 0,-25 0 0,25 0 0,0 0 16,-25 0-16,25 0 0,-24 25 0,24-25 0,0 0 0,0 0 0,-25 0 15,25 0-15,0 0 16,0 0-16,0 0 0,0 0 0,-25 0 0,25 0 0,0 0 0,0 0 0,25 0 16,-25 0-16,0 0 15,0-25-15,0 25 0,25 0 0,-25 0 0,24 0 0,-24 0 16,25-25-16,-25 25 0,25 0 0</inkml:trace>
  <inkml:trace contextRef="#ctx0" brushRef="#br0" timeOffset="154898.8594">28625 6648 0,'-25'0'0,"25"0"15,0 0-15,0 0 0,0 0 0,0 0 0,0 0 0,0 0 16,0 0-16,0 0 15,0 0-15,0 0 0,25 0 0,-25 0 0,0 0 16,24 0-16,-24 0 0,25 0 0,-25 0 0,25 0 0,-25 0 0,25 0 16,-25 0-16,25 0 0,-1 0 0,-24 0 0,25 0 0,0 0 0,-25 0 15,25 0-15,0 0 0,-25 0 0,24 0 0,-24 0 0,25 0 16,0 0-16,-25 0 0</inkml:trace>
  <inkml:trace contextRef="#ctx0" brushRef="#br0" timeOffset="155427.8897">29270 6524 0,'24'-25'0,"-24"25"0,0 0 0,0-25 0,0 25 0,0 0 16,0 0-16,0-25 0,0 25 0,0 0 0,0 0 0,-24-25 15,24 25-15,0 0 0,0 0 16,0 0-16,-25 0 0,25-24 0,0 24 0,0 0 0,-25 0 0,25 0 15,0 0-15,0 0 0,-25 0 0,25 0 0,0 0 0,0 0 16,0 0-16,0 0 16,-25 0-16,25 0 0,0 24 0,0-24 15,0 0-15,0 0 0,0 0 0,0 25 0,0-25 0,0 0 0,25 0 0,-25 25 0,0-25 16,0 25-16,25-25 0,-25 25 0,0-25 0,25 24 0,-25-24 15,0 25-15,25-25 0,-25 25 0,24-25 0,-24 25 16,0-25-16,25 25 0,-25-25 16,25 24-16,-25-24 0,0 25 0,25-25 0,-25 0 0,0 25 0,25-25 15,-25 25-15,0-25 0,0 0 0,0 25 0,24-25 0,-24 24 16,0-24-16,0 0 0,0 0 0,0 25 0,0-25 0,0 0 15,-24 25-15,24-25 0,0 0 16,0 0-16,0 25 0,-25-25 0,25 0 0,-25 0 0,25 0 16,0 0-16,-25 25 0,25-25 0,-25 0 0,25 0 15,0 0-15,-24 0 0,24 0 0,0 0 0,0 0 0,0 0 0,0-25 16,0 25-16,0 0 0,0 0 0,0 0 0,0-25 0,0 25 15,24 0-15,-24-25 0,0 25 0,25-25 0,-25 25 0,25-24 16,-25 24 0,25-25-16,-25 25 0,25-25 0,-25 25 0,24-25 0,-24 25 0,25-25 0,-25 25 0,0-24 0,25 24 15,-25 0-15,0-25 16,0 25-16,0-25 0,0 25 0,0 0 0,0 0 0,0-25 15,0 25-15,0 0 0,0 0 0,0-25 0,0 25 0,0 0 16,0 0-16,0-24 0,0 24 0,-25 0 0,25 0 0,0 0 31,0 0-31,0 0 0,-25 0 0,25 0 0,0-25 0,0 25 0,0 0 0,0 0 0,0 0 0,0 0 16,0 0-16</inkml:trace>
  <inkml:trace contextRef="#ctx0" brushRef="#br0" timeOffset="156239.9363">30559 6474 0,'0'-25'0,"0"25"0,0 0 0,0 0 0,0 0 0,0 0 15,0 0-15,0 0 16,0-25-16,0 25 0,0 0 0,0 0 0,0 0 0,0 0 15,0 0-15,0 0 0,0 0 0,0 0 0,0 0 0,0 25 0,0-25 0,0 0 16,0 0-16,0 0 0,0 0 0,0 25 0,0-25 0,0 0 16,0 0-16,0 25 0,0-25 0,0 0 15,-24 25-15,24-25 0,0 0 16,0 24-16,0-24 0,0 0 0,0 25 0,0-25 15,0 0-15,0 25 0,0-25 0,0 0 0,0 25 0,0-25 0,0 0 0,0 0 0,0 25 0,0-25 16,0 0-16,0 0 16,0 24-16,24-24 0,-24 0 0,0 0 0,0 0 0,0 25 0,0-25 0,25 0 15,-25 0-15,0 0 0,25 25 0,-25-25 0,0 0 0,25 0 16,-25 0-16,0 0 0,25 25 0,-25-25 0,24 0 0,-24 0 15,0 25-15,25-25 0,-25 0 16,0 0-16,25 24 0,-25-24 0,0 0 0,25 0 0,-25 25 16,0-25-16,0 0 0,25 0 0,-25 25 0,0-25 0,0 0 15,0 0-15,0 0 0,0 25 0,0-25 0,0 0 0,0 0 16,0 0-16,0 0 0,0 0 0,0 25 0,0-25 0,0 0 0,0 0 15,0 0-15,-25 0 0,25 0 0,0 0 16,-25 0-16,25 0 0,0 0 0,-25 0 16,25 0-16,-25 0 0,25 25 0,-24-25 0,24 0 0,-25 0 0,25 0 0,0-25 15,-25 25-15,25 0 0,0 0 0,0 0 0,-25 0 0,25 0 16,0-25-16,0 25 0,0 0 15,0 0-15,0-25 0,0 25 0,0 0 16,0-25-16,0 25 0</inkml:trace>
  <inkml:trace contextRef="#ctx0" brushRef="#br0" timeOffset="156404.9459">30733 6524 0,'0'-25'0,"0"25"0,25 0 0,-25-25 0,0 25 0,0 0 0,0 0 0,0 0 0,0-25 0,0 25 0,0 0 15,25 0-15,-25 0 0,0 0 0,24 0 0,-24 0 0,25 0 0,-25 0 0,25 0 0,-25 0 0,25 0 0,0 0 0,-25 0 0,24 0 0,1 0 0,0 0 0,-25 0 0,25 25 0,0-25 0,-1 0 0,1 0 0,0 0 0,-25 0 0,25 25 16,0-25-16,-25 0 0,24 0 0</inkml:trace>
  <inkml:trace contextRef="#ctx0" brushRef="#br0" timeOffset="156856.9717">31527 6648 0,'0'0'0,"25"0"0,-25 0 16,0 0-16,0 0 0,0 0 0,0-25 0,0 25 15,0 0-15,0 0 0,24 0 0,-24 0 0,0 0 0,0 0 16,0 0 0,0 0-16,25 0 0,-25 0 0,0 0 0,0 0 0,0 25 0,0-25 15,25 0-15,-25 0 0,0 0 0,0 0 0,0 0 0,25 24 0,-25-24 0,0 0 16,0 0-16,0 25 0,0-25 0,0 0 15,0 25-15,0-25 0,0 0 0,0 25 0,-25-25 0,25 0 0,0 25 0,0-25 16,-25 24-16,25-24 0,0 25 0,-25-25 0,25 25 16,0-25-16,-24 25 15,24-25-15,-25 25 0,0-25 0,25 25 0,0-25 0,-25 0 0,25 24 0,-25-24 16,25 0-16,0 25 0,-24-25 0,24 0 0,0 0 0,0 25 15,0-25-15,0 0 0,0 0 0,0 0 0,0 0 0,24 0 0,-24 0 16,0 25-16,25-25 0,-25 0 16,25 0-16,-25 0 0,25 0 0,0 0 0,-1 0 15,-24 0-15,25 0 0,0 0 0,0 0 0,0 0 0,-25 0 0,24 0 16,1 0-16,-25 0 0,25-25 0,0 25 0,-25 0 0,0 0 0,25 0 15,-25 0-15</inkml:trace>
  <inkml:trace contextRef="#ctx0" brushRef="#br0" timeOffset="157837.0278">27905 7243 0,'0'0'0,"0"0"0,0 0 16,0 0-16,-25 0 0,25 0 0,0 0 0,0 0 0,0 0 0,0 0 15,0 0-15,0 0 0,0 0 0,0 0 0,0 0 0,0 0 16,0 0 0,0 0-1,0 0-15,0 0 0,0 25 0,0-25 16,0 0-16,0 0 0,0 25 0,-24-25 0,24 0 0,0 24 15,0-24-15,0 0 0,0 25 0,-25-25 0,25 25 0,0-25 0,-25 25 0,25-25 0,0 25 0,-25-25 0,25 24 0,0-24 0,-25 25 0,25-25 16,0 0-16,0 25 0,-24-25 0,24 0 0,0 0 0,0 25 16,0-25-16,0 0 0,0 0 0,0 0 15,0 0-15,0 0 0,0 0 0,0 25 16,0-25-16,0 0 0,0 0 0,0 0 0,0 0 0,24 0 0,-24 0 0,0 0 15,0 0-15,25 0 0,-25 0 0,25 0 0,-25 0 0,0 0 16,25 0-16,-25 0 0,25 0 0,-25 0 0,24 0 16,-24 0-16,25 0 15,-25 0-15,0 0 0,25 0 0,-25 24 0,25-24 0,-25 0 0,25 0 16,-25 0-16,24 0 0,-24 0 0,25 0 0,-25 0 0,0 0 0,25 0 15,-25 0-15,0 0 0,25 0 0,-25 0 0,0 25 0,0-25 16,0 0-16,0 0 0,0 0 16,0 0-16,0 0 0,0-25 0,0 25 0,0 0 0</inkml:trace>
  <inkml:trace contextRef="#ctx0" brushRef="#br0" timeOffset="158077.0415">28029 7367 0,'0'-25'0,"0"25"0,0 0 0,0 0 16,0 0-16,0 0 0,0 0 0,0 0 0,0 0 0,0 0 15,0 0-15,0 0 0,0 0 0,0 0 0,0 0 16,0 0-16,0 0 0,0 0 0,0 25 0,0-25 16,0 25-16,0-25 0,25 25 0,-25-25 0,0 24 15,0-24-15,0 25 0,0 0 0,0-25 0,0 25 0,0 0 16,0-1-16,0-24 0,0 25 0,0 0 0,0-25 0,0 25 15,0 0-15,0-1 0,0-24 16,0 25-16,0 0 0,-25 0 0,25-25 0,0 25 0,0-1 0,0-24 16,0 0-16,0 25 0,0-25 0,0 0 0,0 25 0,0-25 15</inkml:trace>
  <inkml:trace contextRef="#ctx0" brushRef="#br0" timeOffset="158565.0693">28848 7565 0,'0'0'0,"0"0"15,0 0-15,0 0 0,0 0 0,0 0 0,0 0 0,0 0 16,0 0-16,0 0 0,0 0 0,0 0 0,0 0 0,0 0 15,25 0-15,-25 0 0,0 0 0,0 0 0,24 0 0,-24 0 16,25 0-16,-25 0 16,25 0-16,-25 0 0,25 0 0,-25 0 0,25 0 0,-1 0 15,-24-24-15,25 24 0,0 0 0,-25 24 0,25-24 0,-25 0 16,25 0-16,-25 0 0,25 0 0,-25 0 0,0 0 15</inkml:trace>
  <inkml:trace contextRef="#ctx0" brushRef="#br0" timeOffset="159685.1335">29443 7714 0,'0'0'0,"0"0"16,0 0-16,0 0 0,0 0 0,0 0 15,0 0-15,0 0 0,0 0 0,0 0 16,0 0-16,0 0 0,0 0 0,0 0 0,0 0 0,0 0 0,0-25 15,0 25-15,0 0 0,0 0 0,0 0 0,0 0 78,0 0-78,0 0 0,0 0 0,0 0 0,0 0 0,0 0 0,0 0 0,0 0 0,0 0 16,0 0-16,0 0 0,0 0 0,0 0 0,0 0 0,0 0 0,0 0 0,0 0 0,0 0 0,0 0 0,0 0 0,0 0 0,0 0 0,0 0 0,0 0 0,0 0 0,0 0 0,0 0 0,0 0 0,0 0 0,0 0 0,0 0 0,0 0 0,0 0 0,0 0 16,0 0-16,0 0 0,0 0 15,0-24-15,0 24 0,0 0 0,0 0 0,0 0 0,0 0 16,0 0-16,0 0 0,0 0 0,0 0 0,0 0 0,0 0 15,0 0-15,0 0 0,0 0 0,0 0 0,0 0 0,0 0 0,0 0 16,0 0 0,-25 0-16,25 0 0,0 0 0,0 0 0,0 0 0,0 0 0,0 0 15,0-25-15,0 25 0,0 0 0,0 0 0,25 0 0,-25 0 0,0 0 16,0 0-16,0-25 0,0 25 0,0 0 0,0 0 15,0 0-15,0-25 0,25 25 0,-25 0 0,0 0 0,0-25 16,25 25-16,-25 0 0,0-24 0,0 24 16,25 0-16,-25 0 0,0 0 0,24 0 0,-24-25 0,0 25 15,0 0-15,25 0 0,-25 0 0,0 25 0,0-25 0,0 0 0,25 0 47,-25 0-47,0 0 0,0 0 0,0 24 0,0-24 0,0 0 0,0 25 0,0-25 0,0 0 0,0 25 0,0-25 0,0 0 0,0 25 0,0-25 0,0 0 16,0 25-16,0-25 0,0 0 0,0 24 0,0-24 0,-25 0 15,25 25-15,0-25 0,0 0 0,0 25 0,0-25 0,-25 0 16,25 0 0,0 25-16,0-25 0,0 0 0,0 0 0,0 0 0,-24 0 0,24 25 15,0-25-15,0 0 0,0 0 0,0 0 0,0 0 0,0 0 0,0 0 16,0 0-16,0 0 0,0 0 0,0 0 0,24 0 0,-24 0 15,0 0-15,0 0 0,0 0 0,25 0 16,-25 0-16,0 0 0,0 0 0,25 0 0,-25 0 0,0 0 16,0 24-16,25-24 0,-25 0 0,0 0 0,0 25 0,25-25 0,-25 0 15,0 25-15,0-25 0,0 0 0,0 25 16,24-25-16,-24 25 0,0-25 15,0 24-15,0-24 0,0 0 0,0 25 0,0-25 0,0 0 0,0 25 0,-24-25 16,24 0-16,0 25 0,0-25 0,-25 0 0,25 0 0,0 25 16,-25-25-16,25 0 15,0 0-15,-25 0 0,25 0 0,-25 25 0,25-25 0,0 0 0,-24 0 16,24 0-16,0 0 0,-25-25 0,25 25 0,0 0 15,0 0-15,-25 0 0,25 0 0,0 0 0,0-25 0,0 25 16,0 0-16,0 0 0,25-25 0,-25 25 0,0 0 0,0 0 0,25-25 16,-25 25-16,24 0 0,-24 0 0,25-25 0,-25 25 0</inkml:trace>
  <inkml:trace contextRef="#ctx0" brushRef="#br0" timeOffset="160303.1689">30609 7640 0,'0'0'0,"-25"-25"0,25 25 0,0 0 16,0 0-16,0-25 0,-25 25 0,25 0 0,0 0 0,25 0 16,-25 0-16,0 0 0,0 0 0,0 0 0,0 0 0,0 0 0,25-25 15,-25 25-15,0 25 0,25-25 0,-25 0 0,0 0 16,25 0-1,-25 0-15,0 0 0,24 0 0,-24 0 0,0 0 0,25 0 0,-25 0 0,0 0 16,0 25-16,0-25 0,0 0 0,25 0 0,-25 25 0,0-25 0,0 25 16,0-25-16,0 0 0,0 24 0,-25-24 0,25 25 0,0-25 15,0 25-15,0-25 0,0 25 0,-25-25 0,25 25 0,0-1 16,-24-24-16,24 25 0,-25-25 0,25 25 0,0-25 15,-25 25-15,25-25 0,-25 0 16,25 25-16,-25-25 0,25 0 0,0 24 0,0-24 0,0 0 0,0 0 0,0 0 31,-24 25-31,48-25 0,-24 0 0,0 0 0,0 0 0,0 0 0,0 0 0,25 0 0,-25 0 0,25 0 0,-25 0 16,25 0-16,0 0 0,-25 0 0,24 0 0,1 0 0,0 0 15,0 0-15,0 0 16,-25 0-16,24 0 0,1 0 0,0 0 0,0 0 0,0 0 0,-1 0 16,1 0-16,-25 0 0,25 0 0,0 0 0,0 0 0,-25 0 0,24-25 0</inkml:trace>
  <inkml:trace contextRef="#ctx0" brushRef="#br0" timeOffset="160962.2065">31750 7590 0,'0'0'0,"0"-25"16,0 25-16,0 0 0,0-24 0,0 24 0,-25 0 0,25 0 15,0-25 1,0 25-16,0 0 0,0 0 0,0 0 0,-25 0 0,25-25 0,0 25 0,0 0 15,0 0-15,-24 0 0,24 0 0,0 0 0,-25 0 0,25 0 0,0 0 16,0 0-16,0-25 0,-25 25 0,25 0 0,0 0 0,0 0 16,0 0-16,0 0 0,0 0 15,0 25-15,0-25 0,-25 0 0,25 0 0,0 0 0,0 0 0,0 0 16,0 25-16,0-25 0,0 0 0,0 25 0,0-25 0,0 0 0,0 24 15,0-24-15,0 25 0,25-25 0,-25 25 0,0-25 16,0 25-16,25-25 0,-25 25 0,0-25 16,25 24-16,-25-24 0,24 25 0,-24-25 15,25 25-15,-25-25 0,25 25 0,-25-25 0,25 25 0,-25-25 0,0 24 0,25-24 16,-25 25-16,0-25 0,24 25 0,-24-25 0,0 0 15,0 25-15,25-25 0,-25 25 0,0-25 0,0 0 16,0 0-16,0 24 0,0-24 0,0 0 0,0 0 0,0 25 16,-25-25-16,25 0 0,0 0 0,0 0 0,-24 0 0,24 25 0,0-25 15,0 0 1,-25 0-16,25 0 0,0 0 0,-25 0 0,25 0 0,0 0 0,-25 0 0,25 0 0,0 0 0,-25 0 15,25 0-15,0-25 0,0 25 0,-24 0 0,24 0 0,0 0 16,0-25-16,0 25 0,0 0 0,0-24 16,0 24-16,0-25 0,0 25 0,0 0 15,0-25-15,0 25 0,0-25 0,0 25 0,0-25 0,24 25 0,-24 0 0,0 0 16,0-24-16,25 24 0,-25 0 0,0 0 0,25 0 0,-25 0 15,25 0-15,-25-25 0,25 25 0,-25 0 0,24 0 0,-24 0 16,25 0-16,-25 0 16,25 0-16,-25-25 0,25 25 0,-25 0 0,0 0 0,25 0 0,-25 0 15,0 0-15,0 0 0,0-25 0,0 25 0,0 0 0,0 0 0,0-25 0,0 25 16,0 0-16,0-24 0,-25 24 0,25 0 0,0-25 0,0 25 15,0-25-15,-25 25 0,25-25 16,0 25-16</inkml:trace>
  <inkml:trace contextRef="#ctx0" brushRef="#br0" timeOffset="162944.3199">32097 4539 0,'0'0'0,"0"0"16,0 0-16,-25 0 0,25 0 0,0 0 0,0 0 15,0 0 1,0 0-16,0 0 0,-24 0 0,24 0 0,0 0 0,0 0 0,0 25 0,0-25 16,0 0-16,0 0 0,0 0 0,0 0 0,0 0 0,24 0 0,-24 0 0,0 0 15,0 0-15,0 0 0,0 0 0,0 0 0,25 25 0,-25-25 31,0 0-31,0 0 0,25 0 0,-25 0 0,0 0 0,0 0 0,25 0 0,-25 0 0,0 0 0,25 0 0,-25 0 0,0 0 16,24 0-16,-24 0 0,0 0 0,25 0 0,-25 0 0,25 0 16,-25 0-1,0 0-15,25 0 0,-25 0 0,0 0 0,25 0 0,-25 0 0,0 0 16,0 0-16,0 0 0,25 0 0,-25 0 0,0 0 0,0 0 0,0 0 0,0 0 15,0 0-15,0 25 0,0-25 0,0 0 0,0 0 0,0 0 16,0 0-16,0 0 0,0 0 0,0 0 16,0 0-16,0 0 0,0 0 0,0 0 0,-25 0 15,25 24-15,0-24 0,0 0 0,0 0 0,0 0 0,0 0 0,0 25 16,0-25-16,0 0 0,0 0 0,0 0 0,0 25 0,0-25 0,0 0 15,0 0-15,0 0 0,0 25 0,0-25 0,0 0 0,0 0 16,0 25-16,0-25 16,0 0-16,0 24 0,0-24 0,0 0 0,0 0 0,0 25 0,0-25 0,0 0 15,0 25-15,0-25 0,0 25 0,0-25 0,0 0 0,0 25 0,0-25 16,0 0-16,0 25 0,0-25 0,0 24 0,0-24 0,0 0 15,0 25-15,0-25 0,0 25 0,0-25 0,-25 0 16,25 25-16,0-25 0,0 25 0,0-25 0,0 24 0,0-24 16,25 25-16,-25-25 15,0 25-15,0-25 0,0 25 0,0-25 0,0 25 0,0-25 0,0 24 16,0-24-16,25 25 0,-25-25 0,0 25 0,0-25 0,0 25 0,0-25 0,0 25 15,0-1-15,0-24 0,0 25 0,24-25 0,-24 25 0,0-25 16,0 25-16,0-25 0,0 25 16,0-25-16,0 24 0,0-24 0,0 25 0,0-25 15,0 25-15,0-25 0,0 25 0,0-25 0,0 25 0,0-25 0,0 24 0,0 1 0,0-25 16,0 25-16,0-25 0,0 25 0,0-25 0,0 25 0,0-25 15,0 24-15,0-24 0,0 25 0,0-25 0,0 25 16,0-25-16,0 25 16,0-25-16,0 0 0,0 25 0,0-25 0,-24 24 0,24-24 0,0 25 0,0-25 0,0 25 0,0-25 15,0 25-15,0-25 0,0 25 0,0-25 0,0 25 16,0-25-16,0 24 0,0-24 0,0 25 15,0-25-15,0 25 0,0-25 0,0 25 0,0-25 0,0 0 0,0 25 0,0-25 16,0 24-16,0-24 0,0 25 0,0-25 0,0 0 0,0 25 16,0-25-16,0 25 15,0-25-15,0 25 0,0-25 0,0 0 0,0 24 0,0-24 0,0 0 16,0 25-16,0-25 0,0 25 0,0-25 0,0 0 0,0 25 0,0-25 15,0 25-15,0-25 0,0 24 0,0-24 0,0 25 0,0-25 16,0 0-16,0 25 0,0-25 0,0 25 0,0-25 16,0 25-16,0-25 0,0 24 0,0-24 0,0 0 0,0 25 0,0-25 15,0 25-15,0-25 0,0 0 0,0 25 16,0-25-16,0 0 0,0 25 0,-25-25 0,25 0 0,0 24 0,0-24 15,0 0-15,0 25 0,0-25 16,25 0-16,-25 25 0,0-25 0,0 0 0,0 25 0,0-25 0,0 0 0,0 25 16,0-25-16,0 0 0,0 24 0,0-24 0,0 0 0,0 25 0,24-25 15,-24 0-15,0 25 16,0-25-16,0 0 0,0 25 0,0-25 0,0 0 0,0 25 0,0-25 15,0 0-15,0 0 0,0 24 0,0-24 0,0 0 0,0 0 0,0 25 16,0-25-16,0 0 0,0 25 0,0-25 0,0 0 0,0 25 16,0-25-16,0 0 0,0 25 15,0-25-15,0 0 0,0 25 0,25-25 0,-25 0 0,0 24 16,0-24-16,0 0 0,0 25 0,0-25 0,0 0 0,0 25 0,0-25 0,0 0 15,25 25-15,-25-25 0,0 0 0,0 0 0,0 25 0,0-25 16,0 0-16,0 0 0,0 24 16,0-24-16,0 0 0,0 0 0,0 25 0,0-25 15,0 0-15,-25 0 0,25 25 0,0-25 0,0 0 0,0 25 0,0-25 0,0 0 16,0 0-16,0 25 0,25-25 0,-25 0 0,0 24 15,0-24-15,0 0 0,0 25 0,0-25 0,0 0 0,0 25 0,0-25 0,0 0 16,0 25-16,0-25 0,0 0 0,0 0 16,25 25-16,-25-25 0,0 0 0,0 24 15,0-24-15,0 0 0,0 0 0,0 0 0,0 25 0,0-25 0,0 0 0,0 0 16,0 0-16,-25 0 0,25 25 0,0-25 0,0 0 0,0 0 15,0 25-15,0-25 0,0 0 16,0 0-16,0 25 0,-25-25 0,25 0 0,0 24 0,0-24 16,0 25-16,0-25 0,0 0 0,0 25 0,0-25 0,0 0 0,0 25 15,0-25-15,0 0 0,0 25 0,0-25 0,0 0 0,0 24 0,0-24 16,0 0-16,0 0 0,0 25 0,0-25 0,0 0 0,0 0 15,0 0-15,0 0 16,0 25-16,0-25 0,0 0 0,0 0 0,0 0 0,0 0 0,0 0 0,0 0 16,0 25-16,0-25 0,0 0 0,0 0 0,0 0 0,0 0 0,0 25 15,0-25-15,25 0 0,-25 0 0,0 0 0,0 24 0,0-24 16,0 0-16,0 0 15,0 0-15,0 0 0,0 0 0,0 25 0,0-25 0,25 0 0,-25 0 16,0 0-16,0 0 0,0 0 0,0 0 0,0 0 0,0 0 0,0 0 0,0 0 16,0 0-16,0 0 0,0 0 0,0 0 0,0 0 0,0 0 15,0 0-15,-25 0 16,25 0-16,0 0 0,0 0 0,0 0 0,0 0 0,0 0 15,-25 0-15,25 0 0,0 0 0,0 25 0,0-25 0,-25 0 0,25 0 0,0 0 0,-24 0 16,24 0-16,-25 25 0,0-25 0,25 0 0,-25 0 16,0 0-16,0 0 0</inkml:trace>
  <inkml:trace contextRef="#ctx0" brushRef="#br0" timeOffset="165005.4378">24284 9500 0,'0'0'0,"0"0"0,-25 0 0,25 0 15,0 0-15,0 0 0,0 0 0,0 0 0,0 0 16,0 0-16,0 0 0,0 0 0,0 0 0,0-25 0,0 25 0,0 0 16,0 0-16,0 0 0,0 0 0,0 0 0,25 0 0,-25 0 15,0-24-15,0 24 16,25 0-16,-25 0 0,0 0 0,0-25 0,24 25 0,-24 0 15,0-25-15,25 25 0,-25-25 0,0 25 0,25 0 0,-25-25 0,0 1 16,25 24-16,-25-25 0,0 25 0,25-25 0,-25 25 0,24-25 16,-24 0-16,25 25 0,-25-24 0,0 24 0,25-25 15,-25 0-15,25 25 16,-25-25-16,0 0 0,25 25 0,-25-24 0,0 24 0,0-25 0,24 25 0,-24-25 0,0 25 0,0-25 15,0 25-15,0-25 0,0 25 16,0-25-16,0 25 0,0-24 0,0 24 0,0-25 16,0 25-16,0 0 0,0-25 0,0 25 0,0-25 0,0 25 0,0 0 15,0-25-15,-24 25 0,24 0 0,0-24 0,0 24 0,0 0 0,0 0 16,-25-25-16,25 25 0,0 0 15,0 0-15,0 0 0,0 0 0,0 0 16,-25 0-16,25-25 0,0 25 0,0 0 0,0 0 0,0 0 0,0 0 31,0 0-31,0 25 0,0-25 0,0 0 0,-25 0 0,25 0 0,0 0 0,0 25 0,0-25 16,0 0-16,0 24 0,0-24 0,0 25 0,0-25 0,0 25 15,25-25-15,-25 25 0,0 0 0,0-25 0,0 24 0,0-24 0,0 25 0,0 0 16,0-25-16,0 25 0,0-25 0,0 25 0,0-25 0,0 25 16,0-1-16,0-24 15,0 25-15,0 0 0,0-25 0,0 25 0,0 0 0,0-25 16,0 24-16,0 1 0,0-25 0,0 25 0,0 0 0,0-25 0,0 25 15,25-25-15,-25 24 0,0 1 0,0-25 0,-25 25 0,25-25 16,0 25-16,0-25 0,0 25 0,0-25 0,0 0 0,25 24 16,-25-24-16,0 0 0,0 25 15,0-25-15,0 0 0,0 0 0,0 0 0,0 0 0,0 0 0,0 0 16,0 0-16,0 0 0,0 0 0,0 0 0,0 0 31,0 0-31,0 0 0,0 0 0,0 0 0,0 0 0,0 0 0,0 0 0,0-25 0,0 25 16,0 0-16,0 0 0,0-24 0,0 24 0,0 0 0,0-25 15,0 25-15,0 0 0,0-25 0,0 25 0,0 0 0,0-25 16,0 25-16,0 0 0,0-25 0,0 25 0,0 0 0,0 0 0,0 0 15,25-24-15,-25 24 0,0 0 0,0 0 0,0 0 0,0 0 16,0-25 0,0 25-16,0 0 0,0 0 0,0 0 0,0 0 0,0 0 0,0 0 15,0 0-15,0 0 0,0 0 0,0-25 0,0 25 0,0 0 0,24 0 0,-24 0 16,0 0-16,0 0 0,0 0 0,25-25 0,-25 25 0,0 0 15,25 0 1,-25 0-16,25 0 0,-25-25 0,0 25 0,25 0 0,-25 0 0,24 0 16,-24-24-16,0 24 0,25 0 0,-25 0 0,0 0 0,25-25 0,-25 25 15,0 0-15,25 0 0,-25 0 0,0-25 0,0 25 0,0 0 16,25 0-16,-25 0 0,0 0 0,0 0 15,0 0-15,0 0 0,0 0 0,0 0 0,0 0 16,0 0-16,0 0 0,0 0 0,0 0 0,-25 0 0,25 0 0,0 0 16,0 0-16,0 25 0,0-25 0,-25 0 0,25 0 0,0 0 15,0 0-15,-25 25 0,25-25 16,0 0-16,0 0 0,-25 24 0,25-24 15,0 0-15,0 25 0,-24-25 0,24 0 0,0 0 0,0 25 0,-25-25 0,25 0 0,0 0 16,0 0-16,0 25 0,0-25 0,0 0 0,0 0 16,0 0-16,0 0 0,0 0 0,0 0 15,0 0-15,25 0 0,-25 0 16,0 0-16,0 0 0,0 0 0,24 0 0,-24 0 0,0 0 0,0 0 0,25 0 15,-25 0-15,0 25 0,0-25 0,0 0 0,25 0 0,-25 0 0,0 0 16,0 0-16,0 0 0,0 24 0,0-24 16,0 0-16,25 0 0,-25 0 0,0 25 0,0-25 15,0 0-15,0 0 0,0 0 0,0 0 0,0 25 0,0-25 0,0 0 16,0 0-16,0 0 0,25 25 0,-25-25 0,0 0 0,0 0 15,0 0-15,0 25 16,0-25-16,0 0 0,24 0 0,-24 24 0,0-24 0,0 0 0,0 0 0,0 25 16,0-25-16,25 0 0,-25 0 0,0 0 0,0 25 0,0-25 15,0 0-15,25 0 0,-25 0 0,0 0 0,0 0 0,25 0 16,-25 0-1,0 0-15</inkml:trace>
  <inkml:trace contextRef="#ctx0" brushRef="#br0" timeOffset="165514.4669">25226 9054 0,'0'0'0,"0"0"0,0 0 16,0 0-16,0 0 0,0 0 0,0 0 0,0 0 0,0 0 16,0 0-16,25 0 0,-25 0 0,0 25 15,25-25-15,-25 0 0,25 24 16,-25-24-16,25 25 0,-25-25 0,24 0 0,-24 25 0,25-25 0,0 25 0,-25 0 15,25-25-15,-25 24 0,0-24 0,25 25 0,-25 0 0,0-25 0,0 25 16,0-25-16,0 25 16,0-1-16,0-24 0,-25 25 0,25 0 0,-25 0 0,25-25 0,-25 25 15,0-1-15,1-24 0,-1 25 0,25-25 0,-25 25 47,0 0-31,0-25-16,1 25 0,-1-25 0</inkml:trace>
  <inkml:trace contextRef="#ctx0" brushRef="#br0" timeOffset="166082.4993">26095 9823 0,'0'0'0,"0"0"16,0 0-16,0-25 0,0 25 0,0 0 0,0 0 0,-25 0 15,25 0 1,0 0-16,0 0 0,0 0 0,0 0 0,0 0 0,-25 0 0,25 0 0,0 0 16,0 0-16,0 0 0,0 0 0,0 25 0,0-25 0,-25 0 15,25 0-15,0 24 0,0-24 0,0 25 0,-25-25 0,25 0 16,0 25-16,0-25 0,-24 25 0,24 0 15,0-25-15,-25 24 0,25 1 0,0-25 16,-25 25-16,25 0 0,-25-25 0,25 25 0,-25 0 0,25-1 0,-25-24 16,25 25-16,-24 0 0,24-25 0,0 25 0,-25 0 0,25-25 0,-25 24 15,25 1-15,0-25 0,0 25 16,0-25-16,0 0 0,0 25 0,0-25 0,0 0 15,0 0-15,0 25 0,0-25 0,0 0 0,0 0 0,0 0 16,0 0-16,25 0 0,-25-25 0,0 25 0,0 0 0,0 0 0,25-25 16,-25 25-16,0 0 0,0-25 0,24 25 0,-24-25 0,0 25 15,0-24 1</inkml:trace>
  <inkml:trace contextRef="#ctx0" brushRef="#br0" timeOffset="166357.5151">26020 9872 0,'0'0'0,"0"0"0,0 0 0,-25 0 0,25 0 0,0 0 16,0 0-16,0 0 0,0 0 0,0 0 0,0 0 0,0 0 15,0 0-15,0 0 0,0 0 0,25 0 0,-25 0 16,0 0-16,0 0 0,0 25 0,0-25 16,25 25-16,-25-25 0,0 25 15,0-25-15,25 24 0,-25-24 0,0 25 0,25 0 0,-25-25 0,0 25 0,0 0 16,24-25-16,-24 25 0,0-1 0,25-24 0,-25 25 0,0 0 15,0-25-15,25 25 0,-25-25 0,0 25 0,0-1 0,0-24 16,25 25-16,-25-25 0,0 25 16,0-25-16,0 25 0,25-25 0,-25 25 0,0-25 0,0 24 15,0-24-15,0 0 0,0 25 0,0-25 0,0 0 0,0 25 0,0-25 0,24 0 16,-24 0-1,0 0-15,0 0 0,0 0 0,0 0 0,-24 0 0,24 0 0,0 0 0,0 0 0,0 0 16,0-25-16,0 25 0</inkml:trace>
  <inkml:trace contextRef="#ctx0" brushRef="#br0" timeOffset="166541.5257">26070 10145 0,'0'0'0,"-25"-25"0,25 25 0,0 0 0,0 0 0,0 0 16,0 0-16,0 0 0,0 0 0,25-24 0,-25 24 15,0 0-15,0 0 0,25 0 0,-25 0 0,0 0 0,24 0 16,-24 0-16,25 0 0,-25 0 0,25 0 15,0 0-15,-25 0 0,25 0 0,-1 0 0,-24 0 0,25 0 0,0 0 16,0 0-16,-25 0 0,25 0 0,-1 0 0,1 0 16,0 0-16,-25 0 0,25 0 15,0 0-15,-1 0 0,-24 0 0</inkml:trace>
  <inkml:trace contextRef="#ctx0" brushRef="#br0" timeOffset="166784.5396">26863 9996 0,'0'0'0,"25"0"0,-25 0 0,0 0 15,0 0-15,25 0 0,-25 0 0,0 0 0,25 0 0,-25 0 16,25 0-16,-25 0 0,24 0 0,-24 0 0,25 0 15,0 0-15,-25 0 0,25 0 0,0 0 16,-25 0-16,25 0 0,-25 0 0,24 25 0,1-25 0,-25 0 0,0 0 31,25 0-31,-25 0 0,25 25 0</inkml:trace>
  <inkml:trace contextRef="#ctx0" brushRef="#br0" timeOffset="166955.5493">26888 10244 0,'0'0'0,"0"0"0,0 25 0,0-25 0,0 0 0,0 0 15,0 0-15,0 0 0,25 0 0,-25 0 0,0-25 16,25 25-16,0 0 0,-25 0 0,24 0 0,1 0 31,-25 0-31,25 0 0,0 0 0,0 0 0,-25 0 0,25 0 0,-1 0 0,1 0 0,-25 25 0,25-25 0,0-25 16,-25 25-16,25 0 0</inkml:trace>
  <inkml:trace contextRef="#ctx0" brushRef="#br0" timeOffset="168064.6128">28352 9227 0,'0'0'16,"0"0"-16,0-24 0,0 24 15,0 0-15,-25 0 0,25 0 0,0 0 0,0 0 0,0-25 16,0 25-16,-25 0 0,25 0 0,0 0 0,0 0 0,0 0 15,0 0-15,0 0 0,0 0 0,-25 0 0,25-25 0,0 25 0,0 0 16,0 0-16,0 0 0,-24 0 16,24 0-16,0 0 0,-25 0 0,25 0 62,0 0-62,-25 0 0,25-25 0,-25 25 16,25 0-16,0 0 0,-25 0 0,25 0 0,-24 0 0,24 0 0,0 0 0,-25-25 0,25 25 0,0 0 0,0 0 0,-25 0 0,25 0 0,0 0 0,0 0 0,0 0 0,-25 0 0,25 0 0,0 0 0,0 0 0,0 0 0,0 0 0,0 0 0,0 0 0,0 0 0,-25 0 15,25 25-15,0-25 0,0 0 0,0 0 0,0 25 0,0-25 16,0 0-16,0 25 15,-25-25-15,25 0 0,0 25 0,0-25 0,0 0 0,0 24 0,0-24 16,0 25-16,0 0 0,0-25 0,0 25 0,0-25 0,-24 25 0,24-1 16,0-24-16,0 25 0,0 0 0,0-25 0,0 25 0,0 0 15,0-1-15,0-24 0,0 25 16,24 0-16,-24-25 0,0 25 0,0 0 0,0-1 0,0-24 15,0 25-15,0 0 0,0 0 0,0-25 0,0 25 0,0-1 0,0 1 16,0-25-16,0 25 0,0 0 0,0-25 0,0 25 16,0-1-16,-24 1 15,24-25-15,0 25 0,0 0 0,0-25 0,0 25 0,0-1 0,0 1 16,0-25-16,0 25 0,0 0 0,0-25 0,0 25 0,0 0 0,0-1 15,0-24-15,0 25 0,0 0 0,0-25 0,0 25 0,0 0 16,0-25 0,-25 24-16,25-24 0,0 25 0,0 0 0,0-25 0,0 25 0,0-25 0,0 25 15,0-1-15,0-24 0,0 25 0,0 0 0,0-25 0,25 25 16,-25 0-16,0-1 0,0-24 0,0 25 0,0 0 0,0-25 0,0 25 15,0 0-15,0-25 16,24 24-16,-24 1 0,0-25 0,0 25 0,0-25 0,0 25 16,0-25-16,0 25 0,0-1 0,0-24 0,0 25 0,0-25 15,0 25-15,0-25 0,0 0 0,0 25 0,0-25 0,0 25 0,0-25 16,0 24-16,0-24 0,0 0 0,0 25 0,0-25 0,0 25 15,0-25-15,0 0 16,0 25-16,0-25 0,0 0 0,0 25 0,0-25 0,0 0 16,0 24-16,0-24 0,0 0 0,0 25 0,0-25 0,0 0 0,0 0 15,0 25-15,0-25 0,0 0 0,0 0 0,0 0 0,0 25 16,0-25-16,0 0 0,0 0 0,0 0 15,0 0-15,0 0 0,0 0 0,0 0 0,0 0 0,0 0 0,0 0 16,0 0-16,0 0 0,0 0 0,0 0 0,0 0 16,0 0-16,0 25 15,0-25-15,0 0 0,0 0 0,25 0 0,-25 0 0,0 0 0,0 0 0,0 0 0,0 0 16,25 0-16,-25 0 0,0 0 0,0 0 0,25 0 0,-25 0 15,0 0-15,25 0 0,-25-25 16,25 25-16,-25 0 0,24 0 0,1 0 0,-25 0 0,25 0 16,0 0-16,-25 0 0,25 0 0,-1-25 0,-24 25 0,25 0 0,0 0 15,-25 0-15,25-25 0,0 25 0,-25 0 0,24-25 16,-24 25-16,0 0 0,25-24 0,-25 24 0,0-25 15,0 25-15</inkml:trace>
  <inkml:trace contextRef="#ctx0" brushRef="#br0" timeOffset="169042.6687">28848 9376 0,'0'0'0,"0"0"16,0 0-16,0 0 0,0 0 0,0 0 0,0 0 0,0 0 15,0 0-15,0 0 0,-25 25 0,25-25 16,0 0-16,0 0 0,0 25 0,0-25 15,0 0-15,0 25 0,0-25 0,25 24 0,-25-24 0,0 0 0,0 25 0,0-25 16,0 25-16,0-25 0,0 25 0,0-25 0,0 0 16,0 25-16,25-25 0,-25 24 0,0-24 0,0 25 15,0-25-15,0 0 0,0 25 0,0-25 16,0 0-16,0 25 0,0-25 0,-25 0 0,25 0 0,0 25 0,0-25 15,0 0-15,0 0 0,0 0 0,0 0 0,0 0 0,0 0 16,0 24-16,0-24 0,0 0 16,0 0-16,0 0 0,0 0 0,0 0 0,-25 0 15,25 0-15,0 0 0,0-24 0,0 24 0,0 0 0,0 0 0,0 0 16,0-25-16,0 25 0,0 0 0,25-25 0,-25 25 0,0-25 0,0 25 15,0-25-15,0 25 0,25-24 0,-25 24 16,0-25-16,24 0 0,-24 25 16,0 0-16,25-25 0,-25 25 0,0-25 0,25 25 0,-25 0 0,25 0 15,-25-24-15,0 24 0,0 0 0,25 0 0,-25 0 0,0 0 16,0 0-16,0 0 0,24 0 0,-24 0 0,0 0 0,0 0 0,0 0 47,0 24-47,25-24 0,-25 0 0,0 0 0,0 0 0,0 25 0,25-25 0,-25 0 0,0 25 0,0-25 15,0 0-15,0 25 0,0-25 0,25 0 0,-25 25 0,0-25 0,0 0 0,0 0 0,0 24 16,0-24-16,0 0 0,0 0 0,0 0 0,0 0 0,0 0 0,0 0 15,0 25-15,0-25 0,0 0 0,0 0 0,0 0 0,0 0 16,0 0-16,0 0 0,0-25 0,0 25 16,0 0-16,0 0 0,0 0 0,0 0 0,0-24 15,25 24-15,-25 0 0,0-25 0,0 25 0,0 0 0,0-25 16,0 25-16,25-25 0,-25 25 0,0-25 0,0 25 0,24-24 0,-24 24 15,0 0-15,0-25 0,25 25 0,-25 0 0,0 0 16,0-25-16,0 25 16,0 0-16,0 0 0,0 0 0,25 0 0,-25 25 0,0-25 0,0 0 15,0 0-15,0 0 0,0 25 0,0-25 0,0 24 0,0-24 0,25 0 16,-25 25-16,0-25 0,0 25 0,0-25 0,0 25 0,0-25 15,0 0-15,0 25 16,0-25-16,0 24 0,25-24 0,-25 0 0,0 25 0,0-25 31,0 0-31,0 25 0,0-25 0,0 0 0,24 0 0,-24 0 0,0 0 0,0 0 0,0 0 0,25 0 0,-25 0 0,0 0 0</inkml:trace>
  <inkml:trace contextRef="#ctx0" brushRef="#br0" timeOffset="169274.682">29567 9500 0,'0'0'0,"0"0"0,25 0 0,-25 0 16,0 0-16,25 0 0,-25 0 0,25 0 0,-25 25 0,24-25 16,-24 0-16,25 0 0,-25 0 0,25 0 15,0 0-15,-25 0 0,25 0 0</inkml:trace>
  <inkml:trace contextRef="#ctx0" brushRef="#br0" timeOffset="169649.7034">30038 9575 0,'0'0'0,"0"0"16,0 0-16,0 0 0,0 0 0,0 0 0,0 0 16,0 0-16,0 0 0,0-25 15,0 25-15,0 0 0,25 0 0,-25 0 0,0 0 16,0 0-16,0-25 47,0 25-47,25 0 0,-25 0 15,0-25-15,0 25 0,0 0 0,25 0 0,-25-25 0,0 25 0,0 0 0,0-24 0,25 24 0,-25-25 0,0 25 0,0 0 0,0-25 0,0 25 0,0 0 0,24-25 0,-24 25 0,0-25 0,0 25 0,0-24 0,0 24 0,0 0 0,0-25 0,0 25 0,0 0 16,0 0-16,0-25 0,0 25 0,0 0 0,0 0 15,0 0-15,0 0 0,0 25 0,0-25 0,0 0 0,0 0 16,0 25-16,0-25 16,0 0-16,0 24 0,0-24 0,25 25 0,-25 0 0,0-25 0,0 25 0,0-25 0,0 25 15,0-1-15,0-24 0,25 25 0,-25-25 0,0 25 16,0 0-16,0-25 15,0 25-15,25-25 0,-25 24 0,0-24 0,0 25 0,25-25 16,-25 25-16,0-25 0,0 25 0,0-25 0,25 0 0,-25 25 0,0-25 0,0 0 16,0 0-16,0 0 0,0 0 0</inkml:trace>
  <inkml:trace contextRef="#ctx0" brushRef="#br0" timeOffset="170573.7563">31775 9252 0,'0'0'15,"-25"0"-15,25 0 0,0-25 0,0 25 0,0 0 0,-25 0 16,25-24-16,0 24 0,0 0 16,0 0-16,0 0 0,0-25 0,0 25 0,-25 0 0,25 0 0,0 0 15,0-25-15,0 25 0,0 0 0,0 0 0,0 0 0,0 0 0,0-25 16,0 25-16,0 0 0,0 0 15,0 0-15,0 0 0,0 0 0,0 0 0,25 0 16,-25 0-16,0 0 0,0-25 0,0 25 0,25 0 0,-25 0 0,0 0 0,25 0 16,-25 0-16,0 25 0,0-25 0,25 0 0,-25 0 15,0 0-15,0 0 0,24 0 0,-24 0 0,0 25 0,0-25 16,0 0-16,0 0 0,0 25 15,0-25-15,0 25 0,0-25 0,0 0 0,0 24 16,0-24-16,-24 25 0,24-25 0,0 25 0,-25-25 0,25 25 0,-25-25 16,25 25-16,-25-1 0,25-24 0,-25 25 0,25-25 0,-24 25 31,24-25-31,-25 25 0,25-25 0,0 25 0,-25-25 0,25 0 0,-25 24 0,25-24 0,0 25 0,0-25 0,0 0 0,-25 0 0,25 25 15,0-25-15,0 0 0,0 0 0,0 0 0,25 25 0,-25-25 16,0 0-16,0 0 0,25 0 0,-25 0 0,25 0 16,-25 0-16,25 0 0,-1 25 15,1-25-15,0 0 0,0 0 0,0 0 0,-1 0 0,1 0 0,0 0 16,0 24-16,0-24 0,-25 0 0,24 0 0,1 0 0,0 25 0,-25-25 15,25 0-15,-25 25 0,0-25 0,0 0 0,0 25 0,0-25 16</inkml:trace>
  <inkml:trace contextRef="#ctx0" brushRef="#br0" timeOffset="171932.8339">29493 10592 0,'0'0'16,"0"0"-16,0 0 15,0 0-15,0 0 0,0 0 0,0 0 0,0 0 0,0 0 0,0 0 16,0 0-16,0 0 0,0 0 0,0 0 0,0 0 0,0 0 0,0 0 16,0 0-16,0 0 0,0 0 0,0 0 0,0 0 15,0 0-15,0-25 0,0 25 0,0 0 0,0 0 0,0 0 16,0 0-16,0 0 15,0 0-15,0 0 0,0 0 0,0 0 0,0 0 0,0 0 0,0 0 0,0 0 16,0 0-16,0 0 0,0 0 0,0 0 0,0 0 0,-25 0 16,25 0-1,0 0-15,0 0 0,0 0 0,0 0 0,0 0 0,0 0 16,0 0-16,0 0 0,-25 0 0,25 0 0,0 0 0,0 0 0,0 0 15,0 0 1,-25 0-16,25 25 0,0-25 0,0 0 0,0 24 0,-24-24 0,24 0 0,0 25 0,0-25 0,-25 25 0,25-25 0,0 25 16,0 0-16,0-25 0,0 24 0,0-24 0,0 25 0,0 0 15,0-25-15,0 25 16,0-25-16,0 25 0,0-25 0,0 24 0,0-24 0,0 25 0,25-25 15,-25 25-15,0-25 0,24 25 0,-24-25 0,0 0 0,25 25 0,-25-25 16,25 0-16,-25 24 0,25-24 16,-25 0-16,25 0 0,-25 0 0,24 25 0,-24-25 15,25 0-15,-25 0 0,25 0 0,-25 0 0,25 0 0,-25 0 16,0 0-16,25 0 0,-25 0 0,0-25 0,24 25 0,-24 0 0,0-24 15,0 24-15,25 0 0,-25-25 0,0 25 0,0-25 0,25 0 16,-25 25-16,0-25 16,0 1-16,0-1 0,0 0 0,0 0 0,0 0 0,0 25 15,0-24-15,0-1 0,0 0 0,0 0 0,0 0 0,0 25 0,0-24 16,0-1-16,0 25 0,0-25 0,0 25 0,0 0 0,-25-25 0,25 25 15,0 0 1,0 0-16,0 0 0,-25 0 0,25-25 0,0 25 0,0 0 0,-24 0 16,24 25-16,0-25 0,-25 0 0,25 0 0,0 0 0,0 0 0,-25 0 0,25 0 15,0 0-15</inkml:trace>
  <inkml:trace contextRef="#ctx0" brushRef="#br0" timeOffset="172951.8923">31527 10542 0,'0'-25'0,"0"25"16,0 0-16,0 0 0,0 0 0,-25 0 0,25 0 0,0-25 0,0 25 0,0 0 15,0 0-15,0 0 0,0 0 0,0 0 0,0 0 0,0 0 16,0 0-16,0 0 0,0 0 16,0 0-16,0 0 0,0-24 0,0 24 0,0 0 0,0 0 15,0 0-15,0 24 0,0-24 0,0 0 0,0 0 0,0 0 0,0 0 0,0 0 16,-25 25-16,25-25 0,0 0 0,0 25 0,0-25 15,0 0-15,0 25 16,0-25-16,0 0 0,-25 25 0,25-25 0,0 24 0,0-24 16,0 0-16,0 25 0,0-25 0,0 25 0,0-25 0,0 0 0,0 25 0,0-25 15,0 0-15,0 0 0,0 25 0,25-25 0,-25 0 0,0 0 0,0 24 16,0-24-16,0 0 15,0 0-15,0 0 0,0 25 0,0-25 16,0 0-16,0 0 0,0 0 0,25 0 0,-25 25 0,0-25 0,0 0 0,0 0 16,25 0-16,-25 25 0,0-25 0,25 0 0,-25 0 0,0 0 15,24 25-15,-24-25 0,0 0 0,25 0 0,-25 24 0,25-24 0,-25 0 0,0 25 16,25-25-1,-25 0-15,0 0 0,0 25 0,25-25 0,-25 0 0,0 25 0,0-25 0,0 0 0,0 0 16,24 25-16,-24-25 0,0 0 0,0 0 0,0 24 0,0-24 16,0 0-16,0 0 0,0 0 0,-24 25 0,24-25 0,0 0 15,0 0-15,0 0 16,0 0-16,0 0 0,0 0 0,0 0 0,0 25 0,-25-25 0,25 0 15,0 0-15,0 0 0,-25 0 0,25 0 0,0 0 0,0 0 0,-25 0 0,25 0 16,-25 0-16,25-25 0,0 25 0,-24 0 0,24 0 16,0 0-16,-25 0 0,25-25 15,0 25-15,-25 0 0,25 0 0,0-24 0,0 24 0,-25-25 0,25 25 16,0 0-16,0-25 0</inkml:trace>
  <inkml:trace contextRef="#ctx0" brushRef="#br0" timeOffset="173143.9033">31601 10492 0,'0'-24'0,"0"24"15,25 0-15,-25 0 0,0-25 0,0 25 0,0 0 0,25 0 16,-25 0-16,0 0 0,25 0 0,-25-25 0,24 25 16,-24 0-16,25 0 0,-25 0 0,25 0 0,0 25 0,-25-25 15,25 0-15,-1 0 0,-24 0 0,25 0 0,0 25 16,0-25-16,-25 0 0,25 0 15,-1 24-15,-24-24 0,25 0 0,-25 25 0,25-25 0,-25 0 0,0 25 0,25-25 16,-25 0-16,0 0 0,0 25 0,0-25 0</inkml:trace>
  <inkml:trace contextRef="#ctx0" brushRef="#br0" timeOffset="173854.944">31973 10592 0,'0'0'0,"0"0"0,0 0 0,0 0 0,-25 0 15,25 0-15,0 0 0,0 0 0,0 0 0,0 0 16,0 0-16,0 0 0,0 0 0,0 0 15,0 24-15,0-24 0,0 0 0,0 0 0,0 25 0,0-25 16,0 25-16,0-25 0,25 25 0,-25-25 0,0 25 0,0-25 0,0 24 16,0 1-16,0-25 0,0 25 0,0-25 0,-25 25 0,25 0 15,0-25-15,0 24 16,0-24-16,0 25 0,0-25 0,0 25 0,0-25 0,0 25 0,0-25 15,0 25-15,0-25 0,0 0 0,0 24 0,0-24 0,0 0 0,0 0 0,0 25 16,0-25-16,0 0 0,0 0 0,0 0 0,0 0 16,0 0-16,0 0 15,0 0-15,0 0 0,-24 0 0,24 0 0,0 0 0,0 0 0,0 0 0,0 0 16,0 0-16,0-25 0,0 25 0,0 0 0,0-24 0,0 24 15,0-25-15,0 25 0,0-25 0,0 25 0,0-25 0,24 25 0,-24-25 16,0 25-16,0-24 16,0-1-16,25 25 0,-25-25 0,0 0 0,25 25 0,-25-25 31,0 25-31,0-24 0,25 24 0,-25 0 0,0-25 0,25 25 0,-25 0 0,0 0 0,0 0 15,24 0-15,-24-25 0,0 25 0,0 0 0,0 0 0,25 25 0,-25-25 0,0 0 0,0 0 0,0 0 0,0 0 16,0 25-16,0-25 0,0 0 0,25 24 0,-25-24 0,0 0 16,0 25-16,0-25 0,0 25 0,0-25 0,0 0 15,0 25-15,0-25 0,0 25 0,0-25 0,0 24 0,0-24 16,0 0-16,0 25 15,0-25-15,0 0 0,0 25 0,0-25 0,0 0 0,0 0 16,-25 25-16,25-25 0,0 0 0,0 0 0,0 0 0,0 0 16,0 0-16,0 0 0,0 0 0,0 0 0,0 0 0,0 0 0,0 0 15,0 0-15,0 0 0,0 0 0,0-25 0,0 25 0,0 0 0,0 0 16,0-25-1,0 25-15,25-25 0,-25 25 0,0 0 0,0-24 0,25 24 0,-25-25 0,25 25 16,-25-25-16,0 25 0,24-25 0,-24 25 0,0-25 0,25 25 0,-25 0 0,0-24 16,25 24-16,-25 0 0,0 0 0,25 0 0,-25 0 15,0 0 1,0 0-16,0 0 0,25 0 0,-25 0 0,0 0 0,0 24 0,0-24 0,0 0 0,0 25 0,0-25 0,0 0 15,0 25-15,0-25 0,0 25 0,0-25 0,0 25 16,0-25-16,0 24 0,-25-24 16,25 25-16,0-25 0,0 25 0,0-25 0,0 25 0,0-25 0,0 25 0,0-25 15,0 0-15,0 24 0,0-24 0,0 25 0,0-25 0,0 0 16,0 0-16,0 25 0,0-25 0,0 0 0,0 0 0,0 0 15,0 0 1,0 0-16,0 0 0,0 0 0,25 0 0,-25-25 0,0 25 0,0 0 0,0-25 16,0 25-16</inkml:trace>
  <inkml:trace contextRef="#ctx0" brushRef="#br0" timeOffset="175034.0114">32519 9227 0,'0'0'0,"0"0"0,0 0 16,0 0-16,0 0 0,25 0 0,-25 0 0,0 0 0,0 0 0,0 0 15,0 0-15,25 0 0,-25 0 0,0 0 0,0 0 0,24 0 16,-24 0-16,0 0 0,25 0 0,-25 0 0,0 0 0,25 0 15,-25 0-15,0 0 16,0 0-16,25 0 0,-25 0 0,0 0 0,0 0 0,0 0 0,0 0 16,0 0-16,0 0 0,0 0 0,0 0 0,0 0 0,0 0 0,0 0 0,0 0 15,0 0-15,0 0 0,0 0 0,0 0 0,0 0 0,0 0 16,0 0 15,0 0-31,0 0 0,0 0 0,0 0 0,0 0 0,0 0 0,0 0 0,0 0 0,0 0 0,0 0 0,0 0 0,0 0 0,0 0 0,0 0 0,0 0 0,0 0 16,0 25-16,0-25 0,-25 0 0,25 0 0,0 25 0,0-25 15,0 0-15,0 0 16,0 25-16,0-25 0,0 25 0,0-25 0,0 24 0,-25-24 0,25 25 0,0-25 0,0 25 15,0-25-15,0 25 0,0-25 0,0 25 0,0-1 0,0-24 16,0 25-16,0-25 16,0 25-16,0-25 0,0 25 0,0 0 0,25-25 0,-25 24 15,0-24-15,0 25 0,0 0 0,0-25 0,0 25 0,0-25 0,0 25 0,0-1 16,0-24-16,0 25 0,0-25 0,0 25 0,0-25 0,0 25 0,0-25 15,0 25 1,0-25-16,0 24 0,0-24 0,0 25 0,0-25 0,0 25 0,0-25 0,25 25 16,-25 0-16,0-25 0,0 24 0,0-24 0,0 25 0,0-25 15,0 25-15,0-25 0,0 25 0,0-25 0,0 25 0,0-25 0,0 25 16,0-25-16,0 24 0,25-24 0,-25 25 0,0-25 15,0 0-15,0 25 0,0-25 16,0 25-16,0-25 0,0 0 0,0 25 0,0-25 0,0 24 0,0-24 16,0 0-16,0 25 0,0-25 0,0 0 0,0 25 0,0-25 0,0 0 0,0 25 15,0-25-15,0 0 0,0 25 0,0-25 0,0 24 0,0-24 16,0 0-16,0 25 15,0-25-15,0 0 0,0 25 0,0-25 0,0 25 0,0-25 0,0 25 16,0-25-16,0 24 0,0-24 0,0 0 0,0 25 0,0-25 0,0 25 0,0-25 16,0 25-16,0-25 0,0 0 0,0 25 0,0-25 0,0 24 15,0-24 1,0 0-16,0 25 0,0-25 0,0 25 0,0-25 0,0 0 0,0 25 0,24-25 15,-24 25-15,0-25 0,0 0 0,0 24 0,0-24 0,0 0 0,0 25 0,0-25 16,-24 25-16,24-25 0,0 0 0,0 25 16,0-25-16,0 25 0,0-25 0,0 0 0,0 24 31,0-24-31,0 25 0,0-25 0,0 0 0,0 25 0,0-25 0,0 0 0,0 25 0,0-25 0,0 0 0,0 0 0,0 25 0,0-25 0,0 0 15,0 0 1,0 24-16,0-24 0,-25 0 0,25 0 0,0 0 0,0 25 0,0-25 0,0 0 16,0 0-16,0 0 0,0 0 0,0 25 0,0-25 0,0 0 0,0 0 15,0 0-15,0 0 0,0 0 0,0 0 0,0 0 0,0 0 16,0 0-16,0 25 0,0-25 0,0 0 0,0 0 0,0 0 15,0 0-15,0 0 0,0 0 0,0 0 16,0 0-16,0 0 0,0 0 0,0 25 0,0-25 0,0 0 0,0 0 16,0 0-16,0 0 0,0 0 0,0 0 0,0 0 0,0 0 15,0 0-15,0 24 16,0-24-16,0 0 0,-25 0 0,25 0 0,0 0 0,0 0 0,0 0 15,-25 0-15,25 25 0,0-25 0,-25 0 0,25 0 0,-24 0 0,24 0 0,-25 25 16,25-25-16,-25 0 0,25 0 0,-25 0 0,0 0 0,1 25 16,-1-25-16,25 0 0,-25 0 0</inkml:trace>
  <inkml:trace contextRef="#ctx0" brushRef="#br0" timeOffset="177958.1787">24879 12799 0,'0'0'0,"0"0"16,0 0-16,0 0 0,25 0 0,-25 0 0,0 0 0,0 0 15,0 0-15,0 0 0,0 0 0,0-25 0,0 25 16,0 0-16,25 0 16,-25 0-16,0 0 0,0 0 0,0 0 0,0-24 0,0 24 0,0 0 15,0 0-15,0 0 0,0 0 0,0 0 0,0 0 0,0 0 0,-25-25 16,25 25-16,0 0 0,0 0 0,0 0 0,0 0 0,0 0 15,0 0-15,0-25 0,0 25 0,0 0 0,0 0 16,-25 0-16,25 0 0,0 0 16,0 0-16,0-25 0,-25 25 0,25 0 0,0 0 0,0 0 0,0 0 0,-25 0 15,25 0-15,0 0 0,-24 0 0,24 0 0,0 25 16,-25-25-16,25 0 0,0 0 0,-25 25 0,25-25 0,0 25 15,-25-25-15,25 0 16,0 24-16,-25-24 0,25 25 0,0-25 0,0 25 0,0-25 0,0 25 16,0-25-16,0 25 0,0-25 0,0 24 0,0-24 0,0 0 0,0 25 15,0-25-15,25 0 0,-25 0 0,0 0 0,0 25 0,25-25 78,-25 0-78,0 0 0,25 0 0,-25 0 0,0 0 0,25 0 0,-25 0 0,24 0 0,-24 0 0,0-25 0,25 25 0,-25 0 16,0 0-16,0-25 0,25 25 0,-25 0 0,0-24 0,0 24 0,0 0 0,25-25 0,-25 25 0,0 0 0,0-25 0,0 25 15,0-25-15,0 25 0,0 0 0,0-25 0,0 25 0,0 0 0,0-24 0,0 24 0,0 0 0,0 0 0,0-25 0,0 25 0,0 0 16,0 0-16,0 0 0,0 0 0,0 0 0,0 0 0,0 0 16,0 0-16,0 0 0,0 25 0,0-25 0,0 0 15,0 24-15,0-24 16,0 0-16,0 25 0,0-25 0,0 25 0,-25 0 0,25-25 0,0 25 15,0-1-15,0-24 0,0 25 0,0 0 0,0 0 0,0-25 0,0 25 16,0-1-16,0 1 0,0-25 0,0 25 0,0 0 0,0-25 16,0 25-1,0-1-15,0-24 0,0 25 0,0 0 0,0-25 0,0 25 0,0-25 16,0 25-16,0-25 0,0 25 0,0-25 0,0 0 0,0 24 0,0-24 0,-25 0 15,25 25-15,0-25 0,0 0 0,0 0 0,-25 0 0,25 0 16,0 0-16,-24 0 16,24 0-16,0 0 0,-25 0 0,25 0 0,0 0 0,-25 0 15,25 0-15,0-25 0,0 25 0,-25 0 0,25 0 0,0 0 0,0-24 16,0 24-16,0 0 0,0 0 0,0 0 0,25-25 0,-25 25 15,0 0-15,25 0 16,-25 0-16,0-25 0,25 25 0,-25 0 0,24 0 0,1-25 0,-25 25 0,25 0 0,-25 0 16,25-25-16,0 25 0,-25 0 0,25 0 0,-25-25 0,24 25 15,1 0-15,-25-24 0,25 24 16,-25-25-16,25 25 0,-25 0 0,0-25 0</inkml:trace>
  <inkml:trace contextRef="#ctx0" brushRef="#br0" timeOffset="178241.1949">25226 12626 0,'0'0'0,"0"-25"0,0 25 16,0 0-16,0 0 0,0 0 0,0 0 0,0 0 15,0 0-15,25 0 0,-25 25 0,0-25 0,0 0 0,0 0 16,25 0-16,-25 24 0,0-24 0,25 25 0,-25-25 16,0 25-16,25-25 0,-25 25 0,24 0 0,-24-25 0,25 24 15,-25 1-15,0-25 0,25 25 0,-25 0 0,25-25 16,-25 25-16,0-1 31,25 1-31,-25-25 0,0 25 0,0 0 0,0-25 0,0 25 0,0-1 0,0 1 0,0-25 0,-25 25 0,25 0 16,-25 0-16,25-25 0,-25 24 0,0 1 0,1-25 0,-1 25 0,25 0 15,-25-25-15,0 25 0,-24-25 0</inkml:trace>
  <inkml:trace contextRef="#ctx0" brushRef="#br0" timeOffset="179017.2392">26343 13146 0,'0'0'15,"0"0"-15,0 0 0,0 0 0,0 25 0,-25-25 0,25 0 0,0 25 0,0-25 0,-25 0 16,25 25-16,0-25 0,-25 25 0,25-25 0,-25 25 15,25-25-15,0 24 0,-24 1 0,24-25 16,-25 25-16,25 0 0,-25-25 0,25 25 0,-25-1 0,25-24 0,-25 25 16,25-25-16,-24 25 0,24 0 0,-25-25 0,25 25 0,0-25 15,-25 24-15,25-24 16,-25 25-16,25-25 0,0 25 0,0-25 0,-25 0 0,25 25 0,0-25 15,0 0-15,-24 0 0,24 25 0,0-25 0,0 0 0,0 0 16,0 0-16,0 0 0,0 0 0,0 0 0,0 0 0,0 0 31,0 0 32,0 0-63,0 0 0,0 0 0,0-25 0,0 25 0</inkml:trace>
  <inkml:trace contextRef="#ctx0" brushRef="#br0" timeOffset="179302.2555">26343 13271 0,'0'0'0,"0"0"0,0 0 0,0 0 0,0 0 0,0 0 0,0 0 0,0 0 0,0 0 16,0 0-16,0 24 0,24-24 0,-24 0 0,0 0 0,0 25 15,0-25-15,25 0 0,-25 25 0,0-25 0,0 25 16,0-25-16,25 25 0,-25-1 0,0-24 0,0 25 0,0 0 15,25-25-15,-25 25 0,0-25 0,0 25 0,25-1 16,-25-24-16,0 25 0,0-25 0,0 25 0,24 0 16,-24-25-16,0 25 0,0-25 0,0 24 0,0-24 0,0 25 15,25-25-15,-25 25 0,0-25 0,0 25 16,0 0-16,0-25 0,0 0 0,0 24 0,25-24 93,-25 25-93,0-25 0,0 25 0,0-25 0,0 0 0,0 25 0,0-25 0,0 0 0,0 0 0,0 0 0,0 0 0,0 0 0,0 0 0,0 0 0,-25 0 0,25 0 0</inkml:trace>
  <inkml:trace contextRef="#ctx0" brushRef="#br0" timeOffset="179474.2654">26219 13469 0,'0'0'0,"0"0"0,0-25 0,0 25 0,0 0 0,0 0 16,24 0-16,-24 0 0,0 0 0,25 0 0,-25 0 15,0 0-15,25 0 0,-25 0 0,0 0 0,25 0 16,-25 0-16,25 0 0,-25 0 0,24 0 0,-24 0 0,25 0 15,0 0-15,-25 0 0,25 25 16,-25-25-16,25 0 0,-1 0 0,-24 0 0,25 0 0,-25 0 0,25 0 16,0 0-16</inkml:trace>
  <inkml:trace contextRef="#ctx0" brushRef="#br0" timeOffset="179859.2874">27037 13370 0,'0'0'16,"0"0"-16,0 0 0,-25 0 0,25 0 0,25 0 16,-25 0-16,0 0 0,0-25 0,0 25 0,0 0 0,25 0 15,-25 0-15,0 0 0,25 0 0,-25 0 0,25 0 16,-25 0-16,24 0 0,-24 0 0,25 0 0,0 0 15,-25 0-15,25 0 0,-25 0 0,25 0 0,-1 0 0,-24 0 16,25 0-16,-25 25 0,25-25 0,-25 0 0,25 0 16,-25 0-16,0 0 0,25 25 0,-25-25 0,0 0 0,0 0 15,0 0-15,0 24 0</inkml:trace>
  <inkml:trace contextRef="#ctx0" brushRef="#br0" timeOffset="180014.2963">27037 13667 0,'-25'0'0,"25"0"0,0 0 0,0 0 0,0 0 0,0 0 0,0 0 15,0 0-15,0 0 0,0 0 0,0 0 0,25 0 16,-25 0-16,25 0 0,-25 0 0,25 0 0,-25 0 0,25 0 16,-25 0-16,24 0 0,1 0 0,-25 0 0,25 0 15,0 0-15,0 0 0,-25 0 0,24 0 0,1 0 16,-25 0-16,25 0 0,0 0 0,-25 0 0,25 0 0,-1 0 15,-24 0-15</inkml:trace>
  <inkml:trace contextRef="#ctx0" brushRef="#br0" timeOffset="184777.5687">28352 12675 0,'0'0'0,"0"0"0,0 0 16,0 0-16,0 0 0,0 0 0,0 0 15,0 0-15,0 0 0,0 0 16,0 0-16,0 0 0,0 0 0,0 0 0,0 0 0,0 0 0,0 0 0,0 0 16,0 0-16,0 0 0,0 0 0,0 0 0,0 0 0,0 0 0,0 0 15,0 0-15,0 0 0,0 0 0,0 0 0,0 0 16,0 0-16,0 0 0,0 0 15,0 0-15,0 0 0,0 0 0,0 0 0,0 0 0,0 0 0,0 0 16,0 0-16,0 0 0,0 0 0,0 0 0,0 0 0,0 0 16,0 0-16,0-25 0,0 25 0,0 0 0,0 0 0,0 0 15,0 0-15,0 0 0,0 0 0,0 0 0,0 0 16,0 0-16,0 0 0,0 0 15,-25 0-15,25 0 0,0 0 0,0 0 0,0 0 0,0 0 0,0 0 0,0 0 16,-25 0-16,25 0 0,0 0 0,0 0 0,0 0 0,0 0 16,-25-24-16,25 24 15,0 0-15,0 0 0,0 0 0,0 0 0,0 0 0,-24 0 16,24 0-16,0 0 0,0 0 0,0 0 0,0 0 0,0 0 0,0-25 0,0 25 15,-25 0-15,25 0 0,0 0 0,0 0 0,0 0 0,0 0 16,0 0-16,0 0 16,0 0-16,0 0 0,0 0 0,0 0 0,0 0 15,0 0-15,0 0 0,0 0 0,0 0 0,0 0 0,0 0 0,0 0 16,0 0-16,0 0 0,0 0 0,0 0 0,0 0 0,0 0 0,0 0 15,0 0-15,0 0 0,0 0 0,0 0 16,0 0-16,0 0 0,0 0 16,0 0-16,0 0 0,0 0 0,0 0 0,0 0 0,0 0 0,0 0 0,0 0 15,0 0-15,0 0 0,0 0 0,0 0 0,0 0 0,0 0 0,0 0 16,0 0-16,0 0 0,0 0 0,0 0 15,-25 0-15,25 0 0,0 0 0,0 0 16,0 0-16,0 25 0,0-25 0,0 0 0,0 0 0,0 0 0,0 0 16,0 0-16,0 0 0,0 0 0,0 0 0,0 0 0,0 0 15,0 0-15,0 0 16,0 0-16,0 0 0,0 0 0,0 0 0,0 0 0,0 0 15,0 0-15,0 0 0,0 0 0,0 0 0,0 0 0,0 0 0,0 0 16,0 0-16,0 0 0,0 0 0,0 0 0,0 0 0,0 0 0,0 0 16,0 0-16,0 0 0,0 0 0,0 0 0,0 0 0,0 0 15,0 0-15,0 0 16,0 0-16,0 0 0,0 0 0,0 0 0,0 0 0,0 0 15,0 0-15,0 0 0,0 0 0,0 0 0,0 0 0,0 0 16,0 0-16,0 0 0,0 0 0,0 0 0,0 0 0,0 0 0,0 0 16,0 0-16,0 0 0,0 0 0,0 0 0,0 0 15,0 0-15,0 0 16,0 0-16,0 0 0,0 0 0,0 0 0,0 0 0,0 0 0,0 0 15,0 0-15,-25 0 0,25 0 0,0 0 0,0 0 0,0 0 0,0 0 0,0 0 16,0 0-16,0 0 0,0 0 0,0 0 0,0 0 16,0 0-16,0 0 0,0 0 15,0 0-15,0 0 0,0 0 0,0 0 0,0 0 0,0 0 16,0 0-16,0 0 0,0 0 0,0 0 0,0 0 0,0 0 0,0 0 15,0 0-15,0 0 0,0 0 0,0 0 0,0 0 0,0 0 16,0 0-16,0 0 0,0 0 0,0 0 0,0 0 0,0 0 31,0 0-31,0 0 0,0 0 0,0 0 0,0 0 0,0 0 0,0 0 0,0 0 16,0 0-16,0 0 0,0 0 0,0 0 0,0 0 0,0 0 0,0 0 15,0 0-15,0 0 0,0 0 0,0 0 0,0 0 0,0 0 16,0 0-16,-25 0 16,25 0-16,0 24 0,0-24 0,0 0 0,0 0 0,0 0 0,0 0 46,0 0-46,0 0 0,0 25 0,0-25 0,-24 0 0,24 0 0,0 25 0,0-25 0,0 25 0,0-25 0,0 0 0,0 25 0,0-25 0,0 24 0,0-24 0,-25 0 0,25 25 0,0-25 16,0 25-16,0 0 0,0-25 0,0 25 16,0-25-16,0 24 0,0-24 0,0 25 0,0 0 0,0-25 15,0 25-15,0-25 0,0 25 0,0-1 0,0-24 0,0 25 16,0 0-16,0-25 15,0 25-15,25-25 0,-25 25 0,0-1 0,0-24 0,0 25 0,0-25 0,0 25 0,0-25 16,0 25-16,0-25 0,0 25 0,24-25 0,-24 25 16,0-1-16,0-24 0,0 25 0,0-25 15,0 25-15,0-25 0,0 0 0,-24 25 0,24-25 0,0 25 0,0-25 0,0 24 16,0-24-16,0 0 0,0 25 0,0-25 0,0 25 31,-25-25-31,25 25 0,0-25 0,0 0 0,0 25 0,0-25 0,0 0 0,-25 24 16,25-24-16,0 25 0,0-25 0,0 0 0,0 25 0,0-25 0,0 25 15,0-25-15,0 0 0,0 25 0,-25-25 0,25 0 0,0 24 16,0-24 31,0 25-47,0-25 0,0 0 0,0 25 0,0-25 0,0 25 0,0-25 0,0 0 0,0 25 0,0-25 0,-25 24 0,25-24 0,0 25 0,0-25 0,0 25 15,0-25-15,0 0 0,0 25 0,0-25 0,0 25 0,0-25 0,0 24 0,0-24 0,0 0 16,0 25-16,0-25 0,0 25 0,0-25 0,0 0 0,0 25 0,0-25 15,0 0-15,0 0 0,0 25 0,0-25 0,0 0 0,0 0 16,0 24-16,0-24 0,0 0 0,0 25 16,0-25-16,0 0 0,0 0 0,0 25 0,0-25 0,0 0 15,0 25-15,0-25 0,0 0 0,0 25 0,0-25 16,25 0-16,-25 0 0,0 24 0,0-24 0,0 0 0,0 25 15,0-25-15,0 0 0,0 25 0,25-25 0,-25 0 16,0 25-16,0-25 0,0 0 0,0 25 0,0-25 0,25 0 0,-25 0 16,0 24-16,0-24 0,0 0 0,0 0 0,0 25 15,0-25-15,0 0 0,0 0 0,25 25 16,-25-25-16,0 0 0,0 0 0,0 25 0,0-25 15,0 0-15,0 0 0,0 25 0,0-25 0,0 0 0,0 0 0,0 25 47,0-25-47,0 0 0,0 0 0,0 0 0,0 24 0,0-24 0,0 0 0,0 0 0,0 0 0,0 25 16,0-25-16,0 0 0,24 0 0,-24 0 0,0 25 0,0-25 0,0 0 0,0 0 0,0 0 0,0 0 15,0 25-15,0-25 0,0 0 0,0 0 0,0 0 0,0 0 0,0 0 16,0 0 0,0 25-16,25-25 0,-25 0 0,0 0 0,0 0 0,0 0 0,0 0 0,0 0 0,0 0 15,0 0-15,0 0 0,0 0 0,0 0 0,0 0 0,25 0 0,-25 0 16,0 0-16,0 0 0,0 0 0,0 0 0,0 0 0,0 0 15,0 0-15,0 0 16,25 0-16,-25 0 0,0 0 0,0 0 0,0 0 16,0 0-16,25 0 0,-25 0 0,0 0 0,0 0 0,24 0 0,-24 0 15,0 0-15,25 0 0,-25 0 0,0 0 0,25 0 0,-25 0 0,25 0 16,-25 0-16,25 0 0,-25 0 0,24 0 0,-24 0 15,25 0-15,-25-25 16,0 25-16,25 0 0,-25 0 0,25 0 0,-25 0 0,25 0 0,-25 0 0,0-25 16,24 25-16</inkml:trace>
  <inkml:trace contextRef="#ctx0" brushRef="#br0" timeOffset="185508.6105">28823 12799 0,'0'0'0,"0"0"15,0 0-15,0-25 0,0 25 0,0 0 0,0 0 0,0 0 16,0 0-16,0 0 0,0 0 0,0 0 0,0 0 0,0 0 0,0 0 16,0 0-16,0 0 0,0 0 15,0 0-15,0 0 0,0 0 0,0 0 16,0 0-16,0 0 0,0 0 0,0 0 0,0 0 0,0 0 0,0 0 0,0 25 31,0-25-31,-25 0 0,25 0 0,0 25 0,0-25 0,0 0 0,0 0 0,0 25 0,-25-25 0,25 0 0,0 25 16,0-25-16,-24 24 0,24-24 0,0 0 0,0 25 0,-25-25 15,25 0-15,0 25 0,0-25 0,-25 0 0,25 25 0,0-25 16,0 0-1,0 25-15,0-25 0,0 0 0,-25 0 0,25 0 0,0 0 0,0 24 0,0-24 16,25 0-16,-25 0 0,0 0 0,0 0 0,0 0 0,0 0 16,0 0-16,25 0 0,-25 0 0,0 0 0,25 0 0,-25 0 15,24 0-15,-24 0 0,25 0 0,-25 0 16,25 0-16,-25 0 0,25 0 0,-25 0 0,25 0 15,-25 0-15,0 25 0,24-25 0,-24 0 0,25 0 0,-25 0 0,25 0 16,-25 0-16,0 0 0,25 0 0,-25 0 0,25 0 0,-25 0 16,0 0-1,0 0-15,24 0 0,-24 0 0,0 0 0,0 0 0,0 0 0,25 0 16,-25 0-16,0-25 0,0 25 0</inkml:trace>
  <inkml:trace contextRef="#ctx0" brushRef="#br0" timeOffset="185734.6233">28997 12824 0,'0'0'0,"-25"0"16,25-25-16,0 25 0,0 0 0,0 0 0,0 0 15,0 0-15,0 0 0,0 0 0,0 0 0,0 0 0,0 0 16,0 0-16,0 0 0,0 0 0,0 25 0,0-25 16,0 25-16,0-25 0,0 25 0,0-25 0,0 24 15,0 1-15,0-25 0,0 25 0,0 0 16,0 0-16,0-1 0,0-24 0,0 25 0,0 0 15,0 0-15,25 0 0,-25-1 0,0-24 0,0 25 0,0 0 0,0 0 0,0-25 16,0 25-16,0 0 0,0-25 0,-25 24 0,25-24 16,0 25-16,0-25 15</inkml:trace>
  <inkml:trace contextRef="#ctx0" brushRef="#br0" timeOffset="186358.6591">30088 12874 0,'0'0'0,"-25"0"15,25 0-15,0 0 0,0 0 0,0-25 0,0 25 16,0 0-16,0 0 16,0 0-16,0 0 0,0-25 0,0 25 0,0 0 0,0 0 0,0 0 15,25 0-15,-25 0 0,0 0 0,0 0 0,25 0 0,-25 0 0,0 0 16,25 0-16,-25 0 0,24 0 0,-24 0 0,25 0 15,-25 0-15,25 0 0,-25 0 16,25 0-16,-25 0 0,25 0 0,-25 0 0,25 0 0,-25 0 0,24 0 16,-24 0-16,0 0 0,25 0 0,-25 0 0,0 0 0,0 0 15,25 0-15</inkml:trace>
  <inkml:trace contextRef="#ctx0" brushRef="#br0" timeOffset="186733.6806">30485 12973 0,'0'0'0,"0"0"0,0 0 0,25 0 0,-25-25 16,0 25-16,0 0 0,0 0 0,0 0 0,25-25 16,-25 25-16,0 0 0,0-25 0,24 25 0,-24 0 0,0 0 15,25-24-15,-25 24 0,0 0 0,0-25 0,25 25 16,-25 0-16,0-25 0,0 25 0,25 0 15,-25-25-15,0 25 0,0 0 0,0-25 0,25 25 0,-25 0 16,0-24-16,0 24 0,0 0 0,0-25 0,0 25 16,24 0-16,-24 0 0,0-25 0,0 25 0,0 0 0,0 0 15,0 0-15,0 0 0,0 0 0,0 0 0,0 0 0,0 0 0,0 0 16,0 0-16,0 0 15,0 0-15,0 0 0,0 0 0,0 0 0,0 25 0,0-25 0,0 0 16,0 25-16,0-25 0,25 24 0,-25-24 0,0 25 0,0 0 0,0-25 16,0 25-16,0 0 0,0-25 0,0 24 0,0 1 0,0 0 15,0-25-15,0 25 16,0 0-16,0-1 0,0-24 0,0 25 0,0 0 0,0-25 15,0 25-15,0-25 0,0 25 0,0-1 0,25-24 0,-25 25 16,0-25-16,0 0 0,0 0 0,0 25 0,0-25 0,0 0 16,0 0-16,0 0 0</inkml:trace>
  <inkml:trace contextRef="#ctx0" brushRef="#br0" timeOffset="187680.7348">31700 12799 0,'0'0'0,"0"0"0,0 0 16,0 0-16,0 0 0,0 0 0,0 0 0,0 0 0,0 0 15,25 0-15,-25-25 0,0 25 0,0 0 0,0 0 0,0 0 0,0 0 16,0 0-16,0-24 0,0 24 0,0 0 16,0 0-16,0 0 0,0 0 0,25 0 15,-25 0-15,0 0 0,0-25 0,0 25 0,0 0 0,0 0 0,0 0 16,0 0-16,0 0 0,25 0 0,-25 0 0,0 0 0,0 0 0,0 0 15,25-25-15,-25 25 0,0 0 0,0 0 0,0 0 0,24 0 16,-24 0-16,0 0 0,0 0 0,0 25 0,0-25 0,25 0 16,-25 0-16,0 0 0,0 0 0,0 25 15,0-25-15,0 0 0,0 24 0,0-24 0,0 0 0,0 25 16,0-25-16,0 0 0,0 25 0,-25-25 0,25 25 0,0-25 15,0 25-15,0-25 0,0 0 0,-24 24 0,24-24 16,0 25-16,0-25 0,-25 0 16,25 25-16,0-25 0,-25 0 0,25 25 0,0-25 0,0 0 0,-25 0 0,25 0 15,0 25-15,0-25 0,0 0 0,-25 0 0,25 0 0,0 0 0,0 0 16,0 0-16,0 0 0,0 0 15,0 0-15,0 0 0,0 0 0,0 0 16,0 0-16,0 0 0,0 0 0,0 0 0,0 0 0,0 0 0,0 0 0,25 0 0,-25 0 16,0 0-16,0 0 0,0 0 0,25 0 0,-25 0 0,0 0 15,0 0-15,0 0 0,25 0 0,-25 0 0,0 24 16,0-24-16,0 0 15,25 0-15,-25 0 0,0 25 0,0-25 0,0 0 0,0 0 0,0 25 0,0-25 16,0 25-16,24-25 0,-24 0 0,0 25 0,0-25 0,0 0 0,0 24 16,0-24-16,0 25 0,-24-25 0,24 0 0,0 25 0,0-25 15,0 0-15,-25 0 16,25 0-16,0 25 0,-25-25 0,25 0 0,-25 0 0,25 0 0,-25 0 0,25 25 0,-24-25 0,24 0 15,-25 0 1,0 0-16,25 0 0,-25 0 0,25 0 0,-25 0 0,25 0 0,0 0 0,-24 0 16,24 0-16,-25 0 0,25 0 0,0 0 0,-25-25 0</inkml:trace>
  <inkml:trace contextRef="#ctx0" brushRef="#br0" timeOffset="188788.7981">28922 13618 0,'0'0'0,"0"0"0,0-25 16,0 25-16,0 0 0,0 0 0,0 0 0,0 0 0,0 0 15,0 0-15,0 0 0,0 0 0,0 0 0,0 0 16,0 0-16,0 0 0,0 0 15,0 0-15,0 0 0,0 25 0,0-25 0,0 0 16,0 0-16,0 0 0,0 25 0,0-25 0,-25 0 0,25 24 0,0-24 16,0 25-16,0-25 0,0 0 0,0 25 0,0-25 0,0 0 15,0 25-15,0-25 0,0 0 0,0 25 0,0-25 0,0 0 0,0 24 16,0-24-1,0 0 1,0 0-16,0 25 0,0-25 0,0 0 0,0 0 0,0 0 0,0 0 0,0 25 0,0-25 0,0 0 0,0 0 0,0 0 0,0 0 0,0 0 16,0 0-16,0 0 0,25 0 15,-25 0-15,0 0 0,0 0 0,0-25 0,0 25 16,25 0-16,-25 0 0,0 0 0,0 0 0,25 0 0,-25 0 15,0 0-15,0 0 0,25 0 0,-25 0 0,0 0 0,0 0 0,24 0 16,-24 0-16,0 0 0,0 0 0,0 0 0,0 0 0,25 0 16,-25 0-16,0 0 0,0 25 0,0-25 0,0 0 15,0 0-15,0 25 16,25-25-16,-25 0 0,0 25 0,0-25 0,0 0 0,0 24 0,0-24 15,0 0-15,0 25 0,0-25 0,0 0 0,0 25 0,0-25 0,0 0 16,0 25-16,0-25 0,0 0 0,0 0 0,0 25 0,-25-25 16,25 0-1,0 0-15,0 24 0,0-24 0,0 0 0,-25 0 0,25 0 0,0 0 0,0 0 16,0 0-16,-24 0 0,24 0 0,0 0 0,0 0 0,0 0 15,-25 0-15,25 0 0,0 0 0,0 0 0,-25 0 0,25 0 16,0 0-16,0-24 0,0 24 0,0 0 0,-25 0 0,25 0 16,0-25-16,0 25 0,0 0 15,0 0-15,0-25 0,0 25 0,0 0 0,0-25 0,0 25 0,0 0 16,0-25-16,0 25 0</inkml:trace>
  <inkml:trace contextRef="#ctx0" brushRef="#br0" timeOffset="188979.8089">29071 13593 0,'0'0'0,"0"0"0,0 0 16,0-25-16,0 25 0,0 0 0,0 0 0,0 0 0,25 0 16,-25 0-16,0 0 0,0 0 0,25 0 0,-25 0 15,25 0-15,-25 0 0,24 0 0,-24 0 16,25 0-16,-25 25 0,25-25 0,0 0 0,-25 0 0,25 0 15,-1 0-15,1 0 0,-25 0 0,25 0 0,0 0 16,-25 0-16,25 0 0</inkml:trace>
  <inkml:trace contextRef="#ctx0" brushRef="#br0" timeOffset="189753.853">30857 13816 0,'0'0'0,"0"-25"16,0 25-16,0 0 0,0 0 0,0 0 0,0 0 15,0 0-15,0 0 0,0 0 16,0 0-16,0 0 0,0 0 0,0 0 0,0 0 15,0 0-15,0 0 0,0 0 0,0 0 0,0 0 0,0 0 0,0 0 16,0 25-16,0-25 0,-25 0 0,25 0 0,0 0 0,0 25 0,-25-25 16,25 0-16,0 0 0,-24 25 0,24-25 0,0 0 0,-25 0 15,25 0-15,0 25 16,-25-25-16,25 0 0,0 0 0,-25 24 0,25-24 0,0 0 15,-25 0-15,25 0 0,0 25 0,0-25 0,-24 0 0,24 0 0,0 0 0,0 0 16,0 0-16,0 25 0,0-25 0,0 0 0,0 0 0,0 0 16,0 0-16,0 0 0,0 0 15,0 0-15,0 0 0,0 0 0,24 0 0,-24 0 16,0 0-16,0 0 0,25 0 0,-25 25 0,0-25 0,25 0 0,-25 0 0,0 0 15,25 0-15,-25 0 0,0 0 0,25 0 0,-25 0 0,24 0 16,-24 0 15,25 0-31,-25 0 0,25 25 0,-25-25 0,25 0 0,-25 0 0,0 0 0,25 0 0,-25 0 0,24 0 0,-24 0 0,0 0 0,25 0 16,-25 0-16,0 0 0,25 0 0,-25 0 0,0 0 15,0 0-15,0 0 0,25 0 0,-25 0 0,0 0 0,0 0 16,0-25-16</inkml:trace>
  <inkml:trace contextRef="#ctx0" brushRef="#br0" timeOffset="189965.8653">30981 13841 0,'0'0'0,"0"0"0,-25 0 0,25 0 16,0-25-16,0 25 0,0 0 0,0 0 0,0 0 0,0 0 47,0 0-47,0 25 0,0-25 0,25 0 0,-25 0 0,0 0 0,0 25 15,0-25-15,0 0 0,0 25 0,0-25 0,0 24 0,0-24 0,25 25 0,-25-25 0,0 25 0,0 0 0,0-25 0,0 25 0,0-25 0,0 24 0,0 1 16,0-25-16,0 25 0,0 0 16,0-25-16,0 25 0,0-25 0,0 24 0,0 1 0,0-25 0,0 25 15,0-25-15,0 25 0,0-25 0,0 0 0,0 25 0,0-25 16,0 0-16,0 24 0,0-24 0,0 0 15,0 0-15</inkml:trace>
  <inkml:trace contextRef="#ctx0" brushRef="#br0" timeOffset="191792.97">31800 13742 0,'0'0'0,"0"0"0,0 0 0,0 0 16,-25 0-16,25 0 0,0 0 0,0 0 0,0 0 15,0 0-15,0 0 0,0 0 0,0 0 16,0 0-16,0 0 0,0 0 0,0 0 0,0 0 0,0 0 16,0 0-16,0 0 0,0 0 0,0 0 0,0 0 0,0 0 0,0 0 15,0 0-15,0 0 0,0 0 0,0 0 0,0 0 0,0 0 0,0 0 16,0 0-1,0 0-15,0 0 0,0 0 0,0 0 0,0 0 0,0 0 0,0 0 0,0 0 16,0 0-16,0 0 0,0 0 0,0 0 0,0 0 0,0 0 0,0 0 16,0 0-16,0 0 0,0 0 0,0 0 0,0 0 0,0 0 15,0 0-15,0 0 0,25 0 0,-25 25 16,0-25-16,0 0 0,0 0 0,0 0 0,0 0 15,0 24-15,0-24 0,0 0 0,0 0 0,0 25 0,0-25 0,0 25 16,0-25-16,0 0 0,0 25 0,0-25 0,0 25 0,0-25 16,0 0-16,0 24 0,0-24 0,0 25 15,-25-25-15,25 25 0,0-25 0,0 0 0,0 25 16,25-25-16,-25 0 0,0 25 0,0-25 0,0 0 0,0 0 0,0 24 15,0-24-15,0 0 0,0 0 0,0 0 0,0 0 0,0 0 0,0 0 16,0 25-16,0-25 0,0 0 0,-25 0 0,25 0 0,0 0 16,0 0-16,0 0 15,0 0-15,0 0 0,0 0 0,0 0 0,0 0 0,0-25 0,0 25 0,0 0 0,0 0 16,0 0-16,0 0 0,0 0 0,0 0 0,0-24 15,0 24-15,0 0 0,0-25 0,0 25 16,0 0-16,0-25 0,0 25 0,0-25 0,0 25 16,0 0-16,0-25 0,0 25 0,0-24 0,0 24 0,0-25 0,25 25 15,-25-25-15,0 25 0,0 0 0,0-25 0,0 25 0,24-25 0,-24 25 16,0 0-16,0 0 0,0 0 0,25-24 0,-25 24 15,0 0-15,0 0 0,0 0 0,25 0 47,-25 0-47,0 0 0,0 0 0,25 0 0,-25 0 0,0 0 0,0 0 0,0 24 0,25-24 0,-25 0 0,0 0 0,0 0 0,0 25 0,0-25 0,24 0 0,-24 25 0,0-25 0,0 0 0,0 25 16,0-25-16,0 25 15,0-25-15,0 0 0,0 24 0,0-24 0,0 25 0,0-25 0,0 0 16,0 25-16,0-25 0,0 0 0,0 25 0,0-25 0,0 0 0,0 25 0,0-25 16,0 0-16,0 0 0,0 0 0,0 24 0,0-24 15,0 0-15,0 0 16,0 0-16,0 0 0,0 0 0,0 0 0,0 0 0,0 0 0,0 0 0,0 0 15,0 0-15,0 0 0,-24 0 0,24 0 0,0 0 0,0 0 0,0 0 16,0 0-16,0 0 0,0-24 0,0 24 0,0 0 0,24 0 16,-24-25-16,0 25 15,0 0-15,0-25 0,0 25 0,25-25 0,-25 25 0,0-25 0,0 25 0,25-24 16,-25 24-16,0-25 0,25 25 0,-25 0 0,0-25 0,0 25 0,25 0 15,-25-25-15,0 25 0,24 0 0,-24 0 16,0 0-16,0 0 0,25 0 16,-25 0-16,0 0 0,0 0 0,25 0 0,-25 25 0,0-25 0,0 0 0,0 25 15,0-25-15,25 0 0,-25 25 0,0-25 0,0 24 0,0-24 16,0 25-16,0-25 0,0 0 0,0 25 0,0-25 0,0 25 0,0-25 15,0 25-15,0-25 16,0 0-16,0 24 0,0-24 0,0 0 0,0 25 0,0-25 0,0 0 0,0 25 16,0-25-16,-25 0 0,25 0 0,0 0 0,-25 0 0,25 25 31</inkml:trace>
  <inkml:trace contextRef="#ctx0" brushRef="#br0" timeOffset="192859.0309">29096 14486 0,'0'0'16,"0"0"-16,0 0 0,0 0 0,0 0 0,0 0 0,0 0 15,0 0-15,0 0 16,0 0-16,0 0 0,0 0 0,0 0 0,0 0 0,0 0 0,0 0 16,0 0-16,0 0 0,0 0 0,0 0 0,0 0 0,0 0 0,0 0 15,0 0-15,0 0 0,0 0 0,0 25 0,0-25 16,0 0-16,0 0 0,0 25 15,0-25-15,-25 0 0,25 24 0,0-24 0,0 0 0,0 25 0,-25-25 16,25 25-16,0-25 0,0 25 0,-25-25 0,25 0 0,0 25 16,-24-25-16,24 0 0,0 24 0,0-24 0,-25 0 0,25 25 15,0-25-15,0 0 0,-25 25 16,25-25-16,0 0 0,0 0 0,0 0 0,0 0 15,0 25-15,-25-25 0,25 0 0,0 0 0,0 0 0,0 0 0,0 0 16,0 0-16,0 0 0,0 0 0,0 0 0,0 0 0,0 0 0,0 0 16,0 0-16,0 0 0,0 0 0,0 0 0,0 0 15,25 0-15,-25 0 16,0 0-16,0 0 0,0 0 0,0 0 0,0 0 0,0 0 0,25 0 0,-25 0 0,0 0 15,0 0-15,25 0 0,-25 0 16,0 0-16,24 0 0,-24 0 0,0 0 0,25 0 16,-25 0-16,0 0 0,25 0 0,-25 0 0,25 0 0,-25 0 0,25 25 15,-25-25-15,25 0 0,-25 0 0,0 0 0,24 0 0,-24 0 0,25 0 16,-25 0-16,0 0 0,0 0 0,25 0 0,-25 0 15,0 0-15,0 0 0,0-25 16,0 25-16,0 0 0,0 0 0,25 0 0,-25 0 0</inkml:trace>
  <inkml:trace contextRef="#ctx0" brushRef="#br0" timeOffset="193083.0438">29195 14560 0,'0'0'16,"0"0"-16,0 0 0,-25 0 0,25 0 0,0-24 15,0 24-15,0 0 0,0 0 0,0 0 0,0 0 0,0 24 16,0-24-16,0 0 0,0 0 0,0 0 0,0 25 15,0-25-15,0 25 0,0-25 0,25 25 0,-25-25 0,0 25 16,0-25-16,0 24 0,0 1 0,0-25 0,0 25 16,0-25-16,0 25 15,0 0-15,0-25 0,0 24 0,0-24 0,0 25 0,0 0 0,0-25 16,0 25-16,0-25 0,0 25 0,0-25 0,0 24 0,0-24 15,0 0-15,0 25 0,0-25 0,0 0 0,0 25 0,0-25 0</inkml:trace>
  <inkml:trace contextRef="#ctx0" brushRef="#br0" timeOffset="194042.0986">31006 14585 0,'0'0'0,"0"-25"0,0 25 15,-25 0-15,25 0 0,0 0 0,0-24 0,0 24 16,0 0-16,0 0 16,0 0-16,0 0 0,-25-25 0,25 25 0,0 0 0,0 0 0,0 0 15,0 0-15,0 0 0,0 0 0,0 0 0,0 0 0,0 0 0,0 0 16,0 0-16,0 0 0,0 0 0,-25 25 0,25-25 0,0 0 31,0 0-31,0 0 0,0 0 0,-24 24 0,24-24 0,0 0 0,0 25 0,-25-25 0,25 25 0,0-25 0,-25 25 16,25-25-16,0 25 0,0-25 0,-25 24 0,25 1 0,0-25 15,-25 25-15,25-25 0,0 25 0,0 0 16,0-25-16,0 24 0,-24 1 0,24-25 15,0 25-15,0-25 0,0 25 0,0-25 0,0 25 0,0-25 0,24 24 16,-24-24-16,0 25 0,0-25 0,0 0 0,0 25 0,25-25 16,-25 0-16,0 0 0,0 0 0,25 25 0,-25-25 0,25 0 0,-25 0 15,0 0-15,25 0 0,-25 0 0,0 0 0,24 0 16,-24 0-16,0 0 15,25-25-15,-25 25 0,0 0 0,0 0 0,0 0 0,25 0 0,-25-25 0,0 25 16,0 0-16,0 0 0,0-25 0,0 25 0,0 0 0,0-24 16,0 24-16,-25 0 0,25-25 0,0 25 15,0 0-15,-25 0 0,25-25 0,0 25 0,0 0 0,-24 0 16,24-25-16,0 25 0,-25 0 0,25 0 0,-25 0 0,25 0 15,0 0-15,-25 0 0,25 0 0,0 0 0,0 0 0,0 0 0,0 0 16,-25 0-16,25 0 16,25 0-16,-25 0 0,0 25 0,0-25 0,0 0 0,25 0 15,-25 0-15,0 0 0,25 25 0,-25-25 0</inkml:trace>
  <inkml:trace contextRef="#ctx0" brushRef="#br0" timeOffset="196529.2409">31849 14536 0,'0'0'0,"0"0"0,0 0 16,0 0-16,0 0 0,0 0 0,0 0 0,0 0 16,0 0-16,0 0 0,0 0 0,0 0 0,0 0 0,0 0 15,0 0 1,0 0-16,0 0 0,0 0 0,0 0 0,0 0 0,0 0 0,0 0 15,0 0-15,0 0 0,0 0 0,0 0 0,0 0 0,0 0 0,0 0 0,0 0 16,0 0-16,0 0 0,0 0 0,0 0 0,0 0 0,0 0 16,0 0-16,0 0 15,0 0-15,0 0 0,0 0 0,0 0 0,0 0 0,0 0 0,0 0 16,0 0-16,0 0 0,0 0 0,0 0 0,0 0 0,0 0 0,0 0 0,0 0 15,0 0-15,0 24 0,0-24 0,0 0 0,0 0 0,0 0 16,0 0 0,0 0-16,0 0 0,0 0 0,0 0 0,0 0 0,0 0 0,0 0 15,0 0-15,0 0 0,0 0 0,0 0 0,0 0 0,0 0 0,0 0 16,0 0-16,0 0 0,0 0 0,0 0 0,0 0 0,0 0 0,0 0 15,0 0-15,0 0 16,0 0-16,0 0 0,0 0 0,0 0 0,0 0 0,0 0 16,0 0-16,0 0 0,0 0 0,0 0 0,0 0 0,0 0 0,0 0 0,0 0 15,0 0-15,0 0 0,0 0 0,0 0 0,0 0 16,0 0-16,0 0 0,0 0 0,0 0 0,0 0 15,0 0-15,0 0 0,0 0 0,0 0 16,0 0-16,0 0 0,0 0 0,0 0 0,0 0 0,0 0 0,0 0 0,0 0 0,0 0 16,0 0-16,0 0 0,0 0 0,0 0 0,0 0 0,0 0 15,0 0-15,0 0 0,0 0 0,0 0 0,0 0 16,0 0-16,0 0 0,0 0 15,0 0-15,0 0 0,0 0 0,0 0 0,0 0 0,0 0 0,0 0 16,0 0-16,0 0 0,0 0 0,0 0 0,0 0 0,0 0 0,0 0 16,0 0-16,0 0 0,0 0 0,0 0 0,0 0 0,0 0 15,0 0-15,0 0 16,0 0-16,0 0 0,0 0 0,0 0 0,0 0 0,0 0 15,0 0-15,0 0 0,0 0 0,0 0 0,0 0 0,0 0 0,0 0 16,0 0-16,0 0 0,0 0 0,0 0 0,0 0 0,0 0 0,0 0 16,0 0-16,0 0 0,0 0 0,0 0 0,0 0 0,0 0 15,0 0-15,0 0 16,0 0-16,0 0 0,0 0 0,0 0 0,0 0 0,0 0 0,0 0 0,0 0 15,0 0-15,0 0 0,0 0 0,0 0 0,0 0 0,0 0 16,0 0-16,0 0 0,0 0 0,0 0 0,0 0 0,0 0 16,0 0-16,0 0 0,0 0 0,0 0 15,0 0-15,0 0 0,0 0 0,0 0 0,0 0 0,0 0 16,0 0-16,0 0 0,0 0 0,0 0 0,0 0 0,0 0 0,0 0 15,0 0-15,0 0 0,0 0 0,0 0 0,0 0 0,0 0 16,0 25 0,0-25-16,0 0 0,0 0 0,0 0 0,0 0 0,0 0 0,0 0 15,0 0-15,0 25 0,0-25 0,0 0 0,0 0 0,0 0 0,0 25 0,0-25 0,0 0 16,25 0-16,-25 0 0,0 0 0,0 25 15,0-25-15,0 0 0,-25 0 0,25 0 0,0 0 16,0 0-16,0 24 0,0-24 0,0 0 0,0 0 0,0 0 0,0 0 16,0 0-16,0 0 0,0 0 0,0 0 0,0 0 0,0 0 0,0 0 15,0 0 1,0 0-16,0 0 0,0 0 0,0 0 0,0 0 0,0 0 0,0 0 0,0 0 0,0 0 15,0 0-15,0 0 0,0 0 0,0 0 0,0 0 16,0 0-16,0 0 0,0 0 0,0 0 0,0 0 0,0 0 16,0 0-16,0 0 0,0 0 0,0 0 0,0 0 0,0 0 15,0 0-15,0 0 0,0 0 0,0 0 0,0 0 0,0 0 16,0 0-16,0 0 0,0 0 0,0 0 0,0 0 15,0 0-15,0 0 0,0 0 0,0 0 0,0 0 0,0 0 16,0 0-16,0 0 0,0 0 0,0 0 0,0 0 16,0 0-16,0 0 0,0 0 15,0 0-15,0 0 0,0 0 0,0 0 0,0 0 0,0 0 0,0 0 0,0 0 0,0 0 16,0 0-16,0 0 0,0 0 0,0 0 0,0 0 15,0 0-15,0 0 0,0 0 0,0 0 0,0 0 0,0 0 16,0 0-16,0 0 0,0 0 16,0 0-16,0 0 0,0 0 0,0 0 0,0 0 0,0 0 15,0 0-15,0 0 0,0 0 0,0 0 0,0 0 0,0 0 0,0 0 0,0 0 16,0 0-16,0 0 0,0 0 0,0 0 0,0 0 0,0 0 15,0 0-15,0 0 0,0 0 0,0 0 0,0 0 16,0 0-16,0 0 16,0 0-16,0 0 0,0 0 0,0 0 0,0 0 15,0 0-15,0 0 0,0 0 0,0 0 0,0 0 0,0 0 0,0 0 0,0 0 0,0 0 0,0 0 16,0 0-16,0 0 15,0 0-15,0 0 0,0 0 0,0 0 0,0 0 0,0 0 16,0 0-16,0 0 0,0 0 0,0 0 0,0 0 0,0 0 0,0 0 16,0 0-16,0 0 0,0 0 0,0 0 0,0 0 0,0 0 0,0 0 15,0 0-15,0 0 0,0 0 0,0 0 0,0 0 0,0 0 16,0 0-16,0 0 0,0 0 0,0 0 0,0 0 0,0 0 15,0 0-15,0 0 0,0 0 16,0 0-16,0 0 0,0 0 0,0 0 0,0 0 0,0 0 0,0 0 16,0 0-16,0 0 0,0 0 0,0 0 0,0 0 0,0 0 15,0 0-15,0 0 0,0 0 0,0 0 16,0 0-16,0 0 0,0 0 0,0 0 0,0 0 15,0 0-15,0 0 0,0 0 0,0 0 0,0 0 0,0 0 0,0 0 16,0 0-16,0 0 0,0 0 0,0 0 0,0 0 0,0 0 0,0 0 16,0 0-16,0 0 15,0 0-15,0 0 0,0 0 0,0 0 0,0 0 0,0 0 16,0 0-16,0 0 0,0 0 0,0 0 0,0 0 0,0 0 0,0 0 15,0 0-15,0 0 0,0 0 0,0 0 0,0 0 0,0 25 0,0-25 16,0 0-16,0 0 0,0 0 0,0 0 0,0 0 0,0 0 16,25 0-1,-25 0-15,0 0 0,0 0 0,0 0 0,0 0 0,0 0 16,0 0-1,0 0-15,0 0 0,0 25 0,0-25 0,0 0 0,0 0 0,0 0 0,0 0 0,0 0 0,0 0 0,0 0 0,0 0 0,0 25 16,0-25-16,0 0 0,0 0 0,0 0 0,0 0 0,0 0 0,0 0 16,0 0-16,0 0 0,0 25 0,0-25 0,0 0 0,0 0 15,0 0-15,0 0 0,0 0 0,0 0 0,0 0 16,0 0-16,0 0 0,0 0 0,0 0 15,0 0-15,0 0 0,0 0 0,0 0 0,0 0 0,0 0 0,0 0 16,0 0-16,0 0 0,0 24 0,0-24 0,0 0 0,0 0 16,0 0-1,0 0-15,0 0 0,0 0 0,0 0 0,0 0 0,0 0 0,0 0 0,0 0 16,0 0-16,0 0 0,0 0 0,0 0 0,0 0 0,0 0 0,0 0 15,0 0-15,0 0 0,0 0 0,0 0 0,0 0 0,0 0 0,0 0 16,0 0-16,0 0 0,25 0 16,-25 0-16,0 0 0,0 0 0,0 0 15,25 0-15,-25-24 0,0 24 0,0 0 0,24 0 0,-24 0 0,0 0 0,0 0 0,25 0 16,-25 0-16,0 0 0,25 0 0,-25 0 0,0 0 0,0 0 15,25 0-15,-25 0 0,0 0 0,0 0 16,0 0-16,25 0 0,-25 0 0,0 0 16,0 0-16,0 0 0,0 0 0,0 0 0,0 0 0,0 0 15,24 0-15,-24 24 0,0-24 0,0 0 0,0 0 0,0 0 0,0 0 0,0 0 16,0 0-16,0 0 0,0 0 0,0 0 0,0 25 0,0-25 15,0 0-15,0 0 16,0 0-16,0 25 0,0-25 0,0 0 0,0 0 0,0 0 16,0 25-16,0-25 0,0 0 0,0 0 0,0 25 0,0-25 0,0 0 15,-24 0-15,24 0 0,0 0 0,0 24 0,0-24 0,0 0 0,-25 0 16,25 0-16,0 25 0,0-25 0,0 0 0,-25 0 0,25 0 15,0 0-15,0 0 0,0 25 16,-25-25-16,25 0 0,0 0 0,0 0 0,-25 0 0,25 0 0,0 0 0,0 0 16,-24 25-16,24-25 0,0 0 0,0 0 0,-25 0 0,25 0 15,0 0-15,0 0 0,0 0 0,-25 0 0,25 0 16,0-25-16,0 25 0,0 0 15,0 0-15,-25 0 0,25 0 0,0 0 0,0-25 0,0 25 0,0 0 16,0 0-16,0-25 0,0 25 0,0 0 0,0-24 0,0 24 0,0 0 16</inkml:trace>
  <inkml:trace contextRef="#ctx0" brushRef="#br0" timeOffset="196695.2504">31948 14610 0,'0'0'0,"0"-25"0,0 25 16,0 0-16,0 0 0,0 0 0,0 0 0,25-25 0,-25 25 15,0 0-15,0 0 0,25 0 0,-25 0 0,0 0 16,0 0-16,25 0 0,-25 0 0,0 0 0,25 0 0,-25 0 16,24 25-16,-24-25 0,0 0 0,25 0 15,-25 0-15,0 0 0,25 0 0</inkml:trace>
  <inkml:trace contextRef="#ctx0" brushRef="#br0" timeOffset="198724.3663">32246 13320 0,'0'0'0,"0"0"0,0 0 16,-25 0-16,25 0 0,0 0 15,0 0-15,0 0 0,0 0 0,0 0 0,0 0 0,0 0 0,0 0 16,0 0-16,0 0 0,0 0 0,0 0 0,0 0 0,0 0 0,0 0 15,0 0-15,0-25 0,0 25 0,0 0 16,0 0-16,0 0 0,0 0 0,0 0 0,0 0 16,0 0-16,0 0 0,-25 0 0,25 0 0,0 0 0,0 0 0,0 0 15,0-24-15,0 24 0,0 0 0,0 0 0,0 0 0,0 0 0,0 0 16,-24 0-1,24 0-15,0 0 0,0 0 0,0 0 0,0 0 0,0 0 0,0 0 16,0 0-16,-25 0 0,25 0 16,0 0-16,0 0 0,0 0 0,0 0 0,0 0 0,0 0 0,-25 0 0,25 0 15,0 0-15,0 0 0,0 0 0,0 0 0,0 0 0,-25 0 0,25 0 0,0 0 16,0 0-16,0 0 0,0 0 0,0 24 0,-25-24 0,25 0 0,0 0 15,0 0 1,0 0-16,0 0 0,0 0 0,-24 0 0,24 25 0,0-25 0,0 0 16,0 0-16,0 0 0,-25 0 0,25 25 0,0-25 0,0 0 0,0 0 15,0 0-15,0 0 0,-25 25 0,25-25 0,0 0 0,0 0 16,0 0-16,0 0 0,-25 0 0,25 25 0,0-25 0,0 0 0,0 0 15,0 0-15,-25 0 16,25 24-16,0-24 0,0 0 0,0 0 0,-24 0 0,24 25 0,0-25 16,0 0-16,0 0 0,-25 0 0,25 0 0,0 25 0,0-25 15,0 0-15,0 0 0,0 0 0,-25 0 16,25 0-16,0 25 0,0-25 0,0 0 0,0 0 0,0 0 15,-25 0-15,25 0 0,0 0 0,0 25 0,0-25 0,0 0 0,-25 0 0,25 0 16,0 0-16,0 0 0,0 0 0,0 24 0,0-24 0,-24 0 16,24 0-16,0 0 0,0 0 0,0 0 0,0 0 0,0 25 15,0-25-15,0 0 0,0 0 16,0 0-16,0 0 0,0 25 0,-25-25 0,25 0 0,0 0 0,0 0 0,0 25 31,0-25-31,0 0 0,0 0 0,0 25 0,-25-25 0,25 0 0,0 24 0,0-24 0,0 0 16,0 0-16,0 25 0,-25-25 0,25 0 0,0 0 15,0 25-15,0-25 0,0 0 0,0 0 0,0 25 16,-25-25-16,25 0 0,0 25 0,0-25 0,0 0 0,0 0 0,0 24 0,0-24 15,0 0-15,0 25 0,0-25 0,-24 0 16,24 0-16,0 25 0,0-25 0,0 0 0,0 25 16,0-25-16,0 0 0,0 0 0,0 25 0,0-25 0,0 0 0,0 24 0,0-24 15,0 0-15,0 0 0,0 25 0,0-25 0,0 0 0,0 0 16,0 0-16,0 25 0,24-25 15,-24 0-15,0 0 0,0 0 0,0 25 0,0-25 16,0 0-16,0 0 0,0 0 0,25 25 0,-25-25 0,0 0 0,0 0 0,0 0 0,0 24 16,25-24-16,-25 0 0,0 0 0,0 0 0,0 25 0,25-25 15,-25 0-15,0 0 0,0 0 16,0 0-16,25 25 0,-25-25 0,0 0 0,0 0 0,24 0 0,-24 0 15,0 0-15,0 0 0,25 0 0,-25 0 0,0 0 0,25 0 16,-25 0-16,0 25 16,0-25-16,25 0 0,-25 0 0,0 0 0,25 0 0,-25 0 0,0 0 15,0 0-15,0 0 0,24 0 0,-24 0 0,0 0 0,0 0 0,0 0 0,25 0 16,-25 0-16,0 0 0,0 0 0,0 0 0,0 0 0,25 0 15,-25 0-15,0 0 16,0 0-16,0-25 0,0 25 0,25 0 0,-25 0 0,0 0 0,0 0 16,0 0-16,25 0 0,-25 0 0,0 0 0,0 0 0,24 0 0,-24 0 15,0-25-15,0 25 0,0 0 0,0 0 0,25 0 0,-25 0 16,0 0-16,0 0 0,0 0 0,0 0 0,0 0 15,25 0-15,-25 0 0,0 0 16,0 0-16,0 0 0,0 0 0,0 0 0,0-25 0,0 25 0,0 0 0,0 0 16,0 0-16,0 0 0,0 0 0,25 0 0,-25 0 0,0 0 0,0 0 15,0 0 1,0-24-16,0 24 0,0 0 0,0 0 0,25 0 0,-25 0 0,0 0 15,0-25-15,0 25 0,0 0 0,0 0 0,0 0 0,0 0 0,0-25 47,0 25-47,0 0 0,24 0 0,-24 0 0,0 0 0,0-25 0,0 25 0,0 0 0,0 0 0,0-25 16,0 25-16,0 0 0,0 0 0,0 0 0,-24-24 15,24 24-15,0 0 0,0 0 0,0-25 0,0 25 0,0 0 0,0 0 0,0 0 0,0 0 0,0-25 0,0 25 0,0 0 0,0 0 0,0 0 0,0 0 16,0-25-16,-25 25 0,25 0 0,0 0 0,0 0 0,0 0 16,0 0-16,0-25 15,-25 25-15,25 0 0,0 0 0,0 0 0,-25 0 0,25-24 16,0 24-16,0 0 0,-25 0 0,25 0 0,0 0 0,0 0 0,-24 0 0,24 0 15,0 0-15,0 0 0,-25 0 0,25 0 0,0 0 0,-25 0 16,25 0-16,0 0 16,0 0-16,-25 0 0,25 0 0,0 0 0,0 0 0,-25 0 15,25 24-15,0-24 0,0 0 0,-24 0 0,24 0 0,0 0 0,0 0 16,0 0-16,-25 0 0,25 0 0,0 0 0,0 0 0,0 0 0,-25 0 0,25 0 15,0 25-15,0-25 0,0 0 0,-25 0 0,25 0 16,0 0-16,0 0 0,0 0 16,-25 0-16,25 0 0,0 0 0,0 0 0,0 0 0,0 0 0,0 0 15</inkml:trace>
  <inkml:trace contextRef="#ctx0" brushRef="#br0" timeOffset="200572.4721">32494 12700 0,'0'-25'0,"0"25"0,0 0 0,0 0 15,0 0-15,0 0 0,0 0 0,0 0 0,0 0 0,0 0 16,0 0-16,0-25 0,0 25 0,0 0 0,0 0 0,0 0 16,0 0-16,0 0 0,0 0 0,0 0 0,0 0 0,0 0 15,0 0 1,0 0-16,0 0 0,0 0 0,0 0 0,0 0 0,0 0 0,0 0 0,0 0 0,0 0 0,0 0 0,0 0 15,0 0-15,0 0 0,0 0 16,0 0-16,0 0 0,0 0 0,0 0 0,0 0 16,0 0-16,0 0 0,0 0 0,0 0 0,0 0 0,0 0 15,0 0-15,0 0 0,0 0 0,0 0 0,25 0 0,-25 0 0,0 0 0,0 0 16,0 0-16,0 0 0,0 0 0,0 0 0,25 0 0,-25 0 15,0 25-15,0-25 16,25 0-16,-25 0 0,0 0 0,0 0 0,0 0 0,24 0 0,-24 0 16,0 0-16,0 0 0,0 0 0,25 0 0,-25 0 0,0 0 0,0 0 15,0 0-15,0 0 0,0 0 0,0 0 0,0 0 16,0 0-16,0 0 0,0 0 0,0 0 0,0 0 0,0 0 15,0 0-15,0 0 0,0 0 0,0 0 0,0 0 0,0 0 16,0 0-16,0 0 0,0 0 0,0 0 0,0 0 0,0 0 0,0 0 16,0 0-16,0 0 15,0 0-15,0 0 0,0 0 0,0 0 0,0 0 0,0 0 0,0 0 16,0 0-16,0 0 0,0 0 0,0 0 0,0 0 0,0 0 0,0 0 15,0 0-15,0 0 0,0 0 0,0 0 0,0 0 0,0 25 0,0-25 16,0 0-16,0 0 0,0 0 0,0 0 0,0 0 0,0 0 16,0 0-16,0 0 15,0 25-15,0-25 0,0 0 0,-25 0 0,25 0 16,0 0-16,0 25 0,0-25 0,0 0 0,0 0 0,0 0 0,0 0 0,0 24 0,0-24 0,0 0 15,-24 0-15,24 25 0,0-25 16,0 0-16,0 0 0,0 25 0,0-25 0,0 0 0,0 0 16,0 25-16,-25-25 0,25 0 0,0 25 0,0-25 0,0 0 0,0 24 15,0-24-15,0 0 0,0 25 0,0-25 0,0 25 0,0-25 16,25 0-16,-25 25 15,0-25-15,0 0 0,0 25 0,0-25 0,0 24 0,0-24 0,0 0 16,0 25-16,0-25 0,0 25 0,0-25 0,0 0 0,0 25 0,0-25 0,0 25 16,0-25-16,0 0 0,0 24 0,0-24 0,0 25 0,0-25 15,0 0-15,0 25 16,0-25-16,0 25 0,0-25 0,0 0 0,0 25 0,0-25 0,0 25 15,0-25-15,0 0 0,0 24 0,0-24 0,0 0 0,-25 25 0,25-25 16,0 25-16,0-25 0,0 25 0,0-25 0,0 25 0,0-25 0,0 24 16,0-24-1,0 25-15,0-25 0,0 0 0,0 25 0,0-25 0,0 25 0,0-25 0,0 25 0,0-25 0,0 24 0,-25-24 16,25 25-16,0-25 15,0 25-15,0-25 0,0 25 0,0-25 0,0 0 0,0 25 0,0-25 0,0 24 0,0-24 16,0 0-16,0 25 0,0-25 0,0 25 0,0-25 0,0 0 16,0 25-16,0-25 15,0 25-15,0-25 0,0 24 0,0-24 0,0 0 0,-25 25 16,25-25-16,0 25 0,0-25 0,0 25 0,0-25 0,0 0 0,0 25 0,0-25 15,0 24-15,0-24 0,-25 25 0,25-25 0,0 0 0,0 25 0,0-25 16,0 25 0,0-25-16,0 0 0,0 25 0,0-25 0,0 0 0,0 24 0,0-24 15,0 25-15,0-25 0,0 0 0,0 25 0,-24-25 0,24 0 0,0 25 16,0-25-16,0 0 0,0 0 0,0 25 0,0-25 0,0 0 0,0 24 15,0-24-15,0 0 0,0 25 0,0-25 0,0 0 0,0 0 16,0 25-16,0-25 16,0 0-16,0 0 0,0 25 0,0-25 0,0 0 0,0 25 0,0-25 0,0 0 15,0 24-15,0-24 0,0 0 0,0 25 0,0-25 0,0 0 0,0 25 16,0-25-16,0 0 0,24 0 0,-24 25 0,0-25 0,0 0 15,0 25-15,0-25 16,0 0-16,0 25 0,0-25 0,0 0 0,0 0 0,0 24 0,0-24 16,0 0-16,0 0 0,0 0 0,25 25 0,-25-25 0,0 0 0,0 0 15,0 25-15,0-25 0,0 0 0,0 0 0,0 25 0,0-25 16,0 0-16,0 0 0,0 25 0,0-25 0,0 0 0,0 0 0,0 24 15,0-24-15,0 0 16,0 25-16,0-25 0,0 0 0,0 25 0,25-25 0,-25 0 0,0 25 0,0-25 16,0 0-16,0 25 0,0-25 0,0 0 0,0 0 0,0 24 15,0-24-15,0 0 0,0 0 0,0 25 0,0-25 0,0 0 16,0 0-16,0 25 47,0-25-47,0 0 0,0 0 0,0 25 0,25-25 0,-25 0 0,0 0 0,0 25 0,0-25 0,0 0 0,0 0 0,0 24 0,0-24 0,0 0 0,0 0 0,0 25 15,0-25-15,0 0 0,0 0 0,0 0 0,25 0 0,-25 0 0,0 25 0,0-25 16,0 0-16,0 0 0,0 0 0,0 0 0,0 0 0,0 0 15,0 0-15,0 0 0,0 0 0,0 0 0,-25 0 0,25 0 0,0 0 0,0 0 16,0 0-16,0 25 0,-25-25 0,25 0 0,0 0 0,-25 0 16,25 0-16,-25 0 15,25 0-15,0 0 0,-24 0 0,24 0 0,-25 0 0,25 0 16,-25 25-16,25-25 0,-25 0 0,25 0 0,-25 0 0,25 0 0,-24 0 0,24 24 15,-25-24-15,25 0 0,0 0 0,-25 0 0,25 0 0,-25 0 0,25 0 16</inkml:trace>
  <inkml:trace contextRef="#ctx0" brushRef="#br0" timeOffset="203833.6587">24755 15999 0,'-25'0'0,"25"0"0,0 0 0,0 0 16,0 0-16,0 0 0,0 0 0,0 0 0,0 0 0,0 0 0,0 0 15,0 0-15,-25 0 0,25 0 0,0 0 16,0 0-16,0 0 0,0 0 16,0 0-16,0 0 0,0 0 0,0 0 0,0 0 0,0 0 0,0 0 15,0 0-15,0 0 0,0 0 0,25 0 0,-25 0 0,0 0 0,0 0 16,0 0-16,0 0 0,0 0 0,0 0 0,25 0 0,-25 0 15,0-25-15,0 25 16,0 0-16,25 0 0,-25 0 0,0 0 0,25-25 0,-25 25 0,0 0 16,0 0-16,24 0 0,-24-24 0,0 24 0,25 0 0,-25 0 0,0 0 15,0-25-15,25 25 0,-25 0 16,0 0-16,25-25 0,-25 25 0,0 0 0,25 0 0,-25-25 15,0 25-15,0 0 0,25 0 0,-25 0 0,0-25 0,0 25 16,0 0-16,0 0 0,0 0 0,24-24 0,-24 24 0,0 0 0,0 0 16,0-25-16,0 25 0,0 0 0,0 0 0,0 0 0,0-25 15,0 25-15,0 0 0,-24 0 0,24-25 0,0 25 16,0 0-16,0 0 0,0 0 15,0 0-15,0 0 0,-25-25 0,25 25 0,0 0 0,0 0 0,0 0 16,0 0-16,-25 0 0,25 0 0,0 0 0,0 0 0,0 0 0,0 0 16,0-24-16,-25 24 0,25 0 0,0 0 0,0 0 15,0 0 1,0 0-16,0 0 0,0 0 0,0 0 0,-25 24 0,25-24 0,0 0 0,0 0 0,0 0 0,0 0 15,0 0-15,0 25 0,0-25 0,-25 0 0,25 25 0,0-25 16,0 0 0,0 25-16,0-25 0,0 25 0,0-25 0,0 24 0,0-24 0,-24 25 15,24-25-15,0 25 0,0-25 0,0 25 0,0-25 0,0 25 0,0-25 16,0 24-16,0-24 0,0 25 0,0-25 0,0 25 0,0-25 0,0 25 15,0-25-15,0 25 0,0-25 0,-25 24 0,25-24 16,0 25-16,0-25 0,0 0 16,0 25-16,0-25 0,0 25 0,0-25 0,0 0 0,0 25 15,0-25-15,-25 0 0,25 0 0,0 24 0,0-24 0,0 0 0,0 0 16,0 0-16,0 0 0,0 25 0,0-25 0,0 0 0,0 0 15,0 0 1,0 0-16,0 0 0,0 0 0,0 0 0,0 0 0,0 0 0,0 0 0,0 0 16,0 0-16,0 0 0,0 0 0,0 0 0,0 0 0,0 0 0,0 0 31,0 0-31,0 0 0,0 0 0,0 0 0,0 0 0,0 0 0,0 0 0,0 0 0,0 0 0,0 0 0,0 0 15,0 0-15,0 0 0,0 0 0,0 0 0,0 0 0,0 0 16,0 0-16,0 0 0,0 0 0,0 0 16,0 0-16,0 0 0,0 0 0,0 0 15,0 0-15,0 0 0,0 0 0,0 0 0,0 0 0,0 0 0,0 0 0,0 0 16,0 0-16,0 0 0,0 0 0,0 0 0,0 0 0,0 0 15,0 0-15,0 0 0,0 0 0,0 0 0,0 0 0,0 0 16,0 0 0,0 0-16,0 0 0,0 0 0,0 0 0,0 0 0,0 0 0,0 0 15,0 0-15,0 0 0,0 0 0,0 0 0,0 0 0,0 0 0,0 0 16,0 0-16,0 0 0,0 0 0,0 0 0,0 0 0,0 0 0,0 0 15,0 0 1,0 0-16,0 0 0,0 0 0,0 0 0,0 0 0,0 0 0,0 0 16,0 0-16,0 0 0,0 0 0,0 0 0,0 0 0,0 0 0,0 0 0,0 0 15,0 0-15,0 0 0,0 0 0,0 0 0,0 0 16,0 0-16,0 0 0,0 0 0,0 0 15,0 0-15,0 0 0,0 0 0,0 0 0,0 0 0,0 0 0,0 0 16,0 0-16,0 0 0,0 0 0,0 0 0,0 0 0,0 0 16,0 0-16,0 0 15,0 0-15,0 0 0,0 0 0,0 0 0,0 0 0,0 0 16,0 0-16,0 0 0,0 0 0,0 0 0,0 0 0,0 0 0,0 0 0,0 0 0,0 0 15,0 0-15,0 0 0,0 0 0,0 0 0,0 0 16,0 0-16,0 0 0,0 0 0,0 0 0,0 0 0,0 0 16,0 0-16,0 0 0,0 0 15,0 0 16,0-25-31,0 25 0,0 0 0,0 0 0,25 0 0,-25 0 0,0-24 0</inkml:trace>
  <inkml:trace contextRef="#ctx0" brushRef="#br0" timeOffset="210782.0559">24284 13022 0,'0'0'15,"0"0"-15,0-24 0,0 24 0,0 0 16,0 0-16,0 0 0,0 0 0,0 0 0,0 0 16,-25-25-16,25 25 0,0 0 0,0 0 0,0 0 0,0 0 0,0 0 15,0 0-15,0 0 0,0-25 0,0 25 0,0 0 0,0 0 16,0 0-16,0 0 0,0 0 0,0 0 0,0 0 15,0 0-15,0 0 0,0 0 16,0 0-16,0 0 0,0 0 0,0 0 0,0 0 0,0 25 0,0-25 16,0 0-16,0 0 0,0 0 0,0 25 0,0-25 0,0 24 0,0-24 15,0 0-15,0 25 0,0-25 0,0 25 0,0 0 16,0-25-16,25 25 0,-25-25 15,0 24-15,0-24 0,0 25 0,0-25 0,0 25 0,0-25 0,0 25 16,0-25-16,0 25 0,0-25 0,0 0 0,0 25 0,25-25 16,-25 24-16,0-24 0,0 0 0,0 25 0,0-25 0,0 0 15,0 0-15,0 0 0,0 25 16,0-25-16,0 0 0,0 0 0,0 0 0,0 0 15,0 0-15,0 0 0,0 0 0,0 0 0,0 0 0,0 0 0,0 0 16,0 0-16,0 0 0,0 0 0,0 0 0,0 0 0,0 0 16,0 0-16,0 0 0,0-25 0,0 25 0,0 0 0,0-25 15,0 25-15,0 0 16,0-24-16,0 24 0,0 0 0,0-25 0,24 25 0,-24-25 0,0 25 0,0-25 0,0 25 15,25-25-15,-25 25 0,0-25 0,0 25 0,25-24 16,-25-1-16,0 25 0,25-25 16,-25 25-16,0-25 0,0 25 0,25 0 0,-25-25 0,0 25 0,0 0 15,24-24-15,-24 24 0,0 0 0,0-25 0,0 25 0,0 0 16,25 0-16,-25 0 0,0-25 0,0 25 0,0 0 0,0 0 15,0 0 1,0 0-16,0-25 0,0 25 0,25 0 0,-25 0 0,0 0 0,0 0 16,0 0-16,0 0 0,0 0 0,0 25 0,0-25 0,0 0 0,0 0 15,0 0-15,25 25 0,-25-25 0,0 0 0,0 25 0,0-25 0,0 24 16,0-24-16,0 25 0,0-25 15,0 25-15,25-25 0,-25 25 0,0-25 16,0 25-16,0-25 0,0 24 0,0-24 0,0 25 0,0-25 0,0 25 16,0-25-16,0 0 0,0 25 0,0-25 0,0 0 0,0 25 0,0-25 15,24 0-15,-24 25 0,0-25 0,0 0 0,0 0 0,0 24 16,0-24-16,0 0 0,0 0 0,0 25 0,0-25 15,0 0-15,0 0 0,0 0 16,0 0-16,0 0 0,0 0 0,0 0 0,0 0 0,0 0 0,0 0 16,0 0-16,0 0 0,0 0 0,0 0 0,0 0 0,0 0 15,0 0-15,0 0 0,0 0 0,0 0 0,0 0 0,0 0 16,0 0-1,-24 0-15,24-25 0,0 25 0,0 0 0,0 0 0,0-24 0,0 24 0,24 0 0,-24-25 16,0 25-16,0 0 0,0-25 0,0 25 0,0-25 0,0 25 16,0-25-16,0 25 0,0-25 15,0 1-15,0 24 0,0-25 0,25 25 0,-25-25 0,0 0 16,0 25-16,0-25 0,0 1 0,25 24 0,-25-25 0,0 25 0,0-25 15,0 25-15,25-25 0,-25 25 0,0-25 0,0 25 0,0-24 16,25 24-16,-25 0 0,0-25 0,0 25 0,24 0 16,-24 0-16,0-25 0,0 25 0,25 0 0,-25 0 15,0 0-15,0-25 0,25 25 0,-25 0 16,0 0-16,25 0 0,-25 0 0,0-25 0,0 25 0,25 0 0,-25 0 15,0 0-15,24 0 16,-24 0-16,0 0 0,0 0 0,25 0 0,-25-24 0,0 24 0,0 0 0,0 0 16,0 0-16,25 0 0,-25 24 0,0-24 0,0 0 0,0 0 15,0 0-15,0 0 0,0 0 0,0 25 0,0-25 0,0 0 16,0 0-16,0 25 0,25-25 15,-25 25-15,0-25 0,0 25 0,0-25 0,0 24 0,0-24 0,0 25 16,0-25-16,0 25 0,0 0 0,0-25 0,0 25 0,0-1 16,0-24-16,0 25 0,0 0 0,0 0 15,-25 0-15,25-25 0,0 24 0,0 1 16,25-25-16,-25 25 0,0-25 0,0 25 15,0 0-15,0-25 0,0 25 0,0-25 0,0 0 0,0 24 0,25-24 16,-25 25-16,0-25 0,0 0 0,0 0 0,25 25 0,-25-25 16,24 0-16,-24 0 0,25 0 0,-25 0 0,25 0 0,-25 0 0,25 0 15,0-25-15,-25 25 0,24 0 0,1-25 0,0 25 0,-25-24 16,25-1-16,0 25 15,-25-25-15,24 0 0,1 25 0,-25-25 0,0 0 0</inkml:trace>
  <inkml:trace contextRef="#ctx0" brushRef="#br0" timeOffset="212244.1397">24879 15776 0,'0'0'0,"0"0"15,0 0-15,0 0 0,0 0 0,0 0 16,0 0-16,0 0 0,0 0 0,0 0 15,0 0-15,0 0 0,0 0 0,0 0 0,0-25 0,0 25 16,0 0-16,0 0 0,0 0 0,0 0 0,0 0 0,-25 0 0,25 0 16,0 0-16,0 0 0,0 0 0,0 0 0,0 0 15,0 0-15,0 0 0,0 0 0,0 0 16,0 0-16,0 0 0,0 0 0,0 0 0,0 0 0,0 0 15,0 0-15,0 0 0,0 0 0,0 0 0,0 0 0,0 0 0,0 0 16,-25 25-16,25-25 0,0 0 0,0 25 0,0-25 16,0 24-16,-24-24 0,24 25 15,0-25-15,0 25 0,0 0 0,0-25 0,-25 25 0,25-1 16,0-24-16,0 25 0,0 0 0,0-25 0,-25 25 0,25 0 0,0-1 0,0-24 15,0 25 1,0-25-16,0 25 0,0 0 0,0-25 0,-25 25 16,25-25-16,0 24 0,0-24 0,0 25 0,0-25 0,0 0 0,0 25 0,0-25 0,0 25 15,0-25-15,0 0 0,0 0 0,0 25 0,0-25 0,0 0 0,0 0 16,0 0-16,0 0 0,0 24 0,0-24 0,0 0 0,0 0 15,0 0-15,0 0 16,0 0-16,0 0 0,0 0 0,0 0 0,0 0 0,0 0 0,0-24 16,0 24-16,0 0 0,0 0 0,0 0 0,0-25 0,0 25 15,0 0-15,0-25 0,0 25 0,0 0 0,25-25 0,-25 25 16,0-25-16,0 25 0,0-24 15,25 24-15,-25-25 0,0 25 0,25-25 0,-25 25 0,0-25 0,24 0 16,-24 25-16,25-24 0,-25 24 0,0-25 0,25 25 0,-25-25 16,25 25-16,-25 0 0,25-25 0,-25 25 0,25-25 0,-25 25 0,24 0 15,-24-24-15,25 24 16,-25 0-16,25-25 0,-25 25 0,0 0 0,25 0 0,-25-25 15,25 25-15,-25 0 0,0 0 0,24 0 0,-24-25 0,0 25 0,25 0 16,-25 0-16,0 0 0,0 0 0,0 0 0,0 0 0,25 0 16,-25 0-16,0 25 0,0-25 0,0 0 0,0 0 0,0 0 15,0 0-15,0 25 0,0-25 0,0 0 0,0 25 0,-25-25 16,25 24-16,0-24 0,0 25 15,0-25-15,0 25 0,0 0 0,0-25 0,0 25 0,-25-25 0,25 24 16,0-24-16,0 25 0,0 0 0,0-25 0,0 25 0,0-25 16,-24 25-16,24-25 0,0 24 0,0-24 15,0 25-15,0-25 0,0 0 0,0 25 16,24-25-16,-24 0 0,0 25 0,0-25 0,0 0 0,0 0 0,0 25 0,25-25 15,-25 0-15,0 0 0,0 0 0,25 0 0,-25 0 0,0 0 16,25 0-16,-25 0 0,25 0 16,-25 0-16,0 0 0,24-25 0,-24 25 0,25 0 0,-25-25 0,25 25 15,-25-25-15,25 25 0,-25-25 0,0 25 0,25-24 16</inkml:trace>
  <inkml:trace contextRef="#ctx0" brushRef="#br0" timeOffset="212526.1558">25425 15677 0,'0'0'16,"0"0"-16,0 0 0,0 0 0,0 24 0,25-24 0,-25 0 15,0 0-15,0 0 0,0 0 0,0 25 16,0-25-16,24 0 0,-24 25 0,0-25 0,0 25 0,0-25 0,25 25 16,-25-1-16,0-24 0,0 25 0,25 0 15,-25-25-15,0 25 0,0 0 0,0-1 16,0 1-16,0-25 0,0 25 0,0 0 0,0 0 0,0-1 0,0 1 0,-25-25 15,25 25-15,0 0 0,-25 0 0,25-1 0,-24 1 0,-1 0 16,0-25-16,25 25 16,-25 0-16,0-1 0,1-24 0,-1 25 0,25-25 0</inkml:trace>
  <inkml:trace contextRef="#ctx0" brushRef="#br0" timeOffset="213170.1927">26690 16222 0,'0'0'0,"0"0"15,0 0-15,-25-25 0,25 25 0,0 0 0,0 0 0,0-24 16,0 24-16,-25 0 0,25 0 0,0 0 0,0 0 0,0 0 0,0 0 0,0 0 16,0 0-16,0-25 0,0 25 0,0 0 0,0 25 0,0-25 15,-25 0 1,25 0-16,0 0 0,0 0 0,0 0 0,-24 0 0,24 24 0,0-24 15,0 25-15,-25-25 0,25 0 0,0 25 0,-25-25 0,25 25 0,0 0 0,-25-25 16,25 24-16,-25 1 0,25-25 0,-24 25 0,24 0 16,-25 0-16,25-25 0,-25 25 15,25-1-15,-25-24 0,25 25 0,0 0 0,-25-25 0,25 25 16,-24-25-16,24 25 0,0-25 0,-25 24 0,25-24 0,0 25 15,0-25-15,-25 0 0,25 25 0,0-25 0,0 0 0,0 25 0,0-25 0,0 0 16,0 0-16,-25 0 0,25 0 0,0 0 0,0 0 16,0 0-16,0 0 15,0 0-15,0 0 0,0 0 0,0 0 0,25 0 0,-25 0 16,0 0-16,0-25 0,0 25 0,25 0 0</inkml:trace>
  <inkml:trace contextRef="#ctx0" brushRef="#br0" timeOffset="213492.2111">26665 16272 0,'0'0'0,"0"-25"0,0 25 0,0 0 0,0 0 16,0-25-16,0 25 0,0 0 0,0 0 0,25 0 0,-25 0 16,0 0-16,0 0 0,0 0 0,0 0 0,0 0 15,0 0-15,0 0 0,0 0 0,0 0 0,0 0 0,0 0 16,0 0-16,0 0 0,0 25 0,0-25 15,0 25-15,0-25 0,25 25 16,-25-25-16,0 24 0,0-24 0,0 25 0,0 0 0,0-25 0,0 25 0,24 0 16,-24 0-16,0-25 0,0 24 0,0 1 0,0-25 0,0 25 15,25 0-15,-25 0 0,0-25 0,0 24 0,0-24 0,0 25 16,0-25-16,0 25 15,25-25-15,-25 25 0,0-25 0,0 25 0,0-25 0,0 24 0,0-24 0,0 25 16,0-25-16,25 0 0,-25 25 0,0-25 0,0 0 0,0 0 0,0 25 16,0-25-16,0 0 0,0 0 0,0 0 0,0 0 0,0 0 15,0 0-15,0 0 16,-25 0-16,25 0 0,0 0 0</inkml:trace>
  <inkml:trace contextRef="#ctx0" brushRef="#br0" timeOffset="213697.2228">26491 16495 0,'0'0'0,"0"0"0,0-25 0,0 25 0,0 0 0,0 0 16,0 0-16,0 0 0,0 0 0,0-24 0,0 24 15,0 0-15,25 0 0,-25 0 0,0 0 0,25 0 0,-25 0 16,25 0-16,-25 0 0,25 0 15,-25 0-15,24 0 0,1 0 0,-25 0 0,25 0 0,0 0 0,0 0 0,-25 0 16,24 0-16,1 24 0,0-24 0,-25 0 0,25 0 16,0 0-16,-1-24 0,-24 24 15,25 0-15</inkml:trace>
  <inkml:trace contextRef="#ctx0" brushRef="#br0" timeOffset="213950.2373">27211 16247 0,'0'0'0,"0"0"0,0 0 0,0 0 15,0 0-15,0 0 0,0 0 0,0 0 16,0 0-16,0 0 0,0 0 0,25-25 0,-25 25 0,0 0 15,0 0-15,24 0 0,-24 0 0,0 0 0,25 0 0,-25 0 16,25 0-16,-25 0 16,25 25-16,-25-25 0,25 0 0,-25 0 0,24 0 0,-24 0 0,0 0 15,25 0-15,-25 25 0,0-25 0,25 0 0,-25 0 0,0 0 0,0 0 16,25 0-16</inkml:trace>
  <inkml:trace contextRef="#ctx0" brushRef="#br0" timeOffset="214178.2503">27186 16470 0,'0'0'0,"0"0"15,0 0-15,0 0 0,0 0 0,0 0 0,0 0 16,0 0-16,0 0 0,0 0 0,0 0 0,25 0 0,-25 0 16,25 0-16,-25 0 0,24 0 0,1 0 0,-25 0 0,25 0 15,0 0-15,0 0 0,-25 0 0,24 0 0,1 25 16,0-25-16,0 0 15,0 0-15,-1 0 0,1 0 0,0 0 0,0 0 0,0 0 0,-1 0 0,-24 0 0,25 0 47</inkml:trace>
  <inkml:trace contextRef="#ctx0" brushRef="#br0" timeOffset="215547.3286">28377 15875 0,'0'0'0,"0"0"0,0-25 15,0 25-15,0 0 0,0 0 0,0 0 0,0 0 16,0 0-16,0 0 15,0 0-15,0 0 0,0 0 0,0 0 0,0 0 0,0 0 0,0 0 16,0 0-16,0 0 0,0 0 0,0 0 0,0 0 0,0 0 16,0 0-16,0 0 0,0 0 0,0 0 0,0 0 0,0 0 15,0 0-15,0-25 0,0 25 0,-25 0 0,25 0 0,0 0 0,0 0 16,0 0-16,0 0 0,0 0 0,-25 0 15,25 0-15,0 0 0,0-24 0,0 24 16,0 0-16,0 0 0,-25 0 0,25 0 0,0 0 0,0 0 0,0 0 0,0 0 16,-25 0-16,25-25 0,0 25 0,0 0 0,0 0 15,0 0-15,-24 0 0,24 0 0,0 0 0,0 0 0,0 0 16,0 0-16,-25-25 15,25 25-15,0 0 0,0 0 0,0 0 0,0 0 0,0 0 0,0 0 16,0 0-16,0 0 0,-25 0 0,25 0 0,0 0 0,0 0 0,0 0 16,0 0-16,0 0 0,0 0 0,0 0 0,0 0 0,0 0 15,0 0-15,0 0 0,0 0 0,0 0 0,0 0 16,0 0-16,0 0 0,0 0 15,0 0-15,0 0 0,0 0 0,0 0 0,0 0 0,0 0 16,0 0-16,0 0 0,0 0 0,0 0 0,0 0 0,0 0 0,0 0 16,0 0-16,0 0 0,0 0 0,0 0 15,0 0-15,0 0 0,0 0 0,0 0 0,0 0 0,-25 25 16,25-25-16,0 0 0,0 0 0,0 0 0,0 0 0,0 0 0,0 25 0,0-25 15,0 0-15,0 24 0,-25-24 0,25 0 0,0 25 16,0-25-16,0 25 0,0-25 16,0 25-16,0-25 0,0 25 0,-24-25 0,24 24 0,0 1 0,0-25 0,0 25 15,0 0-15,0-25 0,0 25 0,0-1 0,0-24 16,-25 25-16,25 0 0,0-25 0,0 25 0,0 0 15,0-1-15,0-24 0,0 25 0,0 0 0,0-25 16,0 25-16,0 0 0,0-25 0,0 24 0,0 1 0,0-25 16,0 25-16,0 0 0,0 0 0,0-25 0,0 25 0,0-1 0,0-24 15,-25 25-15,25 0 0,0-25 16,0 25-16,0 0 0,0-25 0,0 24 0,0 1 15,0-25-15,0 25 0,0 0 0,0-25 0,0 25 0,0-1 0,0-24 16,0 25-16,0-25 0,0 25 0,0-25 0,0 25 0,0 0 0,0-25 16,0 24-16,0 1 0,0-25 0,0 25 0,0-25 0,0 25 15,0-25-15,0 25 16,0-1-16,0-24 0,0 25 0,0-25 0,25 25 0,-25-25 0,0 25 15,0-25-15,0 25 0,0-25 0,0 0 0,0 24 0,25-24 0,-25 25 16,0-25-16,0 25 0,0-25 0,0 0 0,0 25 0,0-25 16,0 0-1,0 25-15,0-25 0,0 0 0,0 0 0,24 0 0,-24 24 16,0-24-16,0 0 0,0 0 0,0 0 0,0 0 0,0 0 0,0 0 0,0 0 0,0 0 0,0 0 15,0 0-15,0 25 0,0-25 16,0 0-16,0 0 0,0 0 0,0 0 0,0 0 0,0 0 0,0 0 16,0 0-16,0 0 0,0 0 0,0 0 0,0 0 0,0 0 0,0 0 15,0 0 1,0 0-16,0 0 0,0 0 0,0 0 0,0 0 0,0 0 0,0 0 0,0 0 47,0 0-47,0 0 0,0 0 0,0 0 0,0 0 0,0 0 0,0 0 0,0 0 0,0 0 0,0 0 15,0 0-15,0 0 0,25-25 0,-25 25 0,0 0 0,25 0 0,-25 0 0,0 0 0,25 0 0,0 0 0,-25 0 0,24 0 16,1 0-16,0 0 0,-25 0 0,25 0 0,0 0 0,-1 0 0,1 0 15,0 0-15,0-24 0,0 24 0,-1 0 0,1 0 0,-25 0 0,25 0 16,0 0-16,0-25 0,-1 25 16,-24 0-16</inkml:trace>
  <inkml:trace contextRef="#ctx0" brushRef="#br0" timeOffset="216307.3721">28823 15900 0,'25'0'0,"-25"0"0,0 0 15,0 0-15,0 0 0,0 0 0,0-25 0,0 25 0,0 0 0,0 0 0,0 0 16,0 0-16,0 0 15,0 0-15,0 0 0,0 0 0,0 0 0,0 0 0,0 0 16,0 0-16,0 0 0,0 0 0,0 0 0,0 0 0,0 0 16,0 0-16,0 0 0,0 0 0,0 0 0,0 25 0,-25-25 0,25 0 15,0 0-15,0 0 0,0 0 0,0 25 0,-25-25 0,25 0 16,0 0-1,0 24-15,-25-24 0,25 0 0,0 0 0,0 25 0,-24-25 0,24 0 0,0 25 0,0-25 16,0 0-16,-25 25 0,25-25 0,0 0 0,0 0 0,0 25 16,-25-25-16,25 0 0,0 0 0,0 0 0,0 24 0,0-24 0,0 0 15,0 0-15,0 0 16,0 0-16,0 0 0,0 0 0,0 0 0,0 0 0,0 0 15,0 0-15,0 0 0,0 0 0,0 0 0,0 0 0,0 0 0,0 0 16,0 0-16,25 0 0,-25 25 0,0-25 0,0 0 0,0 0 16,25 0-16,-25 0 0,0 0 0,24 0 0,-24 0 0,25 0 15,-25 0-15,25 0 16,-25 0-16,0 0 0,25 0 0,-25 0 0,25-25 0,-25 25 0,24 0 15,-24 0-15,0 0 0,25 0 0,-25 0 0,0 0 0,25 0 0,-25 0 16,0 0-16,25 0 0,-25 0 0,25 0 0,-25 0 0,0 0 16,0 0-16,24 0 15,-24 0-15,0 0 0,0 0 0,25 0 0,-25 0 0,0 0 16,0 0-16,0-24 0,0 24 0,0 0 0,0 0 0,0 0 0,0 0 15</inkml:trace>
  <inkml:trace contextRef="#ctx0" brushRef="#br0" timeOffset="216525.3843">28972 15875 0,'0'0'0,"0"0"15,0 0-15,0 0 0,0 0 0,0 0 0,0 0 0,0 0 16,0 0-16,0 0 0,0 0 0,0 0 0,0 0 16,0 0-16,0 0 0,0 0 0,0 25 0,0-25 0,25 0 15,-25 25-15,0-25 0,0 24 0,0-24 0,0 25 16,0-25-16,0 25 0,0-25 0,0 25 0,24 0 0,-24-25 15,0 24-15,0 1 0,0-25 0,0 25 0,0 0 16,0-25-16,0 25 0,0-25 0,0 24 0,0 1 0,0-25 16,0 25-16,0-25 0,25 25 0,-25-25 0,0 25 15,0-25-15,0 24 0,0-24 0,0 0 0,0 25 16,0-25-16,0 0 0</inkml:trace>
  <inkml:trace contextRef="#ctx0" brushRef="#br0" timeOffset="217263.4268">30237 15925 0,'0'0'0,"0"0"0,0 0 0,0 0 16,0 0-16,-25 0 0,25 0 0,0-25 0,0 25 0,-25 0 0,25 0 15,0 0-15,0 0 0,-25 0 16,25 0-16,0 0 0,0 0 0,0 0 16,-24 0-16,24 0 0,0 0 0,0 0 0,0 0 0,0 0 0,-25 0 0,25 0 15,0 0-15,0 0 0,0 0 0,-25 0 0,25 25 0,0-25 16,0 0-1,0 0-15,-25 24 0,25-24 0,0 25 0,0-25 0,0 0 0,0 25 0,-25-25 0,25 25 16,0 0-16,0-25 0,0 24 0,0-24 0,0 25 0,0 0 16,25-25-16,-25 25 0,0-25 0,0 25 0,0-25 0,25 24 15,-25-24-15,0 25 0,0-25 0,25 25 0,-25-25 0,25 25 16,-25-25-16,0 0 15,24 25-15,-24-25 0,25 0 0,-25 0 0,0 24 0,25-24 0,-25 0 16,0 0-16,25 0 0,-25 0 0,25 0 0,-25 0 0,25 0 0,-25 0 16,24-24-16,-24 24 0,25 0 0,-25 0 0,25-25 0,-25 25 15,0 0-15,25-25 16,-25 25-16,25-25 0,-25 25 0,0 0 0,0-25 0,24 25 0,-24-24 15,0-1-15,0 25 0,0-25 0,0 25 0,25-25 0,-25 0 16,0 25-16,0-24 0,0 24 0,-25-25 0,25 25 0,0 0 0,0-25 16,0 25-16,0-25 0,0 25 0,-24 0 0,24 0 0,0-25 15,0 25-15,0 0 16,-25 0-16,25-24 0,0 24 0,-25 0 0,25 0 0,0 0 0,-25-25 0,25 25 15,0 0-15,-25 0 0,25 0 0,0 0 0,-24-25 0,24 25 16,0 0-16</inkml:trace>
  <inkml:trace contextRef="#ctx0" brushRef="#br0" timeOffset="217943.4657">29071 17140 0,'0'0'0,"0"0"16,0 0-16,0 0 0,0 0 0,0 0 0,-25 0 0,25 0 15,0 0-15,0 0 0,0 0 0,0 0 16,0 0-16,0 0 0,0 0 0,0-25 0,0 25 15,0 0-15,0 0 0,0 0 0,0 0 0,0 0 0,0 0 0,0 0 16,0 0-16,0-25 0,0 25 0,0 0 0,0 0 0,0 0 16,0 0-16,0 0 0,0 0 0,0 0 0,0 0 0,0 0 15,0 0-15,0 0 16,0 0-16,0 0 0,25 0 0,-25 0 0,0 0 0,0 0 0,0 0 0,25 0 15,-25 0-15,0 0 0,0 0 0,25 0 0,-25 0 0,0 0 32,0 0-32,0 0 0,25 0 0,-25 0 0,0 0 0,0 0 0,0 0 0,0 0 0,0 0 0,0 25 0,0-25 0,0 0 15,0 0-15,0 25 0,0-25 0,0 0 0,0 25 0,-25-25 16,25 0-16,0 25 0,0-25 0,0 0 15,0 24-15,-25-24 0,25 25 0,0-25 16,0 0-16,-25 25 0,25-25 0,0 0 0,0 25 0,0-25 0,0 0 0,-25 0 16,25 25-16,0-25 0,0 0 0,0 0 0,0 0 0,0 24 15,0-24-15,0 0 16,0 0-16,0 0 0,0 0 0,0 0 15,0 0-15,0 25 0,0-25 0,0 0 0,25 0 0,-25 0 0,0 0 0,0 0 0,25 0 0,-25 0 16,0 0-16,25-25 0,-25 25 0,25 0 0,-25 0 0,24 0 0,-24 0 16,25 0-16,0 0 0,-25 0 0,25 0 0,-25 0 15,25 0-15,-25 0 0,24 0 16,1 0-16,-25 0 0,25 0 0,-25 0 0,25 0 0,-25 0 0,25 0 15,-25 0-15</inkml:trace>
  <inkml:trace contextRef="#ctx0" brushRef="#br0" timeOffset="218655.5064">30162 16718 0,'0'0'0,"0"0"0,0 0 15,0-24-15,0 24 0,0 0 0,0 0 0,0 0 0,0 0 16,0 0-16,0 0 0,0 0 0,0 0 0,0 0 0,25 0 0,-25 0 16,0 0-16,0 0 0,25 0 0,-25 0 0,0 0 0,25 0 15,-25 0-15,25 0 0,-25 0 16,0 0-16,25 0 0,-25 0 0,24 0 0,-24 0 0,0 0 0,25 0 15,-25 0-15,0 0 0,0 0 0,0 0 0,0 0 0,25 0 16,-25 0-16,0 0 0,0 0 0,0 0 0,0 0 0,0 0 0,0 0 16,0 0-1,0 0-15,0 0 0,0 0 0,0 0 0,0 0 0,-25 0 0,25 0 16,0 0-16,0 0 0,0 0 0,0 24 0,0-24 0,0 0 0,0 0 0,0 0 15,0 0-15,0 25 0,0-25 0,0 0 0,0 0 0,-25 25 16,25-25-16,0 0 16,0 25-16,0-25 0,0 25 0,0-25 0,0 24 0,0 1 0,0-25 15,0 25-15,0-25 0,0 25 0,0 0 0,0-25 0,0 24 0,0 1 16,0-25-16,0 25 0,0-25 0,0 25 0,0 0 0,0-25 15,0 0-15,0 24 0,0-24 0,0 25 0,0-25 0,0 0 16,0 25 0,0-25-16,0 0 0,0 25 0,0-25 0,0 0 0,0 0 0,0 0 0,0 0 0,0 25 0,0-25 15,0 0-15,0 0 0,0 0 0,0 0 0,0 0 0,0 0 16,0 0-16,-24 0 15,24-25-15,0 25 0,0 0 0,0 0 0,0 0 0</inkml:trace>
  <inkml:trace contextRef="#ctx0" brushRef="#br0" timeOffset="218824.5161">30162 17140 0,'0'0'0,"0"0"0,0 0 0,0 0 15,0 0-15,0 0 0,0 0 0,0 0 0,25 0 16,-25 0-16,0 0 0,0 0 0,25 0 0,-25 0 16,25 0-16,-25 0 0,25 0 0,-25 0 0,25 0 0,-1 25 15,-24-25-15,25 0 0,0 0 0,0 0 0,-25 0 0,25 0 16,-1-25-16,1 25 0,-25 0 0,25 0 0,0 0 0,0 0 15,-25-25-15</inkml:trace>
  <inkml:trace contextRef="#ctx0" brushRef="#br0" timeOffset="219754.5693">31155 15999 0,'0'0'0,"0"0"16,0 0-16,0 0 0,0 0 0,0 0 0,0 0 0,0 0 15,0 0-15,0 0 16,0 0-16,0 0 0,0 0 0,0 0 0,0 0 0,0 0 0,0 0 16,0 0-16,0 0 0,0 0 0,0 0 0,0 0 0,0 25 0,0-25 0,0 0 15,0 0-15,0 0 0,0 0 0,0 0 0,0 0 16,0 0-16,0 0 0,0 0 0,0 0 0,0 0 15,0 0-15,0 0 0,0 0 0,0 0 16,0 0-16,0 0 0,0 0 0,0 0 0,0 0 0,0 0 0,0 0 16,0 0-16,0 0 0,0 0 0,0 0 0,0 0 0,0 0 0,0 0 15,0 0-15,0 0 0,0 0 16,0 0-16,0 0 0,0 0 0,-25 0 0,25 0 15,0 0-15,0 0 0,0 0 0,0 0 0,0 0 0,0 0 0,0 0 0,0 0 16,0-25-16,0 25 0,0 0 0,0 0 0,-25 0 0,25 0 16,0 0-16,0 0 0,0-25 0,0 25 0,0 0 0,0 0 15,0 0-15,0-49 125,0 49-125,-25 0 0,25-25 0,0 25 0,0 0 0,0 0 0,0 0 0,0 0 0,0 0 0,0 0 0,0 0 0,0 0 0,0 0 0,0 0 0,0 0 0,0 0 0,0 0 0,0 0 0,0 0 0,0 0 0,0 0 16,0 25-16,0-25 0,0 0 0,0 0 0,0 0 0,0 0 0,0 0 0,0 24 0,0-24 0,0 0 0,0 0 0,0 0 0,0 25 0,0-25 0,0 0 0,0 25 0,0-25 0,0 0 0,0 25 0,0-25 0,0 25 15,0-25-15,0 24 0,0-24 0,-25 25 0,25 0 0,0 0 16,0-25-16,0 25 0,0-1 0,0 1 0,0 0 0,0 0 15,0 0-15,0-25 16,-24 24-16,24 1 0,0 0 0,0 0 0,0 0 0,0 0 16,0-1-16,0 1 0,0 0 0,0 0 0,0 0 0,-25-25 0,25 24 15,0 1-15,0 0 0,0 0 0,0 0 0,0-1 0,0 1 0,0-25 16,0 25-16,0 0 0,0 0 0,0-1 0,0-24 0,0 25 15,0 0-15,0 0 16,0-25-16,0 25 0,0-25 0,0 24 0,0-24 0,0 25 0,0-25 0,0 25 16,0-25-16,0 25 0,-25-25 0,25 0 0,0 25 0,0-25 0,0 0 15,0 0-15,0 0 0,0 24 0,0-24 16,0 0-16,0 0 0,0 0 0,0 0 15,0 0-15,0 0 0,0 0 0,0 0 0,0 0 0,-25 0 0,25 0 16,0 0-16,0 0 0,0 0 0,-25 0 0,25 0 0</inkml:trace>
  <inkml:trace contextRef="#ctx0" brushRef="#br0" timeOffset="220544.6145">30014 17190 0,'0'0'0,"0"24"16,0-24-16,0 0 0,0 0 0,0 0 0,0 0 0,0 0 15,0 0 1,0 0-16,0 0 0,0 0 0,0 0 0,0 0 0,0 0 0,0 0 0,0 0 0,0 0 0,0 0 15,0 0-15,0 25 0,0-25 0,0 0 0,0 0 16,0 0-16,0 0 0,0 0 0,0 0 0,0 0 0,0 0 16,0 0-16,0 0 15,0 0-15,0 0 0,0 0 0,0 0 0,0 0 0,0 0 0,0 0 16,0 0-16,24 0 0,-24 0 0,0 0 0,0 0 0,0 0 0,0 0 0,0 0 15,25 0-15,-25 0 0,0 0 0,0 0 0,25 0 0,-25 0 16,0 0-16,25 0 0,-25 0 0,0 0 16,25 0-16,-25 25 0,24-25 0,-24 0 15,0 0-15,25 0 0,-25 0 0,25 0 0,-25 0 0,25 0 0,-25 0 16,0 0-16,25 0 0,-25 0 0,25 0 0,-25 0 0,0-25 0,24 25 15,-24 0-15,0 0 0,25 0 16,-25 0-16,0 0 0,0 0 0,0 0 0,25 0 16,-25-25-16,0 25 0</inkml:trace>
  <inkml:trace contextRef="#ctx0" brushRef="#br0" timeOffset="221041.6429">30336 17041 0,'0'0'0,"0"-25"0,0 25 0,0 0 16,0 0-16,0 0 0,0-25 0,0 25 15,0 0-15,0 0 0,0 0 0,0 0 0,0 0 0,0 0 0,0 0 0,0 0 16,0 0-16,0 0 0,0 0 0,0 0 0,0 0 0,0 0 15,0 0-15,0 0 0,0 0 0,0 0 0,0 0 0,0 25 16,0-25-16,0 0 0,0 25 16,0-25-16,0 0 0,0 25 0,0-25 0,-25 24 0,25 1 15,0-25-15,0 25 0,0-25 0,0 25 0,0 0 0,0-25 16,-24 24-1,24 1-15,0 0 0,0-25 0,0 25 0,0 0 0,0-1 0,-25-24 0,25 25 0,0 0 0,0 0 0,0-25 0,0 25 16,0-1-16,0-24 0,0 25 0,0-25 0,0 25 0,-25-25 0,25 25 16,0-25-16,0 25 0,0-25 0,0 0 15,0 25-15,0-25 0</inkml:trace>
  <inkml:trace contextRef="#ctx0" brushRef="#br0" timeOffset="226668.9648">30783 15875 0,'0'0'0,"0"0"0,0 0 0,0 0 16,0 0-16,0 0 0,0 0 0,0 0 0,0 0 16,0 0-16,0 0 15,0 0-15,0 0 0,0 0 0,0 0 0,0 0 0,0 0 0,0 0 16,0 0-16,0 0 0,0 0 0,0 0 0,0 0 0,0 0 15,0 0-15,0 0 0,0 0 0,0 0 0,0 0 0,0 0 16,0 0-16,0 0 0,0 0 0,0 0 0,0 0 0,0 0 0,0 0 16,0 0-16,0 0 0,0 0 0,0 0 0,0 0 15,0 0-15,0 0 0,0 0 16,0 0-16,0 0 0,0 0 0,0 0 0,0 0 0,0 0 0,0 0 15,0 0-15,0 0 0,0 0 0,0 0 0,0 0 0,0 0 0,0 0 0,0 0 16,0 0-16,0 0 0,0 0 0,0 0 0,0 0 16,0 0-16,0 0 0,0 0 0,0 0 0,0 0 0,0 0 15,0 0-15,0 0 0,0 0 0,0 0 16,0 0-16,0 0 0,0 0 15,0 0-15,0 0 0,0 0 0,0 25 0,24-25 0,-24 0 0,0 0 0,0 0 63,0 0-63,0 0 0,0 0 0,25 0 0,-25 0 0,0 0 0,0 25 0,0-25 0,0 0 0,25 0 0,-25 0 0,0 0 0,0 0 0,0 0 0,0 0 0,25 0 0,-25 0 0,0 0 0,0 0 0,0 0 15,25 0-15,-25 24 0,0-24 0,0 0 0,0 0 0,24 0 0,-24 0 0,0 0 0,0 0 0,0 0 16,0 0-16,25 0 0,-25 0 0,0 25 0,0-25 16,0 0-1,0 0-15,0 0 0,0 0 0,25 0 0,-25 0 0,0 0 0,0 0 0,0 0 0,0 0 16,0 0-16,0 0 0,0 0 0,0 0 0,0 0 15,0 0-15,0 0 0,0 0 0,0 0 0,0 0 0,0 0 0,25 0 0,-25 0 16,0 0-16</inkml:trace>
  <inkml:trace contextRef="#ctx0" brushRef="#br0" timeOffset="228084.0457">30981 17090 0,'0'0'0,"0"0"0,-25 0 15,25 0-15,0 0 0,0 0 0,0 0 0,0 0 0,0 0 0,0 0 16,0 0-16,0 0 0,0 0 0,0 0 0,0 0 0,0 0 16,0 0-1,0 0-15,0 0 0,0 0 0,0 0 0,0 0 0,0 0 0,0 0 16,0 0-16,0 0 0,0 0 0,0 0 0,0 0 0,0 0 0,0 0 0,0 0 15,0 0-15,0 0 0,0 0 0,0 0 0,0 0 0,0 0 0,0 0 16,0 0 0,0 0-16,0 0 0,0 0 0,0 0 0,0 0 0,0 0 0,0 0 0,0 0 15,0 0-15,0 0 0,0 0 0,0 0 0,0 0 0,0 0 0,0 0 16,-25 0-16,25 0 0,0 25 0,0-25 0,0 0 0,0 0 0,-24 0 15,24 0-15,0 25 0,-25-25 0,25 0 16,0 25-16,0-25 0,-25 0 0,25 0 16,0 25-16,-25-25 0,25 0 0,0 24 0,-25-24 0,25 25 0,0-25 15,-24 0-15,24 25 0,0-25 0,-25 25 0,25-25 0,0 0 0,-25 25 16,25-25-16,0 0 0,0 24 0,0-24 0,0 0 0,-25 25 0,25-25 15,0 0 1,0 0-16,0 25 0,0-25 0,0 0 0,0 0 0,0 0 0,0 0 0,0-25 16,0 25-16,25 0 0,-25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28.34025" units="1/cm"/>
          <inkml:channelProperty channel="Y" name="resolution" value="28.33948" units="1/cm"/>
          <inkml:channelProperty channel="T" name="resolution" value="1" units="1/dev"/>
        </inkml:channelProperties>
      </inkml:inkSource>
      <inkml:timestamp xml:id="ts0" timeString="2021-10-19T04:19:37.853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2332 1687 0,'0'0'0,"0"0"15,0 0-15,0 0 0,-25 0 0,25 0 0,0 0 16,0 0-16,0 0 0,0 0 0,0 0 0,-25 0 0,25 0 16,0 0-16,0 0 0,0-25 0,0 25 0,0 0 0,-25 0 15,25 0-15,0 0 0,0 0 0,0 0 0,0 0 16,0 0-16,0 0 0,0 0 0,0-25 0,0 25 0,0 0 0,0 0 15,0 0-15,0 0 0,0 0 0,0 0 0,0 0 0,0 0 16,0 0-16,0 0 16,0 0-16,-25 0 0,25 0 0,0 0 0,0 0 0,0 0 0,0 0 15,0 0 1,0 0-16,0 25 0,0-25 0,0 0 0,0 0 0,0 0 0,0 0 0,0 0 0,0 0 0,-24 0 0,24 0 15,0 0-15,0 0 0,0-25 0,0 25 0,0 0 0,0 0 0,0 0 16,-25 0-16,25 0 0,0 0 0,0 0 16,0 0-16,0 25 0,0-25 0,0 0 0,0 0 0,0 0 15,0 25-15,-25-25 0,25 0 0,0 0 0,0 25 0,0-25 0,0 0 0,0 24 16,-25-24-16,25 25 0,0-25 0,0 25 0,0-25 0,0 25 15,-25-25-15,25 25 16,0-25-16,0 24 0,0-24 0,0 25 0,-24-25 0,24 25 0,0-25 0,0 25 16,0-25-16,0 25 0,0-25 0,-25 0 0,25 24 0,0-24 0,0 0 15,0 25 1,0-25-16,0 0 0,0 25 0,0-25 0,0 0 0,0 25 0,0-25 15,0 0-15,0 0 0,0 0 0,0 0 0,0 0 0,0 0 0,0 0 0,-25 0 0,25 0 16,0 0-16,0 0 0</inkml:trace>
  <inkml:trace contextRef="#ctx0" brushRef="#br0" timeOffset="264.015">1984 1786 0,'0'0'0,"0"0"16,0 0-16,0 0 0,0 0 0,0 25 0,0-25 0,0 0 0,0 0 0,25 0 15,-25 0-15,0 0 0,0 0 0,0 0 0,0 25 0,25-25 0,-25 0 16,0 0-16,0 0 0,0 24 16,25-24-16,-25 0 0,0 0 0,0 25 0,0-25 0,0 0 15,25 0-15,-25 0 0,0 25 0,0-25 0,0 0 0,0 0 0,24 0 0,-24 0 16,0 0-16,0 25 0,25-25 0,-25 0 0,0 0 0,0 0 15,0 0-15,25 0 0,-25 0 0,0 0 16,0 0-16,25 25 0,-25-25 0,0 0 16,25 0-16,-25 0 0,0 0 0,0 0 0,24 0 0,-24 24 0,0-24 0,0 0 0,0 0 15,0 0-15,0 0 0</inkml:trace>
  <inkml:trace contextRef="#ctx0" brushRef="#br0" timeOffset="527.03">1885 1984 0,'0'0'16,"0"0"-16,-25 0 0,25 0 0,0 0 0,0 0 0,0 0 0,-24 0 15,24 0-15,0 0 16,0 0-16,0 0 0,0 0 0,0 0 0,24 0 0,-24 0 15,0 0-15,0 0 0,0 0 0,25 0 0,-25-24 0,0 24 0,25 0 0,-25 0 0,25 0 16,-25-25-16,25 25 0,-1 0 0,-24 0 0,25 0 0,-25-25 16,25 25-16,-25 0 15,25 0-15,-25 0 0,25 0 0,-25 0 0,24-25 0,-24 25 0,25 0 16,-25 0-16,25 0 0,-25 0 0,0 0 0,25-25 0</inkml:trace>
  <inkml:trace contextRef="#ctx0" brushRef="#br0" timeOffset="1156.0661">2059 1488 0,'0'0'0,"-25"0"0,25 0 16,-25 0-16,25 0 0,-25 0 0,25 0 0,-24 0 0,24 0 0,-25 0 15,25 0-15,-25 25 0,25-25 0,-25 0 0,25 0 0,0 0 0,-25 25 16,25-25-16,-24 0 0,24 0 0,0 25 0,-25-25 15,25 0-15,0 24 16,-25-24-16,25 0 0,0 25 0,0-25 0,-25 25 0,25-25 0,0 25 16,0-25-16,0 25 0,-25-25 0,25 25 0,0-1 0,0-24 0,0 25 15,0-25-15,0 25 0,-24-25 0,24 25 0,0-25 0,0 25 0,0-1 0,0-24 16,0 25-16,0-25 0,0 25 0,0-25 15,0 25-15,0 0 0,0-25 0,0 24 16,0 1-16,0-25 0,0 25 0,24-25 0,-24 25 0,0 0 0,0-25 16,25 24-16,-25 1 0,0-25 0,25 25 0,-25 0 0,25 0 0,-25-25 15,25 24-15,-25 1 0,24-25 0,-24 25 0,25 0 0,0-25 16,-25 25-16,25-25 0,0 24 0,-1-24 0,-24 25 0,25-25 15,0 0-15,0 25 0,-25-25 16,25 0-16,-1 0 0,1 0 0,0 0 0,-25 0 0,25 0 16,0-25-16,-1 25 0,1 0 0,0-25 0,-25 25 0,25-24 0,0 24 31,-1-25-31,-24 0 15,25 25-15,0-25 0,-25 0 0,25 1 0,-25 24 0,25-25 0,-1 0 0,-24 25 0,25-25 0,-25 25 0,25-25 0,-25 25 0,0-24 0,25 24 0,-25-25 16,0 25-16,0-25 0,0 25 0,0-25 0,0 25 0,0 0 0,0-25 16,0 25-16,0-24 0,0 24 15,0-25-15,-25 25 0,25-25 0,0 25 0,-25-25 0,25 25 16,-25-25-16,25 25 0,0-24 0,-24 24 0,24-25 0,-25 25 0,25-25 15,-25 25-15,25-25 0,-25 25 0,25-25 0,-25 25 0,25-24 0,-24 24 16,24-25-16,-25 25 0,25-25 0,0 25 0,-25 0 16,25 0-16,0-25 0,-25 25 15,25 0-15,0 0 0,-25 0 0,25-25 0,0 25 0,-24 0 0,24 0 16,0 0-16,0 0 0,0 0 0,0 0 0,0 0 0,0 0 0,0 0 15,0 0-15,0 0 0</inkml:trace>
  <inkml:trace contextRef="#ctx0" brushRef="#br0" timeOffset="1552.0888">3125 1463 0,'0'0'0,"0"0"16,0 0-16,-24 0 0,24 0 0,0 0 0,0 0 0,0 0 0,0 0 16,0 0-16,0 0 0,0 25 0,0-25 0,0 0 0,24 25 0,-24-25 15,0 25-15,0-25 16,0 25-16,25-25 0,-25 24 0,0 1 0,0-25 0,25 25 15,-25 0-15,0 0 0,25-25 0,-25 25 0,0-1 0,0 1 0,0 0 16,25-25-16,-25 25 0,0 0 0,0-1 0,0-24 0,24 25 0,-24 0 16,0-25-16,0 25 0,0 0 0,0-25 0,0 24 15,0-24-15,25 25 0,-25-25 0,0 0 0,0 25 0,0-25 16,0 0-1,0 0-15,0 25 0,-25-25 0,25 0 0,0 0 0,0 0 0,0 0 16,0-25-16,0 25 0</inkml:trace>
  <inkml:trace contextRef="#ctx0" brushRef="#br0" timeOffset="1732.0991">3225 1786 0,'0'0'0,"0"0"0,0 0 16,0 0-16,0 0 0,0 0 0,24 0 0,-24 0 0,0 0 0,25-25 0,-25 25 16,0 0-16,25 0 0,-25 0 0,25 0 0,-25-25 0,25 25 0,-1 0 31,-24 0-31,25 0 0,-25 0 0,25 0 0,0 0 0,-25 0 0,25 0 0,-1-24 0,-24 24 15,25 0-15,0 0 0,-25 0 0,25 0 0,0-25 0,-25 25 0,24 0 16,-24-25-16,0 25 0,25-25 0,-25 25 0,0-25 0,25 25 16,-25 0-16,0-25 0,0 25 0</inkml:trace>
  <inkml:trace contextRef="#ctx0" brushRef="#br0" timeOffset="1940.111">3621 1513 0,'0'0'0,"0"-25"0,0 25 15,-24 0-15,24 0 0,0 0 0,0 0 0,-25 0 16,25 0-16,0 0 0,0 0 0,0 0 0,-25 0 16,25 0-16,0 0 0,0 0 15,0 0-15,0 25 0,0-25 0,0 0 0,0 25 0,0-25 0,0 25 16,0-25-16,0 24 0,0-24 0,0 25 0,0 0 0,0-25 0,0 25 15,25 0-15,-25 0 0,0-25 0,0 24 0,0 1 0,0 0 16,0-25-16,0 25 16,0 0-16,25-25 0,-25 24 0,0 1 0,0-25 0,0 25 0,0-25 15,0 25-15,0-25 0,0 25 0,0-25 0,0 0 0,0 24 0,0-24 0,0 0 16,0 25-16,0-25 0,0 0 0,24 0 0,-24 0 0,0 0 15,0 0-15,0 0 0,0 0 0,0-25 16</inkml:trace>
  <inkml:trace contextRef="#ctx0" brushRef="#br0" timeOffset="2459.1405">3994 1712 0,'0'0'15,"0"-25"-15,0 25 0,0 0 0,-25 0 0,25 0 16,0 0-16,0-25 0,0 25 0,-25 0 15,25 0-15,0 0 0,0 0 0,-25 0 0,25 0 0,0-25 16,0 25-16,0 0 0,-25 0 0,25 0 0,0 0 0,0 25 0,0-25 16,-24 0-16,24 0 0,0 0 0,0 25 0,0-25 0,0 0 15,-25 25-15,25-25 0,0 0 0,0 24 0,0-24 16,0 25-16,0-25 0,0 25 15,-25-25-15,25 25 0,0-25 0,0 25 0,0-1 0,0-24 0,0 25 16,0-25-16,25 25 0,-25-25 0,0 25 0,0-25 0,0 25 0,0-25 0,0 24 16,25-24-16,-25 0 0,0 25 0,0-25 0,24 0 15,-24 0-15,0 0 0,0 0 0,0 0 0,25 25 0,-25-25 16,0 0-16,0-25 15,25 25-15,-25 0 0,0 0 0,25 0 0,-25 0 0,25-25 16,-25 25-16,0 0 0,24 0 0,-24-24 0,25 24 0,-25 0 0,0-25 16,25 25-16,-25 0 0,0-25 0,25 25 0,-25-25 0,0 25 0,0 0 15,0-25 1,0 25-16,0 0 0,0-24 0,0 24 0,0 0 0,0-25 0,0 25 15,0 0-15,0 0 0,0 0 0,0-25 0,0 25 0,0 0 16,0 0-16,-25 0 0,25 0 0,0 0 0,0 0 0,0 0 0,0 0 16,0 25-16,0-25 0,0 0 0,0 0 0,0 0 0,0 25 0,0-25 15,0 0-15,0 24 0,0-24 0,0 25 0,0-25 0,0 25 16,0-25-16,0 25 0,0-25 15,0 25-15,0-25 0,0 24 0,25-24 0,-25 0 0,0 25 16,0-25-16,0 0 0,0 0 0,25 25 0,-25-25 0,0 0 0,0 0 0,0 0 31,24 0-15,-24 0-16,0 0 0,25 0 0,-25-25 0,0 25 0,25 0 0,-25 0 0,0-25 0,25 25 0,-25-24 0</inkml:trace>
  <inkml:trace contextRef="#ctx0" brushRef="#br0" timeOffset="2845.1627">4291 1712 0,'0'0'0,"0"0"0,0 0 16,0 0-16,0 0 0,0 24 0,0-24 0,0 0 15,0 25-15,0-25 0,0 0 16,0 25-16,0-25 0,0 25 0,0-25 0,0 25 16,0-25-16,0 0 0,0 24 0,0-24 0,0 25 0,0-25 0,0 0 15,0 25-15,0-25 0,0 25 0,0-25 0,0 0 0,25 25 0,-25-25 16,0 0-16,0 24 0,0-24 0,0 0 0,0 0 0,0 0 15,25 0-15,-25 0 0,0 25 16,0-25-16,0 0 0,0 0 0,0-25 0,25 25 0,-25 0 16,0 0-16,0 0 0,0-24 0,0 24 0,24 0 0,-24-25 0,0 25 15,0-25-15,0 25 0,25-25 0,-25 25 0,0-25 0,0 25 16,0-24-1,25-1-15,-25 25 0,0-25 16,0 25-16,25-25 0,-25 25 0,0-25 0,25 25 0,-25 0 0,0-24 0,0 24 0,0 0 0,24 0 0,-24 0 0,0 0 0,0 0 0,0 0 16,0 0-16,25 0 0,-25 24 0,0-24 0,0 0 15,0 25-15,0-25 0,0 0 16,0 25-16,0-25 0,0 25 0,0-25 0,0 0 0,0 25 0,0-25 15,0 0-15,0 24 0,0-24 0,0 0 0,0 25 0,25-25 16,-25 0-16,0 0 0,0 25 0,0-25 0,0 0 0,25 0 0,-25 0 16,0 0-16,25 0 0,-25 0 15,0 0-15,24-25 0,-24 25 0,25 0 16,-25 0-16,0 0 0</inkml:trace>
  <inkml:trace contextRef="#ctx0" brushRef="#br0" timeOffset="3294.1881">4837 1587 0,'0'0'0,"-25"0"15,25 0-15,0 0 0,0 0 0,-25 0 0,25 0 0,0 0 16,-25 0 0,25 25-16,0-25 0,0 0 0,0 25 0,-24-25 0,24 25 0,0-25 0,0 25 15,0-25-15,0 25 0,0-25 0,0 24 0,0 1 0,0-25 16,0 25-16,0-25 0,0 0 0,0 25 0,24-25 0,-24 25 0,0-25 31,0 0-31,0 0 0,25 24 0,-25-24 0,0 0 0,0 0 0,25 0 0,-25 0 0,0 0 0,25 0 16,-25 0-16,0 0 0,25 0 0,-25 0 0,0 0 0,25 0 0,-25 0 15,0-24-15,0 24 0,24 0 0,-24 0 16,0-25-16,0 25 0,0-25 0,0 25 15,0 0-15,0-25 0,0 25 0,0 0 0,0 0 0,0-25 0,0 25 0,0 0 16,0 0-16,0-24 0,0 24 0,0 0 0,0 0 0,0 0 16,0 0-16,0 0 0,0 0 0,0 0 0,0 0 0,0 0 15,0 24-15,0-24 0,0 0 16,0 25-16,0-25 0,0 25 0,0-25 0,0 25 15,0-25-15,0 25 0,0-25 0,0 24 0,0 1 0,0-25 0,0 25 0,0-25 16,0 25-16,0-25 0,25 25 0,-25-1 0,0-24 0,0 25 16,0 0-16,0-25 15,0 25-15,0 0 0,25-25 0,-25 24 0,0-24 0,0 25 0,0-25 16,0 25-16,0-25 0,0 0 0,0 25 0,0-25 0,0 0 15,0 25-15,0-25 0,0 24 0,0-24 0,0 0 0,-25 0 0,25 25 16,0-25-16,0 0 0,-25 25 0,25-25 0,0 25 0,0-25 16,-24 0-16,24 25 0</inkml:trace>
  <inkml:trace contextRef="#ctx0" brushRef="#br0" timeOffset="3453.1975">4465 2654 0,'0'0'0,"-25"0"0,25 0 15,0 0-15,0 0 0,-25 0 0,25 0 0,0 0 16,0 0-16,0 0 0,0 0 0,0 0 0,0 0 0,25 0 16,-25 0-16</inkml:trace>
  <inkml:trace contextRef="#ctx0" brushRef="#br0" timeOffset="4304.2462">5879 1811 0,'-25'0'0,"25"-25"15,0 25-15,-25 0 0,25 0 0,-25 0 16,25 0-16,-25 0 0,25 0 0,0 25 16,-24-25-16,24 0 0,0 0 0,-25 0 0,25 0 0,0 0 15,0 0-15,0 25 0,0-25 0,-25 0 0,25 0 0,0 0 16,0 24-16,0-24 0,0 0 0,0 25 0,25-25 0,-25 25 0,0-25 15,0 25-15,0 0 0,0-1 0,25-24 0,-25 25 16,0 0-16,0-25 0,0 25 0,24 0 16,-24-25-16,0 24 0,25-24 0,-25 25 0,0-25 0,0 0 15,25 0-15,-25 25 0,0-25 0,25 0 0,-25 0 0,0 0 0,25 0 16,-25 0-16,0 0 0,25 0 0,-25 0 0,0 0 0,24 0 15,-24 0-15,0 0 0,25-25 0,-25 25 0,0-25 16,25 25-16,-25 0 16,25-24-16,-25 24 0,0-25 15,25 0-15,-25 25 0,0-25 0,24 25 0,-24 0 0,0-25 0,0 25 0,0-24 0,0 24 0,25-25 16,-25 25-16,0-25 0,0 25 0,0-25 0,0 25 0,0 0 15,0-25-15,0 25 0,0 0 0,-25 0 0,25 0 0,0 0 0,0 0 16,0 0-16,0 0 0,0 0 0,0 0 0,0 0 0,0 0 16,0 25-16,0-25 0,0 0 0,0 25 0,0-25 0,0 0 15,0 25-15,0-25 16,0 25-16,0-25 0,0 24 0,0 1 0,0-25 0,0 25 15,0-25-15,25 25 0,-25-25 0,0 25 0,0-25 0,0 24 0,25-24 16,-25 0-16,0 25 0,25-25 0,-25 0 0,0 0 0,25 25 16,-25-25-16,0 0 0,24 0 0,-24 0 0,0 0 0,25 0 0,-25 0 15,0 0-15,25 0 0,-25 0 0,0-25 16,25 25-16,-25 0 0,0 0 0,0-25 15,25 25-15,-25-24 0,0 24 0,0 0 0,24-25 0,-24 25 16,0-25-16,0 25 0,0-25 0,0 0 0,0 25 16,0-24-16,0 24 0,0-25 0,0 25 0,0-25 0,0 25 0,0-25 15,0 25-15,0-25 0,0 25 0,0 0 0,0 0 0,0 0 0,0-24 16,0 24-16,0 0 0,0 0 15,0 0-15,0 0 0,0 0 0,0 24 0,0-24 16,0 0-16,0 0 0,0 25 0,0-25 0,0 25 0,0-25 16,0 25-16,0-25 0,0 25 0,0-25 0,0 24 0,25-24 0,-25 25 0,0-25 15,0 25-15,0-25 0,0 25 0,0-25 0,0 0 16,0 25-16,0-25 0,25 0 0,-25 0 0,0 24 0,25-24 15,-25 0-15,0 0 0,25 0 0,-25 0 16,24 0-16,-24-24 0,25 24 0,-25 0 0,25 0 0,-25-25 0,25 25 16,-25 0-16,25-25 0</inkml:trace>
  <inkml:trace contextRef="#ctx0" brushRef="#br0" timeOffset="4681.2676">6623 1811 0,'0'0'0,"0"0"0,-25 0 16,25-25-16,0 25 0,-25 0 0,25 0 0,0 0 0,0 0 0,-25 0 15,25 0-15,0 0 0,-24 0 0,24 25 0,0-25 0,0 0 16,0 0-16,0 0 0,-25 25 0,25-25 0,0 0 15,0 24-15,0-24 0,0 25 0,0-25 16,0 0-16,0 25 0,0-25 0,0 25 0,0-25 16,0 0-16,0 25 0,0-25 0,0 0 0,0 0 0,0 24 15,0-24-15,25 0 0,-25 0 0,0 0 0,0 25 0,0-25 16,24 0-16,-24 0 0,0 0 0,0 0 0,0 0 0,0 0 0,25 0 15,-25 0-15,0 0 0,0 0 0,25 0 0,-25-25 0,0 25 16,0 0-16,25-24 0,-25 24 0,0 0 0,0-25 0,0 25 16,0 0-16,0-25 15,0 25-15,0 0 0,0-25 0,0 25 0,0 0 0,0 0 0,0 0 16,0 0-16,0 0 0,0 0 0,0 0 0,0 0 0,25 0 15,-25 0-15,0 0 0,0 0 0,0 25 0,0-25 0,0 0 0,0 25 16,0-25-16,0 0 0,0 25 0,0-25 0,0 24 0,0-24 16,0 25-1,24-25-15,-24 25 0,0-25 0,0 25 0,0-25 0,0 0 16,0 25-16,0-25 0,0 0 0,0 24 0,25-24 0,-25 0 0,0 0 0,0 0 0,0 0 15,0 0-15,0 0 0,0 0 0,0 0 0,0 0 0,0-24 16,25 24-16,-25 0 0</inkml:trace>
  <inkml:trace contextRef="#ctx0" brushRef="#br0" timeOffset="4912.281">6648 1364 0,'0'0'0,"0"0"0,0 0 15,0-25-15,24 25 0,-24 0 0,0 0 0,0 0 0,25 0 16,-25-24-16,25 24 0,-25 0 0,25 0 0,-25 0 0,0 0 16,25 0-16,-25 0 0,24 24 0,-24-24 15,0 0-15,0 0 0,25 25 0,-25-25 16,0 25-16,0-25 0,0 25 0,0-25 0,0 25 0,0-25 0,-25 24 15,25 1-15,0-25 0,-24 25 0,24-25 0,-25 25 0</inkml:trace>
  <inkml:trace contextRef="#ctx0" brushRef="#br0" timeOffset="5699.326">7565 1712 0,'0'0'0,"0"0"0,-24 0 0,24 0 0,0-25 16,0 25-16,0 0 0,0 0 0,0 0 15,-25 0-15,25 0 0,0 0 0,0 0 0,0 0 0,0 0 0,0 25 16,0-25-16,0 0 0,25 24 0,-25-24 0,0 25 0,0-25 0,0 25 15,0-25-15,0 25 0,0-25 0,0 25 0,0-25 0,24 24 16,-24-24-16,0 25 0,0-25 0,0 0 0,0 25 0,0-25 16,25 25-16,-25-25 0,0 0 0,0 25 0,0-25 15,0 0-15,0 0 0,0 24 0,0-24 16,0 0-16,0 0 0,0 0 0,0 0 0,0 0 15,0 0-15,0 0 0,0 0 0,0 0 0,0 0 0,0 0 0,0 0 16,0 0-16,0-24 0,0 24 0,0 0 0,0 0 0,0-25 0,0 25 16,25 0-16,-25-25 0,0 25 0,0-25 0,0 0 15,25 25 1,-25-24-16,0 24 0,0-25 0,0 25 0,25-25 0,-25 0 0,0 25 0,0 0 15,24-25-15,-24 25 0,0 0 0,0-24 0,25 24 0,-25 0 0,0 0 16,0 0 0,0 0-16,25 0 0,-25 0 0,0 24 0,0-24 0,0 0 0,0 0 0,25 25 0,-25-25 0,0 0 15,0 25-15,0-25 0,0 0 0,0 25 0,0-25 0,0 25 0,0-25 16,25 24-16,-25-24 0,0 25 0,0-25 0,0 25 0,0-25 15,0 0-15,0 25 16,0-25-16,0 0 0,0 25 0,0-25 0,0 0 0,0 0 16,0 0-16,0 0 0,0 0 0,0 0 0,0 0 0,0 0 0,0 0 15,0 0-15,0 0 0,0 0 0,0 0 0,24-25 0,-24 25 16,0 0-16,0-25 0,0 25 0,0-25 0,0 25 0,0-25 0,0 25 15,0-24-15,0 24 0,0-25 0,25 25 0,-25-25 16,0 25-16,0-25 0,0 25 0,25-25 0,-25 25 0,0 0 16,0-24-16,25 24 0,-25-25 15,0 25-15,0 0 0,0 0 0,0-25 0,25 25 0,-25 0 16,0 0-16,0 0 0,0 0 0,0 0 0,0 25 0,0-25 15,24 0-15,-24 25 0,0-25 0,0 24 0,0-24 0,0 25 16,0-25-16,0 25 0,0-25 0,0 25 0,0-25 0,0 25 0,0-25 16,0 24-1,0 1-15,0-25 0,0 25 0,0-25 0,0 25 0,0-25 0,0 0 16,0 25-16,0-25 0,0 0 0,25 0 0,-25 24 0,0-24 0,0 0 15,25 0-15,-25 0 0,0 0 0,25 0 0,-25 0 0,25 0 0,-25 0 16</inkml:trace>
  <inkml:trace contextRef="#ctx0" brushRef="#br0" timeOffset="6127.3505">8210 1687 0,'0'0'0,"-24"0"0,24 0 16,0 0-16,-25 0 0,25 0 0,-25 0 0,25 0 0,0 0 15,-25 0-15,25 0 0,0 0 0,0 0 0,-25 0 0,25 0 0,0 25 16,0-25-16,-24 0 0,24 24 0,0-24 0,0 25 0,0 0 16,0-25-16,0 25 0,0-25 0,0 25 15,0-25-15,0 24 0,0-24 0,0 25 16,0-25-16,0 0 0,0 25 0,0-25 0,0 0 0,24 0 0,-24 25 0,0-25 0,0 0 15,0 0-15,25 0 0,-25 0 0,0 0 0,0 25 0,0-25 16,25 0-16,-25 0 0,0-25 0,25 25 0,-25 0 16,0 0-16,0 0 0,25 0 15,-25-25-15,0 25 0,24 0 0,-24-25 0,0 25 0,0 0 16,25-25-16,-25 25 0,0 0 0,0-24 0,0 24 0,0-25 0,0 25 15,25 0-15,-25-25 0,0 25 0,0 0 0,0 0 0,0-25 0,0 25 16,0 0 0,0 0-16,0 0 0,0 0 0,0 0 0,0 0 0,0 0 0,0 25 0,0-25 0,0 0 0,0 0 15,0 25-15,0-25 0,0 0 0,0 25 0,0-25 0,-25 0 16,25 24-1,0-24-15,0 25 0,0 0 0,0-25 0,0 25 0,0-25 0,0 25 0,0-25 16,25 0-16,-25 24 0,0-24 0,0 25 0,0-25 0,0 0 0,0 25 16,25-25-16,-25 0 0,25 0 0,-25 0 0,24 0 15,-24 0-15,25 0 0,-25 0 16,25-25-16,0 25 0,-25 0 0,25-25 0,-25 25 0</inkml:trace>
  <inkml:trace contextRef="#ctx0" brushRef="#br0" timeOffset="6488.3711">8855 1339 0,'0'0'0,"0"0"16,0 0-16,0 0 0,-25 0 0,25 0 0,0 25 0,0-25 16,-24 0-16,24 25 15,0-25-15,0 0 0,0 25 0,0-25 0,0 25 0,0-1 0,0-24 0,0 25 16,0 0-16,24 0 0,-24 0 0,0-1 0,0 1 0,0 0 0,0-25 15,0 25-15,0 0 0,25 0 0,-25-1 0,0 1 16,0 0-16,0 0 0,0-25 0,0 25 0,0-1 16,25 1-16,-25-25 0,0 25 15,0-25-15,0 25 0,0-25 0,0 25 0,0-25 0,0 24 0,0-24 16,0 25-16,0-25 0,0 25 0,0-25 0,0 0 0,0 25 0,0-25 47,0 0-47,0 25 0,0-25 0,0 0 0,0 0 0,0 24 0,0-24 0</inkml:trace>
  <inkml:trace contextRef="#ctx0" brushRef="#br0" timeOffset="6646.3801">8756 1935 0,'0'-25'0,"0"25"16,0 0-16,0 0 0,0-25 0,0 25 0,0 0 0,-25 0 16,50 0-16,-25-25 0,0 25 15,0 0-15,0 0 0,0 0 0,25-24 0,-25 24 16,0 0-16,25-25 0,-25 25 0,0 0 0,24 0 15,-24 0-15,25 0 0,-25 0 0,25 0 0,-25 0 0,25 0 0,-25 0 16,0 0-16,25 0 0,-25 0 0,24 25 0,-24-25 0,25 0 0,-25 24 16,0-24-16,25 0 0,-25 25 0,0-25 0</inkml:trace>
  <inkml:trace contextRef="#ctx0" brushRef="#br0" timeOffset="6947.3974">9153 2084 0,'0'0'16,"0"0"-16,0 0 0,0 0 0,-25 0 0,25 0 15,0 0-15,0-25 0,0 25 0,0 0 16,0-25-16,0 25 0,-25-25 0,25 25 0,0-25 0,0 25 15,25 0-15,-25-24 0,0 24 0,0-25 0,0 25 0,0-25 0,0 25 16,25-25-16,-25 25 0,0 0 0,0-25 0,0 25 0,0 0 16,0 0-16,25 0 0,-25 0 0,0 0 0,0 0 0,0 0 15,0 0-15,25 0 16,-25 0-16,0 0 0,0 0 0,0 0 0,24 0 0,-24 0 0,0 0 15,0 25-15,0-25 0,25 0 0,-25 0 0,0 0 0,0 25 0,0-25 0,25 0 16,-25 25-16,0-25 0,0 25 0,0-25 0,0 24 16,0 1-16,0-25 15,0 25-15,0-25 0,0 25 0,0-25 0,0 0 0,0 25 16,25-25-16,-25 0 0,0 24 0,0-24 0,0 0 0,0 0 0,25 0 0,-25 0 15,0 0-15,24 0 0,-24 0 0,25 0 0,0 0 0,-25-24 16</inkml:trace>
  <inkml:trace contextRef="#ctx0" brushRef="#br0" timeOffset="7422.4245">9699 1811 0,'0'0'16,"0"0"-16,-25-25 0,25 25 0,0 0 0,0 0 0,-25 0 16,25-25-16,-25 25 0,25 0 0,0 0 15,-25 0-15,25 0 0,0 0 0,-24 0 0,24 0 16,-25 0-16,25 0 0,0 0 0,-25 0 0,25 0 0,0 0 15,0 0-15,-25 0 0,25 0 0,0 0 0,0 0 0,-25 0 0,25 25 16,0-25-16,0 0 0,0 25 0,0-25 0,0 0 0,-24 25 16,24-25-16,0 24 15,0-24-15,0 25 0,0-25 0,0 25 0,24-25 0,-24 25 0,0-25 16,0 0-16,0 25 0,0-25 0,0 0 0,0 24 0,0-24 0,25 0 15,-25 25-15,0-25 0,0 0 0,0 25 0,25-25 0,-25 0 16,0 0-16,0 0 16,0 0-16,25 0 0,-25 0 0,0 0 0,25 0 0,-25 0 0,0 0 15,24 0-15,-24-25 0,25 25 0,-25 0 0,25 0 0,-25-25 0,0 25 16,25 0-16,-25-24 0,0 24 0,25-25 0,-25 25 0,0-25 0,24 25 15,-24 0-15,0-25 0,0 25 0,0-25 0,0 25 16,0 0-16,0-24 16,0 24-16,0 0 0,0-25 0,0 25 0,0 0 0,0 0 0,0 0 15,0 0-15,0-25 0,-24 25 0,24 0 0,0 0 0,0 0 0,0 0 0,0 0 16,0 0-16,0 0 0,0 0 0,0 25 0,0-25 0,0 0 15,0 0-15,0 25 0,0-25 16,0 0-16,0 24 0,0-24 0,0 25 0,0-25 16,0 0-16,0 25 0,0-25 0,0 25 0,0-25 0,0 0 0,24 0 15,-24 25-15,0-25 0,0 0 0,0 0 0,0 0 0,0 0 0,25 24 16,-25-24-16,0 0 0,0 0 0,0 0 0,25 0 0,-25 0 15,0 0-15,0 0 16,25-24-16,-25 24 0,0 0 0,25 0 0,-25 0 0,0 0 0,24-25 0</inkml:trace>
  <inkml:trace contextRef="#ctx0" brushRef="#br0" timeOffset="7767.4442">9897 1712 0,'0'0'16,"0"0"-16,0 0 0,0 0 0,0 0 0,0 0 0,0 0 16,0 24-16,0-24 0,0 0 15,0 0-15,0 25 0,0-25 0,-25 0 0,25 25 0,0-25 0,0 0 16,0 0-16,0 25 0,0-25 0,0 25 0,25-25 0,-25 0 0,0 24 15,0-24-15,0 0 0,0 25 16,0 0-16,0-25 0,0 0 0,0 25 0,0-25 16,0 0-16,0 25 0,0-25 0,0 0 0,0 0 0,0 24 15,0-24-15,0 0 0,0 0 0,0 0 0,0 0 0,0 0 0,0 0 0,25 0 16,-25 0-16,0-24 0,0 24 0,0 0 0,0 0 15,25-25-15,-25 25 0,0 0 0,0-25 0,24 25 0,-24-25 16,0 25-16,25-25 16,-25 25-16,0-24 0,25 24 0,-25-25 0,0 25 0,25-25 0,-25 25 0,0 0 15,25-25-15,-25 25 0,0 0 0,25 0 0,-25 0 0,0 0 16,0 0-16,0 0 0,24 25 0,-24-25 0,0 0 0,0 0 0,0 25 15,0-25-15,0 0 0,0 25 0,0-25 16,0 0-16,0 24 0,0-24 0,0 25 0,0-25 16,0 25-16,0-25 0,0 0 0,0 25 0,0-25 15,0 25-15,0-25 0,0 24 0,0-24 0,0 0 0,0 0 0,0 25 16,0-25-16,0 0 0</inkml:trace>
  <inkml:trace contextRef="#ctx0" brushRef="#br0" timeOffset="8034.4595">9475 1612 0,'-24'0'0,"24"0"15,0 0-15,0 0 0,0 0 0,0 0 0,0-25 0,0 25 0,0 0 16,0 0-16,0 0 0,24 0 0,-24 0 0,0-24 16,25 24-16,-25 0 0,0 0 0,25 0 0,-25 0 0,25-25 15,-25 25-15,25 0 16,-25 0-16,24 25 0,-24-25 0,25 0 0,-25 0 0,25 0 15,-25 0-15,25 24 0,-25-24 0,25 25 0,-25-25 0,24 25 0,-24-25 0,0 25 16,0 0-16,25-25 0,-25 25 0</inkml:trace>
  <inkml:trace contextRef="#ctx0" brushRef="#br0" timeOffset="8207.4694">9723 2604 0,'0'25'0,"0"-25"0,0 0 15,0 0-15,0 25 0,-24-25 0,24 0 0,0 0 0,0 0 0,0 0 16,0-25-16,24 25 0,-24 0 0,0 0 0,0 0 16,0-25-16,0 25 0</inkml:trace>
  <inkml:trace contextRef="#ctx0" brushRef="#br0" timeOffset="10584.6054">10765 1712 0,'0'0'0,"0"0"0,0 0 0,0 0 16,0 0-16,0 0 0,0 0 0,0 0 0,0 0 15,25 0-15,-25 0 0,0 0 0,0 0 0,0 0 0,0 0 0,0 0 16,0 0-16,0 0 0,0 0 0,0 0 0,0 0 0,25 0 0,-25 0 16,0 0-16,0 0 0,0 0 0,0 0 0,0 0 15,0 0-15,0 0 0,0 0 0,0 0 16,0 0-16,0 0 0,0 0 0</inkml:trace>
  <inkml:trace contextRef="#ctx0" brushRef="#br0" timeOffset="10796.6175">10840 2208 0,'0'0'0,"0"0"15,0 0-15,0 0 0,0 0 0,0 0 0,0 0 0,0 0 16,0 0-1,0 0-15,0 0 0,0 0 0,0 0 0,0 0 0,0 0 0,0 0 16,0 0-16,0 0 0,0 0 0,0 0 0,0 0 0,0 0 0,0 0 16,0 0-16,0 24 0,0-24 0,0 0 0,0 0 0,0 0 15</inkml:trace>
  <inkml:trace contextRef="#ctx0" brushRef="#br0" timeOffset="11408.6525">11832 1538 0,'0'0'0,"0"25"0,0-25 16,0 0-16,0 0 0,0 0 0,0 24 0,0-24 15,0 0-15,25 25 16,-25-25-16,0 25 0,0-25 0,0 25 0,0-25 0,0 25 0,0 0 0,0-25 16,0 24-16,0-24 0,0 25 0,0 0 0,0-25 0,24 25 0,-24 0 15,0-25-15,0 24 0,0 1 0,0 0 0,0-25 16,0 25-16,0 0 0,0-25 0,0 24 15,0 1-15,0-25 0,0 25 0,0-25 0,0 25 0,0 0 0,0-25 16,0 24-16,0-24 0,0 25 0,25-25 0,-25 25 0,0-25 0,0 25 16,0-25-16,0 0 0,0 0 0,0 0 0,0 0 15,0 0 48,0 0-63,0 0 0,0 0 0,0 0 0,0 0 0</inkml:trace>
  <inkml:trace contextRef="#ctx0" brushRef="#br0" timeOffset="11685.6684">12129 1811 0,'0'0'0,"0"0"15,0 0-15,0 0 0,0-25 16,0 25-16,-24 0 0,24 0 0,0 0 0,0 0 0,0 25 15,-25-25-15,25 0 0,0 0 0,0 0 0,-25 0 0,25 0 0,0 0 16,0 0-16,-25 0 0,25 25 0,0-25 0,-25 0 0,25 0 0,0 24 16,-24-24-16,24 25 0,0-25 0,0 25 0,0-25 15,0 0-15,0 25 0,0-25 16,0 25-16,0-25 0,0 24 0,0-24 0,0 0 0,24 25 15,-24-25-15,0 0 0,0 25 0,0-25 0,25 0 0,-25 25 0,0-25 16,25 25-16,-25-25 0,25 0 0,-25 24 0,0-24 0,25 0 16,-25 0-16,24 25 0,-24-25 0,25 0 15,-25 0-15,0 0 0,25 25 0,-25-25 0,25 0 0,-25 0 16,25 0-16,-25 0 0,0-25 0,25 25 0,-25 0 0,24 0 15,-24 0-15,25 0 0,-25 0 0</inkml:trace>
  <inkml:trace contextRef="#ctx0" brushRef="#br0" timeOffset="11906.681">12378 1960 0,'0'0'0,"0"0"0,0-25 16,0 25-16,0 0 0,0-25 0,0 25 0,0 0 0,0-25 0,0 25 15,0 0-15,-25 0 16,25 0-16,0 0 0,0 0 0,0 0 0,0 0 0,0 0 0,0 0 0,0 0 0,0 0 16,0 0-16,0 0 0,0 0 0,0 0 0,0 0 15,0 25-15,0-25 0,0 25 0,0-25 0,0 25 0,0-25 16,25 24-16,-25 1 0,0-25 0,0 25 0,0 0 0,0 0 0,0-25 15,0 24-15,24 1 0,-24-25 0,0 25 16,0-25-16,25 0 0,-25 0 0,0 25 16,0-25-16,0 0 0,25 0 0,-25 0 0,0 0 0,0 0 0,25 0 15,-25 0-15,0 0 0,0 0 0,25-25 0,-25 25 0,0-25 0,0 25 16,0-25-16,24 1 15</inkml:trace>
  <inkml:trace contextRef="#ctx0" brushRef="#br0" timeOffset="12075.6907">12477 1612 0,'0'0'0,"0"0"0,0 0 15,0 0-15,0 0 0,0 0 0,0 0 0,0 0 0,0 0 0,0 25 16,0-25-16,0 0 0,0 25 0,0 0 0,0-25 0,0 25 16,0-25-1,0 24-15,0-24 0,0 25 0,0 0 0,0-25 0,0 25 0,0 0 0,0-25 0,0 24 16,25 1-16,-25-25 0,0 25 0,0-25 0,0 25 0</inkml:trace>
  <inkml:trace contextRef="#ctx0" brushRef="#br0" timeOffset="12788.7315">13742 1935 0,'0'0'0,"0"0"0,0 0 0,0 0 15,0 0-15,0 0 0,0-25 0,-25 25 0,25 0 0,0 0 16,25 0-16,-25-25 0,0 25 0,0 0 0,0-25 0,0 25 15,25-24-15,-25 24 0,0-25 16,24 25-16,-24-25 0,25 25 0,-25-25 0,25 25 0,-25-25 16,25 1-16,0-1 0,-25 25 0,24-25 0,1 0 0,-25 0 0,25 25 15,-25-25-15,25 1 0,-25-1 0,25 25 0,-25-25 0,0 0 16,24 25-16,-24-25 0,0 1 0,0 24 0,0 0 0,25-25 15,-25 25-15,0 0 0,0-25 0,0 25 0,0 0 0,-25 0 16,25 0-16,0 0 16,0-25-16,-24 25 0,24 0 0,0 0 0,-25 0 0,25 0 0,-25 0 15,25 0-15,-25 0 0,25 0 0,0 0 0,-25 0 0,25 0 16,0 0-16,0 25 0,-24-25 0,24 0 0,0 0 0,0 0 0,0 25 15,0-25-15,0 0 0,0 25 0,0-25 0,0 0 0,0 24 16,0 1 0,0-25-16,0 25 0,24 0 0,-24-25 0,0 25 0,0-1 0,25 1 0,-25-25 15,0 25-15,0 0 0,25 0 0,-25 0 0,0-25 0,0 24 0,25 1 16,-25 0-16,0-25 0,0 25 15,0-25-15,0 25 0,25-25 0,-25 24 0,0-24 0,0 25 0,0-25 16,0 25-16,0-25 0,0 0 0,0 0 0,24 25 0,-24-25 0,0 0 16,0 0-16,0 25 0,0-25 0,0 0 0,0 0 0,0 0 15,0 0-15,0 0 0,0 0 0,0 0 0,0 0 16,0 0-16,0 0 0,0 0 0,0 0 0,0 0 0,0 0 15,0 0-15,0 0 16,0-25-16,0 25 0,0 0 0,25-25 0,-25 25 0,0 0 0,0-25 16,0 25-16,25-25 0,-25 25 0,0-24 0,25 24 0,-25 0 0,0-25 15,0 25-15,25 0 0,-25-25 0,0 25 0,0 0 0,0 0 0,0 0 16,24 0-16,-24 0 15,0 0-15,0 25 0,0-25 0,0 0 0,0 25 16,0-25-16,0 0 0,25 24 0,-25-24 0,0 25 0,0-25 0,0 25 0,0-25 16,0 0-16,0 25 0,0-25 0,0 25 0,0-25 0,0 0 15,0 24-15,0-24 0,0 0 0,0 25 0,0-25 0,25 0 0,-25 25 16,0-25-16,0 0 15,0 0-15,0 25 0,0-25 0,25 0 0,-25 0 0,0 0 0,0-25 0,25 25 16,-25 0-16,24 0 0</inkml:trace>
  <inkml:trace contextRef="#ctx0" brushRef="#br0" timeOffset="13712.7843">14362 1761 0,'0'0'0,"0"0"15,0 0-15,0 0 0,0 0 0,0 0 0,0 0 0,0 25 16,0-25-16,0 0 0,0 0 0,0 25 15,0-25-15,0 0 0,0 25 0,0-25 16,0 0-16,0 24 0,0-24 0,0 25 0,0-25 0,0 0 0,25 25 16,-25-25-16,0 0 0,0 25 0,0-25 0,0 0 0,25 25 0,-25-25 15,0 0-15,0 24 0,24-24 0,-24 0 0,0 0 0,25 25 16,-25-25-16,0 0 0,25 0 0,-25 0 15,0 0-15,0 0 0,25 0 0,-25 0 0,25-25 0,-25 25 16,24 0-16,-24 0 0,0-24 0,25 24 0,-25 0 0,25 0 16,-25 0-16,25-25 0,0 25 0,-25 0 0,0 0 0,24-25 0,-24 25 15,0 0-15,25-25 0,-25 25 0,0 0 0,0-25 16,25 25-16,-25-24 0,0 24 0,0 0 0,0-25 0,0 25 15,0 0-15,0 0 16,0-25-16,-25 25 0,25 0 0,0 0 0,0 0 0,-25-25 16,25 25-16,0 0 0,0 0 0,-24 0 0,24-25 0,0 25 15,0 0-15,-25 0 0,25 0 0,0 0 0,0 0 0,-25 0 0,25 0 16,0 0-16,0 0 0,0 0 0,0 0 0,0 0 0,0 0 0,0 0 15,0 25-15,0-25 0,0 0 0,0 25 0,0-25 0,0 0 16,0 25-16,0-25 0,0 25 0,0-25 0,0 24 16,0-24-1,0 25-15,0-25 0,25 25 0,-25-25 0,0 25 0,0-25 0,0 0 0,0 25 0,0-25 0,25 0 16,-25 24-16,0-24 0,0 0 0,24 0 15,-24 25-15,0-25 0,25 0 0,-25 0 16,0 0-16,25 0 0,-25 0 0,0 0 0,25 0 0,-25 0 0,0 0 0,25 0 16,-25 0-16,0 0 0,24-25 0,-24 25 0,0 0 0,0-24 0,25 24 15,-25 0-15,0-25 0,0 25 0,25-25 0,-25 25 16,0-25-16,0 25 15,0-25-15,0 25 0,0-24 0,0 24 0,0-25 0,0 25 0,0 0 0,0-25 16,0 25-16,0-25 0,0 25 0,0 0 0,0-25 0,0 25 16,0 0-16,0 0 0,0 0 0,0 0 0,0 0 0,0 0 0,0 0 15,0 0-15,0 0 0,0 0 0,0 0 16,0 0-16,0 0 0,0 0 0,0 25 15,0-25-15,0 0 0,0 25 0,0-25 0,0 0 0,0 25 0,0-25 16,0 25-16,0-25 0,0 0 0,0 24 0,0-24 0,0 25 0,0-25 16,0 25-16,25-25 0,-25 0 0,0 25 0,0-25 15,0 25-15,0-25 0,0 0 0,0 24 0,0-24 16,25 0-16,-25 25 0,0-25 15,0 0-15,0 0 0,24 25 0,-24-25 0,0 0 0,0 0 0,25 0 0,-25-25 16,0 25-16,25 0 0,-25 0 0,0 0 0,25 0 0,-25-25 16,0 25-16,25 0 0,-25 0 0,24-24 0,-24 24 0,0-25 15,25 25-15,-25-25 0,25 25 0,-25-25 16,0 25-16,0-25 0,25 25 0,-25-24 0,0-1 15,0 25-15,25 0 0,-25-25 0,0 25 0,0 0 0,0 0 0,0-25 0,0 25 16,0 0-16,0 0 0,0-25 0,-25 25 0,25 0 0,0 0 16,0 0-16,0 0 0,0 0 0,0 25 0,0-25 15,0 0-15,0 0 0,0 25 16,0-25-16,0 25 0,0-25 0,0 25 0,0-25 0,0 0 15,0 24-15,0-24 0,0 25 0,0-25 0,0 25 0,0-25 16,0 0-16,0 25 0,0-25 0,25 0 0,-25 25 0,0-25 0,0 0 0,0 24 16,0-24-16,0 0 0,0 0 0,0 25 0,0-25 0,0 0 15,0 0-15,24 0 16,-24 0-16,0 0 0,0 0 0,0 0 0,0 0 0,0 0 0,0 0 15,0-25-15</inkml:trace>
  <inkml:trace contextRef="#ctx0" brushRef="#br0" timeOffset="13953.7981">14784 1587 0,'-25'0'0,"25"-24"15,0 24-15,0 0 0,0-25 0,0 25 0,0 0 0,0 0 16,0-25-16,0 25 0,25 0 15,-25-25-15,0 25 0,0 0 0,24 0 0,-24 0 16,0-25-16,25 25 0,-25 0 0,0 0 0,25 0 0,-25-24 0,25 24 0,-25 0 16,0 0-16,25 0 0,-25 0 0,0 0 0,0 0 0,24 0 15,-24 0-15,0 0 0,0 24 0,0-24 0,25 0 0,-25 25 16,0-25-16,0 0 15,0 25-15,0 0 0,0-25 0,0 25 0,0-25 0</inkml:trace>
  <inkml:trace contextRef="#ctx0" brushRef="#br0" timeOffset="14146.8091">14833 2381 0,'0'0'0,"0"25"15,-25-25-15,25 0 0,0 0 0,0 25 0,0-25 0,0 0 0,0 0 0,0 0 16,0 0-16,0 0 0,0 0 0,0 0 0,0 0 15,0 0-15,0 0 0,0 0 16,0 0-16,0 0 0,0 0 0,0 0 0,0 0 0,0 0 16,0 0-16,0-25 0,0 25 0,0 0 0,0-25 0,0 25 15,0-25-15</inkml:trace>
  <inkml:trace contextRef="#ctx0" brushRef="#br0" timeOffset="14319.819">14461 1587 0,'0'0'0,"-25"-24"0,25 24 16,0 0-16,0 0 0,-24 0 0,24 0 0,0 0 0,0-25 0,0 25 16,0 0-16,0 0 0,0 0 0,0 0 0,0 0 0,0 25 15,0-25 1,24 0-16,-24 0 0,0 0 0,0 0 0</inkml:trace>
  <inkml:trace contextRef="#ctx0" brushRef="#br0" timeOffset="15050.8608">15999 1960 0,'0'0'0,"0"-25"0,0 25 16,0 0-16,0 0 0,0 0 0,0 0 0,0 0 15,0 0-15,0-25 0,0 25 0,0 0 0,0 0 0,25-25 16,-25 25-16,0 0 15,0-25-15,25 25 0,-25-24 0,0 24 0,24-25 0,-24 25 0,0-25 16,25 25-16,-25 0 0,25-25 0,-25 25 0,0-25 0,25 25 0,-25-24 16,0 24-16,0-25 0,25 25 0,-25-25 0,0 25 0,0-25 15,0 25-15,0 0 0,0 0 0,0 0 0,0-25 16,0 25-16,0 0 0,0 0 0,0 25 15,0-25-15,0 0 0,0 0 0,0 0 0,0 0 0,0 0 16,0 0-16,0 0 0,0 0 0,-25 0 0,25 0 0,0 0 0,0 0 16,0 0-16,0 0 0,0 0 15,0 0-15,0 0 0,25 0 0,-25 0 0,0 25 0,0-25 16,0 0-16,24 0 0,-24 0 0,0 0 0,25-25 0,-25 25 15,0 0-15,25 0 0,-25 0 0,25 0 0,-25 0 0,0 25 0,25-25 16,-25 0-16,24 0 0,-24 0 0,0 0 0,25 25 0,-25-25 0,25 0 16,-25 0-16,25 0 0,-25 0 15,25 0-15,0 0 0,-25 0 0,24 0 0,1 0 0,-25 25 16,25-25-16,0 0 0,-25 0 0,25 0 0,-1 0 0,-24 0 15,25 0-15,-25 24 0,0-24 0,25 0 0,-25 0 0,0 0 16,0 25-16,25-25 0,-25 0 0,0 25 0,0-25 0,0 0 16,0 25-16,0-25 0,0 25 0,0-25 0,-25 24 0,25-24 15,0 25-15,0-25 0,0 25 0,0-25 16,0 0-16,0 25 0,0-25 0,0 0 0,0 0 0,0 0 15,0 0-15,0 0 0,0 0 0,0 25 0,0-25 0,0 0 0,25 0 16,-25 0-16,0 0 0,0 0 0,0 0 0,0 0 16,0 0-16,25 0 0,-25 0 0,0 0 0,24 0 0,-24-25 15,25 25-15,-25 0 0,25 0 16,-25 0-16,25-25 0,-25 25 0,25 0 0,-25 0 0,24 0 15,-24-25-15,25 25 0,-25 0 0,25-25 0,-25 25 0,25-24 16</inkml:trace>
  <inkml:trace contextRef="#ctx0" brushRef="#br0" timeOffset="15402.881">17214 1488 0,'0'-25'0,"0"25"0,0 0 15,-24 0-15,24 0 0,0 0 0,0 0 0,0 0 0,0 0 16,0 0-16,0 0 0,0 0 0,0 25 0,0-25 0,-25 0 0,25 25 0,0-25 15,0 0-15,0 25 0,-25-25 16,25 25-16,0-25 0,0 24 0,0-24 0,0 25 0,-25-25 16,25 25-16,0 0 0,0-25 0,0 25 0,0 0 0,0-1 0,-25 1 0,25 0 15,0-25-15,0 25 0,0 0 0,0-1 0,0-24 0,0 25 31,0 0-31,0-25 0,0 25 0,25-25 0,-25 25 0,0-25 0,25 24 0,-25-24 16,0 0-16,25 25 0,-25-25 0,25 0 0,-1 0 0,-24 0 0,25 0 0,0 0 16,-25 0-16,25-25 0,0 25 0,-1 0 0,1 0 0,-25-24 15,25 24-15</inkml:trace>
  <inkml:trace contextRef="#ctx0" brushRef="#br0" timeOffset="15835.9058">17735 1513 0,'0'0'0,"0"-25"15,0 25-15,0 0 0,0 0 0,-24 25 0,24-25 0,0 0 16,0 0-16,-25 0 0,25 0 0,0 0 0,-25 25 0,25-25 0,-25 0 0,25 25 16,0-25-16,-25 0 0,25 24 0,0-24 0,-24 25 0,24 0 15,-25-25 1,25 25-16,-25 0 0,25-25 0,0 25 0,-25-1 0,25 1 0,-25-25 15,25 25-15,-25 0 0,25 0 0,-24-25 0,24 24 0,-25 1 0,25-25 0,0 25 16,-25-25-16,25 25 0,0-25 0,-25 0 0,25 25 0,0-25 16,0 0-1,0 24-15,0-24 0,-25 0 0,25 0 0,0 0 0,0 0 0,0 0 0,0 0 16,0 0-16,0 0 0,0 0 0,25 0 0,-25 0 0,0 0 15,0 0-15,25-24 0,-25 24 0,0 0 0,25-25 0,-25 25 0,25-25 16,-25 25-16</inkml:trace>
  <inkml:trace contextRef="#ctx0" brushRef="#br0" timeOffset="16090.9203">17661 1563 0,'0'0'0,"0"0"15,0 0-15,0 0 0,0 0 0,0 0 0,0 0 16,25 0-16,-25 0 0,0 0 15,0 0-15,0 24 0,25-24 0,-25 0 0,0 0 0,0 25 16,24-25-16,-24 25 0,0-25 0,0 0 0,25 25 0,-25-25 0,0 25 0,25-25 16,-25 25-16,0-1 0,0-24 0,25 25 0,-25-25 0,0 25 15,25-25 1,-25 25-16,0-25 0,24 25 0,-24-25 0,0 24 0,0-24 0,25 25 0,-25-25 15,0 0-15,25 25 0,-25-25 0,0 0 0,0 0 0,0 25 0,25-25 16,-25 0-16,0 0 0,0 0 16,0 25-16,0-25 0,0 0 0,0 0 0,0 0 15,0 0-15</inkml:trace>
  <inkml:trace contextRef="#ctx0" brushRef="#br0" timeOffset="16282.9313">17462 1860 0,'-24'0'16,"24"0"-16,0 0 0,0 0 15,0-24-15,0 24 0,0 0 0,0 0 0,0 0 0,0 0 0,24 0 16,-24 0-16,0 0 0,25 0 0,-25-25 0,25 25 0,-25 0 0,25 0 16,0 0-16,0 0 15,-1 0-15,-24 0 0,25 0 0,0 0 0,0-25 0,24 25 16,-24 0-16,0 0 0,0 0 0,0-25 0,-25 25 0,24 0 0,1 0 0,0 0 15,0-25-15</inkml:trace>
  <inkml:trace contextRef="#ctx0" brushRef="#br0" timeOffset="16546.9464">18008 1389 0,'0'0'15,"0"0"-15,0 0 0,0 0 0,25 0 0,-25 0 16,0 0-16,25 0 0,-25 0 15,0 0-15,25 0 0,-25 25 0,0-25 0,24 25 0,-24-25 0,25 24 0,-25-24 0,25 25 16,-25 0-16,25-25 0,-25 25 0,25 0 0,-25-25 0,24 24 16,-24 1-16,25 0 0,-25 0 0,0-25 0,25 25 15,-25 0-15,0-1 0,0 1 0,0-25 0,0 25 0,0 0 16,0 0-16,0-25 0,0 24 0,0 1 0,0 0 15,0-25-15,0 25 0,-25 0 0,25-25 0,0 24 0,-25-24 16,25 25-16,-24-25 0,24 25 16,-25-25-16,25 0 0</inkml:trace>
  <inkml:trace contextRef="#ctx0" brushRef="#br0" timeOffset="17025.9738">18777 1662 0,'0'0'0,"0"0"0,0 0 0,-25 0 0,25 0 0,0 0 15,0 0-15,0 0 16,0 0-16,0 0 0,0 0 0,0 0 0,0 0 0,0 0 0,0 0 15,0 0-15,0 0 0,0 0 0,0 0 0,25 0 0,-25 0 0,0 0 16,0 0-16,0 0 0,0 25 0,0-25 0,0 0 0,0 0 16,0 0-16,0 0 0,0 0 0,0 0 0,25 0 0</inkml:trace>
  <inkml:trace contextRef="#ctx0" brushRef="#br0" timeOffset="17216.9847">18876 1984 0,'-24'25'0,"24"-25"15,0 0-15,0 0 0,0 0 0,0 0 0,0 0 0,0 0 16,0 0-16,0 0 0,0 0 0,0 0 0,0 0 0,0 0 16,0 0-16,0 0 0,0 0 0,0 0 0,0 0 0,0 0 15,0 0 1,0 0-16,0 0 0,0 0 0,0 0 0,0 0 0,0 0 15,0 0-15,-25 25 0</inkml:trace>
  <inkml:trace contextRef="#ctx0" brushRef="#br0" timeOffset="17747.0151">19397 1339 0,'0'0'0,"0"0"16,0 0-16,0 0 0,0 0 0,0 0 0,0 25 0,0-25 0,0 0 0,0 25 15,0-25-15,0 25 0,0 0 0,0-25 0,0 24 16,0 1-16,0-25 15,0 25-15,0 0 0,0 0 0,0-1 0,0 1 0,0 0 0,0 0 16,0 0-16,0 0 0,0-1 0,0 1 0,0 0 0,0-25 0,0 25 16,0 0-16,0-1 0,0-24 0,0 25 0,25 0 0,-25 0 0,0-25 15,0 25 1,0-25-16,0 24 0,0 1 0,0-25 0,0 0 0,0 25 0,0-25 15,0 0-15,0 25 0,0-25 0,0 0 0,0 0 0,25 0 0,-25 25 0,0-25 16,0 0-16,0 0 0,0-25 0,0 25 0,25 0 0,-25 0 16,0-25-16,24 25 0,-24 0 15,25-25-15,-25 25 0,25-25 0,-25 25 0</inkml:trace>
  <inkml:trace contextRef="#ctx0" brushRef="#br0" timeOffset="18119.0363">19695 1836 0,'0'0'0,"0"0"0,0 0 16,0-25-16,0 25 0,0 0 15,0 0-15,0 0 0,0 0 0,-25 0 0,25 0 0,0 0 0,0 0 16,0 0-16,0 0 0,-25 0 0,25 0 0,0 25 0,0-25 0,0 0 15,0 0-15,0 24 0,-24-24 0,24 0 0,0 25 0,0-25 16,0 0 0,0 25-16,0-25 0,0 25 0,0-25 0,0 0 0,0 25 0,0-25 0,0 24 0,0-24 0,0 0 15,0 25 1,0-25-16,0 25 0,0-25 0,0 25 0,0-25 0,0 0 0,0 25 0,24-25 15,-24 0-15,0 0 0,0 24 0,0-24 0,25 0 0,-25 0 16,0 0-16,0 0 0,0 0 0,25 0 0,-25 0 0,0 0 0,0 0 16,25 0-16,-25-24 0,0 24 0,25-25 0,-25 25 15,0-25-15,0 25 0,0-25 16,24 25-16,-24-25 0,0 1 0,0 24 0,0 0 0,0-25 0,0 25 0,0 0 0,0 0 15,0-25-15,0 25 0,0 0 0,0 0 0,0 0 0,0 0 16,0 0-16,0 25 16,0-25-16,0 0 0,0 0 0,0 0 0,0 25 0,0-25 15,0 0-15,0 24 0,0-24 0,0 25 0,0-25 0,0 0 0,0 25 16,0-25-16,0 25 0,0-25 0,25 0 0,-25 25 0,0-25 15,0 0-15,0 0 0,0 0 0,0 0 0,0 0 0,0 0 16,0 0-16,0 0 16,0 0-16,0 0 0,0-25 0,0 25 0</inkml:trace>
  <inkml:trace contextRef="#ctx0" brushRef="#br0" timeOffset="18277.0454">19621 1662 0,'0'0'0,"-25"-25"15,25 25-15,0 0 0,0 0 0,0 0 0,0-25 16,0 25-16,0 0 0,0 0 15,0 0-15,0 0 0,0 0 0,25 0 0,-25 0 0,24 0 0,-24 25 0,25-25 16,0 0-16,-25 0 0,25 0 0,0 0 0,-1 0 0,1 25 16,0-25-16,0 0 0,0 25 15,-1-25-15,-24 0 0</inkml:trace>
  <inkml:trace contextRef="#ctx0" brushRef="#br0" timeOffset="19055.0899">20637 1662 0,'-24'-25'0,"24"25"0,0 0 15,0 0-15,-25-25 0,25 25 0,0 0 0,0 0 0,0 0 16,0 0-16,-25 0 0,25 25 0,0-25 0,0 0 0,0 0 0,0 25 16,0-25-16,0 0 0,0 25 0,0-25 0,0 25 0,25-25 0,-25 24 15,0-24-15,25 25 0,-25 0 0,24-25 16,-24 25-16,25-25 0,-25 25 0,25-1 0,-25-24 0,25 25 15,0-25-15,-25 25 0,25-25 0,-1 25 16,1-25-16,-25 0 0,25 25 0,0-25 0,-25 24 0,25-24 0,-25 0 0,24 25 16,-24-25-16,25 0 0,-25 25 0,0-25 0,0 0 0,25 0 15,-25 0-15,0 25 0,0-25 0,0 0 0,-25 0 16,25 0-16,0 0 0,0 0 15,0 0-15,-25 0 0,25 0 0,-24 0 0,24 0 0,-25 0 16,25 25-16,-25-25 0,25 0 0,0 0 0,-25 0 0,25 0 0,0 0 16,-25 0-16,25 0 0,0-25 0,0 25 0,0 0 0,0 0 15,0 0-15,0 0 16,25 0-16,-25-25 0,0 25 0,25 0 0,-25-25 0,25 25 0,-25-25 0,25 25 15,-25-24-15,24 24 0,1 0 0,-25-25 0,25 25 0,0-25 0,-25 25 16,25-25 0,-1 25-16,-24 0 0,25-25 0,-25 25 0,25-24 0,-25 24 0,25 0 0,-25 0 15,0 0-15,25-25 0,-25 25 0,0 0 0,0 0 0,0 0 16,0 0-16,0 0 0,0 0 0,0 0 0,0 0 0,0 0 0,0 0 15,0 0-15,-25 0 0,25 0 0,0 0 0,0 25 16,0-25-16,0 0 0,0 0 16,-25 24-16,25-24 0,0 0 0,0 0 0,0 25 0,0-25 0,0 25 15,0 0-15,0-25 0,0 0 0,0 25 0,0-25 0,0 24 16,0-24-16,0 25 0,0-25 0,0 0 0,0 25 0,0-25 0,25 0 15,-25 0 1,0 0-16,0 25 0,0-25 0,0 0 0,0 0 0,0 0 0,0 0 0,25 0 16,-25 0-16,0-25 0,0 25 0,0 0 0,0 0 0,0-25 15,0 25-15,24 0 0,-24-25 0,0 25 0,0-24 0,-24 24 16,24-25-16,0 25 0,0-25 0,0 25 0,-25-25 0,25 25 0,0-25 15,-25 25-15,25-24 0,0-1 16,-25 25-16,25-25 0,0 25 0,-25-25 0,25 0 0,0 25 0,0-24 16,0 24-16,-24-25 0,24 25 0,0 0 0,0-25 0,24 25 15,-24 0 1,0-25-16,0 25 0,0 0 0,25 0 0,-25 0 0,25 0 0,-25-25 0,0 25 15,25 0-15,-25 25 0,25-25 0,-25 0 0,24 0 0,-24 0 16,25 0-16,-25 0 0,25 25 0,-25-25 0,25 0 0,-25 0 0,0 25 16,25-25-16,-25 0 0,0 25 0,0-25 0,24 0 0,-24 24 0,0-24 15,0 0 1,0 25-16,0-25 0,0 0 0,25 0 0,-25 0 0,0 0 0</inkml:trace>
  <inkml:trace contextRef="#ctx0" brushRef="#br0" timeOffset="19228.0998">21406 1463 0,'0'0'0,"0"0"0,0-24 0,0 24 16,0 0-16,0 0 0,0 0 0,0 24 0,-24-24 0,24 0 16,0 0-16,0 25 0,0-25 0,0 25 0,0-25 0,0 25 0,0-25 15,0 25-15,0-1 0,-25-24 0,25 25 0,0 0 0,0-25 16,0 25-1,0 0-15,0 0 0,0-25 0,0 24 0,0 1 0,25-25 0,-25 25 16</inkml:trace>
  <inkml:trace contextRef="#ctx0" brushRef="#br0" timeOffset="19741.1289">22225 1339 0,'-25'0'0,"25"0"16,-25 0-16,25 0 0,0 0 0,0 0 0,-24 0 0,24 25 15,0-25 1,0 0-16,0 25 0,0-25 0,0 25 0,0-25 0,0 25 0,0-1 15,0-24-15,0 25 0,0 0 0,0 0 0,0 0 0,0-25 0,0 24 16,0 1-16,24 0 0,-24 0 0,0-25 0,0 25 0,25 0 16,-25-1-16,0-24 0,0 25 0,25 0 0,-25-25 0,0 25 0,25-25 15,-25 25-15,0-25 0,0 24 0,25-24 0,-25 0 16,0 25-16,0-25 0,0 0 0,0 0 0,0 0 15,24 25-15,-24-25 0,0 0 0,0 0 16,0 0-16,0 0 0,0-25 0,0 25 0,0 0 16,0 0-16,0 0 0,0-25 0,0 25 0,0-24 0,25 24 0,-25-25 15,0 25-15,0-25 0,0 0 0,25 25 0,-25-25 0,0 25 16,0-24-16,0 24 0,25-25 0,-25 25 0,0-25 0,0 25 0,25 0 15,-25 0-15,0 0 16,0-25-16,24 50 0,-24-25 0,0 0 0,25 0 0,-25 0 0,0 25 16,0-25-16,0 25 0,0-25 0,0 0 0,0 24 0,25-24 15,-25 25-15,0-25 0,0 25 0,0-25 0,0 25 0,0-25 0,0 25 31,0-25-31,0 24 0,0-24 0,0 25 0,0-25 0,-25 25 0,25-25 0,0 25 0,0-25 0,25 0 0,-25 25 16,0-25-16,0 0 0,0 0 0,0 0 0,25 0 0,-25 0 16,0 0-16,25 0 0,-25 0 0,24 0 0,-24 0 15,25 0-15,-25 0 0,25-25 16,-25 25-16</inkml:trace>
  <inkml:trace contextRef="#ctx0" brushRef="#br0" timeOffset="20163.1531">22796 1736 0,'0'-24'0,"0"24"0,0 0 15,-25-25-15,25 25 0,0-25 0,0 25 0,-25-25 0,25 25 0,0 0 0,0-25 16,-25 25-16,25 0 0,0 0 0,-25 0 0,25-25 15,0 25-15,-25 0 16,25 0-16,-24 0 0,24 0 0,0 25 0,-25-25 0,25 0 0,-25 0 16,25 25-16,0-25 0,0 0 0,-25 25 0,25-25 0,0 25 0,0 0 15,0-25-15,0 24 0,0-24 0,0 25 0,0-25 0,0 25 0,0-25 16,0 25-16,0-25 0,0 25 0,0-25 0,25 0 15,-25 24-15,0-24 16,0 0-16,25 25 0,-25-25 0,0 0 0,25 0 0,-25 0 0,24 0 16,-24 0-16,0 0 0,25 0 0,-25 0 0,25 0 0,-25 0 0,25 0 15,-25 0-15,25 0 0,-25 0 0,0-25 0,25 25 0,-25 0 0,0-24 16,24 24-16,-24 0 0,0-25 0,0 25 0,0 0 15,0-25-15,0 25 0,25 0 16,-25-25-16,0 25 0,0 0 0,0-25 0,0 25 0,0 0 16,0-24-16,-25 24 0,25 0 0,0 0 0,0 0 0,0 0 15,0 0 1,0 0-16,0 0 0,0 0 0,0 24 0,0-24 0,-24 0 0,24 0 0,0 25 0,0-25 0,0 0 0,0 0 15,0 25-15,0-25 0,-25 0 0,25 25 16,0-25-16,0 0 0,0 25 0,0-25 0,0 0 0,0 24 16,0-24-16,0 0 0,0 25 0,0-25 0,0 0 0,0 25 0,0-25 15,0 25-15,25-25 0,-25 0 0,0 0 0,0 0 0,0 0 0,24 0 16,-24 0-16,0 0 0,25 0 0,-25 0 0,0-25 15,0 25-15,25 0 0,-25-25 16</inkml:trace>
  <inkml:trace contextRef="#ctx0" brushRef="#br0" timeOffset="20547.1751">22969 1662 0,'0'-25'0,"0"25"15,0 0-15,0 0 0,0 0 0,0 0 0,0 0 0,0 0 16,0 0-16,0 25 16,0-25-16,0 0 0,0 0 0,0 0 0,-25 25 0,25-25 15,0 0-15,0 25 0,0-25 0,0 24 0,0-24 0,0 0 0,0 25 0,0-25 0,0 25 16,0-25-16,0 0 0,0 25 0,0-25 0,0 0 15,0 25-15,0-25 16,0 0-16,0 24 0,0-24 0,0 0 0,0 25 0,0-25 16,25 0-16,-25 0 0,0 25 0,-25-25 0,25 0 0,0 0 0,0 0 0,25 0 15,-25 0-15,0-25 0,0 25 0,0 0 0,0 0 0,0 0 0,25 0 16,-25-25-16,0 25 0,0 0 0,0-24 0,25 24 15,-25 0-15,0-25 32,25 25-32,-25-25 0,0 25 0,24-25 0,-24 25 0,0-25 0,25 25 0,-25-24 0,25 24 0,-25 0 0,0-25 0,0 25 0,25 0 0,-25 0 0,0 0 15,0 0-15,25 0 0,-25 0 16,0 0-16,0 0 0,0 25 0,0-25 0,0 0 0,0 24 15,0-24-15,0 0 0,0 25 0,0-25 0,0 0 0,0 25 0,0-25 0,0 0 16,0 25-16,0-25 0,0 0 0,0 0 0,0 25 16,-25-25-16,25 0 0,0 24 15,0-24-15,0 0 0,0 25 0,25-25 0,-25 25 0,0-25 0,0 0 16,24 0-16,-24 25 0,0-25 0,25 0 0,-25 0 0,25 0 0,-25 0 15,25 0-15,-25 0 0,25 0 0</inkml:trace>
  <inkml:trace contextRef="#ctx0" brushRef="#br0" timeOffset="21027.2027">23440 1736 0,'0'-24'16,"0"24"-1,0-25-15,0 0 0,0 25 0,0-25 0,0 25 0,-24-25 0,24 25 0,0 0 16,0 0-16,0 0 0,0 0 0,0 0 0,0 0 0,-25 0 0,25 0 16,0 25-16,0-25 0,-25 0 0,25 25 0,0-25 0,0 25 15,0-25-15,-25 25 0,25-25 0,0 0 16,0 24-16,0-24 0,0 25 0,0-25 0,0 0 0,0 25 15,0-25-15,0 0 0,0 0 0,0 25 0,0-25 0,0 0 0,0 0 16,25 25-16,-25-25 0,0 0 0,0 0 0,25 0 16,-25 0-16,0 0 0,25 0 0,-25 24 15,0-24-15,24-24 0,-24 24 0,0 0 0,25 0 16,-25 0-16,0 0 0,0 0 0,25 0 0,-25-25 0,0 25 15,0 0-15,0 0 0,25-25 0,-25 25 0,0 0 0,0 0 0,0-25 0,0 25 16,0 0-16,0 0 0,0 0 0,0 0 0,0 0 16,0 0-1,0 0-15,0 0 0,0 0 0,0 0 0,0 0 0,0 25 0,0-25 16,0 0-16,0 25 0,0-25 0,0 0 0,-25 25 0,25-25 0,0 24 15,0 1-15,0-25 0,0 25 0,0-25 0,0 25 0,0-25 0,0 25 0,0-25 16,-25 24-16,25-24 0,0 25 16,0-25-16,0 25 0,0-25 0,-25 0 0,25 25 0,0 0 0,0-25 15,0 24-15,0-24 0,0 25 0,-24-25 0,24 25 0,0 0 16,0-25-16,0 25 0,0-25 0,-25 24 0,25-24 15,0 0-15,0 25 0,-25-25 16,25 25-16,0-25 0,0 25 0,-25-25 0,25 25 0,0-25 0,-25 0 16,25 24-16,0-24 0,-24 0 0,24 0 0,0 0 0,-25 0 0,25 0 15,-25-24-15,25 24 0,0 0 0,-25-25 0,25 25 0,-25 0 16,25-25-16,-24 25 0,24-25 15,-25 0-15,25 25 0,-25-24 0,25-1 0,-25 0 0,0 0 0</inkml:trace>
  <inkml:trace contextRef="#ctx0" brushRef="#br0" timeOffset="21209.2131">22845 1389 0,'0'0'16,"-25"-25"-16,25 25 0,0 0 0,0 0 0,0 0 16,-24 0-16,24 0 0,0-25 15,0 25-15,0 0 0,0 0 0,24 0 0,-24-24 0,0 24 0,0 0 16,25-25-16,-25 25 0,0 0 0,25 0 0,0 0 0,-25 0 0,25 0 15,-1 0-15,-24 0 0,25 0 0,0 0 0,0 0 0,-25 0 16,25 25-16,-1-25 0,1 0 0,0 0 16,0 24-16,0-24 0,-1 0 0,1 25 15</inkml:trace>
  <inkml:trace contextRef="#ctx0" brushRef="#br0" timeOffset="21546.2324">24160 1637 0,'-25'0'0,"25"0"0,0 0 16,0 0-16,0-25 0,0 25 0,0 0 0,0 0 0,0 0 46,0 0-46,25 0 0,-25 0 0,0 0 0,25 0 0,-25 0 0,24 0 0,-24 0 0,25 0 0,0-25 0,0 25 0,-25 0 0,25 0 0,-1 0 0,1 0 0,0 0 16,-25 0-16,25 0 0,0 0 0,-1 0 0,1 25 0,-25-25 0,25 0 16,-25 0-16,25 25 0,-25-25 0,25 0 0,-25 25 0,0-25 15,0 0-15,0 0 0,0 25 0,0-25 0,0 0 0,0 0 16,-25 0-16</inkml:trace>
  <inkml:trace contextRef="#ctx0" brushRef="#br0" timeOffset="21741.2435">24234 1761 0,'-25'25'0,"1"-25"0,24 0 0,0 0 15,-25 0-15,25 0 0,0 0 0,0 0 0,-25 0 16,25 0-16,0 0 0,0 0 0,0 0 0,0 0 0,25-25 15,-25 25-15,0 0 16,0 0-16,25 0 0,-25 0 0,24 0 0,-24 0 0,25 0 0,-25 0 0,25 0 16,0 0-16,0 0 0,-25 0 0,24 0 0,1 0 0,-25 0 0,25 0 15,0 0-15,-25 0 0,25 0 0,-1 0 0,-24 0 16,25-25-16,-25 25 0,0 0 0,25 0 0,-25 0 0,0 0 15,0 0-15,25 0 16,-25-24-16,0 24 0,0 0 0,0 0 0</inkml:trace>
  <inkml:trace contextRef="#ctx0" brushRef="#br0" timeOffset="21959.256">24408 1463 0,'0'0'0,"0"0"16,0 0-16,0 0 0,-25 0 0,25 0 0,0 25 15,0-25-15,0 0 16,0 0-16,0 0 0,0 25 0,0-25 0,0 0 0,0 25 0,0-25 0,0 25 15,0-25-15,0 24 0,0-24 0,0 25 0,0 0 0,0-25 0,0 25 16,0 0-16,0-25 0,0 25 0,0-25 0,0 24 0,0 1 16,0 0-16,0-25 15,0 25-15,0-25 0,0 25 0,0-1 0,0-24 0,0 25 0,0 0 0,0-25 0,0 25 16,0-25-16,-25 25 0,25-25 0,0 0 0,0 24 0,0-24 15,-25 0-15,25 25 0</inkml:trace>
  <inkml:trace contextRef="#ctx0" brushRef="#br0" timeOffset="22442.2836">25028 1637 0,'-25'-25'15,"25"25"-15,0-25 0,0 25 0,0-24 0,0 24 16,0-25-16,0 25 15,0-25-15,0 25 0,0 0 0,0 0 0,0-25 0,0 25 0,0 0 0,0 0 16,-25 0-16,25 0 0,0 0 0,0 0 0,0 0 0,0 0 0,0 0 16,0 0-16,0 0 0,0 25 0,-24-25 0,24 0 0,0 25 15,0-25-15,0 25 0,0-25 16,-25 24-16,25 1 0,0-25 0,0 25 0,0 0 0,-25 0 0,25-25 15,0 25-15,0-1 0,0 1 0,-25-25 0,25 25 0,0 0 16,0-25-16,0 25 0,0-25 0,25 24 0,-25-24 0,0 25 16,0-25-16,0 25 0,25-25 15,-25 0-15,0 0 0,0 25 0,25-25 0,-25 0 16,24 0-16,-24 0 0,0 0 0,25 0 0,-25 0 0,25-25 0,0 25 15,-25 0-15,25-25 0,-25 25 0,24-25 0,1 25 0,-25 0 0,25-24 0,-25 24 16,25-25-16,-25 25 16,0-25-16,25 25 0,-25-25 0,0 0 0,0 25 15,0-24-15,0 24 0,0-25 0,-25 25 0,25-25 0,0 25 0,0 0 0,0-25 0,-25 25 16,25 0-16,0-25 0,0 25 0,-25 0 0,25 0 0,0 0 15,-25 0-15,25 0 0,0 0 0,-24 0 0,24 0 16,0 0-16,0 0 16,0 0-16,0 0 0,0 0 0,0 0 0</inkml:trace>
  <inkml:trace contextRef="#ctx0" brushRef="#br0" timeOffset="23356.3358">26219 1587 0,'0'-24'0,"-25"24"15,25 0-15,0 0 0,0 0 0,0-25 0,-25 25 0,25 0 16,0 0-16,0 0 15,0 0-15,-25 0 0,25 25 0,0-25 0,0 0 0,-25 0 16,25 24-16,0-24 0,0 25 0,-24-25 0,24 25 0,0-25 0,0 25 16,0-25-16,0 25 0,-25 0 0,25-25 0,0 24 0,0 1 0,0 0 15,0-25-15,25 25 0,-25 0 16,0-25-16,0 24 0,0-24 0,24 25 0,-24-25 15,0 25-15,25-25 0,-25 25 0,0-25 0,25 0 0,-25 25 0,25-25 0,-25 0 0,25 0 16,-25 0-16,24 24 0,-24-24 0,25 0 0,-25-24 16,25 24-16,-25 0 0,25 0 0,-25 0 0,25-25 0,-25 25 15,24 0-15,-24 0 0,25-25 16,-25 25-16,25-25 0,-25 25 0,0-25 0,25 25 0,-25-24 15,0 24-15,0-25 0,0 25 0,25-25 0,-25 25 0,0-25 0,0 25 16,0 0-16,0-25 0,0 25 0,0-24 0,0 24 0,0-25 0,0 25 16,0 0-16,0-25 15,0 25-15,0 0 0,0 0 0,-25 0 0,25 0 0,0 0 0,0 0 0,0 0 0,0 0 16,0 0-16,0 25 0,0-25 0,0 0 0,0 25 0,0-25 15,0 24-15,0-24 16,0 25-16,0-25 0,0 25 0,0-25 0,0 25 0,0 0 0,0-25 16,0 24-16,0-24 0,0 25 0,0-25 0,0 25 0,0-25 0,25 25 15,-25-25-15,0 25 0,24-25 0,-24 0 0,0 24 0,25-24 16,-25 0-1,0 0-15,25 0 0,-25 0 0,0 0 0,25 0 0,-25 0 0,0 0 0,25 0 16,-25 0-16,24-24 0,-24 24 0,25 0 0,-25 0 0,25-25 16,-25 25-16,25-25 0,-25 25 0,0-25 0,25 25 0,-25-25 0,0 25 15,24-24-15,-24 24 16,0-25-16,0 0 0,0 0 0,25 25 0,-25-25 0,0 1 0,0 24 0,0-25 15,0 25-15,0-25 0,0 25 0,0-25 0,0 25 0,0 0 16,0 0-16,0 0 0,0 0 0,0 0 0,0 0 0,-25 0 0,25 0 16,0 25-16,0-25 0,0 25 15,0-25-15,-24 0 0,24 25 0,0-25 0,0 24 16,0 1-16,0-25 0,0 25 0,0-25 0,0 25 0,0-25 0,0 25 15,0-25-15,0 24 0,24-24 0,-24 0 0,0 25 0,0-25 0,25 25 16,-25-25-16,0 0 0,25 25 16,-25-25-16,25 0 0,-25 0 0,25 25 0,-25-25 0,24 0 0,-24 0 15,25 0-15,-25 0 0,25 0 0,-25 0 0,25 0 0,-25 0 16,25-25-16,-25 25 0,24 0 0,-24 0 0</inkml:trace>
  <inkml:trace contextRef="#ctx0" brushRef="#br0" timeOffset="23690.355">27062 1712 0,'0'0'0,"0"0"15,0-25-15,0 25 0,0 0 16,-25-25-16,25 25 0,0 0 0,0 0 0,0 0 47,0 0-47,0 0 0,0 0 0,0 0 0,-25 25 0,25-25 0,0 0 0,0 25 0,0-25 0,0 0 0,0 24 0,-25-24 0,25 25 0,0-25 0,0 0 0,0 25 0,0-25 0,0 25 0,0-25 0,0 25 15,0-25-15,0 24 0,0-24 0,0 0 16,0 25-16,0-25 0,0 0 0,25 25 0,-25-25 0,0 0 15,0 0-15,25 0 0,-25 0 0,25 0 0,-25 0 0,0 0 0,25 0 16,-25 0-16,25 0 0,-25 0 0,24-25 0,-24 25 0,0 0 16,25 0-16,-25 0 15,25-25-15,-25 25 0,0 0 0,25-24 0,-25 24 0,0 0 16,0 0-16,25-25 0,-25 25 0,0 0 0,0-25 0,0 25 0,0 0 15,0 0-15,0 0 0,0 0 0,0 0 0,0 0 0,0 0 0,0 0 16,0 0-16,0 0 16,0 0-16,0 0 0,0 0 0,-25 25 0,25-25 0,0 25 0,0-25 15,0 0-15,0 24 0,0-24 0,0 25 0,0-25 0,0 0 0,0 25 16,0-25-16,0 0 0,0 25 0,0-25 0,0 0 0,0 0 0,25 25 15,-25-25-15,0 0 0,0 0 0,0 0 0,0 0 16,0-25-16,24 25 0,-24 0 16,0 0-16,0-25 0,0 25 0</inkml:trace>
  <inkml:trace contextRef="#ctx0" brushRef="#br0" timeOffset="23893.3666">27211 1215 0,'0'0'0,"0"0"0,0 0 15,0 0-15,0 0 0,25-24 0,-25 48 0,0-24 16,24 0-16,-24 0 0,25 0 0,-25 0 0,0 0 0,25 25 0,-25-25 0,25 0 16,-25 25-16,0-25 0,25 25 0,-25-25 0,0 25 0,0-25 15,0 24-15,0-24 0,0 25 0,-25-25 0,25 25 0,0-25 16,-25 0-16,25 25 0,-25-25 0,25 25 0,-25-25 0,1 24 15,24-24-15</inkml:trace>
  <inkml:trace contextRef="#ctx0" brushRef="#br0" timeOffset="24668.4109">28203 1637 0,'0'0'0,"0"0"0,0 0 16,0 0-16,0 0 0,-25 0 0,25 0 0,0 0 0,0 0 0,0 0 16,0 0-16,0 25 0,0-25 0,0 0 0,0 25 0,25-25 15,-25 0-15,0 25 0,0-25 0,0 24 16,0-24-16,0 0 0,0 25 0,0-25 0,0 25 15,0-25-15,0 25 0,0-25 0,25 0 0,-25 25 0,0-25 0,0 0 16,0 24-16,0-24 0,0 0 0,0 0 0,0 0 0,0 25 0,0-25 16,0 0-16,0 0 0,0 0 0,0 0 15,0 0-15,0 0 0,0 0 16,0 0-16,0 0 0,0 0 0,0 0 0,0 0 0,0 0 0,0 0 0,0-25 15,0 25-15,0 0 0,0 0 0,0 0 0,0-24 0,0 24 16,0 0 0,25-25-16,-25 25 0,0-25 0,0 0 0,24 25 0,-24-25 0,0 25 0,25-24 0,-25 24 0,0-25 15,25 25-15,-25-25 0,0 25 0,0 0 0,25 0 0,-25 0 0,0 0 16,0 0-16,25 0 0,-25 0 0,0 0 0,0 0 15,0 0-15,24 0 0,-24 25 16,0-25-16,0 0 0,0 25 0,25-25 0,-25 24 0,0-24 0,0 25 0,0-25 16,0 25-16,0-25 0,0 25 0,0-25 0,0 25 0,0-25 15,0 24-15,0-24 0,0 0 0,0 25 16,0-25-16,0 0 0,0 25 0,0-25 0,0 0 0,0 25 15,0-25-15,0 0 0,0 0 0,0 25 0,0-25 0,0 0 16,0 0-16,0 0 0,25 0 0,-25 0 0,0 0 0,0-25 0,0 25 16,0 0-16,0 0 0,25-25 0,-25 25 15,0 0-15,0-25 0,0 25 0,25 0 16,-25-25-16,0 25 0,24-24 0,-24 24 0,0-25 0,25 25 15,-25-25-15,0 25 0,0 0 0,25-25 0,-25 25 0,0-25 0,0 25 0,25 0 16,-25 0-16,0-24 0,0 24 0,0 0 0,0 0 0,0 24 16,25-24-16,-25 0 15,0 0-15,0 0 0,0 25 0,0-25 0,0 0 0,0 25 16,0-25-16,0 25 0,0-25 0,0 0 0,0 25 0,0-25 15,0 24-15,-25-24 0,25 25 0,0-25 0,0 25 0,0-25 0,0 25 16,0-25-16,0 0 0,0 25 0,0-25 0,0 24 0,0-24 16,25 0-16,-25 25 0,0-25 0,24 0 0,-24 0 0,25 0 15,-25 25-15,25-25 16,-25 0-16</inkml:trace>
  <inkml:trace contextRef="#ctx0" brushRef="#br0" timeOffset="25033.4318">29021 1836 0,'0'0'0,"-24"-25"0,24 25 0,0-25 16,0 25-16,0 0 0,-25-25 0,25 25 0,0-25 15,0 25-15,-25 0 0,25 0 0,0-24 16,0 24-16,-25 0 0,25 0 0,0 0 0,-25 0 0,25 0 16,0 24-16,-24-24 0,24 0 0,0 25 0,-25-25 0,25 0 15,0 25-15,-25-25 0,25 25 0,0-25 0,0 25 0,0-25 0,0 0 16,0 24-16,0-24 0,0 25 0,0-25 0,0 25 15,0-25-15,0 25 0,0-25 16,25 0-16,-25 25 0,0-25 0,0 0 0,0 24 0,25-24 0,-25 0 16,0 0-16,24 0 0,-24 0 0,0 0 0,25 0 0,-25 0 0,0 0 15,25 0-15,-25 0 0,25-24 0,-25 24 16,0 0-16,25 0 0,-25-25 0,0 25 0,24 0 15,-24 0-15,0-25 0,0 25 0,25 0 0,-25 0 0,0-25 0,0 25 0,0 0 16,0 0-16,0 0 0,0 0 0,0 0 0,0 0 16,0 0-16,0 0 0,0 0 15,0 0-15,0 0 0,0 25 0,0-25 0,0 0 16,0 0-16,0 0 0,0 25 0,0-25 0,0 0 0,0 25 0,0-25 0,0 24 15,0-24-15,0 0 0,0 25 0,0-25 0,0 25 0,0-25 16,0 0 0,0 25-16,25-25 0,-25 0 0,0 0 0,0 25 0,25-25 0,-25 0 15,0 0-15,25 0 0,-25 0 0,25 0 0,-25 0 0</inkml:trace>
  <inkml:trace contextRef="#ctx0" brushRef="#br0" timeOffset="25317.4481">29790 1414 0,'0'0'0,"0"0"15,0 0-15,0 0 0,0 0 0,0 0 0,0 0 0,0 25 0,0-25 16,-24 0-16,24 0 0,0 24 15,0-24-15,0 25 0,0-25 0,0 25 0,0-25 0,0 25 16,-25 0-16,25-25 0,0 24 0,25 1 0,-25 0 0,0 0 0,0 0 16,0 0-16,0-1 0,0 1 0,0-25 0,0 25 0,0 0 15,0 0-15,0-1 0,0-24 0,0 25 0,0 0 0,0-25 16,0 25-16,0-25 15,0 25-15,0-25 0,0 0 0,0 24 0,0-24 0,0 0 0,0 0 0,0 0 16,0 0-16,0 0 0,0-24 0,0 24 0</inkml:trace>
  <inkml:trace contextRef="#ctx0" brushRef="#br0" timeOffset="25488.4579">29666 1761 0,'0'0'0,"0"0"0,0-25 16,0 25-16,0 0 0,0 0 0,-24-24 0,24 24 0,0 0 16,0 0-16,24 0 0,-24 0 0,0 0 0,0 0 0,0 0 0,0-25 46,25 50-46,-25-25 0,0 0 0,25 0 0,-25 0 0,25 0 0,-25 0 0,25 24 0,-1-24 0,-24 0 0,25 25 0,-25-25 0,25 25 0,0-25 0,-25 0 0,25 25 16,-25-25-16,24 25 0,-24-1 0,25-24 0,-25 25 16,0-25-16,25 25 0,-25-25 0,0 0 0</inkml:trace>
  <inkml:trace contextRef="#ctx0" brushRef="#br0" timeOffset="25740.4723">29939 2009 0,'0'0'0,"0"0"15,-25 0-15,25 0 0,0 0 0,0-25 0,-24 25 0,24 0 16,0-24-16,0 24 0,0 0 16,0-25-16,0 25 0,-25 0 0,25-25 0,25 25 0,-25-25 15,0 25-15,0-25 0,0 25 0,0-24 0,0 24 0,24-25 0,-24 25 0,0-25 16,0 25-16,0 0 0,25 0 0,-25-25 0,0 25 15,0 0-15,0 0 16,25 0-16,-25 0 0,0 0 0,25 0 0,-25 0 0,25 0 0,-25 25 0,0-25 16,24 0-16,-24 0 0,25 25 0,-25-25 0,0 0 0,0 25 15,25-25-15,-25 24 0,0-24 0,0 25 0,0 0 0,0-25 16,25 25-16,-25-25 0,0 25 0,0-1 0,0-24 0,0 25 15,0-25-15,0 25 0,25-25 0,-25 25 16,0-25-16,0 0 0,0 0 0,24 25 0,-24-25 0,0 0 16,25 0-16,-25 0 0,25 0 0,-25 0 0,0 0 0</inkml:trace>
  <inkml:trace contextRef="#ctx0" brushRef="#br0" timeOffset="26180.4974">30411 1960 0,'0'0'0,"0"-25"16,0 25-16,0-25 0,0 25 0,0-25 0,0 25 0,-25-25 0,25 25 15,0-24-15,0 24 0,0-25 0,0 25 0,-25 0 0,25-25 0,0 25 16,0 0-16,0 0 0,-25 0 0,25 0 0,0 0 0,0 0 15,0 0-15,0 25 16,-25-25-16,25 0 0,0 0 0,0 0 0,-24 0 0,24 0 16,0 25-16,-25-25 0,25 0 0,0 24 0,-25-24 0,25 25 0,0-25 15,0 25-15,0-25 0,-25 25 0,25-25 0,0 25 0,0-1 0,0-24 16,0 25-16,0-25 0,0 25 0,0-25 0,0 25 0,0-25 15,0 0-15,0 25 0,0-25 0,0 0 16,0 0-16,25 24 0,-25-24 16,0 0-16,25 0 0,-25 25 0,0-25 0,25 0 0,-25 0 0,0 0 0,24 0 15,-24 0-15,25 0 0,-25-25 0,25 25 0,-25 0 16,0 0-16,25 0 0,-25-24 0,25 24 0,-25-25 0,0 25 0,0-25 15,24 25-15,-24-25 0,0 25 0,0-25 0,0 1 16,0 24-16,0-25 0,0 25 0,25-25 0,-25 25 0,0-25 16,0 25-16,0 0 0,0-25 0,0 25 0,0 0 0,0 0 15,0-24-15,0 24 0,0 0 0,0 0 0,0 0 0,0 0 16,0 0-16,-25 0 15,25 0-15,0 0 0,0 24 0,0-24 0,0 0 0,0 0 0,0 25 16,0-25-16,0 0 0,0 25 0,0-25 0,0 25 0,0-25 0,0 25 16,0-25-16,0 24 15,0-24-15,0 25 0,0-25 0,0 0 0,0 25 0,0-25 0,25 25 0,-25-25 0,0 0 16,0 25-16,25-25 0,-25 0 0,0 0 0,25 0 0,-25 0 15,0 0-15,25 0 0,-25 0 0,0 0 0,24 0 0,-24-25 16</inkml:trace>
  <inkml:trace contextRef="#ctx0" brushRef="#br0" timeOffset="26524.5171">30708 1836 0,'-25'0'0,"25"0"0,0 0 0,0 0 0,0 0 0,0 0 0,0 24 0,0-24 0,0 0 0,0 0 0,0 0 0,-24 25 0,24-25 0,0 0 0,0 0 0,0 25 16,0-25-16,0 0 0,0 25 15,0-25-15,0 25 0,0-25 0,0 0 0,0 24 0,0-24 16,0 0-16,0 25 0,0-25 0,0 0 0,0 25 0,0-25 0,0 0 0,0 0 16,0 0-16,0 0 0,0 0 0,0 0 0,0 0 0,0 0 15,0 0-15,24 0 0,-24 0 0,0-25 0,0 25 16,0 0-16,0 0 0,0 0 62,25-25-62,-25 25 0,0 0 0,0 0 0,25-24 0,-25 24 0,0-25 0,25 25 0,-25 0 0,0-25 0,25 25 0,-25 0 0,0 0 0,24-25 0,-24 25 0,0 0 0,25 0 0,-25 0 0,0 0 0,0 0 0,0 0 0,0 0 0,0 0 0,0 25 0,0-25 0,0 0 0,0 25 16,0-25-16,0 0 0,0 25 15,0-25-15,0 24 0,0-24 0,0 0 0,0 25 16,0-25-16,0 25 0,0-25 0,0 0 0,0 25 0,-25-25 0,25 25 16,0-25-16,0 0 0,0 24 0,0-24 0,0 0 0,0 25 0,0-25 15,0 0-15,0 0 0,0 0 0,0 0 0,0 0 0</inkml:trace>
  <inkml:trace contextRef="#ctx0" brushRef="#br0" timeOffset="26785.532">30386 1612 0,'0'0'16,"-25"-25"-16,25 25 15,0-24-15,0 24 0,0 0 0,0-25 0,0 25 16,25-25-16,-25 25 0,0-25 0,0 25 0,0 0 0,25 0 0,-25 0 0,24-25 0,-24 50 15,0-25-15,25 0 0,-25 0 0,25 0 0,-25 0 0,25 0 16,0 25-16,-25-25 0,24 0 16,-24 25-16,25-25 0,-25 25 0,0-25 0,25 24 0,-25-24 15,25 25-15,-25 0 0,0-25 0,0 25 0,0 0 0,25 0 16,-25-1-16,0-24 0,0 25 0,0 0 0,0 0 0</inkml:trace>
  <inkml:trace contextRef="#ctx0" brushRef="#br0" timeOffset="26938.5408">30287 2530 0,'-25'0'16,"25"0"-16,0 25 0,0-25 0,-25 0 0,25 0 0,0 0 16,0 0-16,0 0 0,-25-25 15,25 25-15,0 0 0,0 0 0,0 0 0,0 0 0,0 0 16,0 0-16,0 0 0,0 0 0,0 0 0,0 0 0,-25 0 15,25 0-15,0 0 0,0-25 0</inkml:trace>
  <inkml:trace contextRef="#ctx0" brushRef="#br0" timeOffset="29152.6674">4465 3274 0,'0'0'0,"-25"0"0,25 0 0,0 0 16,0 0-16,0 0 0,0 0 0,0 0 16,0 0-16,-25 0 0,25 0 0,0-25 0,0 25 0,0 0 0,0 0 0,0 0 15,-25 0-15,25 0 0,0 0 0,0 0 0,0 0 0,0 0 16,0 0-16,0 0 0,0-24 0,0 24 0,0 0 0,0 0 15,0 0-15,0 0 0,0 0 0,-24 24 0,24-24 0,0 0 16,0 0-16,0 0 16,0 0-16,0 0 0,-25 0 0,25 0 0,0 25 0,0-25 15,-25 0-15,25 0 0,0 0 0,0 25 0,-25-25 16,25 0-16,0 0 0,0 0 0,-25 0 0,25 25 0,0-25 0,0 0 31,0 0-31,0 25 0,0-25 0,-24 0 0,24 24 0,0-24 0,0 25 0,0-25 0,0 25 0,0-25 0,0 25 16,24-25-16,-24 25 0,0-25 0,0 24 0,0-24 0,25 0 15,-25 25-15,0-25 0,25 0 0,-25 0 0,0 0 0,25 25 16,-25-25-1,0 0-15,25 0 0,-25 0 0,24 0 0,-24 0 0,0 0 0,25 0 0,-25 0 16,25 0-16,-25 0 0,0 0 0,25 0 0,-25-25 0,0 25 0,25 0 16,-25-25-16,0 25 0,24 0 0,-24-24 0,0 24 15,0-25-15,25 25 0,-25 0 0,0-25 0,0 25 0,0-25 16,0 25-16,0-25 15,0 25-15,0-24 0,0 24 0,0-25 0,0 25 0,0-25 0,0 25 0,0 0 16,0-25-16,0 25 0,0 0 0,0 0 0,0 0 0,0 0 16,0 0-16,0 0 0,0 0 0,0 0 15,0 0-15,0 0 0,0 0 0,0 25 0,0-25 16,0 0-16,0 25 0,0-25 0,0 0 15,0 25-15,0-25 0,0 24 0,0-24 0,0 0 0,0 25 0,0-25 16,0 0-16,0 25 0,0-25 0,0 0 0,25 25 0,-25-25 0,0 0 16,0 0-16,0 25 0,0-25 0,0 0 0,25 0 15,-25 0-15,0 24 0,0-24 0,0 0 0,25 0 16,-25 0-16,0 0 0,0 0 15,24 0-15,-24 0 0,0 0 0,0 0 0,25 0 0,-25-24 0,0 24 16,0 0-16,0 0 0,25-25 0,-25 25 0,0 0 0,0 0 0,0-25 16,0 25-16,0 0 0,0-25 0,25 25 0,-25 0 0,0-25 15,0 25 1,0 0-16,0-24 0,0 24 0,0 0 0,-25 0 0,25 0 0,0-25 0,0 25 15,0 0-15,0 0 0,0 0 0,0-25 0,0 25 0,0 0 16,0 0-16,0 0 0,0 0 0,0 0 0,0 0 0,0 0 0,0 0 16,0 0-1,0 25-15,0-25 0,0 0 0,0 0 0,0 25 0,0-25 0,0 0 0,0 24 16,0-24-16,0 25 0,0-25 0,25 0 31,-25 25-31,0-25 0,0 0 0,0 25 0,25-25 0,-25 0 0,0 0 0,0 25 0,24-25 0,-24 0 0,0 0 0,0 0 0,25 0 16,-25 0-16,0 0 0,0 0 15,25 0-15,-25 0 0,0 0 0,25 0 0,-25 0 0,0 0 0,0 0 16,25 0-16,-25-25 0,0 25 0,0 0 0,25 0 0,-25-25 15,0 25-15,0 0 0,0-25 0,24 25 0,-24 0 16,0-25-16,0 25 0,0 0 0,0-24 16,0 24-16,0 0 0,0-25 0,0 25 0,0 0 15,-24-25-15,24 25 0,0 0 0,0 0 0,0-25 0,0 25 0,0 0 16,0 0-16,0 0 0,0 0 0,0 0 0,0 25 0,0-25 0,0 0 15,0 0-15,0 25 0,0-25 16,0 0-16,0 25 0,0-25 0,0 24 16,0 1-16,0-25 0,0 25 0,24-25 0,-24 25 0,0 0 0,0-25 15,25 24-15,-25-24 0,0 25 0,25-25 0,-25 0 0,0 25 0,25-25 0,-25 0 16,0 0-1,0 0-15,25 0 0,-25 0 0,0 0 0,24 0 0,-24 0 16,0 0-16,0 0 0,25-25 0,-25 25 0,0-25 0,0 25 0,25 0 16,-25-24-16,0 24 0,0-25 0</inkml:trace>
  <inkml:trace contextRef="#ctx0" brushRef="#br0" timeOffset="29448.6844">5135 3324 0,'0'25'0,"0"-25"16,0 0-16,0 24 0,0-24 0,0 25 16,0-25-16,0 25 0,0-25 0,0 25 0,24-25 0,-24 25 0,0-1 15,0-24-15,25 25 0,-25 0 0,0 0 0,0 0 0,25-25 16,-25 24-16,0 1 0,0 0 0,0 0 0,25 0 0,-25 0 15,0-25-15,0 24 16,0 1-16,0-25 0,0 25 0,0-25 0,0 25 0,0-25 0,-25 25 16,25-25-16,0 0 0,0 24 0,0-24 0,-25 0 0,25 0 15,0 0-15,-25 0 0,25 25 0,0-25 0,-24 0 0,24-25 0,0 25 16,-25 0-16,25 0 0,0 0 0,0-24 15,0 24-15,-25 0 0,25 0 32,0-25-32,0 25 0,25 0 0,-25-25 0,0 25 0,0-25 0,0 25 0,25 0 0,-25-25 0,0 25 0,0 0 0,24-24 0,-24 24 0,0-25 15,0 25-15,25 0 0,-25-25 0,0 25 0,25-25 0,-25 25 16,0 0-16,0-25 15,0 25-15,0 0 0,0-25 0,0 25 0,0 0 0</inkml:trace>
  <inkml:trace contextRef="#ctx0" brushRef="#br0" timeOffset="29713.6994">4316 3274 0,'0'0'0,"25"0"15,-25-25-15,0 25 0,0 0 0,25 0 0,-25 0 0,0 0 0,24-24 16,-24 24-16,25 0 0,-25 0 0,25 0 0,0 0 15,-25 0-15,25 0 0,-25 0 0,24 24 16,-24-24-16,25 0 0,-25 0 16,25 25-16,-25-25 0,25 0 0,-25 0 0,25 0 0,-25 25 0,24-25 0,-24 0 15</inkml:trace>
  <inkml:trace contextRef="#ctx0" brushRef="#br0" timeOffset="29911.7108">4812 2828 0,'25'0'0,"-25"0"0,0 0 16,0 0-16,0 0 0,0 25 0,0-25 0,0 0 16,0 24-16,0 1 0,0-25 0,0 25 0,0 0 0,0-25 15,0 25-15,0-1 0,0 1 0,0 0 0,0 0 0,0-25 16,0 25-1,25-1-15,-25 1 0</inkml:trace>
  <inkml:trace contextRef="#ctx0" brushRef="#br0" timeOffset="31643.8098">6300 5135 0,'0'0'0,"0"-25"15,0 25-15,0 0 0,0-25 0,0 25 0,0 0 0,-24 0 16,24-25 0,0 25-16,0 0 0,0 0 0,0-25 0,0 25 0,0 0 0,0 0 15,0 0-15,0 0 0,0 0 0,0 0 0,0 0 0,0 0 0,0 0 16,0 0-16,0 0 0,0 0 0,0 0 0,0 0 0,0 0 15,0 0-15,0 0 0,0 0 0,0 0 0,0 25 16,0-25-16,0 0 0,0 25 0,0-25 16,24 25-16,-24-25 0,0 25 0,0-25 0,0 24 0,0-24 0,25 25 15,-25-25-15,0 25 0,0-25 0,25 25 0,-25-25 0,0 0 16,0 25-1,0-25-15,0 0 0,25 0 0,-25 0 0,0 24 0,0-24 0,0 0 0,0 0 16,0 0-16,0 0 0,0 0 0,0 0 0,0 0 16,0 0-16,25-24 0,-25 24 0,0 0 0,0 0 0,0 0 0,0-25 0,0 25 15,0-25 1,24 25-16,-24-25 0,0 25 0,0-25 0,0 1 0,0 24 15,0-25-15,25 0 0,-25 25 0,0-25 0,0 0 0,0 25 0,0-24 16,0 24-16,0-25 0,0 25 0,0 0 0,0 0 0,0-25 0,0 25 16,0 0-16,0 0 0,0 0 0,0 0 0,0 0 0,0 0 15,0 0 1,0 0-16,0 25 0,0-25 0,0 0 0,0 0 0,0 0 0,0 25 15,0-25-15,0 0 0,0 24 0,0-24 0,0 25 0,0-25 0,0 25 0,0-25 16,25 25-16,-25 0 0,0-25 0,0 24 16,0-24-16,0 25 0,0-25 15,0 25-15,0-25 0,0 25 0,0-25 0,0 25 0,0-25 16,0 0-16,25 24 0,-25-24 0,0 0 0,0 0 0,0 0 0,0 0 15,0 0-15,0 25 0,0-25 0,0 0 0,0 0 0,0 0 0,0 0 16,0 0-16,0 0 0,0-25 0,0 25 0,0 0 16,0 0-16,0 0 0,0 0 15,0 0-15,0-24 0,-25 24 0,25 0 0,0-25 0,0 25 0,0-25 16,0 0-16,0 25 0,0-25 0,0 1 0,0-1 0,-25 25 15,25-25-15,0 0 0,0 0 16,0 25-16,0-24 0,-25-1 0,25 25 0,0-25 0,0 25 16,0-25-16,0 25 0,0-25 0,0 25 0,0 0 0,0 0 0,0 0 15,0-24-15,0 24 0,25 0 0,-25 0 0,0 0 0,0 0 16,0 0-16,0 0 0,25 0 0,-25 0 0,0 0 0,25 0 15,-25 0 1,0 0-16,25 0 0,-25 24 0,24-24 0,-24 0 0,25 0 0,-25 25 0,25-25 16,-25 0-16,25 25 0,-25-25 0,0 25 0,25-25 0,-25 25 62,0-25-62,24 24 0,-24-24 0,0 25 0,0-25 0,0 25 0,25-25 0,-25 25 0,0-25 0,0 25 0,0-25 0,-25 0 0,25 24 0,0-24 0,0 25 0,0-25 16,-24 25-16,24-25 0,0 25 0,0-25 0,-25 0 0,25 25 0,0-25 0,-25 24 0,25-24 0,-25 0 15,25 0-15,0 25 0,0-25 0,-25 0 0,25 0 0,0 0 16,0 0-16,-24 25 0,24-25 0,0 0 0,0 0 15,0-25-15,0 25 0,0 0 0,0 0 0,0 0 0,0-25 0,0 25 16,0 0-16,24-24 0,-24 24 16,0 0-16</inkml:trace>
  <inkml:trace contextRef="#ctx0" brushRef="#br0" timeOffset="31814.8194">6921 5035 0,'0'0'15,"0"0"-15,24 0 16,-24 0-16,0 0 0,0 0 0,0 0 0,0 0 0,0 0 0,0 0 15,0 0-15,0 0 0,0 0 0,0 0 0,0 0 0,0 0 16,0 0-16,0 0 0,0 0 0,0 25 0,0-25 0,25 0 0,-25 0 16,0 0-16,0 25 15,0-25-15,25 0 0</inkml:trace>
  <inkml:trace contextRef="#ctx0" brushRef="#br0" timeOffset="31956.8278">7094 5333 0,'0'0'0,"0"0"0,0 0 15,0 0-15,0 0 0,0 0 0,0 0 0,0 0 16,0 0-16,0-25 0,0 25 0,0 0 0,0 0 0,0 0 15,25 0-15,-25 0 16,0 0-16,0 0 0,25 0 0,-25 0 0,0 0 0,25-25 16,-25 25-16</inkml:trace>
  <inkml:trace contextRef="#ctx0" brushRef="#br0" timeOffset="32336.8496">8384 4862 0,'0'-25'0,"0"25"16,0 0-16,0 0 0,-25 0 0,25 0 0,0 0 0,0 0 0,0 0 15,-25 0-15,25 0 0,0 25 0,0-25 0,0 0 16,0 0-16,-24 0 16,24 25-16,0-25 0,0 0 0,0 24 0,0-24 0,0 25 0,-25-25 0,25 25 15,0-25-15,0 25 0,0-25 0,0 25 0,0-1 0,-25-24 0,25 25 16,0-25-16,0 25 0,-25-25 0,25 25 0,0 0 15,0-25-15,-25 24 16,25-24-16,0 25 0,0-25 0,0 25 0,-24-25 0,24 25 0,0-25 16,0 0-16,0 25 0,0-25 0,0 0 0,-25 0 0,25 0 0,0 0 15,0 0-15,0 0 0,0 0 0,0-25 0,0 25 0,0 0 16,0 0-1,0-25-15,0 25 0,0 0 0,0-25 0,0 25 0,0-25 0,0 25 0,0-24 16,0-1-16,0 25 0,0-25 0,25 25 0</inkml:trace>
  <inkml:trace contextRef="#ctx0" brushRef="#br0" timeOffset="32588.864">8285 4887 0,'0'-25'0,"0"25"15,25 0-15,-25-25 0,0 25 0,0 0 16,0-25-16,0 25 0,0 0 0,24 0 16,-24 0-16,0-25 0,0 25 0,0 0 0,0 0 0,25 25 0,-25-25 15,0 0-15,0 0 0,25 0 0,-25 25 0,0-25 0,0 25 0,25-25 16,-25 25-16,0-25 0,25 24 0,-25-24 0,0 25 15,24-25-15,-24 25 0,0 0 0,0-25 0,25 25 0,-25-25 16,0 24-16,25 1 0,-25 0 0,0-25 16,0 25-16,25 0 0,-25-25 0,0 24 0,0 1 0,25-25 15,-25 25-15,0-25 0,0 25 0,0-25 0,0 25 0,24-25 16,-24 0-16,0 24 15,0-24-15,0 0 0,0 25 0,0-25 0,0 0 0,0 0 16,0 0-16,0 0 0,-24 0 0,24 0 0,0 0 0,0 0 0,-25 0 16,25-25-16</inkml:trace>
  <inkml:trace contextRef="#ctx0" brushRef="#br0" timeOffset="32780.875">8285 5060 0,'0'0'0,"0"0"15,0 0-15,0 0 0,0 0 0,0-25 0,0 25 16,0 0-16,0 0 15,0 0-15,0 0 0,0 0 0,25 0 0,-25 0 0,0 0 16,24 0-16,-24 0 0,25 0 0,-25 0 0,25 0 0,0-24 0,-25 24 16,25 0-16,-1 0 0,-24 0 0,25 0 0,0 0 0,0 0 0,0 0 15,-1 0-15,-24 0 0,25 0 16,0 0-16,0 24 0,0-24 0,-25-24 0,24 24 15</inkml:trace>
  <inkml:trace contextRef="#ctx0" brushRef="#br0" timeOffset="32989.8869">9004 4936 0,'-25'0'0,"25"0"0,0 0 16,0 0-16,0 0 0,0 0 0,0 0 0,0 0 0,0-25 15,0 25-15,25 0 0,-25 0 0,0 0 0,25 0 0,-25 0 16,25 0-16,-25 0 15,25 0-15,-25 0 0,24 0 0,1 0 0,-25 0 0,25 0 0,0 0 16,-25 0-16,25 0 0,-1 0 0,-24 0 0,25 0 0,0 0 16,-25 0-16,25 0 0,-25 0 15,25 0-15,-25 25 0,0-25 0,0 0 0</inkml:trace>
  <inkml:trace contextRef="#ctx0" brushRef="#br0" timeOffset="33195.8987">9103 5184 0,'0'0'0,"0"0"15,0 0-15,0 0 0,0 0 0,-24 0 0,24 0 0,0 0 0,24 0 16,-24 0-16,0 0 0,0 0 0,0 0 0,25 0 0,-25 0 16,0 0-16,25 0 0,-25 0 0,25 0 0,-25 0 15,25-25 1,-1 25-16,-24 0 0,25 0 0,-25 0 0,25 0 0,0 0 15,-25 0-15,25 0 0,-1 0 0,1 0 0,-25 0 0,25 0 0,0 0 0,0 0 16</inkml:trace>
  <inkml:trace contextRef="#ctx0" brushRef="#br0" timeOffset="34272.9603">10691 3944 0,'-25'0'0,"25"0"15,0 0-15,-25 0 0,25-25 0,0 25 0,0 0 0,-25 0 16,25 0-16,0 0 0,0-25 0,-24 25 0,24 0 0,0 0 15,0 0-15,-25 0 0,25 0 0,0 0 0,0 0 0,-25 0 16,25 0 0,0 0-16,0 0 0,0 0 0,-25 0 0,25 0 0,0 0 0,0 0 15,-25 0-15,25 0 0,0 0 0,0 0 0,-24 0 0,24 0 16,0 0-16,0 0 0,-25 0 0,25 0 0,0-24 0,0 24 0,-25 0 15,25 0-15,0 0 0,0 0 0,-25 0 0,25 0 0,0 0 16,0 0 0,-25 0-16,25 0 0,0 0 0,0 0 0,0 0 0,0 24 0,0-24 0,-24 0 15,24 0-15,0 0 0,0 0 0,0 25 0,0-25 0,0 0 16,0 25-16,0-25 0,0 0 0,0 25 0,0-25 0,24 0 15,-24 25-15,0-25 0,0 24 0,0-24 0,25 25 0,-25 0 16,0-25-16,0 25 0,0-25 16,25 25-16,-25-1 0,0 1 0,0-25 0,25 25 0,-25 0 0,0 0 15,0-25-15,0 24 0,25 1 0,-25 0 0,0 0 0,0-25 16,24 25-1,-24-1-15,0 1 0,0 0 0,0 0 0,0-25 0,25 25 0,-25-1 0,0 1 0,0-25 0,0 25 16,0 0-16,25-25 0,-25 25 0,0-1 0,0 1 16,0-25-16,0 25 15,0 0-15,0 0 0,25-25 0,-25 24 0,0 1 0,0-25 0,0 25 16,0 0-16,0-25 0,0 25 0,0-25 0,0 25 0,0-1 0,0-24 15,0 25-15,0-25 0,0 25 0,25 0 0,-25-25 0,0 25 16,0-1-16,0-24 16,0 25-16,0 0 0,0-25 0,0 25 0,0 0 0,0-25 0,0 24 15,24-24-15,-24 25 0,0 0 0,0-25 0,0 25 0,0-25 0,0 25 16,0-1-16,0-24 0,0 25 0,0 0 0,0-25 0,0 25 15,0-25-15,0 25 0,0-1 0,0 1 16,25-25-16,-25 25 0,0 0 0,0 0 0,0-1 16,0 1-16,25-25 0,-25 25 0,0 0 0,0 0 0,0-25 15,0 24-15,0 1 0,0-25 0,0 25 0,0-25 0,0 25 16,0-25-16,0 25 0,0-25 0,0 24 15,0-24-15,0 25 0,0-25 0,0 0 16,0 25-16,0-25 0,0 0 0,0 25 0,0-25 0,0 0 0,0 0 16,0 0-16,0 0 0,0 0 0,0 0 0,0 25 0,-25-25 0,25 0 15,0 0-15,0 0 0,0 0 16,0 0-16,-25 0 0,25 0 0,0 25 15,0-25-15,0 0 0,0 0 0,0 0 0,0 0 0,-24 0 0,24 0 0,0 0 16,0 0-16,0 0 0,0 0 0,0 0 0,0 0 0,0 0 16,0 0-16,24 0 0,-24 0 0,0 0 0,0 0 0,0 0 15,0 0-15,0 0 16,0 0-16,25 0 0,-25 0 0,0 0 0,25 0 0,-25 0 15,0 0-15,25 0 0,-25 0 0,25 0 0,-25 0 0,24 0 0,-24 0 0,25 0 16,-25 0-16,25 0 0,0 0 0,-25 0 0,25 0 16,-25 0-16,24 0 0,1 0 0,-25 0 0,25 0 0,0 0 15,-25 0-15,25 0 16,-25 0-16,24 0 0,-24 0 0,0 0 0,25-25 0,-25 25 0,0 0 0,0 0 15</inkml:trace>
  <inkml:trace contextRef="#ctx0" brushRef="#br0" timeOffset="35109.0081">11088 4217 0,'0'0'16,"0"0"-16,0 0 0,0 25 0,0-25 0,0 0 0,0 0 15,0 0-15,-25 0 16,25 0-16,0 0 0,0 0 0,0 0 0,0 0 0,0 0 16,0 0-16,0 0 0,0 0 0,0 0 0,0 0 0,0 0 0,0 0 15,-25 0-15,25 0 0,0 0 0,0 0 0,0-25 0,0 25 16,0 0-16,0 0 0,0-25 15,0 25-15,0 0 0,0-25 0,0 25 0,0 0 0,0-25 0,0 25 16,0-24-16,0 24 0,0 0 0,0-25 0,25 25 0,-25 0 0,0 0 16,0 0-16,0 0 0,0 0 0,25 0 0,-25 0 15,0 0-15,0 0 0,0 0 0,24 0 0,-24 0 16,0 0-16,0 25 0,0-25 15,0 0-15,0 24 0,0-24 0,25 25 0,-25-25 0,0 25 0,0-25 16,0 25-16,-25-25 0,25 25 0,0-1 0,0-24 0,0 25 0,0-25 16,0 25-16,0 0 0,-24-25 0,24 25 0,0-25 0,0 24 15,0-24 1,0 25-16,0-25 0,0 25 0,0-25 0,0 0 0,0 0 0,0 0 15,0 0-15,0 0 0,0 0 0,0 0 0,0 0 0,0 0 0,0 0 16,24 0-16,-24 0 0,0 0 0,0 0 0,25 0 0,-25 0 16,0 0-16,25 0 0,-25 0 0,25 0 0,-25 0 15,0 0-15,25 25 0,-25-25 16,25 0-16,-25 0 0,0 0 0,24 25 0,-24-25 0,0 0 0,25 24 15,-25-24-15,0 25 0,0-25 0,25 0 0,-25 25 16,0-25-16,0 25 0,0-25 0,0 25 0,0-25 0,0 0 16,0 24-16,0-24 0,0 0 0,0 25 0,0-25 0,-25 0 0,25 25 15,0-25 1,-25 0-16,25 0 0,0 0 0,-24 0 0,24 0 0,0 25 15,-25-25-15,25 0 0,0-25 0,-25 25 0,25 0 0,0 0 0,-25 0 16,25 0-16,0-25 0,0 25 0,-25 0 0,25 0 0,0-25 0,0 25 16,0 0-16,0-24 0,0 24 0,0 0 0,25 0 0,-25-25 15,0 25-15,0 0 16</inkml:trace>
  <inkml:trace contextRef="#ctx0" brushRef="#br0" timeOffset="35615.0369">12005 4217 0,'0'0'0,"-24"0"0,24 0 16,0-25-16,0 25 0,0 0 0,0 0 0,0 0 0,0-25 15,0 25-15,0 0 0,0 0 0,0 0 0,0 0 0,0 0 16,0 0-16,0-25 0,24 25 0,-24 0 0,0 0 0,0 0 16,0 0-16,25 0 0,-25 0 0,0-24 0,0 24 15,25 0-15,-25 0 0,25 0 16,-25 0-16,0 0 0,0 0 0,25 24 0,-25-24 0,0 0 0,0 0 15,24 25-15,-24-25 0,0 0 0,0 25 0,0-25 0,0 25 16,0-25-16,0 25 0,0-1 0,0-24 0,0 25 0,0-25 16,0 25-16,0 0 0,0-25 0,-24 25 15,24-25-15,0 24 0,0 1 0,0-25 0,-25 25 16,25-25-16,0 25 0,-25-25 0,25 0 0,0 25 0,0-25 0,-25 0 15,25 24-15,0-24 0,0 0 0,0 0 0,0 25 0,0-25 16,0 0-16,0 0 0,0 0 0,0 25 0,0-25 16,0 0-16,0 0 0,0 0 0,25 0 0,-25 0 15,25 0-15,-25 0 0,25-25 0,-25 25 16,24 0-16,1 0 0,-25 0 0,25 0 0,0 0 0,0 0 15,0-25-15,-25 25 0,24 0 0,1 0 0,0 0 0,0 0 16,-25-24-16,25 24 0,-1 0 0</inkml:trace>
  <inkml:trace contextRef="#ctx0" brushRef="#br0" timeOffset="36053.062">13295 4266 0,'0'0'0,"0"-24"0,0 24 15,0 0-15,0 0 0,0 0 0,0-25 0,25 25 0,-25 0 16,0 0-16,25-25 0,-25 25 0,0-25 0,25 25 0,-25 0 0,0-25 16,25 25-16,-25-24 0,0 24 0,0-25 0,24 25 15,-24-25-15,0 25 16,0-25-16,25 25 0,-25-25 0,0 25 0,0 0 0,0-24 0,0 24 15,0-25-15,0 25 0,0-25 0,0 25 0,0 0 0,0 0 0,0 0 16,-25-25-16,25 25 0,0 0 0,0 0 0,0 0 0,25 0 16,-25 25-16,0-25 0,0 0 0,0 0 15,0 25-15,0-25 0,0 25 0,0-25 0,0 24 0,0-24 16,0 25-16,25-25 0,-25 25 0,0 0 0,0-25 0,0 25 15,0-25-15,25 24 16,-25 1-16,0-25 0,0 25 0,0-25 0,0 25 0,0 0 16,25-25-16,-25 24 0,0 1 0,0-25 0,0 25 0,0 0 0,0-25 15,0 25-15,24-25 0,-24 0 0,0 24 0,0-24 0</inkml:trace>
  <inkml:trace contextRef="#ctx0" brushRef="#br0" timeOffset="36484.0868">14213 3894 0,'0'0'0,"0"0"16,-25 0-16,25 0 0,0-24 0,0 24 0,0 0 16,0 0-16,0 0 15,0 0-15,0 0 0,0 0 0,0 0 0,0 0 0,0 0 0,0 0 16,0 24-16,0-24 0,0 0 0,0 0 0,0 0 0,0 25 0,0-25 15,0 25-15,0-25 0,0 0 0,0 25 0,0-25 16,0 25-16,0-25 0,0 24 0,0-24 31,0 25-31,-25-25 0,25 0 0,0 25 0,0-25 0,0 25 0,0-25 0,0 0 16,0 0-16,0 25 0,0-25 0,0 0 15,0 0-15,0 0 0,0 24 0,0-24 0,0 0 0,0 0 0,0 0 0,25 0 0,-25 0 0,0 0 16,0 25-16,0-25 0,25 0 0,-25 0 0,0 0 0,25 0 16,-25 0-16,25-25 0,-1 25 0,-24 0 0,25 0 0,0 0 0,0 0 15,-25 0-15,25-24 0,0 24 16,-1 0-16,1 0 0,-25 0 0,25 0 0,0 0 0,0 0 15,-25 0-15,24 0 0,-24 0 0,25 0 0,-25 0 0,25 0 0,-25 0 16,0 0-16,25 0 16,-25 0-16,0 0 0,0 0 0,0 0 0</inkml:trace>
  <inkml:trace contextRef="#ctx0" brushRef="#br0" timeOffset="36690.0985">14536 3994 0,'0'0'0,"-25"0"0,25 0 16,0 0-16,0-25 0,0 25 15,0 0-15,0 0 0,0 0 0,0 0 0,0 0 0,0 0 0,0 0 0,0 25 16,0-25-16,0 0 0,25 24 0,-25-24 0,0 0 0,0 25 15,0 0-15,0-25 0,24 25 0,-24 0 0,0-25 16,0 24-16,0 1 0,0 0 0,0 0 16,0 0-16,0-25 0,0 24 0,0 1 0,0 0 0,0 0 0,0 0 15,0-1-15,0-24 0,0 25 16,0 0-16,0-25 0,-24 25 0,24-25 0,0 25 0,-25-1 0,25-24 15,-25 0-15</inkml:trace>
  <inkml:trace contextRef="#ctx0" brushRef="#br0" timeOffset="37533.1468">11485 5333 0,'0'0'0,"0"-25"15,0 25-15,0 0 0,-25-25 0,25 25 0,0 0 0,0-24 16,0 24-16,0 0 15,0 0-15,-25 0 0,25-25 0,0 25 0,0 0 0,0 0 16,0 0-16,0 0 0,0 0 0,-25-25 0,25 25 0,0 0 0,0 0 0,0 0 16,0 0-16,0 0 0,0 0 0,0 0 0,0 0 0,0 0 15,0 0-15,0 0 0,0 25 0,0-25 16,0 0-16,0 0 0,0 0 0,0 25 15,0-25-15,0 0 0,-25 24 0,25-24 0,0 0 0,0 25 16,0-25-16,25 25 0,-25-25 0,0 0 0,0 25 0,0-25 16,0 0-16,0 25 0,0-25 0,25 0 0,-25 24 0,0-24 15,0 0-15,25 0 0,-25 25 0,25-25 0,-25 0 0,24 0 16,-24 0-1,25 0-15,-25 0 0,25 0 0,-25 25 0,25-25 0,0 0 0,-25 0 16,24 0-16,1 0 0,-25 0 0,25 0 0,0 0 0,-25 0 0,25 25 0,-25-25 16,24 0-16,-24 0 0,0 0 0,25 0 0,-25 0 0,0 25 15,0-25-15,0 0 16,0 0-16,0 0 0,0 0 0,0 0 0,0 0 15,0 24-15,0-24 0,-25 0 0,25 0 0,0 0 0,-24 0 0,24 0 32,-25 25-17,25-25-15,-25 0 0,25 0 0,-25 0 0,0 25 0,25-25 0,-24 0 0,24 0 0,-25 0 0,0 0 0,25 0 0,-25-25 0,25 25 0,-25 0 0,25 0 0,0-25 0</inkml:trace>
  <inkml:trace contextRef="#ctx0" brushRef="#br0" timeOffset="37677.155">11460 5234 0,'0'-25'16,"0"25"-1,0 0-15,25 0 0,-25-25 0,0 25 0,0 0 0,24 0 0,-24 0 16,25-25-16,-25 25 0,25 0 0,-25 0 0,25 0 0,-25 0 0,25 0 0,-1-24 16,1 24-16,0 0 0,0 0 0,-25 0 0,25 0 0,-1 0 15,26 0-15,-25 0 0,0 0 0,-1 0 0</inkml:trace>
  <inkml:trace contextRef="#ctx0" brushRef="#br0" timeOffset="38040.1758">12229 5159 0,'0'0'16,"0"0"-16,0 0 0,0 0 0,0 0 0,25 0 0,-25-24 15,0 24-15,0 0 0,24 0 0,-24 0 16,0 0-16,25-25 0,-25 25 0,25 0 0,-25 0 15,25 0-15,-25 0 0,0 0 0,25 0 0,-25 0 0,0 25 0,0-25 16,24 0-16,-24 24 0,0-24 0,0 0 0,0 25 16,0-25-16,0 25 0,0-25 0,0 25 0,0-25 0,0 25 15,-24-25-15,24 24 16,0-24-16,0 25 0,-25-25 0,25 25 0,0-25 0,-25 25 0,25-25 0,0 25 15,0-25-15,-25 0 0,25 24 0,0-24 0,0 0 0,0 0 16,0 25-16,0-25 0,0 0 0,0 0 0,25 0 16,-25 0-16,0 0 0,0 0 15,25 0-15,-25 0 0,25 0 0,-1 0 0,-24 0 0,25 0 0,0 0 16,0-25-16,0 25 0,-1 0 0,1-24 0,25 24 0,-25 0 0,-1-25 15,1 25-15,25 0 0,-25 0 16,-1-25-16,1 25 0,0 0 0,0 0 0</inkml:trace>
  <inkml:trace contextRef="#ctx0" brushRef="#br0" timeOffset="38774.2178">13667 4862 0,'0'0'0,"0"0"0,0 0 16,0 0-16,0 0 0,0 0 0,0 0 0,25-25 0,-25 25 0,0 0 15,0 0-15,0 0 0,0 0 0,0 0 0,0 0 0,0 0 16,0 0-16,0 0 0,0 0 0,0 0 0,0 0 0,0 0 16,0 0-16,0 0 0,0 0 0,0 0 0,0 0 15,0 0-15,0 0 0,0 0 16,0 0-16,-25 0 0,25 0 0,0 0 0,0 0 0,0 25 15,0-25-15,0 0 0,0 0 0,0 0 0,0 0 0,-24 25 16,24-25-16,0 0 0,0 0 0,0 24 0,0-24 0,0 25 0,0-25 16,0 25-16,0-25 0,0 25 0,0-25 0,0 25 15,0-1-15,0 1 16,-25 0-16,25-25 0,0 25 0,0 0 0,25-1 0,-25 1 0,0 0 0,0-25 15,0 25-15,0 0 0,24-25 0,-24 24 0,0 1 0,0-25 16,25 25-16,-25-25 0,0 25 0,0-25 0,25 0 0,-25 0 16,25 0-16,-25 25 0,0-25 0,25 0 15,-25 0-15,24 0 0,-24 0 0,0-25 16,25 25-16,-25 0 0,25 0 0,-25 0 0,0-25 0,0 25 0,25 0 0,-25-25 15,0 25-15,0 0 0,0-25 0,0 25 0,0 0 16,0 0-16,-25-24 0,25 24 0,0 0 0,0-25 0,-25 25 16,25 0-16,-25 0 15,25 0-15,0-25 0,-24 25 0,24 0 0,-25 0 0,25 0 0,0 0 16,-25 0-16,25 0 0,-25 0 0,25 25 0,-25-25 0,25 0 15,0 25-15,-24-25 0,24 0 0,0 24 0,0-24 0,0 25 16,-25-25-16,25 0 0,0 25 0,0-25 0,0 0 0,25 0 16,-25 25-16,0-25 0,0 0 0,0 0 0,24 0 15</inkml:trace>
  <inkml:trace contextRef="#ctx0" brushRef="#br0" timeOffset="39348.2506">14486 4762 0,'-25'0'0,"25"0"15,0 0-15,0 0 0,0 0 0,-25 0 0,25 0 16,0 0-16,0 0 0,0 0 0,-24 0 0,24 0 16,0 0-16,0 0 15,0 0-15,0 0 0,0 0 0,-25 0 0,25 0 0,0 0 0,0 25 16,0-25-16,0 0 0,0 25 0,0-25 0,-25 0 0,25 25 0,0-25 15,0 25-15,0 0 0,0-25 0,0 24 0,0-24 0,25 25 16,-25 0-16,0-25 0,0 25 0,0 0 16,0-25-16,0 24 0,25 1 0,-25-25 0,0 25 15,24 0-15,-24-25 0,0 25 0,25-25 0,-25 24 0,25-24 16,-25 25-16,25-25 0,0 0 0,-25 0 0,24 25 0,-24-25 0,25 0 15,-25 0-15,25 0 0,-25 0 0,25 0 16,0 0-16,-25-25 0,24 25 16,-24 0-16,25-25 0,-25 25 0,25-24 0,-25 24 0,25-25 0,-25 0 15,0 25-15,25-25 0,-25 0 0,0 25 0,0-24 0,0-1 0,0 25 16,0-25-16,0 0 0,0 0 0,-25 25 0,25-24 0,0-1 15,-25 25 1,25-25-16,-25 0 0,25 25 0,-25-25 0,25 25 0,-24-25 0,-1 25 0,25 0 16,-25 0-16,25 0 0,-25 0 0,0 0 0,25 0 0,-24 0 0,-1 0 15,25 0-15,-25 0 0,0 25 0,25-25 0,-25 0 16,1 25-16,-1-25 0,25 25 0,-25-25 0,0 25 15</inkml:trace>
  <inkml:trace contextRef="#ctx0" brushRef="#br0" timeOffset="40066.2914">11832 6201 0,'0'-25'16,"0"25"-16,0 0 0,0 0 15,0-24-15,0 24 0,-25 0 0,25-25 0,0 25 16,0 0-16,0 0 0,-25-25 0,25 25 0,0 0 0,0 0 0,0 0 16,-25 0-16,25-25 0,0 25 0,0 0 0,-24 0 15,24 0-15,0 0 0,0 0 0,-25 0 0,25 0 0,0 0 0,0 0 16,-25 0-16,25 0 0,0 0 0,-25 0 0,25 0 15,0 0-15,0 0 0,-25 25 16,25-25-16,0 0 0,0 25 0,-24-25 0,24 0 16,0 25-16,0-25 0,0 24 0,0-24 0,0 25 0,0 0 0,0-25 15,0 25-15,0 0 0,0-1 0,0-24 0,24 25 0,-24 0 0,0 0 16,25-25-16,-25 25 0,0-1 0,25-24 0,-25 25 15,25-25-15,-25 25 0,25-25 0,-25 25 0,24-25 0,1 0 16,-25 0-16,25 0 16,-25 0-16,25 0 0,-25 0 0,25 0 0,-25 0 0,24 0 15,-24-25-15,25 25 0,-25-25 0,25 25 0,-25-25 0,25 25 0,-25-24 16,0-1-16,0 25 0,25-25 0,-25 0 0,0 0 0,0 25 0,0-24 15,0-1-15,0 0 0,0 0 0,0 25 16,-25-25-16,25 1 0,0 24 0,0-25 16,-25 0-16,25 25 0,0-25 0,-25 25 0,25 0 0,0 0 0,-25-25 15,25 25-15,0 0 0,0 0 0,-24 0 0,24 0 0,0 0 16,0 25-16,0-25 0,0 0 0,0 0 0,0 0 0,0 0 15,0 0-15,0 25 0,0-25 0,0 0 16</inkml:trace>
  <inkml:trace contextRef="#ctx0" brushRef="#br0" timeOffset="40498.3164">12700 6325 0,'25'0'0,"-25"0"15,0 0-15,0 0 0,0 0 0,0-25 0,0 25 0,0 0 16,0 0-16,0 0 0,0 0 0,0 0 0,0-24 0,25 24 15,-25 0-15,0-25 0,0 25 0,0 0 0,24-25 0,-24 25 0,0-25 32,0 25-32,0-25 0,0 25 0,25 0 0,-25-24 0,0 24 0,0-25 0,0 0 0,0 25 0,0-25 15,0 25-15,0-25 0,0 1 0,0 24 0,0-25 0,0 0 16,0 25-16,0-25 0,0 0 0,0 25 0,0-24 0,0 24 15,0-25-15,0 25 16,0-25-16,0 25 0,0 0 0,0-25 0,0 25 0,0 0 16,0 0-16,0 0 0,0 25 0,0-25 0,0 0 0,0 0 0,0 25 15,0-25-15,0 25 0,25-1 0,-25-24 0,0 25 0,0-25 16,0 25-16,0 0 0,25 0 0,-25-25 0,0 24 0,0 1 15,0 0-15,25-25 16,-25 25-16,0 0 0,0-1 0,0-24 0,24 25 0,-24 0 16,0-25-16,25 25 0,-25 0 0,25-25 0,-25 24 0,0-24 0,25 25 0,-25-25 15,25 0-15,-25 0 0,24 0 0,-24 0 0,0 0 0</inkml:trace>
  <inkml:trace contextRef="#ctx0" brushRef="#br0" timeOffset="41135.3528">14163 5779 0,'0'0'16,"0"0"-16,0 0 0,0 0 0,-24 0 0,24 0 0,0-24 15,0 24-15,0 0 16,-25 0-16,25 0 0,0 0 0,0 24 0,0-24 0,0 0 16,-25 0-16,25 0 0,0 0 0,0 0 0,0 25 0,0-25 0,-25 25 15,25-25-15,0 25 0,0-25 0,0 25 0,0 0 0,0-25 16,0 24-16,0 1 0,0-25 15,0 25-15,0 0 0,0 0 0,0-25 0,0 24 0,0 1 16,0 0-16,0 0 0,0-25 0,0 25 0,0-1 0,0 1 0,25-25 0,-25 25 16,0-25-16,0 25 0,25-25 0,-25 25 0,0-25 15,25 0-15,-25 24 0,0-24 16,24 0-16,-24 0 0,25 0 0,-25 0 0,25 0 0,-25 0 0,25 0 15,-25-24-15,25 24 0,-25 0 0,24-25 0,-24 25 0,25-25 16,-25 0-16,25 25 0,-25-25 0,25 1 0,-25-1 0,0 0 16,0 25-16,0-25 15,0 0-15,0 1 0,0 24 0,0-25 0,0 0 0,0 25 0,-25-25 16,25 0-16,-25 25 0,25-24 0,-25 24 0,25-25 0,-24 25 0,24-25 15,-25 25-15,25 0 0,-25 0 0,25 0 0,0 0 16,-25 0-16,25 0 16,0 0-16,0 25 0,0-25 0,-25 0 0,25 0 0,0 25 15,0-25-15,0 0 0,25 0 0,-25 24 0,0-24 0,0 0 0,0 25 16,25-25-16,-25 0 0,0 0 0,25 0 0,-25 0 0</inkml:trace>
  <inkml:trace contextRef="#ctx0" brushRef="#br0" timeOffset="41547.3764">14660 5779 0,'0'0'0,"0"0"0,0 0 0,0 0 0,0 0 0,-25 0 0,25-24 0,0 24 0,25 0 0,-25 0 0,0 0 16,0 0-16,0 0 0,24-25 0,-24 25 0,0 0 0,25 0 15,-25 0-15,25 0 0,-25-25 0,25 25 0,-25 0 0,25 0 16,-25 0-16,0 0 0,24 0 0,-24 0 0,25 0 15,-25 0-15,0 0 0,25 0 16,-25 0-16,0 0 0,0 0 0,0 0 0,0 25 0,25-25 16,-25 0-16,0 25 0,0-25 0,0 0 0,0 24 0,0-24 0,0 25 15,0-25-15,0 25 0,0-25 0,0 25 0,0 0 0,0-25 16,0 25-16,0-1 15,0-24-15,0 25 0,0 0 0,0-25 0,0 25 0,0 0 16,0-25-16,0 24 0,25 1 0,-25-25 0,0 25 0,0-25 0,0 25 16,0 0-16,0-25 0,0 24 0,0-24 0,24 25 0,-24-25 15,0 0 32,0 25-47,0-25 0,25 0 0,-25 0 0,0 25 0,0-25 0,0 0 0,25 0 0,-25 0 0,0-25 0,0 25 0,0 0 0,0 0 0,-25-25 0,25 25 0,0 0 0,0-25 0</inkml:trace>
  <inkml:trace contextRef="#ctx0" brushRef="#br0" timeOffset="41709.3856">14784 6003 0,'0'0'0,"-25"0"0,25 0 0,0 0 16,0 0-16,0 0 0,0 0 16,25 0-16,-25 0 0,0 0 0,24 0 0,-24-25 0,25 25 0,-25 0 15,25 0-15,-25 0 0,25 0 0,0-25 0,-1 25 0,1 0 0,0 0 16,-25 0-16,25-25 0,0 25 0,-1 0 0,1-24 15,0 24-15,-25 0 0,25-25 16,0 25-16,-1-25 0,-24 25 0,25-25 0,-25 0 0,25 25 0</inkml:trace>
  <inkml:trace contextRef="#ctx0" brushRef="#br0" timeOffset="42479.4295">15205 3795 0,'0'0'0,"0"0"16,0 0-16,0 0 0,25 0 0,-25 25 0,0-25 0,0 0 16,0 0-16,0 0 0,0 0 0,25 25 0,-25-25 0,0 0 15,0 0-15,0 25 0,0-25 0,0 0 0,25 0 0,-25 24 16,0-24-1,0 25-15,0-25 0,0 25 0,24-25 0,-24 25 0,0-25 0,0 25 0,25-25 16,-25 24-16,0-24 0,0 25 0,25 0 0,-25-25 16,0 25-16,25 0 0,-25-1 0,0-24 0,25 25 0,-25 0 15,25 0-15,-25 0 0,24-1 0,-24 1 0,0 0 0,25-25 16,-25 25-16,25 0 0,-25-1 0,25 1 15,-25 0-15,25-25 0,-25 25 0,24 0 0,-24-1 0,0 1 0,25 0 0,-25-25 16,25 25-16,-25 0 0,0-1 0,25 1 0,-25 0 16,0 0-16,25 0 15,-25-1-15,24 1 0,-24 0 0,0 0 0,0 0 0,25 0 0,-25-1 16,0 1-16,25 0 0,-25 0 0,0 0 0,0-1 0,25 26 15,-25-25-15,0 0 0,0 24 0,0-24 0,25 0 0,-25 0 16,0 24-16,0-24 0,0 0 0,0 0 0,0 24 0,0-24 16,24 0-16,-24 0 15,0-1-15,0 1 0,0 0 0,0-25 0,0 25 0,25 0 16,-25-1-16,0 1 0,0 0 0,0 0 0,0 0 0,0-25 0,0 24 0,0-24 15,0 25-15,0-25 0,0 25 0,0-25 0,0 0 16</inkml:trace>
  <inkml:trace contextRef="#ctx0" brushRef="#br0" timeOffset="44048.5194">14858 3994 0,'0'0'0,"0"0"15,0 0-15,0 0 0,0 0 0,0 0 0,0 0 0,0 0 16,0 0-16,0 0 0,0 0 0,0 0 0,0 0 0,0 0 15,0 0-15,0 0 16,0 0-16,0 0 0,0 0 0,0 0 0,0 0 0,0 0 16,0 0-16,0 0 0,0 0 0,0 0 0,25 0 0,-25 0 0,0 0 15,0 0-15,0 0 0,0 0 0,0 0 0,25 0 0,-25 0 0,0 0 16,0 0-16,0-25 0,24 25 0,-24 0 0,25 0 0,-25 0 15,0 0 1,25 0-16,-25 0 0,25 0 0,-25 0 0,25-25 0,-25 25 0,24 0 0,-24 0 16,25 0-16,-25 0 0,25 0 0,-25 0 0,25-25 0,-25 25 15,25 0-15,-25 0 0,0 0 0,0 0 0,24 0 0,-24 0 16,0 0-1,0 0-15,25 0 0,-25 0 0,0 0 0,0 0 0,0 0 0,0 0 0,0 0 16,0 0-16,0 0 0,0 0 0,25 0 0,-25 0 0,0 0 16,0 0-16,0 0 0,0 0 0,25 0 0,-25-25 0,0 25 15,0 0-15,0 0 0,0 0 0,25 0 0,-25 0 0,0 0 16,0 0-16,0 0 0,0 0 15,24 0-15,-24 0 0,0 0 0,0 25 0,0-25 16,0 0-16,0 0 0,0 0 0,0 0 0,25 0 0,-25 25 0,0-25 16,0 0-16,0 0 0,0 25 0,0-25 0,0 0 0,0 25 15,0-25-15,0 0 0,0 24 0,0-24 0,0 25 0,25-25 16,-25 25-16,0-25 0,0 25 0,0-25 0,25 0 0,-25 25 15,0-25-15,0 24 32,25-24-32,-25 25 0,0-25 15,25 25-15,-25-25 0,24 25 0,-24 0 0,0-25 0,25 24 0,-25-24 0,0 25 0,25-25 0,-25 25 0,25-25 0,-25 25 0,0-25 0,25 25 0,-25-25 16,0 24-16,24-24 0,-24 25 0,0-25 0,25 25 0,-25 0 15,0-25-15,0 25 0,25-1 0,-25-24 0,0 25 0,25 0 16,-25 0-16,0-25 16,0 25-16,25-1 0,-25 1 0,0-25 0,0 25 0,24 0 0,-24-25 15,0 25-15,0-1 0,25-24 0,-25 25 0,0-25 0,0 25 0,0-25 16,25 25-16,-25-25 0,0 25 0,0-25 0,0 25 0,0-25 15,25 24 1,-25 1-16,0-25 0,0 25 0,0-25 0,0 25 0,25-25 0,-25 25 0,0-1 16,0-24-16,0 25 0,0 0 0,0-25 0,24 25 15,-24 0-15,0-1 0,0-24 0,0 25 0,25 0 16,-25 0-16,0-25 0,0 25 0,0-25 0,25 24 0,-25 1 0,0-25 15,0 25-15,25-25 0,-25 25 0,0-25 0,0 25 0,0-25 16,25 0 0,-25 24-16,0-24 0,0 25 0,0-25 0,0 25 0,0-25 0,0 25 0,0-25 15,24 25-15,-24-25 0,0 24 0,0-24 0,0 25 0,0-25 16,0 25-16,0-25 0,0 0 0,0 25 0,0-25 0,0 25 15,0-25-15,0 24 0,0-24 0,0 25 0,25-25 0,-25 25 16,0-25-16,0 25 16,0-25-16,0 25 0,0-25 0,0 24 0,0 1 0,0-25 0,0 0 15,0 25-15,-25-25 0,25 25 0,0-25 0,0 0 0,0 25 0,0-25 0,0 0 16,0 25-16,0-25 0,0 0 0,0 24 0,0-24 15,0 0-15,0 25 0,0-25 0,0 25 0,0-25 16,0 0-16,0 25 0,0-25 16,0 25-16,0-25 0,0 24 0,0-24 0,0 25 0,0-25 0,0 25 15,0-25-15,0 25 0,0 0 0,0-25 0,0 24 0,0 1 16,0-25-16,0 25 0,0 0 0,0-25 0,0 25 0,0-25 15,0 24 1,0-24-16,0 25 0,0-25 0,0 0 0,0 25 0,0-25 0,0 25 0,0-25 16,0 0-16,0 25 0,0-25 0,0 0 0,0 24 0,0-24 0,0 0 15,0 0-15,0 0 0,0 25 0,0-25 0,0 0 16,0 0-16,0 0 0,0 0 0,0 0 0,-24 0 0,24 0 15,0 0-15,0 0 16,0-25-16,0 25 0,-25 0 0,25 0 0,0 0 0,0 0 0,0 0 16,-25 0-16,25 0 0,0 0 0,-25 0 0,25 0 0,0 0 15,-25 0-15,25 0 0,-24 0 0,24 0 0,-25 0 16,25 0-16,-25 0 0,25 0 0,-25 0 0,0 0 0,1 0 0,24 0 15,-25 0-15,0 0 0,0 0 0,0 0 0,1 0 0,-1 0 16,0-24-16,0 24 16,0 0-16,25 0 0,-24-25 0,24 25 0</inkml:trace>
  <inkml:trace contextRef="#ctx0" brushRef="#br0" timeOffset="44492.5448">17562 4986 0,'0'0'0,"0"0"0,0 0 15,-25-25-15,25 25 0,0 0 0,0 0 0,0 0 0,0 0 16,0 0-16,0 0 0,25 0 0,-25 0 0,0-25 0,25 25 0,-25 0 15,24 0-15,-24 0 0,25 0 0,-25 0 0,25 0 16,0 0-16,0-25 16,-25 25-16,24 0 0,1 0 0,-25 0 0,25 0 0,0 0 0,-25 0 15,25 0-15,-1 0 0,-24 0 0,25 0 0,-25 0 0,0 0 16,0 0-16,25 0 0,-25 25 0,0-25 0,0 0 0,0 0 15,0 0-15</inkml:trace>
  <inkml:trace contextRef="#ctx0" brushRef="#br0" timeOffset="44657.5543">17711 5110 0,'0'0'0,"0"0"0,0 0 0,0 0 0,0 0 0,0 0 16,0 0-16,0 0 16,24 0-16,-24 0 0,0 0 0,25 0 0,-25 0 0,25-25 0,-25 25 0,25 0 15,0 0-15,-25 0 0,24-25 0,1 25 0,0 0 0,-25 0 16,25 0-16,0-25 0,-25 25 0,24 0 15,1 0-15,-25 0 0,0-24 0,25 24 16,-25 0-16</inkml:trace>
  <inkml:trace contextRef="#ctx0" brushRef="#br0" timeOffset="44858.5655">17983 4738 0,'0'0'0,"0"0"0,0 0 16,0 0-16,0 0 0,0 0 0,0 0 0,25 0 15,-25 0-15,0 0 0,25 0 0,-25 0 0,0 0 0,25 0 16,-25 24-16,25-24 0,-25 25 15,24-25-15,-24 25 0,0-25 0,25 25 0,-25 0 0,0-25 0,0 25 16,0-1-16,0 1 0,0-25 16,0 25-16,-25 0 0,25 0 0,0-1 0,-24 1 15,-1 0-15,25 0 0,-25 0 0,0-1 0,25-24 0,-25 25 0,1 0 16,-1 0-16,0-25 0</inkml:trace>
  <inkml:trace contextRef="#ctx0" brushRef="#br0" timeOffset="50189.8707">18876 5135 0,'0'0'0,"0"0"0,0 0 15,0 0-15,0 0 0,0 0 0,0 0 0,0 0 0,0 0 16,0 0-16,0 0 0,0 0 0,0 0 0,0 0 15,0 0-15,0 0 0,0 0 0,0 0 0,0 0 0,0 0 16,0 0-16,0-25 16,0 25-16,0 0 0,0 0 0,0 0 0,0 0 0,0-25 0,25 25 15,-25 0-15,0-25 0,0 25 0,25-25 0,-25 25 0,0 0 0,0-24 16,25 24-16,-25-25 0,25 0 0,-25 25 0,0-25 0,24 25 15,-24-25-15,0 25 0,25-24 0,-25 24 0,25-25 16,-25 25-16,0-25 0,0 25 16,25-25-16,-25 25 0,0-25 0,0 25 0,0 0 0,0-25 15,0 25-15,0 0 0,0 0 0,0-24 0,0 24 0,0 0 0,0 0 16,0 0-16,0 0 0,-25 0 0,25 0 0,0 0 15,0 0-15,0 0 0,0 0 0,-25 0 0,25 0 16,0 0-16,0 0 0,0 0 16,0 0-16,0 0 0,0 0 0,0 0 0,0 0 0,0 0 15,0 0-15,0 0 0,0 0 0,0 0 0,0 0 0,0 0 0,25 0 16,-25 0-16,0 0 0,0-25 0,25 25 0,-25 0 0,25 0 0,-25 0 15,0 0-15,24 25 0,-24-25 0,25 0 0,-25 0 16,0 0-16,25 0 16,-25 24-16,0-24 0,25 0 0,-25 25 0,0-25 0,25 0 0,-25 25 15,0-25-15,0 25 0,24-25 0,-24 25 0,0-25 0,0 25 16,0-25-16,25 0 0,-25 24 0,0-24 0,0 0 0,0 25 0,0-25 15,0 0-15,0 25 0,0-25 0,0 0 0,0 0 16,25 25-16,-25-25 0,0 0 0,0 0 16,0 0-16,0 0 0,0 0 0,0 0 15,0 0-15,0 0 0,25 25 0,-25-25 0,0 0 0,0 0 16,25 0-16,-25 0 0,0 0 0,0-25 0,24 25 0,-24 0 0,0 0 15,0 0-15,25 0 0,-25 0 0,0-25 0,25 25 0,-25 0 16,25 0 0,-25-25-16,25 25 0,-25 0 0</inkml:trace>
  <inkml:trace contextRef="#ctx0" brushRef="#br0" timeOffset="52997.0312">19819 4465 0,'25'0'0,"-25"0"16,0 0-16,0 0 0,0 0 0,0 0 0,0 0 0,0 0 0,0 0 0,0 0 15,0 0-15,0-25 0,0 25 0,0 0 0,0 0 0,0 0 16,0 0-16,0 0 16,0 0-16,0 0 0,0 0 0,0 0 15,0 0-15,0 0 0,0 0 0,0 0 0,0 25 0,-25-25 0,25 0 0,0 0 16,0 0-16,0 25 0,-25-25 0,25 24 0,0-24 0,0 25 0,0 0 15,-25-25-15,25 25 0,0 0 0,0-1 0,0 1 16,-24 0-16,24 0 0,0 0 0,0-1 0,0 1 0,0 0 16,0-25-16,0 25 0,0 0 0,0 0 0,0-1 15,24-24-15,-24 25 16,0 0-16,0-25 0,25 25 0,-25-25 0,0 25 0,25-25 0,-25 0 15,25 24-15,-25-24 0,25 0 0,-25 25 0,24-25 0,-24 0 16,25 0-16,-25 0 0,25 0 0,-25 0 0,25-25 0,-25 25 0,25 0 16,-1 0-16,-24-24 0</inkml:trace>
  <inkml:trace contextRef="#ctx0" brushRef="#br0" timeOffset="53316.0495">20340 4514 0,'0'0'0,"0"0"0,-25-24 16,25 24-16,0 0 0,0 0 0,0 0 0,0 0 0,0 0 16,0-25-16,0 25 0,-25 0 0,25 0 0,0 0 0,0 25 0,0-25 15,0 0-15,0 0 0,0 0 0,-25 24 0,25-24 0,0 25 16,0-25-16,-24 25 0,24 0 0,0-25 0,-25 25 15,25-1-15,0 1 16,-25-25-16,25 25 0,0 0 0,-25 0 0,25-1 0,0 1 0,-25-25 16,25 25-16,0 0 0,0 0 0,-24-25 0,24 25 0,0-1 15,0-24-15,-25 25 0,25-25 0,0 25 0,0-25 0,0 0 16,0 0-16,0 25 0,0-25 0,0 0 0,0 0 0,0 0 15,0 0-15,0 0 0,0 0 0,0 0 16,0 0-16,25 0 0,-25-25 0,0 25 16,0 0-16,0-25 0,24 25 0,-24-25 0,0 25 0,25-24 0,-25-1 0,25 25 15,-25-25-15</inkml:trace>
  <inkml:trace contextRef="#ctx0" brushRef="#br0" timeOffset="53554.0629">20340 4514 0,'0'0'0,"0"0"0,0 0 0,0 0 15,0 0-15,0 0 0,0 0 0,0 0 0,0 0 0,0 0 16,0 0-16,25 0 0,-25 0 0,0 0 0,0 0 0,0 0 15,0 25-15,0-25 0,0 0 0,24 25 16,-24-25-16,0 25 31,0-25-31,25 25 0,-25-1 0,0-24 0,0 25 0,25 0 0,-25 0 0,0-25 0,25 25 0,-25-1 0,0 1 0,0-25 0,25 25 0,-25 0 0,0-25 0,24 25 16,-24-25-16,0 25 0,0-25 0,0 24 0,25-24 0,-25 25 15,0-25-15,0 0 16,0 25-16,0-25 0,25 0 0,-25 0 0,0 25 0,0-25 0,0 0 16,0 0-16,0 0 0,0 0 0,0 0 0,0 0 0,0 0 15,0 0-15,-25 0 0</inkml:trace>
  <inkml:trace contextRef="#ctx0" brushRef="#br0" timeOffset="53762.075">20191 4762 0,'0'0'0,"0"0"0,0 0 15,0 0-15,0 0 0,0 0 0,0 0 0,0 0 0,0 0 0,0 0 16,0 0-16,25 0 0,-25 0 0,0 0 0,25 0 0,-25 0 16,24 0-16,-24 0 0,25 0 0,0 0 0,0 0 0,-25 0 15,25 0-15,-1 0 0,1 0 0,0 0 0,0-24 16,0 24-16,-1 0 0,1 0 15,0 0-15,0 0 0,0-25 0,-1 25 0,1 0 0,-25 0 0,25-25 0,0 25 16,-25 0 0</inkml:trace>
  <inkml:trace contextRef="#ctx0" brushRef="#br0" timeOffset="54055.0918">20687 4341 0,'0'0'0,"0"-25"0,0 25 16,0 0-16,0 0 0,0 0 0,0 0 0,0 0 15,0 0-15,25 0 0,-25 0 0,25 0 0,-25 0 0,0 0 0,25 0 16,-1 0-16,-24 25 0,25-25 0,-25 25 0,25-25 0,0 24 0,-25-24 16,25 25-16,-1 0 0,1-25 0,-25 25 15,25 0-15,0-25 0,-25 24 0,25 1 16,-25-25-16,24 25 0,1 0 0,-25 0 0,0-25 0,25 24 15,-25 1-15,0 0 0,0-25 0,0 25 0,0 0 0,0-25 0,0 24 16,0 1-16,-25-25 0,25 25 0,0 0 0,-25-25 0,25 25 16,0-25-16,-24 25 15,24-25-15,-25 0 0,25 24 0,0-24 0,-25 0 0,25 25 0,0-25 16,-25 0-16,25 0 0,0 0 0,0 0 0,0 0 0</inkml:trace>
  <inkml:trace contextRef="#ctx0" brushRef="#br0" timeOffset="54307.1062">21506 4514 0,'-25'0'0,"25"0"15,0 0-15,0 0 0,0 0 0,-25 0 0,25 0 0,0 0 0,0 0 16,0-24-16,0 24 0,0 0 0,0 0 0,0 0 0,0 0 0,25 0 16,-25 0-16,0 0 15,25 0-15,-25 0 0,0 0 0,24 0 0,-24 0 0,25 0 16,-25 0-16,25 0 0,0 0 0,-25 0 0,25 0 0,-25 0 0,24 0 15,-24 0-15,25 0 0,-25 0 0,0 0 0,25 0 0,-25 24 16,0-24-16,0 0 0,0 0 0,0 0 16</inkml:trace>
  <inkml:trace contextRef="#ctx0" brushRef="#br0" timeOffset="54491.1167">21382 4812 0,'24'0'0,"-24"0"0,0 0 0,0 0 16,0 0-16,0 0 0,25 0 0,-25 0 0,0 0 0,25 0 15,-25 0-15,25 0 0,-25 0 0,25-25 0,-25 25 0,24 0 16,-24 0 0,25 0-16,-25 0 0,25 0 0,-25 0 0,25 0 0,0-25 0,-1 25 0,-24 0 15,25 0-15,0 0 0,0 0 0,0-24 0</inkml:trace>
  <inkml:trace contextRef="#ctx0" brushRef="#br0" timeOffset="54938.1423">22547 4341 0,'0'0'0,"0"0"15,-24 0-15,24-25 0,-25 25 0,25 0 0,0 0 0,-25 0 0,25 0 0,0-25 16,-25 25-16,25 0 0,0 0 0,-25-25 0,25 25 0,0 0 16,0 0-16,0 0 0,-24-24 0,24 24 0,0 0 0,0 0 15,0-25-15,0 25 16,0 0-16,0-25 0,0 25 0,24 0 0,-24-25 0,0 25 15,0 0-15,0 0 0,0-25 0,25 25 0,-25 0 0,0 0 0,0 0 0,0 0 16,25 0-16,-25 0 0,0 0 0,0 0 16,0 0-16,25 0 0,-25 0 15,0 0-15,0 0 0,0 0 0,25 0 0,-25 0 0,0 25 16,0-25-16,0 0 0,0 25 0,24-25 0,-24 0 0,0 25 0,0-25 15,0 25-15,0-1 0,0-24 0,0 25 0,0 0 0,0-25 0,0 25 16,0 0-16,0-1 16,0 1-16,0-25 0,0 25 0,0 0 0,0 0 0,-24-25 15,24 24-15,0 1 0,0 0 0,0-25 0,0 25 0,-25 0 0,25-25 16,0 24-16,0-24 0,0 25 0,-25 0 0,25-25 0,0 25 15,0-25-15,0 25 16,-25-25-16,25 0 0,0 24 0,0-24 0,0 25 0</inkml:trace>
  <inkml:trace contextRef="#ctx0" brushRef="#br0" timeOffset="55307.1632">22448 5011 0,'0'0'16,"0"0"-16,0 0 0,0 0 0,0 0 0,0 0 0,0 0 15,0 0-15,0 0 16,0 0-16,0 0 0,0 0 0,0 0 0,0 0 0,0 0 0,0 0 16,0-25-16,0 25 0,25 0 0,-25 0 0,0 0 0,0 0 0,0 0 15,0 0 1,0 0-16,0 0 0,0 0 0,0 0 0,0 0 0,0 0 0,0 0 15,0 0-15,0 0 0,0 0 0,0 0 0,0 0 0,0 0 0,0 0 0,0 0 16,0 0-16,0 0 0,0 0 0,0 0 0,0 0 16,0 0-16,0 0 15,0 0-15,0 0 0,0 25 0,0-25 0,0 0 0,25 0 16,-25 0-16,0 0 0,0 0 0,0 0 0,0 0 0,0 0 0,0 0 15,0 0-15,0 0 0,0 0 0,0 0 0,0 0 0,0 0 0,0 0 16,0 0-16,0 0 0,0 0 0,0 0 0,0 0 16,0 0-16,0 0 0,0 0 15,0 0-15,0 0 0,-25 0 0,25 0 0,0 0 0,0 0 16,0 0-16,-25 0 0,25 0 0,0 0 0,0 0 0,-25 24 0,25-24 0</inkml:trace>
  <inkml:trace contextRef="#ctx0" brushRef="#br0" timeOffset="66850.8236">2232 7615 0,'0'0'16,"-24"0"-16,24 0 15,0 0-15,0 0 0,0 0 0,0 0 0,0 0 0,0 0 0,0 0 16,0 0-16,0 0 0,0 0 0,0 0 0,0 0 0,0 0 15,0 0-15,0 0 0,0 0 0,0 0 0,0 0 0,0 0 0,0 0 0,0 0 32,0 0-32,0 0 0,0 0 0,0 0 0,24 0 0,-24 0 0,0 0 0,0 0 15,0 0-15,0 0 0,0 0 0,0 0 0,0 0 0,0 0 0,25 0 16,-25 0-16,0 0 0,0 0 0,25 25 0,-25-25 0,0 0 0,0-25 15,25 25-15,-25 0 0,0 0 0,25 0 0,-25 0 16,0 0-16,24 0 16,-24 0-16,25 0 0,-25 0 0,0 0 0,25 0 0,-25 0 15,0 0-15,0 0 0,25 0 0,-25 0 0,0 0 0,0 0 0,25 0 16,-25 25-16,0-25 0,0 0 0,0 0 0,0 0 0,0 0 0,0 0 15,0 0-15,0 25 0,0-25 0,-25 0 16</inkml:trace>
  <inkml:trace contextRef="#ctx0" brushRef="#br0" timeOffset="67187.8426">2282 7590 0,'0'0'0,"0"0"0,0 0 16,-25 0-16,25 0 0,0 0 0,0 0 0,0 0 0,0 0 15,0 0-15,0 0 0,0 0 0,0 0 0,0 0 0,0 0 0,0 0 16,0 0-16,0 0 0,0 0 0,0 0 0,0 0 0,0 0 15,0 0-15,25 0 0,-25 0 0,0 0 0,0 25 16,0-25-16,0 0 0,0 0 0,25 25 16,-25-25-16,0 0 0,0 25 0,0-25 0,0 0 0,0 24 0,25-24 0,-25 25 15,0-25-15,0 25 0,0-25 0,0 25 0,0-25 16,0 0-16,0 25 0,0-25 0,0 24 15,0-24-15,0 25 0,0-25 0,0 0 0,0 25 16,0-25-16,0 0 0,0 0 0,0 0 0,0 0 0,0 0 0</inkml:trace>
  <inkml:trace contextRef="#ctx0" brushRef="#br0" timeOffset="67537.8627">2456 7516 0,'0'0'0,"0"-25"16,0 25-16,0 0 0,0 0 0,0 0 0,0 0 0,0 0 0,0 0 15,0 0-15,0 0 0,0 0 0,0 0 0,0 0 0,0 0 16,24 0-1,-24 0-15,0 0 0,0 0 0,25 0 0,-25 25 0,0-25 0,0 0 0,25 0 16,-25 0-16,25 0 0,-25 0 0,0 25 0,25-25 0,-25 0 16,24 0-16,-24 0 0,0 24 0,25-24 0,-25 0 0,25 0 0,-25 25 15,25-25-15,-25 0 0,0 25 16,25-25-16,-25 0 0,0 0 0,0 25 0,0-25 0,25 25 0,-25-25 15,0 0-15,0 24 0,0-24 0,0 25 0,0-25 0,0 0 16,0 25-16,0-25 16,0 25-16,-25-25 0,25 25 0,0-25 0,0 24 0,-25-24 0,25 25 15,0-25-15,-25 25 0,25-25 0,0 0 0,0 25 0,-25-25 0,25 0 0,0 0 16,0 25-16,0-25 0,0 0 0,0 0 0,0 0 15</inkml:trace>
  <inkml:trace contextRef="#ctx0" brushRef="#br0" timeOffset="68002.8895">3225 7342 0,'0'0'0,"0"0"16,0 0-16,0 0 0,0 0 0,0 0 15,0 0-15,0 0 0,0 0 0,0 0 16,0 0-16,0 0 0,0 25 0,0-25 0,0 0 0,0 25 15,24-25-15,-24 25 0,0-25 0,0 24 0,0 1 0,0-25 0,25 25 16,-25 0-16,0-25 0,0 25 0,0-1 0,25-24 16,-25 25-16,0 0 0,0-25 0,0 25 15,0 0-15,25-25 0,-25 24 0,0-24 0,0 25 0,0-25 16,0 25-16,0-25 0,0 0 0,0 25 0,25-25 0,-25 0 0,0 0 15,0 25-15,0-25 0,0 0 0,0 0 0,0 0 16,0 0-16,0 0 0,0 0 16,0 0-16,0 0 0,0 0 0,0 0 0,0 0 0,0 0 0,-25 0 15,25 0-15,0-25 0,0 25 0,0 0 0,0-25 0,0 25 0,-25-25 16</inkml:trace>
  <inkml:trace contextRef="#ctx0" brushRef="#br0" timeOffset="68467.9158">3274 7367 0,'0'0'0,"0"0"0,0-25 0,0 25 0,0 0 0,0 0 0,0 0 15,0 0-15,0 0 0,0 0 0,0 0 0,0 0 16,0 0-16,25 0 0,-25 0 0,0 0 16,0 0-16,0 25 0,25-25 0,-25 0 0,0 0 0,0 25 0,25-25 15,-25 25-15,0-25 0,24 24 0,-24 1 0,0-25 0,25 25 16,-25 0-1,0-25-15,25 25 0,-25-1 0,0-24 0,25 25 0,-25-25 0,0 25 0,25-25 32,-25 25-32,0-25 0,24 25 0,-24-25 0,0 0 0,0 24 0,25-24 0,-25 0 0,0 0 0,0 25 0,25-25 0,-25 0 15,0 0-15,0 0 0,0 0 0,0 0 0,25 0 16,-25 0-16,0 0 0,0 0 0,0 0 15,0-25-15,25 25 0,-25 0 0,0 0 0,0-24 0,0 24 16,24-25-16,-24 25 0,0-25 0,0 25 0,0-25 0,0 25 0,0-25 16,25 25-16,-25-24 0,0-1 0,0 25 15,0-25-15,0 25 0,0-25 0,0 25 16,0-25-16,0 25 0,0-24 0,0 24 0,0 0 0,0 0 0,0 0 0,0 0 15,0 0-15,0 0 0,0 0 0,0 0 0,0 0 0,0 0 32,0 0-32,0 0 0,0 0 0,0 0 0,0 24 0,0-24 0,0 0 0,0 25 15,0-25-15,25 25 0,-25-25 0,0 25 0,0 0 0,0-25 0,0 24 16,25 1-16,-25-25 0,0 25 0,0-25 0,0 25 0,0 0 15,25-25 1,-25 24-16,0-24 0,0 0 0,0 25 0,25-25 0,-25 25 0,0-25 16,0 0-16,24 0 0,-24 25 0,0-25 0,0 0 15,25 0-15,-25 0 0,25 0 0,-25 0 0,0 0 0,25 0 16,-25 0-16,25 0 0,-25 0 0,24-25 0,-24 25 0</inkml:trace>
  <inkml:trace contextRef="#ctx0" brushRef="#br0" timeOffset="68909.9414">4068 7491 0,'0'0'0,"0"0"0,-25 0 0,25 0 16,0 0-16,-25 0 0,25 0 0,0 0 0,-24 0 0,24 0 16,-25 0-16,25 0 0,0 0 0,0 0 15,-25 0-15,25 0 0,0 0 0,0 0 0,-25 0 16,25 25-16,0-25 0,0 0 0,0 0 0,0 25 0,0-25 0,0 0 15,0 24-15,0-24 0,0 25 0,0-25 0,0 25 0,0-25 16,0 25 0,0-25-16,0 25 0,0-1 0,0-24 0,25 25 0,-25 0 0,0-25 0,0 25 0,0-25 15,25 25-15,-25-25 0,0 24 0,0-24 0,0 25 0,25-25 16,-25 0-16,0 0 0,0 0 0,24 25 0,-24-25 0,0 0 15,0 0 1,25 0-16,-25-25 0,0 25 0,25 0 0,-25 0 0,0 0 0,25-25 16,-25 25-16,0 0 0,0-24 0,0 24 0,25-25 0,-25 25 0,0 0 15,0-25-15,0 25 0,0-25 0,0 0 0,24 25 0,-24-24 16,0 24-16,0-25 0,0 25 15,0 0-15,0-25 0,0 25 0,0 0 0,0 0 16,0-25-16,0 25 0,0 0 0,0 25 0,0-25 0,0 0 0,0 25 16,0-25-16,0 0 0,0 25 0,0-1 0,0-24 0,0 25 15,0 0-15,25 0 0,-25-25 0,0 25 0,0-1 16,0 1-16,0 0 0,0 0 15,0-25-15,0 25 0,25-25 0,-25 24 0,0-24 0,0 25 0,25-25 0,-25 0 16,0 25-16,25-25 0,-25 0 0,24 0 0,-24 0 0,25-25 16,-25 25-16,25-25 0,-25 25 0,25-24 0,0 24 0</inkml:trace>
  <inkml:trace contextRef="#ctx0" brushRef="#br0" timeOffset="69314.9644">4762 7094 0,'0'0'15,"0"0"-15,0 0 0,0 0 16,-24 0-16,24 0 0,0 0 0,0 0 0,0 25 15,0-25-15,24 0 0,-24 25 0,0-25 0,0 25 0,0-25 0,0 24 0,25 1 16,-25 0-16,0 0 0,0 0 0,0-1 0,25 1 16,-25 0-16,0 0 0,25 0 0,-25-1 0,0 1 0,0 25 15,25-25-15,-25-1 0,0 1 16,0 0-16,25 0 0,-25 0 0,0-1 0,0 1 0,24 0 0,-24 0 0,0 0 15,0-1-15,0-24 16,0 25-16,25 0 0,-25-25 0,0 25 0,0-25 0,-25 0 0,25 25 16,0-25-16,0 0 0,0 0 0,-24 0 0,24 0 0,0 0 0,-25 0 15</inkml:trace>
  <inkml:trace contextRef="#ctx0" brushRef="#br0" timeOffset="69476.9737">4663 7714 0,'0'0'0,"0"-25"0,0 1 0,-25 24 16,25-25-16,0 25 0,0-25 0,0 25 0,0 0 15,0-25-15,0 25 0,25 0 0,-25-25 0,0 25 0,25 0 0,-25-24 16,25 24-16,0 0 0,-25-25 0,24 25 0,1 0 15,-25 0-15,25 0 16,0-25-16,0 25 0,-25 0 0,25 0 0,-1 0 0,1 0 16,0 0-16,0 0 0,-25 0 0,25 0 0,-1 0 0,1 25 0,0-25 31,0 0-31</inkml:trace>
  <inkml:trace contextRef="#ctx0" brushRef="#br0" timeOffset="69786.9914">5358 7863 0,'0'0'0,"0"0"0,-25 0 15,25 0-15,0 0 0,-25 0 0,25-25 0,0 25 0,0 0 16,-25 0-16,25 0 16,0 0-16,0-25 0,0 25 0,-24 0 0,24-24 15,0 24-15,0 0 0,0-25 0,0 25 0,0 0 0,0-25 0,0 25 0,0-25 16,0 25-16,0 0 0,24-25 0,-24 25 0,0 0 0,0 0 15,25-24-15,-25 24 0,0 0 16,0 0-16,25 0 0,-25 0 0,0 0 0,0 0 0,25 0 0,-25 0 0,0 0 16,0 0-16,25 24 0,-25-24 0,0 0 0,0 25 15,24-25-15,-24 25 0,0-25 16,0 25-16,0 0 0,0-25 0,0 24 0,0 1 0,25 0 0,-25-25 15,0 25-15,0 0 0,0-25 0,0 24 0,0 1 0,0-25 16,25 25-16,-25-25 0,0 0 0,0 25 0,0-25 0,25 0 16,-25 0-1,0 0-15,0 0 0,25 0 0,-25 0 0,24 0 0,-24-25 0,0 25 16,25-25-16</inkml:trace>
  <inkml:trace contextRef="#ctx0" brushRef="#br0" timeOffset="70281.0198">5779 7689 0,'0'0'0,"0"-24"0,0 24 15,0 0-15,0 0 0,0-25 0,-24 25 0,24 0 16,0 0-16,0 0 0,0 0 15,-25 0-15,25-25 0,0 25 0,-25 0 0,25 0 0,0 0 16,-25 0-16,25 0 0,0 0 0,-25 0 0,25 0 0,0 0 0,-24 0 16,24 0-16,0 25 0,0-25 0,-25 0 0,25 0 15,0 25-15,0-25 0,0 0 16,-25 24-16,25-24 0,0 25 0,0-25 0,0 25 0,0-25 0,0 25 15,0-25-15,0 25 0,0-25 0,0 24 0,0-24 0,25 25 0,-25-25 16,0 25-16,0-25 0,0 25 0,25-25 0,-25 25 16,0-25-16,24 0 15,-24 24-15,0-24 0,25 0 0,-25 0 0,0 0 0,0 25 0,25-25 16,-25 0-16,0 0 0,25 0 0,-25 0 0,0 0 0,0 0 0,25 0 15,-25 0-15,0-25 0,0 25 0,24 0 0,-24 0 0,0-24 16,0 24-16,25-25 16,-25 25-16,0-25 0,0 25 0,0-25 0,0 25 0,25-25 15,-25 25-15,0-24 0,0 24 0,0-25 0,0 0 0,0 25 0,0 0 16,0-25-16,0 25 0,-25-25 0,25 25 0,0 0 0,0-24 15,0 24-15,0 0 0,0 0 0,0 0 0,0-25 0,0 25 16,0 0-16,0 0 16,0 0-16,0 0 0,0 25 0,0-25 0,0 0 0,0 0 15,0 0-15,0 0 0,0 24 0,0-24 0,0 25 0,0-25 0,0 0 16,0 25-16,25-25 0,-25 25 0,0-25 0,0 25 0,0-25 15,0 0-15,0 24 0,25-24 0,-25 25 0,0-25 0,0 0 16,0 0-16,0 25 0,25-25 0,-25 0 16,0 0-16,0 25 0,25-25 15,-25 0-15,0 0 0,0 0 0,24 0 0,-24 0 0,0 0 0,0 0 0,25 0 0,-25-25 16,0 25-16,0 0 0,0-25 0,0 25 0,25 0 0,-25-25 15,0 25-15,0-24 0</inkml:trace>
  <inkml:trace contextRef="#ctx0" brushRef="#br0" timeOffset="70662.0416">5978 7640 0,'0'0'0,"0"-25"0,0 25 0,0 0 16,0 0-16,0 0 0,-25 0 0,25 0 0,0 0 15,0 0-15,0 0 0,0 0 0,0 0 0,0 0 0,0 25 16,25-25-16,-25 0 0,0 25 0,0-25 16,0 24-16,0-24 0,0 25 0,0-25 0,0 25 0,0-25 0,25 25 15,-25-25-15,0 25 0,0-1 0,0-24 0,0 25 16,0-25-16,0 25 15,0-25-15,0 0 0,25 25 0,-25-25 0,0 0 0,0 0 0,0 0 16,0 25-16,0-25 0,0 0 0,0 0 0,0 0 0,0 0 0,0 0 16,0 0-16,0 0 0,0 0 0,24-25 0,-24 25 0,0 0 15,0 0-15,0-25 16,25 25-16,-25-25 0,0 25 0,0-25 0,25 1 0,-25 24 0,0-25 15,0 0-15,25 25 0,-25-25 0,0 25 0,25-25 0,-25 25 16,0 0-16,0-24 0,0 24 0,24 0 0,-24 0 0,0 0 16,0 0-16,0 0 0,0 0 0,0 0 0,0 0 0,0 0 15,0 0-15,25 24 16,-25-24-16,0 0 0,0 25 0,0-25 0,0 25 0,0-25 15,0 0-15,0 25 0,0-25 0,0 25 0,0-25 0,25 0 0,-25 24 0,0-24 16,0 25-16,0-25 0,0 0 0,0 25 0,0-25 0,0 0 16,25 0-16,-25 25 0,0-25 0,0 0 0,0 0 15,0 0-15,0 0 0,0 0 0,0 0 16,0 0-16,0 0 0,0 0 0,0 0 0,0 0 15,0-25-15</inkml:trace>
  <inkml:trace contextRef="#ctx0" brushRef="#br0" timeOffset="70902.0554">5631 7516 0,'0'0'0,"-25"0"0,25-25 16,0 25-16,0 0 0,0-25 0,0 25 0,0 0 0,0-25 15,0 25-15,0 0 0,25-24 0,-25 24 0,0 0 0,24-25 0,-24 25 16,0 0-16,25 0 0,-25-25 0,25 25 0,-25 0 16,25 0-16,-25 0 15,25 0-15,-25 25 0,24-25 0,-24 0 0,25 0 0,-25 25 0,0-25 16,25 24-16,-25-24 0,25 25 0,-25-25 0,0 25 0,25 0 0,-25 0 15</inkml:trace>
  <inkml:trace contextRef="#ctx0" brushRef="#br0" timeOffset="71058.0643">6201 8334 0,'0'0'0,"0"0"15,0 25-15,-25-25 0,25 0 0,0 0 0,0 0 0,0 0 16,0 0-16,0 0 0,-24 0 0,24-25 0,0 25 0,0 0 0,0 0 15,0 0-15,24-24 0</inkml:trace>
  <inkml:trace contextRef="#ctx0" brushRef="#br0" timeOffset="71764.1047">6846 7119 0,'0'0'0,"-25"-25"0,25 25 15,0 0-15,0 0 0,0 0 0,0 0 0,0 0 0,0 0 0,0 0 16,0 0-16,0 25 0,0-25 0,0 0 0,0 0 0,0 25 15,0-25-15,25 25 0,-25-1 0,0-24 0,0 25 0,0 0 16,25 0-16,-25 0 0,0-1 0,0 1 16,25 0-16,-25 0 0,0 24 0,25-24 0,-25 0 0,0 0 15,0 0-15,24-1 0,-24 1 0,0 0 0,25 0 0,-25 0 16,0-25-16,0 24 0,25 1 0,-25 0 0,0 0 0,0-25 15,0 25-15,25-1 32,-25-24-32,0 0 0,0 25 0,0-25 0,0 0 0,0 0 0,0 0 0,0 0 15,0 0-15,0 0 0,0 0 0,0 0 0,0 0 0,0 0 0,0-25 0,-25 25 0,25 0 0,0 0 16,0-24-16,0 24 0,0-25 0,0 25 0,0-25 31,-25 25-31,25-25 0,0 25 0,0-25 0,0 25 0,0 0 0,25-24 0,-25 24 0,0-25 0,0 25 0,0 0 0,0 0 16,0-25-16,25 25 0,-25 0 15,0 0-15,25 0 0,-25 0 0,0 0 0,24 0 0,-24 0 16,0 0-16,25 25 0,-25-25 0,25 0 0,-25 25 0,0-25 0,25 24 0,-25-24 15,0 25-15,25-25 0,-25 25 0,0-25 0,0 25 0,0-25 16,24 25 0,-24-1-16,0-24 0,0 25 0,0-25 0,0 0 0,0 25 0,0-25 15,0 0-15,-24 25 0,24-25 0,0 0 0,0 0 0,0 25 0,-25-25 16,25 0-16,0 0 0,0 0 0,-25 0 0,25 0 0,0 0 15,0 0-15,-25 0 0,25 0 0,0 0 0,0 0 16,-25 0-16,25 0 0,0 0 16,-24-25-16,24 25 0,0 0 0,0 0 0,0 0 0,0-25 0,0 25 15,-25 0-15,50 0 0,-25 0 0,0-25 0,0 25 0,0 0 0,0 0 16,24 0-16,-24 0 0,0 0 0,25 0 0</inkml:trace>
  <inkml:trace contextRef="#ctx0" brushRef="#br0" timeOffset="72267.1334">7516 7689 0,'0'-24'0,"0"24"0,0 0 15,-25 0-15,25 0 0,-25 0 0,25 0 0,0-25 16,-25 25-16,25 0 0,0 0 0,0 0 0,-24 0 0,24 0 15,0 0 1,-25 0-16,25 0 0,0 0 0,0 0 0,0 0 0,-25 0 0,25 0 16,0 0-16,0 25 0,0-25 0,0 0 0,0 0 0,-25 24 0,25-24 15,0 0-15,0 25 0,0-25 0,0 25 0,0-25 0,0 0 0,0 25 16,0-25-16,0 25 0,0-25 0,0 24 0,0-24 15,0 25-15,25-25 0,-25 25 0,0-25 16,0 25-16,0-25 0,0 0 0,25 25 0,-25-25 16,0 0-16,0 24 0,0-24 0,25 0 0,-25 0 0,0 0 0,0 25 15,24-25-15,-24 0 0,0 0 0,0 0 0,25 0 0,-25 0 16,0-25-16,25 25 0,-25 0 0,0 0 15,0 0-15,25-24 0,-25 24 0,0-25 0,25 25 16,-25-25-16,0 25 0,0-25 0,24 25 0,-24-25 0,0 1 16,0 24-16,0-25 0,25 25 0,-25-25 0,0 0 0,0 25 0,0 0 15,0-25-15,0 25 0,0 0 0,0 0 0,0 0 16,0 0-16,0 0 15,0 0-15,0 0 0,0 0 0,0 0 0,0 0 0,0 0 0,0 25 0,0-25 16,0 0-16,0 25 0,0-25 0,0 0 0,0 25 0,0-25 16,0 25-16,0-25 0,0 24 0,0-24 0,0 0 0,0 25 15,0-25-15,0 0 16,25 25-16,-25-25 0,0 0 0,0 25 0,0-25 0,25 0 0,-25 0 15,0 25-15,0-25 0,25 0 0,-25 0 0,0 0 0,24 0 0,-24 0 16,0 0-16,0 0 0,25 0 0,-25 0 0,25 0 16,-25 0-16,0-25 0,25 25 0,-25-25 15,25 25-15,-25 0 0</inkml:trace>
  <inkml:trace contextRef="#ctx0" brushRef="#br0" timeOffset="72521.148">7913 7640 0,'0'0'0,"-25"0"0,25 0 0,0 0 15,0 0-15,0 0 0,0 0 16,0 0-16,-25 0 0,25 0 0,0-25 0,0 25 0,0 0 15,0 25-15,-25-25 0,25 0 0,0 0 0,0 0 0,0 0 0,0 0 16,0 0-16,-25 0 0,25 0 0,0 0 0,0 25 0,0-25 16,0 0-16,0 24 0,0-24 0,0 0 0,0 25 15,0-25-15,0 0 0,25 25 16,-25-25-16,0 25 0,0-25 0,0 25 0,25-25 0,-25 0 0,0 24 15,0-24-15,25 0 0,-25 25 0,0-25 0,0 0 0,25 0 16,-25 25-16,0-25 0,24 0 0,-24 0 16,0 0-16,0 0 0,25-25 0,-25 25 15,0 0-15,0 0 0,0 0 0,0-25 0,0 25 0,0-24 0,0 24 16,0 0-16,0-25 0,0 0 0</inkml:trace>
  <inkml:trace contextRef="#ctx0" brushRef="#br0" timeOffset="72745.1608">7392 7367 0,'-25'0'0,"25"0"0,0 0 0,-25-25 0,25 25 16,0 0-16,0-25 0,0 25 0,0 0 0,0-24 15,0 24-15,0 0 0,0 0 0,25 0 0,-25-25 16,0 25-16,25 0 0,-25 0 15,0 0-15,25 0 0,-25 0 0,24 0 0,-24 0 0,25 25 0,-25-25 16,25 0-16,-25 0 0,25 0 0,-25 24 0,25-24 0,-25 25 16,0-25-16,24 25 0,-24-25 0,25 25 0,-25 0 0,0-1 15</inkml:trace>
  <inkml:trace contextRef="#ctx0" brushRef="#br0" timeOffset="72889.169">7665 8210 0,'0'25'0,"0"-25"0,0 25 15,0-25-15,-25 25 0,25-25 0,0 0 0,0 0 0,0 0 0,0 0 16,0 0-16,0 0 0,0 0 0,0 0 0,0 0 0,0 0 16,0 0-16,0 0 0,0 0 0,0 0 0,0 0 15</inkml:trace>
  <inkml:trace contextRef="#ctx0" brushRef="#br0" timeOffset="75684.3289">8533 8235 0,'0'0'0,"0"0"16,0 0-16,0 0 0,0 0 0,0-25 0,0 25 0,0 0 16,0 0-16,0 0 0,0 0 0,0-24 0,0 24 0,0 0 0,0 0 15,25-25 1,-25 25-16,0-25 0,0 25 0,24-25 0,-24 25 0,0 0 0,25-25 0,-25 1 0,0 24 0,25-25 15,-25 25-15,0-25 0,25 25 0,-25-25 0,0 25 16,0-25-16,0 25 16,25-25-16,-25 25 0,0-24 0,0 24 0</inkml:trace>
  <inkml:trace contextRef="#ctx0" brushRef="#br0" timeOffset="75909.3418">8706 7764 0,'0'-25'0,"0"25"0,0-25 15,0 25-15,-24 0 0,24 0 0,0-25 0,0 25 16,0 0-16,0 0 0,0 0 0,0 0 16,0 0-16,0 0 0,0 0 0,0 0 0,0 0 0,0 0 15,0 25-15,0-25 0,0 0 0,0 25 0,0-25 0,0 25 0,0-25 16,0 25-16,0-25 0,0 24 0,0 1 15,0-25-15,0 25 0,0 0 16,0 0-16,0-25 0,0 24 0,0 1 0,-25 0 0,25-25 16,0 25-16,0 0 0,0-25 0,0 25 0,0-25 0,0 24 0,0 1 0,0-25 15,0 25-15,0-25 0,0 25 0,0-25 0,0 25 0,0-25 16,0 0-16,0 24 0,0-24 15,0 0-15,0 0 0,0 0 0,0 0 0,0 0 0,0 0 16</inkml:trace>
  <inkml:trace contextRef="#ctx0" brushRef="#br0" timeOffset="76078.3514">8533 8037 0,'-25'0'0,"25"0"0,0 0 0,0-25 16,0 25-16,0 0 0,0 0 0,0 0 0,0-25 16,0 25-16,25 0 0,-25 0 15,0 0-15,0 0 0,25-25 0,-25 25 0,24 0 0,-24 0 0,25-25 0,0 25 16,-25 0-16,25 0 0,-25 0 0,25 0 0,-1 0 15,-24 0-15,25 0 0,-25 0 0,25 0 16,-25 0-16,25 0 0,-25 0 0,0 25 16</inkml:trace>
  <inkml:trace contextRef="#ctx0" brushRef="#br0" timeOffset="76687.3863">8781 8111 0,'0'0'16,"0"0"-16,0 0 0,0 0 0,0 0 0,0-25 0,0 25 15,0 0 1,0 0-16,0 0 0,0-24 0,0 24 0,0-25 0,25 25 0,-25 0 15,0-25-15,24 25 0,-24-25 0,0 0 0,25 25 0,-25-25 0,25 25 16,-25-24-16,0-1 0,25 25 0,-25-25 0,0 0 0,25 25 16,-25-25-16,0 1 0,24 24 0,-24-25 15,0 0-15,25 25 0,-25-25 0,0 0 0,0 25 0,25-24 16,-25 24-16,0-25 0,0 0 0,0 25 0,0-25 0,0 25 15,0 0-15,0-25 16,0 25-16,0 0 0,0-24 0,0 24 0,-25 0 0,25 0 0,0 0 16,0 0-16,-25 0 0,25 0 0,0 0 0,-24 0 0,24 0 0,0 0 15,-25 0-15,25 0 0,0 0 0,0 0 0,-25 0 0,25 0 16,0 24-1,0-24-15,0 0 0,0 0 0,0 0 0,0 0 0,0 0 0,0 25 16,0-25-16,0 0 0,0 0 0,0 25 0,0-25 0,0 25 0,0-25 0,0 25 16,0-25-16,0 24 0,0 1 0,0-25 0,0 25 0,0 0 15,0 0-15,0-25 16,0 24-16,0 1 0,0-25 0,0 25 0,0 0 0,0-25 15,0 25-15,0-25 0,25 24 0,-25 1 0,0-25 0,0 25 16,0-25-16,0 25 0,0-25 0,0 25 0,0-25 0,0 25 0,0-25 0,0 0 16,0 24-16,0-24 15,0 0-15,0 25 0,0-25 0,0 0 0,0 0 0,0 0 78,0 0-78,0 0 0,0 0 0,0 0 0,0 0 0,0 0 0,0 0 0,0 0 0,0-25 0,0 25 0,0 0 0,25 0 0,-25-24 0,0 24 0,0-25 0,24 25 16,-24-25-16,0 25 0,25-25 0,-25 25 0,0 0 0,25-25 0,-25 25 15,0 0-15,25-25 0,-25 25 0,0 0 0,0 0 0,25 0 0,-25 0 0,0 0 0,0 0 0,25 0 0,-25 0 0,0 0 0,0 25 0,0-25 0,0 0 0,0 25 16,0-25-16,0 0 0,0 25 0,0-25 0,0 25 16,0-25-16,0 25 0,24-25 0,-24 24 0,0-24 0,0 25 0,0-25 15,0 25-15,0-25 16,0 0-16,0 25 0,0-25 0,0 25 0,0-25 0,0 0 15,0 0-15,25 0 0,-25 0 0,0 0 0,25 0 0,-25 0 0,0 0 16,25-25-16,-25 25 0,25 0 0</inkml:trace>
  <inkml:trace contextRef="#ctx0" brushRef="#br0" timeOffset="77581.4374">9500 7962 0,'0'-25'0,"0"25"0,-25 0 0,25 0 0,0-24 16,0 24-1,-24 0-15,24 0 0,0-25 0,0 25 0,-25 0 0,25-25 0,0 25 0,-25 0 0,25-25 16,0 25-16,0 0 0,-25 0 0,25-25 0,0 25 0,-25 0 15,25 0-15,0 0 0,0 0 0,-24 0 0,24 0 0,0 0 16,0 0-16,-25 0 0,25 0 0,0 0 16,0 25-16,-25-25 0,25 25 0,0-25 15,0 0-15,0 25 0,-25-25 0,25 25 0,0-25 0,0 24 0,0-24 16,0 25-16,0-25 0,0 25 0,0-25 0,0 25 0,0 0 15,0-25-15,0 25 0,0-25 0,0 24 0,0-24 0,0 25 16,0-25-16,25 25 16,-25-25-16,0 25 0,0-25 0,25 0 0,-25 25 0,0-25 0,0 0 0,25 0 15,-25 0-15,0 0 0,24 0 0,-24 0 0,25 0 0,-25 0 16,0 0-16,25 0 0,-25 0 0,25 0 0,-25-25 0,25 25 15,-25 0-15,0-25 16,24 25-16,-24-25 0,0 25 0,25 0 0,-25-25 0,0 25 16,0-24-16,0-1 0,25 25 0,-25-25 0,0 25 0,0-25 0,0 25 0,0-25 15,-25 25-15,25-25 0,0 25 0,0-24 0,0 24 0,0 0 31,0-25-31,0 25 0,0 0 0,0 0 0,0-25 0,0 25 0,0 0 16,0 0-16,0 0 0,0 0 0,0 0 0,-25 0 0,25 25 0,0-25 0,0 0 16,0 0-16,0 25 0,0-25 0,0 0 0,0 24 0,0-24 15,0 25-15,0-25 0,0 25 0,0-25 0,0 25 16,0-25-16,0 0 15,25 25-15,-25-25 0,0 25 0,0-25 0,0 24 0,0-24 0,0 0 16,25 25-16,-25-25 0,0 0 0,0 0 0,0 25 0,25-25 0,-25 0 31,0 0-31,0 0 0,25 0 0,-25 0 0,0 0 0,0 0 0,24 0 0,-24 0 0,0 0 0,0 0 0,25-25 0,-25 25 16,0 0-16,0-25 0,0 25 15,0 0-15,25-24 0,-25 24 0,0-25 0,0 25 16,0-25-16,0 25 0,0-25 0,0 25 0,0-25 0,0 25 0,-25-25 0,25 25 16,0-24-16,0 24 0,0 0 0,0 0 0,0-25 15,0 25-15,0 0 0,0 0 0,0 0 16,0 0-16,0 0 0,0 0 0,0 25 0,0-25 15,25 0-15,-25 0 0,0 24 0,0-24 0,0 0 0,0 25 0,0-25 16,0 25-16,0-25 0,0 25 0,0-25 0,0 0 0,0 25 16,0-25-16,0 25 0,0-25 0,0 24 0,0-24 15,0 25-15,0-25 0,0 0 0,0 25 16,0-25-16,0 0 0,0 25 0,0-25 15,0 0-15,0 0 0,0 0 0,0 0 0,0 0 0,0 0 0,0 0 16,25 0-16,-25 0 0,0 0 0,0-25 0,0 25 0,0 0 0,0-25 31,0 25-31,25-25 0,-25 25 0,0-24 0,0 24 0,0-25 0,24 0 0,-24 25 0,0-25 0,25 25 0,-25-25 16,0 25-16,0-25 0,25 25 0,-25 0 0,0-24 0,25 24 15,-25 0-15,0 0 0,0 0 16,25-25-16,-25 25 0,0 25 0,0-25 0,0 0 16,24 0-16,-24 0 0,0 0 0,0 24 0,0-24 0,0 0 15,0 25-15,0-25 0,0 0 0,0 25 0,0-25 0,0 0 0,0 25 16,0-25-16,0 0 15,0 25-15,0-25 0,0 25 0,0-25 0,0 0 0,0 24 0,0-24 16,0 0-16,25 25 0,-25-25 0,0 0 0,0 0 0,25 25 16,-25-25-16,0 0 0,25 0 0,-25 0 0,25 0 0,-25-25 0,24 25 15,-24 0-15</inkml:trace>
  <inkml:trace contextRef="#ctx0" brushRef="#br0" timeOffset="78139.4693">10195 7863 0,'0'0'0,"0"-25"0,0 25 0,-25 0 16,25-25-16,0 25 0,0 0 0,0-24 0,-25 24 15,25 0-15,0 0 0,0 0 0,0 0 0,-25 0 0,25 0 0,0 24 16,0-24-16,0 0 0,0 25 0,0-25 0,0 0 0,0 25 16,-24-25-16,24 25 0,0-25 0,0 25 15,0-1-15,0-24 0,0 25 0,0-25 16,0 25-16,0 0 0,0-25 0,0 25 0,24-25 0,-24 25 15,0-25-15,0 0 0,0 24 0,0-24 0,0 0 0,25 25 0,-25-25 0,0 0 16,0 0-16,0 0 0,25 0 0,-25 0 16,0 0-16,0 0 0,25 0 0,-25 0 15,0-25-15,25 25 0,-25 0 0,0 0 0,0-24 0,24 24 0,-24-25 0,0 25 16,0 0-16,25-25 0,-25 25 0,0-25 0,0 25 0,0-25 15,0 25-15,0 0 0,0-25 0,0 25 0,0-24 16,0 24-16,0 0 0,0 0 0,0 0 0,0 0 0,0 0 16,0 0-16,0 0 15,0 24-15,0-24 0,0 25 0,0-25 0,0 25 0,0-25 0,0 25 16,0 0-16,0 0 0,0-1 0,0 1 0,0 0 15,0 0-15,0 0 0,0-1 0,0 1 0,0 0 0,0 25 0,0-26 16,0 1-16,0 0 0,0 0 0,0 0 0,0-1 0,0 26 16,0-25-16,0 0 15,0-1-15,0 1 0,0 0 0,0-25 0,0 25 0,0 0 0,0-25 16,0 24-16,-25-24 0,25 0 0,0 0 15,0 25-15,0-25 0,0 0 0,0 0 0,-24 0 0,24 0 0,0 0 0,0 0 16,-25-25-16,25 25 0,0 0 0,0 0 0,0-24 0,-25 24 16,25 0-16,0-25 15,0 25-15,0 0 0,0-25 0,0 25 0,25 0 0,-25-25 16,0 25-16,0 0 0,0-25 0,0 25 0,25 0 0,-25 0 0,0-24 0,0 24 15,24 0-15,-24 0 0,0 0 0,0-25 0,25 25 16,-25 0-16,0 0 0,25-25 16,-25 25-16,25 0 0,-25-25 0,25 25 0,-25 0 0,24-25 15,-24 25-15,25 0 0,-25-24 0,25 24 0,0-25 0,-25 25 16,25-25-16,-1 25 0</inkml:trace>
  <inkml:trace contextRef="#ctx0" brushRef="#br0" timeOffset="78331.4803">10889 7863 0,'0'0'0,"0"0"0,0 0 0,0 0 16,0 0-16,0-25 0,0 25 0,0 0 0,0 0 0,0 0 15,0 0-15,0 0 0,0 0 0,0 0 0,0 0 16,0 0-16,0 0 0,0 25 0,0-25 0,25 0 0,-25 0 15,0 25-15,0-25 0,0 25 0,0-25 0,0 0 0,0 24 0,0 1 16,0-25-16</inkml:trace>
  <inkml:trace contextRef="#ctx0" brushRef="#br0" timeOffset="78463.4877">10939 8161 0,'0'0'0,"0"0"0,0 0 16,0 0-16,0 0 0,0 0 0,0 0 0,0 0 16,0 0-16,0 0 0,0 0 15,0 0-15,0 0 0,0 0 0,0 0 16,0 0-16,25-25 0,-25 25 0,0 0 0,0 0 0,0 0 0,0 0 15,0 0-15,0 0 0,0 0 0</inkml:trace>
  <inkml:trace contextRef="#ctx0" brushRef="#br0" timeOffset="79708.5591">11906 8161 0,'0'0'0,"0"0"0,0 25 16,0-25-16,0 0 0,-25 0 0,25 0 0,0 0 0,0 0 15,0 0-15,0-25 0,0 25 0,25 0 0,-25 0 0,0 0 0,0 0 16,25-25-16,-25 25 0,0 0 0,25-25 0,-25 25 0,25 0 16,-25-25-16,24 25 0,1-24 0,-25 24 0,25-25 15,0 25-15,-25-25 0,25 25 0,-1-25 16,1 0-16,0 0 0,-25 25 0,25-24 0,0-1 0,-25 0 0,25 0 15,-1 0-15,-24 25 0,25-24 0,-25-1 0,25 0 0,-25 0 16,0 0-16,25 25 16,-25-24-16,0-1 0,0 0 0,0 25 0,0-25 0,0 0 15,0 25-15,0-24 0,-25 24 0,25-25 0,0 25 0,-25-25 0,25 25 16,0-25-16,-25 25 0,25-25 0,0 25 0,0 0 15,-24-24-15,24 24 16,0 0-16,0 0 0,0 0 0,-25 0 0,25 0 0,0 0 0,0 0 0,0 0 0,0 0 0,0 0 16,0 0-16,0 0 0,0 24 15,0-24-15,0 25 0,0-25 0,0 25 0,0 0 16,0 0-16,0-25 0,0 24 0,0 1 0,0 0 0,0 0 0,0 0 15,0-1-15,0 1 0,0 0 0,0 0 0,0 0 0,0-1 0,0 1 16,0 0-16,0 0 0,0 0 0,0-1 0,0-24 16,0 25-16,0 0 0,0-25 0,0 25 0,0 0 15,0-25-15,0 25 0,25-25 16,-25 0-16,0 24 0,0-24 0,0 0 0,24 0 0,-24 0 0,0 0 0,25 0 15,-25 0-15,0 0 0,25 0 0,-25-24 0,25 24 0,-25 0 16,25-25 0,-25 25-16,24-25 0,-24 25 0,25 0 0,0-25 0,-25 25 0,25-25 0,-25 25 15,0-25-15,25 25 0,-25 0 0,0-24 0,24 24 0,-24 0 0,0-25 16,0 25-16,0 0 0,0 0 0,0-25 0,0 25 0,0 0 31,0 0-31,0-25 0,0 25 0,0 0 0,0 0 0,0 0 0,-24-25 0,24 25 16,0 0-16,0 0 0,0 0 0,0 0 0,0 0 0,-25 0 0,25 0 15,0 0-15,0 0 0,0 0 0,0 0 0,-25 25 0,25-25 16,0 0-16,0 25 15,-25-25-15,25 0 0,0 25 0,0-25 0,0 25 0,-25-1 16,25-24-16,0 25 0,0-25 0,0 25 0,0-25 0,0 25 0,0 0 16,0-25-16,0 25 0,0-25 0,0 0 0,0 24 0,0-24 15,0 0-15,0 25 0,0-25 0,0 0 0,25 0 0,-25 0 16,0 0-16,0 0 0,25 0 15,-25 0-15,0 0 0,25 0 0,-25 0 0,0 0 0,0-25 16,25 25-16,-25 0 0,0-24 0,24 24 0,-24-25 0,0 25 0,0 0 16,0-25-16,0 25 0,0-25 0,0 25 0,25 0 0,-25 0 15,0-25-15,0 25 16,0 0-16,0 0 0,0 0 0,0 0 0,0 0 0,0 0 0,0 0 0,0 0 0,0 25 15,0-25-15,-25 0 16,25 0-16,0 25 0,0-25 0,0 0 0,0 25 0,0-25 0,0 0 16,0 25-16,0-25 0,0 24 0,0-24 0,0 0 0,0 25 15,25-25-15,-25 0 0,0 0 0,0 25 0,0-25 0,0 0 0,0 0 16,0 0-16,0 0 0,0 0 15,0 0-15,0 0 0</inkml:trace>
  <inkml:trace contextRef="#ctx0" brushRef="#br0" timeOffset="79887.5693">12502 7789 0,'0'0'0,"0"-25"0,0 25 0,0 0 16,0-25-16,0 25 0,0 0 0,24 0 0,-24-25 0,0 25 16,25 0-16,-25 0 0,25 0 0,-25 0 0,25-25 0,0 25 15,-25 0-15,24 0 16,1 0-16,-25 0 0,25 0 0,0 0 0,0 0 0,-25 0 15,24 25-15,1-25 0,-25 0 0,25 0 0,0 0 0,0 25 0,-25-25 16</inkml:trace>
  <inkml:trace contextRef="#ctx0" brushRef="#br0" timeOffset="80566.6081">13444 7714 0,'0'0'0,"0"0"16,-25 0-16,25 0 0,0 0 0,0 0 0,0 0 0,0 0 0,0 0 16,-24 0-16,24 0 0,0 0 0,0 25 0,0-25 0,0 25 15,24-25-15,-24 0 0,0 25 16,0-1-16,0-24 0,0 25 0,0-25 0,0 25 15,25-25-15,-25 25 0,0 0 0,0-25 0,0 24 0,25-24 0,-25 25 16,0-25-16,0 25 0,0-25 0,0 25 0,0-25 0,0 0 0,0 25 16,0-25-16,0 0 15,0 0-15,0 0 0,0 25 0,0-25 0,0 0 0,0 0 16,0 0-16,0 0 0,0-25 0,0 25 0,0 0 0,0 0 15,0 0-15,0-25 0,0 25 0,0-25 0,0 25 0,25-25 0,-25 25 0,0-25 16,0 1-16,0 24 0,25-25 0,-25 0 0,0 25 16,0-25-16,24 0 15,-24 25-15,0-24 0,0 24 0,25-25 0,-25 25 0,0 0 0,0-25 16,25 25-16,-25 0 0,0 0 0,0 0 0,0 25 0,25-25 0,-25 0 15,0 0-15,0 25 0,0-25 0,25 0 0,-25 24 0,0-24 16,0 25 0,0-25-16,0 25 0,0-25 0,0 25 0,0-25 0,0 25 0,0-25 15,0 24-15,0-24 0,0 25 0,0-25 0,0 25 0,0-25 16,0 0-16,0 25 0,0-25 0,0 0 0,0 25 0,0-25 0,0 0 0,0 0 15,0 0-15,0 0 16,0 0-16,0 0 0,0 0 0,0 0 0,0 0 0,24-25 16,-24 25-16,0 0 0,0-25 0,0 25 0,25-25 0,-25 25 0,0-25 15,0 25-15,25-24 0,-25-1 0,0 25 0,25-25 16,-25 0-16,25 25 0,-25-25 0,0 25 0,24-24 0,-24-1 0,25 25 15,-25 0-15,0-25 0,25 25 16,-25 0-16,0 0 0,0 0 0,25 0 0,-25 0 0,0 0 16,0 25-16,0-25 0,0 25 0,0-25 0,0 0 0,0 24 15,0-24-15,0 25 0,0 0 0,0-25 0,0 25 0,0-25 16,0 25-16,0-25 0,0 0 15,0 24-15,0-24 0,0 25 0,25-25 0,-25 0 16,0 25-16,0-25 0,0 0 0,24 25 0,-24-25 0,0 0 0,25 0 0,-25 0 16,25 0-16,-25 0 0,25 0 0,0 0 0,-25 0 0,24 0 15,1 0 1,0-25-16,-25 25 0,25 0 0,0-25 0</inkml:trace>
  <inkml:trace contextRef="#ctx0" brushRef="#br0" timeOffset="80981.6319">14287 7813 0,'0'-24'0,"-24"24"0,24 0 0,0-25 0,-25 25 0,25 0 16,-25-25-16,25 25 0,0 0 0,-25-25 0,25 25 0,0 0 15,-25 0-15,25-25 0,0 25 0,-24 0 0,24 0 16,0 0-16,0 0 0,-25 0 0,25 0 0,0 0 0,0 25 16,0-25-1,-25 0-15,25 25 0,0-25 0,0 0 0,0 25 0,0-25 0,0 25 0,0-1 16,0-24-16,0 25 0,0-25 0,0 25 16,0-25-16,0 25 0,0-25 0,0 25 15,25-25-15,-25 24 0,0-24 0,0 0 0,0 25 0,0-25 0,0 0 0,25 0 16,-25 25-16,0-25 0,0 0 0,0 0 0,0 0 0,24 0 0,-24 0 15,0 0-15,0 0 0,25 0 0,-25 0 0,0 0 16,25-25-16,-25 25 0,25 0 0,-25 0 16,0-25-16,25 25 0,-25-24 0,0 24 0,24-25 15,-24 25-15,0-25 0,25 25 0,-25-25 0,0 25 0,0-25 0,25 25 16,-25 0-16,0-24 0,0 24 0,0 0 0,0-25 0,0 25 15,0 0-15,0 0 0,0 25 16,0-25-16,0 0 0,0 0 0,0 24 0,0-24 0,-25 0 0,25 25 16,0-25-16,0 25 0,0-25 0,0 25 0,0-25 0,0 25 15,0-25-15,0 0 0,0 24 0,0-24 0,0 25 0,0-25 16,25 0-16,-25 25 15,0-25-15,0 0 0,0 0 0,25 25 0,-25-25 0,0 0 16,25 0-16,-25 0 0,25 0 0,-25 0 0,24 25 0,-24-25 0,25-25 16,0 25-16,-25 0 0,25 0 0,0 0 0,-1 0 0,1 0 0,-25-25 15,25 25-15,0 0 0,0-25 0</inkml:trace>
  <inkml:trace contextRef="#ctx0" brushRef="#br0" timeOffset="81276.6488">15081 7367 0,'0'0'0,"0"0"0,0-25 16,0 25-16,0 0 0,0-25 0,-25 25 0,25 0 15,0 0-15,0-24 0,0 24 0,0 0 0,0 0 0,0 24 0,0-24 16,0 0-16,0 0 0,0 25 0,0 0 0,0-25 15,0 25-15,25 0 0,-25-25 0,0 24 0,0 1 0,0 0 16,0 0-16,0 0 0,0-1 16,0 1-16,0 0 0,0 25 0,0-26 0,0 1 0,-25 0 0,25 0 15,0 0-15,0-25 0,0 24 0,0 1 0,0 0 0,0 0 16,0-25-1,0 25-15,0-25 0,0 24 0,0-24 0,0 25 0,0-25 0,0 0 0,0 25 16,0-25-16,0 0 0,-24 0 0,24 0 0,0 0 0,0 0 0,-25-25 16,25 25-16,0 0 0,0 0 0</inkml:trace>
  <inkml:trace contextRef="#ctx0" brushRef="#br0" timeOffset="81465.6596">14932 7789 0,'0'-25'0,"-24"25"0,24-25 0,0 25 0,0 0 0,0-25 16,0 25-16,0 0 0,0-25 0,0 25 16,24 0-16,-24 0 0,0 0 0,0-24 0,0 24 0,25 0 0,-25 0 15,25 0-15,-25 0 16,0 0-16,25-25 0,-25 25 0,25 0 0,-25 0 0,24 0 0,-24 25 15,25-25-15,0 0 0,-25 0 0,0 0 0,25 24 0,-25-24 0,25 0 16,-25 25-16,24-25 0,-24 25 0,0-25 0,25 25 16,-25 0-16,0-25 0,25 24 31,-25-24-31,0 25 0,0-25 0,0 25 0,0-25 0,0 25 0</inkml:trace>
  <inkml:trace contextRef="#ctx0" brushRef="#br0" timeOffset="81719.6741">15230 7913 0,'0'0'0,"0"0"0,0-25 16,0 25-16,0 0 0,0-25 0,0 25 0,0-25 0,0 25 15,0-25-15,0 25 0,0 0 0,0-24 0,0 24 16,0-25-16,0 25 0,25 0 0,-25-25 15,0 25-15,0 0 0,25-25 0,-25 25 0,0 0 0,24 0 16,-24 0-16,0-25 0,25 25 0,-25 0 0,0 0 0,0 0 16,25 0-16,-25 0 15,0 0-15,0 25 0,0-25 0,0 0 0,25 25 0,-25-25 0,0 0 0,0 25 0,0-25 16,0 25-16,0-25 0,0 24 0,0-24 0,0 25 0,0-25 15,0 25-15,0-25 0,0 25 16,0-25-16,0 25 0,0-25 0,0 0 0,0 24 0,0-24 16,0 25-16,0-25 0,0 0 0,25 25 0,-25-25 0,0 0 15,0 0-15,25 25 0,-25-25 0,0 0 0,24 0 0,-24 0 0,25 0 16</inkml:trace>
  <inkml:trace contextRef="#ctx0" brushRef="#br0" timeOffset="82176.7001">15726 7764 0,'0'0'16,"-25"0"-16,25-25 0,0 25 0,0 0 0,-24-25 0,24 25 15,0 0-15,-25 0 0,25-25 16,0 25-16,-25 0 0,25 0 0,0 0 0,-25 0 0,25-24 16,0 24-16,0 0 0,-25 0 0,25 0 0,0 0 0,0 0 15,0 0 1,0 24-16,-24-24 0,24 0 0,0 0 0,0 25 0,0-25 0,0 0 0,0 25 0,-25-25 0,25 25 15,0 0-15,0-25 0,0 24 0,0-24 0,25 25 0,-25-25 0,0 25 16,0-25-16,0 25 0,0-25 0,0 25 16,24-25-16,-24 24 15,0-24-15,0 0 0,0 25 0,25-25 0,-25 0 0,0 0 0,0 0 0,25 0 16,-25 0-16,0 0 0,0 0 0,25 0 0,-25 0 0,0 0 0,25 0 15,-25 0-15,0 0 0,24-25 0,-24 25 0,0 0 16,25-24-16,-25 24 16,25-25-16,-25 25 0,0-25 0,0 25 0,25-25 0,-25 25 0,0-25 0,0 25 15,0-24-15,0 24 0,0-25 0,0 25 0,0-25 0,0 25 16,0 0-16,0-25 0,0 25 0,0 0 0,0-25 0,0 25 15,0 0-15,0 0 0,0 0 16,0 0-16,0 0 0,0 0 0,0 25 16,0-25-16,0 0 0,0 0 0,0 25 0,0-25 0,-25 25 0,25-25 0,0 25 15,0-25-15,0 24 0,0-24 0,0 25 0,0-25 0,0 25 0,0-25 16,0 25-16,0-25 0,0 25 15,0-25-15,0 24 0,25-24 0,-25 0 0,0 25 16,0-25-16,0 0 0,0 0 0,25 25 0,-25-25 0,0 0 16,0 0-16,0 0 0,24 0 0,-24 0 0,0 0 0,25-25 0,-25 25 15,0 0-15,25-25 0,-25 25 0,0 0 0</inkml:trace>
  <inkml:trace contextRef="#ctx0" brushRef="#br0" timeOffset="82530.7205">15949 7739 0,'0'0'0,"0"-25"0,0 25 16,0 0-16,0 0 0,0 0 0,0 0 0,0 0 15,0 0-15,0 0 0,-24 0 0,24 0 0,0 0 0,0 0 16,0 25-16,0-25 0,24 25 0,-24-25 0,0 0 15,0 25-15,0-25 0,0 24 0,0-24 0,0 25 0,0-25 16,0 25 0,0-25-16,0 25 0,0 0 0,0-25 0,0 24 0,0-24 0,0 25 15,0-25-15,0 0 0,0 25 0,0-25 0,0 0 0,0 0 0,0 25 0,0-25 16,0 0-16,0 0 0,0 0 15,0 0-15,25 0 0,-25 0 0,0-25 0,0 25 16,0 0-16,25 0 0,-25-25 0,0 25 0,25-25 0,-25 25 16,0-24-16,25 24 0,-25-25 0,0 25 0,24-25 0,-24 25 0,0-25 31,25 25-31,-25-25 0,0 25 0,25 0 0,-25-24 0,0 24 0,0 0 0,25 0 0,-25 0 0,0 0 0,0 0 0,0 0 15,0 24-15,0-24 0,0 0 0,0 0 0,0 25 16,0-25 0,25 25-16,-25-25 0,0 25 0,0-25 0,0 0 0,0 25 0,0-25 0,0 24 15,0-24-15,0 0 0,0 25 0,0-25 0,0 0 0,0 25 16,0-25-16,0 0 0,0 25 0,0-25 0,0 0 15,0 0-15,0 25 0,0-25 0,0 0 16,0 0-16,0 0 0,0 25 0,0-25 0,0 0 16,0 0-16,0 0 0,-25-25 0</inkml:trace>
  <inkml:trace contextRef="#ctx0" brushRef="#br0" timeOffset="82727.7317">15677 7615 0,'-25'-25'0,"25"25"15,0 0-15,-25-25 0,25 25 0,0-24 0,0 24 0,0 0 16,0-25-16,0 25 15,0 0-15,0 0 0,0-25 0,25 25 0,-25 0 0,0 0 16,25 0-16,-25 0 0,24-25 0,-24 25 0,25 0 0,-25 0 0,25 0 16,-25 25-16,25-25 0,-25 0 0,25 0 0,-25 25 0,24-25 15,-24 25-15,0-25 0,25 24 16,-25-24-16,0 25 0,25 0 0,-25 0 0,0 0 0,0-1 0,0 1 0</inkml:trace>
  <inkml:trace contextRef="#ctx0" brushRef="#br0" timeOffset="82875.7401">15850 8359 0,'-25'25'0,"25"-25"0,0 0 0,0 0 0,0 0 0,0 0 0,0 0 0,0 0 0,0 0 16,0 0-16,0 0 0,0 0 0,0 0 0,0 0 0,0 0 31,0-25-31,0 25 0,0 0 0,0 0 0,0 0 0,0-25 15,25 25-15,-25 0 0,0 0 0,0-24 0</inkml:trace>
  <inkml:trace contextRef="#ctx0" brushRef="#br0" timeOffset="83140.7554">17140 7913 0,'0'0'0,"0"0"16,0 0-16,-25 0 0,25 0 0,0-25 0,0 25 15,0 0-15,0 0 16,0 0-16,0 0 0,0 0 0,0-25 0,25 25 0,-25 0 0,25 0 0,-25-25 0,25 25 15,-25-25-15,24 25 0,1 0 0,-25-24 0,25 24 0,0-25 32,-25 0-32,25 25 0,-25-25 0</inkml:trace>
  <inkml:trace contextRef="#ctx0" brushRef="#br0" timeOffset="83353.7674">17388 7491 0,'0'-25'15,"-25"25"-15,25 0 0,0 0 0,0 0 0,0 0 0,0 0 16,0 0 0,0 0-16,0 0 0,-25 0 0,25 25 0,0-25 0,0 0 0,0 25 0,0 0 0,0-25 15,0 24-15,0 1 0,0 0 0,0 0 0,0 0 0,0-25 16,25 24-16,-25 1 0,0 0 15,0 0-15,0 0 0,0-1 0,0 1 0,0 0 0,0-25 0,0 25 16,0 0-16,0-1 0,0-24 0,0 25 0,0-25 0,0 25 16,0-25-16,0 25 0,0-25 15,0 25-15,0-25 0,0 0 0,0 0 0,-25 0 0,25 25 16,0-25-16,0 0 0,-24-25 0,24 25 0,0 0 0,-25 0 0,25-25 15,-25 25-15,25-25 0</inkml:trace>
  <inkml:trace contextRef="#ctx0" brushRef="#br0" timeOffset="83505.7763">17239 7665 0,'0'0'0,"25"-25"0,-25 25 16,0-25-16,25 25 0,-25 0 0,25-25 0,-25 25 15,24 0-15,-24 0 0,25 0 0,-25 0 0,25-25 0,0 25 16,-25 0-16,25 0 0,-25 0 0,24 0 0,1 25 16,-25-25-16,25 0 0,-25 0 0,25 0 0,-25 0 0,25 0 15,-25 25-15,25-25 0,-25 0 0,24 0 0,-24 0 16,0 0-16</inkml:trace>
  <inkml:trace contextRef="#ctx0" brushRef="#br0" timeOffset="83797.7927">17611 7491 0,'0'0'15,"25"-25"-15,-25 25 0,0 0 16,0 0-16,0 0 0,0 0 0,0 0 0,0 0 0,0 0 15,0 25-15,0-25 0,0 0 0,0 0 0,0 25 0,0-25 16,0 25-16,0-25 0,0 24 0,-25 1 0,25-25 0,0 25 16,0 0-16,0 0 0,0-1 0,0 1 15,0 0-15,0 0 0,0 0 16,0-1-16,0 1 0,-24-25 0,24 25 0,0 0 0,0 0 0,0-1 0,0-24 15,0 25-15,0 0 0,0 0 0,0-25 0,0 25 0,0-25 16,0 25-16,0-25 0,0 24 0,0-24 0,0 0 0,0 25 16,0-25-16,0 0 15,0 0-15,24 0 0,-24 0 0,0-25 0,25 25 0,-25-24 0</inkml:trace>
  <inkml:trace contextRef="#ctx0" brushRef="#br0" timeOffset="84407.8278">17884 7665 0,'0'0'0,"-25"0"16,25 0-16,0 0 0,0 0 0,0 0 0,0 0 16,0 24-16,0-24 0,0 0 0,0 25 15,0-25-15,0 25 0,0-25 0,0 25 0,0 0 0,0-25 0,0 24 16,0 1-16,25 0 0,-25-25 0,0 25 0,0 0 0,0-25 15,0 24-15,0 1 0,0-25 16,0 25-16,0-25 0,0 25 0,0-25 0,0 0 16,0 25-16,0-25 0,0 0 0,0 25 0,0-25 0,0 0 0,0 0 0,0 0 15,0 0-15,0 0 0,0 0 0,0 0 0,0 0 0,0 0 16,0 0-16,0 0 0,0 0 15,0-25-15,0 25 0,0 0 0,0-25 16,0 25-16,0-25 0,0 25 0,25-25 0,-25 0 0,0 25 0,0-24 16,25-1-16,-25 25 0,25-25 0,-25 0 0,0 25 0,24-25 0,-24 25 15,0-24-15,25 24 0,-25 0 0,25-25 0,-25 25 0,0 0 16,0 0-16,25 0 15,-25 0-15,0 0 0,0 25 0,25-25 0,-25 0 0,0 24 0,0-24 16,0 25-16,24-25 0,-24 25 0,0-25 0,0 25 0,0-25 0,0 25 16,0-25-16,0 24 0,0-24 0,0 25 0,0-25 15,0 25-15,0-25 16,0 0-16,0 25 0,0-25 0,0 0 0,0 25 0,0-25 15,0 0-15,0 0 0,0 0 0,0 0 0,0 25 0,0-25 0,0 0 16,0-25-16,0 25 0,25 0 0,-25 0 0,0 0 0,0-25 0,25 25 16,-25-25-16,0 25 0,25-25 0,-25 25 0,0-25 0,25 25 15,-25-24-15,0-1 16,24 25-16,-24-25 0,0 25 0,0-25 0,25 0 0,-25 25 0,0 0 0,0-24 15,25 24-15,-25 0 0,0 0 0,0 0 0,0 0 0,0 0 16,0 0-16,0 0 0,0 24 0,0-24 0,0 0 16,0 25-16,0-25 15,0 25-15,0-25 0,0 25 0,0-25 0,0 25 0,0-25 0,0 24 16,0 1-16,0-25 0,0 25 0,0-25 0,0 25 0,25-25 0,-25 0 15,0 25-15,0-25 0,0 25 0,0-25 0,0 0 0,25 24 16,-25-24-16,0 0 16,24 0-16,-24 0 0,25 0 0,-25 0 0,25 0 0,-25 0 0</inkml:trace>
  <inkml:trace contextRef="#ctx0" brushRef="#br0" timeOffset="84814.8511">19100 7665 0,'0'0'0,"0"0"15,-25-25-15,25 25 0,0 0 0,0 0 0,0-25 16,0 25-16,0 0 0,0 0 15,0 0-15,0 0 0,0 0 0,0 0 0,25-25 0,-25 25 0,0 0 16,24 0-16,-24 0 0,0 0 0,25 0 0,-25 0 16,0 0-16,25 0 0,-25 25 0,0-25 0,0 0 0,25 25 0,-25-25 15,0 0 1,0 25-16,0-25 0,0 24 0,0-24 0,0 25 0,0 0 0,0-25 15,0 25-15,-25-25 0,25 25 0,0-1 0,-25-24 0,25 25 0,-25-25 16,25 25-16,0-25 0,-24 25 0,24-25 0,-25 25 0,25-25 16,-25 24-16,25-24 15,0 25-15,-25-25 0,25 0 0,0 0 0,0 25 0,-25-25 0,25 0 16,0 0-16,0 0 0,0 0 0,25 0 0,-25 25 15,0-25-15,0 0 0,25 0 0,-25 0 0,25 0 0,-25 0 0,25 0 0,-25 0 16,24 0-16,1 0 0,-25 0 0,25 0 0,0 0 16,0 0-16,-25 0 0,24 0 0,1 0 0,0 0 0,0 0 15,0 0-15,-1 0 0,1 0 16,0 0-16</inkml:trace>
  <inkml:trace contextRef="#ctx0" brushRef="#br0" timeOffset="85167.8713">20315 7863 0,'0'-25'0,"0"25"0,0 0 15,-25-25-15,25 25 0,-25 0 0,25-24 0,-24 24 0,24 0 16,-25 0-16,25-25 0,-25 25 0,25 0 0,-25-25 0,25 25 15,-25 0-15,25 0 0,-24 0 0,24 0 0,-25 0 0,25 0 16,-25 0-16,25 0 0,0 0 16,-25 0-16,25 0 0,0 0 0,0 25 0,-25-25 0,25 0 0,0 25 15,0-25-15,0 0 0,0 24 0,0-24 0,0 25 0,0-25 16,0 25-16,0-25 0,0 25 0,0-25 0,0 0 15,25 25-15,-25-25 0,0 24 16,0-24-16,0 0 0,25 25 0,-25-25 0,0 0 0,0 0 0,25 25 16,-25-25-16,0 0 0,25 0 0,-25 0 0,0 0 0,24 0 15,-24 0-15,25-25 0,-25 25 0,0 0 0,25 0 0,-25-25 16,25 25-16,-25-24 0,25 24 0,-25-25 0,0 25 0,24-25 15,-24 0 1,0 0-16,25 25 0,-25-24 0,0-1 0</inkml:trace>
  <inkml:trace contextRef="#ctx0" brushRef="#br0" timeOffset="85371.883">20365 7392 0,'0'0'0,"0"0"0,0 0 15,0 0-15,0 25 0,0-25 0,0 0 0,-25 0 16,25 24-16,0-24 0,0 25 0,0 0 0,0-25 0,0 25 16,0 0-16,0-1 0,0 1 0,-25-25 15,25 25-15,0 0 0,0 0 0,0-1 0,0 1 0,0 0 16,0 0-16,0 0 0,0-1 0,0-24 0,0 25 0,0 0 15,0 0-15,0 0 0,-25-25 16,25 24-16,0 1 0,0-25 0,0 25 0,0 0 0,0-25 0,0 25 0,0-25 16,0 0-16,0 25 0,0-25 0,-25 0 0,25 0 15,0 0-15,0 0 0,0 0 16,0 0-16,0 0 0,-24 0 0,24-25 0,0 25 15,0-25-15,0 25 0,-25-25 0</inkml:trace>
  <inkml:trace contextRef="#ctx0" brushRef="#br0" timeOffset="85525.8918">20216 7640 0,'0'0'0,"25"0"0,-25 0 16,0 0-16,0 0 0,0 0 0,0 0 0,0 0 15,24 0-15,-24 0 0,0 0 0,25 0 0,-25 0 16,25 0-16,-25 0 0,25 0 0,-25 25 0,25-25 0,-1 0 16,-24 0-16,25 0 0,0 24 0,0-24 0,-25 0 15,25 0-15,-1 25 0,-24-25 0,25 0 0,0 0 0,0 25 16,-25-25-1,25 0-15,-1 0 0,-24 0 0,25 0 0</inkml:trace>
  <inkml:trace contextRef="#ctx0" brushRef="#br0" timeOffset="85777.9059">20836 7541 0,'0'0'0,"0"-25"0,0 25 0,0 0 16,0 0-16,0 0 0,0 25 16,-25-25-16,25 0 0,0 0 0,0 24 0,0-24 0,0 0 15,0 25-15,0-25 0,0 25 0,0 0 0,0-25 0,-25 25 16,25-1-16,0-24 0,0 25 0,0 0 0,0 0 0,0-25 15,0 25-15,0-1 16,0-24-16,0 25 0,0 0 0,0-25 0,-24 25 0,24-25 0,0 25 0,0-25 16,0 0-16,0 24 0,0-24 0,0 0 0,0 25 15,24-25-15,-24 0 0,0 0 0,0 0 0,0 0 0,0 0 0,25 0 16,-25 0-16,0 0 15,0-25-15,25 25 0,-25 0 0,25-24 0</inkml:trace>
  <inkml:trace contextRef="#ctx0" brushRef="#br0" timeOffset="86001.919">21034 7714 0,'0'-25'0,"0"25"0,0 0 15,0 0-15,0 0 0,0-24 0,0 24 0,0 0 0,0 0 16,0 0-16,0 0 0,0 0 0,0 0 0,0 0 16,-24 0-16,24 0 0,0 0 0,0 0 0,0 24 0,-25-24 15,25 0-15,0 25 16,-25-25-16,25 0 0,0 25 0,-25-25 0,25 25 0,0-25 15,0 0-15,-25 25 0,25-25 0,0 24 0,0-24 0,0 0 0,0 25 16,0-25-16,0 0 0,0 25 0,0-25 0,0 0 0,25 0 16,-25 0-1,25 25-15,-25-25 0,25 0 0,0 0 0,-1 0 0,1 0 16,0 0-16,25 0 0,-26 0 0,1 0 0,25 0 0,-25 0 0,-1 0 0,26 0 15,-25 0-15,0 0 0,-1 0 0</inkml:trace>
  <inkml:trace contextRef="#ctx0" brushRef="#br0" timeOffset="87040.9785">7169 9103 0,'0'0'16,"0"0"-16,0 0 0,0 0 0,0 0 0,0 0 15,0 0-15,0 0 0,0 0 0,0 0 16,0 0-16,0 0 0,0 0 0,0 0 15,0 0-15,0 0 0,0 0 0,24 0 0,-24 0 0,0 0 0,0 0 16,0 0-16,0 0 0,25 0 0,-25-24 0,0 24 0,0 0 0,25 0 16,-25-25-16,0 25 0,25 0 0,-25 0 0,0-25 0,25 25 15,-25-25-15,0 25 16,24 0-16,-24-25 0,0 25 0,25-25 0,-25 25 0,0-24 0,0 24 15,0 0-15,0-25 0,25 25 0,-25 0 0,0-25 16,0 25-16,0 0 0,0 0 0,0-25 0,0 25 0,0 0 0,0 0 16,0 0-16,0 0 0,0 0 15,0 0-15,0 0 0,0 0 0,0 0 0,0 0 0,0 0 16,0 0-16,0 0 0,0 25 0,0-25 0,0 0 0,0 0 15,0 25-15,0-25 0,0 25 0,0-25 0,0 24 0,0-24 0,0 25 16,25-25-16,-25 25 0,0-25 0,0 25 0,0 0 16,0-25-16,25 25 15,-25-25-15,0 24 0,0-24 0,0 25 0,0-25 0,0 25 0,0-25 0,0 0 0,0 25 16,0-25-16,0 25 0,0-25 0,0 0 0,0 0 15,0 0-15,0 0 0,0 24 0,0-24 0,0 0 0,0 0 16,0 0-16,0-24 16,0 24-16</inkml:trace>
  <inkml:trace contextRef="#ctx0" brushRef="#br0" timeOffset="87753.0192">7441 8855 0,'0'-25'0,"-24"25"0,24 0 15,0 0-15,0 0 0,-25 0 0,25 0 0,0-24 16,0 24-16,-25 0 0,25 0 16,0 0-16,0 0 0,-25-25 0,25 25 0,0 0 0,0 0 0,-25 0 15,25 0-15,0-25 0,0 25 0,-24 0 0,24 0 0,0 0 16,-25 0-16,25 0 0,0 0 0,0 0 0,-25 0 0,25 0 15,0 0-15,-25 0 16,25 0-16,0 0 0,-25 25 0,25-25 0,0 0 0,0 0 0,-24 0 0,24 25 16,0-25-16,-25 0 0,25 24 0,0-24 0,0 0 0,-25 0 15,25 25-15,0-25 16,-25 25-16,25-25 0,0 0 0,0 25 0,-25-25 0,25 0 0,0 25 15,0-25-15,0 0 0,-24 24 0,24-24 0,0 0 0,0 25 0,0-25 16,0 25-16,-25-25 0,25 0 0,0 25 0,0-25 0,0 25 31,0-25-31,0 25 0,0-25 0,0 0 0,0 24 0,25-24 0,-25 25 0,0-25 0,0 25 0,0-25 16,24 25-16,-24-25 0,0 25 0,0-25 0,25 24 0,-25-24 15,0 25-15,25-25 0,-25 25 16,0-25-16,25 25 0,-25-25 0,0 25 0,25-25 0,-25 24 16,24-24-16,-24 25 0,0-25 0,25 25 0,-25-25 0,25 25 15,-25-25-15,25 0 0,-25 25 0,25-25 0,-25 0 0,24 0 16,-24 24-16,25-24 15,-25 0-15,25 0 0,0 0 0,-25 0 0,25 0 0,-1 0 16,-24 0-16,25-24 0,-25 24 0,25 0 0,0 0 0,-25 0 0,25-25 0,-1 25 16,-24 0-16,25-25 0,-25 25 0,25-25 0,0 25 0,-25-25 15,25 25 1,-25-24-16,24 24 0,-24-25 0,25 25 0,-25-25 0,25 25 0,-25-25 15,0 25-15,25 0 0,-25-25 0,0 25 0,25-24 0,-25 24 0,0 0 0,0-25 16,0 25-16,0-25 0,0 25 0,0 0 0,0-25 0,0 25 16,0-25-16,-25 25 0,25-24 15,0 24-15,0-25 0,0 0 0,-25 25 0,25-25 0,0 25 0,-25-25 16,25 0-16,0 25 0,0-24 0,-25 24 0,25-25 0,0 25 15,0-25-15,-24 25 0,24 0 0,0-25 0,0 25 16,-25 0-16,25 0 0,0 0 0,0 0 0,0 0 0,-25 0 16,25 0-16,0 0 15,0 0-15,0 0 0,-25 0 0,25 0 0,0 0 0,0 0 0,0 0 0,-25 25 16,25-25-16,0 0 0,0 0 0,0 0 0,0 0 15,0 0-15,-24 25 0,24-25 0,0 0 0,0 0 0,0 0 0,0 0 16,0 0-16,0 0 0,0 0 0,0 0 0,24 0 16,-24 0-16,0 0 0</inkml:trace>
  <inkml:trace contextRef="#ctx0" brushRef="#br0" timeOffset="87954.0307">8062 8979 0,'0'0'0,"24"25"15,-48-25-15,24 0 0,0 0 0,0 0 0,0 0 0,0 0 16,0 0-16,0 0 16,0 0-16,0 0 0,0 0 0,0 0 0,0 0 0,0 0 15,0 25-15,0-25 0,0 0 0,0 0 0,0 0 0,24 0 16,-24 0-16,0 0 0,0 25 0,0-25 0,0 0 0,0 25 0,0-25 15,25 0-15,-25 24 0</inkml:trace>
  <inkml:trace contextRef="#ctx0" brushRef="#br0" timeOffset="88110.0396">8186 9327 0,'0'0'0,"0"24"0,0-24 0,0 0 0,0 0 0,0 0 16,0 0-16,0 0 0,0 0 0,0 0 0,0 0 16,0 0-16,0 0 0,0 0 15,0 0-15,0 0 0,0 0 0,0 0 16,0 0-16,0 0 0,0 0 0,0 0 0,0 0 0,0 0 0,0 0 0</inkml:trace>
  <inkml:trace contextRef="#ctx0" brushRef="#br0" timeOffset="88810.0796">9599 9103 0,'0'0'0,"0"0"0,0 0 16,0 0-16,0 0 0,25-24 0,-25 24 0,0 0 0,0-25 0,0 25 15,0 0-15,25 0 0,-25-25 0,0 25 16,0 0-16,0-25 0,0 25 0,0 0 16,0 0-16,0-25 0,0 25 0,0 0 0,-25 0 0,25-25 0,0 25 0,0 0 15,-25 0-15,25 0 0,0 0 0,0 0 0,-24 0 16,24 0-16,0 0 15,-25 0-15,25 0 0,0 0 0,-25 0 0,25 0 0,0 0 0,-25 0 16,25 0-16,-25 25 0,25-25 0,0 0 0,-24 0 0,24 25 0,0-25 16,-25 25-16,25-25 0,0 25 0,0-25 0,0 25 0,-25-25 15,25 24-15,0 1 16,0-25-16,0 25 0,25 0 0,-25-25 0,0 25 0,0-25 0,0 24 0,25 1 15,-25-25-15,0 25 0,24 0 0,-24-25 0,25 25 0,-25-25 16,0 24-16,25-24 0,-25 0 0,25 25 16,-25-25-16,25 0 0,-1 25 0,-24-25 15,25 0 1,-25 0-16,25 0 0,0 0 0,-25 0 0,25 0 0,-1 0 0,-24 0 0,25-25 0,-25 25 0,25 0 0,0-25 0,-25 25 0,25 0 15,-1-24-15,-24 24 0</inkml:trace>
  <inkml:trace contextRef="#ctx0" brushRef="#br0" timeOffset="89472.1174">9996 9178 0,'0'0'0,"0"0"16,0-25-16,0 25 0,0 0 0,0 0 0,-25-25 0,25 25 15,0 0-15,-24 0 0,24-25 0,0 25 0,-25 0 16,25 0-16,0 0 0,-25-24 0,25 24 16,0 0-16,0 0 0,-25 0 0,25 0 0,0 0 15,-25 0-15,25 0 0,0 0 0,0 24 0,-24-24 0,24 0 0,0 0 16,0 25-16,0-25 0,-25 25 0,25-25 0,0 25 15,0-25-15,0 25 0,0-1 0,0-24 16,0 25-16,0-25 0,0 25 0,25-25 0,-25 25 0,0-25 0,0 25 16,0-25-16,0 0 0,24 24 0,-24-24 0,0 0 0,0 25 15,0-25 1,25 0-16,-25 0 0,0 0 0,0 0 0,25 0 0,-25 0 0,0 0 15,0 0-15,0 0 0,25 0 0,-25 0 0,0 0 0,25 0 0,-25-25 0,0 25 16,0 0-16,24-24 0,-24 24 16,0 0-16,0-25 0,25 25 0,-25-25 0,0 25 0,0 0 15,0-25-15,0 25 0,0-25 0,25 25 0,-25 0 0,0-24 16,0 24-16,0-25 0,0 25 0,0 0 0,0 0 0,0-25 0,0 25 15,0 0-15,0 0 0,0 0 0,0 0 16,0 0-16,0 0 0,0 0 0,-25 25 16,25-25-16,0 0 0,0 0 0,0 25 0,0-25 0,0 0 0,0 24 15,0-24-15,0 25 0,0-25 0,0 25 0,0-25 0,0 25 16,0-25-16,0 25 0,0-25 0,0 24 0,0 1 0,0-25 15,25 25-15,-25-25 16,0 0-16,0 25 0,0-25 0,25 0 0,-25 25 0,0-25 0,0 0 16,25 0-16,-25 0 0,0 0 0,25 0 0,-25 0 15,0 0-15,24 0 0,-24 0 0,0 0 0,25 0 0,-25 0 0,0-25 0,25 25 16,-25 0-1,25-25-15,-25 25 0,0 0 0,25-25 0,-25 25 0,0-25 0,24 25 0,-24-24 0,0 24 16,0-25-16,0 25 0,0 0 16,0-25-16,0 25 0,0 0 0,0-25 0,0 25 0,0 0 0,0-25 15,0 25-15,0 0 0,0 0 0,0 0 0,-24 0 0,24 0 0,0 0 16,0 0-16,0 0 0,0 0 0,0 0 0,0 0 15,0 0-15,0 25 16,-25-25-16,25 0 0,0 25 0,0-25 0,0 0 0,0 25 0,25-25 0,-25 25 0,0-25 16,0 24-16,0-24 0,0 25 0,0-25 0,24 25 15,-24-25-15,0 0 0,0 25 0,25-25 0,-25 0 0,25 25 16,-25-25-16,0 0 0,25 0 15,0 0-15,-25 0 0,24 0 0,-24 0 0,25 0 0,0 0 0,-25 0 16,25-25-16,0 25 0,-25-25 0,24 25 0,1 0 0,-25-25 16,25 0-16</inkml:trace>
  <inkml:trace contextRef="#ctx0" brushRef="#br0" timeOffset="89629.1265">10666 8905 0,'-25'0'0,"25"0"0,0 0 0,0 0 16,0 0-16,0 0 0,0 0 0,-25 0 0,25 0 15,0 25-15,0-25 0,0 24 0,-24-24 0,24 25 16,0-25-16,0 25 0,0 0 0,-25-25 16,25 25-16,0-25 0,0 25 0,-25-1 0,25-24 15,0 25-15,0-25 0</inkml:trace>
  <inkml:trace contextRef="#ctx0" brushRef="#br0" timeOffset="90218.1602">11460 8880 0,'0'0'0,"-25"0"15,25-25-15,0 25 0,0 0 0,0 0 0,-25 0 0,25 0 16,0 0-1,0 0-15,0 0 0,0 0 0,0 0 0,0 25 0,0-25 0,0 25 0,0-25 16,0 25-16,0-1 0,0 1 0,25-25 0,-25 25 0,0 0 16,0 0-16,0 0 0,0-1 0,0 1 0,0 0 0,0 0 15,0-25-15,0 25 16,0-1-16,0 1 0,0 0 0,0 0 0,25-25 0,-25 25 0,0-1 15,0-24-15,0 25 0,0-25 0,0 25 0,0-25 0,0 0 16,0 25 0,0-25-16,0 0 0,0 0 0,0 0 0,0 0 0,0 0 0,0 0 0,0 0 0,0 0 0,0 0 0,0 0 15,0-25-15,0 25 0,0 0 0,0-25 0,0 25 0,0-25 16,0 25-1,0-24-15,25 24 0,-25-25 0,0 25 0,0-25 0,0 25 16,24-25-16,-24 25 0,0 0 0,0-25 0,25 25 0,-25 0 0,0 0 0,0 0 16,25 0-16,-25 0 0,0 0 0,0 0 0,25 0 0,-25 25 15,0-25-15,0 0 0,0 25 0,25-25 0,-25 25 0,0-25 16,0 0-16,0 25 0,0-25 15,0 24-15,0 1 0,0-25 0,0 25 0,24-25 0,-24 0 0,0 25 0,0-25 16,0 25-16,0-25 0,0 0 0,0 24 0,0-24 16,0 0-16,0 0 0,0 25 0,0-25 15,0 0-15,0 0 0,25 0 0,-25 0 16,0 0-16,0 0 0,25 0 0,-25 0 0,0-25 0,25 25 0,-25 0 0,25-24 15</inkml:trace>
  <inkml:trace contextRef="#ctx0" brushRef="#br0" timeOffset="90687.187">12030 9252 0,'0'0'0,"-25"0"0,25-25 0,0 25 16,-24 0-16,24-24 0,-25 24 0,25 0 16,0 0-16,-25-25 0,25 25 0,-25 0 0,25 0 0,-25 0 0,25 0 31,0 0-31,-24 0 0,24 0 0,0 0 0,-25 0 0,25 0 0,0 0 0,0 0 0,0 25 0,-25-25 15,25 24-15,0-24 0,0 25 0,0-25 0,0 25 0,0 0 16,0-25-16,0 25 0,0-1 16,0-24-16,0 25 0,0-25 0,0 25 0,0-25 0,25 25 15,-25-25-15,0 25 0,0-25 0,0 0 0,0 0 0,0 24 16,25-24-16,-25 0 0,0 0 0,0 0 0,24 25 0,-24-25 0,0 0 15,0 0 1,25 0-16,-25-25 0,0 25 0,25 0 0,-25 0 0,0 0 16,25 0-16,-25-24 0,0 24 0,25 0 0,-25-25 0,0 25 0,0-25 0,24 25 15,-24-25-15,0 25 0,0-25 0,25 25 0,-25-24 0,0 24 16,0-25-16,0 25 0,0-25 0,0 25 0,0 0 0,0-25 15,0 25-15,0 0 16,0 0-16,0 0 0,0 0 0,-25 0 0,25 0 0,0 0 0,0 0 16,0 0-16,0 0 0,0 25 0,0-25 0,0 0 0,0 25 15,0-25-15,-24 0 0,24 25 0,0-25 0,0 24 0,0-24 16,0 25 15,0-25-31,0 25 0,0-25 0,0 25 0,0-25 0,0 25 0,0-25 0,24 0 0,-24 24 0,0-24 16,0 0-16,0 0 0,25 0 0,-25 25 0,0-25 0,0 0 0,25 0 0,-25 0 15,25 0-15,-25 0 0,0 0 0,25-25 0,-25 25 0,24 0 16,-24 0-16,0-24 0,25 24 0,-25-25 0,0 25 0,25 0 0,-25-25 0</inkml:trace>
  <inkml:trace contextRef="#ctx0" brushRef="#br0" timeOffset="91051.2077">12204 9203 0,'0'0'0,"0"0"15,0-25-15,-25 25 0,25 0 0,0 0 0,0 0 16,0 0-16,0 25 0,0-25 0,0 0 0,0 24 0,0-24 15,0 25-15,0-25 0,0 25 0,0-25 0,0 25 16,0-25-16,0 25 0,0-25 16,0 24-16,0-24 0,0 25 0,0 0 0,0-25 0,0 25 0,0-25 0,0 0 15,0 25-15,25-25 0,-25 24 0,0-24 0,0 0 16,0 25-16,0-25 15,0 0-15,0 0 0,0 0 0,0 0 0,0 0 0,0 0 0,0 0 16,0 0-16,0 0 0,0 0 0,0 0 0,0 0 0,25 0 16,-25-25-16,0 25 0,0 0 0,0-24 0,0 24 0,0-25 0,25 25 15,-25-25-15,0 25 0,0-25 0,0 0 0,24 25 0,-24-24 16,0-1-16,25 25 15,-25-25-15,0 25 0,25 0 0,-25-25 0,0 25 0,0 0 0,25 0 16,-25 0-16,0 0 0,0 0 0,0 25 0,0-25 0,0 0 0,0 25 16,0-25-16,0 25 0,25-25 0,-25 24 0,0-24 15,0 0-15,0 25 16,0-25-16,0 25 0,0-25 0,0 25 0,0-25 0,0 0 15,0 25-15,0-25 0,0 0 0,0 24 0,0-24 0,0 0 0,0 25 16,0-25-16,0 0 0,24 0 0,-24 25 0,0-25 0,25 0 0,-25 0 16,0 0-16,25 0 0,-25 0 0,25 0 15,0-25-15,-25 25 0,24 0 0,-24 0 0,25-25 16,-25 25-16</inkml:trace>
  <inkml:trace contextRef="#ctx0" brushRef="#br0" timeOffset="91538.2357">12675 9227 0,'0'0'0,"0"-24"0,-25 24 0,25 0 0,0 0 0,0 0 0,0 0 0,-24 0 0,24 0 0,0 0 15,0 24-15,0-24 0,-25 0 16,25 25-16,0-25 0,0 25 0,0-25 0,0 25 0,0 0 0,0-25 16,-25 24-16,25-24 0,0 25 0,25-25 0,-25 25 0,0-25 0,0 25 15,0-25-15,0 25 0,0-25 16,25 0-16,-25 24 0,0-24 0,0 0 0,24 0 15,-24 0-15,0 25 0,25-25 0,-25 0 0,0 0 0,25 0 16,-25 0-16,0 0 0,25-25 16,-25 25-16,0 0 0,0 0 0,25 0 0,-25-24 0,0 24 0,0 0 0,24-25 0,-24 25 0,0-25 15,0 25-15,0 0 0,0-25 0,0 25 0,0-25 16,0 25-16,0-24 15,0 24-15,0-25 0,0 25 0,0 0 0,-24 0 0,24-25 0,0 25 47,0 0-47,0 0 0,0 25 0,0-25 0,0 0 0,0 25 0,0-25 0,0 24 0,0-24 0,-25 25 0,25-25 0,0 25 0,0 0 0,0-25 0,0 25 0,0-1 0,0 1 0,0-25 16,0 25-16,0 0 0,0-25 15,0 25-15,0-25 0,0 24 0,-25 1 0,25-25 0,0 25 16,0-25-16,0 25 0,0-25 0,0 0 0,0 25 0,0-25 0,0 24 16,0-24-16,0 0 0,0 0 0,-25 25 0,25-25 0,0 0 15,0 0-15,0 0 16,0 25-16,0-25 0,-25 0 0,25 0 0,0 0 15,0 0-15,0 0 0,0 25 0,-24-25 0,24 0 0,0 0 0,0 0 16,0 0-16,-25 0 0,25 0 0,0 0 0,0 0 0,0 0 0,-25-25 16,25 25-16,0 0 0,0 0 15,-25-25-15,25 25 0,0 0 0,-25-25 0,25 25 16,-24-24-16,24 24 0,-25-25 0,25 0 0</inkml:trace>
  <inkml:trace contextRef="#ctx0" brushRef="#br0" timeOffset="91745.2472">12105 8806 0,'0'0'0,"0"0"0,0 0 0,0 0 0,0 0 0,0 0 16,0 0-16,0 0 0,0 0 0,24-25 0,-24 25 0,0 0 16,25 0-16,-25 0 0,25 0 0,-25 0 0,25 0 15,0 0-15,-25 0 0,25 0 0,-1 0 0,1 25 16,0-25-16,-25 0 0,25 0 0,0 0 0,-1 0 0,1 0 15,0 24-15,0-24 0,0 0 0,-1 0 0,1 25 16</inkml:trace>
  <inkml:trace contextRef="#ctx0" brushRef="#br0" timeOffset="92025.2634">13295 9277 0,'0'0'0,"0"0"15,0 0-15,0-25 0,0 25 0,0 0 0,0 0 16,25 0-16,-25 0 0,0 0 0,25 0 0,-25 0 15,25 0-15,-25 0 0,25 0 0,-25 0 16,24 0-16,1 0 0,-25 0 0,25 0 0,0 0 0,-25 0 0,25 0 16,-1 0-16,-24 0 0,25 0 0,0 0 0,-25 0 0,25 25 15,0-25-15,-25 0 0,24 0 0,-24 0 16,25 0-16,-25 25 0,0-25 0,0 0 15,25 0-15,-25 0 0,0 0 0,0 0 0</inkml:trace>
  <inkml:trace contextRef="#ctx0" brushRef="#br0" timeOffset="92200.2735">13345 9451 0,'0'0'0,"0"0"16,0 0-16,0 0 0,0 0 0,0 0 0,0 0 0,25 0 16,-25 0-16,0 0 0,25 0 0,-25 0 0,24 0 15,-24 0 1,25 0-16,0-25 0,-25 25 0,25 0 0,0 0 0,-25 0 0,24 0 0,1 0 15,-25 0-15,25 0 0,0 0 0,-25 0 0,25 0 0,-25 0 16,0 0-16,24 0 0,-24 0 0,0 0 0,0 0 0,0 0 16,0 0-16,0 0 0,0 0 0,0 0 0,0 0 0</inkml:trace>
  <inkml:trace contextRef="#ctx0" brushRef="#br0" timeOffset="92417.2859">13494 9103 0,'0'0'0,"0"0"0,0 0 0,0 25 15,0-25-15,0 0 0,0 0 0,0 25 0,0-25 16,0 25-16,0-25 0,0 25 0,0-25 0,0 24 0,0 1 0,0-25 16,0 25-16,0 0 0,0-25 0,0 25 0,0-1 0,0 1 15,0-25 16,0 25-31,0 0 0,0-25 0,0 25 0,0-1 0,0-24 0,0 25 16,0 0-16,0-25 0,0 25 0,0-25 0,0 25 0,0-25 0,0 24 0,0-24 0,0 0 0</inkml:trace>
  <inkml:trace contextRef="#ctx0" brushRef="#br0" timeOffset="92910.3141">14213 9252 0,'0'0'0,"-25"-25"16,25 25-16,0-24 0,0 24 0,-25 0 0,25 0 16,0-25-16,-24 25 15,24 0-15,0 0 0,0 0 0,0 0 0,-25 0 0,25 0 16,0 0-16,0 25 0,0-25 0,0 0 0,0 24 0,0-24 15,0 25-15,0-25 0,0 25 0,0-25 0,0 25 0,0 0 0,0-25 16,0 24-16,0 1 0,0-25 0,0 25 0,0 0 0,0 0 16,0-25-16,25 24 0,-25 1 15,0 0-15,0-25 0,24 25 0,-24-25 16,0 25-16,0-25 0,25 24 0,-25-24 0,0 25 0,25-25 0,-25 0 0,0 25 15,25-25-15,-25 0 0,25 0 0,-25 0 0,0-25 0,24 25 0,-24 0 16,25 0-16,-25-25 0,0 25 0,25-24 0,-25-1 0,0 25 16,0-25-16,25 0 15,-25 25-15,0-25 0,0 1 0,0 24 0,0-25 0,0 0 0,0 25 0,0-25 16,0 25-16,-25-25 0,25 25 0,0 0 0,0-24 0,0 24 15,-25 0-15,25 0 0,0 0 0,0 0 0,-25 0 16,25 0-16,0-25 16,-24 25-16,24 0 0,0 25 0,-25-25 0,25 0 0,0 0 0,-25 0 0,25 0 15</inkml:trace>
  <inkml:trace contextRef="#ctx0" brushRef="#br0" timeOffset="93633.3555">15652 9302 0,'0'0'0,"0"0"0,0-25 16,0 25-16,0 0 0,0-25 0,-25 25 0,25 0 0,0-25 15,0 25-15,0 0 0,0-24 0,-25 24 0,25 0 0,0 0 16,0-25-16,0 25 16,-25 0-16,25 0 0,0 0 0,0 0 0,0 0 0,0 0 15,-24 0-15,24 0 0,0 0 0,0 0 0,0 0 0,0 0 0,0 0 16,-25 0-16,25 25 0,0-25 0,0 0 0,0 0 0,-25 24 15,25-24 17,0 25-32,0-25 0,-25 25 0,25-25 0,0 25 0,0 0 0,0-25 0,0 24 0,0 1 0,0-25 0,0 25 0,0 0 0,25 0 0,-25-25 0,0 24 0,0-24 15,25 25-15,-25-25 0,0 25 16,0-25-16,25 25 0,-25-25 0,0 0 0,24 0 0,-24 25 15,25-25-15,-25 0 0,0 0 0,25-25 0,-25 25 0,0 0 0,25 0 16,-25-25-16,0 25 0,25 0 0,-25-25 0,0 25 16,0-25-16,0 25 0,24-24 15,-24-1-15,0 25 0,0-25 0,0 25 0,0-25 0,0 25 16,0-25-16,-24 25 0,24-24 0,0 24 0,0-25 0,0 25 0,0-25 15,-25 25-15,25 0 0,0-25 0,0 25 0,0 0 0,-25 0 16,25-25-16,0 25 16,0 0-16,0 0 0,0 0 0,0 0 0,0 0 0,0 0 0,0 0 15,0 0-15,0 0 0,0 0 0,0 0 0,0 0 0,0 0 0,0 0 16,-25 0-16,25 0 0,0-24 0</inkml:trace>
  <inkml:trace contextRef="#ctx0" brushRef="#br0" timeOffset="93876.3694">15627 8954 0,'0'0'0,"0"0"16,0 0-16,0 0 0,0 0 0,0 0 0,0 0 0,25 0 15,-25 0-15,0 0 0,0 0 0,25 0 0,-25 25 0,0-25 16,24 0-16,-24 0 15,0 0-15,25 0 0,-25 0 0,25 25 0,-25-25 0,0 0 0,25 0 16,-25 25-16,25-25 0,-25 0 0,0 0 0,0 25 0,0-25 0,0 0 16,0 25-16,0-25 0,0 0 0,0 24 0,-25-24 15,25 0-15,-25 25 16,25-25-16,-25 0 0,25 0 0,-25 25 0,25-25 0,-24 0 0</inkml:trace>
  <inkml:trace contextRef="#ctx0" brushRef="#br0" timeOffset="94118.3833">15925 8756 0,'0'-25'0,"0"25"15,24 0-15,-24 0 0,0 0 0,25-25 0,-25 25 0,25 0 16,-25 0-1,0 0-15,25 0 0,-25 0 0,25 0 0,-25 0 0,0 0 0,24 0 16,-24 0-16,0 25 0,0-25 0,0 0 0,0 0 0,0 25 0,0-25 31,0 0-31,0 25 0,0-25 0,0 25 0,-24-25 0,24 24 0,0-24 0,-25 25 16,25-25-16,-25 25 0,25-25 0,-25 25 0,25-25 0,-25 25 0,1-25 15,24 24-15,-25-24 0,25 0 0</inkml:trace>
  <inkml:trace contextRef="#ctx0" brushRef="#br0" timeOffset="94519.4059">16892 9054 0,'0'-25'0,"-25"25"0,25 0 16,0 0-16,0 0 0,0 0 0,-25 0 0,25 0 0,0 25 15,0-25-15,0 0 0,0 0 0,0 25 0,0-25 0,0 0 0,0 24 16,0 1-16,0-25 0,0 25 0,0 0 0,0-25 0,0 25 15,0-1-15,0 1 0,0 0 16,25 0-16,-25 0 0,0-1 0,0-24 0,0 25 0,0 0 16,0 0-16,0-25 0,0 25 0,0-1 0,0-24 0,0 25 0,0-25 15,0 25-15,0-25 0,0 25 0,0-25 0,-25 0 0,25 25 16,0-25-16,0 0 0,0 0 15,-24 0-15,24 0 0,0 0 0,-25 0 0,25 0 16,0 0-16,-25 0 0,25-25 0,-25 25 0,25 0 0</inkml:trace>
  <inkml:trace contextRef="#ctx0" brushRef="#br0" timeOffset="94689.4157">16743 9302 0,'0'-25'0,"0"25"0,25 0 0,-25 0 0,0-25 0,25 25 16,-25 0-16,0 0 0,25 0 0,-25-25 0,24 25 16,-24 0-16,25 0 0,-25 0 0,25 0 0,-25 0 15,25 0-15,-25 25 0,25-25 0,-25 0 0,24 0 0,-24 25 16,25-25-16,-25 0 0,25 25 0,-25-25 0,25 0 0,-25 25 15,25-25-15,-25 24 16,24-24-16,-24 25 0,0-25 0,25 0 0,-25 25 0</inkml:trace>
  <inkml:trace contextRef="#ctx0" brushRef="#br0" timeOffset="95552.4653">17066 9426 0,'0'0'0,"0"-25"0,0 25 0,0-25 0,0 25 16,0-25-16,0 25 0,24-24 0,-24 24 0,0-25 15,0 25-15,0 0 0,25-25 0,-25 25 16,0 0-16,0 0 0,0-25 0,25 25 15,-25 0-15,0 0 0,0 0 0,0 0 0,0 0 0,25 0 0,-25 25 0,0-25 16,0 0-16,0 0 0,0 25 0,0-25 0,25 0 0,-25 25 16,0-25-16,0 24 0,0-24 0,0 25 15,0-25-15,0 25 0,0-25 0,0 25 16,0-25-16,0 25 0,0-25 0,0 24 0,0-24 0,0 0 0,24 25 0,-24-25 15,0 25-15,0-25 0,0 0 0,0 0 0,0 25 0,25-25 16,-25 0-16,0 0 0,0 0 0,25 0 0,-25 25 0,0-25 16,25-25-1,-25 25-15,25 0 0,-25 0 0,24 0 0,-24 0 0,25 0 0,0-25 0,-25 25 16,25 0-16,-25 0 0,25-25 0,-25 25 0,24-25 0,-24 25 15,25 0-15,-25-24 0,0 24 16,25-25-16,-25 25 0,0 0 0,0-25 0,0 25 0,0 0 16,0-25-16,0 25 0,0 0 0,0-25 15,0 25-15,0 0 0,0-24 0,-25 24 0,25 0 0,0-25 0,0 25 0,0 0 16,-25 0-16,25 0 0,0-25 0,-24 25 0,24 0 0,0 0 15,0 0-15,-25 0 0,25 0 0,0 0 16,0 0-16,0 0 0,0 0 0,-25 0 0,25 0 16,0 25-16,0-25 0,0 0 0,0 25 0,0-25 0,0 0 0,0 24 15,0-24-15,0 25 0,0-25 0,0 25 0,0 0 0,0-25 16,0 25-16,25-25 0,-25 24 0,0-24 0,0 25 0,0-25 15,25 25 1,-25-25-16,0 0 0,0 25 0,24-25 0,-24 25 0,0-25 0,25 0 16,-25 0-16,0 0 0,25 24 0,-25-24 0,25 0 0,-25 0 0,25 0 15,-25-24-15,25 24 0,-25 0 0,24 0 0,-24 0 0,25-25 16,-25 25-16,25 0 0,-25-25 0,25 25 0,-25 0 15,0-25-15,0 25 0,0 0 16,25-25-16,-25 25 0,0-24 0,0 24 0,0-25 0,0 25 0,0 0 0,0-25 16,0 25-16,0-25 0,0 25 0,0 0 0,0-25 0,0 25 15,0 0-15,0 0 0,0 0 0,0 0 0,0 0 16,0 0-16,0 0 0,0 0 15,0 0-15,0 0 0,0 25 0,0-25 0,0 0 0,0 25 16,0-25-16,0 25 0,0-25 0,0 25 0,0-25 0,0 24 0,0-24 16,0 0-16,0 25 0,0-25 0,0 25 15,0-25-15,0 25 0,0-25 0,0 0 0,0 25 0,0-25 16,0 0-16,0 24 0,0-24 0,0 0 0,0 0 0,0 0 0,0 0 15,0 0-15,0 0 0,0 0 16,24 0-16,-24 0 0,0 0 0,0 0 0,25-24 0,-25 24 0,0 0 0,25-25 16,-25 25-16,0 0 15,25-25-15,-25 25 0,25-25 0,-25 25 0,0-25 0,24 25 0,-24 0 16,25-24-16,-25 24 0,0 0 0,25 0 0,-25-25 0,0 25 0,0 0 15,0 0-15,25 25 0,-25-25 0,0 0 0,0 0 0,0 0 16,0 24-16,0-24 0,0 0 16,0 25-16,0-25 0,0 0 0,0 25 0,0-25 15,0 0-15,0 25 0,0-25 0,0 0 0,-25 25 0,25-25 16,0 0-16,0 0 0,0 24 0,0-24 0,0 0 0,0 0 0,0 0 47,0 25-47,0-25 0,0 0 0,0 0 0,-25 0 0,25 0 0,0-25 0,0 25 0</inkml:trace>
  <inkml:trace contextRef="#ctx0" brushRef="#br0" timeOffset="95743.4761">17537 9128 0,'0'0'0,"0"0"15,-25-25-15,25 25 0,0 0 0,0 0 0,0-24 16,0 24-16,0 0 0,0-25 0,0 25 0,25 0 0,-25 0 15,0-25-15,25 25 0,-25 0 0,25 0 0,-25 0 16,24 0-16,1 0 0,-25 0 0,25 0 0,0 0 0,0 0 16,-25 0-16,24 0 0,1 0 0,-25 0 0,25 0 15,-25 25-15,25-25 0,-25 0 0,25 25 0,-25-25 0,24 0 16,-24 24-16,0-24 15,25 25-15,-25-25 0</inkml:trace>
  <inkml:trace contextRef="#ctx0" brushRef="#br0" timeOffset="96307.5085">18728 9054 0,'0'0'0,"0"-25"16,0 25-16,0 0 0,-25 0 0,25 0 0,0 0 15,0 0-15,0 0 16,0 0-16,0 0 0,0 0 0,0 0 0,0 25 0,0-25 0,0 25 16,0-25-16,0 24 0,0 1 0,25 0 0,-25 0 0,0-25 0,0 25 0,0-1 15,0 1-15,24 0 0,-24 0 0,0 0 0,0-1 16,0-24-16,0 25 0,0 0 15,0 0-15,0-25 0,0 25 0,0-1 0,0-24 0,0 25 16,0-25-16,0 0 0,0 25 0,0-25 0,0 0 16,0 25-16,0-25 0,0 0 0,0 0 0,-24 0 0,24 0 0,0 0 15,0 0-15,0 0 0,0 0 0,0 0 0,0 0 0,24 0 16,-24 0-16,0 0 0,0-25 15,0 25-15,0 0 0,25-25 0,-25 25 0,0-25 0,25 25 0,-25-24 16,0 24-16,25-25 0,-25 25 0,25-25 0,-25 25 0,24-25 0,-24 25 16,25 0-16,-25-25 0,0 25 15,25 0-15,-25 0 0,0 0 0,0 0 0,25 0 16,-25 0-16,0 0 0,0 0 0,0 0 0,0 0 0,25 25 15,-25-25-15,0 0 0,0 0 0,0 25 0,0-25 0,0 25 0,0-25 16,0 0-16,0 25 0,0-25 0,0 24 0,0-24 0,0 25 16,0-25-1,0 0-15,0 25 0,0-25 0,0 25 0,0-25 0,0 0 0,0 25 16,24-25-16,-24 0 0,0 24 0,0-24 0,25 0 0,-25 0 0,0 0 0,25 0 31,-25 0-31,25 0 0,-25 0 0</inkml:trace>
  <inkml:trace contextRef="#ctx0" brushRef="#br0" timeOffset="96789.5359">19397 9376 0,'0'-25'0,"-25"25"0,25 0 0,0-24 16,-24 24-16,24-25 0,0 25 0,-25-25 0,25 25 15,0 0-15,-25 0 0,25-25 0,-25 25 16,25 0-16,0 0 0,-25 0 0,25 0 0,0 0 0,0 0 0,-24 0 15,24 0-15,0 0 0,-25 25 0,25-25 0,0 0 16,0 25-16,0-25 0,-25 0 0,25 25 16,0-25-16,0 24 0,0-24 15,0 25-15,0 0 0,0-25 0,0 25 0,0-25 0,0 0 0,0 25 0,0-25 16,0 24-16,0-24 0,25 25 0,-25-25 0,0 0 0,0 25 0,0-25 15,0 0-15,25 0 0,-25 0 0,0 25 0,0-25 16,24 0-16,-24 0 0,0 0 0,25 0 16,-25 0-16,25 0 0,-25-25 0,0 25 0,25 0 0,-25 0 15,25 0-15,-25-25 0,24 25 0,-24 0 0,25-25 0,-25 25 16,25-24-1,-25 24-15,0 0 0,25-25 0,-25 0 0,0 25 0,0-25 16,0 25-16,0-25 0,0 25 0,0-24 0,0 24 0,0-25 0,0 25 0,0-25 0,0 25 0,0 0 16,0-25-16,0 25 15,0 0-15,0 0 0,-25 0 0,25 0 0,0 0 0,0 0 16,0 0-16,0 0 0,0 25 0,0-25 0,0 0 0,0 25 0,0-25 15,0 25-15,0-25 0,0 24 0,0-24 0,0 25 0,0 0 16,0-25-16,0 25 0,0-25 16,0 25-16,0-1 0,0-24 0,0 25 0,0-25 0,0 0 15,0 25-15,0-25 0,0 25 0,25-25 0,-25 0 0,0 0 0,0 25 16,0-25-16,25 0 0,-25 0 0,0 0 0,24 0 15,-24 0-15,25 0 0,-25 0 0,25 0 0,-25-25 0,0 25 16,25 0-16,-25 0 0,25-25 0,-25 25 0,0-25 0,25 25 16</inkml:trace>
  <inkml:trace contextRef="#ctx0" brushRef="#br0" timeOffset="97217.5604">19645 9302 0,'0'0'15,"0"-25"-15,-24 25 0,24 0 0,0 0 0,0 0 0,0-25 16,0 25-16,0 0 0,0 25 0,0-25 0,0 0 16,0 0-16,0 0 0,0 25 0,0-25 0,0 25 0,0-25 15,0 0-15,0 24 0,0-24 0,0 25 16,0-25-16,0 25 0,0 0 0,0-25 0,0 25 0,0-25 15,0 24-15,0-24 0,0 25 0,0-25 0,0 25 0,0-25 16,0 25-16,0-25 16,0 0-16,0 25 0,0-25 0,0 0 0,0 24 0,0-24 15,0 0-15,0 0 0,0 0 0,0 0 0,0 0 0,0 0 16,0 0-16,0 0 0,0 0 0,0 0 0,0 0 0,0-24 0,0 24 15,0 0-15,24-25 0,-24 25 0,0-25 0,0 25 0,25-25 16,-25 25-16,0-25 0,25 1 0,-25-1 0,0 25 16,25-25-1,-25 25-15,25-25 0,-25 25 0,0-25 0,24 25 0,-24 0 0,0-24 16,0 24-16,25 0 0,-25 0 0,0 0 0,0 0 0,0 24 15,0-24-15,0 0 0,0 0 0,25 25 0,-25-25 0,0 0 0,0 0 16,0 25-16,0-25 0,0 25 0,0-25 0,-25 0 0,25 25 0,0-25 31,0 0-31,0 24 0,0-24 0,0 0 0,0 25 0,0-25 0,0 0 0,25 0 0,-25 25 0,0-25 16,0 0-16,25 25 0,-25-25 0,0 0 0,25 25 0,-25-25 15,24 0-15,-24 24 0,25-24 0,0 0 0,-25 0 16,25 0-16,0 0 0,-25 25 16,24-25-16,1 0 0,0 0 0,-25 0 0,25-25 0,-25 25 15,25 0-15,-1 0 0,-24 0 0,25-24 0,-25 24 0,0 0 0,25-25 16</inkml:trace>
  <inkml:trace contextRef="#ctx0" brushRef="#br0" timeOffset="97693.5877">20241 9376 0,'-25'0'0,"25"-25"16,0 25-16,0-24 0,0 24 0,-25 0 0,25-25 15,0 25-15,0 0 0,-25 0 0,25-25 0,0 25 16,0 0-16,-25 0 0,25 0 0,0 0 0,0 25 15,-24-25-15,24 0 0,0 0 0,0 25 16,-25-25-16,25 24 0,0-24 0,0 25 0,0-25 16,0 25-16,0-25 0,0 25 0,0-25 0,0 25 0,0-1 0,0-24 15,0 25-15,0-25 0,0 0 0,0 25 0,0-25 0,0 25 0,0-25 16,25 0-16,-25 0 15,0 25-15,0-25 0,0 0 0,24 0 0,-24 0 16,0 0-16,0 0 0,25 0 0,-25 0 0,0 0 0,25 0 0,-25 0 16,25-25-16,-25 25 0,0 0 0,25 0 0,-25-25 0,0 25 0,24 0 15,-24-25-15,0 25 0,0 0 0,25-25 0,-25 25 0,0 0 16,0-24-16,0 24 15,0 0-15,0 0 0,0-25 0,25 25 0,-25 0 0,0 0 16,0 0-16,0 0 0,0 25 0,-25-25 0,25 0 0,0 24 16,0-24-16,0 0 0,0 25 0,0 0 0,0-25 0,0 25 0,0 0 15,0-25-15,0 24 0,0 1 0,0 0 0,0 0 0,0-25 16,0 25-16,0-1 15,0 1-15,0 0 0,0-25 0,0 25 0,0 0 16,0-25-16,0 24 0,0 1 16,0 0-16,0-25 0,-25 25 0,25-25 0,0 25 0,0-25 0,0 24 0,0-24 0,-24 25 0,24-25 15,0 25-15,0-25 0,-25 0 0,25 25 0,0-25 16,-25 0-16,25 0 0,0 25 0,-25-25 0,25 0 0,0 0 15,-25 0-15,25 0 0,0 0 16,0 0-16,-24 0 0,24 0 0,0 0 0,0-25 0,0 25 0,0 0 0,0 0 16,-25-25-16,25 25 0,0-25 0,0 25 0,0-25 0,0 25 15,0-24-15,0-1 0,0 0 0,-25 25 0,25-25 16,0 0-16,0 1 0</inkml:trace>
  <inkml:trace contextRef="#ctx0" brushRef="#br0" timeOffset="97898.5995">19645 8880 0,'0'0'16,"0"-25"-16,0 25 15,0 0-15,25-25 0,-25 25 0,0 0 0,0 0 0,25-24 16,-25 24-16,0 0 0,25 0 0,0 0 0,-25 0 0,24 0 0,1 0 15,0 0-15,-25 0 0,25 24 0,0-24 0,-1 0 0,1 0 0,0 0 16,0 0-16,0 25 0,-1-25 0,1 0 0,0 0 16,0 0-16,-25 25 0,25-25 15,-1 0-15,1 0 0</inkml:trace>
  <inkml:trace contextRef="#ctx0" brushRef="#br0" timeOffset="98477.6326">21233 8979 0,'-25'-25'15,"25"25"-15,0 0 0,0-24 0,0 24 0,0 0 0,-25 0 16,25-25-16,0 25 16,0 0-16,0 0 0,0 0 0,0 0 0,-25 0 0,25 0 15,0 0-15,0 0 0,0 0 0,0 0 0,0 0 0,0 0 0,-24 0 16,24 0-16,0 25 0,0-25 0,0 0 0,-25 0 0,25 24 15,0-24-15,0 25 0,-25-25 0,25 25 16,0 0-16,0-25 0,-25 25 0,25 0 16,0-1-16,0-24 0,0 25 0,0 0 0,0 0 0,0 0 0,0-1 15,0 1-15,25 0 0,-25 0 0,0 0 0,25-25 0,-25 24 0,0 1 16,25 0-16,-25-25 0,24 25 0,-24-25 0,25 25 0,-25-25 15,25 24 1,-25-24-16,25 0 0,-25 0 0,25 0 0,-25 0 0,24 0 0,-24 0 0,25 0 0,-25 0 16,25-24-16,-25 24 0,25 0 0,-25-25 0,25 25 0,-25-25 15,0 0-15,24 25 0,-24-25 0,0 1 0,0 24 16,0-25-16,0 0 15,0 0-15,0 0 0,0 1 0,0 24 0,0-25 0,0 0 0,-24 0 16,24 25-16,0-25 0,0 1 0,-25 24 0,25 0 0,0-25 0,-25 25 16,25 0-16,-25 0 0,25 0 0,-25 0 0,25 0 0,-24 0 15,-1 0-15,0 0 16,0 0-16,0 0 0,1 0 0,-1 0 0,0 25 0,0-25 15</inkml:trace>
  <inkml:trace contextRef="#ctx0" brushRef="#br0" timeOffset="99951.7166">7417 10592 0,'0'0'0,"0"0"0,0 0 16,0 24-16,-25-24 0,25 0 0,0 0 0,0 0 15,-25 0-15,25 0 0,0 0 0,0 0 0,0 0 0,0 0 0,0 0 0,0 0 16,0 0-16,0 0 0,0 0 0,0 0 0,0 0 16,0 0-16,0 0 15,0 0-15,0 0 0,-25 0 0,25 0 0,0 0 0,0 0 16,0 0-16,0 0 0,0 0 0,-25 0 0,25-24 0,0 24 0,0 0 0,0 0 15,-24 0-15,24 0 0,0-25 0,0 25 0,0 0 0,0 0 16,0 0-16,0-25 0,0 25 0,0 0 0,0 0 16,0-25-16,0 25 0,0 0 15,0 0-15,24 0 0,-24-25 0,0 25 0,0 0 0,25 0 16,-25 0-16,0 0 0,25 0 0,-25 0 0,0 0 0,25 0 0,-25 0 15,0 25-15,25-25 0,-25 0 0,0 25 0,0-25 16,24 0-16,-24 25 0,0-25 0,0 25 16,0-25-16,0 24 0,0-24 0,0 25 0,0-25 0,0 25 0,0-25 0,0 25 15,0 0-15,0-25 0,0 24 0,-24-24 0,24 25 16,0-25-16,0 25 0,-25 0 0,25-25 0,-25 25 15,25-25-15,0 24 0,-25-24 16,25 25-16,-25-25 0,25 0 0,0 25 0,0-25 0,-24 0 0,24 0 0,0 0 16,0 0-16,0 0 0,0 0 0,0 0 0,0 0 15,0 0-15,0 0 0,0 0 0,0-25 0,0 25 0,24 0 16,-24-25-1,0 25-15,0 0 0,0-24 0,0 24 0,0 0 0,25 0 0,-25 0 16,0 0-16,0-25 0,0 25 0,0 0 0,0 0 0,0 25 0,0-25 0,25 0 0,-25 0 16,0 0-1,0 0-15,0 0 0,0 24 0,25-24 0,-25 0 0,0 0 0,0 25 16,0-25-16,25 0 0,-25 0 0,0 25 0,0-25 0,24 0 0,-24 0 15,0 25-15,25-25 0,-25 0 0,0 0 0,25 0 16,-25 0-16,0 0 0,25 0 16,-25 0-16,25 0 0,-25 0 0,0 0 0,24 0 0,-24-25 0,25 25 15,-25 0-15,0 0 0,25-25 0,-25 25 0,25 0 0,-25-25 0,0 25 16</inkml:trace>
  <inkml:trace contextRef="#ctx0" brushRef="#br0" timeOffset="100701.7598">7590 10418 0,'0'0'0,"-25"-25"15,25 25-15,0 0 0,-24-25 0,24 25 0,0 0 0,-25 0 16,25-24-1,0 24-15,-25 0 0,25 0 0,0-25 0,0 25 0,-25 0 0,25 0 16,-25 0-16,25-25 0,0 25 0,-24 0 0,24 0 0,0 0 0,-25 0 0,25 0 16,0 0-16,-25 0 0,25-25 0,0 25 15,-25 0-15,25 0 0,-25 0 0,25 0 16,0 25-16,-24-25 0,24 0 0,0 0 0,0 0 0,-25 0 15,25 0-15,0 0 0,0 0 0,0 0 0,0 0 0,0 0 0,0 0 16,0 0-16,-25 0 0,25 0 0,0 0 0,0 0 16,0 0-16,0 0 0,0 0 15,0 0-15,0 0 0,0 0 0,0 25 0,-25-25 0,25 0 16,0 25-16,-25-25 0,25 0 0,-24 24 0,24 1 0,-25-25 0,25 25 15,-25-25-15,25 25 0,0-25 0,-25 25 0,25-25 0,-25 24 16,25-24-16,0 25 0,0-25 0,-24 25 0,24-25 0,0 25 16,0-25-1,-25 25-15,25-25 0,0 0 0,0 24 0,0-24 0,0 25 0,0-25 0,0 25 0,0-25 16,0 0-16,0 25 0,0-25 0,0 25 0,25-25 0,-25 24 15,0-24-15,0 0 0,0 25 0,0-25 0,24 25 0,-24-25 32,0 25-32,25-25 0,-25 25 0,0-25 0,25 24 0,-25-24 0,0 25 0,25 0 0,-25-25 15,0 0-15,25 25 0,-25-25 0,24 25 0,-24-25 0,25 24 16,-25-24-16,25 25 0,-25-25 0,0 25 0,25-25 0,-25 0 15,25 25 1,-25-25-16,24 25 0,-24-25 0,25 0 0,0 24 0,-25-24 0,25 0 16,-25 0-16,25 25 0,-25-25 0,24 0 0,1 0 0,-25 0 0,25 0 0,-25 0 15,25 0-15,-25 0 16,25 0-16,-1-25 0,-24 25 0,25 0 0,-25 0 0,25 0 0,-25-24 0,25 24 0,-25 0 15,25-25-15,-25 25 0,24-25 0,-24 25 0,25 0 0,-25-25 16,25 25 0,-25-25-16,25 25 0,-25-24 0,0-1 0,25 25 0,-25-25 0,0 25 15,0-25-15,0 0 0,24 25 0,-24-24 0,0-1 0,0 25 0,0-25 16,0 0-16,-24 0 0,24 25 0,0-24 0,0-1 0,0 0 15,-25 25-15,25-25 0,0 0 0,-25 1 0,25 24 0,-25-25 16,25 0-16,0 25 16,-25-25-16,25 0 0,-24 25 0,24-24 0,0 24 0,-25-25 15,25 25-15,0 0 0,-25-25 0,25 25 0,0 0 0,0 0 0,-25 0 0,25 0 31,0 0-31,0 0 0,0 0 0,-25 0 16,25 25-16,0-25 0,0 0 0,0 0 0,0 25 0,0-25 0,0 0 0,0 0 0,0 24 0,0-24 0,0 0 0,0 0 16</inkml:trace>
  <inkml:trace contextRef="#ctx0" brushRef="#br0" timeOffset="100933.7731">8235 10740 0,'0'0'0,"0"25"0,0-25 0,0 0 0,0 0 16,0 0-16,0 0 0,0 0 0,0 0 0,0 0 15,0 0-15,0 0 0,0 0 0,0 0 0,0 0 0,0 0 16,0 0-16,0 25 0,0-25 15,25 0-15,-25 0 0,0 0 0,0 25 0,0-25 16,25 0-16,-25 0 0,0 25 0,0-25 0,0 0 0,0 24 16,0-24-16</inkml:trace>
  <inkml:trace contextRef="#ctx0" brushRef="#br0" timeOffset="101056.7801">8285 11013 0,'0'0'0,"0"0"0,0 0 0,0 0 0,0 0 16,0 0-16,0 0 0,0 0 0,0 0 0,0 0 15,0 0-15,0 0 0,0 0 0,0 0 0,0 0 16,0 0-16,0 0 0,0-25 0,0 25 0,0 0 0,0 0 15</inkml:trace>
  <inkml:trace contextRef="#ctx0" brushRef="#br0" timeOffset="104432.9731">9500 10691 0,'0'0'15,"0"0"-15,0 0 0,0 0 0,0 0 16,0 0-16,0-25 0,0 25 15,0 0-15,0 0 0,0 0 0,0 0 0,0 0 0,0 0 0,0 0 16,0-25-16,0 25 0,0 0 0,0 0 0,0 0 0,0 0 16,0 0-16,0 0 0,0 0 0,0 0 0,0 0 0,0 0 0,0 0 15,0 0-15,0 0 0,0 0 0,0 0 0,0 0 16,0 0-16,0 0 0,0 0 0,0 0 15,0-25-15,0 25 0,0 0 0,0 0 0,0 0 16,0 0-16,0 0 0,0 0 0,0 0 0,0 0 0,0 0 0,0 0 0,0 0 16,0 0-16,0 0 0,0 0 0,0 0 0,0 0 15,0 0-15,0 0 0,0 0 0,0 0 0,0 0 0,0 0 16,0 0-16,0 0 15,0 0-15,0 0 0,0 0 0,0 0 0,0 0 0,0 0 0,0 0 0,0 0 16,0 0-16,0 0 0,0 0 16,0 0-16,0 0 0,0 0 0,0 0 0,0 0 0,0 0 0,0 0 0,0 0 15,0 0-15,0 0 0,0 0 0,0 0 16,0 0-16,0 0 0,0 0 0,0 0 15,0 0-15,0 0 0,0 0 0,0 0 0,0 0 0,0 0 16,0 0-16,0 0 0,0 0 0,0 0 0,0 0 0,0 0 0,0 0 16,0 0-16,0 0 0,0 0 0,0 0 0,0 0 0,0 0 15,0 0-15,0 0 0,0 0 16,0 0-16,0 0 0,0 0 0,0 0 15,0 0-15,0 0 0,0 0 0,0 0 0,0 0 0,0 0 0,0 0 0,0 0 0,0 0 16,0 0-16,0 0 0,0 0 0,0 0 0,0 0 0,0 0 16,0 0-16,0 0 0,0 0 0,0 0 0,0 0 15,0 0-15,0 0 0,0 0 0,0 0 0,0 0 0,0 0 16,0 0-16,0 0 15,0 0-15,0 0 0,0 0 0,0 0 0,0 0 16,0 0-16,0 0 0,0 0 0,0 0 0,0 0 0,0 0 0,0 0 16,0 0-16,0 0 0,0 0 0,0 0 0,0 0 0,0 0 15,0 0-15,0 0 0,0 0 0,0 0 0,0 0 0,0 0 0,0 0 16,0 0-16,0 0 0,0 0 0,0 0 0,0 0 15,0 0-15,0 0 0,0 0 0,0 0 0,0 0 0,0 0 16,0 0 0,0 0-16,0 0 0,0 0 0,0 0 0,0 0 0,0 0 0,0 0 15,0 0-15,0 0 0,0 0 0,0 0 0,0 0 0,0 0 16,0 0-16,0 0 0,0 0 0,0 0 0,0 0 0,0 0 0,0 0 15,0 0-15,0 0 0,0 0 0,0 0 0,0 0 0,0 0 16,0 0-16,0 0 0,0 0 0,0 0 16,0 0-16,0 0 0,0 0 0,0 0 15,0 0-15,0 0 0,0 0 0,0 0 0,0 0 16,0 0-1,0 0-15,0 0 0,0 0 0,0 0 0,0 0 0,0 0 0,0 0 0,0 0 0,0 0 0,0 0 0,0 0 0,0 0 16,0 0-16,0 0 0,0 0 0,0 0 0,0 0 16,0 0-16,0 0 0,0 0 0,0 0 0,0 0 0,0 0 15,0 0-15,0 0 0,0 0 0,0 0 0,0 0 16,0 0-16,0 0 0,0 0 15,0 0-15,0 0 0,0 0 0,0 0 0,0 0 0,0 0 0,0 0 16,0 0-16,0 0 0,0 0 0,0 0 0,0 0 16,0 0-16,0 0 0,0 0 0,0 0 0,0 0 0,0 0 0,0 0 0,0 0 15,0 0-15,0 0 0,0 0 0,0 0 0,0 0 16,0 0-16,0 0 0,0 0 0,0 25 0,0-25 15,0 0-15,0 0 0,0 0 16,0 25-16,0-25 0,0 0 0,0 25 0,25-25 0,-25 25 0,0-1 0,0-24 16,0 25-16,0 0 0,0 0 0,0 0 0,0-25 0,0 24 15,25 1-15,-25 0 0,0 0 16,0 0-16,0-1 0,0-24 0,0 25 0,0 0 15,0 0-15,0 0 0,0-1 0,0-24 0,25 25 0,-25 0 0,0 0 16,0-25-16,0 25 0,0 0 0,0-25 0,0 24 0,0-24 16,0 0-16,0 25 15,0-25-15,0 0 0,0 25 0,0-25 0,0 0 0,0 0 0,0 0 16,0 0-16,0 0 0,0 0 0,0 0 0,0 0 0,0 0 0,0 0 15,24 0-15,-24 0 0,0 0 0,0 0 0,0 0 0,0 0 16,0 0 0,0 0-16,0 0 0,0-25 0,0 25 0</inkml:trace>
  <inkml:trace contextRef="#ctx0" brushRef="#br0" timeOffset="104793.9936">9475 10765 0,'0'0'0,"0"-25"0,0 25 16,0 0-16,0 0 0,0-24 0,0 24 0,0 0 0,25 0 31,-25-25-31,0 25 0,0 0 0,0 0 0,0 0 0,0-25 0,25 25 0,-25 0 0,0 0 0,0 0 0,25 0 16,-25 0-16,0 0 15,0 0-15,0 0 0,25 0 0,-25 0 0,0 0 0,0 0 0,24 0 16,-24 0-16,0 25 0,0-25 0,25 0 0,-25 25 0,0-25 16,0 0-16,25 24 0,-25-24 0,0 25 15,0 0-15,0-25 0,0 25 16,0-25-16,0 25 0,0-25 0,0 24 0,0-24 0,0 25 0,-25-25 0,25 25 0,0-25 0,0 25 15,-25-25-15,25 25 0,-24-25 0,24 0 0,0 24 0,-25-24 16,25 0-16,0 25 16,-25-25-16,25 0 0,0 0 0,-25 25 0,25-25 0,0 0 0,0 0 0,0 0 15,0 0-15,0 0 0,0-25 0,0 25 0,0 0 0,0 0 16,0-25-16,0 25 0,0-24 15</inkml:trace>
  <inkml:trace contextRef="#ctx0" brushRef="#br0" timeOffset="105407.0289">9649 10740 0,'0'25'0,"0"-25"0,0 0 0,0 0 0,0 0 0,0 0 0,0-25 15,0 25-15,0 0 0,0 0 0,0 0 16,0 0-16,0-24 0,25 24 0,-25 0 15,0-25-15,25 25 0,-25-25 0,24 25 0,-24-25 0,25 25 0,-25-25 16,25 1-16,0 24 0,-25-25 0,25 25 0,-25-25 0,24 0 16,-24 25-16,0-25 0,25 1 0,-25 24 0,0-25 15,0 25-15,0-25 0,0 25 16,0 0-16,0-25 0,0 25 0,0 0 0,0-25 0,-25 25 15,25 0-15,0 0 0,0 0 0,-24 0 0,24-24 0,0 24 0,-25 0 16,25 0-16,0 0 0,-25 0 0,25 0 16,0 0-16,-25 0 0,25 0 0,0 0 0,-25 24 0,25-24 0,0 0 15,0 0-15,0 0 0,-24 0 0,24 25 0,0-25 0,0 0 16,0 0-16,0 25 0,0-25 0,0 25 15,0-25-15,0 25 0,0-25 0,0 24 0,0 1 0,24-25 16,-24 25-16,0 0 0,0 0 0,0-25 0,0 24 16,0 1-16,25 0 0,-25 0 0,0-25 0,0 25 0,0-1 0,0 1 15,0 0-15,0-25 0,0 25 0,0 0 0,0-1 16,0-24-16,0 25 0,0-25 0,0 25 15,0-25-15,0 25 0,0-25 0,0 25 0,0-25 16,0 0-16,0 24 0,0-24 0,0 0 0,0 0 0,0 0 0,0 0 0,0 0 16,0 0-16,0 0 0,0 0 0,0 0 0,0 0 15,0-24-15,0 24 0,0 0 16,0-25-16,0 25 0,25-25 0,-25 25 0,0-25 15,0 25-15,25-25 0,-25 25 0,0-24 0,0-1 0,25 25 0,-25-25 0,0 25 16,24 0-16,-24-25 0,0 25 0,0 0 0,25 0 0,-25 0 16,0 0-16,0 0 0,25 0 15,-25 0-15,0 0 0,0 0 0,25 0 0,-25 25 16,0-25-16,0 0 0,0 25 0,0-25 0,25 0 0,-25 25 0,0-25 15,0 24-15,0-24 0,0 25 0,0-25 0,0 0 0,0 25 0,0-25 16,0 25-16,24-25 0,-24 0 16,0 25-16,0-25 0,0 0 0,0 0 0,0 24 15,0-24-15,25 0 0,-25 0 0,0 0 0,0 0 0,25 0 16,-25 0-16,0 0 0,0 0 0,25 0 0</inkml:trace>
  <inkml:trace contextRef="#ctx0" brushRef="#br0" timeOffset="105892.0567">10269 10765 0,'0'0'0,"0"0"16,0-25-16,-25 25 0,25 0 0,0 0 0,-24 0 0,24-24 16,0 24-16,-25 0 0,25 0 0,0 0 0,-25 0 0,25 0 15,0 0-15,-25-25 0,25 25 0,0 25 0,0-25 0,-25 0 0,25 0 16,0 0-16,0 0 0,-24 0 0,24 24 0,0-24 15,0 0-15,-25 25 0,25-25 16,0 25-16,0-25 0,0 25 0,0-25 0,0 25 0,0-25 31,0 24-31,0-24 0,0 25 0,0-25 0,0 25 0,0-25 0,0 25 0,0-25 16,0 25-16,25-25 0,-25 0 0,0 24 0,0-24 0,24 0 0,-24 25 15,0-25-15,0 0 0,25 0 0,-25 0 0,0 25 0,25-25 16,-25 0-16,0 0 0,25-25 0,-25 25 0,25 0 0,-25 0 0,24 0 16,-24-25-16,0 25 0,25 0 0,-25-24 0,25 24 0,-25-25 0,0 25 15,0 0-15,25-25 0,-25 25 16,0-25-16,0 25 0,0-25 0,0 25 15,0-24-15,0 24 0,0-25 0,0 25 0,0-25 0,0 25 0,0-25 0,0 25 16,0 0-16,0 0 0,0-25 0,0 25 0,-25 0 0,25 0 16,0 0-16,0 0 0,0 25 0,0-25 0,0 0 0,0 0 15,0 25 1,0-25-16,0 0 0,0 25 0,0-25 0,0 25 0,0-25 0,0 24 0,0-24 15,0 25-15,0-25 0,0 25 0,0-25 0,0 25 0,25-25 0,-25 0 16,0 25-16,0-25 0,0 0 0,25 24 0,-25-24 0,0 0 16,0 25-16,24-25 15,-24 0-15,0 0 0,0 0 0,25 0 0,-25 0 16,0 0-16,25 0 0,-25 0 0,0-25 0,0 25 0,0 0 0,0 0 0,25-24 15,-25 24-15</inkml:trace>
  <inkml:trace contextRef="#ctx0" brushRef="#br0" timeOffset="106220.0754">10468 10765 0,'0'0'0,"0"0"16,0 0-16,0 0 0,0 0 0,0 0 0,0 0 0,0 0 15,0 25-15,0-25 0,0 0 0,0 0 0,0 25 0,0-25 16,24 25-16,-24-25 0,0 0 16,0 24-16,0-24 0,0 25 0,0-25 0,0 25 0,0-25 15,0 25-15,0-25 0,0 0 0,0 25 0,0-25 0,0 24 16,0-24-16,0 0 0,0 0 0,0 25 0,0-25 0,0 0 15,25 0-15,-25 0 0,0 0 16,0 0-16,0 0 0,0 0 0,0 0 0,0 0 16,25 0-16,-25 0 0,0 0 0,0-25 0,25 25 15,-25 0-15,0 0 0,25-24 0,-25 24 0,24-25 0,-24 25 16,0 0-16,25-25 0,-25 25 0,0 0 0,25-25 0,-25 25 0,0 0 15,25 0-15,-25 0 0,0-25 0,0 50 16,0-25-16,0 0 0,0 0 0,25 0 16,-25 0-16,0 25 0,0-25 0,0 0 0,0 25 0,0-25 0,0 25 0,0-25 0,0 24 15,0-24-15,0 25 0,0-25 0,0 0 0,0 25 0,0-25 16,0 25-1,0-25-15,0 0 0,0 0 0,0 25 0,0-25 0,0 0 0,0 0 16,0 0-16,0 0 0,0 0 0,-25 0 0,25 0 0</inkml:trace>
  <inkml:trace contextRef="#ctx0" brushRef="#br0" timeOffset="106484.0904">10145 10666 0,'0'0'0,"0"0"0,-25-25 0,25 25 0,0 0 0,0 0 15,0-25-15,0 25 0,0 0 0,0-24 0,0 24 0,25 0 16,-25 0-16,0 0 0,25-25 0,-25 25 0,0 0 0,25 0 16,-25 0-16,25 0 0,-25 0 15,24 0-15,-24 25 0,25-25 0,-25 0 0,0 0 0,25 24 16,-25-24-16,25 0 0,-25 25 0,0-25 0,25 0 0,-25 0 0,0 25 47,0-25-32,24 0-15,-24 0 0</inkml:trace>
  <inkml:trace contextRef="#ctx0" brushRef="#br0" timeOffset="106624.0984">10368 10468 0,'0'0'0,"0"0"16,0 0-16,25 0 0,-25 0 0,0-25 0,0 25 0,0 0 15,25 0-15,-25 0 0,0 0 0,25 0 16,0 0-16,-25 0 0,24 0 0,-24 0 15,25 0-15,0 0 0,0 0 0,-25 0 0,25 0 16,-1 0-16,1 0 0,0 0 0,0 25 0,-25-25 0,25 0 0,-1 0 0,1 0 16</inkml:trace>
  <inkml:trace contextRef="#ctx0" brushRef="#br0" timeOffset="106964.118">11410 10443 0,'0'0'0,"0"0"15,0 0-15,0 0 0,0 0 0,0 0 0,0 0 0,0 25 0,0-25 16,0 0-16,0 24 0,0-24 0,0 25 0,0 0 0,0-25 16,0 25-16,0 0 0,0-1 0,25 1 0,-25 0 0,0 0 0,0 0 15,0-1-15,0 1 0,0 0 0,0 0 0,0 0 16,0-1-16,0-24 15,0 25-15,0 0 0,0 0 0,0 0 0,0-25 0,0 24 0,0 1 16,0-25-16,0 25 0,0-25 0,0 25 0,0-25 0,0 0 0,-25 0 16,25 25-16,0-25 0,0 0 0,0 0 0,0 0 0,-25 0 15,25 0-15,0-25 0,0 25 0,0 0 0,-24-25 16,24 25-16</inkml:trace>
  <inkml:trace contextRef="#ctx0" brushRef="#br0" timeOffset="107376.1416">11336 10815 0,'0'0'0,"0"-25"0,0 25 0,0-25 0,25 25 0,-25-25 15,0 25-15,0-24 0,24 24 0,-24 0 0,0 0 16,25-25-16,-25 25 0,25 0 0,-25 0 0,0 0 0,25 0 15,-25 0-15,25 0 0,-25 25 0,0-25 0,24 0 16,-24 0-16,0 24 0,25-24 0,-25 25 0,0-25 16,0 25-16,0-25 15,25 25-15,-25-25 0,0 25 0,0-1 0,0-24 0,0 25 0,0-25 16,0 25-16,25 0 0,-25-25 0,0 25 0,0-25 0,0 0 0,0 24 0,0-24 15,25 0-15,-25 25 0,0-25 0,0 0 0,0 0 16,0 0-16,24 0 0,-24 0 0,0 0 16,0 0-16,25 0 0,-25 0 0,0 0 0,25 0 15,-25-25-15,0 25 0,25 0 0,-25-24 0,0 24 0,0 0 16,25-25-16,-25 25 0,0-25 0,0 25 0,0 0 15,24-25-15,-24 25 0,0-25 0,0 25 0,0 0 16,0-24-16,0 24 0,0 0 0,0-25 0,-24 25 0,24 0 0,0-25 16,0 25-16,0 0 0,0 0 0,0 0 0,0 0 0,0 0 15,0 0-15,0 0 0,0 0 16,0 0-16,0 0 0,0 25 0,0-25 0,24 0 0,-24 25 15,0-25-15,0 24 0,0-24 0,0 25 0,0-25 0,0 25 16,0-25-16,25 0 0,-25 25 0,0-25 0,0 25 0,0-25 0,0 24 16,0-24-16,25 0 15,-25 25-15,0-25 0,0 0 0,0 25 0,0-25 0,0 0 16,0 0-16,0 0 0,0 0 0,0 0 0,0 0 0,0 0 0,0 0 15,0-25-15,0 25 0,0 0 0</inkml:trace>
  <inkml:trace contextRef="#ctx0" brushRef="#br0" timeOffset="107608.1548">11757 10641 0,'0'0'0,"0"0"0,0-25 31,0 25-31,0 0 0,0 0 0,0 0 0,0 0 0,0 0 16,0 0-16,25 0 0,-25 0 0,0 0 0,0 0 0,25 0 0,-25 0 0,25 0 0,-25 0 0,0 0 0,25 25 15,-25-25-15,0 0 0,24 0 0,-24 0 0,0 25 0,0-25 16,0 0-16,0 25 0,0-25 0,0 0 0,0 25 0,0-25 16,0 0-16,0 24 0,0-24 0,0 25 0,-24-25 15,24 0-15,0 25 0,-25-25 16,25 25-16,0-25 0,-25 0 0,25 0 0,0 0 0,-25 25 0,25-25 0,0 0 15,0 0-15</inkml:trace>
  <inkml:trace contextRef="#ctx0" brushRef="#br0" timeOffset="107831.1676">11832 10418 0,'0'-25'0,"0"25"0,0 0 0,25 0 0,-25 0 15,0 0-15,24 0 0,-24 0 0,0 0 0,25 0 0,-25 0 16,0 0-16,25 0 0,-25 0 0,0 0 15,25 0-15,-25 25 0,0-25 0,0 0 16,0 25-16,0-25 0,0 0 0,0 25 0,0-25 16,0 24-16,-25-24 0,25 25 0,-25 0 0,25-25 0,-25 25 0,25-25 0,-24 25 15,-1-25-15</inkml:trace>
  <inkml:trace contextRef="#ctx0" brushRef="#br0" timeOffset="109022.2357">12725 11013 0,'0'0'0,"25"0"0,-25 0 0,0 0 15,0-25-15,0 25 0,24 0 0,-24-24 0,25 24 0,-25-25 16,25 25-16,-25-25 0,25 25 0,0-25 0,-25 25 0,24-25 0,1 1 15,0-1-15,-25 25 0,25-25 0,0 0 0,-1 0 16,-24 1-16,25 24 0,-25-25 16,25 0-16,-25 0 0,25 25 0,-25-25 0,0 1 0,0 24 0,0-25 15,0 25-15,0 0 0,0-25 0,0 25 0,0-25 0,0 25 0,0 0 16,0 0-16,-25-25 0,25 25 0,0 0 15,0 0-15,-25 0 0,25 0 0,0 0 0,0 0 0,-25 0 16,25 0-16,0 25 0,0-25 16,-24 0-16,24 0 0,0 25 0,0-25 0,0 25 0,0-25 15,0 25-15,0-25 0,-25 24 0,25-24 0,0 25 0,0 0 0,25 0 16,-25-25-16,0 25 0,0-1 0,0 1 0,0 0 0,0 0 15,0-25-15,0 25 16,0-1-16,0 1 0,0-25 0,0 25 0,24 0 0,-24-25 0,0 25 16,0-25-16,0 24 0,0-24 0,0 25 0,0-25 0,0 25 0,0-25 0,0 0 15,0 0-15,0 0 0,0 25 0,0-25 16,0 0-16,0 0 0,0 0 0,0 0 15,0-25-15,0 25 0,0 0 0,0 0 0,25 0 16,-25-25-16,0 25 0,0 0 0,25-25 0,-25 25 0,0-24 0,0 24 16,25-25-16,-25 0 0,0 25 0,25-25 0,-25 25 0,0-25 15,24 25-15,-24-24 16,0 24-16,0-25 0,25 25 0,-25 0 0,0 0 0,0 0 0,0-25 0,0 25 15,0 0-15,0 0 0,0 0 0,0 25 0,0-25 0,0 0 47,0 0-47,0 25 0,0-25 0,0 0 0,0 24 0,0-24 0,0 25 0,0-25 0,0 0 0,0 25 0,0-25 0,0 25 0,25-25 0,-25 25 0,0-25 0,0 0 16,0 24-16,0-24 0,0 0 15,0 0-15,0 25 0,0-25 0,0 0 0,25 0 16,-25 0-16,0 0 0,0 0 0,0 0 0,25 0 0,-25 0 0,0-25 16,25 25-16,-25 0 0,24 0 0,-24-24 0,25 24 0,-25-25 15,25 25-15,-25-25 0,25 25 0,-25-25 0,25 25 0,-25-25 0,24 1 16,-24 24-16,25-25 15,0 0-15,-25 0 0,25 25 0,-25-25 0,0 1 0,25-1 16,-25 0-16,0 0 0,0 25 0,24-25 0,-24 1 0,0-1 0,0 25 0,0-25 16,0 25-16,0-25 0,-24 0 0,24 25 0,0 0 0,0-24 15,-25 24 1,25 0-16,0 0 0,-25 0 0,25 0 0,0 0 0,-25 0 0,25 0 15,0 0-15,-25 0 0,25 24 0,0-24 0,-24 0 0,24 0 0,0 25 16,0-25-16,0 25 0,-25-25 0,25 25 0,0-25 0,0 25 16,0-25-1,0 24-15,0 1 0,0-25 0,0 25 0,0 0 0,0-25 0,0 25 0,0-1 0,25-24 16,-25 25-16,0 0 0,0-25 0,0 25 0,0-25 0,0 25 15,0-1-15,0-24 0,0 25 0,0-25 0,24 25 0,-24-25 16,0 25 0,0-25-16,0 25 0,0-25 0,0 0 0,0 0 0,0 24 0,0-24 0,0 0 15,0 0-15,0 0 0,0 0 0,0 0 0,25 0 0,-25 0 0,0-24 16,0 24-16,0 0 0,25 0 0,-25-25 0,0 25 0,25 0 15,-25-25 1,0 25-16,25-25 0,-25 25 0,24 0 0,-24-25 0,0 25 0,25 0 0,-25 0 16,0-24-16,0 24 0,25 0 0,-25 24 0,0-24 0,0 0 0,0 0 15,0 0-15,0 25 0,0-25 0,0 0 16,0 25-16,0-25 0,0 25 0,0-25 15,0 25-15,0-25 0,0 24 0,0-24 0,0 25 0,0-25 0,0 25 0,0-25 16,0 0-16,0 25 0,0-25 0,0 25 0,0-25 16,0 0-16,0 0 0,0 24 0,0-24 0,25 0 15,-25 0-15,0 0 0,0 0 16,25 0-16,-25 0 0,0 0 0,24 0 0,-24 0 0,25 0 0,0-24 0</inkml:trace>
  <inkml:trace contextRef="#ctx0" brushRef="#br0" timeOffset="109472.2614">13940 10840 0,'0'0'0,"0"-25"0,-25 25 0,25 0 0,-24-25 16,24 25 0,0 0-16,-25 0 0,25-25 0,-25 25 0,25 0 0,-25 0 0,25 0 0,0 0 0,-25 0 0,25 0 15,0 0-15,-24 0 0,24 0 0,0 0 0,0 0 16,-25 0-16,25 0 0,0 25 0,0-25 0,0 0 0,0 25 15,-25-25 1,25 25-16,0-25 0,0 24 0,0-24 0,0 25 0,0-25 0,0 25 16,0-25-16,25 25 0,-25-25 0,0 25 0,0-25 0,0 0 0,25 24 15,-25-24-15,0 0 0,0 25 0,24-25 0,-24 0 0,0 0 16,0 25-16,25-25 15,-25 0-15,0 0 0,0 0 0,25 0 0,-25 0 0,0 0 16,0 0-16,25 0 0,-25 0 0,0 0 0,0-25 0,25 25 0,-25 0 0,0 0 16,0 0-16,24-25 0,-24 25 0,0 0 0,0-24 0,0 24 15,25-25-15,-25 25 0,0-25 0,0 25 0,0-25 0,0 25 16,0-25-16,25 25 15,-25-24-15,0 24 0,0 0 0,0-25 0,0 25 0,0 0 0,0 0 16,0 0-16,0 0 0,0 0 0,0 0 0,-25 0 0,25 0 16,0 25-16,0-25 0,0 0 0,0 0 0,0 24 0,0-24 0,0 25 15,0-25 1,0 0-16,0 25 0,0-25 0,0 25 0,0-25 0,0 0 0,0 25 15,0-25-15,0 0 0,0 0 0,0 24 0,0-24 0,25 0 16,-25 0-16,0 25 0,0-25 0,0 0 0,0 0 0,25 0 0,-25 0 16,0 0 15,25 0-31,-25 0 0,0 0 0,24 0 0,-24 0 0,0 0 0,25 0 0,-25 0 0,25 0 0,-25 0 0,0 0 0,25-25 0,-25 25 15,25 0-15,-25 0 0</inkml:trace>
  <inkml:trace contextRef="#ctx0" brushRef="#br0" timeOffset="109692.274">14213 10864 0,'0'-24'0,"0"24"15,-25 0-15,25 0 0,0 0 0,0-25 0,0 25 16,0 0-16,0 0 0,0 0 0,0 0 0,0 0 15,-25 0-15,25 0 0,0 0 0,0 0 0,0 25 0,0-25 16,0 0-16,0 24 0,0-24 0,0 0 0,0 25 16,0-25-16,0 25 0,0-25 15,0 25-15,0 0 0,0-25 0,0 24 0,25-24 0,-25 25 0,0-25 16,0 0-16,0 25 0,25-25 0,-25 0 0,0 25 0,0-25 15,25 0-15,-25 0 16,25 0-16,-25 0 0,0 0 0,24 0 0,-24 0 0,25 0 16,-25 0-16,0-25 0,25 25 0,-25-25 0,0 25 0,25-25 0,-25 1 0,25-1 31</inkml:trace>
  <inkml:trace contextRef="#ctx0" brushRef="#br0" timeOffset="109844.2827">14511 10319 0,'0'25'0,"0"-25"16,0 0-16,0 0 0,-25 24 0,25-24 0,0 0 15,0 25-15,0-25 0,0 25 0,-25-25 16,25 25-16,0-25 0,0 25 0,0-1 0,0-24 0,-25 25 16,25 0-16,0-25 0,0 25 0,0 0 0,0-25 0,-24 24 0,24 1 15,0-25-15,0 25 16,0-25-16</inkml:trace>
  <inkml:trace contextRef="#ctx0" brushRef="#br0" timeOffset="110268.307">15627 10988 0,'0'-24'0,"0"24"0,0 0 16,0 0-16,0 0 0,0-25 0,-25 25 0,25 0 0,0-25 0,0 25 0,-25 0 15,25-25-15,-24 25 0,24 0 0,0-25 0,-25 25 16,25 0-16,-25-24 0,25 24 0,-25 0 0,25-25 0,-25 25 15,25 0-15,-24 0 16,-1 0-16,25 0 0,-25 0 0,25 0 0,-25 0 0,25 0 16,-25 0-16,25 0 0,-25 0 0,25 25 0,-24-25 0,24 0 15,-25 24-15,25-24 0,0 0 0,0 25 0,-25-25 0,25 25 0,0-25 16,0 25-16,0-25 0,0 25 0,0-25 0,0 24 0,0-24 15,0 25-15,0-25 0,25 0 16,-25 25-16,0-25 0,25 25 0,-25-25 0,0 0 16,24 0-16,-24 25 0,25-25 0,-25 0 0,25 0 0,-25 0 0,25 0 15,-25 0-15,25 0 0,-25 0 0,25 0 0,-1 0 0,-24 0 16,25-25-16,-25 25 0,25 0 15,-25-25-15,0 25 0,25 0 0,-25-25 0,0 25 16,25-25-16,-25 25 0,0-24 0</inkml:trace>
  <inkml:trace contextRef="#ctx0" brushRef="#br0" timeOffset="111124.3559">16768 10840 0,'0'-25'0,"0"25"0,0 0 15,0 0-15,0 0 0,0 0 0,0-25 0,0 25 0,0 0 0,0 0 16,-25-25-16,25 25 0,0 0 0,0-25 0,0 25 0,0 0 16,0-24-16,0 24 0,-25 0 0,25 0 0,0 0 0,0-25 0,-24 25 31,24 0-31,-25 0 0,25 0 0,0 0 0,-25 0 0,25 0 0,-25 0 0,0 0 0,25 0 15,-24 0-15,24 25 0,-25-25 0,25 0 0,-25 0 0,25 24 16,-25-24-16,25 0 0,-25 25 0,25-25 0,0 25 0,0-25 16,-24 0-16,24 25 0,0-25 0,0 25 0,0-25 0,0 0 15,0 24-15,24-24 0,-24 25 16,0-25-16,0 0 0,25 25 0,-25-25 0,0 0 0,25 0 0,-25 25 15,0-25-15,25 0 0,-25 0 0,25 0 0,-25 25 16,24-25-16,-24 0 0,0 0 0,25 0 16,-25 0-16,25 0 0,-25 0 0,25 0 0,-25-25 15,0 25-15,25 0 0,-25 0 0,0-25 0,24 25 0,-24-25 0,0 25 16,0-25-16,0 25 0,0-24 0,0-1 0,25 0 0,-25 25 0</inkml:trace>
  <inkml:trace contextRef="#ctx0" brushRef="#br0" timeOffset="111338.3682">16768 10418 0,'0'0'0,"0"-25"0,0 25 0,0-25 0,0 25 16,0 0-16,0 0 0,0 0 0,0 0 0,0 0 15,0 25-15,25-25 0,-25 0 0,0 25 0,0-25 0,0 25 16,0 0-16,0-25 0,0 24 0,25 1 0,-25 0 16,0 0-16,0 0 0,0-1 0,0 1 0,0 0 0,0 0 15,0 0-15,0-1 0,0-24 0,0 25 0,0 0 16,0 0-16,0 0 0,0-1 0,0 1 0,0-25 15,0 25-15,0 0 0,0 0 0,0-25 0,0 24 16,0-24-16,-25 25 0,25-25 0,0 25 16,0-25-16,0 0 0,0 0 0,0 25 0,-25-25 0,25 0 15,0 0-15,0 0 0,-25-25 0,25 25 0,0 0 0,-25-25 0,25 25 16</inkml:trace>
  <inkml:trace contextRef="#ctx0" brushRef="#br0" timeOffset="111486.3767">16694 10691 0,'0'-25'0,"0"25"0,0 0 15,0 0-15,0 0 0,0-25 0,0 25 0,24 0 16,-24 0-16,0 0 0,0 0 0,25 0 0,-25 0 0,25 0 15,-25 0-15,25 0 16,-25 0-16,25 0 0,-1 0 0,-24 0 0,25 0 0,0 25 0,0-25 0,-25 0 16,25 0-16,-1 25 0,-24-25 0,25 0 0,0 25 0,0-25 15,-25 0-15,25 24 16,-25-24-16,24 25 0,1-25 0</inkml:trace>
  <inkml:trace contextRef="#ctx0" brushRef="#br0" timeOffset="112363.4267">17239 10840 0,'0'0'0,"-25"0"0,25-25 0,0 25 16,0 0-16,0-25 0,-24 25 0,24 0 0,0-25 0,-25 25 15,25-25-15,0 25 0,-25-24 0,25 24 0,-25 0 16,25 0-16,0-25 0,-25 25 0,25 0 0,-24 0 16,24 0-16,0 0 31,-25 0-31,25 0 15,0 25-15,-25-25 0,25 0 0,0 24 0,0-24 0,-25 0 0,25 25 0,0-25 0,0 25 0,0-25 0,0 25 0,0-25 0,0 25 0,0-1 0,0-24 0,0 25 0,0-25 0,0 25 16,0-25-16,0 25 0,25-25 0,-25 25 0,0-25 16,0 0-16,0 24 0,25-24 15,-25 0-15,0 25 0,0-25 0,25 0 0,-25 0 0,0 25 16,24-25-16,-24 0 0,0 0 0,25 0 0,-25 0 0,0 0 15,25 0-15,-25 0 0,25-25 0,-25 25 0,0 0 0,25 0 0,-25-25 16,0 25-16,24 0 0,-24-24 0,0 24 16,0-25-16,25 25 0,-25-25 0,0 25 0,0-25 0,0 25 15,0-25-15,0 25 0,0-24 0,0 24 0,0-25 0,-25 25 0,25-25 16,0 25-16,0 0 0,0-25 15,0 25-15,0 0 0,0 0 0,0-25 0,0 25 16,0 0-16,0 25 0,0-25 0,0 0 0,-24 0 0,24 0 0,0 0 0,0 25 16,0-25-16,0 25 0,0-25 0,0 0 0,0 25 15,0-1-15,0-24 16,0 25-16,0-25 0,24 25 0,-24-25 0,0 25 0,0-25 0,0 25 0,0-25 15,0 0-15,0 24 0,0-24 0,25 25 0,-25-25 0,0 0 16,0 0-16,0 25 0,25-25 0,-25 0 0,0 0 16,0 0-16,25 0 0,-25 0 15,0 0-15,0 0 0,25 0 0,-25 0 0,0 0 0,24 0 16,-24-25-16,0 25 0,0 0 0,0-25 0,0 25 0,0 0 0,25-24 0,-25 24 16,0-25-16,0 25 0,0-25 0,0 25 0,0-25 15,0 25-15,-25-25 0,25 25 16,0-24-16,0 24 0,0 0 0,0-25 0,0 25 0,0 0 0,0 0 15,0-25-15,0 25 0,0 0 0,0 0 0,0 0 0,0 0 16,0 0-16,0 25 0,0-25 0,0 0 0,0 0 0,0 0 16,0 25-16,0-25 15,0 24-15,0-24 0,0 0 0,0 25 0,0-25 0,0 25 0,0-25 0,0 25 16,0-25-16,0 25 0,0-25 0,0 0 0,0 24 0,25-24 15,-25 25-15,0-25 0,0 0 16,0 25-16,0-25 0,0 0 16,0 0-16,0 25 0,25-25 0,-25 0 0,0 0 0,0 0 0,0 0 0,25 0 0,-25 0 0,0 0 15,0 0-15,25 0 0,-25-25 0,0 25 0,24 0 0,-24 0 16,0-25-16,25 25 15,-25 0-15,0-25 0,0 25 0,25 0 0,-25-24 0,0 24 0,0-25 16,0 25-16,0-25 0,25 25 0,-25-25 0,0 25 16,0 0-16,0-25 0,0 25 0,0 0 0,0-24 0,0 24 15,0 0-15,0 0 0,0 0 0,0 0 0,0 0 0,0 0 0,0 0 16,0 0-16,-25 0 0,25 0 0,0 24 0,0-24 15,0 0-15,0 25 0,0-25 16,0 0-16,0 25 0,0-25 0,0 25 0,0-25 0,0 0 16,0 25-16,0-25 0,0 0 0,0 24 0,25-24 0,-25 0 0,0 25 15,0-25-15,0 0 0,0 0 0,0 25 0,0-25 0,0 0 16,0 0-1,25 0-15,-25 0 0,0 0 0,0 0 0,0 0 0,0 0 0,0 0 16,0 0-16,25 0 0,-25-25 0,0 25 0,0 0 0,0 0 0,0-25 16</inkml:trace>
  <inkml:trace contextRef="#ctx0" brushRef="#br0" timeOffset="112573.4388">17239 10616 0,'0'0'0,"0"0"0,-25 0 0,25-24 16,0 24-16,0 0 0,0-25 15,0 25-15,0 0 0,0-25 0,0 25 0,0 0 0,0 0 0,25-25 0,-25 25 16,0 0-16,25 0 0,-25 0 0,0-25 0,25 25 16,-25 0-16,25 0 0,-25 0 0,24 0 0,-24 0 0,0 25 15,25-25-15,-25 0 16,25 0-16,-25 0 0,0 25 0,25-25 0,-25 0 0,0 25 15,25-25-15,-25 0 0,0 0 0,24 25 0,-24-25 0,0 0 0,0 0 0</inkml:trace>
  <inkml:trace contextRef="#ctx0" brushRef="#br0" timeOffset="112741.4484">17487 10418 0,'0'0'0,"0"0"0,25 0 0,-25 0 0,0-25 0,25 25 15,-25 0-15,25 0 0,-25 0 16,25 0-16,-25 0 0,24 0 0,-24 0 0,25 0 0,-25 0 15,25 25-15,0-25 0,-25 0 0,25 0 0,-25 0 0,24 0 0,-24 25 16,0-25-16,25 0 0,-25 0 0</inkml:trace>
  <inkml:trace contextRef="#ctx0" brushRef="#br0" timeOffset="113087.4682">18207 10393 0,'0'0'0,"0"0"15,0 0-15,0 25 0,0-25 0,0 0 0,0 0 16,0 25-16,0-25 16,0 25-16,0-1 0,0-24 0,0 25 0,0 0 0,0 0 0,0 0 15,0-1-15,0-24 0,0 25 0,0 0 0,0 0 0,0 0 0,0-1 0,0 1 16,0 0-16,0 0 0,0 0 0,0-25 0,0 24 15,0 1-15,0 0 0,0-25 16,0 25-16,0-25 0,0 25 0,0-25 0,0 0 0,0 24 16,0-24-16,-25 0 0,25 0 0,0 0 0,0 0 0,0 0 15,0 0-15,0 0 0,0 0 0,-25-24 0,25 24 0</inkml:trace>
  <inkml:trace contextRef="#ctx0" brushRef="#br0" timeOffset="113624.4989">18083 10716 0,'0'0'0,"0"-25"0,24 25 0,-24 0 0,0 0 0,0 0 16,25 0-16,-25-25 0,25 25 0,-25 0 0,25 0 15,-25 0-15,25 0 0,-25 0 0,24 0 0,-24 0 16,25 0-16,-25 0 0,25 0 0,-25 0 16,25 0-16,-25 0 0,25 0 0,-25 25 0,0-25 0,0 0 15,24 25-15,-24-25 0,0 24 0,0-24 0,0 25 0,0-25 0,0 25 16,0-25-16,0 0 0,0 25 15,0-25-15,0 25 0,0-25 16,0 24-16,0-24 0,0 25 0,0-25 0,0 25 0,0-25 0,0 25 16,0-25-16,0 0 0,0 25 0,0-25 0,0 0 0,0 24 0,0-24 0,0 0 15,0 25-15,0-25 0,0 0 0,0 0 0,0 0 0,25 0 16,-25 0-16,0 25 0,25-25 0,-25 0 15,0-25-15,25 25 0,-25 0 0,25 0 32,-25 0-32,24 0 0,-24-25 0,25 25 0,-25 0 0,25 0 0,-25-24 0,25 24 0,-25-25 0,25 25 0,-25 0 0,0-25 0,25 25 15,-25-25-15,0 25 0,0-25 0,0 25 0,0 0 0,0-24 16,0 24-16,0-25 0,0 25 15,0 0-15,0-25 0,-25 25 0,25 0 0,0 0 16,0-25-16,-25 25 0,25 0 0,0 0 0,0 0 0,0-25 0,-25 25 16,25 0-16,0 0 0,0 0 0,0 0 0,0 0 0,0 0 15,0 25-15,0-25 0,-25 0 16,25 0-16,0 25 0,0-25 0,0 0 0,0 0 0,0 25 15,0-25-15,0 25 0,0-25 0,0 0 0,0 24 0,0-24 16,0 25-16,0-25 0,0 25 0,0-25 0,0 25 0,0-25 0,25 25 16,-25-25-16,0 0 0,0 24 15,0-24-15,0 25 0,25-25 0,-25 0 0,0 0 0,0 25 16,25-25-16,-25 0 0,0 0 0,0 0 0,25 0 0,-25 0 15,24 0-15,-24 0 0,0 0 0,25 0 0,-25-25 0,0 25 0,25 0 32,-25-25-32,0 25 0,25 0 0,-25-24 0,0 24 0,0-25 0,0 25 0,25-25 15,-25 25-15</inkml:trace>
  <inkml:trace contextRef="#ctx0" brushRef="#br0" timeOffset="113946.5174">18728 10765 0,'0'0'15,"24"0"-15,-24 0 0,0-25 0,0 25 0,0 0 0,0 0 16,0 0-16,0 0 0,0 25 0,0-25 0,0 0 16,0 0-16,0 25 0,0-25 0,0 25 0,0-25 0,0 0 15,0 25-15,0-25 0,-24 24 0,24-24 0,0 25 16,0-25-16,24 25 0,-24-25 0,0 25 0,0-25 15,0 25-15,0-25 0,0 0 0,0 24 16,0-24-16,0 0 0,0 25 0,0-25 0,0 0 0,0 0 16,0 0-16,0 25 0,0-25 0,0 0 0,0 0 0,0 0 15,0-25-15,25 25 0,-25 0 0,0 0 0,0 0 0,0-25 16,25 25-16,-25 0 0,25-24 0,-25 24 0,0 0 15,25-25-15,-25 25 0,0-25 16,24 25-16,-24 0 0,0-25 0,0 25 0,25 0 0,-25 0 16,0 0-16,0 0 0,0 0 0,25 0 0,-25 0 0,0 0 0,0 0 0,0 0 15,0 0-15,25 0 0,-25 25 0,0-25 0,0 0 16,0 0-16,0 25 0,0-25 15,0 0-15,25 25 0,-25-25 0,0 0 0,0 24 0,0-24 16,0 0-16,24 25 0,-24-25 0,0 0 0,0 0 0,0 25 0,0-25 16,25 0-16,-25 0 0,0 0 0,0 25 0,0-25 0,0 0 15,0 0-15,0 0 16,0-25-16,-25 25 0</inkml:trace>
  <inkml:trace contextRef="#ctx0" brushRef="#br0" timeOffset="114189.5313">18628 10592 0,'0'-25'0,"0"25"0,0 0 0,0 0 16,0-25-16,25 25 0,-25 0 0,0-25 15,0 25-15,25 0 0,-25 0 0,25-25 0,-25 25 0,25 0 0,-25 0 16,24 0-16,-24 0 0,25 0 0,-25 0 0,25 0 0,-25 0 15,0 0-15,25 0 0,-25 0 0,25 0 0,-25 25 0,0-25 16,0 0 0,24 25-16,-24-25 0,0 0 0,0 25 0,0-25 0,0 25 0,0-25 15,0 24-15,0-24 0,0 25 0,0-25 0,0 25 0,0-25 0,0 0 16,0 25-16</inkml:trace>
  <inkml:trace contextRef="#ctx0" brushRef="#br0" timeOffset="114355.5407">18529 10368 0,'-25'0'0,"25"0"0,0-24 0,0 24 0,0 0 16,0 0-16,0 0 0,0 0 0,0 0 0,0 0 15,0 0-15,0 0 16,25 0-16,-25 0 0,0 0 0,0 0 0,0 0 0,0 0 15,0 24-15,0-24 0,25 0 0</inkml:trace>
  <inkml:trace contextRef="#ctx0" brushRef="#br0" timeOffset="114866.57">19546 10790 0,'0'0'0,"0"0"16,0 0-16,0-25 0,0 25 0,-25 0 0,25 0 0,0 0 0,0 0 16,0 0-16,0 0 0,0 0 0,0 0 0,-25 0 0,25 0 0,0 25 15,0-25-15,0 0 0,0 0 0,0 25 0,0-25 0,0 25 16,0-25-16,-24 24 0,24-24 0,0 25 0,0-25 15,0 25-15,0-25 0,0 25 16,0 0-16,0-25 0,24 24 0,-24-24 0,0 25 0,0-25 0,0 0 16,0 25-16,0-25 0,25 0 0,-25 25 0,0-25 0,25 0 0,-25 0 15,0 0-15,25 0 0,-25 0 0,0 0 0,25 0 16,-25-25-16,0 25 15,25 0-15,-25-25 0,0 25 0,24 0 0,-24-25 0,0 25 0,0-24 16,25 24-16,-25-25 0,0 0 0,0 25 0,0-25 0,0 25 16,0-25-16,0 25 0,0-24 0,0 24 0,0-25 0,-25 25 15,25-25-15,0 25 0,0 0 0,0-25 0,0 25 16,0 0-16,-24 0 0,24 0 0,0 0 15,0 0-15,0 0 0,-25 0 0,25 0 0,0 25 16,0-25-16,-25 0 0,25 0 0,0 0 0,0 0 0,-25 25 0,25-25 0</inkml:trace>
  <inkml:trace contextRef="#ctx0" brushRef="#br0" timeOffset="115105.5837">19571 10492 0,'0'0'0,"0"0"0,0 0 0,0 0 16,25 0-16,-25 0 0,0 0 0,25 0 0,-25 0 0,0 0 0,24 0 16,-24 0-1,0 0-15,25 0 0,-25 25 0,0-25 0,25 0 0,-25 0 16,0 25-16,0-25 0,0 25 0,0-25 0,0 0 0,0 25 0,0-25 0,0 24 15,0-24-15,0 0 0,0 25 0,0-25 0,0 0 0,-25 0 16,25 0-16,0 25 0,-25-25 0,25 0 0,-24 0 16</inkml:trace>
  <inkml:trace contextRef="#ctx0" brushRef="#br0" timeOffset="115312.5955">19571 10195 0,'0'0'0,"0"0"0,25 0 0,-25-25 0,0 25 0,25 0 16,-25 0-16,24 0 16,-24 0-16,25 0 0,-25 0 0,25 0 15,-25 0-15,25 25 0,0-25 0,-25 0 0,0 0 0,24 0 0,-24 25 0,0-25 16,0 0-16,0 24 0,0-24 0,0 0 0,0 25 0,-24-25 0,24 0 0,-25 25 15,25-25-15,-25 25 0,0-25 16,0 0-16,1 0 0</inkml:trace>
  <inkml:trace contextRef="#ctx0" brushRef="#br0" timeOffset="116131.6423">20489 10914 0,'0'0'0,"0"0"0,-25 0 15,25 0-15,0 0 0,0 0 0,0 0 0,0 0 0,0 0 16,0 0-16,0 0 0,0 0 0,25 0 0,-25-25 16,0 25-16,0 0 15,24 0-15,-24 0 0,25-25 0,-25 25 0,25 0 0,-25-24 0,25 24 16,-25-25-16,25 25 0,-1 0 0,-24-25 0,25 25 0,0-25 0,-25 25 15,25-25-15,-25 1 0,25 24 0,-25-25 0,25 25 0,-25-25 16,24 0-16,-24 25 0,0-25 0,25 25 0,-25-24 0,0 24 16,0-25-16,0 25 15,0-25-15,0 25 0,0 0 0,0-25 0,-25 25 0,25 0 0,0 0 16,0-25-16,-24 25 0,24 0 0,0 0 0,0 0 0,-25 0 15,25 0-15,0 0 0,-25 0 0,25 0 0,0 0 0,0 25 16,-25-25-16,25 0 0,0 0 0,0 0 0,0 25 16,0-25-16,-25 0 0,25 25 15,0-25-15,0 25 0,0-25 0,0 24 0,0-24 0,0 25 0,0-25 16,0 25-16,0 0 0,-25-25 0,25 25 0,0-1 0,0 1 0,0-25 31,0 25-31,0 0 0,0-25 0,0 25 0,0-25 0,0 24 0,0-24 0,0 25 0,0 0 0,0-25 0,0 0 16,0 25-16,0-25 0,0 25 0,-24-25 15,24 0-15,0 24 0,0-24 0,0 0 16,0 0-16,0 0 0,0 0 0,0 0 0,0 0 0,0 0 15,0 0-15,0 0 0,24 0 0,-24 0 0,0 0 0,0 0 0,25-24 16,-25 24-16,0 0 0,25-25 0,-25 25 0,25 0 16,-25-25-16,25 25 0,-25-25 15,25 25-15,-25-25 0,24 25 0,-24 0 0,0-24 0,25 24 16,-25 0-16,0 0 0,0 0 0,0 0 0,25 0 0,-25 0 15,0 0-15,0 0 0,0 0 0,0 0 0,0 0 0,0 24 0,0-24 16,0 0-16,0 25 0,0-25 16,0 0-16,0 25 0,0-25 0,0 25 0,-25-25 15,25 0-15,0 25 0,0-1 0,0-24 0,0 25 0,0-25 16,0 25-16,25-25 0,-25 25 0,0-25 0,0 25 0,0-25 0,0 24 0,25-24 15,-25 25-15,25-25 0,-25 0 0,24 0 16,-24 0-16,25 25 0,0-25 0,-25 0 16,25 0-16,0-25 0,-1 25 0,-24 0 0,25 0 0</inkml:trace>
  <inkml:trace contextRef="#ctx0" brushRef="#br0" timeOffset="116571.6675">21282 10964 0,'0'-25'0,"0"25"0,0-25 0,0 0 16,-24 25-16,24-25 0,0 25 0,0-24 0,-25 24 15,25-25-15,0 25 0,-25-25 0,25 25 0,0 0 0,-25 0 16,25 0-16,0 0 0,0 0 0,-25 0 15,25 0-15,0 0 0,-24 0 0,24 0 0,0 25 0,-25-25 16,25 25-16,-25-25 0,25 24 0,0-24 0,-25 25 16,25-25-16,0 25 0,0-25 0,-25 25 0,25-25 0,0 25 15,0-1-15,0-24 0,0 25 0,-24-25 0,24 25 0,0-25 16,0 25-16,24-25 0,-24 25 15,0-25-15,0 0 0,0 24 0,0-24 0,0 0 16,25 0-16,-25 25 0,0-25 0,25 0 16,-25 0-16,0 0 0,25 0 0,-25 0 0,25 0 0,-25 0 0,0-25 0,24 25 15,-24 0-15,25 0 0,-25-24 0,25 24 0,-25 0 0,25-25 16,-25 25-16,0 0 0,0-25 0,25 25 0,-25-25 0,0 25 15,0-25-15,0 25 16,0-24-16,0 24 0,0-25 0,0 25 0,0-25 0,0 25 16,0-25-16,0 25 0,0-25 0,0 25 0,0 0 0,0 0 0,0-24 15,0 24-15,0 0 0,0 0 0,0 0 0,0 0 0,-25 24 0,25-24 31,0 0-31,0 0 0,0 25 0,0-25 0,0 25 0,0-25 0,0 0 0,0 25 0,0 0 0,0-25 16,0 24-16,0-24 0,0 25 0,0-25 0,0 25 0,0-25 16,0 25-16,0-25 0,25 25 15,-25-25-15,0 24 0,0-24 0,24 0 0,-24 25 0,0-25 16,25 0-16,-25 0 0,0 0 0,25 0 0,-25 0 0,25 0 0,-25 0 15,0 0-15,25 0 0,-25 0 0,24-25 16,-24 25-16,0 0 0,0-24 16</inkml:trace>
  <inkml:trace contextRef="#ctx0" brushRef="#br0" timeOffset="116936.6884">21456 10815 0,'0'0'15,"0"0"-15,0 0 0,0 0 0,0 0 0,0 0 0,0 0 16,-25 0-16,25 0 0,0 0 0,0 25 0,0-25 16,0 24-16,0-24 0,0 0 0,0 25 0,0-25 0,0 25 15,0-25-15,0 25 0,0-25 0,0 25 16,0-25-16,0 24 0,0-24 0,0 25 0,0-25 15,0 0-15,0 25 0,0-25 0,0 25 16,0-25-16,0 0 0,0 0 0,0 25 0,0-25 0,0 0 0,0 0 0,0 0 16,0 0-16,0 0 0,0 0 0,0 0 0,0 0 0,0 0 15,0-25-15,0 25 0,25 0 0,-25 0 0,0-25 16,0 25-16,25-25 15,-25 25-15,0-25 0,25 25 0,-25-24 0,24 24 0,-24-25 0,0 25 0,25-25 16,-25 0-16,0 25 0,25-25 0,-25 25 0,0 0 0,0 0 16,0-24-16,25 24 0,-25 0 0,0 0 0,0 0 15,0 0-15,0 24 0,0-24 16,0 0-16,0 0 0,25 25 0,-25-25 0,0 0 0,0 25 0,0-25 15,0 25-15,0-25 0,0 0 0,0 25 0,0-25 0,0 0 0,0 24 16,0-24-16,0 25 0,0-25 0,0 0 0,0 25 16,24-25-1,-24 0-15,0 0 0,0 25 0,25-25 0,-25 0 0,0 0 0,25 0 16,-25 0-16,25 0 0,-25 0 0,25 0 0,-25 0 0,25 0 0</inkml:trace>
  <inkml:trace contextRef="#ctx0" brushRef="#br0" timeOffset="117336.7113">21903 10815 0,'0'0'0,"0"-25"16,0 25-16,0 0 0,0 0 0,0 0 0,0 0 15,0 0-15,-25 0 0,25 0 0,0 0 0,0 0 16,-25 25-16,25-25 0,0 25 0,0-25 0,-25 24 0,25-24 16,0 25-16,0 0 0,-25-25 0,25 25 0,0-25 15,0 25-15,0-25 0,0 24 0,0-24 0,0 25 16,0-25-16,0 25 0,0-25 0,0 0 0,0 25 0,0-25 15,0 0-15,0 25 0,0-25 16,0 0-16,25 0 0,-25 0 0,0 0 16,0 0-16,0 0 0,25 0 0,-25 0 0,0 0 0,0-25 0,25 25 0,-25 0 15,0 0-15,0-25 0,25 25 0,-25 0 0,0-25 0,0 25 16,0 0-16,0 0 0,0-25 0,0 25 0,24 0 15,-24 0-15,0 0 0,0 0 0,0 0 16,0 0-16,-24 0 0,24 25 0,0-25 0,0 0 0,0 25 16,0-25-16,0 25 0,0-25 0,-25 25 0,25-1 0,0-24 15,0 25-15,0 0 0,0 0 0,-25-25 0,25 25 0,0 0 0,0-25 16,0 24-16,0 1 0,-25-25 0,25 25 0,0 0 15,0-25-15,0 25 16,0-25-16,-25 24 0,25-24 0,0 25 0,0-25 0,0 25 0,-24-25 16,24 25-16,0-25 0,0 0 0,0 25 0,0-25 0,-25 0 0,25 24 15,0-24-15,0 0 0,0 0 0,0 0 0,-25 0 0,25 0 16,0 0-16,0 0 15,0 0-15,-25 0 0,25-24 0,0 24 0,-25 0 0,25-25 16,0 25-16,-25-25 0,25 25 0</inkml:trace>
  <inkml:trace contextRef="#ctx0" brushRef="#br0" timeOffset="117539.7229">21431 10492 0,'25'-24'0,"-25"24"0,0 0 0,0 0 16,0 0-16,25 0 0,-25 0 0,0 0 15,25 0-15,-25 0 0,24-25 16,1 25-16,-25 0 0,25 0 0,0 0 0,0 25 0,-25-25 0,24 0 0,1 0 16,-25 0-16,25 0 0,0 0 0,-25 0 0,25 24 0,-25-24 15,25 0-15,-1 0 16,-24 25-16,25-25 0</inkml:trace>
  <inkml:trace contextRef="#ctx0" brushRef="#br0" timeOffset="117928.7451">22622 10815 0,'0'0'0,"0"0"16,-25-25-16,25 25 0,0-25 0,-25 25 0,25-25 0,0 25 16,-25 0-16,25-24 0,-24 24 0,24 0 0,0 0 0,-25 0 15,25-25-15,-25 25 16,25 25-16,0-25 0,-25 0 0,25 0 0,-25 0 0,25 0 0,0 24 15,-24-24-15,24 25 0,-25-25 0,25 25 0,0-25 0,-25 25 0,25-25 16,0 25-16,-25-25 0,25 24 0,0-24 0,0 25 16,0-25-16,0 25 0,0-25 0,0 25 0,0-25 0,0 25 15,25-25 1,-25 24-16,0-24 0,25 0 0,-25 25 0,25-25 0,-25 0 0,0 0 15,24 0-15,1 25 0,-25-25 0,25 0 0,-25 0 0,25-25 0,-25 25 16,25 0-16,-1 0 0,-24 0 0,25-25 0,-25 25 0,25-24 16,-25 24-16,25-25 0,-25 25 15,25-25-15,-25 0 0,24 25 0,-24-25 0</inkml:trace>
  <inkml:trace contextRef="#ctx0" brushRef="#br0" timeOffset="118154.7581">22771 10344 0,'0'-25'0,"0"25"0,0 0 15,0 0-15,0 0 0,-25 0 0,25 0 0,0 25 16,0-25-16,0 0 0,0 24 0,-25-24 0,25 25 0,0-25 15,0 25-15,0 0 0,0 0 0,0-25 0,0 24 16,0 1-16,0 0 0,0 0 0,0 0 0,0-1 16,0 1-16,0 0 0,0 0 0,0 0 0,0-1 0,0 1 15,0 0-15,0 0 0,0 0 0,0-25 0,0 24 0,0 1 16,0 0-16,0 0 0,0-25 0,0 25 0,0-25 15,0 24 1,0-24-16,-25 0 0,25 25 0,25-25 0,-25 0 0,0 0 0,0 0 0,0 0 16,0 0-16,0 0 0,0-25 0,0 25 0,0 0 0</inkml:trace>
  <inkml:trace contextRef="#ctx0" brushRef="#br0" timeOffset="118587.7827">22796 10616 0,'0'0'0,"0"0"15,0 0-15,0 0 0,0 0 0,0 0 0,0 0 0,0 0 16,0 0-16,0 0 0,0 0 0,0 25 0,0-25 15,0 0-15,0 25 0,0-25 0,0 25 0,0 0 16,0-25-16,0 24 0,0 1 0,0-25 16,0 25-16,0 0 0,0 0 0,0-25 0,0 24 15,0 1-15,24-25 0,-24 25 0,0-25 0,0 25 16,0 0-16,0-25 0,25 0 0,-25 24 0,0-24 0,0 0 0,25 25 15,-25-25-15,0 0 0,0 0 0,25 0 0,-25 0 0,0 0 16,0 0-16,25 0 0,-25 0 0,0 0 0,24-25 0,-24 25 16,0 0 15,25-24-31,-25 24 0,0-25 0,0 25 0,25-25 0,-25 25 0,0-25 0,0 0 0,25 25 0,-25-24 0,0-1 0,0 0 15,0 25-15,25-25 0,-25 0 0,0 1 0,0 24 0,0-25 16,0 0-16,0 25 0,0-25 0,0 25 0,0 0 0,0 0 16,0 0-16,0-25 0,0 50 0,-25-25 0,25 0 0,0 0 0,0 0 15,0 25-15,0-25 0,0 0 0,0 25 0,0-25 0,-25 25 16,25-1-16,0-24 15,0 25-15,0-25 0,0 25 0,0 0 0,0-25 0,0 25 16,0-25-16,0 24 0,0 1 0,0-25 0,0 25 0,0-25 0,0 0 16,0 25-16,0-25 0,0 25 0,0-25 0,0 0 0,0 0 15,0 24-15,25-24 0,-25 0 0,0 0 0,0 0 0,25 0 16,-25 0-16,24 0 15,-24 0-15,25 0 0,-25 0 0,25 0 0,0 0 0,-25-24 16,25 24-16,-1 0 0,-24-25 0</inkml:trace>
  <inkml:trace contextRef="#ctx0" brushRef="#br0" timeOffset="119018.8075">23341 10740 0,'0'-24'47,"0"24"-47,0 0 0,-25-25 0,25 25 0,0 0 0,0 0 0,-24 0 0,24-25 15,0 25-15,0 0 0,-25 0 0,25 0 0,0 0 0,0 0 0,0 0 0,-25 0 0,25 0 0,0 25 0,0-25 0,0 0 0,-25 25 0,25-25 0,0 24 16,0-24-16,0 25 0,0-25 0,0 25 0,0 0 15,0-25-15,0 25 0,0-1 0,25-24 16,-25 25-16,0 0 0,0-25 0,0 25 0,0-25 0,25 25 0,-25-25 16,0 24-16,0-24 0,0 0 0,25 0 0,-25 25 0,0-25 15,0 0 1,0 0-16,24 0 0,-24 0 0,0 0 0,0 0 0,0 0 0,25 0 0,-25 0 15,0 0-15,0-25 0,0 25 0,25 0 0,-25-24 0,0 24 16,0 0-16,0-25 0,0 25 0,0-25 0,25 25 0,-25-25 16,0 25-16,0-25 0,0 25 15,0-24-15,25 24 0,-25-25 0,0 0 0,0 25 0,0-25 16,0 0-16,24 25 0,-24-24 0,0 24 0,0 0 0,25-25 15,-25 25-15,0 0 0,0 0 0,25 0 0,-25 0 0,0 0 16,0 0-16,25 0 0,-25 0 0,0 25 0,0-25 0,25 0 16,-25 24-16,0-24 0,0 0 0,0 25 0,24-25 0,-24 25 15,0-25-15,0 25 0,0-25 0,0 25 16,0-25-16,0 24 0,0-24 15,25 25-15,-25-25 0,0 0 0,0 25 0,0-25 0,0 25 0,0-25 16,0 0-16,0 0 0,0 25 0,0-25 0,0 0 0,0 0 0,0 0 16,0 0-16,0 0 0,0 0 0,-25 0 0,25 0 15,0 0-15,0-25 0,0 25 0</inkml:trace>
  <inkml:trace contextRef="#ctx0" brushRef="#br0" timeOffset="119240.8202">23490 10468 0,'0'0'0,"0"0"0,25 0 0,-25 0 0,0 0 0,0 0 0,0 0 16,25 0-16,-25 0 0,0 24 15,24-24-15,-24 0 0,0 0 0,0 0 0,25 0 0,-25 0 16,0 25-16,0-25 0,0 0 0,0 25 0,25-25 0,-25 0 15,0 25-15,-25-25 0,25 0 0,0 25 0,0-25 0,-25 0 0,25 0 16,0 24-16,-24-24 0,24 0 16,-25 0-16,25 0 0,-25 0 0</inkml:trace>
  <inkml:trace contextRef="#ctx0" brushRef="#br0" timeOffset="119459.8327">23068 10319 0,'0'0'0,"0"0"0,0 0 0,25 0 0,-25-25 0,0 25 0,0 0 16,0 0-16,25 0 0,-25 0 0,0 0 0,0 0 16,25 25-16,-25-25 15,0 0-15,0 0 0,0 0 0,0 25 0,25-25 0,-25 0 16,0 24-16,0-24 0,0 0 0,-25 25 0,25-25 0,0 25 0,0-25 0,0 0 15,-25 25-15,25-25 0,0 0 0,-25 25 0,25-25 0,-25 0 16,25 0-16,-24 0 0,24 24 16,-25-24-16,25 0 0,-25 0 0,25 0 0</inkml:trace>
  <inkml:trace contextRef="#ctx0" brushRef="#br0" timeOffset="119679.8453">23292 10021 0,'24'0'0,"-24"0"0,0 0 0,25 0 0,-25-25 0,0 25 0,25 0 0,-25 0 0,0 0 0,0 0 0,25 0 0,-25 0 16,0 25-16,0-25 0,0 0 0,0 0 15,0 25-15,0-25 0,0 0 0,0 25 16,0-25-16,-25 0 0,25 25 0,0-25 0,-25 0 0,25 24 15,-25-24-15,25 25 0,0-25 0,-24 0 0,24 25 0,-25-25 0,25 0 16</inkml:trace>
  <inkml:trace contextRef="#ctx0" brushRef="#br0" timeOffset="121773.9651">24333 10691 0,'0'0'0,"0"0"0,0-25 15,0 25-15,0 0 0,0 0 0,0-25 0,0 25 0,-24 0 16,24 0-16,0 0 0,0 0 0,0-25 0,0 25 0,0 0 16,0 0-16,0 0 0,0 0 0,0 0 0,0 0 0,0 0 15,0 0-15,0 0 31,0 0-31,0 0 0,0 0 0,0 25 0,0-25 0,0 0 0,0 0 16,0 25-16,0-25 0,0 25 0,0-25 0,0 25 0,0-25 0,0 24 0,0 1 0,-25-25 0,25 25 16,0-25-16,0 25 0,0-25 0,0 25 0,0-25 0,0 24 15,0-24-15,0 25 0,0-25 0,0 25 0,0-25 0,0 0 0,0 0 16,0 25-16,0-25 0,0 0 0,0 0 0,0 25 0,0-25 15,0 0-15,0 0 16,0 0-16,0 0 0,0 0 0,0 0 0,0 0 0,0 0 0,0 0 0,0 0 16,0 0-16,0-25 0,0 25 0,0 0 0,0 0 0,0-25 15,0 25-15,0 0 0,0-25 0,0 25 0,0-25 16,25 25-16,-25-24 15,0 24-15,0-25 0,24 25 0,-24-25 0,0 0 0,25 25 0,-25-25 16,25 25-16,-25-24 0,0 24 0,25-25 0,-25 25 0,25 0 0,-25 0 16,0 0-16,24 0 0,-24 0 0,0 0 0,25 0 0,-25 0 15,0 0-15,0 0 16,25 0-16,-25 25 0,0-25 0,0 0 0,0 24 15,25-24-15,-25 0 0,0 25 0,0-25 0,0 25 0,0-25 0,0 25 16,0-25-16,0 25 0,0-25 0,0 0 0,0 24 0,0-24 0,0 25 16,0-25-16,0 25 0,0-25 0,0 0 0,0 25 0,0-25 15,0 0-15,0 25 0,0-25 16,0 24-16,0-24 0,0 0 0,0 0 0,25 25 0,-25-25 0,0 0 15,0 0-15,0 0 0,24 0 0,-24 0 0</inkml:trace>
  <inkml:trace contextRef="#ctx0" brushRef="#br0" timeOffset="122263.9931">24904 10815 0,'-25'-25'0,"25"25"16,0 0-16,0-25 0,-25 25 0,25 0 0,0-25 0,0 25 15,-25 0-15,25 0 0,0-24 0,-24 24 0,24 0 16,0 0-16,-25 0 0,25 0 0,0 0 0,0 0 15,-25 0-15,25 0 0,0 0 0,-25 0 0,25 0 16,0 24-16,-25-24 0,25 0 0,0 25 0,-24-25 0,24 25 16,0-25-16,0 25 15,-25-25-15,25 25 0,0-25 0,0 24 0,0-24 0,0 25 0,0-25 16,0 25-16,0-25 0,0 0 0,0 25 0,0-25 0,25 25 0,-25-25 15,0 0-15,0 24 0,0-24 0,24 0 16,-24 0-16,0 0 0,0 25 0,25-25 16,-25 0-16,0 0 0,25 0 0,-25 0 0,25 0 0,-25-25 0,25 25 0,-25 0 15,24 0-15,-24 0 0,0-24 0,25 24 0,-25 0 0,25-25 16,-25 25-16,25-25 15,-25 25-15,0 0 0,25-25 0,-25 25 0,0-25 0,0 25 0,0-24 16,0-1-16,0 25 0,25-25 0,-25 25 0,0-25 0,0 25 16,0 0-16,-25-25 0,25 25 0,0 0 0,0 0 0,0 0 0,0 0 15,0 0 1,0 0-16,0 0 0,0 0 0,0 0 0,0 25 0,-25-25 31,25 0-31,0 25 0,0-25 0,0 25 0,0-25 0,0 25 0,0-25 0,0 24 0,0-24 0,0 25 0,0-25 0,0 25 0,0-25 0,0 25 16,0-25-16,25 25 0,-25-25 15,0 0-15,0 24 0,0-24 0,0 0 0,25 25 0,-25-25 16,0 0-16,0 0 0,24 0 0,-24 0 0,0 0 0,25 0 0,-25 0 15,25 0-15,-25 0 0,0-25 0,25 25 0,-25 0 0,0 0 16,25-24-16</inkml:trace>
  <inkml:trace contextRef="#ctx0" brushRef="#br0" timeOffset="122806.0241">25127 10765 0,'0'0'0,"0"0"15,0 0-15,0 0 0,0 0 0,0 0 0,0 0 16,0 0-16,0 0 0,0 25 0,0-25 0,0 0 16,0 25-16,0-25 0,0 25 0,0-25 0,0 24 0,0-24 15,0 25-15,0-25 0,0 25 0,0-25 0,0 25 16,0-25-16,0 0 0,0 25 0,0-25 62,0 24-62,0-24 0,0 0 0,0 25 0,0-25 0,0 0 0,0 25 0,0-25 0,0 0 0,0 0 0,0 0 0,0 0 0,0 0 0,0 0 0,0 0 0,0 0 16,0 0-16,0 0 0,0 0 0,0 0 0,0 0 0,0-25 0,0 25 0,25 0 0,-25-25 0,0 25 0,0 0 15,0-24-15,0-1 0,0 25 0,25-25 0,-25 25 0,0-25 0,0 25 32,0-25-32,25 1 15,-25 24-15,0-25 0,0 25 0,24 0 0,-24 0 0,0-25 0,0 25 0,0 0 0,0 0 0,25 0 0,-25 25 16,0-25-16,0 0 0,0 0 0,0 25 0,0-25 0,0 0 0,25 24 0,-25-24 15,0 25-15,0-25 0,0 0 0,0 25 0,0-25 0,0 25 16,0-25-16,0 0 16,0 25-16,0-25 0,0 0 0,0 24 0,0-24 0,0 0 15,0 25-15,0-25 0,0 0 0,25 0 0,-25 25 0,0-25 0,0 0 16,0 0-16,0 0 0,0 0 0,0 0 0,0 0 0,25 0 0,-25 0 15,0 0-15,0-25 16,24 25-16,-24 0 0,0 0 0,25-25 0,-25 25 0,25-24 16,-25 24-16,0 0 0,25-25 0,-25 25 0,25-25 0,-25 25 0,0-25 15,24 25-15,-24-25 0,0 25 0,0 0 0,25-24 0,-25 24 16,0 0-16,0 0 0,0 0 0,0 0 0,0 0 0,0 0 15,0 24 1,0-24-16,0 0 0,0 0 0,0 25 0,0-25 0,0 0 0,0 25 16,0-25-16,0 25 0,0-25 0,0 0 0,0 25 0,0-25 0,0 24 15,0-24-15,0 0 0,0 25 0,0-25 0,0 0 0,0 0 16,0 25-16,0-25 15,0 0-15,0 0 0,25 0 0,-25 0 0,0 0 0,0 0 0,0 0 0,0 0 16,0 0-16,0 0 0,0 0 0,0-25 0,0 25 0</inkml:trace>
  <inkml:trace contextRef="#ctx0" brushRef="#br0" timeOffset="123096.0407">24954 10170 0,'0'0'0,"0"0"0,0 0 16,-25 0-16,25 0 0,0 0 0,0 0 0,0 0 15,0 0-15,0 0 0,0 25 0,0-25 0,0 0 0,0 0 16,0 0-1,25 25-15,-25-25 0,0 0 0,0 24 0,0-24 0,24 0 16,-24 25-16,0-25 0,0 0 0,0 0 0,25 25 0,-25-25 0,0 0 16,25 0-16,-25 25 0,0-25 0,0 0 0,25 0 0,-25 0 0,0 0 15,25 0-15,-25 0 0,0 0 16,0 0-16,24 0 0,-24-25 0,0 25 0,25 0 0</inkml:trace>
  <inkml:trace contextRef="#ctx0" brushRef="#br0" timeOffset="123255.0498">25152 9971 0,'0'0'0,"0"0"0,-25 0 0,25 0 0,0 0 15,0 0-15,0 0 0,0 0 0,0 0 0,25 0 0,-25 0 16,0 0-16,25 0 0,-25 0 0,25 0 0,-25 0 16,24 25-16,1-25 0,0 0 15,0 0-15,0 0 0,-1 0 0,1 0 0,-25 0 0,25 0 16,0 0-16,0 0 0,-1 25 0,1-25 0,-25 0 0,25 0 15,0 0-15,-25 0 0</inkml:trace>
  <inkml:trace contextRef="#ctx0" brushRef="#br0" timeOffset="123854.084">26169 10244 0,'0'0'0,"0"0"15,0 0-15,0 25 0,-25-25 0,25 0 0,0 0 16,0 0-16,0 0 16,0 25-16,0-25 0,0 25 0,0-25 0,0 25 0,0-25 15,0 24-15,0 1 0,0 0 0,0 0 0,0 0 0,0-1 0,25 1 16,-25 0-16,0 0 0,0 0 0,0-1 0,0 1 0,0-25 15,0 25-15,0 0 0,0 0 0,0-1 0,0 1 0,0 0 16,0 0-16,0-25 0,0 25 0,0-1 16,0-24-16,-25 25 0,25-25 0,0 0 15,0 25-15,0-25 0,0 0 0,0 0 0,0 0 0,0 0 16,0 0-16,0 0 0,0 0 0,0 0 0,0 0 0,0 0 0,0-25 0,0 25 15,0 0-15,0-25 0,0 25 0,0-24 0,0 24 16,0-25-16,0 25 16,25-25-16,-25 25 0,0-25 0,25 25 0,-25-25 0,0 25 0,25-24 0,-25 24 15,0 0-15,24-25 0,-24 25 0,25 0 0,-25 0 0,0 0 16,25 0-16,-25 0 0,25 0 0,-25 0 15,0 25-15,25-25 0,-25 0 0,0 0 0,0 24 0,24-24 0,-24 25 16,0-25-16,0 25 16,0-25-16,0 25 0,0-25 0,0 25 0,0-25 0,-24 24 0,24-24 0,0 0 0,0 25 15,0-25-15,-25 0 0,25 25 0,0-25 0,0 0 16,-25 0-16,25 25 0,0-25 15,0 0-15,-25 0 0,25 0 0,0 0 0,0 0 0,-25 0 0,25 0 16,0 0-16,0 0 0,0 0 0,0 0 0,-24-25 0,24 25 16,0 0-16,0 0 0,24-25 0,-24 25 0,0-25 0,0 25 15,0 0-15,25-24 0,-25 24 0</inkml:trace>
  <inkml:trace contextRef="#ctx0" brushRef="#br0" timeOffset="124252.1068">26467 10840 0,'0'0'15,"0"0"-15,0 0 0,0 24 0,0-24 0,0 0 16,0 0-16,0 0 0,0 0 15,24 0-15,-24 0 0,0 0 0,0 0 0,0 0 0,25 0 0,-25 0 0,0 0 16,25 0-16,-25 0 0,25 0 0,-25-24 0,25 24 0,-25 0 16,24 0-16,1 0 0,-25 0 0,25-25 15,-25 25-15,0 0 0,25 0 16,-25-25-16,0 25 0,25 0 0,-25 0 0,0 0 0,0-25 15,0 25-15,0 0 0,0 0 0,0-25 0,0 25 0,0 0 0,0-24 16,0 24-16,0 0 0,-25-25 0,25 25 0,0 0 16,0-25-16,0 25 0,-25 0 0,25 0 0,0-25 0,0 25 0,0 0 15,-25 0 1,25 0-16,0 0 0,0 0 0,0 0 0,-25 0 0,25 25 0,0-25 15,0 0-15,0 0 0,-24 25 0,24-25 0,0 25 0,0-25 16,0 0-16,0 24 0,0-24 0,-25 25 0,25-25 0,0 25 0,0-25 16,25 25-16,-25-25 0,0 25 0,0-25 0,0 24 0,0-24 15,0 25-15,0-25 0,24 25 16,-24-25-16,0 0 0,0 25 0,25-25 0,-25 0 0,0 25 0,25-25 15,-25 0-15,25 0 0,-25 0 0,0 0 0,25 0 0,-25 0 16,24 0-16,-24 0 0,25 0 0,-25 0 0,0 0 0,25 0 16,-25 0-1,0-25-15,25 25 0,-25 0 0,0-25 0,0 25 0,25 0 0,-25-25 16,0 25-16,0-25 0,0 25 0,0-24 0,0 24 0</inkml:trace>
  <inkml:trace contextRef="#ctx0" brushRef="#br0" timeOffset="124550.1239">26839 10790 0,'0'0'0,"24"0"0,-24-25 0,0 25 0,0 0 0,0 0 16,0-25-16,0 25 0,0 0 0,0 0 0,0 0 16,0 25-16,0-25 0,0 0 0,0 0 0,0 0 0,0 25 15,0-25-15,0 0 0,0 25 0,0-25 0,0 0 16,0 25-16,0-25 0,0 24 0,0-24 0,0 0 15,0 25-15,0-25 0,0 0 0,0 25 0,0-25 0,0 0 16,0 25-16,0-25 0,0 0 0,0 0 0,0 25 16,0-25-16,0 0 0,0 0 0,0 0 0,0 0 0,0 0 15,25 0 1,-25 0-16,0 0 0,0-25 0,25 25 0,-25 0 0,0 0 0,0-25 0,25 25 15,-25 0-15,0 0 0,25-25 0,-25 25 0,0 0 0,24-25 16,-24 25-16,0 0 0,0 0 0,25-24 0,-25 24 0,0 0 16,0 0-16,0 0 0,25 0 0,-25 0 0,0 0 0,0 24 15,0-24-15,0 0 0,0 0 0,0 0 0,0 25 16,0-25-16,0 0 15,0 25-15,0-25 0,0 0 0,0 25 0,0-25 0,0 0 16,0 0-16,0 25 0,25-25 0,-25 0 0,0 0 0,-25 24 16,25-24-16,0 0 0,0 0 0,0 0 0,0 0 0,0 0 0,0 0 0,0 0 15,-25 0-15</inkml:trace>
  <inkml:trace contextRef="#ctx0" brushRef="#br0" timeOffset="124748.1352">26640 10492 0,'0'0'0,"0"-24"0,0 24 0,0 0 0,0-25 0,25 25 15,-25 0-15,0-25 0,0 25 0,25 0 16,-25 0-16,25-25 0,-25 25 0,24 0 16,1 0-16,-25-25 0,25 25 0,0 0 0,-25 0 0,25 0 0,-1 0 0,-24 0 15,25 0-15,-25 0 0,25 0 0,-25 0 0,25 0 16,-25 0-16,0 25 0,25-25 15,-25 0-15,0 25 0,0-25 0,24 25 0,-24-25 16,0 25-16,0-25 0,0 24 0,25-24 0</inkml:trace>
  <inkml:trace contextRef="#ctx0" brushRef="#br0" timeOffset="125152.1583">27558 10765 0,'0'-25'0,"0"25"0,0 0 15,0-24-15,0 24 0,-25 0 0,25 0 0,0 0 0,0 0 16,0 0-16,0 0 0,0 0 0,0 24 0,0-24 0,0 25 0,-25-25 15,25 25-15,0 0 0,0-25 0,0 25 0,25-1 16,-25 1-16,0 0 16,0 0-16,0 0 0,0-1 0,0 1 0,0-25 0,25 25 0,-25 0 15,0 0-15,0-1 0,0 1 0,0 0 0,0 0 0,0 0 16,25 0-16,-25-25 0,0 24 0,0 1 0,-25 0 0,25-25 15,0 25-15,0 0 0,0-25 0,0 24 0,0-24 0,0 25 16,-25-25-16,25 25 0,0-25 0,0 0 16,-25 25-16,25-25 0,0 0 0,0 0 15,0 0-15,-24 0 0,24 0 0,0 0 0,0 0 0,0 0 0,-25 0 0,25 0 16,0-25-16,0 25 0,0 0 0,0-25 0,0 25 0,0-25 15,0 25-15,0-24 0,0 24 16,0-25-16,0 0 0,0 25 0,0-25 16,25 0-16,-25 1 0</inkml:trace>
  <inkml:trace contextRef="#ctx0" brushRef="#br0" timeOffset="125413.1732">27707 10765 0,'0'0'0,"0"0"0,25-25 0,-25 25 0,0 0 15,24 0-15,-24 0 0,0 0 0,25 0 0,-25 0 16,25 0-16,-25 0 0,25 0 15,-25 0-15,25 25 0,-25-25 0,24 0 0,-24 25 0,0-25 0,25 25 16,-25 0-16,0-25 0,0 24 0,25-24 0,-25 25 0,0 0 0,0-25 16,-25 25-16,25-25 0,0 25 15,0-25-15,-25 24 0,25-24 0,0 25 0,-24-25 0,24 25 0,-25-25 16,25 0-16,-25 25 0,0-25 0,25 0 0,-25 0 0,25 25 15,-24-25-15,24 0 0,0 0 0,-25 0 0,25 0 16,0 0-16,0 0 16,0 0-16,0 0 0,0 0 0,0-25 0,0 25 0,0 0 0,0 0 0,0-25 0,25 25 0</inkml:trace>
  <inkml:trace contextRef="#ctx0" brushRef="#br0" timeOffset="125948.2038">28004 10864 0,'0'0'0,"0"0"0,0 0 0,0 0 0,25 0 0,-25-24 16,0 24-16,0 0 0,0-25 0,25 25 0,-25 0 15,25-25-15,-25 25 0,25 0 0,-25-25 0,25 25 16,-1-25-16,-24 25 0,25-24 16,0 24-16,-25-25 0,25 0 0,0 25 0,-1-25 15,-24 25-15,25-25 0,-25 1 0,25 24 0,-25-25 0,25 25 0,-25-25 0,0 25 16,25-25-16,-25 25 0,0-25 0,0 25 0,0-24 0,0 24 15,0-25-15,-25 25 0,25 0 0,0-25 0,-25 25 16,25 0-16,0-25 0,-25 25 16,25 0-16,0 0 0,-25-25 0,25 25 0,0 0 0,-24 0 0,24 0 0,0 0 0,0 0 15,-25 0-15,25 0 0,0 0 16,0 0-16,0 0 0,0 25 0,-25-25 15,25 0-15,0 25 0,0-25 0,0 25 0,0-25 0,-25 25 0,25-25 0,0 24 16,0 1-16,0-25 0,0 25 0,0 0 0,0 0 0,0-1 16,0-24-16,0 25 0,0 0 0,0 0 0,0-25 15,0 25-15,0-1 0,0 1 0,0-25 16,-25 25-16,25 0 0,0-25 0,0 25 0,0-25 0,0 24 0,0-24 15,0 25-15,0-25 0,0 0 0,0 25 0,0-25 0,0 0 16,-24 0-16,24 0 0,0 25 0,0-25 0,0 0 16,0 0-16,24-25 15,-24 25-15,0 0 0,0 0 0,0 0 0,0 0 0,25 0 0,-25-25 16,0 25-16,25 0 0,-25-25 0,0 25 0,25 0 0,-25-24 15,0 24-15,25 0 0,-25-25 0,0 25 0,24 0 0,-24 0 16,0 0-16,0 0 0,25 0 0,-25 0 0,0 25 0,0-25 16,0 0-16,0 0 0,0 24 0,25-24 0,-25 25 0,0-25 15,0 25-15,0-25 0,0 25 16,0-25-16,0 25 0,0-25 0,0 24 0,0-24 15,25 0-15,-25 25 0,0-25 0,0 25 0,25-25 0,-25 25 16,0-25-16,24 0 0,-24 25 0,0-25 0,25 0 0,-25 0 0,25 24 16,0-24-1,-25 0-15</inkml:trace>
  <inkml:trace contextRef="#ctx0" brushRef="#br0" timeOffset="126659.2444">28897 10864 0,'0'0'0,"0"-24"0,0 24 16,-24-25-16,24 25 0,0-25 0,0 25 0,-25 0 0,25-25 15,0 25-15,-25 0 0,25 0 0,0-25 0,0 25 16,-25 0-16,25 0 0,0 0 0,-25 0 16,25 0-16,0 25 0,-24-25 0,24 0 0,0 0 15,-25 25-15,25-25 0,0 25 0,-25-25 0,25 25 0,0-25 0,-25 24 16,25-24-16,0 25 0,0 0 0,0-25 0,-25 25 0,25-25 15,0 25-15,0-25 0,0 24 0,0-24 0,0 25 16,0-25-16,0 25 0,0-25 0,0 0 0,0 25 0,25-25 16,-25 0-16,0 0 15,0 0-15,0 25 0,25-25 0,-25 0 0,0 0 0,25 0 16,-25 0-16,25 0 0,-25 0 0,24 0 0,-24 0 0,25 0 0,-25-25 15,25 25-15,-25 0 0,25 0 0,-25-25 0,0 25 0,25-25 16,-25 25-16,0 0 0,24-25 0,-24 25 0,0-24 16,0 24-16,25 0 0,-25-25 15,0 25-15,0-25 0,0 25 0,0-25 0,0 25 0,0 0 0,0 0 16,0-25-16,0 25 0,0 0 0,0 0 0,0 0 0,0 0 0,0 0 15,0 0-15,0 0 0,0 0 0,0 0 0,0 25 16,-25-25-16,25 0 0,0 25 0,0-25 16,0 0-16,0 25 0,0-25 0,0 25 0,0-25 15,0 24-15,0-24 0,0 25 0,0-25 0,0 25 0,0-25 16,0 25-16,0-25 0,25 25 0,-25-25 0,0 0 0,0 24 0,0-24 15,0 0-15,25 0 0,-25 0 0,0 25 0,25-25 16,-25 0-16,0 0 0,25 0 0,-25 0 0,0 0 16,24-25-16,-24 25 0,0 0 0,25 0 15,-25 0-15,0-24 0,25 24 0,-25 0 0,0-25 16,0 25-16,25 0 0,-25-25 0,0 25 0,0-25 0,0 25 0,0-25 15,0 25-15,0-24 0,25 24 0,-25-25 0,0 25 0,0-25 0,0 25 16,0-25 0,0 25-16,-25 0 0,25-25 0,0 25 0,0 0 0,0 0 0,0 0 0,0 0 0,0 0 15,0 25-15,0-25 0,0 0 0,0 25 0,0-25 0,0 25 16,0-25-16,0 25 0,0-25 0,0 24 15,0-24-15,0 25 0,0-25 0,0 25 94,0 0-94,0-25 0,0 25 0,0-25 0,0 24 0,0-24 0,0 0 0,25 25 16,-25-25-16,0 0 0,0 0 0,0 0 0,0 0 0,0 0 0,0 0 15,0 0-15,0 0 0,25 0 0,-25 0 0,0-25 0,0 25 0,0-24 0</inkml:trace>
  <inkml:trace contextRef="#ctx0" brushRef="#br0" timeOffset="126821.2538">29319 10344 0,'0'0'0,"0"0"16,25 0-16,-25 0 0,0 0 0,25-25 0,-25 25 0,0 0 15,25 25-15,-25-25 0,24 0 0,-24 0 0,25 0 16,-25 24-16,25-24 0,-25 0 0,0 25 0,25-25 15,-25 25-15,0-25 0,0 25 0,0-25 0,0 25 0,0-25 16,0 24-16,0-24 0,-25 0 0,25 25 0,-25-25 16,25 25-16,-25-25 0,1 0 0,-1 25 0,0-25 0,0 0 15,0 25 1,1-25-16</inkml:trace>
  <inkml:trace contextRef="#ctx0" brushRef="#br0" timeOffset="127531.2944">29840 10765 0,'0'0'0,"0"-25"15,-25 25-15,25 0 0,0-24 0,0 24 0,0 0 0,0 0 16,0 0-16,0-25 0,-25 25 0,25 0 0,0 0 0,0 25 15,0-25 1,-24 0-16,24 0 0,0 0 0,0 24 0,-25-24 0,25 0 0,0 25 16,0-25-16,0 25 0,-25-25 0,25 25 0,0 0 0,0-25 0,0 24 15,0-24-15,0 25 0,0 0 0,0-25 0,0 25 0,0-25 0,25 25 16,-25-25-16,0 24 0,0-24 0,25 0 0,-25 25 15,24-25-15,-24 0 16,0 0-16,25 0 0,-25 25 0,25-25 0,-25 0 0,25 0 0,-25 0 16,25 0-16,-25 0 0,24 0 0,-24-25 0,25 25 0,-25 0 15,25 0-15,-25-25 0,25 25 0,-25 0 0,0-24 0,25 24 16,-25 0-16,0-25 0,24 25 0,-24-25 0,0 25 0,0 0 15,0-25-15,0 25 0,0-25 0,0 25 0,0-24 0,0 24 16,0 0-16,0-25 16,0 25-16,0 0 0,0 0 0,0 0 0,0-25 15,0 25-15,0 0 0,0 0 0,0 0 0,0 0 0,0 25 0,0-25 16,0 0-16,0 0 0,0 0 0,0 25 0,0-25 0,-24 0 0,24 24 0,0-24 15,0 25 1,0-25-16,0 25 0,0-25 0,0 25 0,0-25 0,0 25 0,0-25 16,0 24-16,0-24 0,0 25 0,24-25 0,-24 0 0,0 25 0,0-25 0,0 25 15,25-25-15,-25 0 16,0 0-16,25 25 0,-25-25 0,25 0 0,-25 0 0,0 0 0,25 0 0,-25 0 15,24-25-15,-24 25 0,25 0 0,-25 0 0,0-25 0,25 25 16,-25-25-16,0 25 0,0-25 0,25 25 0,-25-24 16,0 24-16,0-25 15,-25 0-15,25 25 0,0-25 0,0 0 0,0 25 0,-25-24 0,25-1 16,0 25-16,0-25 0,-25 25 0,25 0 0,0-25 0,0 25 0,-24 0 15,24 0-15,0 0 0,0 0 0,-25 0 0,25 0 16,0 0-16,-25 0 16,25 0-16,0 0 0,0 25 0,0-25 0,-25 0 0,25 0 0,0 25 0,0-25 15,0 0-15,0 0 0,0 25 0,0-25 0,25 0 0,-25 0 0,0 0 16,25 0-16,-25 24 0</inkml:trace>
  <inkml:trace contextRef="#ctx0" brushRef="#br0" timeOffset="127815.3106">30535 10567 0,'0'0'0,"0"0"0,0 0 0,0 0 0,0 25 0,0-25 0,0 0 0,0 0 0,0 24 0,0-24 16,0 25-16,0-25 15,0 25-15,0-25 0,0 25 0,0 0 0,0-25 0,0 24 0,0 1 16,0 0-16,0 0 0,0-25 0,0 25 0,0-1 0,0 1 0,0-25 16,0 25-16,24 0 0,-24 0 0,0-25 0,0 24 0,0-24 15,0 25 1,0-25-16,0 25 0,0-25 0,0 25 0,0-25 0,0 0 0,0 25 0,0-25 15,0 0-15,0 0 0,0 0 0,0 0 0,0 0 0,0 0 16,0 0-16,0 0 0,-24 0 0,24 0 0,0-25 0,0 25 0</inkml:trace>
  <inkml:trace contextRef="#ctx0" brushRef="#br0" timeOffset="127944.318">30510 10914 0,'0'0'0,"0"0"0,0 0 0,0 0 0,0-25 0,25 25 16,-25 0-16,0 0 0,0 0 0,0 0 0,24 0 0,-24 0 16,0 0-16,25 0 0,-25 0 0,0 0 0,25 0 15,-25 0-15,25 0 0,-25 0 0,25 0 0,-25 0 16,0 0-16,24 0 0,-24 0 0,25 0 0,-25 0 0,0 0 15,0 0-15,0 0 16,0 0-16,0-25 0,0 25 0</inkml:trace>
  <inkml:trace contextRef="#ctx0" brushRef="#br0" timeOffset="128151.3298">30212 10517 0,'0'0'0,"-25"0"0,50 0 0,-25-25 0,0 25 15,0 0-15,0 0 0,0 0 0,25 0 16,-25 0-16,0 0 0,25 0 0,-25 0 0,25 0 15,-25 0-15,24 25 0,-24-25 0,25 0 0,-25 25 0,25-25 0,-25 25 16,25-25-16,-25 25 0,0-1 0,0 1 0,0-25 0,0 25 16,0 0-16,0 0 0,0-1 0,0 1 0,0 0 15,-25 25-15</inkml:trace>
  <inkml:trace contextRef="#ctx0" brushRef="#br0" timeOffset="128282.3373">30014 11435 0,'0'0'0,"0"0"15,-25 25-15,25-25 0,0 0 0,0 0 0,0 0 16,0 0-16,0 0 0,0 0 0,0 0 0,0 0 15,0 0-15,0 0 0,0 0 0,0 0 0,0 0 0,0 0 16,0 0-16,0 0 0,0 0 0,0 0 0,-25 0 16,25-25-16,0 25 0</inkml:trace>
  <inkml:trace contextRef="#ctx0" brushRef="#br0" timeOffset="129733.4203">2778 12105 0,'0'0'0,"-25"0"0,25 0 15,0-25-15,0 25 0,-24 0 0,24 0 0,0 0 16,0 0-16,-25 0 0,25-25 0,0 25 0,0 0 0,-25 0 0,25 0 16,0 0-16,0-25 15,0 25-15,0 0 0,-25 0 0,25 0 0,0 0 0,0 0 0,0 0 16,0 0-16,0 0 0,0 0 0,0 0 0,0 0 0,0 0 15,0 0-15,0 0 0,0 0 0,-25 0 0,25 0 0,0 0 0,0 0 16,0 0-16,0 25 0,0-25 0,-25 0 0,25 0 16,0 25-16,0-25 15,-24 25-15,24-25 0,0 24 0,0-24 0,0 25 0,0-25 0,0 25 0,-25 0 16,25-25-16,0 25 0,25 0 0,-25-25 0,0 24 0,0 1 15,0-25-15,0 25 0,24-25 0,-24 25 0,0-25 0,0 0 16,25 25-16,-25-25 16,25 0-16,-25 0 0,25 24 0,-25-24 0,0 0 0,25 0 0,0 0 0,-25 0 15,24 0-15,-24 0 0,25 0 0,0-24 0,-25 24 0,25 0 0,-25-25 16,25 25-16,-25 0 0,24-25 0,-24 25 0,25 0 0,-25-25 31</inkml:trace>
  <inkml:trace contextRef="#ctx0" brushRef="#br0" timeOffset="130791.4808">2927 12204 0,'0'0'0,"-25"0"15,25 0-15,0 0 0,0-25 0,0 25 0,0 0 0,0 0 16,0 0-16,0 0 0,0 0 0,0 0 0,0 0 16,0-25-16,0 25 0,0 0 0,25 0 0,-25-25 15,0 25-15,25-24 0,-25 24 0,0-25 0,25 25 0,-25-25 16,24 25-16,-24-25 0,25 0 0,-25 25 0,25-24 15,-25-1-15,25 25 0,-25-25 0,25 25 0,-25-25 0,0 0 16,0 25-16,24-24 0,-24 24 0,0-25 16,0 25-16,0 0 0,0-25 0,0 25 0,0-25 0,-24 25 15,24 0-15,0 0 0,0-25 0,-25 25 0,25 0 0,0 0 16,0 0-16,-25-24 0,25 24 0,0 0 0,-25 0 0,25 0 15,0 0-15,-25 0 16,25 24-16,0-24 0,0 0 0,-24 0 0,24 0 0,0 0 16,0 0-16,0 25 0,-25-25 0,25 0 0,0 0 0,0 25 0,0-25 15,0 0-15,0 25 0,0-25 0,0 25 0,0-25 0,0 24 0,0-24 16,0 25-16,25 0 15,-25-25-15,0 25 0,0 0 0,0-25 0,0 24 0,0 1 0,24 0 16,-24-25-16,0 25 0,0 0 0,0-25 0,0 24 0,0 1 16,25-25-16,-25 25 0,0 0 0,0-25 0,0 25 0,0-25 0,0 25 15,0-25-15,0 0 0,0 24 0,0-24 0,0 0 16,0 25-16,0-25 0,0 0 15,0 0-15,0 0 0,0 25 0,0-25 0,0 0 0,0 0 0,0 0 16,0 0-16,0 0 0,0 0 0,0-25 0,0 25 0,25 0 16,-25 0-16,0 0 0,0-25 0,0 25 15,0-24-15,0 24 0,25 0 0,-25-25 0,0 0 0,0 25 0,25-25 16,-25 25-16,0-25 0,0 25 0,0 0 0,24-25 0,-24 25 0,0 0 15,0 0-15,0-24 0,0 24 0,0 0 0,0 0 16,0 0 0,0 0-16,0 0 0,0 0 0,0 0 0,0 24 0,0-24 0,0 0 0,0 0 15,0 25-15,0-25 0,0 0 0,0 25 0,0-25 0,25 0 0,-25 25 16,0-25-16,0 25 0,0-25 0,0 25 0,0-25 0,0 0 15,0 24-15,0-24 0,0 25 16,0-25-16,25 0 0,-25 25 0,0-25 0,0 0 16,0 25-16,0-25 0,25 0 0,-25 0 0,0 0 0,0 0 0,25 0 15,-25 0-15,0 0 0,0 0 16,24 0-16,-24 0 0,0 0 0,25 0 0,-25 0 0,0-25 0,25 25 15,-25 0-15,0-25 0,25 25 0,-25 0 0,0-25 0,0 25 0,25-24 16,-25 24-16,0-25 0,0 25 0,0 0 16,0-25-16,24 25 0,-24-25 0,0 25 0,-24 0 0,24-25 0,0 25 15,0 0-15,0 0 0,0-25 0,0 25 0,0 0 0,-25 0 16,25-24-16,0 24 0,0 0 0,0 0 0,0 0 15,0 0-15,0 0 16,0 0-16,-25 0 0,25 0 0,0 0 0,0 0 0,0 24 16,0-24-16,0 0 0,0 0 0,0 25 0,25-25 0,-25 25 15,0-25-15,0 25 0,0-25 0,0 25 0,0-25 0,25 25 0,-25-25 16,0 24-16,0-24 0,24 25 0,-24-25 0,0 0 0,0 25 31,25-25-31,-25 25 0,0-25 0,0 0 0,25 0 0,-25 0 0,0 25 0,0-25 0,25 0 0,-25 0 0,0 0 16,0 0-16,25 0 0,-25 0 0,0-25 0,24 25 15,-24 0-15,0 0 16,25-25-16,-25 25 0,0 0 0,25-25 0,-25 25 0,0-25 0,0 25 0,25 0 15,-25-24-15,0 24 0,0-25 0,0 25 0,0-25 0,0 25 16,0-25-16,0 25 0,0-25 0,0 25 16,0-25-16,0 25 0,0 0 0,0-24 15,0 24-15,0 0 0,0 0 0,-25 0 0,25 0 0,0 0 0,0 0 0,0 0 16,0 0-16,0 0 0,0 0 0,0 24 0,0-24 0,0 25 15,0-25-15,0 25 0,0-25 0,0 25 0,25-25 16,-25 25-16,0-25 0,0 25 16,0-25-16,0 24 0,0-24 0,0 25 0,0-25 0,0 0 0,25 25 15,-25-25-15,0 0 0,0 25 0,0-25 0,24 0 0,-24 25 0,0-25 16,0 0-16,0 0 0,25 0 0,-25 0 0,0 0 15,25 0-15,-25 0 16,0 0-16,25 0 0,-25-25 0,25 25 0,-25 0 0,0-25 0,25 25 16,-25 0-16,24-25 0,-24 25 0,0-25 0,25 25 0,-25 0 0,0-24 15,25 24-15,-25-25 0</inkml:trace>
  <inkml:trace contextRef="#ctx0" brushRef="#br0" timeOffset="131167.5023">3845 12129 0,'0'0'0,"0"0"0,-25-24 0,25 24 16,0 0-16,0-25 0,0 25 0,0 0 0,-25 0 16,25 0-16,0 0 0,0-25 0,0 25 0,-25 0 15,25 0-15,0 0 0,0 0 0,0 0 0,0 25 0,-24-25 16,24 0-16,0 0 0,0 25 0,0-25 0,0 0 15,0 24-15,0-24 0,0 25 0,0-25 0,0 25 16,0-25-16,0 25 0,24-25 0,-24 25 0,0-25 0,0 25 16,0-25-16,0 24 15,0-24-15,0 25 0,0-25 0,25 0 0,-25 25 0,0-25 0,0 0 0,0 0 0,0 0 16,25 0-16,-25 25 0,0-25 0,0 0 0,0 0 15,25-25-15,-25 25 16,0 0-16,0 0 0,0 0 0,0 0 0,0-25 0,25 25 0,-25 0 0,0-25 16,0 25-16,0 0 0,0-24 0,0 24 0,0-25 0,24 25 15,-24 0-15,0-25 0,0 25 0,0 0 0,0 0 0,0-25 16,0 25-16,0 0 15,0 0-15,0 0 0,0 0 0,0 0 0,0 0 0,0 0 0,0 25 16,0-25-16,0 0 0,25 0 0,-25 0 0,0 25 0,0-25 16,0 0-16,0 25 0,0-25 0,0 0 0,0 0 0,25 24 15,-25-24-15,0 0 0,0 0 0,0 25 0,0-25 0,0 0 16,0 0-16,0 0 0,0 0 15,0 0-15,0 0 0,0 0 0,0 0 0,0 0 0,0 0 16,0 0-16,-25 0 0,25 0 0,0-25 0,0 25 0</inkml:trace>
  <inkml:trace contextRef="#ctx0" brushRef="#br0" timeOffset="131408.5161">3497 11757 0,'0'0'0,"0"-24"0,0 24 16,0 0-16,0 0 0,0-25 0,0 25 0,0 0 15,0 0-15,0 0 0,25-25 16,-25 25-16,0 0 0,25 0 0,-25 0 0,0 0 0,25 0 0,-25 0 0,25 0 16,-25 0-16,24 25 0,-24-25 0,0 0 0,25 0 15,-25 25-15,0-25 0,25 24 0,-25-24 0,0 0 16,0 25-16,0-25 0,0 25 0,0-25 15,0 0-15,0 25 0,0-25 0,0 25 0,0-25 0,0 0 0,0 24 16,0-24-16,-25 0 0,25 25 0,0-25 16,0 0-16,0 0 0,0 0 0,0 0 0,-25 0 15</inkml:trace>
  <inkml:trace contextRef="#ctx0" brushRef="#br0" timeOffset="131667.5309">3721 11410 0,'0'0'0,"0"0"16,0 0-16,25 0 0,-25 0 0,0 0 0,-25 0 0,25 0 15,0 25-15,0-25 0,0 0 0,0 25 0,0-25 16,0 25-16,0-1 0,0-24 0,0 25 0,0-25 16,0 25-16,0 0 0,0-25 0,0 25 0,0-25 0,0 24 15,0 1-15</inkml:trace>
  <inkml:trace contextRef="#ctx0" brushRef="#br0" timeOffset="131990.5494">5060 11857 0,'0'0'0,"0"-25"16,0 25-16,0 0 0,-25 0 0,25 0 0,0 0 16,0 0-1,0 0-15,0 0 0,0 0 0,0 0 0,0 0 0,0 25 0,0-25 0,0 0 16,0 0-16,0 0 0,0 0 0,0 0 0,0 0 0,0 0 15,0 0-15,0 0 0,-24 0 0</inkml:trace>
  <inkml:trace contextRef="#ctx0" brushRef="#br0" timeOffset="132498.5785">4936 11956 0,'0'0'0,"0"0"15,0 0-15,0 0 0,0 0 0,0 0 0,0 0 0,0 0 16,0 0-16,0 25 0,0-25 0,0 0 0,0 0 0,0 0 15,0 24-15,0-24 16,0 0-16,0 25 0,0 0 0,25-25 0,-25 25 0,0 0 0,0-25 16,0 24-16,0 1 0,0 0 0,0 0 0,0 0 0,0 0 0,0-1 15,25 1-15,-25 0 0,0 0 0,0 0 0,0-1 0,0 1 16,0 0-1,0 0-15,0-25 0,0 25 0,-25-1 0,25 1 0,0-25 0,0 25 16,0 0-16,0-25 0,0 25 0,0-25 0,0 24 0,0-24 0,0 25 16,0-25-16,0 25 0,0-25 0,0 0 0,0 25 0,0-25 15,0 0-15,0 0 0,0 25 0,0-25 31,0 0-31,0 0 0,0 0 0,0 0 0,0 0 0,-25 0 0,25 0 0,0-25 0,0 25 0,0 0 0,0 0 0,0-25 16,0 25-16,0 0 0,0-25 0,0 25 16,-25-25-16,25 1 0,0 24 0,0-25 15,0 0-15,0 0 0</inkml:trace>
  <inkml:trace contextRef="#ctx0" brushRef="#br0" timeOffset="132772.5942">4936 12055 0,'0'0'0,"0"-25"0,25 25 16,-25 0-16,0 0 0,0 0 0,0 0 0,0 0 15,0-25-15,25 25 0,-25 0 0,0 0 0,0 0 16,25 25-16,-25-25 0,0 0 0,24 0 0,-24 0 0,25 25 16,-25-25-16,0 0 0,25 25 15,-25-25-15,25 0 0,-25 25 0,0-25 0,0 24 16,25-24-16,-25 25 0,0-25 0,0 0 0,0 25 0,0-25 0,0 25 15,0-25-15,0 0 0,0 25 0,0-25 0,0 25 0,-25-25 16,25 0-16,0 24 0,0-24 0,0 0 0,-25 25 0,25-25 16,0 0-16,0 0 15,-25 0-15,25 0 0,0 25 0,0-25 0,-25 0 0,25 0 0,0-25 16,0 25-16,0 0 0,0 0 0,-24 0 0,24-25 0,0 25 15,0-24-15,0 24 0</inkml:trace>
  <inkml:trace contextRef="#ctx0" brushRef="#br0" timeOffset="133331.6261">5085 12129 0,'0'0'15,"0"0"-15,0 0 0,0 0 0,25 0 0,-25 0 0,0 0 16,0-24-16,0 24 0,0 0 0,25 0 0,-25-25 16,0 25-16,0-25 0,24 25 0,-24-25 0,25 25 15,-25-25-15,25 25 0,-25-24 16,25 24-16,-25-25 0,25 0 0,-25 25 0,24-25 0,-24 25 15,25-25-15,-25 25 0,0-24 0,0 24 0,0 0 32,0-25-32,0 25 0,0-25 0,0 25 0,0 0 0,0 0 0,-25-25 0,25 25 0,0 0 0,-24 0 0,24-25 0,0 25 0,-25 0 15,25 0-15,0 0 0,-25 0 0,25 0 0,0 0 0,-25 0 16,25 0-16,0 0 15,-25 0-15,25 0 0,0 0 0,0 0 0,0 0 0,0 0 0,-24 25 0,24-25 16,0 0-16,0 25 0,0-25 0,0 0 0,0 25 16,24-25-16,-24 25 0,0-1 0,0-24 0,0 25 0,0 0 15,25 0-15,-25 0 0,0-25 0,0 24 0,25 1 0,-25 0 16,0 0-16,0 0 0,0-1 15,25 1-15,-25-25 0,0 25 0,0 0 0,0 0 0,0-25 0,0 25 0,25-1 16,-25-24-16,0 25 0,0-25 0,0 25 0,0-25 0,0 0 16,0 25-16,0-25 15,0 0-15,0 0 0,0 25 0,0-25 0,0 0 0,0 0 16,0 0-16,0 0 0,0 0 0,0-25 0,0 25 0,0 0 0,0 0 15,0 0-15,0-25 0,24 25 0,-24-25 0,0 25 0,0-25 16,0 25-16,0-24 0,25 24 0,-25-25 0,0 25 16,0-25-16,0 25 0,25 0 0,-25-25 0,0 25 15,0 0-15,0 0 0,0 0 0,0 0 0,0 0 0,0 0 16,25 0-16,-25 0 0,0 0 0,0 0 0,0 0 15,0 0-15,0 25 16,0-25-16,0 0 0,0 25 0,0-25 0,0 25 0,25-25 0,-25 24 0,0-24 16,0 25-16,0-25 0,0 25 0,0-25 0,0 25 0,0-25 0,0 25 15,24-25-15,-24 24 0,0-24 0,0 0 0,0 25 16,0-25-16,25 0 0,-25 0 15,0 0-15,0 0 0,25 0 0,-25 0 0,0 0 0,25 0 0,-25 0 16,0-25-16,25 25 0,-25 0 0</inkml:trace>
  <inkml:trace contextRef="#ctx0" brushRef="#br0" timeOffset="133849.6558">5779 12204 0,'0'0'0,"0"-25"0,0 25 0,-24 0 0,24 0 0,0 0 16,0 0-16,-25-25 0,25 25 0,0 0 15,-25 0-15,25 0 0,0 0 0,-25-25 0,25 25 0,0 0 16,-25 0-16,25 0 0,0 0 0,0-24 15,-24 24-15,24 0 0,0 0 0,0 0 16,0 0-16,-25 0 0,25 0 0,0 0 0,0 24 0,0-24 0,-25 0 0,25 0 16,0 25-16,0-25 0,0 0 0,0 25 0,0-25 0,-25 0 15,25 25-15,0-25 0,0 25 0,0-25 0,0 0 16,0 25-16,0-25 15,0 24-15,0-24 0,0 25 0,0-25 0,0 25 0,25-25 0,-25 0 16,0 25-16,0-25 0,0 25 0,0-25 0,25 0 0,-25 0 0,0 24 16,0-24-16,0 0 0,25 0 0,-25 0 0,0 0 0,0 0 15,0 0-15,24 0 0,-24 0 0,0 0 0,0 0 16,25 0-16,-25 0 0,0-24 15,0 24-15,0 0 0,25 0 0,-25-25 0,0 25 0,0 0 0,25-25 16,-25 25-16,0-25 0,0 25 0,0 0 0,0-25 0,25 25 0,-25-24 16,0 24-16,0-25 0,0 25 0,0 0 0,0-25 15,0 25-15,0-25 16,0 25-16,0 0 0,0 0 0,0-25 0,0 25 0,-25 0 0,25 0 15,0 0-15,0 0 0,0 0 0,0 0 0,0 0 0,0 0 0,0 0 16,0 25-16,0-25 0,0 0 0,0 0 0,0 25 0,0-25 16,0 0-1,0 25-15,25-25 0,-25 25 0,0-25 0,0 0 0,0 24 0,0-24 0,0 25 16,0-25-16,0 25 0,0-25 0,24 0 0,-24 25 0,0-25 0,0 25 15,0-25-15,0 0 0,0 0 0,0 24 0,25-24 16,-25 0-16,0 0 16,0 0-16,0 0 0,25 0 0,-25 0 0,0 0 0,0 0 0,25 0 15,-25-24-15,0 24 0,25 0 0,-25-25 0,0 25 0,25-25 0,-25 25 16</inkml:trace>
  <inkml:trace contextRef="#ctx0" brushRef="#br0" timeOffset="134204.6761">5953 12105 0,'0'0'0,"0"0"0,0 0 0,0 0 0,0 24 0,0-24 0,0 0 16,0 0-16,0 0 0,0 25 0,0-25 0,0 0 15,0 0-15,0 25 0,0-25 0,0 25 0,0-25 0,25 0 16,-25 25-16,0-25 0,0 25 0,0-25 0,0 24 16,0-24-16,0 0 0,0 25 15,0-25-15,0 25 0,0-25 0,0 0 0,0 0 0,0 25 0,0-25 16,0 0-16,0 0 0,25 0 0,-25 25 0,0-25 0,0 0 15,0 0-15,0 0 0,0 0 16,0 0-16,0 0 0,25-25 16,-25 25-16,0 0 0,0 0 0,0-25 0,24 25 0,-24 0 0,0-25 0,25 25 0,-25 0 15,0-25-15,0 25 0,25-24 0,-25 24 0,0 0 0,0 0 16,0-25-16,25 25 0,-25 0 0,0 0 0,0 0 0,0 0 15,0 0 1,0 0 0,0 0-16,0 0 0,0 0 0,0 25 0,0-25 0,25 0 0,-25 0 0,0 24 0,0-24 0,0 0 0,0 25 0,0-25 0,0 0 0,0 25 15,0-25-15,0 25 0,0-25 0,24 0 0,-24 25 0,0-25 16,0 0-1,0 24-15,0-24 0,0 0 0,0 0 0,0 25 0,0-25 0,0 0 16,0 0-16,0 0 0,0 0 0,0 0 0,0 0 0,0 0 0,0 0 16,0 0-16,-24-25 0</inkml:trace>
  <inkml:trace contextRef="#ctx0" brushRef="#br0" timeOffset="134450.6901">5606 12030 0,'0'0'0,"0"-25"0,0 25 0,0 0 0,-25-24 0,25 24 0,0 0 0,0-25 0,0 25 0,0 0 0,0-25 16,0 25-16,25 0 0,-25 0 15,0 0-15,0-25 0,0 25 0,25 0 0,-25 0 0,0 0 0,24 0 0,-24 0 16,0 0-16,25 25 0,-25-25 0,25 0 0,-25 0 0,0 25 15,25-25-15,-25 0 0,25 25 0,-25-25 0,0 0 0,24 24 16,-24-24-16,25 25 16,-25-25-16,0 0 0,25 0 0,-25 25 0,0-25 0,0 0 0,25 0 15</inkml:trace>
  <inkml:trace contextRef="#ctx0" brushRef="#br0" timeOffset="134641.7011">5829 11757 0,'0'0'0,"0"0"15,0 0-15,25 0 0,-25 0 0,0 0 0,25 0 0,-25-24 16,25 24-16,-25 0 0,24 0 0,1 0 0,-25 0 0,25 0 16,0 0-1,0 0-15,-1 0 0,1 0 0,0 0 0,0 0 0,0 0 16,-25 0-16,24 0 0,1 0 0,0 0 0,0 0 0,0 0 0</inkml:trace>
  <inkml:trace contextRef="#ctx0" brushRef="#br0" timeOffset="135106.7277">7144 11832 0,'-25'0'0,"25"0"0,0 0 15,0 0-15,0 0 0,-25 0 0,25 0 0,0 0 0,0 25 16,0-25-16,0 24 0,0-24 0,0 25 0,0 0 0,0-25 16,0 25-16,0 0 0,0-1 15,0 1-15,0 0 0,0-25 0,25 25 0,-25 0 16,0-1-16,0 1 0,0 0 0,0 0 0,0 0 0,0 0 15,25-25-15,-25 24 0,0 1 0,0 0 0,0-25 0,0 25 0,0 0 16,0-25-16,0 24 0,0-24 0,0 25 0,0-25 0,0 25 16,-25-25-16,25 0 0,0 25 0,0-25 0,0 0 15,0 0-15,-25 0 16,25 0-16,0 0 0,0 0 0,-25 0 0,25 0 0,0-25 0,-24 25 15,24 0-15,0-25 0,0 25 0</inkml:trace>
  <inkml:trace contextRef="#ctx0" brushRef="#br0" timeOffset="135531.752">7144 12105 0,'0'0'0,"0"0"0,0 0 15,25 0-15,-25 0 0,0 0 0,0 0 0,0 0 16,0 0-16,0 24 0,24-24 0,-24 0 0,0 0 0,0 25 16,0-25-16,0 25 0,0-25 0,25 0 0,-25 25 15,0-25-15,0 25 0,0-25 0,0 25 0,25-1 0,-25-24 16,0 25-16,0-25 15,0 25-15,25-25 0,-25 25 0,0-25 0,0 25 0,0-25 0,25 24 0,-25-24 16,0 0-16,0 25 0,0-25 0,24 0 0,-24 0 16,0 25-16,0-25 15,0 0-15,25 0 0,-25 0 0,0 0 0,0 0 0,25-25 0,-25 25 0,0 0 0,25 0 0,-25-25 16,0 25-16,25-24 0,-25 24 0,0 0 0,24-25 15,-24 0 1,0 25-16,25-25 0,-25 25 0,0-25 0,0 25 0,0-24 0,0 24 0,0-25 16,0 25-16,0 0 0,0-25 0,0 25 0,0-25 0,0 25 15,0 0-15,0 0 0,0-25 0,0 25 0,0 0 0,0 0 0,0 0 16,0 0-16,0 0 0,0 0 15,0 0-15,0 25 0,0-25 0,-25 0 0,25 0 0,0 25 16,0-25-16,25 25 0,-25-25 0,0 0 0,0 25 0,0-25 0,0 24 16,0-24-16,0 25 0,0-25 0,0 25 0,0-25 15,0 25-15,0-25 0,25 0 0,-25 25 16,0-25-16,0 0 0,0 24 0,0-24 15,0 0-15,0 0 0,25 25 0,-25-25 0,0 0 0,0 0 0,0 0 0,0-25 32,0 25-32,0 0 0,0 0 0,0-24 0,-25 24 0</inkml:trace>
  <inkml:trace contextRef="#ctx0" brushRef="#br0" timeOffset="135739.7639">7392 11881 0,'25'0'0,"-25"0"0,0 0 0,0 0 0,0 0 0,0 0 0,0 0 0,24 0 0,-24 0 0,0 0 0,0 0 0,25 0 16,-25 0-16,0 0 0,25 0 0,-25 0 0,0 0 0,25 25 0,-25-25 0,0 0 0,25 25 0,-25-25 0,0 0 0,0 25 0,0-25 0,0 25 15,0-25-15,0 0 0,0 24 0,0-24 0,0 25 16,0-25-16,0 0 0,-25 25 0,25-25 0,0 0 0,0 0 0,-25 25 15,25-25-15,0 0 0,-25 0 0</inkml:trace>
  <inkml:trace contextRef="#ctx0" brushRef="#br0" timeOffset="135963.7767">7491 11683 0,'25'0'0,"-25"0"15,0 0-15,25 0 0,-25 0 0,0 0 0,24 0 16,-24 0-16,0 0 0,25 0 0,-25 0 0,25 0 15,-25 25-15,0-25 0,0 0 16,25 0-16,-25 25 0,0-25 0,0 0 0,0 24 0,0-24 0,0 0 16,0 25-16,0-25 0,-25 25 0,25-25 0,0 25 0,-25-25 15,25 25-15,-25-25 0,25 24 0,-24-24 0,24 0 0,-25 25 16,25-25-16</inkml:trace>
  <inkml:trace contextRef="#ctx0" brushRef="#br0" timeOffset="137199.8474">8508 12427 0,'0'0'0,"0"0"16,0 0-16,0 0 0,0 0 0,0 0 0,0 0 15,0 0 1,0 0-16,25 0 0,-25-25 0,0 25 0,25 0 0,-25-24 0,24 24 0,-24-25 0,25 25 16,0-25-16,-25 25 0,25-25 0,0 0 0,-25 1 15,24 24-15,1-25 0,-25 0 0,25 25 0,0-25 0,-25 0 0,25 25 16,-25-25-16,0 25 0,24-24 0,-24 24 15,0-25-15,0 25 0,0-25 0,0 25 16,-24-25-16,24 25 0,0 0 0,0-25 0,-25 25 0,25 0 16,0 0-16,-25-24 0,25 24 0,0 0 0,-25 0 0,25 0 15,0-25-15,-25 25 0,25 0 0,0 0 0,0 0 0,-24 0 0,24 0 16,0 25-16,0-25 0,0 0 0,0 0 0,0 0 15,0 24-15,0-24 0,-25 25 0,25-25 0,0 25 0,0-25 16,0 25 0,25 0-16,-25-1 0,0-24 0,0 25 0,0 0 0,0 0 0,0 0 0,0 0 15,0-25-15,0 24 0,0 1 0,0 0 0,0 0 0,0 0 0,0-25 16,0 24-16,0 1 0,0-25 0,0 25 0,0-25 15,0 25-15,0-25 0,0 0 0,24 25 0,-24-25 0,0 0 16,0 0-16,0 0 31,0 0-31,0 0 0,0 0 0,0 0 0,0 0 0,0 0 0,0 0 0,0 0 0,0 0 0,0 0 0,0-25 0,25 25 0,-25 0 16,0-25-16,0 25 0,25 0 0,-25-25 0,0 25 15,25-25-15,-25 25 0,0 0 0,0-24 0,25 24 0,-25 0 16,0 0-16,0 0 0,0 0 0,0 0 0,0 0 0,0 0 16,24 0-16,-24 0 0,0 0 0,0 0 0,0 0 15,0 24-15,0-24 0,0 0 0,0 0 16,0 25-16,0-25 0,0 25 0,0-25 0,0 0 0,0 25 0,0-25 15,0 0-15,0 25 0,0-25 0,25 0 0,-25 24 0,0-24 16,0 0 0,0 0-16,0 25 0,0-25 0,0 0 0,25 0 0,-25 0 0,0 0 15,0 0-15,0 0 0,25 0 0,-25-25 0,0 25 0,25 0 0,-25 0 0,0-24 16,24 24-16,-24 0 0,25-25 0,-25 25 0,25-25 0,0 0 15,-25 25-15,25-25 0,-25 1 16,25 24-16,-1-25 0,-24 0 0,25 25 0,-25-25 0,0 0 16,25 25-16,-25-24 0,0-1 0,25 25 0,-25-25 0,0 0 0,0 25 31,0-25-31,0 25 0,0-25 0,0 25 0,0-24 0,0 24 0,0-25 0,0 25 0,0-25 0,-25 25 15,25-25-15,0 25 0,0 0 16,-25-25-16,25 25 0,0 0 0,-25-24 0,25 24 0,0 0 16,0 0-16,-24 0 0,24 0 0,0 0 0,0 0 0,-25 0 15,25 0-15,0 0 0,0 0 0,0 0 0,0 0 0,-25 0 0,25 24 16,0-24-16,0 0 0,0 25 0,0-25 0,0 25 0,0-25 15,0 25 1,25-25-16,-25 25 0,0-1 0,0 1 0,0-25 0,0 25 0,0 0 0,0 0 16,0 0-16,25-25 0,-25 24 0,0 1 0,0 0 0,0-25 0,0 25 15,0 0-15,0-25 0,0 24 0,0 1 0,0-25 16,24 25-16,-24-25 0,0 0 0,0 25 0,0-25 0,0 0 15,0 25 1,0-25-16,0 0 0,0 0 0,0 0 0,0 0 0,0 0 0,0 0 31,0 0-31,0 0 0,0 0 0,0-25 0,25 25 0,-25 0 0,0 0 0,0-25 0,25 25 0,-25-25 0,0 25 0,25-25 0,-25 25 16,0-24-16,25 24 0,-25-25 0,0 25 0,24 0 0,-24-25 15,0 25-15,0 0 0,25 0 0,-25 0 0,0 0 16,0 0-16,0 0 0,0 0 0,25 0 16,-25 0-16,0 0 0,0 25 0,0-25 0,0 25 0,0-25 0,0 0 78,0 24-78,0-24 0,0 25 0,0-25 0,0 25 0,0-25 0,0 25 0,0-25 0,0 25 0,0-25 0,0 24 0,0-24 0,0 0 0,0 25 0,0-25 0,0 25 0,0-25 0,0 0 0,0 0 15,0 25-15,0-25 0,0 0 0,0 0 0,0 0 0,25 0 0,-25 0 16,0 0-16,0-25 0,25 25 0,-25 0 0,24 0 0</inkml:trace>
  <inkml:trace contextRef="#ctx0" brushRef="#br0" timeOffset="137708.8763">9699 12303 0,'-25'-25'0,"25"25"47,0 0-47,-25 0 0,25-24 0,-25 24 0,25 0 0,0 0 0,-25-25 0,25 25 0,0 0 0,-24 0 0,24 0 0,0 0 0,-25 0 0,25 0 16,0 0-16,0 0 0,0 0 0,-25 0 0,25 0 0,0 0 0,0 0 15,0 0-15,0 0 0,0 25 0,-25-25 0,25 0 16,0 24-16,0-24 0,0 25 0,0-25 16,0 25-16,0-25 0,0 25 0,0 0 0,0-25 0,0 24 0,0-24 0,0 25 0,0-25 15,0 25-15,0-25 16,0 25-16,0-25 0,0 0 0,25 25 0,-25-25 0,0 0 0,0 24 15,0-24-15,25 0 0,-25 0 0,0 0 0,0 0 0,0 0 16,25 0-16,-25 0 0,0 0 0,24 0 0,-24 0 0,0 0 62,25 0-46,-25 0-16,25 0 0,-25 0 0,0-24 0,25 24 0,-25 0 0,0 0 0,25-25 0,-25 25 0,0-25 0,24 25 0,-24 0 0,0-25 0,0 25 0,0-25 0,0 25 0,0-24 0,25 24 0,-25 0 0,-25-25 0,25 25 0,0-25 16,0 25-16,0 0 0,0 0 0,0-25 0,0 25 0,0 0 0,0 0 0,0 0 0,0 0 15,0 0-15,0 0 16,0 0-16,0 0 0,0 25 0,0-25 0,0 0 0,0 25 0,0-25 0,0 25 15,0-25-15,0 0 0,0 24 0,0-24 0,0 25 0,0-25 0,0 25 16,0-25-16,0 25 0,0-25 16,0 0-16,25 25 0,-25-25 0,0 0 15,0 24-15,0-24 0,0 0 0,0 0 0,25 25 0,-25-25 0,0 0 0,0 0 16,0 0-16,25 0 0,-25 0 0,0 0 0,0 0 0,25 0 15,-25-25-15,24 25 0,-24 0 0,0 0 0,25 0 0,-25-24 16,0 24-16</inkml:trace>
  <inkml:trace contextRef="#ctx0" brushRef="#br0" timeOffset="137930.8889">9971 12328 0,'0'0'0,"-24"-25"0,24 25 0,0 0 0,0 0 16,0 0-16,0 0 0,-25 0 0,25-25 0,0 25 16,0 0-16,0 0 0,0 0 0,0 25 0,-25-25 0,25 0 15,0 0-15,0 0 0,0 25 0,0-25 0,-25 25 0,25-25 16,0 25-16,0-25 0,0 24 0,0-24 15,0 25-15,0-25 0,0 25 16,0-25-16,0 25 0,0-25 0,25 25 0,-25-25 0,0 24 16,0-24-16,25 0 0,-25 25 0,0-25 0,25 0 0,-25 0 15,0 0-15,24 25 0,-24-25 0,25 0 0,-25 0 0,25 0 0,-25-25 16,25 25-16,-25 0 15,25 0-15,-25-25 0,25 25 0,-25-24 0,24 24 0,-24-25 0,0 25 0</inkml:trace>
  <inkml:trace contextRef="#ctx0" brushRef="#br0" timeOffset="138099.8989">10170 11807 0,'0'0'0,"0"0"0,0 25 0,0-25 0,0 0 15,0 0-15,0 0 0,0 25 0,0-25 0,-25 24 0,25-24 16,0 25-16,0-25 0,0 25 0,0 0 0,0-25 15,0 25-15,0-1 0,-25-24 0,25 25 0,0 0 16,0-25 0,0 25-16,-24-25 0,24 25 0,0-25 0,-25 24 0</inkml:trace>
  <inkml:trace contextRef="#ctx0" brushRef="#br0" timeOffset="138785.9381">11336 12254 0,'0'-25'0,"0"25"16,0 0-16,0-25 0,0 25 16,0-25-16,-25 25 0,25 0 0,0-25 0,0 25 15,0 0-15,0-25 0,-25 25 0,25 0 0,0 0 0,0 0 0,0 0 16,0 0-16,0-24 0,0 24 0,-25 24 0,25-24 0,0 0 15,0 0-15,0 0 0,0 0 0,0 0 0,-24 25 0,24-25 16,0 0-16,0 25 16,0-25-16,0 25 0,0-25 0,0 25 0,-25 0 0,25-1 15,0-24-15,0 25 0,0 0 0,0 0 0,0 0 0,0-1 16,25 1-16,-25 0 0,0-25 0,0 25 0,24 0 0,-24-25 0,0 24 15,25-24-15,-25 25 0,0-25 0,25 0 0,-25 25 0,25-25 16,-25 0-16,0 0 0,25 0 16,-25 0-16,24 0 0,-24 0 0,0-25 0,25 25 0,-25 0 15,0-25-15,25 25 0,-25-24 0,0 24 0,25-25 0,-25 25 0,0-25 16,0 0-16,25 25 0,-25-25 0,0 1 0,0 24 0,0-25 15,0 0-15,0 0 0,0 25 16,0-25-16,-25 1 0,25 24 0,0-25 16,0 0-16,-25 25 0,25-25 0,0 25 0,0-25 0,-25 25 0,25 0 15,0-25-15,0 25 0,0 0 0,0 0 0,-25 0 0,25 0 0,0 0 0,0 0 16,0 0-16,0 0 0,0 0 0,0 0 15,0 0-15,0 0 0,0 0 16</inkml:trace>
  <inkml:trace contextRef="#ctx0" brushRef="#br0" timeOffset="139283.9663">12824 12526 0,'0'-24'0,"0"24"0,0 0 15,0 0-15,0 0 0,-25-25 0,25 25 0,0 0 0,0 0 0,-25-25 16,25 25-16,0 0 0,-24 0 0,24-25 0,0 25 15,0 0-15,-25 0 16,25-25-16,0 25 0,-25 0 0,25 0 0,0-24 0,0 24 0,-25 0 0,25 0 16,0 0-16,-25 0 0,25 0 0,0 0 0,-24 0 0,24 24 15,0-24-15,-25 0 0,25 0 0,0 0 0,0 25 0,-25-25 16,25 25-1,0-25-15,0 0 0,-25 25 0,25-25 0,0 25 0,0-25 0,0 24 0,0-24 16,0 25-16,0 0 0,0-25 0,0 25 0,0-25 0,25 25 0,-25-25 16,0 0-16,0 24 0,25-24 0,-25 0 0,0 0 15,25 25-15,-25-25 0,24 0 16,-24 0-16,0 0 0,25 0 0,-25-25 0,0 25 0,25 0 15,-25 0-15,25-24 0,-25 24 0,0 0 0,25-25 0,-25 25 0,0-25 16,24 0-16,-24 25 0,0-25 16,25 25-16,-25-24 0</inkml:trace>
  <inkml:trace contextRef="#ctx0" brushRef="#br0" timeOffset="139499.9789">12824 12030 0,'0'0'16,"0"0"-16,0 0 0,0 0 0,0 25 0,0-25 0,-25 0 15,25 25-15,0-25 0,0 25 0,0-25 0,0 24 16,25 1-16,-25 0 0,0 0 0,0-25 0,0 25 15,0 0-15,0-1 0,0 1 0,0 0 0,25 0 0,-25 0 16,0-1-16,0 1 0,0-25 0,0 25 0,0 0 16,0 0-16,0-1 0,0-24 15,0 25-15,25-25 0,-25 25 0,0 0 0,0-25 0,-25 25 16,25-25-16,0 0 0,0 24 0,0-24 0,0 0 0,0 0 0,-25 0 15,25 0-15,0 0 0,-25 0 0,25 0 0,0-24 0,-25 24 16,25 0-16</inkml:trace>
  <inkml:trace contextRef="#ctx0" brushRef="#br0" timeOffset="139673.9889">12725 12303 0,'0'0'0,"0"0"0,25 0 16,-25 0-16,0 0 0,24 0 0,-24 0 0,25 0 16,-25 25-16,25-25 0,-25 0 0,25 0 0,0 0 0,-1 0 15,1 0-15,0 0 0,-25 0 0,25 0 0,0 0 16,-1 25-16,1-25 0,0 0 0,0 0 0,0 0 15,-1 0-15,1 25 0,-25-25 0,25 0 0,0 0 0,-25 0 16,25 0-16</inkml:trace>
  <inkml:trace contextRef="#ctx0" brushRef="#br0" timeOffset="140613.0426">13320 12328 0,'0'-25'16,"0"25"-16,0 0 0,-25-25 0,25 25 0,0 0 16,0-24-16,-24 24 0,24 0 0,0 0 0,0-25 0,-25 25 15,25 0-15,0 0 0,-25 0 0,25 0 0,0 0 16,0 0-16,-25 0 0,25 0 0,0 0 0,0 0 15,0 25-15,-25-25 0,25 0 0,0 0 0,0 24 0,0-24 16,-25 0-16,25 25 0,0-25 16,0 25-16,0-25 0,0 25 0,0 0 0,0-25 15,0 24-15,0-24 0,0 25 0,0 0 0,0-25 0,0 25 0,0-25 16,0 25-16,0-25 0,25 24 0,-25-24 0,0 25 0,0-25 15,0 0-15,25 25 0,-25-25 0,0 0 0,25 0 0,-25 25 16,0-25-16,0 0 16,25 0-16,-25 0 0,0 0 0,25 0 0,-25 0 0,24 0 15,-24-25-15,0 25 0,25 0 0,-25-25 0,25 25 0,-25 0 0,0-25 16,25 25-16,-25-24 0,0 24 0,0-25 0,25 25 0,-25 0 0,0-25 15,0 25-15,0-25 0,0 25 16,0-25-16,0 25 0,0-24 0,0 24 0,0-25 16,-25 25-16,25-25 0,0 25 0,0 0 0,0-25 0,0 25 0,0 0 0,0 0 15,0-25-15,0 25 0,-25 0 0,25 0 0,0 0 16,0 0-16,0 0 0,0 0 0,0 0 15,0 25-15,0-25 0,0 0 0,0 25 0,0-25 16,0 25-16,0-25 0,0 25 0,0-25 0,0 24 0,0 1 0,0-25 16,0 25-16,0-25 0,0 25 0,0-25 0,25 25 0,-25-25 15,0 24-15,0-24 0,0 25 0,0-25 16,0 25-16,25-25 15,-25 0-15,0 0 0,0 25 0,0-25 0,0 0 0,24 0 0,-24 0 0,0 0 0,0 0 0,25 0 16,-25 0-16,0 0 0,0 0 0,25 0 0,-25 0 16,25-25-16,-25 25 0,0 0 15,25-25-15,-25 25 0,24 0 0,-24-25 0,0 25 0,0 0 16,25-24-16,-25 24 0,0-25 0,0 25 0,0 0 0,0-25 0,0 25 15,0-25-15,0 25 0,0-25 0,0 25 0,0-24 0,0 24 16,0 0-16,-25-25 0,25 25 0,0 0 0,0-25 0,0 25 16,0 0-16,0 0 0,0 0 0,0-25 15,0 25-15,0 0 0,0 0 16,0 0-16,-24 25 0,24-25 0,0 0 0,0 0 0,0 0 0,0 25 0,0-25 15,0 25-15,0-25 0,0 0 0,24 24 0,-24 1 0,0-25 32,0 25-32,0-25 0,0 25 0,0-25 0,0 25 0,0-25 0,0 24 0,0-24 0,0 25 15,25-25-15,-25 25 0,0-25 0,0 0 0,0 25 0,0-25 16,25 0-16,-25 0 0,0 25 0,0-25 0,25 0 0,-25 0 0,0 0 15,0 0-15,25 0 0,-25 0 0,24 0 0,-24 0 0,25 0 16,-25-25 0,25 25-16,-25 0 0,25 0 0,-25-25 15,25 25-15,-25 0 0,24-25 0,-24 25 0,0 0 0,25-25 0,-25 25 0,0-24 0,0 24 0,25 0 16,-25-25-16,0 25 0,0 0 0,0-25 0,0 25 15,-25-25-15,25 25 0,0 0 0,0-25 0,0 25 0,0 0 0,0-24 16,-25 24-16,25 0 0,0 0 0,0 0 0,0 0 16,0 0-16,0-25 15,0 25-15,0 0 0,0 25 0,0-25 0,0 0 0,0 0 0,0 0 16,0 0-16,0 0 0,0 24 0,0-24 0,0 0 0,0 25 0,0-25 15,0 0-15,0 25 0,0-25 0,0 25 0,0-25 0,0 25 16,0-25-16,0 24 0,25-24 0,-25 0 0,0 25 16,0-25-16,0 25 15,0-25-15,0 0 0,0 25 0,25-25 0,-25 0 0,0 0 0,0 25 16,0-25-16,25 0 0,-25 0 0,0 0 0,0 0 0,25 0 0,-25 0 15,0 0-15,0 0 0,24 0 0,-24 0 0,0 0 0,0-25 16,25 25-16,-25 0 16,0 0-16,0-25 0,25 25 0,-25 0 0,0-25 0,0 25 15,0 0-15,0-25 0</inkml:trace>
  <inkml:trace contextRef="#ctx0" brushRef="#br0" timeOffset="140940.0613">13171 12129 0,'0'0'0,"-25"0"16,25-24-16,0 24 0,0 0 0,0 0 0,0 0 0,0-25 16,0 25-16,0 0 0,0 0 0,0-25 0,0 25 0,25 0 0,-25 0 15,0 0-15,0-25 0,0 25 0,25 0 0,-25 0 16,0 0-16,0 0 15,25-25-15,-25 25 0,0 0 0,0 0 0,25 0 0,-25 0 0,0 25 16,0-25-16,0 0 0,25 0 0,-25 0 0,0 0 0,0 25 0,24-25 16,-24 0-16,0 0 0,0 0 0,25 25 0,-25-25 0,0 0 15,0 0-15,25 0 0,-25 0 16,0 25-16,0-25 0</inkml:trace>
  <inkml:trace contextRef="#ctx0" brushRef="#br0" timeOffset="141134.0724">13395 11857 0,'0'0'0,"24"0"0,-24 0 0,0 0 0,25-25 0,-25 25 0,0 0 0,25 0 0,-25 0 0,25 0 0,0-25 0,-25 25 15,24 0-15,1 0 0,-25 0 0,25 0 0,0 0 16,0 0-16,-25 0 0,24 0 15,-24 0-15,25 0 0,0 25 0,-25-25 0,25 0 0,0 0 0,-25 0 0</inkml:trace>
  <inkml:trace contextRef="#ctx0" brushRef="#br0" timeOffset="141459.0909">14511 12477 0,'0'0'0,"0"0"16,0 0-16,0 0 0,0 0 16,0 0-16,0 0 0,0 0 0,0 0 0,0 0 31,25 0-31,-25 0 0,0 0 0,0 0 0,24-25 0,-24 25 0,0 0 0,25 0 0,-25-25 0,0 25 0,25 0 15,-25 0-15,25-25 0,-25 25 0,25 0 0,-25-24 16,24 24-16,-24 0 0,25-25 0,0 25 0,-25-25 0,25 0 16,-25 25-16</inkml:trace>
  <inkml:trace contextRef="#ctx0" brushRef="#br0" timeOffset="141700.1048">14808 11981 0,'0'0'0,"-24"-25"0,24 25 0,0 0 0,0 25 0,0-25 15,0 0-15,0 0 0,0 0 0,-25 24 0,25-24 16,0 0-16,0 25 0,0 0 0,0-25 0,0 25 0,0 0 15,0-25-15,0 24 0,0 1 16,0 0-16,0 0 0,0 0 0,0 0 0,0-1 0,0 1 0,0 0 16,0-25-16,0 25 0,0 0 0,0-1 0,0 1 0,0 0 15,0-25-15,0 25 0,0-25 0,0 25 0,0-1 16,0-24-16,0 25 0,0-25 0,0 0 31,0 25-31,0-25 0,0 0 0,0 0 0,0 25 0,0-25 0,0 0 0,0 0 0,0 0 0,-25-25 0,25 25 0,0 0 0,0 0 16,0-25-16,0 25 0,0 0 0,-25-25 0</inkml:trace>
  <inkml:trace contextRef="#ctx0" brushRef="#br0" timeOffset="142341.1414">14684 12204 0,'0'0'0,"0"0"0,0-25 0,0 25 0,0 0 0,0 0 15,25 0-15,-25 0 0,0 0 0,0 0 0,25 0 16,-25 0-16,25 0 0,-25 0 0,0 0 0,25 0 15,-25 0-15,24 0 0,-24 0 0,25 0 0,0 0 0,-25 0 16,25 25-16,-25-25 0,25 0 0,-25 0 0,24 0 16,-24 0-16,25 25 0,-25-25 15,25 0-15,-25 0 0,0 25 0,0-25 0,25 0 0,-25 0 0,0 0 16,0 0-16,0 0 0,0 0 0,0 0 0,0 0 0,0 24 15,0-24-15,0 0 0,0 0 0,0 0 0,0 0 16,25 0-16,-25 0 0,0 0 16,0 0-16,0 0 0,0 0 0,0 0 0,0 0 0,0 0 0,0 0 15,0 0-15,0 0 0,0 0 0,0 25 0,0-25 0,0 0 0,0 25 16,0-25-16,0 25 0,0-25 0,0 0 15,0 25-15,24-25 0,-24 24 0,0 1 16,0-25-16,0 25 0,0-25 0,0 25 0,0-25 0,0 25 16,0-25-16,0 24 0,0-24 0,0 25 0,0-25 0,0 0 15,0 25-15,0-25 0,0 0 0,0 0 0,25 25 0,-25-25 16,0 0-16,0 0 0,0 0 0,25 0 0,-25 0 0,0-25 15,25 25-15,-25 0 0,25 0 0,-25-25 0,24 25 0,-24 0 16,0-25-16,25 25 0,-25 0 16,0-24-16,25 24 0,-25-25 0,0 25 0,25 0 15,-25-25-15,0 25 0,0-25 0,0 25 0,0 0 0,0-25 0,0 25 16,0-24-16,0 24 0,0 0 0,0-25 0,0 25 0,0 0 15,0 0-15,0-25 16,0 25-16,0 0 0,0 0 0,-25 0 0,25 0 0,0 0 0,0 0 16,0 0-16,0 0 0,0 0 0,0 0 0,0 0 0,-25 0 0,25 0 15,0 25-15,0-25 0,0 0 0,0 0 0,0 0 0,0 0 16,0 25-16,0-25 0,0 0 0,0 0 0,-25 24 15,25-24-15,0 0 0,0 25 16,0-25-16,25 0 0,-25 25 0,0-25 0,0 0 0,0 25 16,0-25-16,0 25 0,0-25 0,0 0 0,25 24 0,-25-24 0,0 0 0,0 0 15,25 25-15,-25-25 0,0 0 0,25 0 0,-25 0 16,0 0-16,24 0 0,-24 25 15,25-25-15,-25-25 0,25 25 0,-25 0 0,25 0 0,-25 0 16,25 0-16,-25-25 0,25 25 0,-25 0 0,24 0 0,-24-24 16,0 24-16,25 0 0,-25-25 0,0 25 0,0-25 0,0 25 0,0 0 15,25-25-15,-25 25 16</inkml:trace>
  <inkml:trace contextRef="#ctx0" brushRef="#br0" timeOffset="142727.1635">15503 12378 0,'0'0'0,"0"-25"0,0 25 0,0 0 15,0 0-15,0-25 0,0 25 0,0 0 0,0 0 16,25 0-16,-25 0 0,0 0 0,0 0 0,0 0 16,0 25-16,0-25 0,0 0 0,0 0 0,0 25 0,0-25 15,0 0-15,0 24 0,0-24 0,0 0 0,0 25 16,0-25-16,0 25 0,0-25 0,0 0 0,0 25 0,0-25 15,0 0-15,0 25 0,0-25 0,0 24 0,0-24 16,0 0-16,0 25 0,0-25 0,0 0 0,0 25 0,0-25 16,0 0-16,0 0 0,0 0 0,25 0 0,-25 0 15,0 0-15,0 0 16,0 0-16,0 0 0,0 0 0,0 0 0,0 0 0,0-25 15,0 25-15,24 0 0,-24-25 0,0 25 0,25 0 0,-25-24 0,0 24 0,25-25 0,-25 25 32,0-25-32,25 25 0,-25-25 0,0 25 0,25-25 0,-25 25 0,0 0 0,0-24 0,24 24 15,-24 0-15,0 0 0,0 0 0,0 0 0,25 0 0,-25 0 16,0 0-16,0 0 0,0 0 0,0 0 0,0 24 0,0-24 15,0 0-15,0 25 16,0-25-16,0 0 0,0 25 0,0-25 0,0 0 0,0 25 16,0-25-16,0 0 0,0 25 0,0-25 0,0 0 0,0 24 0,0-24 15,0 0-15,0 25 0,0-25 0,0 0 0,25 25 0,-25-25 16,0 0-16,0 0 0,0 0 0,25 25 0,-25-25 15,0 0-15,0 0 0,0 0 0,0 0 16,0 0-16,25 0 0,-25 0 0,0 0 0,0-25 0,0 25 0,0 0 16,0 0-16,0-25 0,0 25 0,0 0 0,-25-25 0</inkml:trace>
  <inkml:trace contextRef="#ctx0" brushRef="#br0" timeOffset="143011.1798">15354 12080 0,'0'-25'15,"0"25"-15,0 0 0,0 0 0,0 0 0,0 0 0,0 0 0,0-25 16,0 25-16,0 0 0,0 0 0,0 0 0,0 0 0,25 0 0,-25 0 15,0 0-15,0 0 0,25-25 0,-25 25 0,0 0 0,25 0 16,-25 0 0,24 0-16,-24 0 0,25 0 0,-25 0 0,0 0 0,25 0 0,-25 25 15,25-25-15,-25 0 0,0 0 0,25 25 0,-25-25 0,0 0 16,0 25-16,24-25 0,-24 0 0,0 25 0,0-25 0,0 0 0,25 24 15,-25-24-15,0 25 0,0-25 0,0 25 0,0-25 0</inkml:trace>
  <inkml:trace contextRef="#ctx0" brushRef="#br0" timeOffset="143306.1966">14585 12105 0,'0'0'0,"0"0"0,25 0 16,-25 0-16,0 0 0,0-25 0,0 25 0,25 0 15,-25 0-15,25 0 0,-25 0 16,24 0-16,-24 0 0,25 0 0,0 0 0,-25 0 15,25 0-15,0 0 0,-1 0 0,1 0 0,-25 0 0,25 0 0,0 0 16,0 25-16,-1-25 0,1 0 0,0 0 0,0 0 0,0 0 0,-1 0 16,1 0-16</inkml:trace>
  <inkml:trace contextRef="#ctx0" brushRef="#br0" timeOffset="143926.2321">16644 12303 0,'0'0'0,"0"-25"16,0 25-16,-25 0 0,25 0 0,0 0 0,0-24 0,0 24 15,0 0-15,0 0 0,0 0 0,-25 0 0,25 0 0,0 0 16,0 0-16,0-25 0,0 25 0,0 0 0,0 0 0,0 25 15,-24-25-15,24 0 16,0 0-16,0 0 0,0 0 0,0 24 0,0-24 0,0 0 0,-25 25 16,25-25-16,0 0 0,0 25 0,0-25 0,0 25 0,0-25 15,0 25-15,0-1 0,0-24 0,0 25 0,0 0 16,0-25-16,0 25 0,0-25 0,0 25 0,0-1 0,0-24 0,25 25 15,-25-25 1,0 25-16,0-25 0,0 25 0,24-25 0,-24 0 0,0 25 0,0-25 31,25 0-31,-25 0 0,0 0 0,25 0 0,-25 0 0,0 0 0,25 0 0,-25 0 0,0 0 0,25 0 0,-25-25 0,24 25 0,-24 0 16,0-25-16,25 25 0,-25-25 0,25 25 0,-25-25 15,0 25-15,0-24 0,0 24 0,25-25 0,-25 0 0,0 25 16,0-25-16,0 25 0,0-25 0,-25 25 16,25-24-16,0 24 0,0-25 0,0 25 15,-25-25-15,25 25 0,0 0 0,0-25 0,-25 25 0,25 0 0,0 0 16,0 0-16,0 0 0,-24 0 0,24 0 0,0 0 0,0 0 0,0 0 15,0 0-15,-25 0 0,25 0 0,0 25 0,0-25 16,0 0-16,0 0 0,0 0 0,0 0 0,0 0 16,0 0-16,0-25 0</inkml:trace>
  <inkml:trace contextRef="#ctx0" brushRef="#br0" timeOffset="144155.2452">16694 12005 0,'24'-24'0,"-24"24"0,0 0 0,0 0 0,0 0 15,0 0-15,0 0 0,25 0 0,-25 0 0,0 0 16,25 0-16,-25 0 0,0 0 0,25 0 0,-25 0 16,0 24-16,25-24 0,-25 0 0,0 0 0,24 0 0,-24 25 15,0-25-15,0 0 0,0 25 16,25-25-16,-25 0 0,0 25 0,0-25 0,0 0 0,0 25 0,-25-25 15,25 0-15,0 0 0,0 24 16,0-24-16,-24 0 0,24 0 0,0 0 0,-25 0 0,25 0 0,0 0 16,-25 0-16,25 0 0</inkml:trace>
  <inkml:trace contextRef="#ctx0" brushRef="#br0" timeOffset="144383.2582">17041 11757 0,'0'0'0,"25"-24"16,-25 24-16,24 0 0,-24 0 0,25 0 0,-25 0 0,25 0 15,-25 0-15,25 0 0,-25 0 0,25 0 0,-1 0 16,-24 0-16,25 24 0,-25-24 0,25 0 0,-25 0 16,25 0-16,-25 25 0,25-25 0,-25 0 0,0 0 0,24 25 15,-24-25-15,0 0 0,0 0 0,0 25 0,0-25 0,-24 0 16,24 25-1,0-25-15,-25 0 0,25 24 0,-25-24 0,0 0 0,0 25 0,25-25 0,-24 25 0,-1-25 16,0 0-16</inkml:trace>
  <inkml:trace contextRef="#ctx0" brushRef="#br0" timeOffset="145189.3043">17810 12526 0,'0'0'0,"0"0"0,-25-24 0,25 24 15,0 0-15,0 0 0,0 0 0,0-25 0,0 25 0,0 0 16,0 0-16,25-25 0,-25 25 0,0 0 0,25-25 0,-25 25 15,24-25-15,-24 25 16,25-24-16,0 24 0,-25-25 0,25 25 0,0-25 0,-1 25 16,-24-25-16,25 25 0,0-25 0,0 1 0,-25 24 0,25-25 15,-1 25-15,-24-25 0,25 0 0,-25 25 0,25-25 0,-25 25 0,0-25 16,0 25-16,0-24 0,0 24 15,0-25-15,0 25 0,0-25 0,0 25 0,0-25 16,0 25-16,-25-25 0,25 25 0,0 0 0,-25-24 0,25 24 0,0 0 16,-24-25-16,24 25 0,-25 0 0,25 0 0,0-25 15,0 25-15,-25 0 0,25 0 0,0 0 0,0 0 0,-25 25 0,25-25 16,0 0-16,0 0 0,-25 0 0,25 25 0,0-25 0,0 24 15,0-24-15,0 25 16,0-25-16,-24 25 0,24 0 0,0 0 0,0-25 0,0 24 0,0 1 62,0 0-62,24 0 0,-24 0 0,0 0 0,0-1 16,0 1-16,0 0 0,0 0 0,0 0 0,0-1 0,0-24 0,-24 25 0,24 0 0,0-25 0,0 25 0,0 0 0,0-25 0,0 24 0,0-24 0,-25 0 0,25 25 0,0-25 0,0 0 0,0 0 0,0 0 0,0 0 0,0 0 0,0 0 16,0 0-16,0 0 0,0 0 0,0 0 0,0 0 0,0 0 15,0 0-15,0 0 0,25-25 0,-25 25 0,0 0 16,24-24-16,-24 24 15,25-25-15,-25 25 0,25-25 0,-25 25 0,25-25 0,-25 0 0,25 25 16,-25-24-16,24 24 0,-24-25 0,25 25 0,-25 0 0,25-25 0,-25 25 16,0 0-16,25 0 0,-25 0 0,0 0 0,0 0 0,0 0 15,25 0-15,-25 0 0,0 25 16,0-25-16,0 0 0,0 0 0,0 0 0,24 25 0,-24-25 15,0 0-15,0 24 0,0-24 0,0 0 0,0 25 0,0-25 0,0 0 16,0 25-16,25-25 0,-25 0 0,0 25 0,0-25 0,0 0 16,0 25-1,0-25-15,0 0 0,25 24 0,-25-24 0,0 0 0,0 25 0,25-25 0,-25 0 78,25 0-78,-25 0 0,0 25 0,24-25 0,-24 0 0,25 0 0,-25 0 0,25 0 0,0 0 0,-25 0 0,25 0 0,-25 0 0</inkml:trace>
  <inkml:trace contextRef="#ctx0" brushRef="#br0" timeOffset="145645.3303">18678 12452 0,'0'-25'0,"0"25"0,0-25 15,0 25-15,0 0 0,0-24 0,0 24 0,0-25 16,-25 25-16,25-25 0,0 25 0,0 0 0,0-25 0,0 25 16,-25-25-16,25 25 0,0 0 0,0 0 15,0-24-15,-24 24 0,24 0 0,0 0 0,-25 0 0,25 0 16,0 0-16,0 0 0,-25 0 0,25 0 0,0 0 0,0 0 15,-25 24-15,25-24 0,0 0 0,0 25 0,0-25 16,-25 25-16,25-25 0,0 25 0,0-25 0,0 25 0,0-25 16,0 24-16,0-24 0,0 25 15,0-25-15,0 25 0,0-25 0,0 25 0,0-25 0,0 25 16,0-25-16,0 24 0,0-24 0,0 25 0,25-25 0,-25 0 0,0 0 15,0 25-15,25-25 0,-25 0 0,0 0 0,0 0 16,25 25-16,-25-25 62,0 0-62,25 0 0,-25-25 0,0 25 0,24 0 0,-24 0 0,0 0 0,25-25 0,-25 25 0,25 0 0,-25 0 0,0-25 0,25 25 0,-25-24 0,0 24 0,25 0 0,-25-25 0,0 25 0,0-25 0,24 25 0,-24-25 0,0 0 0,0 25 0,0-24 0,0-1 16,0 25-16,0-25 0,0 25 0,0-25 16,0 25-16,0 0 0,0-25 0,0 25 0,0 0 0,0 0 15,0 0-15,0 0 0,0 0 0,0 0 0,0 0 0,0 0 0,0 25 16,0-25-16,0 0 0,0 25 15,0-25-15,-24 25 0,24-25 0,0 25 0,0-25 16,0 24-16,0-24 0,24 25 0,-24-25 0,0 25 0,0-25 0,0 0 0,0 25 16,0-25-16,0 25 0,0-25 0,0 0 0,0 24 15,25-24-15,-25 0 0,0 0 0,0 25 16,25-25-16,-25 0 0,0 0 15,25 0-15,-25 0 0,0 0 0,25 0 0,-25 0 0,24 0 0,-24 0 0,25-25 0,-25 25 16,0 0-16,25-24 0,-25 24 0,25-25 0,-25 25 0,0-25 16,0 25-16,25-25 0</inkml:trace>
  <inkml:trace contextRef="#ctx0" brushRef="#br0" timeOffset="146007.3509">18976 12328 0,'0'-25'0,"0"25"0,0 0 0,0 0 0,0-25 15,0 25-15,0 0 0,0 0 0,0 0 0,0 0 16,0 0-16,0 0 0,0 25 0,0-25 0,0 0 0,0 25 16,0-25-16,0 0 0,0 25 0,0-25 0,24 25 15,-24-25-15,0 0 0,0 24 0,0-24 0,0 25 0,0-25 16,0 25-16,0-25 0,0 0 0,0 25 0,0-25 15,0 25-15,0-25 0,0 0 0,0 24 0,0-24 16,0 0-16,0 0 0,0 0 16,0 25-16,0-25 0,0 0 0,0 0 0,0 0 0,0 0 0,0 0 15,0 0-15,0 0 0,0 0 0,0 0 0,0 0 0,25-25 0,-25 25 16,0 0-16,0 0 0,25-24 0,-25 24 0,0-25 15,25 25-15,-25-25 0,0 25 0,25-25 0,-25 25 0,24-25 16,-24 25-16,0-24 0,25 24 16,-25 0-16,0-25 0,25 25 0,-25 0 0,0 0 15,0-25-15,0 25 0,0 0 0,25 0 0,-25 25 0,0-25 0,0 0 0,0 0 16,0 0-16,0 25 0,0-25 0,0 0 0,0 0 15,0 24-15,0-24 0,0 0 16,0 25-16,0-25 0,0 25 0,0-25 0,0 0 16,0 25-16,0-25 0,25 0 0,-25 25 0,0-25 0,24 0 0,-24 24 0,0-24 15,25 0-15,-25 25 0,25-25 0,-25 0 0,25 25 0,0-25 16,-25 0-16,24 0 0,1 0 0,0 25 0,-25-25 0,25 0 15,0 0 1</inkml:trace>
  <inkml:trace contextRef="#ctx0" brushRef="#br0" timeOffset="146528.3809">19596 12303 0,'0'-25'0,"0"25"0,0 0 0,-25-24 0,25 24 0,0 0 16,-25-25-16,25 25 0,0 0 0,0 0 0,-25 0 15,25 0-15,-25 25 94,25-25-94,0 24 0,0-24 0,0 0 0,-24 25 0,24 0 0,0-25 0,0 25 0,0-25 0,0 25 0,0-25 0,0 24 0,0 1 15,0-25-15,0 25 0,0-25 0,0 25 0,24-25 0,-24 25 0,0-25 0,0 0 0,0 24 0,25-24 0,-25 0 0,0 25 0,25-25 0,-25 0 0,0 0 0,25 0 0,-25 0 0,25 0 0,-25 0 0,0 0 0,25 0 0,-25 0 0,24 0 0,-24 0 0,0 0 0,25 0 0,-25-25 16,0 25-16,25 0 0,-25 0 0,0-24 16,0 24-16,25 0 0,-25-25 0,0 25 0,0-25 0,0 25 0,0 0 15,0-25-15,0 25 0,0 0 0,-25-25 0,25 25 16,0 0-16,0 0 0,0 0 0,0 0 15,0 0-15,0 0 0,0 0 0,-25 0 16,25 0-16,0 25 0,0-25 0,0 25 0,0-25 0,0 25 0,0-25 0,0 25 16,-25-25-16,25 24 0,0 1 0,0-25 0,0 25 0,0 0 15,0 0-15,0-25 16,0 24-16,0 1 0,0 0 0,0-25 0,0 25 0,0 0 0,0-1 0,0-24 0,0 25 15,0-25-15,0 25 0,0-25 0,0 25 0,0-25 16,0 25-16,0-25 0,0 0 0,0 24 0,-24-24 0,24 0 16,0 0-16,0 0 0,0 0 0,0 0 15,0 25-15,0-25 0,-25 0 0,25 0 16,0 0-16,0 0 0,-25 0 0,25 0 0,0 0 0,0 0 15,-25 0-15,25-25 0,0 25 0,0 0 0,-25 0 0,25 0 0,0 0 16,0 0-16,0 0 0,-25 0 0,25 0 0,0 0 0,0-24 16,0 24-1,0 0-15,-24 0 0,24 0 0,0-25 0,0 25 0,0-25 0,0 25 16,0 0-16,0-25 0,-25 25 0,25-25 0</inkml:trace>
  <inkml:trace contextRef="#ctx0" brushRef="#br0" timeOffset="146837.3983">19050 11857 0,'0'0'0,"25"-25"15,-25 25-15,0 0 0,25 0 0,-25-25 0,0 25 16,24 0-16,1 0 0,-25 0 0,25 0 0,-25-25 0,25 25 15,0 0-15,-1 0 0,-24 0 0,25 0 0,0 0 16,0 0-16,0 25 0,-1-25 0,-24 0 0,25 0 0,0 0 16,0 25-16,-25-25 0,25 0 0,-1 25 0,-24-25 15,25 0-15,0 24 0</inkml:trace>
  <inkml:trace contextRef="#ctx0" brushRef="#br0" timeOffset="147218.4203">20613 11981 0,'0'0'0,"0"0"0,0-25 15,-25 25-15,25 0 0,0 0 0,0 0 0,0-25 0,0 25 0,0 0 16,0 0-16,0 0 0,0 0 0,0 0 0,0 25 0,0-25 15,0 0-15,0 0 0,0 25 0,0-25 0,0 24 16,0-24-16,0 25 0,0 0 16,0-25-16,0 25 0,0 0 0,0-1 0,0 1 0,0-25 15,0 25-15,0 0 0,0 0 0,0 0 0,0-25 0,0 24 16,0 1-16,0 0 0,0-25 0,0 25 0,0 0 0,-25-25 0,25 24 15,0-24-15,0 25 0,0-25 0,0 0 0,0 25 16,0-25-16,0 0 0,0 0 16,0 0-16,0 0 0,0 0 0,0 0 0,0 0 0,0 0 0,0-25 0,-25 25 15,25 0-15,0-25 0</inkml:trace>
  <inkml:trace contextRef="#ctx0" brushRef="#br0" timeOffset="148318.4833">21233 12229 0</inkml:trace>
  <inkml:trace contextRef="#ctx0" brushRef="#br0" timeOffset="149433.5471">20439 12105 0,'0'0'0,"0"0"15,0 0-15,0 0 0,0 0 0,0 0 0,0 0 0,0 0 0,0 0 16,0 0-16,0 0 0,0 0 0,0 0 0,0 0 0,0 0 16,0 0-16,0 0 0,0 0 0,0 0 15,-25 0-15,25 0 0,0 0 16,0 0-16,0 0 0,0 0 0,0 0 0,0 0 0,0 0 0,0 0 15,0 0-15,0 0 0,0 0 0,0 0 0,0 0 0,0 0 16,0 0-16,0 0 0,0 0 0,0 0 0,0 0 0,0 0 0,0 0 16,0 0-16,0 0 0,0 0 0,0 0 0,0 0 15,0 0-15,0 0 0,0 0 16,0 0-16,25 0 0,-25 0 0,0 0 0,0 0 0,25 0 15,-25 0-15,0 0 0,25 0 0,-25 0 0,24 0 0,-24 0 0,25 0 16,-25-25-16,25 25 0,0 0 0,0 0 0,-25 0 16,24 0-16,1 0 0,0 0 0,0 0 15,-25 0-15,25 0 0,0 0 0,-25 0 0,24 0 0,-24 0 16,25-25-16,-25 25 0,0 0 0,25 0 0,-25 0 0,0 0 15,0 0-15,-25 0 0,25 0 0</inkml:trace>
  <inkml:trace contextRef="#ctx0" brushRef="#br0" timeOffset="150397.6022">20687 12502 0,'0'0'0,"0"24"15,0-24-15,0 0 0,0 0 0,0-24 0,0 24 16,0 0-16,0 0 0,25 0 15,-25 0-15,0 0 0,0 0 0,0-25 0,25 25 0,-25 0 16,0 0-16,25-25 0,-25 25 0,24 0 0,-24-25 0,25 25 0,-25-25 16,25 25-16,-25 0 0,25-24 0,-25 24 0,25-25 0,-25 25 15,24-25-15,-24 25 16,25 0-16,-25-25 0,0 25 0,25-25 0,-25 25 0,0-24 15,0 24-15,25 0 0,-25-25 0,0 25 0,0 0 0,0 0 0,0-25 0,-25 25 16,25 0-16,0 0 0,0 0 0,0 0 0,-25 0 0,25 0 16,0 0-16,0 0 0,-25 0 15,25 0-15,0 0 0,0 0 0,0 0 0,0 0 16,0 0-16,0 0 0,0 0 0,0 0 0,0 0 0,0 0 0,0 0 15,0 0-15,0 0 0,25 25 0,-25-25 0,0 0 0,0 0 16,25 0-16,-25 0 0,0 0 0,25 0 0,-25 0 0,0 0 16,25 0-16,-25 25 0,0-25 0,0 0 15,24 0-15,-24 24 0,0-24 0,0 0 16,25 25-16,-25-25 0,0 25 0,0-25 0,0 25 0,0-25 0,25 0 0,-25 25 15,0-25-15,0 24 0,0-24 0,0 0 0,0 25 0,0-25 16,0 25 0,25-25-16,-25 0 0,0 0 0,0 25 0,0-25 0,0 0 0,0 25 0,25-25 0,-25 0 15,0 0-15,0 0 0,0 24 0,24-24 0,-24 0 16,0 0-16,0 0 0,0 0 15,0 25-15,25-25 0,-25 0 0,0 0 0,0 0 0,25 0 0,-25 0 16,0 0-16,0 0 0,25 0 0,-25 0 0,0 0 0,25 0 0,-25-25 16,24 25-16,-24 0 0,25 0 0,-25 0 15,25 0-15,-25-24 0,25 24 0,-25 0 16,25-25-16,-25 25 0,24 0 0,-24 0 0,0-25 0,25 25 0,-25 0 15,25-25-15,-25 25 0,0 0 0,0 0 0,25-25 0,-25 25 0,0 0 16,0-24-16,0 24 0,0 0 0,0-25 16,0 25-16,0 0 0,0-25 15,0 25-15,-25-25 0,25 25 0,0 0 0,0-25 0,-25 25 0,25 0 0,0-24 0,0 24 16,-25 0-16,25 0 0,0 0 0,-24 0 0,24 0 15,0 0-15,0 0 0,-25 0 0,25 0 0,0 0 0,0 0 16,-25 0-16,25 0 0,0 0 16,0 0-16,0 24 0,0-24 0,0 0 0,0 0 15,0 25-15,-25-25 0,25 0 0,0 25 0,0-25 0,0 0 0,0 25 16,25-25-16,-25 25 0,0-25 0,0 24 0,0-24 0,0 25 15,25-25-15,-25 0 0,0 25 16,0-25-16,25 25 0,-25-25 0,0 0 0,24 25 0,-24-25 16,25 0-16,-25 0 0,25 24 0,-25-24 0,25 0 0,-25 0 0,25 0 15,-25 0-15,24 0 16,-24 0-16,25 0 0,0 0 0,-25 0 0,25 0 0,0 0 0,-25 0 0,24 0 0,-24 0 15,25 0-15,-25-24 0,25 24 0,-25 0 16,25 0-16,-25-25 0,25 25 0,-25 0 0,0-25 0,0 25 16</inkml:trace>
  <inkml:trace contextRef="#ctx0" brushRef="#br0" timeOffset="150784.6243">21754 12278 0,'0'0'0,"0"0"0,0-24 0,0 24 0,-25 0 0,25 0 16,0 0-16,0 0 0,0-25 0,0 25 0,0 0 0,0 0 16,0 0-16,0 0 0,0 0 0,0 0 0,0 25 15,0-25-15,0 0 0,0 0 0,0 24 0,0-24 16,0 25-16,0-25 0,0 25 0,0-25 0,0 25 0,0-25 15,0 25-15,0-25 0,0 24 0,0-24 0,0 25 16,0-25-16,0 25 0,25-25 0,-25 25 0,0-25 0,0 0 16,0 25-16,0-25 0,0 0 15,0 0-15,0 24 0,0-24 0,0 0 0,0 0 0,0 0 0,0 0 16,0 0-16,0 0 0,0 0 0,0 0 0,0 0 0,0 0 15,25-24-15,-25 24 0,0 0 0,0 0 16,24 0-16,-24-25 0,0 25 0,25 0 0,-25-25 47,0 25-47,25 0 0,-25-25 0,25 25 0,-25 0 0,0-25 0,25 25 0,-25 0 0,0 0 0,24-24 0,-24 24 0,0 0 0,0 0 0,0 0 0,25 0 0,-25 0 0,0 0 0,0 0 15,0 0-15,0 0 0,0 0 0,0 0 0,-25 24 16,25-24-16,0 0 16,0 0-16,0 0 0,0 25 0,0-25 0,0 0 0,0 0 0,0 25 15,25-25-15,-25 0 0,0 25 0,0-25 0,0 0 0,0 0 0,0 25 16,25-25-16,-25 0 0,0 0 0,0 24 0,0-24 0,25 0 15,-25 0-15,0 0 16,0 0-16,0 0 0,0 0 0,0 0 0,0 0 16,0 0-16,0 0 0,0 0 0,0 0 0,0 0 0</inkml:trace>
  <inkml:trace contextRef="#ctx0" brushRef="#br0" timeOffset="151056.6399">21456 12129 0,'0'-24'0,"0"24"0,0 0 0,-25 0 16,25 0-16,0-25 0,0 25 0,0 0 0,0 0 0,25-25 16,-25 25-16,0 0 0,25 0 0,-25-25 15,25 25-15,-25 0 0,24 0 0,-24 0 0,25 0 0,-25-25 16,25 25-16,-25 0 0,25 0 0,-25 0 0,25 0 0,-25 25 15,24-25-15,-24 0 16,25 0-16,-25 25 0,25-25 0,-25 0 0,25 25 0,-25-25 0,25 25 16,-25-25-16,25 24 0,-25-24 0,24 25 0,1-25 0,-25 25 15,0-25-15,25 0 0,-25 25 0,25-25 0,-25 25 0,25-25 16,-25 25-16,0-25 0</inkml:trace>
  <inkml:trace contextRef="#ctx0" brushRef="#br0" timeOffset="154535.8389">3125 13816 0,'0'-25'0,"0"25"0,0 0 16,0 0-16,-24 0 0,24 0 0,0-24 0,0 24 0,0 0 15,0 0-15,0 0 0,0-25 0,0 25 0,0 0 0,0 0 0,0 0 16,0 0-16,0-25 0,0 25 0,24 0 0,-24 0 0,0 0 16,0 0-16,0 0 15,0 0-15,0 0 0,0-25 0,0 25 0,0 0 0,0 0 0,0 0 0,0 0 16,0 0-16,0 0 0,0 0 0,0 25 0,0-25 0,0 0 15,0 0-15,0 0 0,25 25 0,-25-25 0,0 25 0,0-25 16,0 24-16,0-24 0,0 25 16,0-25-16,0 25 0,25-25 0,-25 25 0,0-25 15,0 25-15,0-25 0,0 0 0,25 24 0,-25-24 0,0 0 0,0 0 31,0 25-31,0-25 0,0 0 0,0 0 0,0 0 0,0 0 0,0 0 0,25 0 0,-25 0 0,0 0 0,0 0 16,0 0-16,0 0 0,0 0 0,0 0 0,0 0 0,0-25 16,0 25-16,0 0 0,0 0 0,24-24 0,-24 24 0,0 0 15,0-25-15,0 25 0,25 0 0,-25-25 0,0 25 0,0-25 16,25 25-1,-25 0-15,0-25 0,0 25 0,0 0 0,0 0 0,0-24 0,25 24 16,-25 0-16,0 0 0,0 0 0,0 0 0,0 0 0,0 0 0,0 0 0,0 0 16,0 0-16,0 0 0,0 0 0</inkml:trace>
  <inkml:trace contextRef="#ctx0" brushRef="#br0" timeOffset="155072.8694">3398 13692 0,'0'-25'0,"0"25"0,0 0 16,0 0-16,0 0 0,0 0 0,0 0 0,0 0 0,0 0 15,0 0-15,0 0 0,0 0 0,0 0 0,0 25 16,0-25-16,0 0 0,0 0 0,0 0 0,0 25 0,0-25 16,0 25-16,0-25 0,0 25 0,0-25 0,0 24 15,0-24-15,0 25 0,0-25 0,25 25 16,-25-25-16,0 25 0,0-25 0,0 25 0,0-25 0,0 24 15,0-24-15,25 25 0,-25-25 0,0 0 16,0 25-16,0-25 16,0 0-16,0 0 0,0 25 0,0-25 0,0 0 0,0 0 0,0 0 0,0 0 15,0 0-15,0 0 0,0 0 0,0 0 0,0 0 0,0 0 16,0 0-16,0 0 0,0 0 0,-25-25 0,25 25 0,0 0 15,0 0-15,0-25 0,0 25 0,-25 0 0,25-25 16,0 25-16,0 0 0,0-24 0,0 24 0,-25-25 0,25 25 0,0-25 16,0 0-16,0 25 15,0-25-15,0 25 0,-24-24 0,24 24 0,0-25 0,0 0 0,0 25 0,0 0 0,0-25 16,0 25-16,0-25 0,0 25 0,0 0 0,24 0 0,-24-24 15,0 24-15,0 0 16,0 0-16,0 0 0,0 0 0,25 0 0,-25 0 0,0 0 0,0-25 16,25 25-16,-25 0 0,0 25 0,25-25 0,-25 0 0,0 0 15,25 0-15,-25 24 0,0-24 0,24 0 0,-24 25 0,25-25 0,-25 25 16,0 0-1,25-25-15,-25 25 0,0-25 0,25 24 0,-25 1 0,0-25 0,0 25 16,0-25-16,25 25 0,-25 0 0,0-25 0,0 24 0,0-24 0,0 25 16,0-25-16,0 25 0,-25-25 0,25 25 0,0-25 0,0 25 15,0-25-15,-25 0 16,25 24-16,0-24 0,-25 0 0,25 25 0,0-25 0,-25 0 0,25 0 0,-24 25 0,24-25 15,0 0-15,-25 0 0,25 0 0,0 0 0,-25 0 0,25 25 16,-25-25-16,25 0 16,0 0-16</inkml:trace>
  <inkml:trace contextRef="#ctx0" brushRef="#br0" timeOffset="155267.8805">3274 14188 0,'0'0'0,"0"0"16,0 0-16,0 0 0,0 0 0,0 0 0,0 0 15,0 0-15,25 0 0,-25 0 0,0 0 0,0-25 0,0 25 16,25 0-16,-25 0 0,25 0 0,-25 0 0,0 0 15,24 0-15,-24 0 0,25 0 0,-25 0 0,25 0 0,0 0 16,-25 0-16,25 25 0,-25-25 16,24 0-16,1 0 0,-25 0 0,25 25 0,0-25 0,-25 0 0,25 0 0,-25 0 15,24 0-15,-24 25 0,25-25 16,-25 0-16,25 0 0,-25 0 0,25 0 0,-25 0 0</inkml:trace>
  <inkml:trace contextRef="#ctx0" brushRef="#br0" timeOffset="155496.8939">3944 14114 0,'0'0'0,"0"0"16,0 0-16,0 0 0,0 0 0,0-25 0,0 25 16,0 0-16,0 0 0,0 0 0,0 0 0,0 0 0,0 0 15,0 0-15,0 0 0,0 0 0,0 0 0,0 0 16,0 0-16,0 25 0,25-25 62,-25 0-62,0 0 0,0 0 0,0 0 0,0 25 0,0-25 0</inkml:trace>
  <inkml:trace contextRef="#ctx0" brushRef="#br0" timeOffset="155624.9012">4093 14312 0,'0'0'0,"0"0"0,-25-25 0,25 25 0,0 0 16,0 0-16,0 0 0,0 0 0,0 0 0,0 0 0,0 0 15,0 0-15,25 0 0,-25 0 0,0 0 0,0 0 16,0 0-16</inkml:trace>
  <inkml:trace contextRef="#ctx0" brushRef="#br0" timeOffset="156149.9313">5928 14263 0,'0'0'0,"0"0"0,0 0 16,0 0-16,-24 0 0,24 0 0,0 24 0,0-24 15,0 0-15,0 0 0,-25 0 0,25 0 0,0 25 0,0-25 16,0 0 0,0 0-16,0 25 0,0-25 0,-25 0 0,25 25 0,0-25 0,0 25 0,0-25 15,0 0-15,0 25 0,0-25 0,0 24 0,0-24 0,-25 25 0,25 0 16,0-25-16,0 25 0,0-25 0,-25 25 0,25-25 0,0 24 15,0-24-15,-25 25 0,25-25 0,0 25 0,-24-25 16,24 25-16,0-25 16,-25 25-16,25-25 0,0 0 0,0 0 0,0 0 0,0 24 0,0-24 15,0 0-15,0 0 0,-25 0 0,25 0 0,0-24 0,0 24 0,0 0 16,0 0-16,0 0 0,25-25 0,-25 25 0,0 0 0,0-25 15,0 25-15,0-25 16</inkml:trace>
  <inkml:trace contextRef="#ctx0" brushRef="#br0" timeOffset="156449.9484">5879 14238 0,'0'0'0,"0"0"0,0 0 0,0 0 16,0 0-16,0 0 0,0 0 0,0 0 0,0 0 0,0 0 15,0 25-15,25-25 0,-25 0 0,0 24 0,0-24 16,0 0-16,24 25 0,-24-25 0,0 25 0,0 0 0,25-25 15,-25 25-15,0-25 0,25 25 0,-25-1 16,0-24-16,25 25 0,-25 0 0,25-25 0,-25 25 0,0 0 0,24-25 16,-24 24-16,0 1 0,0-25 0,25 25 0,-25-25 15,0 25-15,25-25 16,-25 25-16,0-25 0,0 24 0,0-24 0,25 25 0,-25-25 15,0 0-15,0 25 0,0-25 0,0 0 0,0 0 0,0 0 0,0 0 16,0 0-16,-25 25 0,25-25 0,0 0 0,0 0 0,0-25 16,-25 25-16,25 0 0,0 0 0,0 0 0,-25 0 0,25 0 15,0-25-15,-24 25 0,24 0 16,0-25-16,-25 25 0,25-24 0,0 24 0,-25 0 0,25-25 0</inkml:trace>
  <inkml:trace contextRef="#ctx0" brushRef="#br0" timeOffset="156639.959">5829 14436 0,'0'0'0,"0"0"0,0 0 0,0 0 15,0 0-15,0 0 0,0 0 0,0 0 0,25 0 0,-25 0 16,0 0-16,0 0 0,0 0 0,25 0 0,-25 0 16,0 0-16,25 0 0,-25 0 0,24 0 0,-24 0 15,25 25-15,-25-25 0,25 0 0,-25 0 0,25 0 16,-25 0-16,25 25 0,-1-25 15,-24 0-15,25 0 0,-25 0 0,25 25 0,0-25 0,0 0 0,-25 0 16,24 0-16,1 0 0,-25 0 0,25 0 0,0 0 0,0 0 0,-1 0 16,-24-25-16</inkml:trace>
  <inkml:trace contextRef="#ctx0" brushRef="#br0" timeOffset="156869.9724">6573 14412 0,'0'0'0,"0"0"16,0 0-16,0 0 0,0 0 0,0 0 0,0 0 15,0 0-15,0 0 0,0 0 0,0 0 0,25 0 0,-25 0 16,0 0-16,0 0 0,25 0 0,-25 0 0,25 0 16,-25 0-16,0 0 0,24 0 15,-24 0-15,25 0 0,-25 0 0,25 0 0,-25 0 0,25 0 0,-25 0 16,25 0-16,-25 0 0,24 0 0,-24 24 0,25-24 0,-25 0 15,0 0-15,25 0 0,-25 0 0,0 0 16,0 0-16,25 25 0,-25-25 0</inkml:trace>
  <inkml:trace contextRef="#ctx0" brushRef="#br0" timeOffset="157055.9829">6623 14684 0,'0'0'0,"0"0"0,0 0 0,0-24 0,0 24 0,-25 0 15,25 0-15,0 0 0,25 0 0,-25 0 0,0 0 16,0 0-16,0 0 0,0 0 0,25 0 0,-25 0 15,24-25-15,-24 25 0,0 0 0,25 0 0,0 0 0,-25 0 16,25 0-16,-25 0 0,25 0 0,-25 0 16,24 0-16,1 0 0,-25 0 0,25 0 0,-25 0 15,25 0-15,-25 0 0,25 0 0,0 0 0</inkml:trace>
  <inkml:trace contextRef="#ctx0" brushRef="#br0" timeOffset="158228.0501">8632 13891 0,'0'-25'0,"0"25"16,-25 0-16,25 0 0,0 0 0,0-25 0,0 25 15,-25 0-15,25 0 0,0 0 16,0 0-16,-24-25 0,24 25 0,0 0 0,-25 0 0,25 0 0,0 0 0,0 0 15,-25 0-15,25 0 0,0 0 0,0 0 0,-25 0 78,25 0-78,0 0 0,0 0 0,-25 0 0,25 0 0,0 0 0,-24 0 0,24 0 0,0 0 16,-25 0-16,25 0 0,0 0 0,0 0 0,-25 0 0,25 0 0,0 0 0,-25 0 0,25 0 0,0 0 0,0 0 0,0 0 0,-25 0 0,25 0 0,0 0 0,0 0 0,0 0 0,0 0 0,0 0 0,0 0 0,0 0 0,0 0 0,0 0 0,0 0 16,0 0-16,0 0 0,0 0 0,0 0 0,0 0 0,0 0 15,0 0-15,0 0 0,0 0 16,0 0-16,0 0 0,0 0 0,0 0 0,0 25 0,0-25 15,0 0-15,0 0 0,0 25 0,0-25 0,0 25 0,0-25 0,0 24 16,0-24-16,0 25 0,0 0 0,0-25 0,25 25 16,-25 0-16,0-1 15,0-24 1,0 25-16,0 0 0,0 0 0,0-25 0,0 25 0,25-1 0,-25 1 0,0 0 0,0-25 0,0 25 0,0 0 0,0-1 0,0-24 15,0 25-15,0 0 0,0 0 16,0 0-16,0-25 0,0 25 0,0-1 0,0 1 0,0 0 0,0-25 0,0 25 16,0 0-16,0-1 0,0 1 0,0-25 0,0 25 0,25 0 15,-25 0-15,0-25 0,0 24 0,0 1 0,0-25 16,0 25-16,0 0 15,0-25-15,0 25 0,0-1 0,0-24 0,0 25 0,0-25 0,0 25 16,0 0-16,0-25 0,0 25 0,0-25 0,0 24 0,0 1 0,0-25 16,0 25-16,0 0 0,0-25 0,0 25 0,0-1 0,0-24 15,0 25 1,25 0-16,-25-25 0,0 25 0,0 0 0,0-1 0,0-24 0,0 25 0,0 0 15,0 0-15,0-25 0,0 25 0,24-1 0,-24-24 0,0 25 0,0-25 16,0 25-16,0-25 0,0 25 0,0-25 0,0 25 16,0-25-16,0 25 0,0-25 0,0 24 15,-24-24-15,24 0 0,0 25 0,0-25 16,0 0-16,0 25 0,0-25 0,0 0 0,0 25 0,0-25 0,0 0 0,0 0 15,0 25-15,0-25 0,0 0 0,0 0 0,0 0 0,0 0 16,0 24 0,0-24-16,0 0 0,-25 0 0,25 0 0,0 0 0,0 0 0,0 0 15,0 0-15,0 25 0,0-25 0,0 0 0,0 0 0,0 0 0,0 0 31,0 0-31,0 0 0,0 0 0,0 0 0,0 25 0,0-25 0,0 0 0,-25 0 0,25 0 0,0 0 0,0 0 0,0 0 16,0 0-16,0 0 0,0 0 0,0 0 0,0 0 16,0 0-16,0 0 0,0 0 0,0 0 0,0 0 15,0 0-15,0 0 0,0 0 16,0 0-16,0 0 0,0 0 0,0 0 0,0 25 0,0-25 0,0 0 15,0 0-15,0 0 0,0 0 0,0 0 0,0 0 0,0 0 0,0 0 16,0 0-16,0 0 0,0 0 0,0 0 0,25 0 0,-25 0 16,0 0-16,0 0 15,0 0-15,0 0 0,0 0 0,0 0 0,25 0 0,-25 0 16,0 0-16,0 0 0,24 0 0,-24 0 0,0 0 0,25 0 0,-25 0 0,25 0 15,-25 0-15,25 0 0,-25 0 0,25 0 0,-1 0 0,-24 0 16,25 0-16,0 0 16,-25 0-16,25 0 0,0 0 0,-1 0 0,-24-25 15,25 25-15,-25 0 0,25 0 0,0-25 0,-25 25 0,25 0 0</inkml:trace>
  <inkml:trace contextRef="#ctx0" brushRef="#br0" timeOffset="158951.0913">9252 14064 0,'0'0'16,"0"0"-16,0 0 15,0 0-15,0 0 0,0 0 0,0 0 0,0-25 0,0 25 0,25 0 16,-25 0-16,0 0 0,0-24 0,0 24 0,0 0 0,0 0 0,0-25 16,0 25-16,0 0 0,0-25 0,0 25 0,0 0 0,0-25 15,0 25-15,0-25 16,0 25-16,0 0 0,0-24 0,0 24 0,0 0 0,0 0 0,0-25 0,0 25 15,0 0-15,0 0 0,0 0 0,0-25 0,0 25 16,0 0-16,0 0 0,0 0 0,0 0 0,0 0 0,-25 0 0,25 0 16,0 0-16,0 0 0,0-25 0,0 25 0,0 0 15,0 0-15,0 0 16,0 0-16,0 25 0,25-25 0,-25 0 0,0 0 0,0 0 0,0 25 15,0-25-15,0 25 0,0-25 0,0 24 0,0-24 0,25 25 0,-25 0 16,0 0-16,0-25 0,0 25 0,0-1 0,0-24 16,0 25-16,25 0 0,-25-25 15,0 25-15,0 0 0,0-25 0,0 24 0,0-24 0,0 25 0,0-25 16,24 0-16,-24 25 0,0-25 0,0 0 0,0 0 0,25 0 0,-25 0 15,0 0-15,0 0 0,0-25 0</inkml:trace>
  <inkml:trace contextRef="#ctx0" brushRef="#br0" timeOffset="159593.1282">10592 13841 0,'0'0'0,"-25"0"0,25 0 16,0 0-16,0 0 0,0-25 0,0 25 0,0 0 0,0 0 0,0 0 16,0 0-16,0 0 0,0 0 0,0 0 0,0-25 15,25 25-15,-25 0 16,0 0-16,0 0 0,0 0 0,24 0 0,-24 0 78,0-24-78,0 24 0,0 0 0,25 0 0,-25 0 0,0 0 0,0 24 15,0-24-15,0 0 0,0 0 0,0 0 0,0 0 0,0 25 0,0-25 0,0 0 0,0 25 0,-25-25 0,25 0 0,0 25 0,0-25 0,0 25 0,0-25 0,0 24 0,-24-24 0,24 25 0,0 0 0,0-25 0,0 25 0,0-25 0,-25 0 0,25 25 0,0-25 0,0 0 0,0 24 0,0-24 0,0 0 16,0 0-16,0 25 0,0-25 16,0 0-16,0 0 0,0 0 0,0 0 0,25 0 15,-25 0-15,0 0 0,24 0 0,-24 0 0,0 0 0,25 0 0,-25 0 16,25 0-16,-25 0 0,25 0 0,0 0 0,-25 0 0,24 0 15,-24 0-15,25 0 0,0 0 0,-25 0 0,25 0 0,-25 0 16,25 0-16,-1 0 0,-24 0 16,25 0-16</inkml:trace>
  <inkml:trace contextRef="#ctx0" brushRef="#br0" timeOffset="160372.1728">12353 13816 0,'0'0'0,"0"-25"0,0 25 16,0 0-16,0 0 0,0 0 0,0-24 0,0 24 0,0 0 15,0 0-15,0-25 0,0 25 0,0 0 0,0 0 0,0 0 0,0-25 16,0 25-16,0 0 0,0 0 0,0 0 0,0-25 0,25 25 15,-25 0-15,0 0 0,0 0 16,0 0-16,24 0 0,-24-25 0,0 25 0,0 0 0,0 0 16,25 0-16,-25 25 0,0-25 0,0 0 0,0 0 0,0 0 0,0 0 15,0 25-15,0-25 0,0 0 0,0 25 0,0-25 16,0 25-16,0-25 15,0 0-15,0 24 0,0-24 0,0 25 0,0-25 0,-25 25 0,25-25 16,0 25-16,0-25 0,0 0 0,0 25 0,0-25 0,-24 0 16,24 24-16,0-24 0,0 0 0,0 0 0,0 0 0,0 0 0,0 0 15,0 0-15,0 0 0,24 0 0,-24 0 0,0 0 16,0 0-16,0 0 15,25 0-15,-25 0 0,0 0 0,0 0 0,25 25 0,-25-25 0,0 0 0,25 0 16,-25 0-16,0 0 0,25 0 0,-25 25 0,0-25 0,24 0 16,-24 0-16,0 25 0,25-25 15,-25 0-15,0 25 0,0-25 0,0 0 0,25 24 16,-25-24-16,0 0 0,0 25 0,0-25 0,0 0 0,-25 25 0,25-25 0,0 0 15,0 25-15,0-25 0,-25 0 0,25 0 0,0 25 0,0-25 16,-24 0-16,24 0 0,0 0 0,-25 0 0,25 0 0,0 0 16,-25 24-1,25-24-15,0 0 0,0-24 0,-25 24 0,25 0 0,0 0 0,0 0 16,0 0-16,0 0 0,0-25 0,0 25 0,0 0 0,0 0 0,0-25 0,0 25 15,0 0-15,25-25 0,-25 25 0</inkml:trace>
  <inkml:trace contextRef="#ctx0" brushRef="#br0" timeOffset="160941.2053">14114 13791 0,'0'0'0,"0"0"15,0 0-15,0 0 0,0 0 0,0 0 0,0 0 16,0 0-16,0 0 16,0 0-16,0 0 0,0 0 0,0 0 0,-25 0 0,25 0 0,0 0 0,0 0 15,0 0-15,0 0 0,0 0 0,0 25 0,-25-25 0,25 0 16,0 0-16,0 25 0,0-25 0,-25 0 0,25 0 0,0 25 15,-24-25-15,24 0 0,0 25 16,0-25-16,-25 0 0,25 24 0,0-24 0,0 0 0,-25 25 16,25-25-16,0 0 0,0 25 0,0-25 0,-25 0 0,25 0 15,0 25-15,0-25 0,0 0 0,0 0 0,0 0 0,0 0 0,0 0 16,0 25-16,0-25 0,25 0 15,-25 0-15,0 0 0,0 0 0,25 0 16,-25 0-16,0 0 0,25 0 0,-25 0 0,0 0 0,24 0 0,-24 0 0,25 0 16,-25 0-16,25 0 0,0 0 0,-25 0 0,25 0 0,-25 0 15,24 0-15,1 0 16,-25 0-16,25 24 0,-25-24 0,25 0 0,0 0 0,-25 0 0,24 0 15,-24 0-15,0 0 0,25 0 0,-25 0 0,0 0 16,0 0-16,25 0 0,-25 0 0,0 0 0,0 0 0,0 0 16,0 0-16,0 0 0,0 0 0,-25 0 0,25 0 0,0 0 15,0-24-15</inkml:trace>
  <inkml:trace contextRef="#ctx0" brushRef="#br0" timeOffset="161152.2174">14139 13816 0,'0'0'0,"0"0"0,0 0 15,0 0-15,0 0 0,0 0 0,0 0 0,0 0 16,0 0-16,0 0 0,0 0 0,0 0 0,0 25 15,0-25-15,0 0 0,0 25 0,0-25 0,24 25 16,-24-25-16,0 24 0,0 1 0,0-25 0,0 25 16,0 0-16,25-25 0,-25 25 0,0-1 0,0-24 15,0 25-15,0 0 0,0-25 0,25 25 0,-25 0 16,0-25-16,0 24 0,0 1 0,0-25 0,0 25 0,25-25 0,-25 25 15,0-25-15,0 25 0,0-25 0,0 0 0,0 24 0</inkml:trace>
  <inkml:trace contextRef="#ctx0" brushRef="#br0" timeOffset="162537.2966">14734 13667 0,'0'0'0,"0"0"15,0 0-15,0 0 0,0 0 0,0 0 0,0 0 16,0-24-16,0 24 0,0 0 16,0 0-16,0 0 0,0 0 0,0 0 0,0 0 15,0 0-15,0 0 0,0 0 0,0 0 0,0 0 0,25 0 0,-25 0 16,0 0-16,0 0 0,25 0 0,-25 0 0,0 0 0,0 0 0,24 0 15,-24 0-15,0 0 0,0 0 0,25 0 0,-25 0 16,0 0-16,25 0 0,-25 0 0,0 0 0,0 0 0,0 0 16,25 0-16,-25 0 0,0 0 15,0 0-15,0 0 0,0 0 0,0 0 0,25 0 16,-25 0-16,0 0 0,0 0 0,0 0 0,0 0 0,0 0 0,0 0 31,0 0-31,0 0 0,0 0 0,0 0 0,0 0 0,0 0 0,0 0 0,0 0 0,0 24 0,0-24 0,0 0 16,0 0-16,0 0 0,0 0 0,0 0 0,0 0 0,0 25 15,0-25-15,0 0 0,0 0 0,0 0 16,0 25-16,0-25 0,0 0 0,0 25 0,0-25 15,0 0-15,0 25 0,0-25 0,0 0 0,0 24 0,0-24 16,0 25-16,0-25 0,24 25 0,-24 0 0,0-25 0,0 25 16,0-25-16,0 24 0,0-24 0,0 25 0,0-25 0,0 25 0,0 0 15,0-25-15,0 25 0,0-25 0,0 24 16,0 1-16,0-25 0,0 25 15,0-25-15,0 25 0,0 0 0,0-25 0,0 24 0,0-24 0,0 25 0,0-25 16,0 25-16,0-25 0,0 25 0,0-25 0,0 25 0,0-25 16,0 24-16,0-24 0,0 25 0,0-25 0,0 25 15,0-25-15,0 25 31,0-25-31,0 0 0,25 25 0,-25-25 0,0 25 0,0-25 0,0 24 0,0-24 16,0 25-16,0-25 0,0 25 0,0-25 0,0 25 0,0-25 0,0 0 0,0 25 0,25-25 0,-25 24 0,0-24 16,0 25-16,0-25 0,0 25 0,0-25 0,0 25 0,0-25 15,0 0-15,0 25 16,0-25-16,0 24 0,0-24 0,0 0 0,0 25 15,0-25-15,25 25 0,-25-25 0,0 0 0,0 0 0,0 25 0,0-25 0,0 0 16,0 25-16,0-25 0,0 0 0,0 24 0,0-24 0,0 0 16,0 0-16,0 25 0,0-25 0,0 0 0,0 25 0,0-25 0,0 0 15,0 25-15,0-25 0,25 0 16,-25 0-16,0 25 0,0-25 0,0 0 0,-25 24 0,25-24 15,0 0-15,0 25 0,0-25 0,0 0 0,0 25 0,0-25 0,0 25 16,0-25-16,0 0 0,0 25 0,0-25 0,0 0 16,0 24-16,0-24 0,0 25 0,0-25 0,0 25 0,0-25 15,0 25-15,0-25 16,0 25-16,25-25 0,-25 24 0,0-24 0,0 0 0,0 25 0,-25-25 15,25 0-15,0 25 0,0-25 0,0 25 0,0-25 0,0 0 0,0 25 16,0-25-16,0 24 0,0-24 0,0 0 0,0 25 16,0-25-16,0 25 15,0-25-15,0 0 0,0 25 0,-25-25 0,25 25 0,0-25 0,0 0 16,0 25-16,0-25 0,0 24 0,0-24 0,0 0 0,0 25 15,0-25-15,0 0 0,0 0 0,0 25 0,0-25 0,0 0 16,0 0-16,0 0 0,0 25 0,0-25 0,0 0 0,0 0 16,0 0-16,0 25 0,0-25 0,0 0 0,0 0 15,0 0-15,0 0 16,0 24-16,0-24 0,0 0 0,0 0 0,0 0 0,0 0 0,0 0 0,0 0 0,0 25 15,0-25-15,0 0 0,0 0 0,0 0 0,0 0 0,0 0 16,0 0-16,0 0 16,0 0-16,-25 0 0,25 0 0,0 0 0,0 0 0,0 0 15,0 0-15,0 0 0,0 0 0,0 0 0,0 0 16,0 0-16,0 0 0,0 0 0,0 0 0,0 0 0,0 0 0,0 0 15,0 0-15,0 0 0,0 0 0,0 0 0,0 0 0,-25 0 16,25 0-16,0 0 0,-24 0 0,24 0 0,0 0 0,-25 0 16,0 0-16,25 0 0,-25 0 0,0 0 0,1 0 0,24-25 15,-25 25-15,0 0 16,0 0-16,0-24 0,-24 24 0,24 0 0,0-25 0,0 25 0,1-25 15,-26 25-15,25-25 0,0 0 0,1 25 0</inkml:trace>
  <inkml:trace contextRef="#ctx0" brushRef="#br0" timeOffset="163741.3653">9302 14709 0,'0'0'16,"0"0"-16,-25 0 0,25 0 16,0 0-16,0 0 0,0 0 0,0 0 0,0 0 0,0 0 15,0 0-15,0 0 0,-25 0 0,25 0 0,0 0 0,0 0 0,0 0 16,0 0-16,0 0 0,0 0 0,0 0 0,0 0 15,0 0-15,0 0 0,0 0 0,0 0 0,0 0 0,0 0 16,0 0-16,0 25 0,0-25 16,0 0-16,0 25 0,0-25 0,0 0 0,0 25 15,0-25-15,0 24 0,25-24 0,-25 25 0,0-25 0,0 25 16,25 0-16,-25-25 0,0 25 0,25-25 0,-25 24 0,0-24 0,24 0 0,-24 25 15,0-25-15,25 0 0,-25 25 0,25-25 0,-25 0 16,25 0-16,-25 25 0,0-25 0,25 0 16,-25 0-16,0 0 0,24 0 0,-24 0 0,0-25 0,25 25 15,-25 0-15,0 0 0,25-25 0,-25 25 0,0-25 0,0 25 16,25-24-16,-25 24 0,0-25 0,0 25 0,0-25 0,0 0 15,0 25 1,0-25-16,0 1 0,0 24 0,0-25 0,0 25 0,0-25 0,-25 0 16,25 25-16,0-25 0,-25 1 0,25 24 0,-25-25 0,25 25 0,-24-25 15,24 25-15,0-25 0,-25 25 0,25 0 0,0 0 0,-25 0 0,25 0 16,0-25-16,0 50 0,0-25 0,0 0 0,-25 0 15,25 0-15,0 0 16,0 0-16,0 0 0,0 25 0,25-25 0,-25 0 0,0 0 0,0 0 0,0 0 0,0 0 16</inkml:trace>
  <inkml:trace contextRef="#ctx0" brushRef="#br0" timeOffset="164366.4012">10840 14560 0,'0'0'0,"0"0"15,0-24-15,0 24 0,0 0 0,0 0 0,0 0 16,0 0-16,0 0 15,0 0-15,0 0 0,0 0 0,0 0 0,0 0 0,0 0 0,0 0 16,0 0-16,0 0 0,0 0 0,0 0 0,0 0 0,0 0 0,0 0 16,0 0-16,-25 0 0,25 0 0,0 24 0,0-24 0,0 0 15,0 0-15,0 0 0,0 0 0,-25 25 0,25-25 16,0 0-16,0 0 0,-25 25 15,25-25-15,0 0 0,0 25 0,-25-25 0,25 25 0,0-25 16,-24 24-16,24-24 0,0 0 0,0 25 0,-25-25 0,25 0 0,0 25 16,0-25-16,0 0 0,-25 0 0,25 0 0,0 0 0,0 0 15,0 0-15,25 0 0,-25 0 0,0 0 0,0 0 16,25 0-16,-25 0 0,0 0 0,24 0 0,-24 0 15,25 0-15,-25 0 0,25 0 0,-25 0 0,25 0 16,-25 0-16,25 0 0,-25 0 0,24 0 0,-24 0 0,25 0 0,-25 0 16,25 0-1,-25 0-15,25 0 0,-25 0 0,25 0 0,-25 0 0,0 0 0,24 0 16,-24 0-16,0 25 0,25-25 0,-25 0 0,0 0 0,0 0 15,0 0-15,0 0 0,0 0 0,0 0 0,0 0 0,0 0 0,0-25 16,0 25-16,0 0 0,0 0 0,0 0 0,0 0 0,0-25 16</inkml:trace>
  <inkml:trace contextRef="#ctx0" brushRef="#br0" timeOffset="164568.4128">10964 14536 0,'0'0'0,"0"0"0,0 0 0,0 0 0,0 0 0,0 0 0,0 0 0,0 0 0,0 0 0,0 24 0,0-24 0,0 0 0,0 25 0,0-25 0,0 25 0,24-25 15,-24 25-15,0 0 0,0-25 0,25 24 0,-25 1 0,0-25 16,0 25-16,25 0 0,-25-25 0,0 25 0,0-25 16,0 24-16,25 1 0,-25-25 0,0 25 0,0-25 15,0 25-15,0 0 0,0-25 0,0 24 16,0-24-16,0 0 0,0 25 0,0-25 0,0 25 0</inkml:trace>
  <inkml:trace contextRef="#ctx0" brushRef="#br0" timeOffset="165381.459">12551 14585 0,'0'-25'0,"0"25"0,0 0 0,0 0 16,0 0-16,0-24 0,0 24 0,0 0 0,0 0 0,0 0 15,-25 0-15,25 0 0,0 0 0,0 0 0,0 0 0,0 0 16,0 0-16,0 0 0,0 0 0,0 0 0,0 0 0,0 0 15,0 0-15,0 0 0,0 0 0,-24 24 16,24-24-16,0 0 0,0 0 0,0 0 16,0 0-16,0 25 0,0-25 0,-25 0 0,25 0 0,0 0 0,0 25 0,0-25 15,0 0-15,0 25 0,0-25 0,0 0 0,0 25 16,0-25-16,0 0 0,0 24 0,25-24 0,-25 0 15,0 25-15,0-25 0,0 0 0,0 25 16,0-25-16,24 0 0,-24 0 0,0 25 0,0-25 0,25 0 0,-25 0 16,0 0-16,25 25 0,-25-25 0,25 0 0,-25 0 0,0 0 15,25 0-15,-25 0 0,0 0 0,24 24 0,-24-24 0,0 0 16,25 0-16,-25 0 15,0 0-15,0 0 0,25 0 0,-25 25 0,0-25 0,0 0 0,0 0 16,25 0-16,-25 0 0,0 0 0,0 25 0,0-25 0,0 0 16,0 0-16,0 0 0,0 0 0,0 0 0,0 0 0,-25 25 15,25-25 1,0 0-16,0 0 0,0 0 0,0 0 0,0 0 15,-25 25-15,25-25 0,0 0 0,0 0 0,0 0 0,-25 0 0,25 0 0,0 0 0,-24 0 0,24 0 16,0 0-16,-25 0 0,25 0 0,0 0 0,0 0 0,-25-25 16,25 25-16,0 0 0,-25-25 0,25 25 0,0 0 0</inkml:trace>
  <inkml:trace contextRef="#ctx0" brushRef="#br0" timeOffset="165589.4712">12650 14560 0,'0'0'0,"0"0"0,0 0 0,0 0 0,0 0 15,0 0-15,0 0 0,0 0 0,0 0 0,0 0 16,0 0-16,0 0 0,0 0 0,0 0 0,25-24 0,-25 24 15,0 0-15,0 0 0,25 0 0,-25 0 0,25 0 16,-25 0-16,25 0 0,-25 0 0,24 0 0,1 0 16,0 0-16,-25 0 0,25 0 0,0 0 0,-1 0 0,1 0 15,0 0-15,-25 0 0,25 24 0,0-24 0,-1 0 16</inkml:trace>
  <inkml:trace contextRef="#ctx0" brushRef="#br0" timeOffset="166195.5058">13915 14610 0,'0'0'15,"0"0"-15,0 0 0,-24 0 0,24 0 0,0 0 16,0 0-16,0 0 16,0 0-16,0 0 0,0 0 0,0 0 0,0 0 0,0 0 15,0 0-15,0 0 0,0 0 0,0 0 0,0 0 0,0 0 0,0 0 16,24 0-16,-24 0 0,0 0 0,25 0 0,-25 0 0,25 0 0,-25 0 15,0 0-15,25 0 0,-25 0 0,25 0 0,-25 0 16,0 0-16,0 0 16,24 0-16,-24 0 0,0 0 0,0 0 0,0 0 0,0 0 0,0 0 15,0 0-15,0 0 0,0 0 0,0 0 0,0 0 0,0 0 16,0 0-16,0 0 0,0 25 0,-24-25 0,24 0 0,0 0 0,0 0 15,0 0 1,0 25-16,0-25 0,0 0 0,0 0 0,0 24 0,0-24 16,24 0-16,-24 25 0,0-25 0,0 25 0,0-25 0,0 25 0,0-25 0,0 25 15,0-25-15,25 24 0,-25 1 0,0-25 0,0 25 0,0-25 16,0 25-16,0-25 0,0 0 0,0 25 0,0-25 0,0 24 15,25-24-15,-25 25 16,0-25-16,0 0 0,0 25 0,0-25 0,0 0 0,0 25 0,0-25 16,0 0-16,0 0 0,0 0 0,0 25 0,0-25 0,0 0 0,0 0 15,0 0 1,0 0-16,0 0 0,0 0 0,0 0 0,0 0 0,0 0 0,0 0 15,0-25-15,-25 25 0,25 0 0</inkml:trace>
  <inkml:trace contextRef="#ctx0" brushRef="#br0" timeOffset="166360.5153">13940 14908 0,'0'0'0,"0"-25"0,0 25 16,-25 0-16,25 0 0,0 0 0,0 0 0,0 0 15,0 0-15,0-25 0,0 25 0,25 0 0,-25 0 0,0 0 16,25 0-16,-25 0 0,0 0 0,25 0 0,-25 0 16,25 0-16,-1 0 0,-24 0 0,25 0 0,0 0 15,0 0-15,0 0 0,-25 0 0,24 0 0,1 0 0,0 0 16,-25 0-16,25 0 0,0 0 0,-25 0 0,0 0 15,24 0-15,-24 0 0</inkml:trace>
  <inkml:trace contextRef="#ctx0" brushRef="#br0" timeOffset="167319.5701">9451 15528 0,'0'0'0,"0"0"0,0 0 16,-25 0-16,25 0 0,0 0 0,0 0 0,0-25 0,-25 25 16,25 0-16,0 0 0,0 0 0,0 0 0,-25 0 0,25 0 0,0 0 15,0 0-15,-25 0 0,25 0 0,0 0 16,0 0-16,0 0 0,0 0 0,-24 0 0,24 0 0,0 0 15,0 0-15,0 0 0,0 0 0,0 25 0,-25-25 0,25 0 16,0 0-16,0 25 0,0-25 0,0 0 0,0 24 16,0-24-16,0 25 0,0-25 15,0 25-15,0-25 0,0 25 0,0-25 0,0 25 16,0-25-16,0 24 0,0-24 0,0 25 0,25-25 0,-25 25 0,0-25 15,24 25-15,-24-25 0,0 25 0,25-25 0,-25 24 0,25-24 0,-25 0 16,25 25-16,-25-25 0,25 0 16,-25 0-16,24 0 0,-24 0 0,0 0 0,25 0 15,-25 0-15,25 0 0,-25 0 0,25-25 0,-25 25 0,25 0 0,-25 0 16,24-24-16,-24 24 0,0-25 0,25 25 0,-25-25 0,0 25 15,25-25-15,-25 0 0,0 25 0,0-24 16,0-1-16,25 25 0,-25-25 0,-25 0 0,25 25 16,0-25-16,0 25 0,0-24 0,-25 24 0,25-25 0,0 25 0,-25-25 15,25 25-15,0-25 0,-24 25 0,24 0 0,0 0 0,0-25 16,-25 25-16,25 0 0,0 0 0,0 0 0,0 0 0,0 0 15,0 0-15,0 0 0,0 0 0,0 0 0,0 0 16,0 0-16,0 0 0,0 0 16,0 25-16,25-25 0,-25 0 0</inkml:trace>
  <inkml:trace contextRef="#ctx0" brushRef="#br0" timeOffset="167962.6069">11311 15652 0,'0'0'15,"0"-25"-15,0 25 0,-25 0 0,25 0 0,0 0 0,0 0 16,0 0-16,0-25 16,-25 25-16,25 0 0,0 0 0,0 0 0,0 0 0,-24 0 0,24 0 15,0-25-15,0 25 0,0 0 0,-25 0 0,25 0 0,0 0 0,0 0 16,0 0-16,-25 0 0,25 0 0,0 0 0,0 0 15,0 0-15,0 0 0,-25 0 0,25 25 0,0-25 16,0 0-16,0 0 0,0 25 0,0-25 16,0 25-16,0-25 0,-25 0 0,25 25 0,0-1 0,25-24 0,-25 25 15,0-25-15,0 25 0,0-25 0,0 25 0,25 0 0,-25-25 16,0 24-16,25-24 0,-25 25 0,0-25 0,25 0 0,-25 25 15,24-25-15,-24 25 16,25-25-16,-25 0 0,25 0 0,-25 0 0,25 25 0,-25-25 0,0 0 16,25 0-16,-25 0 0,24-25 0,-24 25 0,25 0 0,-25 0 0,25 0 15,-25-25-15,25 25 0,-25-25 0,25 25 0,-25-25 16,0 25-16,24-24 15,-24 24-15,0-25 0,0 25 0,25-25 0,-25 25 0,0-25 0,0 25 16,0-25-16,-25 25 0,25-24 0,0 24 0,-24-25 0,24 25 16,0 0-16,-25-25 0,25 25 0,-25-25 0,25 25 0,-25-25 0,25 25 15,-25 0-15,25-24 0,-24 24 0,24 0 0,0 0 0,0 0 16,-25 0-16,25 0 0,0 0 0,0 0 0,0 0 15,0 0-15,0 0 16,0 0-16,0 0 0,0 24 0,0-24 0,25 0 0,-25 0 16,0 0-16,0 25 0,0-25 0,24 0 0,-24 0 0</inkml:trace>
  <inkml:trace contextRef="#ctx0" brushRef="#br0" timeOffset="168603.6436">12675 15627 0,'0'0'0,"0"-25"16,0 25-16,-25 0 0,25 0 0,0-25 0,0 25 0,0 0 15,0 0-15,-24 0 0,24 0 0,0-24 0,0 24 0,0 0 0,-25 0 0,25 0 16,0 0-16,0 0 0,0 0 0,-25 0 0,25 0 15,0 0-15,0 0 0,0 0 16,-25 0-16,25 0 0,0 0 0,0 24 0,0-24 0,0 0 16,-25 0-16,25 0 0,0 0 0,0 25 0,0-25 0,0 0 0,0 25 0,0-25 15,0 0-15,0 25 0,0-25 0,0 25 0,0-25 16,0 24-1,0-24-15,0 25 0,0-25 0,25 25 0,-25-25 0,0 25 0,0 0 0,25-25 16,-25 24-16,0-24 0,25 25 0,-25-25 0,0 25 0,25-25 0,-25 0 16,0 25-16,24-25 0,-24 0 0,0 0 0,25 0 0,-25 0 15,0 0 1,25 0-16,-25 0 0,0 0 0,25-25 0,-25 25 0,0 0 0,25-25 0,-25 25 0,0-25 0,0 25 15,0-24-15,0 24 0,24-25 0,-24 25 0,0-25 16,0 0-16,0 25 16,0-25-16,0 25 0,-24-24 0,24 24 0,0-25 0,0 25 15,0-25-15,-25 0 0,25 25 0,0-25 0,0 25 0,0 0 0,-25-24 16,25 24-16,0 0 0,0-25 0,0 25 0,0 0 0,0 0 15,0 0-15,0 0 0,0 0 0,0 0 0,0 0 0,0 0 16,0 0-16,25 0 0,-25 25 0,0-25 0,0 0 0,25 0 16,-25 0-1,24 24-15,-24-24 0,0 0 0,25 0 0,0 25 0,-25-25 0,25 0 0,-25 0 16</inkml:trace>
  <inkml:trace contextRef="#ctx0" brushRef="#br0" timeOffset="169118.673">13891 15801 0,'0'0'0,"0"0"0,0 0 15,0 0-15,0 0 0,0 0 0,0 0 0,0 0 0,0 0 16,0 24-16,0-24 0,0 0 0,0 0 0,0 0 0,0-24 0,24 24 31,-24 0-31,0 0 0,0 0 0,0 0 0,0 0 0,0-25 0,25 25 0,-25 0 0,0 0 0,0-25 0,25 25 16,-25-25-16,0 25 0,0 0 15,25-25-15,-25 25 0,0-24 0,0 24 0,0 0 16,25-25-16,-25 25 0,0-25 0,0 25 0,0-25 0,24 25 16,-24 0-16,0-25 0,0 25 0,0-24 0,0 24 0,0 0 0,0-25 15,0 25-15,0 0 0,0 0 0,0 0 0,25-25 0,-25 25 16,0 0-16,0 0 15,0 0-15,0 0 0,0 25 0,0-25 0,0 0 0,0 0 0,0 0 16,0 25-16,0-25 0,0 0 0,0 24 0,0-24 0,0 25 16,0-25-16,0 25 0,0 0 0,0-25 0,0 25 0,0-1 0,0 1 15,0-25-15,0 25 0,0 0 0,0 0 0,25-25 0,-25 24 16,0 1-16,0-25 0,0 25 15,0 0-15,25-25 0,-25 25 0,0-25 0,0 24 16,25-24-16,-25 0 0,0 0 0,24 0 0,-24 0 0,0 0 0,25 0 0</inkml:trace>
  <inkml:trace contextRef="#ctx0" brushRef="#br0" timeOffset="214865.2896">9649 13791 0,'0'0'0,"0"0"0,0 0 16,0 0-16,0 0 0,0 0 0,0 0 0,0 0 0,0 0 0,0 0 15,0 0 1,0 0-16,0 0 0,0 0 0,0 0 0,0 0 0,0 0 0,0 0 15,0-24-15,0 24 0,0 0 0,0 0 0,0 0 0,0 0 0,0 0 16,0 0-16,0 0 0,0 0 0,0 0 0,0 0 16,0 0-16,0 0 0,0 0 0,0 0 0,0 0 0,0 0 15,0 0-15,0 0 0,0 0 0,0 0 16,0 0-16,0 0 0,25 0 0,-25 0 0,0 0 0,0 0 0,0 0 15,0-25-15,0 25 0,0 0 0,0 0 0,0 0 0,0 0 16,0 0-16,0 0 0,0 0 0,0 0 0,0 0 16,0 0-1,0 0-15,0 0 0,0 0 0,0 0 0,0 0 0,0 0 0,0 0 0,0 0 0,0 0 0,0-25 16,0 25-16,0 0 0,0 0 0,0 0 0,0 0 15,-25 0-15,25 0 0,0 0 0,0 0 16,0 0-16,0 0 0,0-25 0,0 25 0,0 0 0,0 0 0,0 0 16,0 0-16,0 0 0,0 0 0,-25 0 0,25-25 0,0 25 15,0 0-15,0 0 16,0 0-16,0 0 0,0 0 0,0-24 0,0 24 15,-25 0-15,25 0 0,0 0 0,0 0 0,0 0 0,0 0 0,0 0 0,0 0 0,0 0 16,0-25-16,0 25 0,0 0 0,0 0 0,-24 0 16,24 0-16,0 0 0,0 0 0,0 0 15,0 0-15,0 0 0,0 0 0,0 0 0,0 0 16,0 0-16,0 0 0,-25 0 0,25 0 0,0 0 0,0-25 15,0 25-15,0 0 0,0 0 0,0 0 0,0 0 0,-25 0 0,25 0 16,0 0-16,0 0 0,0 0 0,0 0 0,-25 0 0,25 0 16,0 0-16,0-25 15,0 25-15,0 0 0,-25 0 0,25 0 0,0 0 16,0 0-16,0 0 0,-24 0 0,24 0 0,0 0 0,0 0 0,0 0 15,0 0-15,-25 0 0,25-25 0,0 25 0,0 0 0,0 0 16,0 0-16,0 0 0,-25 0 0,25 0 0,0 0 16,0 0-16,0 0 0,0 0 0,0 0 0,0 0 0,-25 0 15,25 0-15,0 0 0,0 0 0,0 0 16,0 0-16,0 0 0,0 0 0,-25 0 0,25 0 15,0 0-15,0 0 0,0 0 0,0 0 0,0 0 0,0 0 0,-24 0 16,24 0-16,0 0 0,0 0 0,0 0 0,0 0 0,0 0 0,-25 0 16,25 0-16,0 0 15,0 0-15,0 0 0,0 0 0,-25 0 0,25 0 0,0 0 16,0 25-16,0-25 0,0 0 0,-25 0 0,25 0 0,0 0 0,0 0 15,0 0-15,0 0 0,-25 0 0,25 0 0,0 0 0,0 0 16,0 0-16,0 25 0,-24-25 0,24 0 0,0 0 16,0 0-16,0 0 0,0 0 0,-25 0 15,25 0-15,0 0 0,0 0 0,0 0 0,0 0 16,0 0-16,-25 0 0,25 0 0,0 25 0,0-25 0,0 0 0,0 0 15,0 0-15,-25 0 0,25 0 0,0 0 0,0 0 0,0 0 16,0 0-16,0 0 16,0 0-16,0 0 0,0 0 0,-25 0 0,25 25 0,0-25 0,0 0 0,0 0 15,0 0-15,0 0 0,0 0 0,0 0 0,0 0 0,0 0 16,0 0-16,0 0 0,-24 0 0,24 24 0,0-24 0,0 0 15,0 0-15,0 0 0,0 0 0,0 0 16,0 0-16,-25 0 0,25 0 0,0 0 0,0 0 16,0 25-16,0-25 0,0 0 0,0 0 0,0 0 0,0 0 0,0 0 15,0 0-15,0 0 0,-25 0 0,25 0 0,0 25 0,0-25 16,0 0-16,0 0 0,0 0 0,0 0 15,0 0-15,0 0 0,0 0 0,0 0 16,0 25-16,0-25 0,0 0 0,-25 0 0,25 0 0,0 0 16,0 0-16,0 0 0,0 0 0,0 25 0,0-25 0,0 0 0,0 0 15,0 0-15,0 0 0,0 0 0,0 0 0,0 24 0,-25-24 16,25 0-1,0 0-15,0 0 0,0 0 0,0 0 0,0 0 0,0 0 0,0 25 0,0-25 16,0 0-16,0 0 0,0 0 0,0 0 0,0 0 0,0 0 0,0 0 16,0 0-16,0 0 0,0 25 0,0-25 0,0 0 15,0 0 1,0 0-16,0 0 0,0 0 0,0 0 0,0 25 0,0-25 15,0 0-15,0 0 0,0 0 0,0 0 0,0 0 0,0 0 0,0 0 16,0 25-16,0-25 0,0 0 0,0 0 0,0 0 0,0 0 16,0 0-16,0 0 0,0 0 0,0 24 0,0-24 0,0 0 0,0 0 0,0 0 15,0 0 1,0 0-16,0 0 0,0 25 0,0-25 0,0 0 0,0 0 0,0 0 15,0 0-15,0 25 0,0-25 0,0 0 0,0 0 0,0 0 0,0 0 0,0 25 16,0-25-16,0 0 0,0 0 0,0 0 0,0 25 16,0-25-16,0 0 15,0 0-15,0 0 0,0 0 0,0 24 0,0-24 0,0 0 0,0 0 0,0 0 16,0 25-16,0-25 0,0 0 0,0 0 0,0 0 0,0 0 15,0 25-15,0-25 16,0 0-16,0 0 0,0 0 0,0 0 0,0 25 0,0-25 0,0 0 0,0 0 16,0 0-16,0 0 0,0 25 0,0-25 0,0 0 0,25 0 0,-25 0 15,0 0-15,0 24 0,0-24 0,0 0 16,0 0-16,0 0 0,0 0 15,0 25-15,0-25 0,0 0 0,0 0 0,0 0 0,25 0 0,-25 25 16,0-25-16,0 0 0,0 0 0,0 0 0,0 0 0,0 25 0,0-25 16,0 0-16,0 0 0,0 0 15,25 0-15,-25 0 0,0 25 0,0-25 0,0 0 0,0 0 16,0 0-16,0 0 0,0 0 0,0 0 0,25 24 15,-25-24-15,0 0 0,0 0 0,0 0 0,0 0 0,0 0 0,0 0 16,0 0-16,0 25 0,24-25 16,-24 0-16,0 0 0,0 0 0,0 0 0,0 0 0,0 0 0,0 25 15,25-25-15,-25 0 0,0 0 0,0 0 0,0 0 0,0 0 0,0 0 16,25 25-16,-25-25 0,0 0 0,0 0 0,0 0 15,0 0-15,0 0 16,0 0-16,0 0 0,0 0 0,25 25 0,-25-25 0,0 0 0,0 0 16,0 0-16,0 0 0,0 0 0,25 0 0,-25 0 0,0 0 0,0 0 15,0 25-15,0-25 0,0 0 0,0 0 0,24 0 0,-24 0 16,0 0-16,0 0 15,0 0-15,0 0 0,0 0 0,0 0 0,0 0 0,25 0 0,-25 24 0,0-24 0,0 0 16,0 0-16,0 0 0,0 0 0,0 0 0,0 0 16,25 0-16,-25 0 0,0 0 0,0 0 0,0 0 15,0 0-15,25 0 16,-25 0-16,0 0 0,0 0 0,0 0 0,0 0 0,0 0 0,0 0 0,25 0 15,-25 0-15,0 0 0,0 0 0,0 0 0,0 0 0,0 0 16,24 0-16,-24 0 0,0 0 0,0 0 0,0 0 0,0 0 0,0 0 16,0 0-1,25 0-15,-25 0 0,0 0 0,0 0 0,0 0 0,0 0 16,0 0-16,0 0 0,0 0 0,25 0 0,-25 0 0,0 0 0,0 0 0,0 0 15,0 0-15,0 0 0,25 0 0,-25 0 0,0 0 0,0 0 16,0 0-16,0 0 0,0 0 16,25 0-16,-25 0 0,0 0 0,0-24 0,0 24 0,0 0 15,24 0-15,-24 0 0,0 0 0,0 0 0,0 0 0,0 0 0,0 0 16,0 0-16,25 0 0,-25 0 0,0 0 0,0 0 0,0 0 15,0 0-15,0 0 16,0 0-16,0 0 0,0-25 0,0 25 0,0 0 0,0 0 16,0 0-16,0 0 0,25 0 0,-25 0 0,0 0 0,0 0 0,0 0 0,0 0 15,0 0-15,0 0 16,0 0-16,0-25 0,0 25 0,0 0 0,25 0 0,-25 0 15,0 0-15,0 0 0,0 0 0,0 0 0,0-25 0,25 25 0,-25 0 16,0 0-16,0 0 0,0 0 0,0 0 0,0 0 0,0 0 16,0 0-16,0 0 15,0-25-15,0 25 0,24 0 0,-24 0 0,0 0 0,0 0 0,0 0 0,0 0 16,0 0-16,0 0 0,0 0 0,0 0 0,0-25 0,0 25 15,0 0-15,0 0 0,0 0 0,0 0 0,0 0 0,0 0 16,0-24-16,0 24 0,0 0 16,25 0-16,-25 0 0,0 0 0,0-25 0,0 25 0,0 0 0,0 0 15,0 0-15,0 0 0,0 0 0,0-25 0,0 25 0,0 0 16,0 0-16,0 0 0,0 0 0,0 0 0,0 0 15,0 0-15,0 0 0,0 0 16,0 0-16,0-25 0,0 25 0,0 0 0,0 0 0,0 0 0,0 0 0,25-25 16,-25 25-16,0 0 0,0 0 0,0 0 0,0 0 0,0-24 15,0 24-15,0 0 16,0 0-16,0 0 0,0-25 0,0 25 0,0 0 0,0 0 0,0 0 0,0 0 0,0 0 15,0 0-15,0-25 16,0 25-16,0 0 0,0 0 0,0 0 0,0 0 0,0 0 16,0 0-16,0 0 0,0-25 0,0 25 0,0 0 0,0 0 0,0 0 15,0 0-15,0 0 0,0 0 0,0-25 0,0 25 0,0 0 0,0 0 16,0 0-16,0 0 0,0 0 15,0-24-15,0 24 0,0 0 0,0 0 16,0 0-16,0-25 0,0 25 0,0 0 0,0 0 0,0 0 0,0 0 0,0 0 16,0-25-16,0 25 0,-25 0 0,25 0 0,0 0 0,0 0 15,0 0-15,0 0 16,0 0-16,0-25 0,0 25 0,0 0 0,0 0 15,0 0-15,0 0 0,0 0 0,0 0 0,0 0 0,0 0 0,0-25 16,0 25-16,0 0 0,0 0 0,0 0 0,-25 0 0,25 0 0,0 0 16,0-24-1,0 24-15,0 0 0,0 0 0,0 0 0,0 0 0,0 0 16,0-25-16,0 25 0,0 0 0,0 0 0,0 0 0,0 0 0,0 0 15,0 0-15,0 0 0,0 0 0,0-25 0,0 25 0,0 0 0,0 0 16,0 0-16,0 0 0,0 0 0,-24 0 0,24 0 0,0 0 0,0 0 16,0-25-1,0 25-15,0 0 0,0 0 0,0 0 0,0 0 0,0 0 0,0 0 0,0 0 16,0 0-16,0 0 0,0 0 0,0 0 0,0 0 0,0-25 15,0 25-15,0 0 0,0 0 0,-25 0 0,25 0 0,0 0 16,0 0-16,0 0 0,0 0 0,0 0 16,0 0-16,0 0 0,0 0 0,0 0 15,0 0-15,-25 0 0,25 0 0,0-24 0,0 24 0,0 0 0,0 0 0,0 0 16,0 0-16,0 0 0,0 0 0,0 0 0,-25 0 0,25 0 15,0 0-15,0 0 16,0 0-16,0 0 0,0 0 0,0 0 0,0 0 0,0 0 0,0 0 0,0 0 16,-25 0-16,25 0 0,0 0 0,0 0 0,0 0 0,0 0 15,0 0-15,-24 0 0,24 0 16,0 0-16,0 0 0</inkml:trace>
  <inkml:trace contextRef="#ctx0" brushRef="#br0" timeOffset="216918.407">9451 13072 0,'-25'0'16,"25"-25"-16,0 25 15,0 0-15,0 0 0,0 0 0,0 0 0,0 0 0,0-25 16,0 25-16,-25 0 0,25 0 0,0 0 0,0 0 0,0 0 0,0 0 0,0 0 16,0 0-16,0 0 0,0 0 0,0 0 0,0-24 15,0 24-15,0 0 0,-25 0 16,25 0-16,0 0 0,0 0 0,0 0 0,0 0 15,0 0-15,0 0 0,0 0 0,0 0 0,0 0 0,0 0 0,0 0 16,0 0-16,0 0 0,0 0 0,0 0 0,0 0 0,0 0 16,0 0-16,0 0 0,0 0 0,-25 0 0,25 0 0,0 0 15,0 0-15,0 0 0,0 0 0,0 0 0,0 0 0,0 0 16,0 0-16,0 0 0,0 0 0,0 0 0,0 0 0,0 0 15,0 0-15,0 0 0,0 0 16,0 0-16,0 0 0,0 0 0,0 0 0,0 0 0,0 0 16,0 24-16,0-24 0,0 0 0,0 0 0,0 0 0,0 0 46,0 0 1,0 0-47,0 0 16,0 0-16,0 25 0,0-25 0,0 0 0,0 0 0,0 0 0,0 25 0,0-25 0,0 0 0,0 0 0,0 0 0,0 25 0,0-25 0,0 0 0,0 25 0,0-25 0,0 0 0,25 0 0,-25 24 0,0-24 0,0 25 0,0-25 0,0 0 0,0 25 0,0-25 0,25 0 0,-25 25 0,0-25 0,0 25 0,0-25 0,25 0 0,-25 25 0,0-25 0,0 0 0,0 24 15,0-24-15,25 0 0,-25 25 16,0-25-16,0 0 0,0 25 0,0-25 0,0 0 0,0 0 16,0 25-16,24-25 0,-24 0 0,0 25 0,0-25 0,0 0 0,0 0 15,0 24-15,0-24 0,0 0 0,0 0 0,0 25 0,0-25 16,0 0-16,0 25 15,0-25-15,25 0 0,-25 25 0,0-25 0,0 0 0,0 25 0,0-25 16,0 0-16,0 24 0,0-24 0,0 0 0,0 25 0,0-25 0,0 0 0,0 0 31,0 25-31,0-25 0,0 0 0,0 25 0,0-25 0,0 0 0,0 25 16,0-25-16,0 0 0,0 24 0,0-24 0,0 0 0,0 0 0,25 25 0,-25-25 15,0 0-15,0 25 0,0-25 0,0 0 0,0 25 0,0-25 16,0 0-16,0 25 0,0-25 0,0 0 0,0 0 16,0 24-16,25-24 0,-25 0 15,0 25-15,0-25 0,0 0 0,0 25 0,0-25 0,0 0 0,0 25 0,0-25 16,0 0-16,0 25 0,0-25 0,0 24 0,0-24 0,0 0 31,0 25-31,0-25 0,0 0 0,0 25 0,0-25 0,25 0 0,-25 25 0,0-25 0,0 0 16,0 25-16,0-25 0,0 24 0,0-24 0,0 0 15,0 25-15,0-25 0,0 0 0,0 25 16,0-25-16,0 25 0,0-25 0,0 0 0,0 25 0,0-25 0,0 24 0,0-24 15,0 0-15,0 25 0,0-25 0,0 25 0,0-25 0,0 0 16,0 25-16,0-25 0,24 25 0,-24-25 0,0 0 0,0 24 16,0-24-16,0 25 31,0-25-31,0 25 0,0-25 0,0 0 0,0 25 0,0-25 0,0 25 0,0-25 0,0 25 0,0-25 0,0 24 0,0-24 0,0 0 15,0 25-15,0-25 0,0 25 0,0-25 0,0 25 0,0-25 16,0 25-16,0-25 0,0 0 0,0 24 0,0-24 0,0 25 16,0-25-16,0 0 0,0 25 15,0-25-15,0 25 0,0-25 0,0 25 0,0-25 0,0 24 0,0-24 16,0 25-16,0-25 0,0 0 0,0 25 0,0-25 0,0 25 15,0-25-15,0 25 0,0-25 0,0 24 0,0-24 16,0 25-16,0-25 0,0 0 16,0 25-16,0-25 0,0 25 0,-24-25 0,24 25 0,0-25 15,0 0-15,0 24 0,0-24 0,0 25 0,0-25 0,0 25 0,0-25 16,0 25-16,0-25 0,0 25 0,0-25 0,0 24 0,0-24 15,0 25-15,0-25 16,0 25-16,0-25 0,0 25 0,0-25 0,0 25 0,0-25 0,0 24 16,0-24-16,0 25 0,0-25 0,0 0 0,0 25 0,0-25 15,0 25-15,0-25 0,0 25 0,0-25 0,0 24 0,0-24 0,0 25 16,0-25-16,0 25 15,0-25-15,0 0 0,0 25 0,0 0 0,0-25 0,0 25 0,0-25 16,0 24-16,0-24 0,0 25 0,0-25 0,0 25 0,0-25 16,0 25-16,0-25 0,0 25 0,0-1 0,0-24 0,0 25 15,0-25-15,0 25 0,0 0 0,0-25 16,0 25-16,0-25 0,0 24 0,0 1 15,24-25-15,-24 25 0,0-25 0,0 25 0,0 0 0,0-25 0,0 24 0,0-24 16,0 25-16,0-25 0,0 25 0,0-25 0,0 25 0,0-25 16,0 25-16,0-25 0,0 24 0,0-24 0,0 25 15,0-25-15,-24 0 0,24 25 16,0-25-16,0 0 0,0 25 0,0-25 0,0 0 0,0 25 0,0-25 15,0 0-15,0 0 0,0 24 0,0-24 0,0 0 0,0 0 16,0 0-16,0 0 0,0 25 0,0-25 0,0 0 0,0 0 0,0 0 16,0 0-1,-25 0-15,25 0 0,0 0 0,0 0 0,0 0 0,0 0 0,0 0 16,0 0-16,0 0 0,-25 0 0,25 0 0,0 0 0,0 0 0,0 0 15,0 0-15,-25 0 0,25 0 0</inkml:trace>
  <inkml:trace contextRef="#ctx0" brushRef="#br0" timeOffset="229005.0983">11261 14610 0,'0'0'16,"0"0"-16,0 0 0,0 0 15,0 0-15,0 0 0,0 0 0,0 0 0,0 0 16,0 0-16,0 0 0,0 0 0,0 0 0,0 0 0,0 0 0,0 0 16,0 0-16,0 0 0,0 0 0,0 0 0,0 0 0,0 0 15,0 0-15,0 0 0,0 0 0,0 0 0,0 0 0,0 0 16,0 0-1,0 0-15,0 0 0,0 0 0,0 0 0,0 0 0,0 0 0,0 0 16,0 0-16,0 0 0,0 0 0,0 0 0,0-25 0,0 25 0,0 0 16,0 0-16,0 0 0,0 0 0,0 0 0,0 0 0,0 0 0,0 0 15,0 0-15,0 0 0,0 0 0,0 0 0,0 0 16,0 0-16,0 0 0,0 0 0,0 0 0,0 0 15,0-25-15,0 25 0,0 0 0,0 0 16,0 0-16,0 0 0,0 0 0,0 0 0,0 0 0,0 0 16,0 0-16,0 0 0,0-24 0,0 24 15,0 0-15,0 0 0,0 0 0,0 0 16,0 0-16,0 0 0,0 0 0,0 0 0,0 0 0,0 0 0,0 0 0,0-25 0,0 25 0,0 0 15,0 0-15,0 0 16,0 0-16,0 0 0,-24 0 0,24 0 0,0 0 0,0 0 16,0 0-16,0 0 0,0 0 0,0 0 0,0-25 0,0 25 0,0 0 15,0 0-15,-25 0 0,25 0 0,0 0 0,0 0 0,0 0 16,0 0-16,0 0 15,0 0-15,0 0 0,0 0 0,0 0 0,0 0 0,-25 0 16,25 0-16,0-25 0,0 25 0,0 0 0,0 0 0,0 0 0,0 0 16,0 0-16,0 0 0,0 0 0,-25 0 0,25 0 0,0 0 0,0 0 15,0 0-15,0 0 16,0 0-16,0 0 0,0 0 0,0 0 0,0-25 0,0 25 0,-25 0 15,25 0-15,0 0 0,0 0 0,0 0 0,0 0 0,0 0 0,0 0 16,-25 0-16,25 0 0,0 0 0,0 0 0,0 0 16,-24 0-1,24 0-15,0 0 0,0-24 0,0 24 0,0 0 0,0 0 0,-25 0 0,25 0 0,0 0 16,0 0-16,0 0 0,0 0 0,0 0 0,0-25 0,0 25 0,-25 0 15,25 0 1,0 0-16,0 0 0,0 0 0,0 0 0,0 0 0,0 0 0,-25 0 16,25 0-16,0 0 0,0 0 0,0 0 0,-25-25 0,25 25 0,0 0 15,0 0-15,0 0 0,-24 0 0,24 0 0,0 0 0,0 0 16,0 0-1,-25 0-15,25 0 0,0 0 0,0 0 0,0 0 0,-25 0 0,25 0 16,0 0-16,0 0 0,0 0 0,-25 0 0,25 0 0,0 0 0,0 0 0,0 0 16,0 0-16,-25 0 0,25 0 0,0 0 0,0 0 0,0 0 15,0 0-15,0 0 0,0 0 0,-24 0 16,24 0-16,0 0 0,0 0 15,0 0-15,0 0 0,-25 0 0,25 0 0,0 0 0,0 0 0,0 0 0,0 0 16,-25 0-16,25 0 0,0 0 0,0 0 0,0 0 0,0 0 16,-25 0-16,25 0 0,0 0 15,0 0-15,0 0 0,-25 0 0,25 0 0,0 0 0,0 0 0,0 0 0,0 0 16,-24 0-16,24 25 0,0-25 0,0 0 0,0 0 0,0 0 15,-25 0-15,25 0 0,0 0 0,0 0 16,0 0-16,0 0 0,0 0 0,0 0 16,-25 0-16,25 0 0,0 0 0,0 25 0,0-25 0,0 0 15,0 0-15,0 0 0,0 0 0,-25 0 0,25 0 0,0 0 0,0 0 16,0 0-16,0 0 0,0 0 0,0 0 15,0 24-15,0-24 0,-25 0 0,25 0 0,0 0 16,0 0-16,0 0 0,0 25 0,0-25 0,0 0 0,0 0 16,0 0-16,-24 25 0,24-25 0,0 0 0,0 0 0,0 0 0,0 25 15,0-25-15,0 0 0,-25 0 0,25 0 16,0 25-16,0-25 0,0 0 0,0 0 15,0 0-15,0 24 0,0-24 0,-25 0 0,25 0 0,0 0 16,0 0-16,0 25 0,0-25 0,0 0 0,0 0 0,0 0 0,0 0 16,0 25-16,0-25 0,0 0 0,-25 0 0,25 25 0,0-25 15,0 0-15,0 0 0,0 0 16,0 25-16,0-25 0,0 0 0,0 0 0,0 24 15,0-24-15,0 0 0,0 0 0,0 0 0,0 25 0,0-25 0,0 0 16,0 0-16,0 25 0,0-25 0,0 0 0,0 0 0,0 0 0,0 25 16,0-25-16,0 0 0,0 0 0,0 0 0,0 25 15,0-25-15,0 0 16,0 0-16,0 0 0,0 24 0,0-24 0,0 0 0,0 0 0,0 0 0,0 0 15,0 0-15,0 25 0,0-25 0,0 0 0,0 0 0,0 0 0,0 0 16,25 25-16,-25-25 16,0 0-16,0 0 0,0 0 0,0 0 0,0 0 15,0 25-15,0-25 0,0 0 0,0 0 0,0 0 0,0 0 0,0 0 0,0 25 16,25-25-16,-25 0 0,0 0 0,0 0 15,0 0-15,0 0 0,0 24 0,0-24 0,0 0 16,0 0-16,0 0 0,25 0 0,-25 0 0,0 25 0,0-25 0,0 0 16,0 0-16,0 0 0,0 0 0,0 25 0,0-25 0,0 0 15,24 0-15,-24 0 16,0 0-16,0 0 0,0 25 0,0-25 0,0 0 0,25 0 0,-25 0 15,0 0-15,0 0 0,0 0 0,25 0 0,-25 0 0,0 25 16,0-25-16,0 0 0,25 0 0,-25 0 0,0 0 0,0 0 0,0 0 16,25 0-16,-25 0 0,0 0 15,0 24-15,0-24 0,0 0 0,24 0 16,-24 0-16,0 0 0,0 0 0,0 0 0,0 0 0,0 0 0,25 0 0,-25 0 15,0 0-15,0 0 0,0 0 0,25 0 0,-25 25 0,0-25 16,0 0-16,0 0 0,0 0 0,25 0 0,-25 0 0,0 0 16,0 0-16,0 0 0,0 0 15,25 0-15,-25 0 0,0 25 0,0-25 0,0 0 0,0 0 0,0 0 31,24 0-31,-24 0 0,0 0 0,0 0 0,0 0 0,0 0 0,0 0 0,25 0 0,-25 0 0,0 0 0,0 0 0,0 0 16,25 0 0,-25 0-16,0 0 0,0 0 0,0 0 0,25 0 0,-25 0 0,0 0 15,0 0-15,0 0 0,0 0 0,0 0 0,0 0 0,25 0 16,-25 0-16,0 0 0,0 0 0,0 0 0,0 0 0,0 0 0,24 0 15,-24 0-15,0 0 0,0 0 0,0 0 0,25 0 0,-25 0 16,0 0 0,0 0-16,0 0 0,25 0 0,-25 0 0,0 0 0,0 0 0,0 0 0,25 0 0,-25 0 0,0 0 15,0 0-15,0 0 0,0 0 0,0 0 0,25 0 16,-25 0-16,0 0 0,0 0 0,0 0 15,0-25-15,0 25 0,24 0 0,-24 0 16,0 0-16,0 0 0,0 0 0,0 0 0,0 0 0,25 0 16,-25 0-16,0 0 0,0 0 0,0-25 0,0 25 0,25 0 0,-25 0 15,0 0-15,0 0 0,25 0 0,-25 0 0,0-24 0,0 24 16,0 0-16,25 0 0,-25 0 0,0 0 0,0 0 15,0 0-15,0 0 16,25 0-16,-25-25 0,0 25 0,0 0 0,0 0 0,0 0 0,0 0 16,0 0-16,24 0 0,-24 0 0,0 0 0,0-25 0,0 25 0,0 0 0,0 0 15,25 0-15,-25 0 0,0-25 0,0 25 16,0 0-16,0 0 0,0 0 15,25 0-15,-25 0 0,0-25 0,0 25 0,0 0 0,0 0 0,0 0 16,0 0-16,25 0 0,-25-24 0,0 24 0,0 0 0,0 0 0,0 0 16,0 0-16,0-25 0,0 25 0,0 0 15,25 0-15,-25 0 0,0 0 16,0-25-16,0 25 0,0 0 0,0 0 0,0 0 0,0 0 0,0-25 0,0 25 0,0 0 15,0 0-15,0 0 0,0 0 0,0-25 0,0 25 0,0 0 16,24 0-16,-24 0 0,0-24 0,0 24 0,0 0 16,0-25-16,0 25 15,0 0-15,0 0 0,0-25 0,0 25 0,0 0 0,0-25 0,0 25 16,0 0-16,0 0 0,0-25 0,0 25 0,0 0 0,0 0 0,0-24 31,0 24-31,0 0 0,0 0 0,0 0 0,0 0 0,0-25 0,-24 25 0,24 0 0,0 0 0,0 0 0,0-25 16,0 25-16,0 0 0,0 0 0,0 0 0,-25-25 0,25 25 15,0 0 1,0 0-16,0 0 0,-25-25 0,25 25 0,0 0 0,0 0 0,-25 0 15,25 0-15,0-24 0,0 24 0,-25 0 0,25 0 0,0 0 0,0 0 16,0-25-16,-24 25 0,24 0 0,0 0 0,0 0 0,-25 0 16,25 0-16,0-25 0,0 25 15,0 0-15,0 0 0,0 0 0,0 0 0,0 0 0,0 0 16,-25 0-16,25 0 0,0 0 0,0 25 0,0-25 0,-25 0 15,25 0-15,0 0 0</inkml:trace>
  <inkml:trace contextRef="#ctx0" brushRef="#br0" timeOffset="234795.4293">10418 15007 0,'0'0'0,"0"0"0,0 0 16,0 0-16,0 0 0,0 0 0,0 0 0,0 0 0,0 0 15,0 0-15,0 0 0,0 0 0,0 0 0,0 0 0,0 0 16,0 0-16,0 0 0,0-25 0,0 25 0,0 0 0,0 0 15,0 0-15,0 0 16,0 0-16,0 0 0,0 0 0,0 0 0,0 0 0,0 0 16,0 0-16,0 0 0,0 0 0,0 0 0,0 0 0,0 0 0,0 0 15,0 0-15,0 0 0,0 0 0,0 0 0,0 0 0,0-25 0,0 25 16,0 0-16,0 0 0,0 0 0,0 0 15,0 0-15,0 0 0,0 0 16,0 0-16,0 0 0,-25 0 0,25 0 0,0 0 0,0 0 0,0 0 0,0 0 0,0 0 16,0 0-16,0 0 0,0 0 0,0 0 0,-25 0 15,25 0-15,0 0 0,0 0 0,0 0 0,0 0 16,0 0-16,0 0 0,-24 0 0,24 0 15,0 0-15,0 0 0,0 0 0,-25 0 0,25 0 0,0-25 0,0 25 16,0 0-16,0 0 0,-25 0 0,25 0 0,0 0 0,0 0 16,0 0-16,0 0 0,0 0 0,-25 0 15,25 0-15,0 0 0,0 0 16,0 0-16,0 0 0,0 0 0,0 0 0,0 0 0,0 0 0,0 0 15,0 0-15,0 0 0,0 0 0,0 0 0,0 0 0,0 0 16,0 0-16,0 0 0,0 0 16,0 0-16,0 0 0,0 0 0,0 0 0,0 0 0,0 0 0,0 0 0,0 0 15,0 0-15,0 0 0,0 0 0,25 0 0,-25 0 0,0 0 0,0 25 16,0-25-16,0 0 15,0 0-15,0 0 0,0 25 0,0-25 0,0 0 0,0 25 16,0-25-16,0 0 0,0 25 0,0-25 0,0 0 0,0 24 16,25-24-16,-25 0 0,0 25 0,0-25 0,0 25 0,0-25 0,0 0 0,0 25 15,0-25-15,0 25 16,0-25-16,0 24 0,0-24 0,0 0 0,0 25 15,0-25-15,0 25 0,25-25 0,-25 25 0,0-25 0,0 0 0,0 25 0,0-25 16,0 24-16,0-24 0,0 0 0,0 25 0,0-25 0,0 0 16,0 25-16,0-25 0,0 0 0,0 25 15,0-25-15,0 0 0,0 25 16,0-25-16,0 0 0,0 25 0,0-25 0,0 0 0,0 24 0,0-24 15,0 0-15,0 0 0,0 25 0,0-25 0,0 0 0,0 25 0,0-25 32,0 0-32,0 0 15,0 25-15,0-25 0,0 0 0,0 0 0,0 0 0,0 25 0,0-25 0,0 0 0,0 0 0,0 0 0,0 0 0,0 0 0,0 24 0,0-24 16,0 0-16,0 0 0,0 0 0,0 0 0,0 0 0,0 0 0,0 0 15,0 0-15,0 25 0,0-25 0,0 0 0,24 0 16,-24 0-16,0 0 16,0 0-16,0 0 0,0 0 0,0 0 0,0 25 0,0-25 0,0 0 15,25 0-15,-25 0 0,0 0 0,0 0 0,0 0 0,25 25 16,-25-25-16,0 0 0,0 0 0,0 0 0,25 0 0,-25 0 15,0 0-15,0 0 0,25 25 0,-25-25 0,0 0 16,24 0-16,-24 0 0,0 0 0,0 0 16,25 0-16,-25 0 0,0 0 0,0 0 0,25 0 0,-25 0 15,0 0-15,0 24 0,25-24 0,-25 0 0,0 0 0,0 0 0,0 0 16,0 0-16,0 0 15,0 0-15,0 0 0,0 0 0,0 0 0,-25 0 0,25 0 0</inkml:trace>
  <inkml:trace contextRef="#ctx0" brushRef="#br0" timeOffset="238708.6533">10864 13940 0,'0'0'0,"0"0"15,0 0-15,0 0 0,0 0 0,0-25 0,0 25 16,0 0-16,0 0 16,0 0-16,0 0 0,0 0 0,0 0 0,0 0 0,0-24 0,0 24 0,0 0 15,0 0-15,0 0 0,0 0 0,0 0 0,0 0 0,0 0 0,0 0 16,0 0-16,0-25 15,0 25-15,0 0 0,0 0 0,0 0 0,0 0 16,0 0-16,0 0 0,0 0 0,0 0 0,0 0 0,0 0 0,0 0 0,0 0 16,0 0-16,0 0 0,0 0 0,0 0 0,0 0 15,0 0-15,0 0 0,0 0 0,0 0 0,0 0 0,0 0 0,0 0 16,0 0-1,0 0-15,0-25 0,0 25 0,0 0 0,0 0 0,0 0 0,0 0 0,0 0 16,0 0-16,0 0 0,0 0 0,0 0 0,0 0 0,0 0 16,0 0-16,0 0 0,0 0 0,0 0 0,0 0 0,0 0 15,0 0-15,0 0 16,0 0-16,0 0 0,0 0 0,0 0 0,0 0 0,0 0 15,0 0-15,0 0 0,0 25 0,0-25 0,0 0 0,0 0 0,0 0 16,0 0-16,0 0 0,0 25 0,0-25 0,0 0 0,0 24 0,0-24 16,0 0-1,0 25-15,0-25 0,0 0 0,0 25 0,0-25 0,0 25 0,0-25 16,0 0-16,0 25 0,0-25 0,0 24 0,0-24 0,0 25 15,0-25-15,25 0 0,-25 25 0,0-25 0,0 25 16,0-25-16,0 0 0,0 25 0,25-25 0,-25 0 0,0 24 0,0-24 16,0 25-16,0-25 0,0 0 0,25 25 0,-25-25 0,0 25 15,0-25-15,0 25 0,0-25 0,0 0 0,25 24 0,-25-24 16,0 25-16,0-25 0,0 0 15,0 25-15,0-25 0,0 25 0,0-25 0,0 0 0,24 25 0,-24-25 0,0 25 16,0-25-16,0 0 0,0 24 0,0-24 0,0 25 16,0-25-16,0 0 0,0 25 15,0-25-15,0 0 0,0 25 0,0-25 0,0 25 16,0-25-16,0 0 0,0 24 0,0-24 0,25 25 0,-25-25 15,0 25-15,0-25 0,0 25 0,0-25 0,0 25 0,0-25 0,0 24 16,0-24-16,0 25 0,0-25 0,0 25 0,25-25 0,-25 25 16,0-25-16,0 25 46,0-25-46,0 24 0,0-24 0,0 25 0,0-25 16,0 0-16,0 25 0,0-25 0,0 25 0,0-25 0,0 25 0,0-25 0,25 24 0,-25-24 0,0 25 0,0-25 0,0 0 0,0 25 0,0-25 0,0 25 0,0-25 0,0 25 0,0-25 0,0 24 0,0-24 16,0 25-16,0-25 15,0 25-15,0-25 0,0 25 0,0-25 0,0 25 0,0-25 16,0 0-16,0 24 0,0-24 0,0 25 0,0-25 0,0 25 0,0-25 0,0 25 15,0-25-15,0 25 0,0-25 0,0 0 0,0 24 0,0-24 16,0 25 0,0-25-16,0 25 0,0-25 0,0 25 0,0-25 0,0 0 15,0 25-15,0-25 0,0 25 0,0-25 0,0 0 0,0 24 0,0-24 0,0 25 16,0-25-16,0 25 0,0-25 15,0 0-15,0 25 0,0-25 0,0 0 0,0 25 0,0-25 0,0 24 0,0-24 16,0 0-16,0 25 0,0-25 0,0 0 0,-25 25 0,25-25 16,0 0-16,0 25 0,0-25 0,0 0 0,0 25 0,0-25 15,0 0-15,0 0 0,0 24 16,0-24-16,0 0 0,0 0 0,0 0 0,0 0 15,0 25-15,0-25 0,0 0 0,0 0 0,0 0 0,0 0 0,0 0 0,0 0 16,0 0-16,-25 0 0,25 0 0,0 0 16,0 0-16,0 0 15,0 0-15,0 0 0,0 0 0,0-25 0,-25 25 0,25 0 0,0 0 0</inkml:trace>
  <inkml:trace contextRef="#ctx0" brushRef="#br0" timeOffset="245394.0357">13915 15553 0,'0'0'0,"0"0"0,0-25 0,0 25 16,0 0-16,0 0 0,0 0 0,0 0 0,0 0 0,0 0 15,0 0-15,0 0 0,0 0 0,0 0 0,25 0 0,-25 0 16,0-25-16,0 25 16,0 0-16,0 0 0,0 0 0,0 0 0,0 0 0,0 0 15,0 0-15,0 0 0,0 0 0,25 0 0,-25 0 0,0 0 0,0 0 16,0 0-16,0 0 0,0 0 0,0 0 0,0 0 0,0 0 15,0 0-15,0 0 0,0 0 0,-25 0 0,25 0 0,0 0 0,0 0 16,0 0-16,0 0 0,0 0 0,0 0 0,0 0 16,0 0-16,0 0 0,0 0 15,0 0-15,0 0 0,0 0 0,-25 0 0,25 0 0,0 0 0,0 0 16,0 0-16,0-25 0,0 25 0,0 0 0,0 0 0,0 0 15,0 0-15,0 0 0,0 0 0,0 0 0,0 0 16,0 0-16,0 0 0,0 0 16,0 0-16,0 0 0,0-25 0,0 25 0,0 0 15,0 0-15,0 0 0,0 0 0,-24 0 0,24 0 0,0 0 0,0 0 0,0 0 16,0-24-16,0 24 0,-25 0 0,25 0 0,0 0 0,0 0 15,0 0-15,0 0 16,-25 0-16,25 0 0,0 0 0,0 0 0,0 0 0,-25 0 0,25 0 16,0 0-16,0 0 0,0 0 0,0 0 0,-25 0 0,25 0 15,0 0-15,0 0 0,-24 0 0,24 0 0,0 0 0,0 0 0,0 0 16,-25 0-16,25 0 0,0 0 0,0 0 0,-25 0 15,25 0-15,0 0 16,0 0-16,-25 0 0,25 0 0,0 0 0,0 0 0,0 24 0,-25-24 0,25 0 16,0 0-16,0 0 0,-24 0 0,24 0 0,0 25 0,0-25 15,0 0-15,0 0 16,0 0-16,-25 0 0,25 25 0,0-25 0,0 0 0,0 0 15,0 0-15,0 25 0,0-25 0,0 0 0,0 0 0,-25 25 0,25-25 0,0 0 32,0 0-32,0 24 15,0-24-15,0 0 0,0 25 0,0-25 0,0 0 0,0 0 0,0 25 0,0-25 0,0 25 0,0-25 0,0 0 0,0 25 0,0-25 0,0 0 16,0 24-16,0-24 0,0 0 0,0 25 0,0-25 0,0 0 15,-25 25-15,25-25 0,0 0 16,0 25-16,0-25 0,0 0 0,0 25 0,0-25 0,0 0 16,0 24-16,25-24 0,-25 0 0,0 25 0,0-25 0,0 0 0,0 25 15,0-25 1,0 0-16,0 25 0,0-25 0,0 0 0,0 0 0,0 25 0,0-25 15,0 0-15,0 24 0,0-24 0,25 0 0,-25 0 0,0 25 0,0-25 16,0 0-16,0 25 0,0-25 0,25 0 0,-25 0 0,0 25 0,0-25 16,0 0-16,24 25 0,-24-25 0,0 0 0,0 0 0,0 24 15,25-24 1,-25 0-16,0 0 0,0 0 0,25 25 0,-25-25 0,0 0 0,0 0 0,25 0 15,-25 25-15,0-25 0,25 0 0,-25 0 0,24 0 0,-24 0 0,0 0 16,25 0-16,-25 25 0,0-25 0,25 0 0,-25 0 0,25 0 16,-25 0-1,0 0-15,25 0 0,-25 0 0,0 0 0,0 0 0,24 0 16,-24 25-16,0-25 0,25 0 0,-25 0 0,0 0 0,0 0 0,25 0 15,-25 0-15,0 0 0,0 0 0,0 0 0,25 0 0,-25 0 0,0 0 16,0 0-16,25 0 0,-25 24 0,0-24 0,24 0 0,-24 0 16,0 0-16,0 0 0,25 0 15,-25 0-15,0 0 0,25 0 0,-25 0 0,0 0 0,25 0 16,-25 0-16,0 0 0,25 0 0,-25 0 0,0-24 0,24 24 0,-24 0 0,0 0 15,25 0-15,-25 0 0,25 0 0,-25 0 0,0 0 0,25 0 16,-25 0 0,0 0-16,25 0 0,-25 0 0,0 0 0,24 0 0,-24-25 0,0 25 15,0 0-15,25 0 0,-25 0 0,0 0 0,0 0 0,25 0 0,-25 0 16,0 0-16,0 0 0,0 0 0,25 0 0,-25 0 0,0 0 15,0 0-15,0-25 16,0 25-16,25 0 0,-25 0 0,0 0 0,0 0 0,0 0 0,0 0 16,25-25-16,-25 25 0,0 0 0,0 0 0,0 0 0,24 0 0,-24-25 15,0 25-15,0 0 0,25 0 0,-25 0 0,0 0 0,0 0 16,0 0-16,25-24 0,-25 24 0,0 0 0,0 0 15,0 0-15,0 0 0,0 0 0,25-25 0,-25 25 16,0 0-16,0 0 0,0 0 0,0-25 0,0 25 16,0 0-16,0 0 0,0 0 0,0-25 0,0 25 0,0 0 0,0 0 15,0 0-15,25-25 0,-25 25 0,0 0 0,0-24 0,0 24 16,0 0-1,0 0-15,0 0 0,0-25 0,0 25 16,0 0-16,0 0 0,0-25 0,0 25 0,0 0 0,0 0 0,0 0 0,-25-25 0,25 25 0,0 0 0,0 0 16,0 0-16,0-25 0,0 25 15,0 0-15,0 0 0,0 0 0,-25-24 0,25 24 0,0 0 0,0 0 16,0-25-16,0 25 0,0 0 0,0 0 0,-25-25 0,25 25 0,0 0 15,0 0-15,0 0 0,0-25 16,0 25-16,0 0 0,0 0 0,-25 0 0,25-25 0,0 25 16,0 0-16,0 0 0,0 0 0,0-24 0,0 24 0,0 0 0,0 0 15,-24 0-15,24-25 0,0 25 0,0 0 0,0 0 16,0 0-16,0-25 0,0 25 0,0 0 0,0 0 0,0 0 15,0-25-15,0 25 16,-25 0-16,25 0 0,0 0 0,0-25 0,0 25 0,0 0 16,0 0-16,0 0 0,0-24 0,-25 24 0,25 0 0,0 0 0,0 0 0,0-25 15,0 25-15,-25 0 0,25 0 0,0 0 0,0-25 0,0 25 16,-25 0-1,25 0-15,0 0 0,0-25 0,-25 25 0,25 0 0,0 0 0,-24-25 16,24 25-16,0 0 0,-25 0 0,25-24 0,0 24 0,-25 0 0,25 0 16,-25-25-16,25 25 0,0 0 0,-25 0 0,25-25 0,-24 25 15,24 0-15,0 0 0,-25 0 0,25-25 0,-25 25 0,25 0 16,-25 0-16,25 0 15,-25 0-15,25 0 0,-24 0 0,24 0 0,-25 0 0,25 0 16,-25 0-16,0 0 0,25 25 0,-25-25 0,1 0 0,-1 0 0,25 25 0,-25-25 16</inkml:trace>
  <inkml:trace contextRef="#ctx0" brushRef="#br0" timeOffset="250876.3493">17760 14039 0,'0'0'0,"0"0"0,0 0 16,0-24-16,-25 24 0,25 0 0,0 0 0,0 0 0,0 0 16,0 0-16,0-25 0,-24 25 0,24 0 0,0 0 0,0 0 0,0 0 15,0 0-15,0 0 0,0 0 0,0 0 0,0 0 0,0 0 16,0 0-16,0 0 15,0 0-15,0 0 0,0 0 0,0 0 0,0 0 0,0 0 16,0 0-16,0 25 0,0-25 0,0 0 0,0 0 0,0 24 16,0-24-16,0 25 0,0-25 0,0 25 0,0-25 0,0 25 0,0-25 15,0 25-15,0-25 0,0 24 0,0 1 0,0-25 16,0 25-16,0 0 0,0-25 15,0 25-15,0-25 0,0 24 0,0 1 0,0-25 0,0 25 0,0-25 0,0 25 16,0 0-16,-25-25 0,25 25 0,0-25 0,0 24 0,0-24 16,0 25-16,-25-25 0,25 25 0,0-25 0,0 25 15,0-25-15,0 25 16,-25-25-16,25 24 0,0-24 0,0 0 0,0 25 0,0-25 0,0 0 0,0 0 15,-25 25-15,25-25 0,0 0 0,0 0 0,0 0 0,0 0 16,0 25-16,0-25 0,0 0 0,0 0 0,0 0 0,0 0 16,0 0-16,0 0 15,0-25-15,0 25 0,0 0 0,25 0 0,-25 0 0,0-25 0,0 25 16</inkml:trace>
  <inkml:trace contextRef="#ctx0" brushRef="#br0" timeOffset="251448.382">17785 14089 0,'0'0'0,"0"0"0,0 0 16,0 0-16,25 0 0,-25-25 0,0 25 15,0 0-15,0 0 0,25 0 0,-25 0 0,0 0 0,0 0 0,24 0 16,-24 0-16,0 0 0,25 0 0,-25 25 0,0-25 0,25 0 16,-25 0-1,0 0-15,25 25 0,-25-25 0,0 0 0,25 0 0,-25 25 0,0-25 16,0 0-16,24 24 0,-24-24 0,0 25 0,0-25 0,0 25 0,0-25 0,0 25 15,-24-25-15,24 25 0,0-1 0,0-24 0,-25 25 16,25-25-16,0 25 16,-25-25-16,25 25 0,0-25 0,-25 25 0,25-25 0,-25 25 0,25-25 15,0 0-15,-24 0 0,24 24 0,0-24 0,0 0 0,0 0 16,0 0-16,-25 0 0,25 0 0,0 0 0,0 0 0,0 0 0,0 0 15,0 0 1,0 0-16,25 0 0,-25 0 0,0 0 0,0 0 0,24 0 16,-24-24-16,0 24 0,25 0 0,-25 0 0,0 0 0,25 0 0,-25 0 0,25 0 15,-25-25-15,25 25 0,-25 0 0,0 25 0,24-25 0,-24 0 16,25 0-16,-25 0 15,25 24-15,-25-24 0,0 0 0,0 25 0,25-25 0,-25 0 16,0 25-16,0-25 0,0 25 0,0-25 0,0 25 0,0-25 0,0 24 0,0-24 0,-25 25 16,25-25-16,0 25 0,0-25 15,-25 25-15,25-25 0,0 25 0,-25-25 0,25 24 0,-24-24 16,24 25-16,-25-25 0,25 0 0,-25 0 0,25 25 0,-25-25 0,0 0 15,25 0-15,-24 0 0,24 0 0,-25 0 0,25 0 16,0 0-16,-25 0 16,25 0-16,-25 0 0,25 0 0,0 0 0,0 0 0,0 0 0,0-25 15,0 25-15,0 0 0,0 0 0,0 0 0,0-25 0,0 25 0,0 0 16,0-24-16,25 24 0,-25 0 0,25-25 0,-25 25 0,0 0 15,25-25-15,-1 25 16,-24-25-16,25 25 0,-25 0 0</inkml:trace>
  <inkml:trace contextRef="#ctx0" brushRef="#br0" timeOffset="251673.3949">18380 14461 0,'0'0'0,"0"0"0,0 0 15,0 0-15,0 0 0,0 0 0,0 0 0,0 0 0,25 0 16,-25 0-16,0 0 0,0 0 0,25 0 0,-25 0 15,0 0-15,25 0 0,-25 0 0,24 0 0,-24 0 16,25 0-16,0 0 0,-25 0 0,25 0 0,-25 0 16,25 0-16,-25 0 0,25 0 0,-25 25 0,24-25 0,-24 0 15,0 0-15,25 0 0,-25 0 0</inkml:trace>
  <inkml:trace contextRef="#ctx0" brushRef="#br0" timeOffset="252110.4199">18430 14784 0,'0'0'0,"0"0"0,-25 0 0,25 0 0,0 0 0,0 0 16,0 0-16,25 0 0,-25 0 0,0 0 0,0 0 16,25 0-16,-25 0 0,24 0 0,-24 0 0,25 0 15,0 0-15,-25 0 0,25-25 0,0 25 0,0 0 0,-25 0 16,24 0-16,1 0 0,0 0 0,-25 0 0,25 0 15,0 0-15,-1 0 0</inkml:trace>
  <inkml:trace contextRef="#ctx0" brushRef="#br0" timeOffset="252931.4668">20117 13891 0,'0'0'0,"0"0"0,0 0 0,0 0 0,0 0 0,0 0 16,0 0-16,0 0 0,0-25 0,-25 25 0,25 0 0,0 0 16,0 0-16,0 0 0,0 0 0,0 0 0,0 0 15,0-25-15,0 25 0,0 0 0,0 0 0,-25 0 16,25 0-16,0 0 0,0-25 0,0 25 0,-25 0 0,25 0 15,0 0-15,0-25 0,0 25 0,-25 0 0,25 0 16,0 0-16,-24-24 0,24 24 0,0 0 0,-25 0 0,25 0 16,0 0-16,-25-25 0,25 25 0,0 0 0,-25 0 15,25 0-15,-25 0 0,25 0 0,0 0 0,-24 0 0,24 0 16,0 0-16,-25-25 0,25 25 0,0 0 0,0 0 15,0 0-15,-25 0 0,25 0 0,0 0 0,0 0 16,0 0-16,0 0 0,0 0 0,0 0 0,0 0 16,0 0-16,0 0 0,0 0 15,0 25-15,0-25 0,0 0 0,0 0 0,0 0 0,0 0 0,0 0 16,0 25-16,0-25 0,0 0 0,-25 24 0,25-24 0,0 0 0,0 25 15,0-25-15,0 25 0,0-25 16,0 25-16,0-25 0,0 25 0,0-1 0,0-24 16,-25 25-16,25 0 0,0 0 0,0-25 0,0 25 0,0-1 15,0 1-15,0 0 0,0-25 0,-24 25 0,24 0 0,0-1 0,0 1 16,0-25-16,0 25 0,0 0 0,0 0 0,0-1 0,0 1 15,0 0-15,0-25 0,0 25 16,-25 0-16,25 0 0,0-1 0,0 1 0,0 0 0,0 0 31,0 0-31,0-1 16,0 1-16,0 0 0,0 0 0,0 0 0,0-1 0,0 1 0,0 0 0,0 0 0,0 0 0,-25-1 0,25-24 0,0 25 0,0 0 0,0 0 0,0 0 0,0-1 15,0-24-15,-25 25 0,25 0 0,0 0 0,0 0 16,0-25 0,0 24-16,0 1 15,0-25-15,-25 25 0,25 0 0,0-25 0,0 25 0,0-25 0,0 24 16,0-24-16,0 25 0,-24-25 0,24 25 0,0-25 0,0 25 0,0-25 0,0 0 0,0 25 0,0-25 15,-25 0-15,25 0 0,0 24 0,0-24 0,0 0 0,0 0 16,0 25-16,0-25 0,0 0 0,0 0 0,-25 0 0,25 25 0,0-25 16,0 0-16,0 0 0,0 0 0,0 0 0,0 0 15,0 0-15,0 0 0,0 0 16,0 0-16,0 0 0,0 0 0,0 25 0,25-25 0,-25 0 15,0 0-15,0 0 0,0 0 0,0 0 0,0 0 0,0 0 0,0 0 16,0 25-16,0-25 0,0 0 0,0 0 0,0 0 0,0 0 16,0 0-1,0 0-15,0 0 0,0 0 0,0 25 0,0-25 0,0 0 0,25 0 16,-25 0-16,0 0 0,0 0 0,0 0 0,0 0 0,0 0 0,0 0 0,0 0 15,0 0-15,0 0 0,24 0 0,-24 0 0,0 0 16,0 24-16,0-24 16,0 0-16,25 0 0,-25 0 0,0 0 0,0 0 0,25 0 0,-25 0 0,0 0 0,0 0 15,0 0-15,25 0 0,-25 0 0,0 0 0,0 0 0,0 0 16,25 0-16,-25 0 0,0 0 0,0 0 0,24 0 15,-24 0-15,0 0 16,25 25-16,-25-25 0,0 0 0,25 0 0,-25 0 0,0 0 16,25 0-16,-25 0 0,25 0 0,-25 0 0,24 0 0,-24 25 0,25-25 15,-25 0-15,25 0 0,-25 0 0,25 0 0,-25 0 0,0 0 0,25 0 16,-25 0-16,24 0 0,-24-25 0,0 25 0,25 0 0</inkml:trace>
  <inkml:trace contextRef="#ctx0" brushRef="#br0" timeOffset="253898.5222">20737 13915 0,'0'0'0,"0"0"0,0 0 0,-25 0 16,25 0-16,0 0 0,0 0 0,0 0 16,0 0-16,0 0 0,0 0 0,0 0 0,0 0 0,0 0 0,0 0 0,0 0 15,0 0-15,0 0 0,25 0 0,-25 0 0,0 0 0,0 0 16,0 0-1,0 0-15,0 0 0,0 0 0,0 0 0,0 0 0,0 0 0,25 0 16,-25-24-16,0 24 0,0 0 0,0 0 0,0 0 0,24-25 0,-24 25 31,0 0-31,0 0 0,0-25 0,0 25 0,25 0 0,-25-25 0,0 25 0,0 0 0,0-25 0,0 25 0,0 0 0,25-24 16,-25 24-16,0 0 0,0-25 0,0 25 0,0 0 15,0-25-15,0 25 0,0 0 0,0-25 0,0 25 0,0 0 16,0-25-16,0 25 16,25 0-16,-25 0 0,0 0 0,0 0 0,0 0 0,0 0 15,0 0-15,0 0 0,0 0 0,0 0 0,0 0 16,0 0-16,0 0 0,0 0 0,0 0 0,0 0 0,0 0 0,0 0 15,0 25-15,0-25 0,0 0 0,0 25 0,0-25 0,0 25 16,0 0-16,0-25 0,0 24 0,0 1 0,0-25 0,0 25 16,0 0-16,0-25 15,0 25-15,0-1 0,0-24 0,0 25 0,0 0 0,0-25 16,0 25-16,0-25 0,0 25 0,0-25 0,0 24 0,0-24 0,0 0 15,0 25-15,0-25 0,0 0 0,0 25 0,0-25 0,0 0 0,0 0 16,0 0-16,0 0 0,0 25 16,0-25-16,0 0 0,0 0 0,0 0 0,0 0 15,0 0-15,0 0 0,0 0 0,0 0 0,0 0 0,0 0 0,0 0 0,0 0 16,0 0-16,0 0 0,0 0 0,0 0 0,0 0 15,-25 0-15,25 0 0,0 0 0,0 0 0,0 0 0,0-25 16,0 25-16,0 0 0,0 0 0,0 0 16,0 0-16,0 0 0</inkml:trace>
  <inkml:trace contextRef="#ctx0" brushRef="#br0" timeOffset="254777.5724">22002 13816 0,'-25'0'0,"25"0"15,0 0-15,0 0 0,0 0 0,0-25 0,0 25 0,0 0 16,0 0-16,0 0 15,0 0-15,-25 0 0,25-24 0,0 24 0,0 0 0,0 0 16,0 0-16,0 0 0,0-25 0,0 25 0,0 0 0,0 0 0,0 0 16,0 0-16,25-25 0,-25 25 0,0 0 0,0 0 0,0 0 15,0 0-15,0 0 0,25-25 0,-25 25 0,0 0 0,0 0 16,25 0-1,-25 0-15,0 0 0,0 0 0,24 0 0,-24 0 0,0 0 0,0 0 0,25 0 0,-25 0 0,0 0 16,0 0-16,0 0 31,0 0-31,0 0 0,0 0 0,0 25 0,0-25 0,0 0 0,0 25 0,0-25 0,0 25 0,0-25 16,0 0-16,-25 24 0,25-24 0,0 25 0,0-25 0,-24 25 0,24-25 15,0 25-15,0-25 0,-25 0 0,25 25 0,0-25 0,-25 0 16,25 24-16,0-24 0,0 0 0,0 0 0,-25 25 0,25-25 0,0 0 16,0 0-16,0 0 0,0 0 0,0 0 0,0 0 0,0 0 15,0 0-15,0 0 0,0 0 0,0 0 16,25 0-16,-25 0 0,0 0 15,0 0-15,0 0 0,25 0 0,-25 0 0,0 0 0,25 0 0,-25 0 16,0 0-16,24 0 0,-24 0 0,0 0 0,25 0 0,-25 0 0,0 0 16,25 0-16,-25 0 0,0 0 0,0 25 0,25-25 15,-25 0-15,0 25 0,0-25 0,25 0 16,-25 25-16,0-25 0,0 0 0,0 24 0,0-24 0,0 0 15,0 25-15,0-25 0,0 0 0,0 0 0,0 25 0,-25-25 16,25 0-16,0 0 0,0 0 0,-25 25 0,25-25 0,0 0 16,-25 0-16,25 0 15,-25 0-15,25 0 0,0 0 0,-24 0 0,24 0 0,-25 0 16,25 0-16,0 0 0,-25 0 0,25 0 15,0 0-15,-25 0 0,25 0 0,0 0 0,0 0 0,0 0 0,-25 0 0,25 0 16,0 0-16,0 0 0,0 0 0,0 0 0,25 0 0,-25-25 16,0 25-16,0 0 0,0 0 0,25 0 0,-25 0 0,25 0 0,-25 0 15,25 0-15,-25-25 0</inkml:trace>
  <inkml:trace contextRef="#ctx0" brushRef="#br0" timeOffset="255366.6061">23515 13791 0,'0'0'0,"25"0"15,-25 0-15,0-24 0,-25 24 0,25 0 0,0 0 0,0 0 16,0 0-16,0 0 0,0 0 0,0 0 0,0 0 0,0 0 0,0 0 16,0 0-16,0 0 0,0 0 0,0 0 0,0 24 15,0-24-15,0 0 0,0 0 0,-25 0 0,25 0 0,0 0 16,0 25-16,0-25 0,0 0 0,0 0 0,-25 0 15,25 25-15,0-25 0,0 0 0,0 25 0,-25-25 16,25 0-16,0 0 0,0 25 0,-24-25 0,24 0 0,0 24 0,0-24 16,0 0-16,0 0 15,-25 25-15,25-25 0,0 0 0,0 0 0,0 25 16,0-25-16,0 0 0,0 0 0,0 0 0,0 0 0,0 0 15,0 25-15,0-25 0,0 0 0,0 0 0,0 0 0,0 0 0,0 0 0,0 0 16,0 0-16,0 0 0,25 0 0,-25 25 0,0-25 0,0 0 31,0 0-31,24 0 0,-24 0 0,0 0 0,0 0 0,25 0 0,-25 0 0,25 0 0,-25 0 0,0 0 16,25 0-16,-25 0 0,25 0 0,-25 0 0,24 0 15,-24 0-15,25 0 0,-25 0 16,0 0-16,25 0 0,-25 0 0,0 0 0,25 0 0,-25 0 16,0 0-16,25 0 0,-25 0 0,0 0 0,0 0 0,24 0 15,-24 0-15,0 0 0,0 0 0,0 0 0,25 0 0,-25 0 0,0 0 16,0 0-16,0 0 0,0 0 0,0 0 0,0 0 0,0 0 15,0 0-15,0-25 16,0 25-16,0 0 0,0 0 0,0 0 0,0-25 0,0 25 0,0 0 16,0 0-16</inkml:trace>
  <inkml:trace contextRef="#ctx0" brushRef="#br0" timeOffset="255589.6189">23688 13791 0,'0'-24'0,"0"24"16,0 0-16,0 0 0,0 0 0,0 0 0,0 0 16,0 0-16,0 0 0,0 0 0,0 0 0,0 0 15,0 0-15,0 0 0,0 24 0,0-24 0,0 0 0,0 25 16,0-25-16,-24 25 0,24-25 0,0 25 0,0-25 15,0 25-15,0-1 0,0-24 0,-25 25 0,25 0 16,0-25-16,0 25 0,0 0 0,0-1 0,0-24 0,0 25 16,0 0-16,0 0 0,0-25 0,0 25 0,0-1 15,0-24-15,0 25 0,0 0 0,0-25 16,0 25-16,0-25 0,0 25 0,0-25 0,0 24 15,0-24-15,0 0 0,0 25 0,0-25 0,0 0 0</inkml:trace>
  <inkml:trace contextRef="#ctx0" brushRef="#br0" timeOffset="256508.6715">24854 13543 0,'0'0'0,"0"0"0,0 0 16,0 0-16,0 0 0,0 0 0,0 0 0,0 0 0,0 0 16,0 0-16,0 0 0,0 0 0,0 0 0,0 0 15,0 0-15,0 0 0,0 0 0,0 0 16,0 0-16,0 0 0,0 0 0,0 0 15,0 0-15,0 25 0,0-25 0,0 0 0,-25 0 0,25 25 16,0-25-16,0 0 0,0 25 0,0-25 0,0 25 0,-24-25 16,24 0-16,0 24 0,0-24 0,0 0 0,0 25 0,0-25 0,-25 25 15,25-25-15,0 0 0,0 25 0,0-25 0,0 0 0,0 0 31,0 25-31,0-25 0,0 0 0,0 0 0,0 0 0,0 0 0,0 24 0,0-24 16,0 0-16,0 0 0,0 0 0,0 0 0,25 0 16,-25 0-16,0 0 0,0 0 0,24 25 0,-24-25 0,0 0 15,0 0-15,25 0 0,-25 0 0,0 0 0,25 0 0,-25 0 16,0 0-16,25 25 0,-25-25 0,25 0 0,-25 0 0,0 0 0,25 0 15,-25 25-15,0-25 0,0 0 0,24 0 0,-24 0 16,0 25-16,0-25 0,25 0 0,-25 24 0,0-24 0,0 0 16,0 0-16,25 25 15,-25-25-15,0 0 0,0 25 0,0-25 0,0 0 0,0 0 16,25 25-16,-25-25 0,0 0 0,0 0 0,0 25 0,0-25 0,0 0 15,0 0-15,-25 0 0,25 24 0,0-24 0,0 0 0,0 0 0,0 0 16,0 0-16,-25 0 0,25 25 0,0-25 0,0 0 16,-25 0-16,25 0 15,-24 0-15,24 0 0,0 0 0,-25 0 0,25 0 0,0 0 0,-25 0 16,25 0-16,0 0 0,-25 0 0,25 0 0,0 0 0,-25 0 15,25 0-15,0 0 0,0 0 0,-25 0 0,25 0 0,0 0 0,0 0 16,0 0-16,0 0 0,0 0 0,0 0 0,0-25 16,0 25-16,0 0 15,0 0-15,0-24 0,0 24 0,0-25 0,0 25 0,0-25 0,25 25 0</inkml:trace>
  <inkml:trace contextRef="#ctx0" brushRef="#br0" timeOffset="256680.6813">25028 13643 0,'25'-25'0,"-25"25"0,0 0 0,0 0 0,0-25 0,0 25 16,0 0-16,0 0 0,0 0 0,0-25 0,25 25 15,-25 0-15,0 0 0,24 0 0,-24 0 0,0 0 0,25 0 16,0 0-16,-25 0 0,25 0 0,-25 0 0,25 0 16,-1 0-16,1 0 0,0 0 0,-25 0 0,25 0 15,0 0-15,-1 0 0,-24 25 0,25-25 0,0 0 0,-25 0 16,25 0-16,-25 0 0</inkml:trace>
  <inkml:trace contextRef="#ctx0" brushRef="#br0" timeOffset="257929.7527">20985 14734 0,'0'0'0,"0"0"0,-25 0 0,25-25 16,0 25-16,0 0 0,0 0 0,0 0 0,0 0 0,-25 0 16,25 0-16,0 0 0,0 0 0,0 0 0,0 0 0,0 0 31,-25-25-31,25 25 0,0 0 0,0 0 0,0 0 0,0 0 0,0 0 0,0 25 0,0-25 0,0 0 15,-24 0-15,24 0 0,0 0 0,0 0 0,0 0 0,0 0 16,0 25-16,0-25 0,-25 0 0,25 0 0,0 0 0,0 25 16,0-25-16,0 0 15,0 25-15,0-25 0,-25 0 0,25 24 0,0-24 0,0 0 0,0 25 16,0-25-16,0 25 0,0-25 0,0 25 0,0-25 0,0 25 15,0-25-15,0 24 0,25-24 0,-25 25 0,0-25 0,0 0 16,25 25 0,-25-25-16,0 0 0,24 0 0,-24 25 0,25-25 0,-25 0 15,0 0-15,25 0 0,-25 0 0,25 0 0,0 0 0,-25 0 0,24 0 0,-24-25 16,25 25-16,-25 0 0,25 0 0,-25 0 0,25-25 0,-25 25 15,25 0-15,-25-25 0,24 25 0,1-24 0,-25 24 16,0 0-16,25-25 0,-25 25 16,0-25-16,25 25 0,-25-25 0,0 25 0,0-25 0,0 25 0,0-24 0,0 24 15,0-25-15,0 0 0,-25 25 0,25-25 0,0 0 0,-25 25 16,25-24-16,0 24 0,-25-25 0,25 0 0,-24 25 0,24-25 15,-25 25-15,25-25 16,0 25-16,-25-24 0,25 24 0,0 0 0,-25 0 0,25-25 16,0 25-16,0 0 0,0 0 0,0 0 0,0 0 0,-25 0 0,25 0 0,0 0 15,0 0-15,25 25 0,-25-25 0,0 0 0,0 0 16,0 0-16,0 24 15,0-24-15,25 0 0,-25 0 0,0 25 0,25-25 0,-25 0 0,25 0 0,-25 25 0</inkml:trace>
  <inkml:trace contextRef="#ctx0" brushRef="#br0" timeOffset="259245.828">22225 14833 0,'0'0'16,"0"0"-16,0 0 0,0 0 0,0 0 16,0 0-16,0 0 0,-25 0 15,25-25-15,0 25 0,0 0 0,0 0 0,0 0 0,0 0 0,0 0 16,0 0-16,0 0 0,0 0 0,0 0 0,0-24 0,0 24 0,0 0 15,0 0-15,0 0 0,0 0 0,0 0 0,0 0 0,0 0 16,0-25-16,0 25 0,25 0 0,-25 0 16,0 0-16,0 0 0,0 0 0,0-25 15,25 25-15,-25 0 0,0 0 0,0 0 16,0 0-16,0 0 0,25 0 0,-25 0 0,0 0 0,0-25 0,24 25 0,-24 0 15,0 0-15,0 0 0,0 0 0,25 0 0,-25 0 0,0 0 16,0 0-16,0 0 0,25 0 0,-25 0 0,0 25 0,0-25 16,0 0-16,0 0 0,0 0 15,0 0-15,0 25 0,0-25 0,0 0 0,0 25 0,0-25 16,0 24-16,0-24 0,-25 25 0,25-25 0,0 25 0,-25-25 0,25 25 15,0-25-15,-24 25 0,24-25 0,0 24 0,-25-24 0,25 25 16,0-25-16,0 25 0,-25-25 16,25 0-16,0 25 0,0-25 0,-25 0 0,25 25 15,0-25-15,0 0 0,0 0 0,0 0 0,0 24 16,0-24-16,0 0 0,0 0 0,0 0 0,0 0 0,0 0 0,0 0 0,0 0 15,0 0-15,25 0 0,-25 0 0,0 25 0,25-25 16,-25 0-16,25 0 16,-1 0-16,-24 0 0,25 0 0,-25 0 0,25 0 0,0 0 0,0 0 0,-25 0 15,24 0-15,1 0 0,-25 0 0,25 0 0,-25 0 0,25 0 0,0 0 16,-25 0-16,24 0 0,-24 0 0,0 0 0,25 0 15,-25 25-15,25-25 0,-25 0 0</inkml:trace>
  <inkml:trace contextRef="#ctx0" brushRef="#br0" timeOffset="261470.9553">22473 14660 0,'0'0'0,"0"0"0,0 0 15,0 0-15,0-25 0,0 25 0,0 0 0,0 0 0,0 0 16,0 0-16,0-25 0,0 25 0,0 0 0,0 0 0,0 0 15,0 0 17,0 0-32,0 0 0,0 0 0,0 0 0,0-25 0,0 25 0,0 0 0,0 0 0,0 0 0,0 0 0,0 0 0,0 0 0,-25 0 0,25 0 0,0 0 15,0 0-15,0 0 0,0 0 16,0 0-16,0 0 0,0 0 0,-25 0 0,25 0 0,0 0 0,0 0 31,-24 0-31,24 0 0,0 0 0,0 0 0,-25 0 0,25 0 0,0 0 0,-25 0 0,25 0 0,0 0 0,-25 0 0,25 0 16,0 0-16,0 0 0,-25 25 0,25-25 0,0 0 15,0 0-15,0 0 0,0 0 0,0 0 0,-24 0 0,24 0 16,0 25-16,0-25 0,0 0 15,0 0-15,0 25 0,0-25 0,0 0 0,0 24 0,0-24 0,0 0 16,-25 25-16,25-25 0,0 25 0,0-25 0,0 25 16,0-25-16,0 0 0,0 25 15,0-25-15,0 24 0,0-24 0,0 25 0,0-25 0,0 25 16,0-25-16,0 0 0,0 25 0,0-25 0,0 25 0,0-25 0,0 0 15,25 24-15,-25-24 0,0 0 0,0 25 0,0-25 0,0 25 0,0-25 16,0 0-16,0 25 16,0-25-16,0 0 0,0 0 0,0 25 0,24-25 15,-24 0-15,0 0 0,0 24 0,0-24 0,25 0 0,-25 0 0,0 0 16,0 0-16,25 0 0,-25 0 0,0 0 0,25 0 0,-25 25 0,0-25 15,25 0 17,-25 0-32,24 0 0,-24 0 0,0 0 0,25 0 0,-25 0 0,25 0 0,-25 0 0,0 0 0,25 0 0,-25 0 0,25 0 0,-25 0 0,0 0 0,24-25 15,-24 25-15,0 0 0,0 0 0,25 0 0,-25 0 0,0 0 16,25 0-16,-25 0 0,0 0 0,25 0 0,-25 0 15,0 0-15,25 0 0,-25-24 0,0 24 0,24 0 0,-24 0 16,0 0 0,25 0-16,-25 0 0,0-25 0,25 25 0,-25 0 0,0 0 15,25 0-15,-25-25 0,0 25 0,25 0 0,-25 0 0,0 0 0,0-25 0,25 25 0,-25 0 16,0 0-1,0-25-15,0 25 0,24 0 0,-24 0 16,0-24-16,0 24 0,0 0 0,0 0 0,0-25 0,25 25 0,-25 0 0,0-25 0,0 25 0,0 0 0,0-25 16,0 25-16,-25 0 0,25-25 0,0 25 0,0 0 0,0-24 15,0 24-15,0-25 31,0 25-31,-24 0 0,24-25 0,0 25 0,0-25 0,-25 25 0,25-25 0,0 25 0,-25-24 0,25 24 0,0-25 0,-25 25 0,25-25 16,0 25-16,-25-25 0,25 25 0,0 0 0,-25-25 0,25 25 62,-24 0-62,24-24 0,0 24 0,-25 0 0,25 0 0,0 0 0,-25 0 0,25-25 0,0 25 0,-25 0 0,25 0 0,0 0 0,-25 0 0,25 0 0,0 0 0,-24 0 0,24 25 0,0-25 0,0 0 0,-25 0 0,25 24 0,0-24 16,0 0-16,-25 25 0,25-25 16,0 0-16,0 25 0,0-25 0,0 0 0,0 25 0,0-25 15,0 0-15,25 0 0,-25 25 0</inkml:trace>
  <inkml:trace contextRef="#ctx0" brushRef="#br0" timeOffset="262208.9975">23614 14734 0,'0'0'0,"0"0"0,0-25 16,-25 25-16,25 0 0,0 0 0,0 0 0,0-25 0,0 25 0,0 0 16,0 0-16,0 0 0,0 0 0,0 0 0,0 0 0,25 0 15,-25 0-15,0-24 0,0 24 0,25 0 16,-25 0-16,0 0 0,0 0 0,25 0 47,-25 24-47,24-24 0,-24 0 0,0 0 0,25 0 0,-25 0 0,0 0 0,25 0 0,-25 0 0,0 0 0,0 0 0,25 25 0,-25-25 0,0 0 0,0 0 0,0 0 0,0 25 0,0-25 15,0 0-15,0 0 0,0 25 0,0-25 0,0 0 0,0 25 16,0-25-16,0 24 0,0-24 15,-25 25-15,25-25 0,0 25 0,-25-25 0,25 25 16,0-25-16,-25 25 0,25-1 0,-24-24 0,24 25 0,0-25 0,-25 25 16,25-25-16,-25 25 0,25-25 0,0 25 0,0-25 0,-25 0 0,25 24 15,0-24-15,0 0 0,0 25 0,0-25 0,0 0 16,0 0-16,0 25 0,0-25 15,0 0-15,0 0 0,0 0 0,0 0 0,0 0 0,0 0 16,25 25-16,-25-25 0,0 0 0,0 0 0,25 0 0,-25 0 0,25 0 31,-25 0-31,24 0 0,1-25 0,-25 25 0,25 0 0,0 0 0,-25 0 0,25 0 0,-1 0 0,1 0 0,-25 0 16,25 0-16,0 0 0,-25 0 0,25 0 0,0 0 0,-25 0 15,24 0-15,-24-25 0,25 25 0</inkml:trace>
  <inkml:trace contextRef="#ctx0" brushRef="#br0" timeOffset="262801.0314">24879 15007 0,'0'0'0,"0"0"16,0 0-16,0 0 0,0 0 0,-25 0 0,25 0 0,0 0 15,0 0-15,0 0 0,0 0 0,0 0 16,0 0-16,0-25 0,0 25 16,0 0-16,0 0 0,25 0 0,-25 0 0,0-25 0,0 25 0,0 0 15,0 0-15,25-25 0,-25 25 0,0 0 0,0 0 0,25-24 16,-25 24-16,0 0 0,0-25 0,0 25 0,25 0 0,-25-25 0,0 25 15,0-25-15,0 25 0,0-25 0,24 25 0,-24 0 16,0-24-16,0 24 16,0-25-16,0 25 0,0 0 0,25-25 0,-25 25 0,0 0 0,0-25 15,0 25-15,0 0 0,0 0 0,0 0 0,0-25 0,0 25 0,0 0 31,0 0-31,0 0 0,0 0 0,0 0 0,0 0 0,0 0 0,0 0 0,0 0 0,0 0 0,0 0 0,0 0 16,0 0-16,0 25 0,0-25 16,0 0-16,0 0 0,0 25 0,0-25 0,0 25 0,0-25 0,-25 25 15,25-25-15,0 24 0,0-24 0,0 25 0,0 0 0,0 0 0,0-25 16,-24 25-16,24-1 0,0-24 0,0 25 0,0 0 15,0-25-15,0 25 0,0 0 16,0-25-16,0 24 0,0-24 0,0 25 0,0-25 0,0 25 0,0-25 16,0 25-16,0-25 0,0 0 0,0 0 0,0 25 0,-25-25 15,25 0-15,0 0 0,0 0 0,-25 0 0</inkml:trace>
  <inkml:trace contextRef="#ctx0" brushRef="#br0" timeOffset="264276.1156">20910 15577 0,'0'0'0,"0"0"0,-24 0 16,24 0-16,0 0 0,0 0 0,0 0 0,0 0 0,0 0 0,0 0 15,-25 0-15,25-24 0,0 24 0,0 0 0,0 0 16,0 0 0,0 0-16,0 0 0,0 0 0,0 0 0,-25 0 0,25 0 0,0 0 15,0 0-15,0 0 0,0 0 0,0 0 0,0 0 0,0-25 63,0 25-63,0 0 0,0 0 0,0 0 0,0 0 0,0 0 0,0 0 0,-25 0 0,25 0 0,0 0 0,0 0 0,0 0 0,0 0 0,0 0 0,0 25 0,0-25 0,0 0 0,-25 0 0,25 0 0,0 0 15,0 0-15,0 0 0,0 0 0,0 24 0,-24-24 0,24 0 0,0 0 16,0 0-16,0 25 0,0-25 0,0 0 0,-25 25 0,25-25 15,0 25-15,0-25 0,0 25 0,0-25 0,0 24 0,0-24 0,0 25 16,0-25-16,0 25 0,0 0 0,25-25 0,-25 25 16,0-25-16,0 24 0,0 1 0,24-25 0,-24 25 0,0-25 15,25 25-15,-25-25 16,0 0-16,25 25 0,-25-25 0,0 0 0,25 24 0,-25-24 0,0 0 15,25 0-15,-25 0 0,24 0 0,-24 0 0,0 0 0,25 0 0,-25 0 16,25 0-16,-25 0 0,25 0 0,0-24 0,-25 24 0,24 0 16,-24-25-16,25 25 15,-25-25-15,25 25 0,-25-25 0,25 25 0,-25-25 0,0 25 0,0-24 0,25-1 16,-25 0-16,0 25 0,0-25 0,0 0 0,0 25 0,0-24 15,0-1-15,0 0 110,-25-74-110,25 99 0,0-25 0,-25 25 0,25-25 0,0 25 0,0 0 0,0-25 0,-25 25 0,25 0 0,0 0 0,0 0 0,0 0 0,0-24 0,0 24 0,0 0 0,0 0 0,0 0 0,0 24 0,0-24 0,0 0 0,0 0 15,25 0-15,-25 0 0,0 0 0,25 0 0,-25 25 0,0-25 0,25 0 0,-25 0 0</inkml:trace>
  <inkml:trace contextRef="#ctx0" brushRef="#br0" timeOffset="265131.1646">22399 15801 0,'0'-25'16,"0"25"-16,0 0 0,0 0 0,0 0 0,0-25 0,0 25 16,0 0 62,0 0-32,148-74-14,-148 74-32,25 0 0,-25 0 0,0 0 0,0 0 0,25 0 0,-25 0 0,0 0 0,0 0 0,25 24 15,-25-24-15,0 0 0,0 0 0,0 0 0,0 25 0,0-25 0,25 0 0,-25 0 0,0 25 0,0-25 0,0 0 0,-25 25 0,25-25 0,0 25 0,0-25 0,0 24 0,-25-24 0,25 0 0,0 25 0,0-25 0,-25 0 0,25 25 0,0-25 0,-25 0 0,25 25 0,0-25 0,-24 0 0,24 0 0,0 25 0,0-25 16,0 0-16,0 0 0,0 0 0,0 0 0,0 0 0,0 0 15,0 0-15,0 0 0,0 0 0,0 0 0,0 0 16,0 0-16,0 0 0,24 0 16,-24 0-16,0 0 0,0 0 0,25 0 0,-25 0 0,25 0 0,-25-25 15,0 25-15,25 0 0,-25 0 0,0 0 0,25 0 0,-25 0 16,0 0-16,24 0 0,-24 0 15,25 25-15,-25-25 0,0 0 0,25 0 0,-25 0 0,0 0 16,25 24-16,-25-24 0,0 0 0,25 0 0,-25 25 0,0-25 16,0 0-16,25 0 0,-25 25 0,0-25 0,0 0 0,0 0 0,0 25 0,0-25 15,0 0-15,0 0 0,0 0 16,0 25-16,0-25 0,0 0 0,-25 0 15,25 0-15,0 0 0,-25 0 0,25 24 0,-25-24 0,25 0 0,-25 0 32,25 0-32,-25 0 0,25 0 0,-24 0 0,24 0 15,-25 0-15,25 0 0,0 0 0,-25-24 0,25 24 0,0 0 0,-25 0 0,25 0 0,0 0 0,0 0 0,0 0 0,-25 0 0,25-25 16,0 25-16,0 0 0,0 0 0,0 0 0,0 0 0,0 0 15,25 0-15,-25 0 0,0 0 0,0 0 0,0 0 16,25 0-16,-25 0 0,0 0 0,25 0 0,-25 0 16,25 0-16</inkml:trace>
  <inkml:trace contextRef="#ctx0" brushRef="#br0" timeOffset="266075.2186">23738 15677 0,'0'0'0,"0"0"16,0 0-16,0 0 0,0 0 0,0 0 0,0 0 0,0 0 16,0 0-16,0 0 0,0 0 0,0 0 0,0 0 0,0 0 15,0 0 1,0 0-16,0 0 0,0 0 0,0 0 0,0 0 0,0 0 15,0 0-15,0 0 0,0 0 0,0 0 0,0 0 0,0 0 0,0 0 16,0 0-16,0 0 0,25 0 0,-25 0 0,0 24 0,0-24 0,0 0 16,0 0-16,0 25 0,0-25 0,0 0 0,0 0 0,0 25 15,0-25 1,0 0-16,-25 25 0,25-25 0,0 0 0,0 0 0,0 25 0,25-25 0,-25 0 15,0 24-15,0-24 0,0 0 0,0 0 16,0 25-16,0-25 0,0 0 0,0 0 0,0 0 0,25 25 16,-25-25-16,0 0 0,0 0 0,0 25 0,24-25 0,-24 0 0,0 0 15,0 0-15,25 25 0,-25-25 0,0 0 0,0 0 0,25 0 16,-25 24-16,0-24 0,0 0 0,25 0 0,-25 0 0,0 25 15,0-25-15,25 0 16,-25 0-16,0 0 0,0 0 0,0 25 0,0-25 0,0 0 0,25 0 16,-25 0-16,0 0 0,0 25 0,0-25 0,0 0 0,0 0 0,0 0 15,0 0-15,0 0 0,0 25 0,0-25 0,0 0 0,0 0 16,0 0-16,0 0 0,0 0 0,0 0 15,0 0-15,0 0 0,0 0 0,0 0 16,-25 24-16,25-24 0,0 0 0,0 0 0,0 0 0,-25 0 0,25 0 0,0 0 16,-25 0-16,25 0 0,0 0 0,-25 0 0,25 0 0,0 0 15,-25 0 16,25 0-31,0 0 0,-24 0 0,24 0 16,0 0-16,-25 0 0,25 0 0,0 0 0,-25 0 0,25 0 0,0 0 0,0-24 0,0 24 0,-25 0 0,25 0 16,0 0-16,0 0 0,0-25 0,0 25 0,0 0 0,0 0 0,0-25 0,0 25 0,25 0 0,-25-25 0</inkml:trace>
  <inkml:trace contextRef="#ctx0" brushRef="#br0" timeOffset="266271.2298">23912 15776 0,'0'-25'0,"0"25"15,0 0-15,0 0 0,0 0 0,0 0 0,0 0 16,0 0-16,0-25 0,0 25 0,0 0 0,0 0 0,25 0 15,-25 0-15,0 0 0,24 0 0,-24 0 0,0 0 16,25 0-16,-25 0 0,25 0 0,0 0 0,-25 0 0,25 0 16,-1 0-16,-24 0 0,25 0 0,0 0 0,0 0 15,-25 0-15,25 0 0,-1 0 0,-24 0 0,25 0 16,0 0-16</inkml:trace>
  <inkml:trace contextRef="#ctx0" brushRef="#br0" timeOffset="267027.2731">24879 15627 0,'0'0'16,"0"0"-16,0 0 0,0 0 0,0 0 0,0 0 16,0 0-16,0 0 0,0 0 15,0 25-15,0-25 0,0 0 0,0 0 0,0 0 0,0 0 0,0 0 16,0 0-16,0 0 0,0 25 0,0-25 0,0 0 0,0 24 0,-25-24 15,25 0-15,0 25 0,0-25 0,0 0 0,0 25 16,0-25-16,-25 25 0,25-25 0,0 0 0,0 25 0,0-25 16,-24 24-16,24-24 0,0 0 15,0 25-15,-25-25 0,25 0 0,0 25 0,0-25 0,0 0 0,-25 0 0,25 25 31,0-25-31,0 0 0,0 0 0,0 0 0,0 25 0,0-25 0,0 0 0,0 0 0,0 0 0,0 0 0,0 0 16,0 0-16,0 0 0,0 0 0,0 0 0,0 0 0,25 0 16,-25 0-1,0 0-15,0 0 0,25 0 0,-25 0 0,24 0 0,-24 0 0,25 0 0,-25 0 0,25 0 16,-25 0-16,25 0 0,-25 0 0,25 0 0,-25 0 0,25 0 15,-25 0-15,24 0 16,-24 0-16,0 0 0,25 0 0,-25 0 0,25 0 0,-25 0 0,0 0 16,25 0-16,-25 0 0,0 0 0,0 0 0,25 0 15,-25 0-15,0 0 0,0 0 0,24 0 0,-24 0 0,0 0 0,0 0 16,0 0-16,0 0 0,0 0 0,25 0 0,-25 0 0,0 0 0,0 0 15,0 0-15,0-25 16,0 25-16,0 0 0,0 0 0,0 0 0,0 0 0</inkml:trace>
  <inkml:trace contextRef="#ctx0" brushRef="#br0" timeOffset="267242.2854">25202 15751 0,'0'0'0,"0"0"16,0 0-16,0-25 0,0 25 0,0 0 0,0 0 0,0 0 15,0 0-15,0 0 0,0 0 0,0 0 0,0 0 16,0 0-16,0 0 0,0 25 0,0-25 0,0 0 15,0 0-15,0 0 0,0 25 0,0-25 0,0 25 0,0-25 16,0 24-16,0-24 0,0 25 0,-25-25 0,25 25 16,0-25-16,0 25 0,0 0 0,0-25 0,-25 24 0,25 1 15,0-25-15,0 25 0,0-25 0,0 25 0,0 0 16,-25-25-16,25 24 0,0-24 0,0 25 0,0-25 0,0 25 15,0-25-15,0 25 0,0-25 16,0 0-16,0 25 0,0-25 0,0 0 16,0 24-16,0-24 0,0 0 0,0 0 0,0 0 0,0 0 0</inkml:trace>
  <inkml:trace contextRef="#ctx0" brushRef="#br0" timeOffset="268957.3835">25673 13122 0,'0'0'0,"0"24"0,0-24 16,0 0-16,0 0 0,0 0 0,25 0 0,-25 0 15,0 0-15,0 0 0,0 0 0,24 0 0,-24 0 0,0 0 0,0 0 0,0 0 16,25 0-16,-25 0 0,0 0 0,0 0 0,0 0 16,0 0-16,0 0 0,0 0 0,0 0 0,0 0 0,0 0 0,0 0 15,0 0-15,0 0 16,0 0-16,0 0 0,25 0 0,-25 0 0,0 0 16,0 0-16,0 0 0,0 0 0,0 0 0,0 0 0,25 0 0,-25 0 15,0 0-15,0 0 0,0 0 0,25 0 0,-25 0 0,0 0 16,0 0-16,24 0 0,-24 0 0,0 25 0,25-25 0,-25 0 15,0 0-15,0 0 0,0 0 0,25 0 0,-25 0 0,0 0 16,0 25 0,0-25-16,0 0 0,25 0 0,-25 0 0,0 0 0,0 25 0,0-25 0,0 0 15,0 0-15,0 0 0,0 0 0,0 25 0,0-25 0,0 0 0,0 0 16,0 0-16,0 0 0,0 0 0,0 0 0,0 0 0,0 0 15,0 25-15,0-25 0,0 0 16,0 0-16,0 0 0,0 0 16,0 24-16,0-24 0,0 0 0,0 0 0,0 25 0,0-25 0,0 25 0,-25-25 15,25 25-15,0-25 0,0 25 0,0-25 0,0 24 0,0-24 0,0 25 16,0-25-16,0 25 0,0 0 0,0-25 0,0 25 0,0-25 15,0 24-15,0 1 0,0-25 0,25 25 0,-25 0 16,0-25-16,0 25 16,0-1-16,0-24 0,0 25 0,0 0 0,0 0 0,0-25 0,0 25 15,0-1-15,0 1 0,-25-25 0,25 25 0,0 0 0,0-25 0,0 25 16,0-1-16,0-24 0,0 25 0,-25-25 15,25 25-15,0 0 0,0-25 0,0 25 0,-25-1 0,25-24 16,0 25-16,0 0 0,0-25 0,0 25 0,-24 0 0,24-25 16,0 24-16,0 1 0,24-25 0,-24 25 0,0 0 0,0 0 15,0-25-15,0 24 0,0 1 0,0-25 0,25 25 16,-25 0-16,0-25 0,0 25 0,0 0 0,0-1 15,0-24-15,0 25 0,0 0 0,0-25 16,0 25-16,0 0 0,0-25 0,0 24 0,0 1 0,0-25 0,0 25 16,0 0-16,0 0 0,0-25 0,0 24 0,0 1 0,0-25 15,0 25-15,0 0 0,0-25 0,0 25 0,-25-25 16,25 24-16,0 1 0,0-25 15,0 25-15,0-25 0,0 25 0,0-25 0,0 25 0,0-25 0,0 24 16,0-24-16,-24 25 0,24-25 0,0 25 0,0-25 0,0 25 0,0-25 16,0 25-16,-25-25 15,25 24-15,0-24 0,0 25 0,0-25 0,0 25 0,0-25 16,0 25-16,0-25 0,0 25 0,0-25 0,0 24 0,0 1 0,0-25 15,0 25-15,0-25 0,0 25 0,0-25 0,0 25 0,0-25 16,0 24-16,0-24 0,0 25 0,0-25 0,0 25 0,0-25 16,0 25-16,0-25 15,0 25-15,0-25 0,0 25 0,0-25 0,0 0 0,-25 24 16,25-24-16,0 25 0,0-25 0,0 0 0,0 25 0,0-25 0,0 25 0,0-25 15,0 0-15,0 25 0,0-25 0,-25 24 0,25-24 16,0 25-16,0-25 0,0 0 0,0 25 0,0-25 0,0 25 16,0-25-16,0 25 15,0-25-15,0 24 0,0-24 0,0 0 0,0 25 0,0-25 0,0 25 0,0-25 16,0 0-16,0 25 0,0-25 0,0 25 0,0-25 0,0 0 15,0 24-15,0-24 0,0 0 0,0 25 0,0-25 16,0 0-16,0 25 0,25-25 16,-25 0-16,0 25 0,0-25 0,0 0 0,0 0 0,0 25 0,0-25 0,0 0 15,0 0-15,0 24 0,0-24 0,0 0 0,0 25 0,0-25 16,0 0-16,0 0 0,0 0 15,0 25-15,0-25 0,0 0 0,0 0 0,0 25 0,25-25 16,-25 0-16,0 0 0,0 25 0,0-25 0,0 0 0,0 0 0,0 0 16,0 24-16,0-24 0,0 0 0,0 0 0,0 25 0,0-25 15,0 0-15,0 0 0,0 0 0,0 25 0,25-25 16,-25 0-16,0 0 0,0 0 0,0 25 15,0-25-15,0 0 0,0 0 0,0 0 0,0 0 0,0 0 16,0 0-16,0 0 0,0 0 0,0 0 0,0 0 0,0 0 16,0 0-16,0 0 0,0 0 0,0 0 0,0 0 0,0 0 15,0 25-15,0-25 0,0 0 0,0 0 0,0 0 0,0 0 16,0 0-16,0 0 15,0 0-15,0 0 0,0 0 0,0 0 0,0 0 0,0 0 0,0 0 0,0 0 16,-25 0-16,25 0 0,0 0 0,-25 0 0,25 0 0,-25 0 0,25 0 16,-25 0-16,1 0 0,24 0 0,-25 0 15,0 0-15,0 0 0,0 0 0,1 24 16,-1-24-16,0 0 0,0 0 0,0 0 0,1 0 0,-1-24 15,0 24-15,0 0 0,-24 0 0,24 0 0</inkml:trace>
  <inkml:trace contextRef="#ctx0" brushRef="#br0" timeOffset="282015.1303">21134 13519 0,'0'0'0,"0"0"16,0 0-16,0 0 0,0 0 0,0 0 0,0 0 16,0 0-16,0 0 15,0 0-15,0 0 0,0 0 0,0 0 0,0 0 0,0-25 0,0 25 0,0 0 16,24 0-16,-24 0 0,0 0 15,0 0-15,0 0 0,0 0 0,0 0 0,0 0 0,0 0 0,0 0 16,0 0-16,0-25 0,0 25 0,0 0 0,0 0 0,0 0 0,0 0 16,0 0-16,0 0 0,0 0 0,-24 0 0,24 0 0,0 0 15,0 0 1,0-25-16,0 25 0,0 0 0,0 0 0,0 0 0,0 0 15,0 0-15,0 0 0,0 0 0,0 0 0,0 0 0,0-25 0,0 25 16,0 0-16,0 0 0,0 0 0,0 0 0,0 0 0,0 0 0,-25 0 16,25-24-16,0 24 0,0 0 15,0 0-15,0 0 0,0 0 0,0 0 0,0 0 16,0 0-16,0-25 0,0 25 0,0 0 0,0 0 0,0 0 0,0 0 15,-25 0-15,25 0 0,0 0 0,0 0 0,0 0 0,0-25 0,0 25 16,0 0-16,0 0 0,-25 0 16,25 0-16,0 0 0,0 0 0,0 0 0,0 0 15,0 0-15,0 0 0,0 0 0,-25 0 0,25-25 0,0 25 0,0 0 16,0 0-16,0 0 0,0 0 0,-24 0 0,24 0 0,0 0 15,0 0-15,0 0 0,0 0 0,0 0 0,0 0 0,0 0 16,-25 0-16,25 0 16,0 0-16,0 0 0,0 0 0,0 0 0,0 0 0,0 0 0,0 0 15,-25-25-15,25 25 0,0 0 0,0 0 0,0 0 0,-25 0 16,25 0-16,0 0 0,0 0 0,0 0 0,-25 0 15,25 0-15,0 0 0,0 0 0,-24 0 0,24 0 16,0 0-16,0 0 0,0 0 0,-25 0 0,25 0 0,0 0 0,0 0 16,0 0-16,0 0 0,-25 0 0,25 0 0,0 0 0,0 0 15,0 0 1,0 0-16,-25 0 0,25 0 0,0 0 0,0 0 0,0 0 0,0 0 15,-25 0-15,25 0 0,0 0 0,0 0 0,0 0 0,0 0 0,-24 0 0,24 0 16,0 0-16,0 0 0,0 25 0,-25-25 0,25 0 16,0 0-16,0 0 0,0 0 0,-25 0 0,25 0 15,0 0-15,0 0 16,0 0-16,-25 25 0,25-25 0,0 0 0,0 0 0,0 0 0,-25 0 15,25 0-15,0 0 0,0 0 0,-25 25 0,25-25 0,0 0 0,0 0 0,0 0 16,-24 0-16,24 0 16,0 25-16,0-25 0,0 0 0,-25 0 0,25 0 0,0 0 0,0 0 15,0 24-15,0-24 0,-25 0 0,25 0 0,0 0 0,0 0 16,0 25-16,0-25 0,-25 0 0,25 0 15,0 0-15,0 25 0,0-25 0,0 0 0,0 0 16,-25 25-16,25-25 0,0 0 0,0 0 0,0 0 0,0 25 0,0-25 16,0 0-16,-24 0 0,24 0 0,0 24 0,0-24 15,0 0-15,0 0 0,0 25 0,-25-25 0,25 0 0,0 0 0,0 0 16,0 25-16,0-25 0,-25 0 15,25 0-15,0 0 0,0 25 0,0-25 0,0 0 0,0 0 0,-25 0 16,25 0-16,0 25 0,0-25 0,0 0 0,0 0 0,0 0 16,0 24-16,0-24 0,0 0 0,-25 0 0,25 25 0,0-25 15,0 0-15,0 0 16,0 0-16,0 25 0,0-25 0,0 0 0,0 0 0,0 25 0,0-25 0,-24 0 15,24 0-15,0 25 0,0-25 0,0 0 0,0 0 0,0 0 16,0 24-16,0-24 0,0 0 16,0 0-16,0 25 0,-25-25 0,25 0 0,0 0 0,0 0 15,0 25-15,0-25 0,0 0 0,0 0 0,0 25 0,0-25 16,0 0-16,0 25 0,0-25 0,0 0 0,0 0 0,0 24 0,25-24 15,-25 0-15,0 25 0,0-25 0,0 0 0,0 0 0,0 25 16,0-25-16,0 0 16,0 25-16,0-25 0,0 0 0,0 25 0,0-25 0,0 0 0,0 0 15,0 24-15,24-24 0,-24 0 0,0 25 0,0-25 0,0 0 0,0 0 16,0 25-16,0-25 15,0 0-15,25 0 0,-25 0 0,0 25 0,0-25 16,0 0-16,0 0 0,0 0 0,0 25 0,25-25 0,-25 0 0,0 0 16,0 24-16,0-24 0,25 0 0,-25 0 0,0 25 0,0-25 0,0 0 15,25 0-15,-25 25 0,0-25 0,0 0 0,0 0 16,24 0-16,-24 25 15,0-25-15,0 0 0,0 0 0,25 25 0,-25-25 0,0 0 0,0 0 0,0 0 16,25 24-16,-25-24 0,0 0 0,0 0 0,25 0 0,-25 0 16,0 25-16,0-25 0,25 0 0,-25 0 0,0 0 0,0 0 15,0 0-15,24 0 16,-24 25-16,0-25 0,0 0 0,25 0 0,-25 0 0,0 0 0,0 0 15,0 0-15,25 0 0,-25 0 0,0 0 16,0 0-16,25 25 0,-25-25 0,0 0 0,0 0 0,25 0 0,-25 0 0,0 0 0,25 0 16,-25 0-16,0 0 15,24 0-15,-24 0 0,0 0 0,0 0 0,25 0 0,-25 0 16,0 0-16,25 0 0,-25 0 0,0 0 0,0 0 0,25 0 47,-25 0-47,0 0 0,25-25 0,-25 25 0,0 0 0,0 0 0,24 0 0,-24 0 0,0 0 0,0 0 0,25 0 0,-25 0 0,0 0 0,0 0 0,25 0 0,-25 0 0,0 0 0,0 0 15,25 0-15,-25 0 0,0-25 0,0 25 0,25 0 0,-25 0 16,0 0-16,0 0 15,0 0-15,24 0 0,-24 0 0,0-25 0,0 25 0,25 0 0,-25 0 16,0 0-16,0-24 0,25 24 0,-25 0 0,0 0 0,0 0 16,25-25-16,-25 25 0,0 0 0,0 0 0,25 0 0,-25-25 0,0 25 15,0 0-15,0 0 16,24 0-16,-24-25 0,0 25 0,0 0 0,25 0 0,-25 0 15,0-25-15,0 25 0,0 0 0,25 0 0,-25-24 0,0 24 0,0 0 0,0 0 16,25 0-16,-25-25 0,0 25 0,0 0 0,0-25 16,0 25-16,25 0 0,-25 0 0,0-25 0,0 25 0,0 0 15,24-25 1,-24 25-16,0 0 0,0-24 0,0 24 0,25-25 0,-25 25 0,0 0 0,0-25 15,25 25-15,-25-25 0,0 25 0,0-25 0,0 25 0,25-24 16,-25 24-16,0-25 0,0 25 0,0-25 0,0 25 16,25-25-16,-25 25 0,0-25 15,0 25-15,0-24 0,0 24 0,0 0 0,0-25 0,0 25 16,24-25-16,-24 25 0,0 0 0,0-25 0,0 25 0,0 0 0,0 0 0,0-25 15,0 25-15,0 0 0,0 0 0,0-24 0,0 24 0,0 0 16,0-25-16,0 25 16,0 0-16,-24-25 0,24 25 0,0 0 0,0 0 0,0-25 0,0 25 15,0 0-15,0-25 0,0 25 0,0 0 0,-25-24 0,25 24 0,0 0 16,0 0-16,0-25 0,-25 25 0,25 0 0,0-25 0,0 25 47,-25 0-47,25 0 0,0-25 0,0 25 15,-25 0-15,25 0 0,0-25 0,0 25 0,-24 0 0,24 0 0,0 0 0,0-24 0,-25 24 0,25 0 0,0 0 0,0 0 0,-25 0 0,25-25 0,0 25 0,-25 0 0,25 0 16,0 0-16,0 0 0,-25 0 0,25 0 0,-24 0 15,24 0-15,0 0 0,0 25 16,-25-25-16,25 0 0,0 0 0,-25 0 0,25 0 0,0 0 0</inkml:trace>
  <inkml:trace contextRef="#ctx0" brushRef="#br0" timeOffset="289117.5366">24209 14759 0,'-24'0'16,"24"0"-16,0 0 16,0 0-16,0 0 0,0 0 0,0 0 0,0 0 0,0 0 0,0 0 15,0 0-15,0 0 0,0 0 0,0 0 0,0 0 0,0 0 0,0-25 16,0 25-16,0 0 0,0 0 0,24 0 0,-24 0 0,0 0 15,0 0 1,0 0-16,0 0 0,0 0 0,0-25 0,0 25 0,0 0 16,-24 0-16,24 0 0,0 0 0,0 0 0,0 0 0,0 0 0,0 0 15,0-25-15,0 25 0,0 0 0,0 0 0,0 0 0,0 0 0,0 0 16,0 0-16,0 0 0,0 0 15,0 0-15,0 0 0,0 0 0,0 0 0,0 0 0,0 0 0,0-24 16,0 24-16,0 0 0,0 0 0,0 0 0,0 0 0,0 0 16,0 0-16,0 0 0,0 0 0,0 0 15,0-25-15,-25 25 0,25 0 0,0 0 0,0 0 16,0 0-16,0 0 0,0 0 0,0-25 0,0 25 0,0 0 0,0 0 15,0 0-15,0 0 0,-25 0 0,25-25 0,0 25 0,0 0 16,0 0-16,0 0 0,0 0 16,0 0-16,0-25 0,0 25 0,0 0 0,-25 0 0,25 0 15,0 0-15,0 0 0,0 0 0,0-24 0,0 24 0,0 0 0,-25 0 16,25 0-16,0 0 0,0 0 0,0 0 0,0 0 0,0-25 15,0 25-15,0 0 16,0 0-16,-24 0 0,24 0 0,0 0 0,0 0 0,0 0 0,0 0 31,0 0-31,0 0 0,0 0 0,0 0 0,0-25 0,0 25 0,0 0 0,-25 0 0,25 0 0,0 0 0,0 0 0,0 0 16,0 0-16,0 0 15,0 0-15,0 0 0,0 0 16,0 0-16,0 0 0,0 0 0,0 0 0,0 0 0,-25-25 0,25 25 0,0 0 0,0 0 0,0 0 0,0 0 16,0 0-16,0 0 0,0 0 0,0 0 0,0 0 15,0 0-15,0 0 0,0 0 0,0 0 0,0 0 0,0 0 16,-25 0-16,25 0 15,0 0-15,0 0 0,0 0 0,0 0 0,0 0 0,0 0 0,0 0 16,0-25-16,0 25 0,-25 0 0,25 0 0,0 0 0,0 0 0,0 0 16,0 0-16,0 0 0,0 0 0,0 0 0,0 0 0,-24 0 15,24 0 1,0 0-16,0 0 0,0 0 0,0 0 0,-25 0 0,25 0 0,0 0 0,0 0 15,0 0-15,0 0 0,0 0 0,-25-24 0,25 24 0,0 0 16,0 0-16,0 0 0,0 0 0,-25 0 0,25 0 0,0 0 0,0 0 16,0 0-16,0 0 15,0 0-15,-25 0 0,25 0 0,0 0 0,0 0 0,0 0 16,0 0-16,0 0 0,0 0 0,-25 0 0,25 0 0,0 0 0,0 0 15,0 0-15,0 0 0,0 0 0,-24 0 0,24 0 0,0 0 16,0 0-16,0 0 0,0 0 0,0 0 0,-25 0 0,25 0 16,0 0-16,0 0 0,0 0 15,0 0-15,0 0 0,0 0 0,-25 0 0,25 0 0,0 0 16,0 0-16,0 0 0,0 0 0,0 0 0,-25 0 0,25 0 0,0 0 15,0 0-15,0 0 0,0 0 0,0 0 0,0 0 16,0 0-16,-25 0 16,25 0-16,0 0 0,0 0 0,0 0 0,0 24 0,0-24 15,0 0-15,-24 0 0,24 0 0,0 0 0,0 0 0,0 0 0,0 0 16,0 0-16,-25 0 0,25 0 0,0 0 0,0 0 15,-25 0-15,25 0 0,0 0 16,0 0-16,0 25 0,-25-25 0,25 0 0,0 0 0,0 0 0,-25 0 0,25 0 0,0 0 16,0 0-16,0 0 0,-24 0 0,24 0 0,0 0 0,0 25 15,0-25-15,0 0 0,0 0 0,-25 0 0,25 0 0,0 0 16,0 0-16,0 0 15,0 25-15,-25-25 0,25 0 0,0 0 0,0 0 0,0 0 16,0 0-16,0 0 0,-25 25 0,25-25 0,0 0 0,0 0 0,0 0 16,0 24-16,0-24 0,-25 0 0,25 0 0,0 0 0,0 25 15,0-25-15,0 0 16,0 0-16,0 25 0,-24-25 0,24 0 0,0 0 0,0 0 0,0 25 15,0-25-15,0 0 0,0 0 0,-25 25 0,25-25 0,0 0 0,0 0 0,0 24 16,0-24-16,0 0 0,0 0 0,0 0 0,-25 25 16,25-25-16,0 0 15,0 0-15,0 25 0,0-25 0,0 0 0,0 0 0,0 25 0,0-25 0,0 0 0,0 0 16,-25 25-16,25-25 0,0 0 0,0 0 0,0 0 15,0 24-15,0-24 0,0 0 0,0 0 0,0 25 16,0-25-16,0 0 0,0 0 16,0 25-16,0-25 0,0 0 0,0 0 0,0 25 0,-25-25 0,25 0 15,0 0-15,0 25 0,0-25 0,0 0 0,0 0 0,0 24 0,0-24 16,0 0-16,25 0 0,-25 25 0,0-25 0,0 0 15,0 0-15,0 25 0,0-25 0,0 0 16,0 0-16,0 25 0,0-25 0,0 0 0,0 0 16,0 25-16,0-25 0,0 0 0,0 0 0,0 24 0,0-24 0,0 0 15,0 0-15,0 0 0,0 25 0,0-25 0,0 0 0,0 0 16,0 25-16,0-25 15,0 0-15,0 0 0,25 0 0,-25 25 0,0-25 0,0 0 16,0 0-16,0 0 0,0 25 0,0-25 0,0 0 0,25 0 0,-25 0 16,0 0-16,0 0 0,0 24 0,0-24 0,25 0 0,-25 0 15,0 0-15,0 0 0,0 25 0,24-25 0,-24 0 0,0 0 16,0 0-1,25 0-15,-25 25 0,0-25 0,0 0 0,0 0 0,25 0 0,-25 0 0,0 25 0,0-25 16,25 0-16,-25 0 0,0 0 0,0 0 0,25 0 0,-25 25 16,0-25-16,0 0 0,24 0 0,-24 0 0,0 0 15,0 0-15,25 0 0,-25 0 16,0 0-16,25 0 0,-25 0 0,0 0 0,0 0 0,25 24 0,-25-24 15,0 0-15,25 0 0,-25 0 0,0 0 0,0 0 0,24 0 0,-24 0 16,0 0-16,25 0 0,-25 0 0,0 0 0,0 0 16,25 0-16,-25 0 0,0 0 15,0 0-15,25 0 0,-25 0 0,0 0 0,0 0 0,0 0 0,25 0 16,-25 0-16,0 0 0,0 0 0,24 0 0,-24 0 0,0 0 15,0 0-15,25 0 0,-25-24 0,0 24 0,0 0 0,25 0 16,-25 0-16,0 0 0,0 0 16,25 0-16,-25 0 0,0 0 0,25 0 0,-25 0 0,0 0 0,0 0 15,25 0-15,-25 0 0,0 0 0,24 0 0,-24 0 0,0-25 16,0 25-16,25 0 15,-25 0-15,0 0 0,25 0 0,-25 0 0,0 0 0,0-25 0,25 25 16,-25 0-16,0 0 0,25 0 0,-25 0 0,0-25 0,0 25 0,24 0 16,-24 0-16,0 0 0,25 0 15,-25-25-15,0 25 0,0 0 0,25 0 0,-25 0 16,0 0-16,0-24 0,0 24 0,25 0 0,-25 0 0,0 0 15,0 0-15,0-25 0,0 25 0,25 0 0,-25 0 0,0 0 16,0-25-16,0 25 0,0 0 0,24 0 0,-24 0 0,0-25 0,0 25 16,0 0-16,0 0 15,0-25-15,25 25 0,-25 0 0,0 0 0,0-24 0,0 24 16,0 0-16,0 0 0,0-25 0,25 25 15,-25 0-15,0 0 0,0 0 0,0-25 0,0 25 0,0 0 0,0 0 0,0-25 0,0 25 0,0 0 16,0 0-16,0 0 0,0-25 0,0 25 0,25 0 16,-25 0-16,0-24 0,0 24 0,0 0 15,0 0-15,0 0 0,0-25 0,0 25 16,0 0-16,0 0 0,0-25 0,0 25 0,0 0 0,0 0 0,0 0 0,0-25 15,0 25-15,0 0 0,0 0 0,0 0 0,0-25 0,0 25 16,0 0-16,0 0 0,0-24 0,0 24 0,0 0 0,0 0 16,0 0-16,0-25 15,0 25-15,0 0 0,0 0 0,0-25 0,0 25 0,0 0 0,0 0 16,-25 0-16,25-25 0,0 25 0,0 0 0,0 0 0,0-25 0,0 25 15,0 0-15,0 0 0,0-24 0,-25 24 0,25 0 16,0 0-16,0 0 16,0-25-16,0 25 0,0 0 0,0 0 0,0 0 0,-25 0 0,25-25 0,0 25 15,0 0-15,0 0 0,-24 0 0,24 0 0,0 0 0,0 0 16,-25-25-16,25 25 0,0 0 15,-25 0-15,25 0 0,-25 0 0,25 0 16,0 0-16,-25 0 0,25 0 0,-24 0 0,24 0 0,0 0 0,-25 0 0,25 0 16,0 0-16,-25 0 0,25 0 0,0 0 0,0 0 0</inkml:trace>
  <inkml:trace contextRef="#ctx0" brushRef="#br0" timeOffset="298166.0541">23019 15577 0,'0'0'0,"0"0"0,0 0 16,0 0-16,0 0 0,0 0 0,0 0 0,0-24 0,0 24 16,0 0-16,0 0 0,0 0 15,0 0-15,0 0 0,0 0 0,0 0 0,0 0 0,0 0 16,0 0-16,0-25 0,0 25 0,0 0 0,0 0 0,0 0 0,-25 0 15,25 0-15,0 0 0,0 0 0,0 0 0,0 0 0,0-25 16,0 25-16,0 0 16,0 0-16,0 0 0,0 0 0,0 0 0,0 0 15,0 0-15,0 0 0,0-25 0,0 25 0,0 0 0,0 0 0,0 0 0,-25 0 16,25 0-16,0 0 0,0-25 0,0 25 0,0 0 0,0 0 15,0 0 1,0 0-16,0 0 0,0 0 0,0-24 0,-25 24 0,25 0 0,0 0 0,0 0 0,0 0 0,0 0 16,0 0-16,0-25 0,0 25 15,0 0-15,0 0 0,0 0 0,-24 0 0,24 0 0,0 0 0,0 0 0,0 0 16,0 0-16,0 0 0,0-25 0,0 25 0,0 0 15,-25 0 1,25 0-16,0 0 0,0 0 0,0 0 0,0 0 16,0 0-16,-25 0 0,25-25 0,0 25 0,0 0 0,0 0 0,0 0 0,0 0 0,-25 0 15,25 0-15,0 0 0,0 0 0,0 0 0,0 0 0,0 0 0,0 0 16,0 0-16,0 0 0,0 0 0,0 0 15,-25 0-15,25 0 0,0 0 0,0 0 16,0 0-16,0 0 0,0 0 0,0 0 0,0 0 0,0 0 0,0 0 16,0 0-16,0 0 0,-24 0 0,24 0 0,0 0 0,0 0 0,0 0 31,0 0-16,0-25-15,0 25 0,0 0 0,-25 0 0,25 0 0,0 0 0,0 0 0,0 0 0,0 0 0,-25 0 0,25 0 0,0 0 0,0 0 0,0 0 0,0 0 16,-25 0-16,25 0 0,0 0 0,0 0 0,0 0 16,0 0-16,-25 0 0,25 0 15,0 25-15,0-25 0,0 0 0,-25 0 0,25 0 0,0 0 16,0 0-16,-24 0 0,24 0 0,0 0 0,0 0 0,-25 0 0,25 0 15,0 0-15,0 0 0,0 0 0,-25 0 0,25 0 0,0 0 16,0 0-16,0 0 16,-25 0-16,25 0 0,0 0 0,0 0 0,0 0 0,0 25 15,-25-25-15,25 0 0,0 0 0,0 0 0,0 0 0,0 0 0,0 0 16,-24 0-16,24 0 0,0 0 0,0 0 0,0 25 0,0-25 15,-25 0-15,25 0 0,0 0 0,0 0 0,0 0 0,-25 0 16,25 25 0,0-25-16,0 0 0,0 0 0,-25 0 0,25 0 0,0 0 0,0 24 31,-25-24-31,25 0 0,0 0 0,0 0 0,0 0 0,-24 0 0,24 25 0,0-25 0,0 0 15,0 0-15,0 0 0,-25 0 0,25 0 0,0 25 0,0-25 0,0 0 0,-25 0 16,25 0-16,0 0 0,0 25 0,0-25 0,0 0 0,-25 0 0,25 0 16,0 0-16,0 25 0,0-25 0,0 0 0,-25 0 0,25 24 15,0-24-15,0 0 0,0 0 16,0 25-16,-24-25 0,24 0 0,0 0 0,0 25 0,0-25 15,-25 0-15,25 25 0,0-25 0,0 0 0,0 0 0,0 25 0,0-25 16,-25 0-16,25 24 0,0-24 0,0 0 0,0 0 16,0 25-16,0-25 0,0 0 15,0 0-15,-25 25 0,25-25 0,0 0 0,0 25 0,0-25 16,0 0-16,0 25 0,0-25 0,0 0 0,0 0 0,0 24 0,0-24 15,0 0-15,-25 25 0,25-25 0,0 0 0,0 25 0,0-25 16,0 0-16,0 25 16,0-25-16,0 0 0,0 0 0,0 25 0,0-25 0,0 0 0,0 0 15,0 24-15,0-24 0,0 0 0,0 25 0,0-25 0,0 0 16,0 25-16,0-25 0,0 0 0,0 25 0,0-25 0,0 0 0,0 0 15,0 25-15,0-25 0,0 0 0,25 24 0,-25-24 16,0 0-16,0 0 0,0 25 0,0-25 16,0 0-16,0 25 0,25-25 0,-25 0 0,0 25 0,0-25 0,0 0 15,0 0-15,0 25 0,25-25 0,-25 0 0,0 0 0,0 24 16,0-24-16,25 0 0,-25 0 0,0 0 0,0 25 0,0-25 15,24 0 1,-24 0-16,0 0 0,0 25 0,25-25 0,-25 0 0,0 0 0,0 0 16,25 25-16,-25-25 0,0 0 0,25 0 0,-25 0 0,25 25 0,-25-25 15,0 0-15,24 0 0,-24 0 0,0 0 0,25 0 0,-25 0 0,25 0 16,-25 24-1,0-24-15,25 0 0,-25 0 0,0 0 0,25 0 0,-25 0 0,0 0 0,24 0 16,-24 0-16,25 0 0,-25 0 0,0 0 0,25 0 0,-25 0 16,25 0-16,-25 0 0,25 0 0,-25 0 0,0-24 0,24 24 0,-24 0 15,25 0 1,-25 0-16,25 0 0,-25-25 0,0 25 0,25 0 0,-25 0 0,25-25 15,-25 25-15,0 0 0,25 0 0,-25-25 0,0 25 0,0 0 0,24 0 0,-24 0 16,0-25-16,0 25 0,25 0 0,-25 0 0,0-24 0,25 24 16,-25 0-16,0 0 0,0-25 0,25 25 0,-25 0 0,0 0 15,0-25-15,25 25 16,-25 0-16,0-25 0,0 25 0,0-25 0,24 25 0,-24-24 0,0 24 15,0-25-15,25 25 0,-25 0 0,0-25 0,0 25 0,0-25 16,25 25-16,-25-25 0,0 1 0,0 24 0,0-25 0,0 25 16,0-25-16,0 25 15,25-25-15,-25 0 0,0 25 0,0-24 0,0-1 0,0 25 0,0-25 16,0 25-16,0-25 0,0 0 0,0 25 0,0-24 0,0 24 15,0-25-15,-25 0 0,25 25 0,0-25 0,0 25 0,0 0 0,0-25 16,0 25-16,0-24 0,0 24 16,-25 0-16,25 0 0,0-25 0,0 25 0,0 0 0,0-25 15,0 25-15,-25 0 0,25 0 0,0-25 0,0 25 0,0 0 31,0 0-31,-24 0 0,24 0 0,0 0 0,0-25 0,0 25 0,-25 0 0,25 0 0,0 25 0,0-25 0,0 0 0,-25 0 16,25 0-16,0 0 0,0 0 0,0 25 0,0-25 0</inkml:trace>
  <inkml:trace contextRef="#ctx0" brushRef="#br0" timeOffset="298735.0867">22473 16768 0,'-25'0'0,"25"-25"0,0 25 0,0 0 16,0 0-16,0 0 0,0 0 0,0 0 0,0 0 0,0 0 15,0 0-15,0 0 0,-25 0 16,25 0-16,0 0 0,0 0 0,0 0 15,0 0-15,0 0 0,0 0 0,0 0 0,25 0 0,-25 0 0,0 0 16,0 0-16,0 0 0,0 0 0,25 0 0,-25 25 0,0-25 0,25 0 0,-25 0 16,0 0-16,25 0 0,-25 0 0,0 0 0,24 0 0,-24 0 15,25 0-15,-25 0 16,25 0-16,-25 0 0,25 0 0,-25 0 0,0 0 0,25 0 15,-25 0-15,24 0 0,-24 0 0,25 0 0,-25 0 0,0 0 0,0 0 0,25 0 16,-25 0-16,0 0 0,0 0 0,0 0 0,0 0 0,0 0 16,0 0-1,0 0-15,0 0 0,0 0 0,0 25 0</inkml:trace>
  <inkml:trace contextRef="#ctx0" brushRef="#br0" timeOffset="298982.1006">22399 16842 0,'0'0'0,"0"0"15,0 0-15,0 0 0,0 0 0,0 0 0,-25 0 0,25 0 16,0 0-16,0 0 0,0 0 0,0 0 0,0 0 0,0 0 16,0 0-16,25 0 0,-25 0 0,0 0 0,0 0 0,24 0 15,-24 0-15,0 0 0,25 0 0,-25 0 0,25 0 16,-25 0-16,0 0 0,25 0 0,0 0 0,-25 0 0,24 0 15,-24 0-15,25 0 0,-25 0 0,25 0 0,-25 0 16,25 0-16,0 0 0,-25 0 0,24 0 0,-24 25 16,0-25-16,25 0 0,-25 0 0,25 0 0,-25 0 0,0 0 0,0 0 15,25 0-15,-25-25 0,0 25 0,0 0 16,0 0-16,0 0 0,0 0 15</inkml:trace>
  <inkml:trace contextRef="#ctx0" brushRef="#br0" timeOffset="299264.1166">22572 16570 0,'0'0'0,"0"-25"0,0 25 16,0 0-16,0 0 0,0-25 0,0 25 0,0 0 0,0 0 15,0 0-15,0 0 0,0 0 0,0 0 0,0 0 16,0 0-16,0 0 0,0 0 0,0 25 0,0-25 0,0 0 15,0 0-15,0 25 0,0-25 0,0 24 0,0-24 0,0 0 16,0 25 0,0-25-16,0 25 0,0 0 0,0-25 0,-25 25 0,25-25 0,0 24 0,0-24 0,0 25 15,0 0-15,0-25 0,0 25 0,0-25 0,0 25 16,0-25-16,-24 24 0,24-24 0,0 25 0,0-25 0,0 25 0,0-25 16,0 25-16,0-25 15,0 25-15,0-25 0,0 24 0,0-24 0,0 0 0,-25 25 16,25-25-16</inkml:trace>
  <inkml:trace contextRef="#ctx0" brushRef="#br0" timeOffset="299751.1446">23019 16768 0,'0'0'0,"-25"0"0,25 0 0,0 0 0,0-25 0,0 25 16,0 0-16,0 0 0,0 0 16,0 0-16,0 0 0,0 0 0,0 0 0,0 0 0,0 0 15,0 0-15,0 0 0,0 0 0,-25 0 0,25 0 0,0 0 0,0 0 16,0 0-16,0 25 0,0-25 0,0 0 0,0 25 0,0-25 15,0 0-15,0 25 0,0-25 0,0 24 16,0-24-16,0 25 0,-25-25 0,25 25 0,0-25 0,0 25 0,0-25 0,0 25 16,0-25-16,0 24 0,0-24 0,0 0 0,0 25 0,0-25 15,25 0-15,-25 25 16,0-25-16,0 0 0,0 0 0,0 25 0,0-25 0,0 0 15,25 0-15,-25 0 0,0 0 0,0 0 0,0 0 0,25 0 0,-25 0 16,0 0-16,0 0 0,25-25 0,-25 25 0,0 0 0,24-25 0,-24 25 16,0 0-16,0-25 0,25 25 0,-25-24 0,0 24 0,25-25 15,-25 25-15,0-25 16,0 25-16,0-25 0,0 0 0,0 25 0,0-24 0,0-1 0,0 25 0,0-25 0,0 0 15,0 25-15,0-25 16,0 1-16,0 24 0,0-25 0,0 25 0,-25 0 0,25-25 16,0 25-16,0 0 0,0-25 0,-25 25 0,25 0 0,0 0 0,-24 0 0,24-25 15,0 25-15,0 0 0,-25 0 0,25 0 0,0 0 0,0 0 16,0 0-16,0 0 0,0 25 15,0-25-15,0 0 0,0 0 0,0 0 0,0 0 0,0 0 16,0 0-16</inkml:trace>
  <inkml:trace contextRef="#ctx0" brushRef="#br0" timeOffset="301182.2266">24110 15528 0,'0'0'0,"-25"0"16,25 0-16,0 0 0,0 0 0,0 0 0,0 0 0,-24 0 15,24 0-15,0 0 16,0 0-16,0 0 0,0-25 0,0 25 0,-25 0 0,25 0 16,0 0-16,0 0 0,0 0 0,0 0 0,0 0 0,0 0 0,0 0 0,-25 0 15,25 0-15,0-25 0,0 25 0,0 0 0,0 0 16,-25 0-16,25 0 0,0 0 0,0 0 0,0 0 0,0 0 0,-25 0 31,25 0-31,0 0 0,0 0 0,-24 0 0,24 0 16,0 0-16,0 0 0,-25 0 0,25 0 0,0 0 0,0 0 15,-25 0-15,25 0 0,0 0 0,0 0 0,-25 0 0,25 0 0,0 0 0,0 0 16,0 0-16,-25 0 0,25 0 0,0 0 0,0 0 0,0 0 0,-25 0 15,25 0-15,0 0 0,0 0 0,0 0 0,-24 0 0,24 0 16,0 0-16,0 0 16,0 0-16,0 0 0,-25 0 0,25 25 0,0-25 0,0 0 0,-25 0 15,25 0-15,0 0 0,0 25 0,-25-25 0,25 0 0,0 0 0,-25 0 16,25 0-16,0 25 0,0-25 0,-24 0 0,24 0 0,0 0 31,-25 24-31,25-24 0,0 0 0,-25 0 0,25 0 0,0 25 0,-25-25 0,25 0 16,0 0-16,0 25 0,-25-25 0,25 0 0,0 0 0,0 25 15,0-25-15,-24 0 0,24 25 0,0-25 0,0 0 0,0 24 0,-25-24 16,25 0-16,0 25 0,0-25 0,-25 25 0,25-25 15,0 0-15,0 25 0,0-25 16,0 25-16,-25-25 0,25 24 0,0-24 0,0 25 0,0-25 0,0 25 16,-25-25-16,25 25 0,0-25 0,0 25 0,0-25 15,-24 24-15,24-24 0,0 0 0,0 25 16,0-25-16,0 25 0,0-25 0,0 25 0,0-25 0,0 25 0,0-25 0,0 24 15,0-24-15,0 25 0,0-25 0,0 25 0,0-25 0,0 25 0,0-25 16,0 25-16,0-25 0,0 24 0,0-24 0,0 25 16,24-25-16,-24 25 0,0-25 15,0 25-15,0-25 0,0 25 0,25-25 0,-25 24 0,0-24 0,0 0 0,0 25 16,25-25-16,-25 25 0,0-25 0,0 0 0,25 25 0,-25-25 15,0 0-15,25 25 16,-25-25-16,0 0 0,24 0 0,-24 25 0,0-25 0,25 0 16,-25 0-16,25 24 0,-25-24 0,0 0 0,25 0 0,-25 0 0,25 0 0,-25 0 15,0 0-15,24 0 0,-24 0 16,25 0-16,-25 0 0,25 0 0,-25 0 0,25 0 0,-25 0 15,0 0-15,25 0 0,-25 0 0,24 0 0,-24-24 0,25 24 0,-25 0 16,0 0-16,25 0 0,-25-25 0,25 25 0,-25 0 0,0 0 16,25-25-16,-25 25 0,0 0 15,25-25-15,-25 25 0,24 0 0,-24 0 0,0-25 0,25 25 16,-25 0-16,25 0 0,-25-25 0,0 25 0,25 0 0,-25-24 15,25 24-15,-25 0 0,0 0 0,24-25 0,-24 25 0,25 0 16,-25-25-16,0 25 0,25-25 0,-25 25 0,25 0 0,-25-25 0,0 25 16,25-24-16,-25 24 15,0 0-15,24-25 0,-24 25 0,0-25 0,0 25 0,25-25 16,-25 25-16,0-25 0,0 25 0,0 0 0,0-24 0,0 24 0,0-25 0,0 25 15,0-25-15,0 25 0,0 0 0,0-25 0,0 25 0,0-25 16,0 25 0,0 0-16,0-24 0,0 24 0,0-25 0,0 25 0,0 0 0,0-25 0,0 25 0,0-25 15,0 25-15,0-25 0,0 25 0,0-24 0,0 24 16,0 0-16,0-25 0,0 25 0,0 0 0,0-25 0,0 25 15,-25-25-15,25 25 0,0 0 0,0 0 16,0-25-16,0 25 0,0 0 0,-24 0 0,24-24 0,0 24 16,0 0-16,0 0 0,-25 0 0,25-25 0,0 25 15,0 0-15,0 0 0,-25 0 0,25 0 0,0 0 0,0 0 0,-25-25 16,25 25-1,0 0-15,0 0 0,-25 0 0,25 0 0,0 0 0,0 0 0,-24 0 0,24 0 0,0 0 0,0 25 16,0-25-16,-25 0 0,25 0 0,0 0 0,0 0 16,-25 0-16,25 25 15,0-25-15,0 0 0</inkml:trace>
  <inkml:trace contextRef="#ctx0" brushRef="#br0" timeOffset="301606.2509">23788 16842 0,'0'0'0,"0"0"0,0 0 16,0 0-16,0 0 0,0 0 0,0 0 0,0 0 0,0 0 0,0 0 15,0 0-15,0 0 0,0 0 0,0 0 0,24 0 0,-24 0 16,0 0-16,0 0 0,25 0 0,-25 0 0,0 0 0,25 0 16,-25 0-16,0 0 0,25 0 0,-25 0 0,0 0 0,25 0 15,-25 0-15,25 0 16,-25 0-16,24 0 0,-24 0 0,25 0 0,0 0 0,-25 0 15,25 0-15,-25 0 0,25 0 0,-25 0 0,24 25 0,-24-25 0,25 0 16,-25 0-16,25 0 0,-25 0 0,25 0 0,-25 0 0,0 0 0,25 0 16,-25 0-16,0 0 0,0 0 0,0 0 15,24 0-15,-24 0 0,0 0 0,0 0 16,-24 25-16,24-25 0,0 0 0,0 0 0,0 0 0</inkml:trace>
  <inkml:trace contextRef="#ctx0" brushRef="#br0" timeOffset="301850.2648">23862 16991 0,'0'0'0,"-25"0"0,25 0 0,0 0 16,0 0-16,0 0 0,0 0 0,-25 0 0,25 0 0,0 0 16,0 0-16,0 0 0,25 0 0,-25 0 0,0 0 0,0 0 15,0 0-15,25 0 0,-25 0 0,0 0 0,0 0 0,25 0 16,-25 0-16,0 0 0,25 0 0,-25 0 0,25 0 15,-25 0-15,0 0 0,24 0 0,1 0 0,-25 0 0,25 0 16,-25 0-16,25 0 0,-25 0 0,25 0 0,-25 0 16,24 0-16,-24 0 0,25 0 15,-25 0-15,25 0 0,-25 0 0,0 0 0,25 0 0,-25 0 0,0 0 0,0 0 16,25 0-16,-25 25 0,0-25 0,0 0 0,0 0 0,0 0 15,0 0-15,0 0 0,0 0 0,0 0 16</inkml:trace>
  <inkml:trace contextRef="#ctx0" brushRef="#br0" timeOffset="302132.281">24110 16644 0,'0'0'15,"0"0"-15,0 0 0,0 0 0,-25 0 0,25 0 0,0 0 16,0 0-16,0 0 0,0 0 0,0 0 0,0 0 0,0 0 15,0 25-15,0-25 0,0 25 0,-24-25 0,24 0 16,0 24-16,0 1 0,0-25 0,0 25 0,0-25 0,-25 25 16,25 0-16,0-1 0,0-24 0,0 25 0,0 0 15,0 0-15,-25-25 0,25 25 0,0-1 0,0-24 0,0 25 16,0 0-16,0 0 0,0-25 0,-25 25 0,25-25 0,0 24 15,0 1-15,0-25 0,0 25 0,-25-25 0,25 25 16,0-25-16</inkml:trace>
  <inkml:trace contextRef="#ctx0" brushRef="#br0" timeOffset="303252.3447">24631 16619 0,'0'0'0,"0"0"16,-25 0-16,25 0 0,0 0 0,0-25 0,0 25 0,0 0 15,0 0-15,0 0 0,0 0 16,-25 0-16,25 0 0,0 0 0,0 0 0,0-24 15,0 24-15,0 0 0,0 0 0,0 0 0,0 24 0,0-24 0,0 0 0,0 0 16,0 0-16,0 0 0,0 0 0,0 0 0,0 25 0,0-25 16,0 0-16,0 25 0,0-25 0,0 0 0,-24 25 0,24-25 15,0 0-15,0 25 16,0-25-16,0 24 0,24-24 0,-24 25 0,0 0 0,0-25 0,0 25 0,0-25 15,0 25-15,0-25 0,0 24 0,0 1 0,0-25 16,0 25-16,25-25 0,-25 25 0,0-25 0,0 0 0,0 25 0,25-25 16,-25 24-16,0-24 0,0 0 0,25 25 0,-25-25 0,0 25 15,0-25-15,25 0 0,-25 0 0,0 0 16,24 25-16,-24-25 0,0 0 0,25 0 15,-25 0-15,0 0 0,25 0 0,-25 0 0,0 0 0,25-25 0,-25 25 0,25 0 16,-25 0-16,0-25 0,24 25 0,-24 0 0,0-25 0,25 25 16,-25-24-16,25 24 0,-25-25 0,0 0 0,25 25 0,-25-25 15,0 25-15,0-25 0,25 1 0,-25 24 16,0-25-16,0 0 0,0 25 0,0-25 15,25 0-15,-25 25 0,0-24 0,0 24 0,0-25 0,0 25 16,0-25-16,0 25 0,-25-25 0,25 25 0,0-25 0,0 25 0,0 0 0,-25 0 16,25-24-16,0 24 0,0 0 0,-25 0 15,25-25-15,0 25 0,-25 0 0,25 0 16,0 0-16,-25-25 0,25 25 0,0 0 0,-24 0 0,24 0 0,0 0 0,-25-25 0,25 25 15</inkml:trace>
  <inkml:trace contextRef="#ctx0" brushRef="#br0" timeOffset="304121.3947">26839 14808 0,'0'0'0,"0"0"0,0 0 15,0-24-15,0 24 0,0 0 0,0 0 0,0 0 0,0 0 16,0 0-16,0 0 0,0 0 0,0 0 0,24 0 0,-24 0 15,0 0-15,0 0 0,25 0 16,-25 0-16,25 0 0,-25 0 0,0 0 0,25 0 0,-25 0 16,25 0-16,-1 24 0,-24-24 0,25 0 0,-25 0 0,25 0 0,-25 0 15,25 0-15,-25 0 0,25 0 0,-25 0 0,0 0 0,25 0 16,-25 0-16,0 0 15,24 0-15,-24 0 0,0 0 0,0 0 0,0 0 0,0 0 16,0 0-16,0 0 0</inkml:trace>
  <inkml:trace contextRef="#ctx0" brushRef="#br0" timeOffset="304334.4069">26863 14932 0,'0'0'0,"0"0"0,0 0 0,0 0 0,0 0 15,0 0-15,0 0 0,0 0 0,0 0 0,0 0 0,0 0 16,0 0-16,25 0 0,-25 0 0,0 0 0,25 0 15,-25 0-15,25 0 0,-25 0 0,25 0 0,-25 0 0,24 0 16,1 0-16,-25 0 0,25 0 0,0 0 0,-25 0 16,25 0-16,0 0 0,-25 0 0,24 0 0,-24 0 15,25 0-15,-25 0 0,25 0 0,-25-24 0,0 24 0,25 0 16,-25 0-16</inkml:trace>
  <inkml:trace contextRef="#ctx0" brushRef="#br0" timeOffset="304607.4225">27236 14684 0,'0'0'0,"0"-24"0,0 24 0,0 0 15,0-25-15,0 25 0,0 0 0,0 0 0,0 0 0,0 0 16,0 0-16,0 0 0,0 0 0,0 0 0,0 0 16,24 25-16,-24-25 0,0 0 0,0 0 0,0 24 15,25-24-15,-25 25 0,0-25 0,0 25 0,0-25 0,0 25 16,0-25-16,0 25 0,0-25 0,0 24 0,0-24 0,0 25 15,-25-25-15,25 25 0,0-25 0,-24 25 0,24-25 16,-25 25-16,25-25 0,-25 24 0,25-24 0,-25 0 16,25 25-16,-25-25 0,25 0 0,-24 25 0,24-25 0,-25 0 15,25 0-15,0 0 0,-25 25 0,25-25 0,0 0 16</inkml:trace>
  <inkml:trace contextRef="#ctx0" brushRef="#br0" timeOffset="304949.4421">27756 14610 0,'0'-25'0,"0"25"0,0 0 0,0 0 16,0 0-16,0 0 0,0 0 0,0 25 0,0-25 15,0 0-15,0 0 0,0 25 0,0-25 0,0 0 16,0 25-16,0-25 0,0 24 0,0 1 0,0-25 15,0 25-15,25 0 0,-25-25 0,0 25 0,0-1 0,0-24 16,0 25-16,0 0 0,0-25 0,0 25 0,0 0 0,0-25 16,0 24-16,0-24 15,0 25-15,-25 0 0,25-25 0,0 25 0,0-25 0,0 25 16,0-25-16,0 24 0,0-24 0,-24 0 0,24 25 0,0-25 0,0 25 15,0-25-15,-25 0 0,25 0 0,0 25 0,0-25 0,0 0 16,0 0-16,-25 0 16,25 0-16,0 25 0,0-25 0,0 0 0,0 0 0,0 0 0,0 0 15,0 0-15,0 0 0,0-25 0,0 25 0,0 0 0,0 0 0</inkml:trace>
  <inkml:trace contextRef="#ctx0" brushRef="#br0" timeOffset="305266.4602">27980 14858 0,'0'0'15,"0"0"-15,0 0 0,0 0 0,0-25 0,0 25 16,-25 0-16,25 0 0,0 0 0,0 0 0,0 0 0,0-25 16,0 25-16,0 0 0,-25 0 0,25 0 0,0 0 15,0 0-15,-25 0 0,25 0 0,0 0 0,0 0 16,0 0-16,-25 0 0,25 0 0,0 0 0,0 25 0,-24-25 15,24 0-15,0 0 0,0 0 0,0 25 0,0-25 16,0 0-16,0 25 0,0-25 0,0 25 0,0-25 16,0 0-16,0 24 0,24-24 15,-24 25-15,0-25 0,0 25 0,0-25 0,25 0 0,-25 25 0,0-25 0,0 25 16,25-25-16,-25 24 0,0-24 0,0 0 0,0 25 0,25-25 15,-25 0-15,0 0 16,0 25-16,25-25 0,-25 0 0,0 0 0,0 0 0,24 0 0,-24 0 16,0 0-16,25 0 0,-25 0 0,25 0 0,-25 0 0,25 0 15,-25 0-15,25-25 0,-25 25 0,25 0 0,-25-25 0,24 25 0,1-24 16</inkml:trace>
  <inkml:trace contextRef="#ctx0" brushRef="#br0" timeOffset="305631.4811">28476 14486 0,'0'-25'0,"0"25"0,0 0 0,0-25 0,0 25 0,-25 0 16,25-24-16,0 24 0,0 0 0,0 0 0,0-25 15,0 25-15,0 0 0,0 0 0,0 0 0,0 0 0,0 0 16,0 0-16,0 0 0,0 0 0,-25 0 0,25 0 15,0 25-15,0-25 0,0 0 0,0 0 16,0 24-16,0-24 0,0 0 0,0 25 0,-25-25 16,25 0-16,0 25 0,0-25 0,0 25 0,0-25 0,0 0 0,0 25 15,0-25-15,0 0 0,25 24 0,-25-24 0,0 0 0,0 0 16,0 25-16,0-25 0,0 0 0,25 0 0,-25 0 15,0 0-15,0 0 0,25 0 32,-25 0-32,0 0 0,25-25 0,-25 25 0,0 0 0,0 0 0,24-24 0,-24 24 0,0-25 0,0 25 15,25-25-15,-25 25 0,0-25 0,0 25 0,0-25 0,0 25 16,0-24-16,0 24 0,0-25 0,0 25 0,0-25 0,0 25 0,0 0 0,0 0 15,-25-25-15,25 25 0,0 0 16,0 0-16,0 0 0,-24 0 0,24 0 0,0 25 16,0-25-16,0 0 0,0 0 0,-25 0 0,25 25 0,0-25 15,0 0-15</inkml:trace>
  <inkml:trace contextRef="#ctx0" brushRef="#br0" timeOffset="306513.5316">28749 14833 0,'0'0'0,"0"0"15,0 0-15,0 0 0,0 0 0,0 0 0,0 0 16,0 0 0,0 0-16,0 0 0,0 25 0,0-25 0,0 0 0,0 25 0,0-25 0,0 25 0,-25-25 15,25 24-15,0-24 0,0 25 0,0 0 0,0 0 16,0 0-16,0-1 0,-25 1 0,25 0 0,0 0 0,0 0 15,0-1-15,0 1 0,0 0 0,-25 0 0,25 0 16,0-1-16,0-24 0,0 25 31,0 0-31,-25 0 0,25 0 0,0-25 0,0 25 0,0-1 0,0-24 0,0 25 0,-24-25 0,24 25 0,0-25 0,0 25 0,0-25 0,0 25 16,0-25-16,-25 0 0,25 24 0,0-24 0,0 0 0,0 0 15,0 0-15,0 0 16,0 25-16,0-25 0,-25 0 0,25 0 0,0 0 0,0 0 0,0-25 16,0 25-16,0 0 0,0 0 0,0 0 0,0 0 0,0-24 15,0 24-15,0 0 0,0-25 0,0 25 0,0-25 0,0 25 0</inkml:trace>
  <inkml:trace contextRef="#ctx0" brushRef="#br0" timeOffset="306832.5498">28749 14932 0,'0'0'16,"0"0"-16,0-24 0,0 24 0,0 0 47,24 0-47,-24 0 0,0 0 0,0 0 0,25 0 0,-25 0 0,0 0 0,0 0 0,25 0 15,-25 0-15,0 0 0,25 0 0,-25 0 0,0 24 0,25-24 0,-25 0 0,0 0 0,24 25 16,-24-25-16,0 25 0,0-25 0,25 25 0,-25 0 0,0-25 0,0 24 0,0 1 0,0-25 16,0 25-16,0-25 0,0 25 0,-25-25 0,25 25 0,0-25 15,0 24-15,0-24 0,-24 0 0,24 25 0,0-25 0,-25 0 0,25 0 16,0 25-16,-25-25 0,25 0 15,-25 0-15,25 0 0,-25 0 0,25 0 16,-24 0-16,24 0 0,-25 0 0,25 0 0,-25-25 0,25 25 0,-25 0 16,25 0-16,0-25 0,-25 25 0,25 0 0,0-24 0,0 24 0,0-25 15,0 25 1,0-25-16,0 25 0,0-25 0,0 0 0,25 25 0,-25-24 0</inkml:trace>
  <inkml:trace contextRef="#ctx0" brushRef="#br0" timeOffset="307306.5769">29220 14585 0,'0'0'0,"0"0"0,0 0 0,0 0 0,0 0 16,0 0-16,0 0 0,0 0 0,0 0 0,0 0 15,0 0-15,0 25 0,0-25 0,0 0 0,-25 0 0,25 25 16,0-25-16,0 25 0,0-25 0,0 24 0,0 1 15,0-25-15,0 25 0,0 0 0,0 0 0,-25-25 16,25 24-16,0 1 0,0 0 0,0 0 0,0-25 0,0 25 16,0-1-16,0-24 0,-24 25 15,24 0-15,0-25 0,0 25 0,0-25 0,0 25 0,0-25 16,0 24-16,0-24 0,-25 25 0,25-25 0,0 0 0,0 0 15,0 25-15,0-25 0,0 0 0,0 0 0,0 0 0,0 0 0,0 0 16,0 0-16,0 0 0,-25 0 0,25 0 0,0-25 16,25 25-16,-25 0 0,0 0 0,0 0 0,0-25 0,0 25 15,0 0-15,25-24 16,-25 24-16,24-25 0,-24 25 0,25-25 0,-25 25 0,25-25 15,-25 25-15,25-25 0,-25 25 0,25-24 0,-25 24 0,24-25 0,-24 25 0,25-25 16,-25 25-16,0 0 0,0 0 0,25 0 0,-25 0 16,0 0-16,0 0 0,0 0 15,0 0-15,0 25 0,25-25 0,-25 0 0,0 0 0,0 25 16,0-25-16,0 24 0,0-24 0,-25 25 0,25-25 0,0 25 0,0-25 15,0 25-15,0-25 16,0 25-16,-25-25 0,25 24 0,0-24 0,0 25 0,0-25 0,0 0 0,0 25 31,0-25-31,-25 25 0,50-25 0,-25 0 0,0 0 0,0 25 0,0-25 0,0 0 0,25 0 0,-25 0 0,0 0 16,25 24-16,-25-24 0,25 0 0,-25 0 0,24-24 0,-24 24 15,25 0-15,-25 0 0</inkml:trace>
  <inkml:trace contextRef="#ctx0" brushRef="#br0" timeOffset="307957.6142">29666 15032 0,'0'-25'0,"0"25"0,0-25 15,-24 25-15,24-25 0,0 25 0,0-25 0,0 25 16,0-24-16,0 24 0,0-25 0,0 25 0,0 0 0,0-25 16,-25 25-16,25 0 0,0 0 0,0-25 15,0 25-15,-25 0 0,25 0 0,0 0 0,0 0 0,-25 0 16,25 25-16,0-25 0,0 0 0,-25 0 0,25 25 15,0-25-15,-24 25 0,24-25 0,0 24 0,-25-24 78,25 25-78,0-25 0,0 25 0,-25-25 0,25 25 0,0-25 0,0 25 0,0-25 0,0 24 0,0-24 0,0 25 0,0-25 0,0 25 0,0-25 0,0 25 0,0-25 0,0 0 0,0 25 0,0-25 16,25 0-16,-25 0 0,0 0 0,0 24 0,0-24 0,0 0 0,0 0 0,25 0 0,-25 0 0,0 0 0,0 0 0,24 0 0,-24-24 0,0 24 0,25 0 16,-25 0-16,0-25 0,25 25 0,-25 0 0,25-25 15,-25 25 1,0-25-16,25 25 0,-25-25 0,0 25 0,24-24 0,-24 24 0,0-25 15,0 25-15,25-25 0,-25 25 0,0-25 0,0 25 0,0-25 0,0 25 0,25 0 16,-25-24-16,0 24 0,0 0 0,0 0 0,0 0 16,0 0-16,0 0 0,0 0 0,0 0 0,0 0 15,0 0-15,-25 0 0,25 0 16,0 0-16,0 0 0,0 24 0,0-24 0,0 0 0,0 25 0,0-25 15,0 0-15,-25 25 0,25-25 0,0 25 0,0-25 0,0 25 0,0-25 16,-24 24-16,24-24 0,0 25 0,0-25 0,0 0 0,0 25 16,0-25-16,0 25 0,0-25 0,0 0 15,0 25-15,0-25 0,0 0 0,0 24 16,0-24-16,0 0 0,24 0 0,-24 0 0,0 0 0,0 0 0,0 0 15,25 0-15,-25 0 0,0 0 0,0 0 0,25 0 0,-25-24 16,0 24-16,25 0 0,-25 0 0,0-25 0,0 25 0,25-25 16,-25 25-16,0-25 15,0 25-15,24-25 0,-24 25 0,0-24 0,0 24 0,25-25 0,-25 0 0,0 25 16,0-25-16,0 25 0,0-25 0,0 25 0,25 0 0,-25-24 15,0 24 1,0 0 0,0 0-16,0 0 0,0 0 0,0 0 0,0 0 0,-25 0 0,25 24 15,0-24-15,0 0 0,0 25 0,0-25 0,0 25 0,0-25 0,0 0 0,0 25 0,-25-25 0,25 25 0,0-25 0,0 24 0,0-24 16,0 0-16,0 25 0,0-25 15,0 0-15,0 0 0,0 25 0,0-25 16,25 0-16,-25 0 0,0 0 0,0 0 0,0 0 0,0 0 0,25 0 16,-25 0-16,0 0 0</inkml:trace>
  <inkml:trace contextRef="#ctx0" brushRef="#br0" timeOffset="308221.6293">30113 14213 0,'0'-25'0,"0"25"0,0-25 0,0 25 16,0 0-16,25-24 0,-25 24 0,0 0 0,0 0 16,0-25-16,24 25 0,-24 0 0,0 0 0,0 0 15,25 0-15,-25 0 0,0 25 0,25-25 16,-25 0-16,0 0 0,25 0 0,-25 24 0,0-24 0,0 0 15,0 25-15,25-25 0,-25 0 0,0 25 0,0-25 0,0 0 16,0 25-16,0-25 0,-25 25 16,25-25-16,0 0 0,-25 24 0,25-24 0,-25 0 0,25 25 15,-25-25-15,1 0 0,-1 0 0,0 25 0,0-25 0,0 0 16,1 0-16,-1 0 0</inkml:trace>
  <inkml:trace contextRef="#ctx0" brushRef="#br0" timeOffset="309029.6755">30287 14808 0,'0'0'0,"0"-24"0,0 24 16,0 0-16,0 0 0,0-25 0,0 25 0,0 0 16,0 0-16,0 0 15,0 0-15,0 0 0,0 0 0,0 25 0,0-25 0,0 0 0,0 0 16,0 24-16,0-24 0,-25 25 0,25-25 0,0 25 0,0-25 15,0 25-15,0-25 0,0 25 0,0-1 0,0-24 0,0 25 0,0 0 16,0-25-16,-25 25 0,25-25 0,0 25 0,0-25 0,0 24 16,0-24-16,0 25 0,0-25 15,-25 0-15,25 25 0,0-25 0,0 0 16,0 0-16,0 25 0,0-25 0,0 0 0,-25 0 0,25 0 0,0 0 15,0 0-15,0 0 0,0 0 0,0 0 0,0 0 0,0 0 16,0 0-16,25 0 0,-25 0 0,0-25 0,0 25 0,0 0 0,0 0 16,25-25-16,-25 25 15,0 0-15,25-25 0,-25 25 0,0-24 0,25 24 16,-25-25-16,0 25 0,24-25 0,-24 0 0,25 25 0,-25-25 0,0 25 0,25-24 15,-25 24-15,0 0 0,0-25 0,25 25 0,-25 0 0,0 0 16,0 0-16,0 0 0,25 0 0,-25 0 0,0 0 0,0 0 16,0 0-16,0 0 15,0 0-15,0 25 0,24-25 0,-24 0 0,-24 24 0,24-24 16,0 25-16,0-25 0,0 25 0,0-25 0,0 25 0,0-25 0,0 25 0,-25-25 15,25 24-15,0-24 0,0 0 0,0 25 0,0-25 16,0 0-16,0 25 0,-25-25 16,25 0-16,0 0 0,0 0 0,0 0 0,0 0 15,0 25-15,0-25 0,0 0 0,0 0 0,0 0 0,0-25 0,0 25 0,0 0 16,0 0-16,0 0 0,0 0 0,0 0 0,25-25 0,-25 25 15,0 0-15,0 0 16,25-25-16,-25 25 0,0 0 0,24-24 0,-24 24 0,0-25 0,25 25 16,-25-25-16,25 25 0,-25-25 0,0 25 0,25-25 0,-25 25 15,25 0-15,-25-24 0,0 24 0,0 0 0,24 0 0,-24-25 16,0 25-16,0 0 0,0 0 0,0 0 0,0 25 0,0-25 15,0 0-15,0 0 0,0 24 0,0-24 0,0 0 0,-24 25 16,24-25-16,0 0 16,0 25-16,0-25 0,0 25 0,0-25 0,0 25 0,0-25 0,0 0 15,0 24-15,0-24 0,0 25 0,0-25 0,0 0 0,0 25 0,0-25 16,0 0-16,0 25 0,0-25 0,0 0 0,24 0 0,-24 0 15,0 25-15,25-25 0,-25 0 0,25 0 0,-25 0 0</inkml:trace>
  <inkml:trace contextRef="#ctx0" brushRef="#br0" timeOffset="309490.7018">30907 14982 0,'0'-25'0,"0"25"0,0-25 0,0 25 0,0-24 0,0 24 16,-25-25-16,25 25 0,0-25 0,-25 25 0,25 0 0,0 0 15,0-25-15,-25 25 0,25 0 0,0 0 0,-25 0 0,25 0 16,0 0-16,-24 0 0,24 0 0,0 0 15,-25 0-15,25 0 0,0 0 0,0 0 0,-25 0 0,25 25 0,0-25 16,-25 0-16,25 25 0,0-25 0,0 25 0,0-25 16,-25 24-16,25-24 0,0 25 0,0-25 0,0 25 0,0-25 15,0 25-15,0-25 0,0 25 0,0-25 0,0 24 16,0-24-16,0 0 0,0 25 15,0-25-15,0 0 0,0 25 0,0-25 0,0 0 0,0 0 0,0 25 16,0-25-16,0 0 0,25 0 0,-25 0 0,0 0 0,0 0 0,0 0 16,0 0-16,25 0 0,-25 0 15,0 0-15,0-25 0,25 25 0,-25 0 16,0 0-16,25 0 0,-25-25 0,0 25 0,0 0 0,24 0 0,-24-25 15,0 25-15,0 0 0,0-24 0,25 24 0,-25-25 0,0 25 0,0 0 16,0 0-16,0-25 0,0 25 0,0 0 0,0 0 16,0 0-16,0 0 0,0 0 0,0 0 0,0 0 0,0 0 0,0 0 15,0 0-15,0 25 16,0-25-16,0 0 0,0 25 0,0-25 0,-25 0 0,25 24 0,0-24 15,0 25-15,0-25 0,0 0 0,0 25 0,0-25 0,0 25 0,0-25 16,0 0-16,0 25 0,0-25 0,0 0 0,0 0 0,0 24 16,25-24-1,-25 0-15,0 0 0,0 0 0,0 0 0,25 0 0,-25 0 0,0 0 0,0 0 16,25 0-16,-25 0 0,25 0 0,-25 0 0,0 0 0,24-24 15,-24 24-15</inkml:trace>
  <inkml:trace contextRef="#ctx0" brushRef="#br0" timeOffset="309796.7194">31328 14511 0,'0'0'0,"0"0"0,0 0 16,0 0-16,0 0 0,0 0 0,0 0 0,0 25 15,0-25-15,0 0 0,0 0 0,0 24 0,0-24 0,25 25 16,-25 0-16,0-25 0,0 25 0,0 0 0,0-25 0,0 24 16,0 1-16,0 0 0,-25-25 0,25 25 0,0 0 0,0-1 15,0 1-15,0-25 16,0 25-16,0 0 0,0-25 0,0 25 0,-24-1 47,24-24-47,0 25 15,0-25-15,0 25 0,0 0 0,0-25 0,-25 0 0,25 25 0,0-25 0,0 24 0,0-24 0,0 0 0,-25 25 0,25-25 0,0 0 0,0 0 0,0 0 0,0 25 0,0-25 0,-25 0 0,25 0 0,0 0 0,0 0 0,0-25 16,0 25-16,0 0 0,0 0 0,-25-25 15,25 25-15,0 0 0</inkml:trace>
  <inkml:trace contextRef="#ctx0" brushRef="#br0" timeOffset="310010.7316">31179 14784 0,'25'0'0,"-25"0"0,0 0 0,0 0 0,0-25 0,0 25 15,0 0-15,0 0 0,0 0 0,25 0 0,-25 0 16,0 0-16,0 0 0,25 0 0,-25 0 0,0 25 16,25-25-16,-25 0 0,25 0 0,-25 0 0,0 24 0,24-24 15,-24 0-15,0 25 0,25-25 0,-25 0 0,0 25 0,0-25 16,25 25-16,-25-25 0,0 25 0,0-25 0,0 24 15,0-24-15,0 25 0</inkml:trace>
  <inkml:trace contextRef="#ctx0" brushRef="#br0" timeOffset="310264.7461">31378 15131 0,'0'0'0,"0"0"0,-25 0 15,25 0-15,0 0 0,0 0 0,0 0 0,0-25 0,0 25 16,0 0-16,0-25 0,0 25 0,0 0 0,0-25 16,25 25-16,-25 0 0,0-24 0,0 24 0,0-25 0,25 25 15,-25-25-15,0 0 0,25 25 0,-25-25 0,24 25 0,-24 0 16,0-24-16,25 24 0,-25-25 0,0 25 0,0 0 0,25 0 15,-25 0-15,0-25 0,0 25 0,0 0 0,0 0 16,0 0-16,25 25 0,-25-25 0,0 0 0,0 0 0,0 0 16,0 25-16,0-25 0,0 0 0,0 0 0,0 24 15,0-24-15,0 25 0,0-25 0,0 0 0,0 25 0,0-25 16,0 25-16,0-25 0,0 25 0,0-25 0,0 24 0,0-24 15,0 0-15,0 25 0,0-25 0,0 25 0,-25-25 16,25 0-16,0 25 0,0-25 0,0 0 0,0 0 0,0 25 16,0-25-16,0 0 0,0 0 0,0 24 15,0-24-15,0 0 0,25 0 16,-25 0-16,0 0 0,0 0 0,25 25 0,-25-25 0,0 0 0,24 0 15,-24 0-15,25 0 0</inkml:trace>
  <inkml:trace contextRef="#ctx0" brushRef="#br0" timeOffset="310766.7748">31899 14957 0,'0'0'0,"0"0"0,0-25 0,-25 25 0,25-24 16,0 24-16,0 0 0,0-25 0,0 25 0,0 0 0,-25-25 16,25 25-16,0 0 0,0-25 0,-25 25 0,25 0 15,0 0-15,0-25 0,0 25 0,0 0 0,-24 0 0,24 0 16,0 0-16,0 0 0,0 0 0,-25 0 0,25 0 0,0 0 15,0 25-15,-25-25 0,25 0 0,0 0 0,0 25 0,-25-25 16,25 0-16,0 25 0,0-25 0,0 25 16,-25-25-16,25 24 0,0-24 0,0 25 0,0-25 0,-24 25 0,24-25 15,0 25-15,0-25 0,0 0 0,0 25 16,0-25-16,-25 24 0,25-24 0,0 0 0,0 25 0,0-25 0,0 0 15,0 25-15,0-25 0,0 0 16,25 0-16,-25 25 0,0-25 0,0 0 0,0 0 16,0 0-16,0 0 0,24 0 0,-24 0 0,0 0 0,0 0 0,25 0 15,-25 0-15,0 0 0,25 0 0,-25 0 0,25 0 0,-25 0 0,25 0 16,-25-25-16,0 25 0,24 0 0,-24 0 0,0-25 0,25 25 15,-25-25-15,25 25 0,-25 0 0,0-24 0,0 24 0,25-25 16,-25 25-16,0-25 16,0 25-16,0 0 0,25-25 0,-25 25 0,0 0 0,0 0 15,0 0-15,0 0 0,0 0 0,0 0 0,0 0 0,0 0 16,0 0-16,0 0 0,0 0 0,0 0 0,0 0 0,0 0 0,-25 0 15,25 25-15,0-25 0,0 0 0,0 25 0,0-25 0,0 0 0,0 25 32,-25-25-32,25 0 0,0 24 0,0-24 0,0 0 0,0 25 0,0-25 0,0 0 0,0 25 0,0-25 0,0 0 15,0 0-15,0 25 0,0-25 0,0 0 0,0 0 16,0 0-16,0 25 0,0-25 0,0 0 0,0 0 0,0 0 15,0 0-15,0 0 16,0 0-16,0 0 0,25 0 0,-25 0 0,0 0 0,0 0 0,0-25 16,0 25-16,25 0 0,-25 0 0,0-25 0</inkml:trace>
  <inkml:trace contextRef="#ctx0" brushRef="#br0" timeOffset="311187.7989">32023 14908 0,'0'0'0,"0"0"0,0 0 0,0 0 15,0 0-15,0 0 0,0 24 0,0-24 0,0 0 0,0 0 16,0 0-16,0 0 0,0 0 0,0 0 0,0 25 0,0-25 15,0 0-15,0 0 0,0 25 0,0-25 0,0 0 0,0 0 16,0 25-16,-25-25 0,25 0 0,0 25 0,0-25 16,0 0-16,0 0 0,-25 24 0,25-24 0,0 0 0,0 25 15,0-25-15,0 0 0,0 0 0,0 0 0,-25 0 16,25 25-16,0-25 0,0 0 0,0 0 0,0 0 15,0 0-15,0 0 0,0 0 0,0 0 0,0 0 0,0 0 16,25 0-16,-25 0 0,0 0 0,0 0 0,0 0 0,0 0 16,25 0-16,-25-25 0,0 25 15,25 0-15,-25 0 0,0 0 0,25 0 0,-25 0 0,24-25 16,-24 25-16,25 0 0,-25 0 0,0 0 0,25-24 0,-25 24 0,0 0 15,25 0-15,-25 0 0,0 0 0,25 0 0,-25-25 0,0 25 0,0 0 16,0 0-16,0 0 0,24 25 0,-24-25 0,0 0 16,0 0-16,0 0 15,0 0-15,0 0 0,0 0 0,0 24 0,0-24 0,-24 0 0,24 0 0,0 0 0,0 25 16,0-25-16,0 0 0,0 0 0,0 0 0,0 0 15,0 0-15,0 25 0,0-25 0,0 0 0,0 0 0,0 0 0,0 0 16,0 0-16,0 25 0,0-25 0,0 0 0,0 0 16,0 0-16,24 0 0,-24 0 0,0 0 15,0 0-15,0 0 0,0 0 0,0 0 0,0-25 0,0 25 0,25 0 16,-25 0-16</inkml:trace>
  <inkml:trace contextRef="#ctx0" brushRef="#br0" timeOffset="311436.8132">31824 14536 0,'0'0'15,"0"-25"-15,0 25 0,0 0 0,0 0 0,0 0 0,25 0 16,-25 0-16,0-25 0,0 25 0,25 0 0,-25 0 0,0 0 15,25 0-15,-25 25 0,0-25 0,25 0 0,-25 0 16,0 0-16,24 0 0,-24 0 0,0 0 0,25 0 0,-25 25 16,0-25-16,0 0 0,0 0 0,25 24 0,-25-24 0,0 0 15,0 0-15,0 25 0,0-25 0,0 0 0,0 25 0,-25-25 16,25 0-16</inkml:trace>
  <inkml:trace contextRef="#ctx0" brushRef="#br0" timeOffset="311629.8242">31601 15379 0,'0'0'0,"0"0"0,-25 25 0,25-25 16,0 0-16,0 0 0,0 0 0,0 0 0,0 0 0,0 0 15,0 0-15,0 0 0,0 0 0,0 0 0,0 0 0,0 0 16,0 0-16,0 0 0,0 0 0,0 0 0,0 0 15,0 0-15,0 0 0,0 0 0,0 0 0,0 0 0,0 0 16,25 0-16,-25 0 0,0 0 0,0 0 0,0 0 16,0 0-16,0 0 0,0 0 0</inkml:trace>
  <inkml:trace contextRef="#ctx0" brushRef="#br0" timeOffset="312692.885">28897 16148 0,'0'0'0,"0"0"0,0 0 15,0 0-15,0 0 0,0 0 0,0 0 0,0 0 0,0 0 16,0 0-16,0 25 0,-24-25 0,24 0 0,0 24 0,0-24 15,0 25 17,-25-25-32,25 25 0,0 0 0,0-25 0,-25 25 0,25-1 0,0-24 0,0 25 0,0 0 0,0-25 0,-25 25 0,25 0 15,0-25-15,0 25 0,0-1 0,0-24 0,-25 25 0,25-25 0,0 25 0,0-25 16,0 25-16,0-25 0,0 25 0,0-25 0,-24 24 0,24-24 15,0 0-15,0 25 0,0-25 0,0 0 0,0 25 0,-25-25 16,25 0 0,0 0-16,0 0 0,0 25 0,0-25 0,0 0 0,0 0 0,0 0 15,0 0-15,0 0 0,0 0 0,0 0 0,0 0 0,0 0 0,25 0 0,-25 0 16,0 0-16,0-25 0,24 25 0,-24 0 0,0 0 0,25-25 15,-25 25-15,0 0 0,25-25 0,-25 25 0,25 0 16,-25 0-16,0-24 0,25 24 16,-25 0-16,0 0 0,24 0 0,-24 0 0,0 0 0,0 0 0,0 0 0,25 0 15,-25 0-15,0 0 0,0 24 0,0-24 0,0 0 0,0 0 0,25 25 16,-25-25-16,0 25 0,0-25 0,0 0 15,0 25-15,0-25 0,0 25 16,0-25-16,0 0 0,0 24 0,0-24 0,0 0 0,0 25 0,-25-25 0,25 0 31,0 25-31,0-25 0,0 0 0,0 0 0,0 0 0,-25 0 0,25 25 0,0-25 0,0 0 0,0 0 0,0 0 0,-24 0 0,24 0 16,0 0-16,0 0 0,-25 0 0,25 0 15,0 0-15,0-25 0,-25 25 0,25 0 16,0 0-16,-25 0 0,25 0 0,0-25 0,0 25 0,0 0 0,-25 0 16,25 0-16,0 0 0,0 0 0,0 0 0,0-25 15,0 25-15,0 0 0,0 0 0,0 0 0,0 0 0,25 0 0,-25 0 16,0 0-16,0 0 0,0 0 0,25 0 0,-25 0 0,25 0 15,-25 0-15,0 0 16,25 0-16</inkml:trace>
  <inkml:trace contextRef="#ctx0" brushRef="#br0" timeOffset="313240.9163">29270 16694 0,'0'-25'0,"0"25"0,0 0 15,0-25-15,0 25 0,0-25 0,-25 25 0,25 0 16,0-25-16,0 25 0,0 0 0,-25 0 0,25-24 15,0 24-15,0 0 0,-25 0 0,25 0 0,0 0 0,0 0 16,-25 0-16,25 0 0,0 0 0,0 0 0,-24 0 16,24 0-16,0 24 0,0-24 0,-25 0 0,25 25 0,0-25 15,0 0 1,-25 25-16,25-25 0,0 25 0,0-25 0,0 0 0,0 25 0,-25-25 0,25 24 0,0-24 15,0 0-15,0 25 0,0-25 0,0 25 16,0-25-16,0 0 0,0 25 0,0-25 0,0 0 0,0 0 0,0 0 16,0 25-16,0-25 0,0 0 0,0 0 0,0 0 0,25 0 15,-25 0-15,0 0 0,0 0 0,0 0 16,0 0-16,25 0 0,-25 0 0,0 0 0,25 0 0,-25 0 0,24-25 15,-24 25-15,0 0 0,25 0 0,-25-25 0,25 25 0,-25 0 16,25-25-16,-25 25 0,25 0 0,-25-25 0,0 25 0,24-24 16,-24 24-16,25 0 0,-25-25 0,25 25 15,-25-25-15,0 25 0,25 0 0,-25-25 0,0 25 0,0 0 16,0-25-16,0 25 0,25 0 0,-25 0 0,0 0 0,0 0 15,0 0-15,0 0 0,0 0 0,0 0 0,0 0 0,-25 0 16,25 0-16,0 25 0,0-25 0,0 0 0,0 0 0,0 25 16,-25-25-16,25 0 0,0 25 15,0-25-15,0 25 0,0-25 0,0 0 0,0 24 0,0-24 0,-25 0 16,25 25-16,0-25 0,0 0 0,0 25 0,0-25 0,0 0 0,0 25 15,0-25-15,0 25 0,0-25 0,0 0 0,0 0 0,25 24 16,-25-24-16,0 0 0,0 0 0,0 25 0,0-25 16,0 0-16,25 0 0,-25 0 15,0 0-15,0 0 0,25 25 0,-25-25 0,24 0 0,-24 0 0,25 0 0,0-25 16,-25 25-16,25 0 0,-25 0 0,25 0 0,-1 0 0,-24-25 15,25 25-15,-25 0 16,25 0-16,0-24 0</inkml:trace>
  <inkml:trace contextRef="#ctx0" brushRef="#br0" timeOffset="313473.9297">29691 16669 0,'0'0'0,"0"0"15,0 0-15,0-25 0,-25 25 0,25 0 0,0 0 0,0 0 0,0 0 16,0-25-16,0 25 0,0 0 0,0 0 0,0 25 16,0-25-16,-24 0 0,24 0 0,0 0 0,0 0 0,0 25 15,0-25-15,0 0 0,-25 25 0,25-25 0,0 0 16,0 24-16,0-24 0,0 25 0,0-25 0,0 25 0,0-25 15,0 0-15,0 25 0,0-25 0,0 25 0,0-25 16,0 0-16,0 0 0,0 24 0,0-24 0,25 0 0,-25 0 16,0 25-16,0-25 0,24 0 0,-24 0 15,0 0-15,0 0 0,25 0 0,-25 0 0,0 0 0,25 0 0,-25 0 16,25-25-16,-25 25 0,0 0 0,25 0 0,-25-24 0,0 24 15,0-25-15,24 25 16</inkml:trace>
  <inkml:trace contextRef="#ctx0" brushRef="#br0" timeOffset="313717.9436">29394 16222 0,'0'-25'0,"0"25"0,0 0 0,0 0 16,0 0-16,0-24 0,0 24 0,0 0 0,0 0 0,24 0 15,-24 0-15,0 0 0,0 0 0,25 0 0,-25 0 16,0 0-16,25 0 0,-25 0 0,25 0 0,-25 0 0,0 0 16,25 0-16,-25 24 0,0-24 0,24 0 15,-24 0-15,0 0 0,25 25 0,-25-25 16,0 0-16,0 25 0,25-25 0,-25 0 0,0 25 0,0-25 0,0 0 15,0 25-15,0-25 0,0 24 0,0-24 0,0 25 0</inkml:trace>
  <inkml:trace contextRef="#ctx0" brushRef="#br0" timeOffset="313924.9555">29344 17165 0,'-25'0'0,"25"0"0,0 0 0,-25 25 0,25-25 16,0 0-16,0 0 0,0 0 0,-24 0 0,24 0 0,0 0 15,0 0-15,0 0 0,0 0 0,0 24 0,0-24 0,0 0 16,0 0-16,0 0 0,0 0 0,0 0 0,0 0 16,0 0-16,24 0 0,-24 0 0,0 0 0,0 25 0,25-25 15,-25 0-15,0 0 0,25-25 0,-25 25 16,25 0-16</inkml:trace>
  <inkml:trace contextRef="#ctx0" brushRef="#br0" timeOffset="314246.9739">30287 16396 0,'0'0'0,"0"0"0,-25 0 0,25 0 16,0 0-16,0 25 0,0-25 0,0 0 0,-25 25 15,25-1-15,0-24 0,0 25 0,0 0 0,-25 0 0,25 0 16,0-1-16,0 1 0,-25 0 0,25 0 15,0 0-15,0-1 0,0 1 0,-25 0 0,25 0 0,0 0 0,0-1 16,0 1-16,-24 0 0,24-25 0,0 25 0,0 0 0,0-1 16,-25-24-16,25 25 15,0-25-15,0 25 0,-25-25 0,25 25 0,0-25 0,0 0 16,0 0-16,-25 0 0,25 0 0,0 0 0,0 0 0,0 0 0,-25 0 15,25-25-15,0 25 0,0-25 0,0 25 0</inkml:trace>
  <inkml:trace contextRef="#ctx0" brushRef="#br0" timeOffset="314413.9834">30088 16793 0,'0'-25'0,"0"25"0,0 0 0,25 0 0,-25 0 0,0 0 15,0 0-15,0 0 0,25 0 0,-25 0 0,0 0 0,24 0 16,-24 0-16,0 0 0,25 0 0,-25 0 0,25 25 0,-25-25 16,25 0-16,-25 0 0,25 0 0,-25 0 0,25 0 15,-25 0-15,24-25 0,-24 25 0,25 0 0,-25 0 0,25 0 16,-25 0-16,25-25 0</inkml:trace>
  <inkml:trace contextRef="#ctx0" brushRef="#br0" timeOffset="314829.0072">30535 16495 0,'0'0'0,"0"0"15,0 0-15,0 0 0,0 0 0,0 0 0,0 0 0,0 0 16,-25 0-16,25 0 0,0 25 0,0-25 0,0 25 0,-25-25 16,25 25-16,0-25 0,0 24 0,-25 1 0,25 0 15,0-25-15,0 25 0,0 0 0,-25-1 0,25 1 0,0-25 16,0 25-16,-24 0 0,24 0 0,0-1 0,0-24 15,0 25-15,-25 0 0,25-25 0,0 25 0,0-25 0,0 25 16,0-25-16,0 24 0,0-24 0,0 0 0,0 0 0,-25 25 16,25-25-16,0 0 0,0 0 0,0 0 0,0 0 15,0 0-15,0 0 0,0 0 0,0 0 0,0 0 16,0 0-16,25 0 0,-25 0 0,0-25 0,0 25 0,0 0 15,25 0-15,-25-24 0,0 24 0,24-25 0,-24 25 0,0-25 16,25 25-16,-25-25 0,25 25 0,-25-25 0,25 25 0,-25 0 16,25-24-16,-25 24 0,0-25 0,24 25 0,-24 0 15,0 0-15,0 0 0,25 0 0,-25 0 0,0 0 0,0 0 16,0 0-16,0 0 0,0 0 0,0 0 0,0 25 0,0-25 15,0 0-15,0 0 0,0 24 0,0-24 0,-25 25 0,25-25 16,0 0-16,0 25 0,0-25 0,0 25 0,0-25 16,-24 0-16,24 25 0,0-25 15,0 24-15,0-24 0,0 0 0,0 25 0,0-25 0,-25 0 0,25 25 16,0-25-16,0 0 0,0 25 0,25-25 0,-25 0 0,0 25 0,0-25 15,24 0-15,-24 0 0,0 0 0,25 0 0,-25 0 0,25 0 16,-25 0-16,25 0 0,-25 0 0,25 0 0</inkml:trace>
  <inkml:trace contextRef="#ctx0" brushRef="#br0" timeOffset="315325.0356">30956 16793 0,'-25'0'0,"25"-25"0,0 25 15,0 0-15,0 0 0,0-25 0,-24 25 0,24 0 16,0 0-16,0 0 0,0 0 0,-25 0 0,25-25 0,0 25 15,0 0-15,0 0 0,0 0 0,0 0 0,0 0 0,-25 25 16,25-25-16,0 0 0,0 0 0,0 0 0,0 0 0,-25 0 16,25 25-16,0-25 0,0 0 0,-25 0 0,25 25 0,0-25 15,-24 25-15,24-25 0,0 0 0,0 24 0,-25-24 16,25 25-16,0-25 0,0 25 0,-25-25 0,25 25 15,0-25-15,0 25 0,0-25 0,-25 0 0,25 24 16,0-24-16,0 0 0,0 25 0,0-25 0,0 0 0,0 25 0,0-25 16,0 0-16,0 0 0,0 0 0,25 0 0,-25 0 0,0 25 15,0-25-15,0 0 16,25 0-16,-25 0 0,0 0 0,0-25 0,25 25 0,-25 0 15,24 0-15,-24 0 0,0 0 0,25 0 0,-25 0 0,0-25 0,25 25 0,-25 0 0,0 0 16,25-25-16,-25 25 0,0-24 0,25 24 0,-25 0 0,0-25 16,0 25-16,24-25 0,-24 25 0,0 0 0,0-25 0,0 25 15,0 0 1,25-25-16,-25 25 0,0 0 0,0 0 0,0-24 0,0 24 0,0 0 0,0 0 15,0 0-15,0 0 0,0 0 0,0 0 0,0 0 0,0 0 0,0 0 16,0 0-16,0 24 0,-25-24 0,25 0 0,0 0 16,0 0-16,0 25 0,0-25 0,0 0 0,-24 25 0,24-25 0,0 0 15,0 25-15,0-25 0,0 25 16,0-25-16,0 0 0,0 24 0,0-24 0,0 0 0,0 25 0,0-25 15,0 0-15,0 0 0,0 25 0,0-25 0,0 0 0,0 0 0,0 0 16,0 25-16,24-25 0,-24 0 0,0 0 16,0 0-16,25 0 0,-25 0 0,0 0 15,25 0-15,-25 0 0,0-25 0,25 25 0,-25 0 0,25 0 0,-25-25 0</inkml:trace>
  <inkml:trace contextRef="#ctx0" brushRef="#br0" timeOffset="315717.0577">31155 16768 0,'0'0'0,"0"0"15,0 0-15,0 0 0,-25 0 0,25 0 0,0 0 0,0 0 16,0 0-16,0 25 0,0-25 0,0 0 0,0 0 0,-25 25 15,25-25-15,0 0 0,0 24 0,0-24 0,0 0 16,0 25-16,0-25 0,-25 0 0,25 25 0,0-25 0,0 25 16,0-25-16,0 25 0,0-25 0,0 0 0,-25 24 0,25-24 15,0 0-15,0 25 0,0-25 0,0 0 0,0 25 16,0-25-16,0 0 0,0 0 0,0 0 0,0 0 0,-24 0 15,24 0-15,0 0 0,0 0 0,0 0 0,0 0 16,0 0-16,24 0 0,-24 0 16,0 0-16,0 0 0,0 0 0,0 0 0,25-25 0,-25 25 15,0 0-15,25 0 0,-25-25 0,0 25 0,25 0 0,-25-24 0,25 24 0,-25 0 16,24-25-16,-24 25 0,25 0 0,-25-25 0,0 25 0,25 0 0,-25 0 15,0-25-15,25 25 0,-25 0 0,0 0 0,0 0 16,0 0-16,0 0 0,0 0 16,0 0-16,25 0 0,-25 0 0,0 0 0,0 0 0,0 0 0,-25 25 15,25-25-15,0 0 0,0 0 0,0 25 0,0-25 0,0 0 0,0 25 16,0-25-16,-25 0 0,25 24 0,0-24 0,0 0 0,0 25 15,0-25-15,0 0 0,0 25 0,0-25 16,0 0-16,0 25 0,0-25 0,0 0 0,0 25 16,0-25-16,0 0 0,0 0 0,25 24 0,-25-24 0,0 0 0,25 0 15,-25 0-15,0 0 0,25 0 0,-25 0 0,24 0 0,-24 0 0</inkml:trace>
  <inkml:trace contextRef="#ctx0" brushRef="#br0" timeOffset="316257.0886">31626 16818 0,'0'0'16,"0"0"-16,0-25 0,0 25 0,0 0 0,-25 0 0,25 0 15,0-25-15,0 25 0,-25 0 0,25 0 0,0 0 0,-24 0 16,24 25-16,-25-25 0,25 0 0,0 0 0,-25 0 16,25 25-16,-25-25 0,25 0 0,0 24 0,0-24 0,-25 0 15,25 25-15,0-25 0,0 0 0,0 25 0,0-25 0,0 25 16,0-25-16,0 25 0,0-25 0,0 0 0,0 24 0,0-24 15,0 0-15,0 25 0,25-25 0,-25 0 0,0 25 0,0-25 16,25 0-16,-25 0 0,0 25 0,0-25 0,25 0 0,-25 0 16,0 0-16,25 0 0,-25 0 0,0 0 0,24 0 0,-24 0 15,25 0-15,-25 0 0,0 0 0,25 0 0,-25-25 16,0 25-16,25 0 15,-25 0-15,0-25 0,0 25 0,25 0 0,-25-25 0,0 25 0,0 0 16,24-24-16,-24 24 0,0 0 0,0-25 0,0 25 0,0 0 0,0 0 0,0 0 16,0 0-16,0 0 0,0 0 0,0 0 0,0 0 0,0 0 15,-24 0-15,24 0 0,0 25 0,0-25 0,-25 0 0,25 24 16,0-24-16,-25 25 0,25-25 0,0 25 15,-25-25-15,25 25 0,0 0 0,-25-25 0,25 24 0,0 1 0,-24 0 16,24 0-16,0-25 0,-25 25 0,25-1 0,0 1 0,-25-25 0,25 25 16,0 0-16,0 0 0,0-25 0,-25 24 0,25 1 0,0-25 15,0 25-15,0-25 0,0 25 0,0-25 0,0 25 0,0-25 16,-25 0-1,25 24-15,0-24 0,0 0 0,0 0 0,0 0 0,0 25 0,0-25 0,0 0 0,0 0 16,0 0-16,0 0 0,0-25 0,-24 25 0,24 0 0,0 0 0,0 0 0,0-24 16,0 24-16,0 0 0,0-25 0,0 25 15,0 0-15,-25-25 0,25 25 0,0 0 16,0-25-16,0 25 0,0 0 0,25 0 0,-25 0 0,0 0 0,0 0 0,0 0 15,0 0-15,24 0 0,-24 0 0,0 0 0,25 0 0,-25 0 0,25 0 16,0 0-16,-25 0 16,25 0-16,-1 0 0,-24 0 0,25 0 0,0 0 0,0 0 0,0 0 15,-1 0-15,-24 0 0,25 0 0,0 0 0,-25 0 0,25 0 0,0 0 16</inkml:trace>
  <inkml:trace contextRef="#ctx0" brushRef="#br0" timeOffset="317644.1679">15280 15949 0,'0'0'0,"0"0"0,0 0 16,-25 0-16,25 0 0,0 0 0,0 0 0,0 0 0,-25-24 0,25 24 16,0 0-16,0 0 0,0 0 0,0 0 0,0 0 0,0 0 0,0 0 15,0 0-15,0 0 0,0 0 0,0 0 16,-25 24-16,25-24 0,0 0 15,0 0-15,0 0 0,0 0 0,0 0 0,0 0 0,0 0 0,0 0 0,25 0 0,-25 0 16,0 0-16,0 0 0,0 0 0,0 25 0,0-25 16,25 0-16,-25 0 0,0 0 0,25 0 0,-25 25 0,24-25 15,-24 0-15,25 0 0,-25 25 0,25-25 0,-25 0 0,25 25 16,0-25-16,-25 0 15,25 24-15,-25-24 0,24 0 0,1 25 0,-25-25 0,25 25 0,-25-25 0,25 0 0,-25 25 16,25-25-16,-25 0 0,24 25 0,-24-25 0,0 0 16,25 24-16,-25-24 0,0 0 15,0 0-15,25 0 0,-25 25 0,0-25 0</inkml:trace>
  <inkml:trace contextRef="#ctx0" brushRef="#br0" timeOffset="317974.1871">15652 15925 0,'0'0'16,"0"0"-16,0 0 0,0 0 0,0 0 0,0 0 0,0 0 15,0 0-15,0 0 0,0 0 0,0 24 0,0-24 16,0 0-16,0 0 0,25 0 0,-25 0 0,0 0 0,24 0 15,-24 25-15,0-25 0,25 0 0,-25 0 0,25 25 16,-25-25-16,25 0 0,-25 0 0,25 25 0,-25-25 16,24 0-16,-24 25 0,25-25 0,-25 24 0,25-24 0,-25 0 15,0 25-15,0-25 0,25 0 16,-25 25-16,0-25 0,0 25 0,0-25 0,0 0 0,-25 25 0,25-25 15,0 0-15,0 24 0,-25-24 0,25 0 0,0 25 0,-25-25 16,25 0-16,-24 25 16,-1-25-16,25 0 0,-25 25 0,0-25 0,25 0 0,-25 25 15,1-25-15,24 0 0,-25 0 0,0 24 0,25-24 0,-25 0 0,25 0 16</inkml:trace>
  <inkml:trace contextRef="#ctx0" brushRef="#br0" timeOffset="318895.2398">16346 16594 0,'0'25'0,"0"-25"0,0 0 16,0 0-16,-25 0 0,25 0 0,0 0 0,0 0 15,0 0-15,0 0 0,0 0 0,0 0 0,0 0 0,0 0 16,0 0-16,0 0 0,0-25 0,25 25 0,-25 0 0,0-24 15,25 24-15,-25 0 16,25-25-16,-25 25 0,25-25 0,0 25 0,-25-25 16,24 25-16,-24-25 0,25 25 0,0-24 0,0 24 0,-25-25 0,25 25 0,-25-25 15,24 0-15,1 25 0,-25-25 0,25 0 0,-25 1 0,0-1 16,25 25-16,-25-25 0,0 0 0,0 0 0,0 25 0,0-24 15,0-1-15,0 25 16,0-25-16,0 25 0,-25-25 0,25 25 0,0-25 0,0 25 0,-25 0 0,25-24 16,0 24-16,-25 0 0,25 0 0,0 0 0,-24 0 0,24 0 15,0-25-15,-25 50 0,25-25 0,0 0 0,0 0 0,0 0 16,-25 0-16,25 0 15,0 24-15,0-24 0,0 0 0,0 25 0,0-25 0,25 0 0,-25 25 16,0 0-16,0-25 0,0 25 0,0-25 0,0 24 0,25-24 0,-25 25 0,0 0 16,0-25-16,0 25 0,0 0 0,24-1 0,-24-24 15,0 25-15,0 0 0,0-25 16,0 25-16,0 0 0,0 0 0,0-25 0,0 24 0,0 1 15,0-25-15,0 25 0,0 0 0,0-25 0,0 25 16,0-25-16,0 24 0,0-24 0,0 25 0,25-25 0,-25 25 0,0-25 16,0 0-16,0 0 0,0 25 0,0-25 0,0 0 0,0 0 0,25 0 15,-25 0 1,0 0-16,0 0 0,25 0 0,-25 0 0,0 0 31,25 0-31,-25 0 0,24 0 0,-24-25 0,25 25 0,-25 0 0,25-25 0,0 25 0,-25 0 0,25-25 0,-25 25 0,0-24 0,24 24 0,-24 0 0,25-25 0,-25 25 16,0 0-16,25-25 0,-25 25 15,0 0-15,0-25 0,0 25 0,0 0 0,0-25 0,0 25 0,0 0 16,0 0-16,0-24 0,0 24 0,0 0 0,0 0 0,0 0 15,-25 0-15,25 0 0,0 0 0,0 0 0,-25 0 0,25 0 16,0 0-16,0 0 0,-24 0 16,24 0-16,0 0 0,0 24 0,-25-24 0,25 0 15,0 25-15,-25-25 0,25 25 0,0-25 0,0 0 0,-25 25 0,25-25 16,0 25-16,0-25 0,0 24 0,0-24 0,0 25 0,0-25 0,0 0 15,0 25-15,25-25 0,-25 0 16,0 0-16,0 25 0,0-25 0,25 0 0,-25 0 0,0 0 16,0 0-16,25 0 0,-25 0 0,0 0 0,24 0 0,-24 0 0,0 0 15,0 0-15,25 0 0,-25 0 0,0-25 0,25 25 0,-25 0 0,0 0 16,0-25-16,0 25 0,25 0 0,-25 0 0,0 0 15,0-25-15,0 25 0,0 0 16,0 0-16,0 0 0,0 0 0,0 0 0,0 0 0,0 0 16,0 0-16,0 0 0,0 0 0,0 0 0,0 25 0,0-25 0,0 0 15,0 25-15,25-25 0,-25 0 0,0 25 0,0-25 0,0 0 16,0 25-16,0-25 0,0 0 0,0 0 0,0 24 0,0-24 15,0 0-15,0 0 16,0 0-16,0 0 0,0 0 0,0 0 0,0 0 0,0 0 0,0 0 16,0-24-16</inkml:trace>
  <inkml:trace contextRef="#ctx0" brushRef="#br0" timeOffset="319105.2516">16892 16297 0,'0'0'0,"0"0"0,0 0 0,0 0 15,0 0-15,25 0 0,-25 0 0,0 0 16,25 0-16,-25 0 0,24 0 0,-24 0 0,25 0 0,-25 0 15,25 0-15,0 0 0,0 0 0,-1 0 0,-24 0 16,25 0-16,0 0 0,0 0 0,0 0 0,-25 24 0,24-24 16,1 0-16,0 0 0</inkml:trace>
  <inkml:trace contextRef="#ctx0" brushRef="#br0" timeOffset="319764.2895">17512 16371 0,'-25'0'0,"25"-25"0,0 25 15,0 0-15,0 0 0,0 0 0,0-25 0,0 25 0,0 0 16,0 0-16,-25 0 0,25 0 0,0 0 0,0 25 16,0-25-16,0 0 0,0 25 0,0-25 0,0 0 0,0 25 15,0 0-15,0-25 0,0 25 0,0-1 0,0-24 16,0 25-16,0 0 0,0 0 0,0 0 0,0-25 0,0 24 15,0 1-15,0 0 0,0-25 0,0 25 0,0 0 16,0-25-16,0 24 0,0 1 0,0-25 0,0 25 0,0-25 16,0 25-16,-24-25 0,24 0 0,0 25 0,0-25 0,0 0 15,0 0-15,0 24 0,-25-24 0,25 0 0,0 0 16,0 0-16,0 0 0,0 0 0,-25 0 0,25 0 0,0 0 15,0 0-15,0 0 0,0-24 0,0 24 0,0 0 16,0-25-16,0 25 16,0-25-16,0 0 0,0 25 0,0-25 0,0 1 0,25 24 0,-25-25 15,0 0-15,0 0 0,25 0 0,-25 1 0,24-1 0,-24 0 16,0 0-16,25 0 0,-25-24 0,0 24 0,25 25 0,-25-25 0,0 0 15,25 0-15,-25 25 0,0-24 0,0 24 0,25-25 0,-25 25 16,0 0 0,0 0-16,0 0 0,25 0 0,-25 0 0,0 0 0,0 25 0,0-25 0,24 0 0,-24 24 0,0-24 15,0 25 1,0-25-16,0 25 0,0-25 0,25 25 0,-25-25 0,0 25 15,0 0-15,0-25 0,0 24 0,0 1 0,0 0 0,0-25 0,0 25 0,0 0 16,0-25-16,0 24 0,0 1 0,0-25 0,0 25 0,0-25 0,25 25 16,-25-25-16,0 25 0,0-25 0,0 0 0,0 24 0,0-24 15,0 0-15,0 0 0,25 0 0,-25 25 0,0-25 16,0 0-16,0 0 15,0 0-15,0 0 0,25 0 0,-25-25 0,0 25 0,0 0 0,24 0 16,-24-24-16,0 24 0,25 0 0,-25-25 0,0 25 0,25-25 0,-25 25 16,0-25-16,0 25 0,25-25 0,-25 1 0,0 24 0,0-25 15,0 25-15,0-25 0,0 25 0,25-25 0,-25 25 0,0-25 16,0 25-16,0-24 15,0 24-15,0 0 0,0 0 0,0 0 0,0 0 0,0 0 0,0 0 0,0 0 0,0 0 16,0 0-16,0 0 0,0 0 0,0 24 0,0-24 0,-25 0 16,25 25-16,0-25 0,0 25 0,0 0 0,0-25 15,0 25-15,-25-1 0,25-24 16,0 25-16,0-25 0,0 25 0,0-25 0,0 25 0,0-25 0,0 25 15,0-25-15,0 24 0,0-24 0,25 0 0,-25 25 0,0-25 16,0 0-16,0 0 0,25 0 0,-25 0 0,0 25 0,24-25 0,-24 0 16,25 0-16,-25-25 0,0 25 0,25 0 0,-25 0 15,25 0-15,-25 0 0,25-25 16</inkml:trace>
  <inkml:trace contextRef="#ctx0" brushRef="#br0" timeOffset="320220.3155">18033 16694 0,'25'0'0,"-25"0"0,0 24 16,0-24-16,0 0 0,0-24 0,0 24 0,0 0 0,0 0 16,0 0-16,0 0 0,0-25 0,0 25 0,-25 0 15,25 0-15,0 0 0,0-25 0,0 25 0,-25 0 0,25 0 16,0 0-16,0 0 0,0 0 0,0 0 0,-25 0 0,25 0 15,0 0-15,0 0 0,0 0 0,0 0 0,-24 25 16,24-25-16,0 0 0,0 25 0,0-25 0,0 24 16,0-24-16,0 25 0,0-25 0,0 25 0,-25-25 0,25 25 15,0-25-15,0 25 0,0-25 0,0 24 0,0-24 0,25 25 16,-25-25-16,0 0 0,0 25 0,0-25 0,0 0 0,0 25 15,0-25-15,0 0 0,24 0 0,-24 0 0,0 0 16,0 0-16,25 0 0,-25 0 0,0 0 0,0 0 0,0 0 16,25 0-16,-25-25 0,0 25 0,25 0 0,-25 0 15,0-25-15,0 25 0,25-25 16,-25 25-16,0 0 0,0-24 0,24 24 0,-24-25 0,0 25 15,0-25-15,0 25 0,25-25 0,-25 25 0,0 0 0,0-25 0,0 25 16,0 0-16,0-24 0,0 24 0,0 0 0,0 0 0,0 0 16,0 0-16,0 0 0,0 0 0,0 0 15,0 0-15,0 0 0,0 0 0,0 0 0,0 24 0,0-24 16,0 0-16,0 0 0,0 25 0,-25-25 0,25 25 0,0-25 0,0 0 15,0 25-15,0-25 0,0 25 0,0-25 0,0 24 0,0-24 16,0 0-16,0 25 16,0-25-16,0 0 0,25 0 0,-25 25 0,0-25 0,0 0 0,0 0 15,0 0-15,0 0 0,0 0 0,25 0 0,-25 0 0,0 0 16,0 0-16,25 0 0,-25 0 0,0-25 0,25 25 0,-25 0 0,0-25 15,24 25-15,-24 0 0,0-24 0,25 24 0,-25-25 0,0 25 16,25-25-16,-25 0 16,0 25-16,25-25 0</inkml:trace>
  <inkml:trace contextRef="#ctx0" brushRef="#br0" timeOffset="320448.3286">18380 16421 0,'0'-25'15,"0"25"-15,0 0 0,0 0 0,0-25 0,0 25 16,-25 0-16,25 0 0,0 0 0,0 25 0,0-25 0,0 0 16,0 0-16,0 25 0,0-25 0,0 25 0,0-25 0,0 24 15,0-24-15,0 25 0,0 0 0,0-25 0,-24 25 16,24 0-16,0-1 0,0 1 0,0-25 0,0 25 15,0 0-15,0 0 0,0-1 0,0-24 0,0 25 0,0 0 16,0 0-16,0-25 0,0 25 0,0-25 0,0 24 0,24-24 16,-24 25-16,0-25 0,0 25 0,0-25 0,0 0 0,0 0 15,0 25-15,0-25 0,0 0 0,0 0 0,0 0 16,0 0-16,-24 0 0,24 0 0,0-25 0,0 25 0,0 0 15,0-25-15,0 25 0,0-25 0,-25 25 0</inkml:trace>
  <inkml:trace contextRef="#ctx0" brushRef="#br0" timeOffset="320644.3398">18281 16594 0,'0'0'16,"25"0"-16,-25 0 0,0-24 0,0 24 0,0 0 15,0 0-15,25 0 0,-25 0 0,0 0 0,24 0 0,-24 0 16,25 0-16,-25 0 0,25 0 0,-25 0 0,25 0 16,-25 0-16,25 0 0,-1 0 0,-24 0 0,25 0 0,-25 0 15,25 0-15,-25 0 0,25 0 0,-25 0 0,25 0 16,-25 0-16,25 0 0,-25 0 0,0 0 0,24 0 0</inkml:trace>
  <inkml:trace contextRef="#ctx0" brushRef="#br0" timeOffset="322438.4424">16470 17041 0,'-24'0'0,"24"-25"0,0 25 16,0 0-16,0-25 0,0 25 0,0 0 0,-25 0 16,25 0-16,0 0 0,0 0 0,0 0 0,0 0 0,0 0 0,0 0 0,0 0 15,0 0-15,0 0 0,0 25 0,0-25 0,0 0 0,0 25 16,0-25-16,0 25 0,0-1 0,0 1 0,0-25 0,0 25 15,0 0-15,0 0 16,0-1-16,0-24 0,0 25 0,0 0 0,0 0 0,0-25 0,0 25 0,0-1 16,0-24-16,0 25 0,0-25 0,0 25 0,0 0 0,0-25 0,0 0 15,0 25-15,0-25 0,0 24 0,0-24 0,0 0 16,0 25-16,0-25 0,0 0 15,0 25-15,0-25 0,0 0 0,0 0 0,0 0 0,0 0 0,0 0 0,0 0 16,0 0-16,0 0 0,0 0 0,0 0 0,0 0 0,0 0 0,-25-25 16,25 25-16,0 0 0,25-25 0,-25 25 0,0-24 15,0 24-15,0-25 16,0 25-16,0-25 0,0 25 0,0-25 0,0 25 0,25 0 0,-25-25 15,0 25-15,0 0 0,0-24 0,24 24 0,-24 0 0,0 0 16,0 0-16,25 0 0,-25 0 0,0 0 0,25 0 0,-25 0 16,0 0-16,0 0 0,25 24 0,-25-24 0,0 0 0,25 0 0,-25 25 15,0-25-15,0 25 0,0-25 0,0 0 0,24 25 0,-24-25 16,0 25-16,0-25 0,0 0 0,0 24 0,0-24 0,0 0 15,0 25-15,-24-25 16,24 0-16,0 0 0,0 25 0,0-25 0,0 0 0,0 0 16,-25 0-16,25 0 0,0 25 0,0-25 0,0 0 0,-25 0 0,25 0 0,0 0 0,0 0 15,0 0-15,-25 0 0,25 0 0,0 0 0,0-25 0,0 25 16,0 0-16,0 0 0,0-25 0,-25 25 0,25 0 0,0 0 15,0-25-15,0 25 0,0 0 16,0-24-16,0 24 0,25 0 0,-25 0 0,0 0 0,0 0 47,0 0-47,0-25 0,25 25 15,-25 0-15,0 0 0,0 0 0,25 0 0,-25 0 0,0 0 0,25 0 0,-25 0 0,24 0 0</inkml:trace>
  <inkml:trace contextRef="#ctx0" brushRef="#br0" timeOffset="322904.4691">16991 17363 0,'0'0'0,"0"0"0,0-25 0,0 25 15,0 0-15,0 0 0,0 0 0,0 0 0,0-24 0,-25 24 16,25 0-16,0 0 0,0-25 0,0 25 0,-24 0 16,24 0-16,0 0 0,0-25 0,-25 25 0,25 0 0,0 0 15,-25 0-15,25 0 0,0-25 0,-25 25 0,25 0 16,0 0-16,0 0 0,-25 0 0,25 0 0,0 0 0,0 25 15,-24-25-15,24 0 0,0 0 0,0 0 0,-25 25 0,25-25 16,0 25-16,0-25 0,-25 0 0,25 24 0,0-24 16,0 25-16,0-25 0,0 25 0,-25-25 0,25 25 15,0-25-15,0 25 0,0-25 0,0 24 0,0-24 0,0 0 0,0 25 16,0-25-16,25 0 0,-25 25 0,0-25 0,0 0 0,0 0 15,0 0-15,25 0 16,-25 0-16,0 0 0,25 0 0,-25 0 0,0 0 0,24 0 16,-24 0-16,0 0 0,25 0 0,-25 0 0,0 0 0,25 0 0,-25-25 0,0 25 15,25 0-15,-25 0 0,25-25 0,-25 25 0,0-24 0,24 24 16,-24 0-16,0-25 0,0 25 0,0-25 0,25 25 0,-25 0 0,0-25 15,0 25-15,0 0 16,0 0-16,0-25 0,0 25 0,0 0 0,0 0 0,0 0 0,0 0 16,0 0-16,0 0 0,0 0 0,0 0 0,-25 0 0,25 0 0,0 0 15,0 0-15,0 0 0,0 25 0,0-25 0,0 0 0,0 0 16,0 25-16,0-25 0,0 0 15,0 25-15,0-25 0,0 25 0,0-25 0,0 0 0,0 24 16,0-24-16,0 25 0,0-25 0,0 0 0,0 25 0,25-25 0,-25 0 16,0 25-16,0-25 0,0 0 0,0 0 0,0 0 0,25 25 0,-25-25 15,0 0-15,0 0 0,0 0 16,25 0-16,-25 0 0,0-25 0,0 25 0,25 0 0,-25 0 0,0 0 0,24-25 15,-24 25-15</inkml:trace>
  <inkml:trace contextRef="#ctx0" brushRef="#br0" timeOffset="323147.483">17214 17388 0,'0'-25'0,"0"25"0,0 0 16,0 0-16,0 0 0,-24 0 0,24-25 0,0 25 15,0 0-15,0 0 0,0 0 0,0 0 0,0 0 0,-25 0 16,25 0-16,0 0 0,0 0 0,0 0 0,0 0 0,-25 0 16,25 0-16,0 0 0,0 0 0,0 0 0,0 25 15,-25-25-15,25 0 0,0 25 0,0-25 0,0 0 0,0 25 16,0-25-16,0 0 0,0 25 0,0-25 0,0 24 0,0-24 15,0 0-15,25 25 0,-25-25 0,0 0 0,0 25 0,0-25 16,25 0-16,-25 25 0,0-25 0,25 0 0,-25 0 0,0 0 16,24 0-16,-24 25 0,0-25 0,25 0 0,-25 0 15,0 0-15,0 0 0,25 0 0,-25-25 0,0 25 0,0 0 16,0 0-1,25 0-15,-25-25 0,0 25 0,0 0 0,0-25 0,0 25 0,0 0 0,-25-25 16,25 25-16,0 0 0</inkml:trace>
  <inkml:trace contextRef="#ctx0" brushRef="#br0" timeOffset="323390.4969">16842 17140 0,'0'0'0,"-24"0"15,24 0-15,0-25 0,0 25 0,0 0 0,0 0 0,0-25 16,0 25-16,0 0 0,0 0 0,0 0 0,0-24 0,24 24 15,-24 0-15,0 0 0,0-25 0,25 25 0,-25 0 0,0 0 16,0 0-16,25 0 0,-25 0 0,0 0 0,25 0 16,-25 0-16,0 0 0,25 0 0,-25 0 0,0 0 15,24 0-15,-24 25 0,25-25 0,-25 0 0,0 0 0,25 24 16,-25-24-1,25 0-15,-25 0 0,25 25 0,-25-25 0,24 25 0,-24-25 0,25 0 0,-25 25 0,0-25 0,25 25 16,-25-25-16,0 24 0</inkml:trace>
  <inkml:trace contextRef="#ctx0" brushRef="#br0" timeOffset="323595.5086">17165 17661 0,'0'0'0,"-25"25"0,25-25 0,0 0 0,0 0 0,0 0 16,0 25-16,0-25 0,0 0 0,0 0 0,0 0 0,0 0 15,0 0-15,0 0 0,0 0 0,0 0 0,0 0 0,0 0 16,0 0-16,0 0 0,0 0 0,0 0 0,25 0 0,-25 0 15,0 0-15,0 24 0,0-24 0,25 0 0,-25 0 16,0-24-16,0 24 0,24 0 0,-24 0 0,25 0 0,-25 0 16,0 0-16,25 0 0</inkml:trace>
  <inkml:trace contextRef="#ctx0" brushRef="#br0" timeOffset="323963.5296">17934 17214 0,'0'0'0,"0"0"0,0 0 0,0 0 0,-25 0 0,25-24 15,0 24-15,0 0 0,0 0 0,0 0 0,0 0 0,0 0 16,0 0-16,0 24 0,0-24 0,0 0 15,0 25-15,0-25 0,0 25 0,0-25 16,0 25-16,0-25 0,0 25 0,0-1 0,0 1 0,25 0 0,-25-25 16,0 25-16,0 0 0,0-1 0,0 1 0,0-25 0,0 25 0,0 0 15,25 0-15,-25-25 0,0 25 0,0-1 0,0-24 0,0 25 0,0-25 16,0 25-16,0-25 0,0 0 0,0 25 0,0-25 0,0 0 15,0 0-15,0 25 16,0-25-16,0 0 0,0 0 0,0 0 0,0 0 0,0 0 0,-25 0 16,25-25-16,0 25 0,0 0 0,-25 0 0,25-25 0</inkml:trace>
  <inkml:trace contextRef="#ctx0" brushRef="#br0" timeOffset="324173.5416">17835 17462 0,'0'0'0,"0"0"0,0 0 0,0-24 0,0 24 0,0 0 0,24 0 0,-24 0 0,0 0 0,25 0 0,-25 0 0,25 0 0,-25 0 0,25 0 0,-25-25 0,25 25 0,-1 0 0,-24 0 0,25 0 0,0 0 0,0 0 0,0 0 0,-25 0 15,24 0-15,1 0 0,0 0 0,0 0 0,0-25 0,-25 25 16,24 0-16,1 0 0,-25 0 0,25 0 0,-25-25 0,25 25 16,-25 0-16,25 0 0,-25-25 0,0 25 0</inkml:trace>
  <inkml:trace contextRef="#ctx0" brushRef="#br0" timeOffset="324537.5625">18331 17190 0,'0'-25'0,"0"25"0,0 0 16,0 0-16,0 0 0,0 0 0,-25 0 0,25-25 15,0 25-15,0 0 0,0 25 0,0-25 0,0 0 0,0 0 16,0 0-16,0 0 0,0 25 0,0-25 0,0 24 0,0-24 15,0 25-15,0-25 0,0 25 0,0-25 0,0 25 16,0 0-16,0-25 0,0 24 0,0 1 0,0-25 0,0 25 16,0 0-16,0 0 0,0-25 0,0 24 0,0 1 15,0-25-15,0 25 0,0 0 0,0-25 0,0 25 0,0-25 16,0 25-16,-25-25 0,25 24 0,0-24 0,0 0 0,0 25 15,0-25-15,0 0 0,0 0 0,0 0 0,0 25 0,0-25 16,0 0-16,0 0 0,0 0 0,0 0 0,0 0 0,0-25 16,0 25-16,0 0 0,0 0 0,0 0 0,25-25 15,-25 25-15,0 0 0,0-24 0,0 24 0,25 0 0,-25-25 16,0 25-16,24-25 0,-24 0 0,0 25 15,25-25-15,-25 25 0,0-25 0,25 25 0,-25 0 0,0-24 16,25 24-16,-25 0 0,0 0 0,0-25 0,25 25 0,-25 0 0,0 0 16,0 0-16,0 0 0,0 0 0,24 0 0,-24 25 0,0-25 15,0 0-15,0 0 0,0 24 16,0-24-16,0 0 0,0 25 15,0-25 1,0 0-16,0 25 0,0-25 0,0 25 0,0-25 0,0 25 0,0-25 0,0 25 0,0-25 0,0 0 0,0 24 0,0-24 0,0 25 0,0-25 0,0 0 16,0 25-16,0-25 0,0 0 0,25 0 0,-25 25 0,0-25 0,0 0 15,0 0-15,25 0 16,-25 0-16,0 0 0,25 0 0,-25 0 0,25 0 0,-25-25 0,25 25 15,-25 0-15</inkml:trace>
  <inkml:trace contextRef="#ctx0" brushRef="#br0" timeOffset="325351.609">18827 17512 0,'0'-25'0,"0"25"16,0 0-16,0 0 0,0 0 0,0-25 0,0 25 15,0 0-15,0-24 0,0 24 0,-25 0 0,25 0 0,0-25 16,0 25-16,0 0 0,0-25 0,-25 25 0,25 0 16,0 0-16,0-25 0,0 25 0,-25 0 0,25 0 0,0 0 15,0 0-15,0-25 0,-24 25 0,24 0 0,0 0 0,0 0 16,0 0-16,-25 25 0,25-25 0,0 0 0,0 0 15,-25 0-15,25 0 0,0 0 0,0 25 0,0-25 0,-25 0 16,25 25-16,0-25 0,0 25 0,0-25 16,0 24-16,0-24 0,0 25 0,0-25 15,-25 0-15,25 25 0,25-25 0,-25 25 0,0-25 0,0 0 0,0 25 0,0-25 0,0 0 16,0 25-16,0-25 15,0 0-15,25 0 0,-25 0 0,0 0 0,0 0 0,0 24 0,0-24 16,25 0-16,-25 0 0,0-24 0,0 24 0,0 0 0,25 0 0,-25 0 0,0 0 16,0 0-16,24 0 0,-24-25 0,0 25 0,25 0 0,-25 0 15,0-25 1,0 25-16,25 0 0,-25 0 0,0-25 0,0 25 0,25 0 0,-25-25 0,0 25 0,0 0 0,0 0 15,0-25-15,25 25 0,-25 0 0,0 0 0,0 0 0,0 0 16,0 0-16,0 0 0,0 0 0,0 0 0,0 0 0,0 0 16,0 0-16,0 0 0,0 0 0,0 0 15,0 0-15,0 0 0,0 0 0,0 0 16,0 0-16,0 0 0,0 0 0,0 0 0,0 0 0,0 0 0,-25 0 0,25 25 15,0-25-15,0 0 0,0 0 0,0 25 0,0-25 0,0 0 16,0 0-16,0 25 0,0-25 0,0 0 0,0 0 0,0 25 16,0-25-16,0 0 15,0 0-15,25 25 0,-25-25 0,0 0 0,0 0 0,0 0 0,24 0 0,-24 0 16,0 24-16,25-24 0,-25 0 0,0 0 0,25 0 0,-25 0 0,0 0 0,25-24 15,-25 24-15,25 0 0,-25 0 16,0 0-16,24 0 0,-24-25 0,25 25 0,-25 0 0,0 0 16,25-25-16,-25 25 0,0 0 0,25-25 0,-25 25 0,0 0 0,0-25 15,0 25-15,0 0 0,25-25 0,-25 25 0,0 0 0,0-24 16,0 24-16,0 0 0,0 0 0,0-25 0,0 25 0,0 0 15,0 0-15,0 0 0,0 0 0,0 0 16,0 0-16,0 0 0,0 0 0,-25 0 0,25 0 0,0 0 16,0 25-16,0-25 0,0 0 0,0 24 0,0-24 0,0 25 0,0-25 15,0 25-15,0-25 0,0 25 0,0 0 0,25-25 0,-25 25 16,0-1-16,0-24 0,0 25 15,0 0-15,0-25 0,0 25 0,24 0 0,-24-1 16,0-24-16,0 25 0,0 0 0,0-25 0,0 25 0,0 0 0,0-25 0,25 24 16,-25-24-16,0 25 0,0-25 0,0 25 0,0-25 0,-25 25 0,25-25 15,0 0-15,0 25 0,0-25 0,0 0 0,0 0 16,0 0-16,-24 0 0,24 0 15,0 0-15,0 0 0,0 0 16,-25 0-16,25 0 0,0 0 0,0 0 0,-25-25 0,25 25 0,0 0 0,0 0 0,0-25 0,-25 25 0,25 0 0,0-25 16,0 25-16,0 0 0,0-25 0,0 25 15,0 0-15,25 0 0,-25-24 0,0 24 0,25 0 0,-25-25 0,25 25 0,-25 0 16,24-25-16,1 25 0,0 0 0,-25-25 0,25 25 0,0 0 15,-1-25-15,1 25 0,0-24 16,0 24-16,-25 0 0,25-25 0,-1 25 0,1-25 0,-25 0 0,25 25 16,0-25-16,0 25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28.34025" units="1/cm"/>
          <inkml:channelProperty channel="Y" name="resolution" value="28.33948" units="1/cm"/>
          <inkml:channelProperty channel="T" name="resolution" value="1" units="1/dev"/>
        </inkml:channelProperties>
      </inkml:inkSource>
      <inkml:timestamp xml:id="ts0" timeString="2021-10-19T04:25:15.231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2282 3274 0,'0'0'15,"0"0"-15,0 0 0,0 0 0,-25-25 0,25 25 0,0 0 0,0 0 0,0-24 0,-25 24 16,25 0-16,0-25 0,0 25 0,0 0 0,0 0 0,0 0 15,-24-25-15,24 25 16,0 0-16,0 0 0,0 0 0,0 0 0,0 0 0,0-25 16,0 25-16,0 0 0,0 0 0,0 0 0,0 0 0,0 0 0,-25 0 0,25 0 31,0-25-31,0 25 0,0 0 0,0 0 0,0 0 0,0 0 15,0 0-15,0 0 0,0 0 0,0 0 0,0 0 0,0 0 0,0 0 0,0 0 0,0 0 0,0 0 16,0 0-16,0 0 0,-25 0 0,25 0 0,0 0 16,0 25-16,0-25 0,0 0 0,-25 0 0,25 25 0,0-25 0,0 0 15,-25 25-15,25-25 0,0 25 0,-24-25 16,24 24-16,0-24 0,-25 25 0,25-25 15,0 25-15,0-25 0,-25 25 0,25 0 0,0-25 0,0 24 0,0-24 0,0 25 16,-25-25-16,25 0 0,0 25 0,0-25 0,0 0 0,0 25 0,0-25 16,0 0-16,0 0 0,0 0 0,0 0 0,0 0 15,0 0-15,0 0 0,0 0 0,0 0 0,25 0 16,-25 0-16,0-25 0,-25 25 0,25 0 0</inkml:trace>
  <inkml:trace contextRef="#ctx0" brushRef="#br0" timeOffset="245.014">1960 3249 0,'-25'-24'0,"25"24"0,0 0 15,0 0-15,0 0 0,-25 0 0,25 0 0,0-25 0,0 25 47,0 0-47,0 0 0,0 0 0,0 0 0,0 0 0,0 0 0,0 0 0,0 0 0,0 0 0,0 25 0,0-25 0,0 0 0,0 0 0,25 0 16,-25 24-16,0-24 0,0 0 0,25 0 0,-25 25 0,0-25 0,24 25 0,-24-25 0,0 0 0,0 25 15,25-25-15,-25 0 0,0 25 0,0-25 0,25 0 0,-25 24 16,0-24-16,25 0 0,-25 0 16,0 25-16,0-25 0,25 0 0,-25 0 0,0 25 0,0-25 15,24 0-15,-24 0 0,0 25 0,25-25 0,-25 0 0,0 0 0,0 25 16,0-25-16,25 0 0,-25 0 0,0 0 0,0 0 0,0 0 0,0 0 15,0 0-15</inkml:trace>
  <inkml:trace contextRef="#ctx0" brushRef="#br0" timeOffset="456.026">1811 3473 0,'0'0'0,"0"0"0,0 24 15,-25-24-15,25 0 0,0 0 0,0-24 0,0 24 0,0 0 16,0 0-16,0 0 0,0 0 0,0 0 0,0 0 0,25 0 0,-25 0 15,0 0-15,25 0 0,-25 0 0,24-25 0,1 25 16,-25 0-16,25 0 16,0 0-16,-25 0 0,25-25 0,-1 25 0,-24 0 0,25 0 0,0 0 0,-25 0 15,25-25-15,0 25 0,-25 0 0,24 0 0,-24 0 0,25-25 16,-25 25-16,0 0 0</inkml:trace>
  <inkml:trace contextRef="#ctx0" brushRef="#br0" timeOffset="1016.0581">2133 3001 0,'0'-24'0,"-25"24"15,25 0-15,-24 0 0,24 0 0,-25-25 0,25 25 0,-25 0 0,25 0 16,-25 0-16,25 0 0,0 0 0,-25 0 0,25 0 0,-24 0 15,24 0-15,-25 0 0,25 0 0,-25 0 0,25 0 0,0 0 16,-25 0-16,25 0 16,-25 0-16,25 0 0,0 0 0,-24 0 0,24 25 15,-25-25-15,25 0 0,0 0 0,-25 0 0,25 24 0,0-24 0,-25 0 0,25 25 16,0-25-16,-25 25 0,25-25 0,0 25 0,-24-25 0,24 25 0,0-1 15,-25-24-15,25 25 0,0 0 0,-25-25 0,25 25 16,0 0-16,0-25 0,-25 24 0,25 1 0,0-25 16,0 25-16,0 0 0,0-25 0,0 25 0,0-1 0,0 1 15,0-25-15,0 25 0,0 0 0,0 0 0,0-1 0,0 1 0,25-25 16,-25 25-16,0 0 0,25 0 0,-25-1 0,25-24 0,-25 25 15,24 0-15,1-25 16,-25 25-16,25-25 0,0 0 0,0 25 0,-1-25 0,1 0 16,0 25-16,0-25 0,0 0 0,-1 0 0,1 0 0,0 0 0,0 0 0,0 0 15,-1 0-15,1 0 0,0 0 0,0 0 0,0 0 0,-1 0 16,-24-25-16,25 25 0,0 0 15,0-25-15,-25 25 0,25-25 0,-1 25 0,-24-25 16,25 0-16,-25 25 0,25-24 0,-25-1 0,0 0 0,25 0 0,-25 25 16,0-25-16,0 1 0,0-1 0,0 0 0,0 0 0,0 0 0,0 1 15,0-1-15,0 0 0,0 0 0,-25 0 0,25 1 16,0-1-16,0 25 0,-25-25 15,25 0-15,0 0 0,-25 1 0,25 24 0,0-25 0,0 25 0,-24-25 16,24 25-16,0 0 0,-25 0 0,25-25 0,0 25 0,0 0 0,0 25 16,-25-25-16,25 0 0,0 0 0,0 0 0,0 25 0,0-25 15,0 0-15,0 25 16,0-25-16,0 24 0,0-24 0,25 0 0,-25 25 0</inkml:trace>
  <inkml:trace contextRef="#ctx0" brushRef="#br0" timeOffset="1415.0809">3274 3125 0,'0'0'0,"-25"0"16,25 0-16,0 0 0,-24 0 0,24 0 0,0 0 0,-25 0 16,25 0-16,0 25 15,0-25-15,0 25 0,0-25 0,-25 25 0,25-25 0,0 25 16,0-25-16,0 24 0,0 1 0,0-25 0,0 25 0,0 0 0,0 0 0,0-1 15,0 1-15,0 0 0,25-25 0,-25 25 0,0 0 16,0-1-16,0 1 0,0 0 0,0 0 0,0 0 16,0-1-16,0 1 0,0-25 0,0 25 0,0 0 0,25 0 15,-25 0-15,0-25 0,0 24 16,0 1-16,0-25 0,0 25 0,0 0 0,0-25 0,0 25 0,0-25 0,0 24 15,0-24-15,0 25 0,0-25 0,0 25 0,0-25 16,0 0-16,-25 0 0,25 25 0,0-25 16,0 0-16,0 0 0,0 0 0,0 0 0,0 0 15,0 0-15,0-25 0,0 25 0,-25 0 0,25 0 0,0-25 0,0 25 16,0 0-16,0-25 0,0 25 0,0-24 0,-25 24 0,25-25 0,0 0 15,0 25-15,0-25 0,0 0 0,0 1 0</inkml:trace>
  <inkml:trace contextRef="#ctx0" brushRef="#br0" timeOffset="1666.0953">3175 3125 0,'25'0'0,"-25"0"0,0 0 16,0 0-16,25-24 0,-25 48 0,0-24 0,0 0 15,24 0-15,-24 0 0,0 25 0,25-25 0,-25 25 0,0-25 16,25 25-16,-25-25 15,0 25-15,25-1 0,-25-24 0,0 25 0,0 0 0,25 0 16,-25 0-16,0-25 0,0 24 0,0 1 0,0 0 0,24-25 0,-24 25 16,0-25-16,0 25 0,0-1 0,0-24 0,-24 25 0,24-25 15,0 0-15,0 25 0,0-25 0,-25 25 0,25-25 0,0 0 16,-25 0-16,25 25 0,0-25 0,-25 0 0,25 0 15,-25 0-15,25 0 16,0-25-16,-24 25 0,24 0 0,-25 0 0,25-25 0</inkml:trace>
  <inkml:trace contextRef="#ctx0" brushRef="#br0" timeOffset="2664.1524">3497 2828 0,'0'0'0,"0"0"0,0 0 16,0 0-16,0 0 0,-24 0 0,24 0 0,0 0 15,0 0-15,0 25 0,0-25 0,0 0 16,0 24-16,0 1 0,0-25 0,0 25 16,0 0-16,0 0 0,0-1 0,24-24 0,-24 25 0,0 0 15,0 0-15,0 0 0,25-1 0,-25 1 0,0 0 0,0 0 0,25-25 16,-25 25-16,0-1 0,0 1 0,25-25 0,-25 25 0,0-25 15,0 25-15,0-25 0,25 25 0,-25-25 16,0 0-16,0 24 0,0-24 0,0 0 0,0 0 16,0 25-16,0-25 0,0 0 0,0 0 0,0 0 15,0 0-15,0 0 0,0 0 0,0 0 0,0 0 0,0 0 0,0 0 16,0 0-16,0 0 0,0 0 0,0 0 0,0-25 0,0 25 15,0 0-15,24-24 0,-24 24 0,0 0 0,0-25 0,0 25 16,25-25-16,-25 25 16,0-25-16,25 0 0,-25 25 0,0-24 0,0 24 0,25 0 0,-25-25 15,0 25-15,25 0 0,-25 0 0,0 0 0,0 0 16,0 0-16,0 0 0,25 0 0,-25 0 0,0 0 0,0 25 0,0-25 0,0 0 15,0 24-15,0-24 0,0 25 16,0-25-16,0 25 0,0-25 0,0 25 0,0-25 0,0 25 16,0-25-16,0 24 0,24-24 0,-24 25 0,0-25 0,0 25 0,0-25 15,0 25-15,0-25 0,0 0 0,0 25 0,25-25 16,-25 0-16,0 24 15,0-24-15,25 0 0,-25 0 0,0 0 0,25 25 0,-25-25 0,0 0 16,25 0-16,-25 0 0,0 0 0,0 0 0,24 0 0,-24 0 0,0 0 16,0 0-16,0-25 0,25 25 0,-25 0 0,0 0 0,0 0 15,0 0-15,25-24 16,-25 24-16,0-25 0,0 25 0,0-25 0,25 25 0,-25-25 15,0 0-15,0 25 0,25-24 0,-25-1 0,0 25 0,0-25 0,0 25 16,0-25-16,0 25 0,0-25 0,0 25 0,0-24 0,0 24 0,0 0 16,0 0-16,0-25 0,-25 25 15,25 0-15,0 0 0,0 0 0,0 0 0,0-25 16,0 25-16,0 0 0,-25 0 0,25 25 0,0-25 0,0 0 0,0 0 31,0 0-31,0 25 0,0-25 0,0 24 0,-25-24 0,25 0 0,0 25 0,0-25 0,0 25 0,0 0 0,25-25 16,-25 25-16,0-25 0,0 24 0,0 1 0,0-25 15,0 25-15,25-25 0,-25 25 0,0-25 0,0 25 0,25-25 16,-25 24-16,0-24 0,24 0 15,-24 0-15,25 25 0,-25-25 0,25 0 0,-25 0 0,25 0 16,-25 0-16,25 0 0,-25 0 0,24 0 0,-24 0 0,0-25 0,25 25 16,-25 0-16,0-24 0,25 24 0,-25 0 0,0-25 0,25 25 15,-25-25-15,0 25 16,0-25-16,0 25 0,0-25 0,0 25 0,0-24 0,0-1 15,0 25-15,0-25 0,0 25 0,0-25 0,0 0 0,0 25 0,0-24 16,0-1-16,0 25 0,0-25 0,0 0 0,0 25 0,0-25 0,0 25 16,0 0-16,0-24 0,0 24 0,0 0 0,0 0 15,0 0-15,0 0 0,0 0 16,0 0-16,0 0 0,0 0 0,0 24 0,0-24 0,0 25 0,0-25 15,0 25-15,0-25 0,0 25 0,0 0 0,0-1 0,0 1 16,0 0-16,25 0 0,-25 0 0,0-1 0,0 1 0,0 0 16,0 0-16,0-25 15,24 25-15,-24-1 0,0 1 0,0 0 0,0 0 0,0 0 0,25-1 16,-25 1-16,0 0 0,0-25 0,0 25 0,0 0 0,0-25 0,25 25 31,-25-1-31,0-24 0,0 25 0,0-25 0,0 25 0,0-25 16,25 25-16,-25-25 0,0 25 0,0-25 0,0 0 0,0 24 0,0-24 0,0 0 15,0 25-15,0-25 0,0 0 0,0 0 0,0 0 0,25 0 0,-25 0 16,0 0-16,0 0 0,0 0 0,0 0 0,0 0 15,0 0-15,0 0 16,0 0-16,-25-25 0,25 25 0,0 0 0</inkml:trace>
  <inkml:trace contextRef="#ctx0" brushRef="#br0" timeOffset="2934.1677">4341 3324 0,'0'-25'0,"0"25"0,0 0 15,0-25-15,0 25 0,0 0 0,0 0 0,0-25 16,0 25-16,0 0 0,25 0 0,-25 0 0,0 0 0,0 0 0,24 0 15,-24 0-15,25 0 0,-25 0 0,25 0 0,-25 0 0,25 0 0,-25 25 16,25-25-16,-25 0 0,24 25 0,-24-25 0,25 0 16,-25 25-16,0-25 15,0 25-15,0-25 0,0 24 0,0-24 0,0 25 0,0-25 0,0 25 16,-25-25-16,25 25 0,0-25 0,-24 25 0,24-25 0,-25 24 0,25-24 15,-25 25-15,0-25 0,25 0 0,-25 25 0,25-25 0,-24 0 16,24 0-16,0 25 0,-25-25 0,25 0 16,0-25-16,-25 25 0,25 0 0,0 0 0,0-25 15,0 25-15</inkml:trace>
  <inkml:trace contextRef="#ctx0" brushRef="#br0" timeOffset="3112.178">4465 2654 0,'0'0'15,"0"0"-15,0 0 0,0 0 0,0 0 0,0 0 0,0 0 16,0 25-16,0-25 0,-25 0 16,25 25-16,0-25 0,0 25 0,0-25 0,0 24 0,-25 1 0,25-25 0,0 25 15,0 0-15,-25 0 0,25-1 0,0 1 0,0-25 0,0 25 16,0 0-16,-24 0 0,24-1 0</inkml:trace>
  <inkml:trace contextRef="#ctx0" brushRef="#br0" timeOffset="3740.2139">5333 2952 0,'0'0'0,"0"25"0,0-25 16,0 0-16,0 0 0,-25 24 0,25-24 0,0 0 15,0 25-15,0 0 0,0-25 16,0 25-16,0 0 0,0-1 0,0-24 0,0 25 15,0 0-15,0 0 0,0 0 0,0-1 0,-25 1 0,25 0 16,0 0-16,0 0 0,0-1 0,0 1 0,0 0 0,25 0 0,-25 0 0,0-25 16,0 24-16,0 1 0,0 0 0,0-25 0,0 25 15,0-25-15,0 25 0,25-25 0,-25 24 0,0-24 0,0 0 16,0 0-1,0 0-15,0 0 0,0 0 0,0 0 0,0 0 0,0 0 0,0 0 0,0 0 16,0 0-16,0 0 0,0 0 0,0 0 0,0 0 16,0-24-16,0 24 0,25 0 0,-25-25 0,0 25 0,0-25 0,25 0 15,-25 25-15,0-25 0,24 25 0,-24-24 0,0-1 0,0 25 16,25 0-16,-25-25 15,0 25-15,25 0 0,-25-25 0,0 25 0,0 0 0,25 0 0,-25 0 16,0 0-16,25 25 0,-25-25 0,0 0 0,0 25 0,24-25 0,-24 25 16,0-25-16,0 24 0,0-24 0,25 25 0,-25 0 15,0-25-15,0 25 0,0-25 0,0 25 0,0-25 0,0 24 16,-25-24-16,25 25 0,0-25 15,0 25-15,0-25 0,0 0 0,-24 25 0,24-25 0,0 0 0,0 25 16,0-25-16,-25 0 0,25 0 0,0 0 0,0 0 0,0 25 16,0-25-16,-25 0 0,25 0 0,0-25 0,0 25 15,0 0-15,0 0 0,0-25 16,0 25-16,0 0 0,25-25 0,-25 0 0,0 25 15,25-25-15</inkml:trace>
  <inkml:trace contextRef="#ctx0" brushRef="#br0" timeOffset="4217.2412">5680 3299 0,'0'0'16,"0"0"-16,0-25 0,0 25 0,0 0 0,0 0 15,0 0-15,0 0 0,0 0 16,0 0-16,0 0 0,0 0 0,0 0 0,0 25 0,0-25 0,0 0 16,0 25-16,0-25 0,0 0 0,0 25 0,0-25 0,0 24 15,0 1-15,0-25 0,0 25 0,0-25 0,0 25 0,0 0 16,0-25-16,0 24 0,25-24 0,-25 25 0,0-25 15,0 0-15,0 25 16,25-25-16,-25 0 0,0 25 0,0-25 0,25 0 0,-25 0 16,0 0-16,24 0 0,-24 25 0,25-25 0,-25 0 0,0-25 0,25 25 0,-25 0 15,25 0-15,-25 0 0,25 0 0,-25-25 0,0 25 0,25 0 16,-25-25-16,24 25 0,-24-25 15,0 25-15,25 0 0,-25-24 0,0 24 0,0-25 47,0 25-47,25-25 0,-25 25 0,0-25 0,0 25 0,0-25 0,0 25 0,-25-24 0,25 24 0,0-25 0,0 25 0,0 0 0,0-25 0,0 25 0,-25 0 0,25-25 0,0 25 0,0 0 0,0 0 16,0 0-16,0 0 0,0 0 0,-24 0 0,24 0 15,0 0-15,0 0 0,0 25 0,0-25 16,0 0-16,0 0 0,0 25 0,0-25 0,-25 0 16,25 25-16,0-25 0,0 24 0,0-24 0,0 25 15,25-25-15,-25 25 0,0-25 0,0 25 0,0-25 0,0 25 0,24-25 16,-24 24-16,0-24 0,25 25 0,-25-25 0,0 0 0,25 25 15,-25-25-15,0 0 0,25 25 0,-25-25 0,25 0 0,-25 0 16,24 0-16,-24 0 0,25 0 0,-25 0 0,25 0 0,-25 0 16,0 0-1,25-25-15,-25 25 0,0 0 0,0 0 0,25-25 0,-25 25 0,0 0 16,0-25-16,0 25 0,0-24 0,0 24 0,24-25 0</inkml:trace>
  <inkml:trace contextRef="#ctx0" brushRef="#br0" timeOffset="4557.2606">6201 3274 0,'0'0'0,"0"0"0,0 0 0,0-25 0,0 25 0,0 0 15,0 0-15,0 25 0,0-25 0,0 0 0,0 0 0,0 25 16,0-25-1,0 0-15,0 25 0,0-25 0,0 25 0,0-25 0,0 24 0,0 1 16,0-25-16,0 25 0,0 0 0,0-25 0,0 25 0,0-1 0,0-24 31,0 25-31,0-25 0,0 25 0,0-25 0,0 25 0,0-25 0,0 0 0,25 25 0,-25-25 0,0 0 0,0 0 16,0 0-16,0 0 0,0 0 0,0 0 0,0 0 0,0 0 15,25 0-15,-25 0 0,0 0 16,0 0-16,0-25 0,25 25 0,-25 0 16,0 0-16,24-25 0,-24 25 0,0-25 0,25 25 0,-25 0 0,25-25 0,-25 25 15,0 0-15,0-24 0,25 24 0,-25 0 0,0 0 0,0 0 0,25 0 16,-25 0-16,0 0 0,0 0 15,24 0-15,-24 0 0,0 0 16,0 0-16,0 24 0,0-24 0,25 0 0,-25 25 0,0-25 0,0 0 16,0 25-16,0-25 0,0 0 0,0 25 0,0-25 0,0 25 0,0-25 15,0 0-15,0 24 0,25-24 0,-25 0 0,0 25 0,0-25 16,0 0-16,0 25 0,0-25 0,0 0 0,0 0 15,25 0-15,-25 0 0,0 0 0,0 0 16,0 0-16,0 0 0,0 0 0,0 0 0,0 0 0,-25 0 0</inkml:trace>
  <inkml:trace contextRef="#ctx0" brushRef="#br0" timeOffset="4805.2746">5804 3225 0,'-25'-25'0,"25"25"15,0-25-15,0 25 0,0-25 0,0 25 0,0-25 0,0 25 16,0 0 0,0-24-16,0 24 0,0 0 0,0-25 0,0 25 0,25 0 0,-25 0 15,0-25-15,0 25 0,25 0 0,-25 0 0,0 0 0,25 0 0,-25 0 16,0-25-16,25 25 0,-25 0 0,25 0 0,-25 0 0,0 0 15,24 25-15,-24-25 0,25 0 0,-25 0 0,25 0 16,-25 0-16,25 25 0,-25-25 16,0 0-16,25 25 0,-25-25 0,24 0 0,-24 0 0,25 0 15,-25 0-15,0 0 0</inkml:trace>
  <inkml:trace contextRef="#ctx0" brushRef="#br0" timeOffset="4980.2846">6400 2679 0,'0'0'0,"0"0"0,0 25 16,0-25-16,0 25 0,-25-25 0,25 24 0,0 1 0,0-25 0,-25 25 15,25 0-15,0 0 0,-25-1 0,25 1 0,-25-25 0,25 25 16,0 0-16</inkml:trace>
  <inkml:trace contextRef="#ctx0" brushRef="#br0" timeOffset="5141.294">5705 2977 0,'0'0'0,"-25"0"0,25 0 0,0 0 16,0 0-16,0 0 0,0 0 0,0 0 0,0 0 15,0 0-15,0 0 0,0 0 0,25-25 0,-25 25 0,0 0 16,0 0-16,25 0 0,-25 0 0,25 0 0</inkml:trace>
  <inkml:trace contextRef="#ctx0" brushRef="#br0" timeOffset="5590.3197">7813 3398 0,'0'0'0,"0"0"15,0 0-15,0-25 0,-24 25 0,24 0 0,0 0 16,-25-24-16,25 24 0,-25 0 0,25 0 16,-25-25-16,25 25 0,0 0 0,-25 0 15,25-25-15,-24 25 0,24 0 0,-25 0 0,25 0 0,0 0 0,0-25 16,-25 25-16,25 0 0,0 0 0,-25 0 0,25 25 0,0-25 15,-25 0-15,25 0 0,-24 25 0,24-25 0,0 25 0,-25-25 16,25 24-16,-25 1 16,25-25-16,0 25 0,0 0 0,0-25 0,0 25 0,0-1 15,0-24-15,0 25 0,0 0 0,0-25 0,0 25 0,25-25 0,-25 0 16,0 25-16,25-25 0,-25 0 0,0 0 0,24 24 0,-24-24 0,0 0 15,25 0-15,-25 0 0,25 0 0,-25 0 0,25-24 0,-25 24 16,25 0-16,-25-25 0,24 25 0,-24-25 0,25 25 16,-25-25-16,25 0 0,-25 25 15,0-24-15,25-1 0,-25 25 0,0-25 0,0 0 0</inkml:trace>
  <inkml:trace contextRef="#ctx0" brushRef="#br0" timeOffset="5862.3353">7838 2729 0,'0'-25'0,"0"25"0,25 0 16,-25-25-16,0 25 0,0 0 0,0 0 0,0 0 15,0 0-15,-25 0 0,25 0 0,0 25 0,0-25 16,0 25-16,0-1 0,0-24 16,0 25-16,0 0 0,0 0 0,-25 0 0,25-1 0,0 1 15,0 25-15,0-25 0,0-1 0,0 1 0,0 25 0,0-25 0,0-1 16,0 1-16,0 0 0,0 0 0,0 0 0,25-1 0,-25 1 15,0 0-15,0-25 0,0 25 16,0 0-16,0-25 0,25 24 0,-25-24 0,0 25 16,0-25-16,0 25 0,0-25 0,0 25 0,0-25 0,0 25 0,0-25 0,0 0 15,0 24-15,0-24 0,0 0 0,0 0 0,0 0 0,0 0 16,0 0-16,0 0 0,0 0 0,25 0 0,-25 0 15,0-24-15</inkml:trace>
  <inkml:trace contextRef="#ctx0" brushRef="#br0" timeOffset="6337.3624">8136 3225 0,'0'-25'0,"-25"25"0,25 0 16,0-25-16,0 25 0,0 0 0,0 0 0,0 0 0,-25 0 0,25-25 16,0 25-16,0 0 0,0 0 0,-24 0 0,24 25 0,0-25 15,0 0-15,0 0 0,-25 0 16,25 25-16,0-25 0,0 0 0,0 25 0,0-25 15,0 24-15,0-24 0,0 25 0,0-25 0,0 25 0,0 0 0,0-25 0,0 25 16,25-25-16,-25 24 16,0-24-16,0 25 0,24-25 0,-24 25 0,0-25 0,25 0 15,-25 25-15,0-25 0,25 0 0,-25 25 0,0-25 0,25 0 0,-25 0 0,0 0 16,0 0-16,0 0 0,0 0 0,25 0 0,-25 0 0,0 0 15,0 0-15,0 0 0,0-25 0,0 25 16,0 0-16,0-25 0,0 25 16,0 0-16,-25-25 0,25 25 0,0-25 0,0 25 0,0 0 0,0-24 15,0 24-15,0-25 0,0 25 0,0-25 0,0 25 0,0 0 0,0-25 16,0 25-16,0-25 0,25 25 0,-25 0 0,0 0 0,0-24 15,0 24-15,24 0 0,-24 0 0,0-25 0,0 25 16,25 0-16,-25 0 0,25 0 16,-25 0-16,0 0 0,25 0 0,-25 0 0,0 0 15,25 0-15,-25 0 0,0 0 0,0 25 0,24-25 0,-24 0 0,0 0 0,0 24 16,0-24-16,25 25 0,-25-25 15,0 25-15,0-25 0,0 25 0,0-25 0,0 25 0,0-25 0,0 24 16,0-24-16,0 25 0,0-25 0,0 25 0,0-25 0,0 0 0,0 25 16,0-25-16,0 0 0,0 25 0,0-25 0,0 0 15,0 0-15,0 0 16,0 24-16,0-24 0,0 0 0,0 0 0,0 0 0,0 0 15,0-24-15,0 24 0,0 0 0,0 0 0,0-25 0</inkml:trace>
  <inkml:trace contextRef="#ctx0" brushRef="#br0" timeOffset="6524.3731">8111 2952 0,'0'0'16,"0"0"-16,0-25 0,0 25 0,0 0 0,0-25 15,0 25-15,0 0 0,0 0 16,0-25-16,25 25 0,-25 0 0,0 0 0,0 0 0,25 0 0,-25-24 15,25 24-15,-25 0 0,0 0 0,24 0 0,-24 0 0,25 24 16,-25-24-16,25 0 0,-25 0 0,0 0 0,25 25 0,-25-25 16,0 0-16,25 0 0,-25 25 15,0-25-15,0 0 0,0 0 0,0 0 0</inkml:trace>
  <inkml:trace contextRef="#ctx0" brushRef="#br0" timeOffset="6715.3841">8458 2604 0,'0'0'0,"0"0"0,25 0 0,-25 0 0,0 25 0,0-25 0,25 0 16,-25 25-1,0-25-15,0 25 0,25-25 0,-25 25 0,0-25 0,0 25 0,0-1 16,0-24-16,0 25 0,-25 0 0,25-25 0,0 25 0,-25 0 0,25-25 15,-25 24-15,1 1 0,24-25 0</inkml:trace>
  <inkml:trace contextRef="#ctx0" brushRef="#br0" timeOffset="6907.3951">7689 3101 0,'0'0'0,"0"0"0,-24 0 16,24 0-16,0-25 0,0 25 0,0 0 0,0 0 0,0 0 0,24 0 15,-24-25-15,0 25 0,25 0 0,0 0 0,-25 0 0,25 0 16,0 0-16,-1 0 0,1-25 0,0 25 15,25 0-15,-26 0 0,1 0 0,0 0 0,25 0 0,-25 25 0,-1-25 0,26 0 16,-25 0-16,0 0 0,24 25 16,-24-25-16,0 25 0,0-25 0,-1 0 0</inkml:trace>
  <inkml:trace contextRef="#ctx0" brushRef="#br0" timeOffset="7272.4159">9723 3448 0,'-24'0'0,"24"-25"0,-25 25 15,25 0-15,-25-25 0,25 25 0,-25 0 0,25-25 0,-25 25 16,1 0-16,24 0 0,-25-24 0,25 24 0,-25 0 0,25 0 0,-25 0 16,25 0-16,0 0 0,-25 0 0,25 0 0,0 0 0,-24 0 15,24 0-15,0 0 0,-25 24 0,25-24 0,0 0 0,-25 25 16,25-25-16,0 25 15,0-25-15,-25 25 0,25-25 0,0 25 0,0-25 0,0 24 16,0-24-16,0 25 0,0-25 0,25 25 0,-25-25 0,0 0 0,0 25 16,25-25-16,-25 0 0,0 0 0,25 0 0,-25 25 15,24-25-15,-24 0 0,25-25 0,0 25 0,-25 0 0,25 0 0,0 0 16,-25-25-16,24 25 15,1 0-15,-25-25 0,25 25 0,0-25 0,-25 25 0,25-24 0,-25 24 16,24-25-16,-24 25 0,25-25 0</inkml:trace>
  <inkml:trace contextRef="#ctx0" brushRef="#br0" timeOffset="7526.4305">9823 2977 0,'0'-25'15,"0"0"-15,0 0 16,0 25-16,0-25 0,0 25 0,0 0 0,0-24 0,0 24 0,0 0 16,0 0-16,0 0 0,0 0 0,0 24 0,0-24 0,0 0 0,-25 25 15,25-25-15,0 25 0,0-25 0,0 25 0,0 0 0,0-1 16,0 1-16,0 0 0,0 0 15,0 0-15,-25-1 0,25 1 0,0 0 0,0 0 16,0 0-16,0-1 0,0 1 0,0 0 0,0 0 0,0 0 0,0-1 16,0-24-16,0 25 0,0 0 0,0 0 0,0 0 0,0-25 15,0 24-15,0 1 0,0-25 0,0 25 0,0-25 16,0 25-16,0-25 0,0 25 15,0-25-15,0 0 0,0 0 0,25 24 0,-25-24 0,0 0 0,0-24 0,0 24 16,0 0-16,25 0 0,-25-25 0,0 25 0,0 0 0</inkml:trace>
  <inkml:trace contextRef="#ctx0" brushRef="#br0" timeOffset="8282.4737">9947 3274 0,'0'-25'0,"0"25"0,0 0 16,0-24-16,0 24 0,0 0 0,0 0 0,0 0 0,0 0 16,0-25-16,0 25 0,0 0 0,0 0 0,0 0 15,0 0-15,0 25 0,0-25 16,0 0-16,0 0 0,0 24 0,0-24 0,0 0 0,0 25 0,0-25 15,0 25-15,0 0 16,0-25-16,0 25 0,0-1 0,0 1 0,0-25 0,0 25 0,0 0 0,0 0 0,24-25 16,-24 24-16,0 1 0,0-25 0,25 25 0,-25-25 0,0 0 0,25 25 15,-25-25-15,0 0 0,25 0 0,-25 0 0,25 0 16,-25 0-16,0 0 15,25 0-15,-25 0 0,0 0 0,24 0 0,-24 0 0,0-25 16,25 25-16,-25 0 0,0-25 0,0 25 0,25-25 0,-25 25 0,0-24 0,0 24 16,0-25-16,0 25 0,0-25 0,25 25 0,-25-25 15,0 25-15,0-25 0,0 25 0,0-24 16,-25 24-16,25-25 0,0 25 0,0-25 0,0 25 15,0-25-15,0 25 0,0 0 0,0 0 0,0-25 0,0 25 0,0 0 16,0 0-16,0 0 0,0 0 0,0 25 0,0-25 0,0 0 16,0 0-16,0 25 0,0-25 0,0 25 0,0-25 15,0 25-15,0-1 0,0-24 16,0 25-16,0 0 0,0-25 0,0 25 0,0 0 0,0-25 0,0 24 15,0 1-15,0-25 0,25 25 0,-25-25 0,0 25 0,0-25 16,25 25-16,-25-25 0,24 0 0,-24 0 0,25 24 16,-25-24-16,25 0 0,-25 0 0,25 0 15,0 0-15,-1 0 0,-24-24 0,25 24 0,0 0 0,-25 0 0,25-25 0,-25 25 16,25-25-16,-25 25 0,24 0 0,-24-25 0,0 25 0,0-25 15,25 25 1,-25 0-16,0-24 0,0 24 0,0-25 0,-25 25 16,25-25-16,0 25 0,0-25 0,0 25 0,0-25 0,0 25 0,-24 0 0,24-24 0,0 24 0,0-25 15,0 25-15,0 0 0,0 0 16,-25-25-16,25 25 0,0 0 0,0 0 0,0 0 15,0 0-15,0 0 0,0 0 0,-25 0 0,25 25 0,0-25 16,0 0-16,0 25 0,-25-25 0,25 24 0,0-24 0,0 25 0,0-25 16,-25 25-16,25-25 0,0 25 0,0-25 0,0 25 0,0-1 15,0-24-15,0 25 16,0-25-16,0 25 0,25-25 0,-25 0 0,0 25 0,0-25 0,0 0 15,25 0-15,-25 0 0,25 0 0,-25 0 0,0 0 0,25 0 0,-1 0 16,-24 0-16,25 0 16,-25-25-16,25 25 0,-25 0 0,25 0 0,-25-25 0,25 25 15,-25-25-15,0 25 0,24 0 0,-24-24 0,0 24 0,0 0 0,25-25 0,-25 25 16,0 0-16,0 0 0,0-25 0,0 25 0,0 0 0,0 0 15,0 0 1,0 0-16,0 0 0,-25 25 0,25-25 0,0 0 0,0 25 16,0-25-16,0 24 0,0-24 0,0 25 0,0-25 0,0 25 0,-24 0 0,24-25 15,0 25-15,0-25 0,0 24 0,0-24 0,0 25 0,0-25 16,0 0-16,0 0 15,0 25-15,0-25 0,0 0 0,-25 0 0,25 0 16,0-25-16,0 25 0</inkml:trace>
  <inkml:trace contextRef="#ctx0" brushRef="#br0" timeOffset="8512.4867">10269 2902 0,'0'0'0,"0"0"16,0 0-16,0 0 0,0-25 0,0 25 0,0 0 0,0 0 0,0 0 0,0 0 15,0 0-15,0 0 0,0 0 0,0 0 0,25 25 16,-25-25-16,0 0 16,25 0-16,-25 25 0,0-25 0,25 0 0,-25 25 0,0-25 0,24 25 0,-24-25 0,0 24 15,0-24-15,0 25 0,0-25 0,0 25 0,0-25 0,0 25 16,0-25-16,-24 25 0,24-25 0,0 0 0,-25 24 15,0-24-15,25 0 0</inkml:trace>
  <inkml:trace contextRef="#ctx0" brushRef="#br0" timeOffset="8696.4974">9525 3051 0,'25'0'0,"-25"-25"0,0 25 15,0 0-15,0 0 0,25 0 0,-25 0 0,24 0 0,-24 0 0,25 0 16,-25 0-16,25 0 0,0-25 0,0 50 15,-1-25-15,1 0 0,0 0 16,0 0-16,0 0 0,-1 0 0,1 0 0,0 25 0,0-25 0,0 0 0,-1 0 16</inkml:trace>
  <inkml:trace contextRef="#ctx0" brushRef="#br0" timeOffset="9497.5432">11460 3423 0,'0'0'0,"0"-25"0,0 25 16,0-25-16,0 25 0,0 0 0,0 0 0,0 0 0,0-24 0,0 24 16,0 0-16,0 24 0,0-24 0,0 0 0,0 0 15,0 25-15,0-25 0,0 25 0,0-25 0,0 25 0,0-25 16,0 25-1,0-1-15,0-24 0,0 25 0,0 0 0,25-25 0,-25 25 0,0-25 0,0 25 16,0-25-16,0 24 0,0-24 0,0 25 0,0-25 0,0 0 0,0 25 16,0-25-16,0 0 0,0 0 0,0 0 0,0 25 15,0-25-15,0 0 0,0 0 0,0 0 0,0 0 16,0 0-16,0 0 0,0 0 15,0 0-15,0-25 0,0 25 0,0 0 0,0 0 0,0-25 0,24 25 16,-24-25-16,0 25 0,0-24 0,25 24 0,-25-25 0,0 0 0,25 25 31,-25-25-31,0 0 0,25 25 16,-25-24-16,25-1 0,-25 25 0,24-25 0,-24 25 0,25-25 0,-25 25 0,25 0 0,-25 0 0,0-25 0,25 25 0,-25 0 15,0 0-15,25 0 0,-25 0 0,0 25 0,0-25 0,24 0 16,-24 0-16,0 25 0,0-25 0,0 25 0,0-25 16,0 25-16,0-25 0,0 24 0,0-24 0,0 25 15,0-25-15,0 25 0,0-25 0,0 25 0,0-25 0,0 0 0,0 25 16,0-25-16,0 0 0,0 24 0,0-24 0,0 0 15,-24 0-15,24 0 0,0 25 0,0-25 16,0 0-16,0 0 0,0 0 0,24 0 0,-24 0 16,0 0-16,0-25 0,0 25 0,0 0 0,0 0 0,25-24 0,-25 24 15,0-25-15,0 25 0,25-25 0,-25 25 0,0-25 0,25 25 16,-25-25-16,25 25 0,-25-24 0,24-1 0,-24 25 15,0-25-15,25 25 0,-25-25 16,25 25-16,-25 0 0,0-25 0,25 25 0,-25 0 0,0 0 0,0 0 16,0 0-16,25 0 0,-25 25 0,0-25 0,0 0 0,0 0 0,0 25 15,0-25-15,0 25 0,0-25 0,0 0 0,24 25 16,-24-25-16,0 24 0,0-24 15,0 25-15,0-25 0,0 25 0,0-25 0,25 25 0,-25-25 16,0 25-16,25-25 0,-25 24 0,0-24 0,25 0 0,-25 25 0,25-25 16,-1 0-16,-24 0 0,25 0 0,0 0 0,0 0 0,-25 0 15,25 0-15</inkml:trace>
  <inkml:trace contextRef="#ctx0" brushRef="#br0" timeOffset="9904.5664">12427 3497 0,'0'0'16,"0"0"-16,0-24 0,-25 24 0,25-25 0,0 25 0,0 0 0,0-25 0,0 25 15,-24-25-15,24 25 0,0-25 0,0 25 0,0 0 16,-25-24-16,25 24 15,0-25-15,-25 25 0,25 0 0,0 0 0,0 0 0,-25 0 0,25 0 0,0 0 0,0 0 16,-25 0-16,25 0 16,0 25-16,0-25 0,-24 0 0,24 24 0,0-24 0,0 25 15,0-25-15,-25 25 0,25-25 0,0 25 0,0-25 0,0 0 0,0 25 16,0-25-16,0 24 0,25-24 0,-25 0 0,0 25 0,0-25 0,0 0 15,0 0-15,24 25 16,-24-25-16,0 0 0,0 0 0,25 0 0,-25 0 0,0 0 16,25 0-16,-25 0 0,0 0 0,25 0 0,-25 0 0,0 0 0,25 0 15,-25-25-15,0 25 0,24 0 0,-24 0 0,0-25 0,0 25 16,0 0-16,25-24 0,-25 24 0,0 0 0,0-25 0,0 25 15,0 0-15,0 0 0,25-25 16,-25 25-16,0 0 0,0 0 0,0 0 0,0 0 16,0 0-16,0 0 0,-25 0 0,25 0 0,0 0 0,0 0 0,0 25 0,0-25 15,0 0-15,0 25 0,0-25 0,-25 24 0,25-24 0,0 25 16,0-25-16,0 25 15,0-25-15,0 25 0,0-25 0,0 25 0,25-25 0,-25 24 16,0-24-16,0 25 0,0-25 0,25 0 0,-25 25 0,25-25 0,-25 0 16,25 25-16,-25-25 0,24 0 0,-24 0 0,25 0 0,0 0 15,0 0-15,-25 0 0,25 0 0,-1 0 0,1 0 16,0-25-16</inkml:trace>
  <inkml:trace contextRef="#ctx0" brushRef="#br0" timeOffset="10595.606">13320 2952 0,'0'0'0,"0"0"16,0 0-16,0 0 0,0 0 0,-25 0 0,25 0 0,0 0 0,0 0 15,0 25-15,0-25 0,0 24 0,0-24 0,0 25 0,0 0 0,0 0 16,0 0-16,0-1 16,0 1-16,0 0 0,0 0 0,0 0 0,0-1 15,0 1-15,0 0 0,0 25 0,0-26 0,0 1 0,0 0 0,0-25 0,0 25 16,0 0-16,0-1 0,0-24 0,0 25 0,0 0 0,0-25 15,0 25-15,0-25 0,0 0 0,0 25 0,0-25 16,0 0-16,0 0 16,0 0-16,0 0 0,0 0 0,-24 0 0,24 0 0,0 0 0,0 0 15,-25 0-15,25 0 0,0 0 0,-25-25 0,25 25 0,0 0 0,0-25 16,-25 25-16,25-25 0,0 25 0,0-25 0,0 25 0,0-24 15,-25-1-15,25 25 0,0-25 16,0 0-16,0 25 0,0-25 0,0 25 0,0-24 16,25 24-16,-25 0 0,0-25 0,0 25 0,0 0 0,0 0 15,25 0-15,-25 0 0,0-25 0,25 25 0,-25 0 0,25 0 16,-25 0-16,24 0 0,-24 0 0,25 0 0,-25 25 0,25-25 31,-25 0-31,25 0 0,0 0 0,-25 25 0,24-25 0,-24 0 0,25 24 0,-25-24 0,0 25 0,25-25 0,-25 25 0,25-25 16,-25 25-16,0 0 0,0-25 0,25 24 0,-25-24 15,0 25-15,0-25 0,0 25 16,0 0-16,0-25 0,0 0 0,0 25 0,24-25 0,-24 0 15,0 24-15,0-24 0,0 0 0,0 0 0,0 0 0,0 0 0,-24 0 16,24 0-16,0 0 0,0 0 0,0 0 0,0 0 0,0-24 16,0 24-16,0 0 0,0-25 0,0 25 0,0 0 15,0-25-15,0 25 0,0-25 0,0 25 0,0-25 0,0 25 16,24-24-16,-24-1 15,0 25-15,0-25 0,25 25 0,-25-25 0,0 25 0,25 0 0,-25-25 16,25 25-16,-25 0 0,0-24 0,25 24 0,-25 0 0,0 0 0,24 0 16,-24 0-16,25 0 0,-25 0 15,0 0-15,25 0 0,-25 24 0,0-24 0,0 0 16,0 0-16,25 25 0,-25-25 0,0 0 0,0 25 0,0-25 0,0 25 0,0-25 15,0 0-15,0 25 0,0-25 0,0 24 0,0-24 0,0 0 16,0 25-16,0-25 0,0 25 16,25-25-16,-25 0 0,0 25 0,0-25 0,0 0 15,24 0-15,-24 25 0,25-25 0,-25 0 0,25 0 0,-25 0 16,25 0-16</inkml:trace>
  <inkml:trace contextRef="#ctx0" brushRef="#br0" timeOffset="11032.631">14114 3448 0,'0'-25'0,"0"25"16,-25-25-16,25 25 0,0-25 0,0 25 0,-25 0 0,25-24 15,0 24-15,-25 0 0,25-25 0,0 25 0,-24 0 0,24 0 0,0-25 0,0 25 16,-25 0-16,25 0 0,0 0 0,0 0 0,-25 0 16,25 0-16,0 0 0,0 0 0,-25 0 0,25 0 15,0 25-15,0-25 0,-25 25 0,25-25 16,0 0-16,0 24 0,-24 1 0,24-25 0,0 25 0,0-25 15,0 25-15,0-25 0,0 25 0,0-25 0,0 24 0,24-24 0,-24 25 16,0-25-16,0 25 0,0-25 0,0 0 0,25 25 16,-25-25-16,0 0 15,0 0-15,25 0 0,-25 25 0,0-25 0,25 0 0,-25 0 0,25 0 16,-25 0-16,0 0 0,24 0 0,-24-25 0,25 25 0,-25 0 0,0 0 15,25-25-15,-25 25 0,0 0 0,0-25 0,25 25 0,-25 0 16,0-25-16,0 25 0,0-24 16,25 24-16,-25 0 0,0-25 0,0 25 0,0-25 15,0 25-15,0 0 0,0-25 0,0 25 0,0 0 0,0-25 0,0 25 16,0 0-16,0 0 0,0-24 0,0 24 0,0 0 0,0 24 0,0-24 15,0 0-15,-25 0 0,25 0 0,0 25 0,0-25 16,0 0 0,0 25-16,0-25 0,0 25 0,0-25 0,-25 25 0,25-1 15,0-24-15,0 25 0,0-25 0,0 25 0,0-25 0,0 25 0,25-25 0,-25 0 0,0 25 16,0-25-16,0 0 0,0 24 15,0-24-15,25 0 0,-25 25 0,0-25 0,24 0 16,-24 0-16,0 0 0,0 0 0,25 0 0,-25 0 0,25-25 0,-25 25 16,0 0-16,0 0 0,25 0 0</inkml:trace>
  <inkml:trace contextRef="#ctx0" brushRef="#br0" timeOffset="11385.6512">14312 3398 0,'0'-25'16,"0"25"-16,0 0 0,0 0 16,0-24-16,0 24 0,0 0 0,0 0 0,0 0 15,0 24-15,0-24 0,0 0 0,0 0 0,0 25 0,0-25 0,-25 0 16,25 25-16,0-25 0,0 25 0,0-25 0,0 25 0,0-25 0,-24 24 15,24-24-15,0 25 0,0-25 0,0 25 0,0-25 16,0 0-16,0 25 16,0-25-16,0 0 0,0 25 0,0-25 0,0 0 0,0 0 0,0 0 15,0 24-15,0-24 0,0 0 0,0 0 0,0 0 0,24 0 0,-24 0 16,0-24-16,0 24 0,25 0 0,-25 0 0,25 0 0,-25-25 15,0 25-15,25 0 0,-25-25 0,25 25 0,-25-25 16,25 25-16,-25 0 0,24-25 16,-24 25-16,0-24 0,25 24 0,-25 0 0,25-25 0,-25 25 0,0 0 15,0 0-15,0 0 0,0 0 0,0 0 0,0 0 0,0 25 16,0-25-16,0 0 0,0 0 0,0 24 0,0-24 0,0 0 15,0 25-15,0-25 0,0 25 16,-25-25-16,25 25 0,0-25 0,0 25 0,0-25 0,0 24 0,0-24 16,0 25-16,0-25 0,0 25 0,0-25 0,0 0 0,0 0 15,0 25 1,0-25-16,0 0 0,25 0 0,-25 0 0,0 0 0</inkml:trace>
  <inkml:trace contextRef="#ctx0" brushRef="#br0" timeOffset="11606.6638">14089 3150 0,'0'-25'0,"0"25"15,0-24-15,0-1 0,0 25 0,0 0 0,0-25 0,25 25 16,-25 0-16,0-25 0,0 25 0,25 0 0,-25 0 0,24 0 0,-24 0 15,0 0-15,25 0 0,-25 0 0,25 25 0,-25-25 0,0 25 0,25-25 16,-25 25-16,0-25 16,25 24-16,-25 1 0,0-25 0,0 25 0,0 0 0,0 0 15,0-1-15,0-24 0,0 25 0</inkml:trace>
  <inkml:trace contextRef="#ctx0" brushRef="#br0" timeOffset="11755.6724">14064 4043 0,'-25'0'0,"25"25"0,0-25 0,0 0 15,0 0-15,0 0 0,0 0 0,0 0 16,0 0-16,0-25 0,0 25 0,0 0 0,0 0 0,0 0 16,0 0-16,25-25 0,-25 25 0,0 0 0,0-24 0,25 24 0,-25 0 0</inkml:trace>
  <inkml:trace contextRef="#ctx0" brushRef="#br0" timeOffset="12076.6907">15205 3398 0,'0'0'0,"0"-25"15,0 25-15,0 0 0,0 0 0,0 0 0,-25 0 0,25 0 0,0 25 0,0-25 16,0 0-16,0 0 0,25 25 0,-25-25 0,0 25 16,0-25-16,0 25 0,0-25 0,25 24 0,-25-24 0,0 25 0,25 0 15,-25-25-15,0 25 0,25-25 0,-25 25 0,24-1 16,-24-24-1,25 25-15,-25-25 0,0 25 0,25-25 0,-25 0 0,0 25 0,25-25 0,-25 0 0,0 0 0,0 0 16,0 0-16,0 0 0,25 0 16,-25 0-16,0 0 0</inkml:trace>
  <inkml:trace contextRef="#ctx0" brushRef="#br0" timeOffset="12262.7014">15553 3274 0,'0'0'0,"0"0"15,0 0-15,0 0 0,0 0 16,0 0-16,0 0 0,0 0 0,0 0 15,0 25-15,0-25 0,0 0 0,0 0 0,0 25 0,-25-25 0,25 25 16,0-25-16,0 24 0,0-24 0,0 25 0,0 0 0,-25 0 16,25-25-16,0 25 0,0-1 0,0-24 0,0 25 0,-25 0 0,25 0 15,0-25-15,0 25 0,0-25 0,0 24 0,0-24 16,0 0-1,0 25-15,0-25 0,0 0 0,0 0 0,0 0 0,0 0 0,0 0 16,0 0-16</inkml:trace>
  <inkml:trace contextRef="#ctx0" brushRef="#br0" timeOffset="12627.7222">15577 3522 0,'0'0'0,"-24"0"0,24 0 16,0 0-16,0 0 0,0 0 0,0 0 0,0 0 0,0 0 0,0 0 16,24 0-16,-24 0 0,0 0 0,0 0 0,0 0 0,25 0 15,-25 0-15,0 0 0,25 0 0,-25 0 0,25 0 0,-25-25 16,25 25-16,-1 0 0,-24 0 0,25 0 0,0 0 0,-25-24 15,25 24-15,0 0 16,-25 0-16,24-25 0,-24 25 0,0 0 0,25-25 0,-25 25 16,0 0-16,0-25 0,25 25 0,-25 0 0,0-25 0,-25 25 0,25 0 15,0-24-15,0 24 0,0 0 0,0-25 0,-25 25 0,25 0 16,0-25-16,-24 25 15,24 0-15,0 0 0,-25-25 0,25 25 0,0 0 0,0 0 0,-25 0 16,25 0-16,0 0 0,-25 0 0,25 0 0,0 25 0,0-25 0,-25 0 16,25 25-16,0-25 0,0 25 0,-24-25 0,24 24 15,0-24-15,0 25 0,0-25 0,0 25 0,0-25 0,0 25 16,0 0-16,0-25 0,0 24 15,24-24-15,-24 25 0,0-25 0,0 25 0,0-25 0,25 25 0,-25-25 16,0 0-16,0 25 0,25-25 0,-25 0 0,0 0 0,0 24 16,0-24-16,25 0 0,-25 0 0,0 0 0,0-24 0,25 24 15,-25 0-15,0 0 0,0-25 0,0 25 0,0 0 16</inkml:trace>
  <inkml:trace contextRef="#ctx0" brushRef="#br0" timeOffset="12808.7326">15602 3001 0,'0'-24'0,"0"24"0,0-25 16,0 25-16,0 0 0,0-25 0,0 25 0,25 0 16,-25 0-16,0 0 0,25-25 0,-25 25 0,25 0 0,-25 0 15,24 0-15,-24 0 0,25 0 0,0 25 16,-25-25-16,25 0 0,-25 0 0,25 25 15,-1-25-15,-24 0 0,25 25 0,0-25 0,-25 0 0,25 24 16,-25-24-16,25 0 0,-25 0 0</inkml:trace>
  <inkml:trace contextRef="#ctx0" brushRef="#br0" timeOffset="12985.7427">15949 2803 0,'0'0'0,"0"-25"15,0 25-15,0 0 0,25 0 0,-25 0 0,0 0 16,0 0-16,25 0 15,-25 0-15,0 0 0,25 0 0,0 0 0,-25 0 0,24 0 0,1 0 16,-25 0-16,25 0 0,0 0 0,0 0 0,-1 0 0,1 0 0,0 0 16</inkml:trace>
  <inkml:trace contextRef="#ctx0" brushRef="#br0" timeOffset="13532.774">16966 2877 0,'0'0'0,"0"25"15,0-25-15,-24 0 0,24 25 0,0 0 0,-25-25 0,25 25 16,0-1-16,0 1 16,0 0-16,0 0 0,-25 0 0,25-1 0,0 1 15,0 0-15,0 0 0,0 24 0,0-24 0,0 0 0,0 0 16,0 0-16,0-1 0,0 1 0,25 0 0,-25 0 0,0-25 0,0 25 15,0-1-15,0-24 0,0 25 0,0-25 0,0 25 16,0-25-16,0 0 0,0 0 0,0 0 16,-25 0-16,25 0 0,0 0 0,0 0 0,-25 0 0,25 0 0,0 0 15,0 0-15,-25 0 0,25 0 0,0-25 0,0 25 0,-24 0 16,24 0-16,0-25 0,0 25 0,0 0 0,0-24 0,0 24 15,0 0-15,0-25 0,0 25 0,24 0 0,-24-25 16,0 25-16,25 0 0,-25-25 16,0 25-16,25 0 0,-25 0 0,25 0 0,-25-25 0,25 25 0,-25 0 15,24 0-15,-24 0 0,25 0 0,-25 25 0,0-25 0,25 0 0,-25 0 31,25 25-31,-25-25 0,0 0 0,0 25 0,25-25 0,-25 25 0,0-25 0,0 24 16,0-24-16,0 25 0,0-25 0,0 25 0,0-25 0,0 25 0,0-25 16,-25 0-16,25 25 0,0-25 0,0 0 0,-25 24 0,25-24 0,0 0 15,0 0-15,-25 0 16,25 0-16,0 0 0,0 0 0,-25 0 0,25 0 15,0 0-15,0 0 0,0 0 0,-24 0 0,24 0 0,0 0 0,0 0 16,0 0-16,0-24 0,0 24 0,24 0 0,-24 0 0,0-25 0,0 25 16,25 0-16,-25-25 0</inkml:trace>
  <inkml:trace contextRef="#ctx0" brushRef="#br0" timeOffset="14023.8021">17562 3398 0,'0'0'0,"0"-25"0,0 25 16,-25 0-16,25-24 0,0 24 0,-25 0 0,25-25 0,0 25 16,-25 0-16,25 0 0,-25-25 0,25 25 0,0 0 0,-24 0 15,24 0-15,-25 0 0,25 0 0,-25 0 16,25 0-16,-25 0 0,25 0 15,0 25-15,-25-25 0,25 0 0,-24 25 0,24-25 0,-25 24 0,25-24 0,0 25 16,-25-25-16,25 25 0,0 0 0,0-25 0,0 25 0,0-25 16,0 0-16,0 24 0,0-24 0,0 25 0,0-25 0,0 0 15,25 0-15,-25 25 16,0-25-16,0 0 0,0 0 0,25 0 0,-25 0 0,0 25 0,24-25 15,-24 0-15,0 0 0,25 0 0,-25 0 0,25 0 0,-25 0 0,25 0 16,-25-25-16,25 25 0,-25 0 0,24 0 0,-24 0 16,0 0-16,25-25 0,-25 25 15,25 0-15,-25-25 0,0 25 0,25 0 0,-25-24 16,0 24-16,25 0 0,-25-25 0,0 25 0,0 0 0,0-25 0,25 25 15,-25 0-15,0 0 0,0-25 0,0 25 0,0 0 0,0 0 0,0 0 32,0 0-32,0 0 0,0 0 0,0 0 0,0 0 0,0 0 0,0 0 0,0 0 0,0 0 0,0 0 0,0 0 15,-25 0-15,25 25 0,0-25 0,0 0 0,0 0 16,0 25-16,0-25 0,0 0 15,0 25-15,0-25 0,-25 24 0,25-24 0,0 25 0,0-25 16,0 25-16,0-25 0,0 25 0,0 0 0,0-25 0,0 24 0,0-24 16,0 25-16,25-25 0,-25 0 0,0 25 0,25-25 0,-25 0 15,0 25 1,24-25-16,-24 0 0,25 0 0,0 0 0,-25 0 0</inkml:trace>
  <inkml:trace contextRef="#ctx0" brushRef="#br0" timeOffset="14296.8177">17909 3398 0,'0'-25'0,"0"25"0,0 0 16,0 0-16,0-24 0,-25 24 0,25 0 0,0 0 0,0 0 16,0 0-16,0 0 0,0 0 0,-25-25 0,25 50 0,0-25 15,0 0-15,0 0 16,-24 0-16,24 0 0,0 0 0,0 24 0,-25-24 0,25 25 15,0-25-15,0 0 0,0 25 0,0-25 0,0 25 0,0-25 0,0 25 16,0-25-16,0 0 0,0 24 0,0-24 0,0 0 0,0 25 31,0-25-31,0 0 0,0 0 0,25 25 0,-25-25 0,0 0 0,24 0 0,-24 0 0,0 0 0,25 0 16,-25 0-16,25 0 0,-25 0 0,25 0 0,-25 0 0,0 0 0,25 0 15,-25 0-15,0 0 0,0-25 0,24 25 0,-24 0 16,0-25-16</inkml:trace>
  <inkml:trace contextRef="#ctx0" brushRef="#br0" timeOffset="14505.8297">17512 3026 0,'0'0'0,"-25"0"15,25 0-15,0-25 0,0 25 0,0 0 0,0 0 0,0-24 16,0 24-16,0 0 15,25 0-15,-25 0 0,0-25 0,25 25 0,-25 0 0,25 0 16,-25 0-16,25 0 0,-25 0 0,24 0 0,-24 0 0,25 0 0,0 0 16,-25 0-16,25 25 0,-25-25 0,0 0 0,25 24 0,-25-24 15,0 25-15,24 0 0,-24-25 0,0 25 16,0 0-16,0-1 0,0 1 0,-24 0 15</inkml:trace>
  <inkml:trace contextRef="#ctx0" brushRef="#br0" timeOffset="14676.8394">17487 3919 0,'0'0'0,"-25"0"0,25 0 16,0 25-16,0-25 0,0 0 0,0 0 0,0 0 0,0 0 16,0 0-16,0 0 0,0 0 0,0 0 0,0 0 0,0 0 15,0 0-15,0 0 0,0 0 0,0 0 0,0 0 16,0-25-16,0 25 0,0 0 0,0 0 15,25 0-15,-25-25 0,0 25 0</inkml:trace>
  <inkml:trace contextRef="#ctx0" brushRef="#br0" timeOffset="15035.86">18852 3225 0,'0'0'0,"0"0"0,0-25 15,0 25-15,0 0 0,0 0 0,-25 0 0,25 0 0,0 0 0,0 0 78,0 0-78,0 0 0,0 0 0,-25 25 0,25-25 0,0 24 0,0-24 0,0 25 0,-25 0 0,25-25 0,0 25 0,0 0 0,0-1 0,0 1 0,-25 0 16,25 0-16,0 0 0,0-1 0,0 1 0,0 0 0,0 0 0,0 0 0,0-1 0,0-24 0,0 25 0,0 0 0,0 0 0,0 0 0,0-25 0,0 25 0,0-1 15,0-24-15,25 25 0,-25-25 0,0 25 0,0-25 0,0 0 16,0 0-16,0 0 0,0 0 0,0 0 0,0 0 0,-25 0 16,25 0-16,0 0 0,0 0 0,0-25 0,0 25 0,-24-25 15,24 25 1,0-24-16</inkml:trace>
  <inkml:trace contextRef="#ctx0" brushRef="#br0" timeOffset="15211.87">18703 3522 0,'0'0'0,"0"-25"0,0 25 16,0-24-16,-25 24 0,25 0 0,0 0 0,0-25 16,0 25-16,0 0 0,0 0 15,0 0-15,0 0 0,0 0 0,0 0 0,0 0 16,25 0-16,-25 0 0,0 0 0,25 0 0,-25 0 0,24 0 0,1 25 15,-25-25-15,25 0 0,0 0 0,0 0 0,-1 0 0,1 0 16,0 0-16,0 0 0,0 0 0,-25 0 0,24 0 16,1 0-16,0 0 0,0-25 0,0 25 31,-1 0-31,-24-25 0,25 25 15</inkml:trace>
  <inkml:trace contextRef="#ctx0" brushRef="#br0" timeOffset="15567.8904">19273 3076 0,'0'0'0,"0"-25"0,0 25 0,-25 0 0,25 0 0,0-25 15,0 25-15,0 0 16,0 0-16,0 0 0,0 25 0,0-25 0,0 0 0,0 0 0,0 25 15,0-25-15,0 25 0,0-1 0,0-24 0,0 25 0,0 0 0,0 0 16,0 0-16,0-25 0,0 24 0,0 1 0,0 0 16,0 0-16,0 0 0,0-1 15,0-24-15,0 25 0,0 0 0,0 0 0,0-25 0,0 25 16,0-25-16,0 24 0,0-24 0,0 25 0,0-25 0,0 25 15,0-25-15,0 0 0,0 0 0,0 25 0,0-25 0,0 0 0,0 0 16,0 0-16,0 0 0,0 0 0,0 0 0,0 0 16,25 0-16,-25 0 0,0-25 15,0 25-15,0 0 0,0 0 0,0-25 0,0 25 0,25-25 0,-25 25 16,0 0-16,0-24 0,25 24 0,-25-25 0,25 25 0,-25-25 15,0 25 1,0 0-16,24 0 0,-24-25 0,0 25 0,0 0 0,25 0 0,-25 0 0,0 0 0,0 0 0,0 0 0,0 25 16,0-25-1,0 0-15,0 0 0,0 25 0,0-25 0,0 25 0,0-25 0,0 24 0,0-24 16,0 25-16,0-25 0,0 25 0,0-25 0,0 25 0,0-25 15,0 25-15,0-25 0,0 0 0,0 24 0,0-24 16,25 25-16,-25-25 0,0 0 16,25 0-16,-25 0 0,25 0 0,-25 0 0,24 0 0,1 0 0</inkml:trace>
  <inkml:trace contextRef="#ctx0" brushRef="#br0" timeOffset="16426.9394">20017 3398 0,'0'0'0,"0"-25"16,0 25-16,0-24 0,0 24 0,0-25 0,-24 25 0,24-25 15,0 25-15,0 0 0,-25-25 0,25 25 0,-25 0 16,25-25-16,-25 25 16,25 0-16,-25 0 0,25 0 0,-24 0 0,-1 0 0,25 0 0,-25 0 15,25 0-15,-25 0 0,0 25 0,25-25 0,-24 25 0,24-25 0,-25 25 16,25-25-16,0 25 0,-25-25 0,25 24 0,0 1 0,0-25 15,0 25 1,-25-25-16,25 25 0,0-25 0,0 25 0,25-25 0,-25 24 0,0-24 0,0 0 16,0 25-16,0-25 0,25 0 0,-25 25 0,0-25 0,25 0 15,-25 0-15,0 25 0,24-25 0,-24 0 0,25 0 0,-25 0 16,25 0-16,-25 0 0,25 0 0,0 0 15,-25 0-15,24-25 0,1 25 0,-25 0 0,25 0 16,-25-25-16,25 25 0,-25 0 0,25-25 0,-25 25 0,0 0 0,24-24 16,-24 24-16,0-25 0,0 25 0,0 0 15,0-25-15,0 25 0,0-25 0,0 25 0,0-25 0,0 25 0,0 0 16,0-24-16,0 24 0,0-25 0,0 25 0,0 0 0,0 0 15,0 0-15,0-25 0,0 25 0,0 0 0,0 0 16,-24 25-16,24-25 0,0 0 0,0 0 16,0 0-16,0 25 0,0-25 0,-25 0 0,25 24 15,0-24-15,0 25 0,0-25 0,-25 25 0,25 0 0,0-25 0,0 25 16,0-25-16,0 24 0,0-24 0,0 25 0,0-25 0,25 25 15,-25-25 1,0 25-16,0-25 0,0 0 0,25 25 0,-25-25 0,0 0 0,24 0 0,-24 0 16,25 0-16,-25 0 0,25 0 0,-25 0 0,0 0 15,25 0-15,-25 0 0,25 0 0,-25-25 0,24 25 0,-24 0 0,0-25 16,0 25-16,25 0 0,-25-25 0,0 25 0,0-25 0,0 25 15,0-24-15,0 24 0,25-25 16,-25 25-16,0-25 0,0 25 0,0-25 0,0 25 0,0-25 0,0 25 0,0-24 16,0 24-16,0-25 0,0 25 0,0 0 0,0 0 0,0 0 15,0-25 1,0 25-16,0 0 0,0 0 0,0 25 0,0-25 0,0 0 0,0 0 15,-25 0-15,25 25 0,0-25 0,0 0 0,0 24 0,0-24 16,0 25-16,0-25 0,0 0 0,0 25 0,0-25 0,0 0 0,0 25 16,0-25-16,0 0 0,0 25 0,0-25 0,0 0 15,0 0-15,0 24 0,0-24 16,0 0-16,0 0 0,0 0 0,0 0 0,0 0 0,0 0 15,25 0-15,-25 0 0,0 0 0,0 0 0,0 0 0,25 0 0,-25 0 16,0 0-16,0-24 0,25 24 0,-25 0 0,24 0 0,-24-25 16,0 25-16,25 0 0,-25-25 0,25 25 0,0 0 15,-25 0-15,25-25 0,-25 25 16,24 0-16,-24-25 0,25 25 0,-25 0 0,0 0 0,25 0 0,-25-24 0,0 24 15,0 0-15,0 0 0,0 0 0,25 24 0,-25-24 0,0 0 16,0 0-16,0 0 0,0 0 0,0 25 0,0-25 16,0 0-16,0 0 15,-25 25-15,25-25 0,0 0 0,0 25 0,0-25 0,0 0 0,0 25 16,0-25-16,0 0 0,0 24 0,25-24 0,-25 0 0,0 25 0,0-25 15,0 0-15,0 0 0,25 25 0,-25-25 0,0 0 0,0 0 16,24 0 0,-24 25-16,0-25 0,25 0 0,-25 0 0,25 0 0,-25 0 0,25 0 15</inkml:trace>
  <inkml:trace contextRef="#ctx0" brushRef="#br0" timeOffset="16958.97">20836 3349 0,'0'0'16,"0"-25"-16,0 25 0,0 0 0,0-25 0,0 25 0,-25 0 15,25 0-15,0 0 16,0-25-16,-25 25 0,25 25 0,0-25 0,-24 0 0,24 0 0,-25 0 0,25 25 15,-25-25-15,25 0 0,-25 25 0,25-25 0,-25 0 0,25 24 16,0-24-16,-25 0 0,25 25 0,0-25 0,0 25 0,-24-25 16,24 0-16,0 25 15,0-25-15,0 0 0,0 25 0,0-25 0,0 0 16,0 24-16,0-24 0,0 0 0,0 0 0,0 25 0,24-25 0,-24 0 0,0 0 15,25 0-15,-25 0 0,0 0 0,25 0 0,-25 0 0,25 0 16,-25 0-16,25 0 16,-25 0-16,0 0 0,25 0 0,-25-25 0,0 25 0,24 0 15,-24 0-15,0 0 0,25-24 0,-25 24 0,0 0 0,0 0 0,0-25 0,0 25 16,25 0-16,-25 0 0,0-25 0,0 25 0,0 0 0,0 0 15,0 0-15,0 0 0,0 0 0,-25 25 0,25-25 16,0 0-16,0 0 0,-25 25 16,25-25-16,0 24 0,-24-24 0,24 25 0,0 0 0,-25 0 0,25-25 15,-25 25-15,25-1 0,0 1 0,-25 0 0,25 0 0,-25 0 16,25 0-16,-25-1 0,25 1 0,0 0 0,-24 0 0,24 0 15,0-1-15,-25 1 16,25 0-16,0-25 0,0 25 0,0 0 0,0-1 0,-25-24 16,25 25-16,0-25 0,0 25 0,0-25 0,0 0 0,0 25 0,0-25 15,0 0-15,0 0 0,0 0 0,0 25 0,0-25 0,0 0 16,0 0-16,0 0 0,0-25 0,0 25 0,-25 0 0,25 0 15,0 0-15,0-25 16,0 25-16,0 0 0,0-25 0,25 25 0,-25 0 0,0-25 16,0 25-16,0 0 0,0-24 0,25 24 0,-25 0 0,0 0 0,25 0 0,-25 0 15,0-25-15,24 25 0,-24 0 0,25 0 0,-25 0 0,25 0 16,0 0-16,0 0 0,-25 0 15,25 0-15,-1 0 0,1 0 0,0 0 0,0 0 16,0 0-16,-1 0 16,1 0-16,-25 0 0,25 0 0,-25 0 0,25 0 0,-25-25 0,0 25 0</inkml:trace>
  <inkml:trace contextRef="#ctx0" brushRef="#br0" timeOffset="19221.0994">4539 4539 0,'0'0'0,"0"0"0,0 0 0,0 0 15,0 0-15,0 0 0,0 0 0,0 0 0,0 0 0,0 0 16,0 0-16,0 0 0,0 0 0,0 0 0,0 0 0,0 0 15,0 0-15,0 0 0,0 0 16,0 0-16,0 0 0,0 0 0,0 0 0,0 0 16,0 0-16,0 0 0,0 0 0,0 0 0,0 0 0,0 0 0,0 0 15,0 0-15,0 0 0,0 0 0,0 0 0,0 25 0,0-25 16,0 0-16,0 25 0,-25-25 15,25 25-15,0-25 0,0 24 0,0-24 0,0 25 0,0 0 0,0-25 16,0 25-16,-24-25 0,24 25 0,0-25 0,0 24 0,0-24 0,0 25 31,0-25-31,0 25 0,0-25 0,0 0 0,0 25 0,0-25 16,0 0-16,0 25 0,0-25 0,0 0 0,0 25 15,0-25-15,0 0 0,0 0 0,0 0 0,0 0 0,0 0 0,0 0 16,0 0-16,0 0 0,0 0 0,0 0 0,0 0 0</inkml:trace>
  <inkml:trace contextRef="#ctx0" brushRef="#br0" timeOffset="19730.1285">4539 4514 0,'0'0'0,"0"0"0,0 0 16,0 0-16,0 0 0,25 0 0,-25 0 0,0 0 0,0 0 16,0 0-16,0 0 0,0 0 0,25 0 0,-25-24 15,0 24-15,0 0 0,25 0 16,-25 0-16,24 0 0,-24 24 0,25-24 0,-25 0 0,0 0 15,25 0-15,-25 0 0,0 25 0,25-25 0,-25 0 0,0 25 0,0-25 16,0 0-16,0 25 0,0-25 0,0 25 0,0-25 0,0 24 16,0-24-16,0 25 0,0-25 15,-25 25-15,25 0 0,0-25 0,-25 25 0,25-25 0,0 0 31,-25 24-31,25-24 0,0 25 0,-24-25 0,24 0 0,0 25 0,-25-25 0,25 0 0,0 0 0,-25 25 0,25-25 0,0 0 0,0 0 16,0 0-16,0 0 0,0 0 0,0 0 0,0 0 16,0 0-1,0-25-15,0 25 0,0 0 0,0 0 0,25 0 0,-25 0 0,0 0 0,25 0 16,-25 0-16,0-25 0,24 25 0,-24 0 0,25 0 0,-25 25 0,0-25 15,25 0-15,-25 0 0,0 0 0,25 0 0,-25 0 0,0 25 16,0-25-16,0 0 16,25 0-16,-25 25 0,0-25 0,0 0 0,0 0 0,0 25 0,0-25 15,-25 0-15,25 24 0,0-24 0,0 0 0,0 0 0,-25 25 0,25-25 16,0 0-16,-25 0 0,25 25 0,0-25 0,-25 0 15,25 0-15,0 25 0,-24-25 0,24 0 16,0 0-16,0 0 0,-25 0 0,25 0 0,0 0 0,0 0 16,0 0-16,0 0 0,0 0 0,0 0 0,0 0 0,0-25 15,0 25-15,25 0 0,-25 0 0,0-25 0,24 25 0</inkml:trace>
  <inkml:trace contextRef="#ctx0" brushRef="#br0" timeOffset="20065.1476">4936 4837 0,'0'0'0,"0"0"0,0 0 16,0 0-16,0 0 0,0 0 0,0 0 0,25 0 0,-25-25 0,0 25 15,0 0-15,0 0 0,0-25 0,25 25 0,-25-25 0,0 25 16,25 0-16,-25-24 0,0 24 0,24-25 0,-24 25 0,0-25 15,25 25-15,-25-25 16,0 0-16,25 25 0,-25 0 0,0-24 0,0 24 0,0 0 0,0-25 0,0 25 16,25 0-16,-25 0 0,0 0 0,0 0 0,0 0 15,0 0-15,0 0 0,0 0 0,0 0 0,0 0 0,0 0 16,-25 0-16,25 0 0,0 25 0,0-25 0,0 0 15,0 24 63,0-24-78,0 0 0,0 25 0,0-25 0,0 25 0,0-25 0,0 25 0,0 0 0,0-25 0,0 24 0,0-24 0,0 25 0,0-25 0,0 25 16,0-25-16,0 25 0,0-25 0,25 25 0,-25-25 0,0 25 0,0-1 0,0-24 0,0 0 0,0 25 0,25-25 0,-25 25 0,0-25 0,0 25 0,0-25 0,0 0 0,-25 25 0,25-25 0,0 0 0,0 24 0</inkml:trace>
  <inkml:trace contextRef="#ctx0" brushRef="#br0" timeOffset="20445.1694">4539 5407 0,'0'0'0,"0"0"0,0 0 16,0 25-16,-25-25 0,25 0 0,0 0 0,0 0 0,0 0 16,0 0-16,0 0 0,0 0 0,0 0 15,0 0-15,25 0 0,-25 0 16,0 0-16,0 0 0,0 0 0,25 0 0,-25 0 0,25 0 0,-25 0 15,0 0-15,25 0 0,-25 0 0,24 0 0,-24-25 0,25 25 16,0 0-16,-25 0 0,25 0 0,-25 0 0,25 0 0,-1 0 16,1 0-16,-25 0 0,25 0 0,0 25 0,0-25 0,0 0 15,-25 0-15,24 0 0,1 0 16,0 0-16,-25 0 0,25 0 0,0 0 0,-1 0 15,-24 0-15,25 0 0,-25 0 0,25 25 0,-25-25 0,25 0 0,-25 0 16,25 0-16,-25 0 0,0 0 0,24 0 0,-24 0 0,0 0 16,25 0-16,-25 0 0,0 0 0,0 0 0,25 0 15,-25 0-15,0 0 0,0-25 0,25 25 0,-25 0 0,0 0 0,0-25 31,0 25-31</inkml:trace>
  <inkml:trace contextRef="#ctx0" brushRef="#br0" timeOffset="20613.1789">5556 4887 0,'0'0'0,"0"0"0,0 0 16,0 0-16,0 0 0,0 0 0,0 0 0,0 0 15,0 0-15,0 0 0,0 0 16,0 0-16,0 0 0,0-25 0,0 25 0,0 0 15,0 25-15,0-25 0,0 0 0,0 0 0,25 0 0,-25 0 0,0 0 16,0 0-16,0 0 0,25 24 0,-25-24 0</inkml:trace>
  <inkml:trace contextRef="#ctx0" brushRef="#br0" timeOffset="20776.1883">5655 5135 0,'0'0'0,"0"0"0,0 0 15,0 0-15,0 0 0,0 0 0,0 0 0,0 0 0,0 0 0,0 0 16,0 0-16,0 0 0,0 0 0,0 0 0,0 0 15,0 0-15,0 0 0,0 0 0,0 0 0,0 0 16,25 0-16,-25 0 0,0 0 16</inkml:trace>
  <inkml:trace contextRef="#ctx0" brushRef="#br0" timeOffset="21780.2457">7491 4713 0,'0'-25'15,"0"25"-15,0 0 0,0 0 0,0 0 16,0 0-16,0 0 0,0 0 0,0 0 15,0 0-15,-25 0 0,25 0 0,0-25 0,0 25 0,0 0 0,0 0 0,0 0 16,0 0-16,0 0 0,0 0 0,0 0 0,0 25 0,0-25 16,0 0-16,0 0 0,0 0 0,-25 0 15,25 0-15,0 0 0,0 25 16,-24-25-16,24 0 0,0 25 0,-25-25 0,25 0 15,0 24-15,-25-24 0,25 25 0,-25-25 0,25 25 0,0-25 0,-25 25 16,25-25-16,-24 25 0,24-25 0,-25 25 0,25-25 0,-25 0 0,25 24 0,0-24 16,-25 25-16,25-25 0,0 0 0,-25 0 0,25 25 15,0-25-15,0 0 0,0 0 0,-24 0 0,24 0 0,0 0 16,0 0-16,0 0 0,0 0 0,0 0 0,0 0 15,0 0-15,0 0 0,24-25 0,-24 25 16,0 0-16,0-25 0,0 25 0</inkml:trace>
  <inkml:trace contextRef="#ctx0" brushRef="#br0" timeOffset="22002.2584">7218 4688 0,'0'0'0,"0"0"16,0-25-16,0 25 0,0 0 0,0 0 0,0 0 0,0 0 16,0 0-16,0 0 0,0 0 0,0 0 0,0 0 15,0 0-15,0 0 0,0 0 16,25 25-16,-25-25 0,0 0 0,25 0 0,-25 25 0,0-25 15,25 25-15,-25-25 0,0 24 0,24-24 0,-24 25 16,25-25-16,-25 25 0,25-25 0,-25 25 0,25-25 0,-25 25 0,25-25 0,-1 25 16,-24-25-16,0 0 0,25 24 0,-25-24 0,25 25 15,-25-25 16,25 0-31,-25 25 0,0-25 0,25 0 0,-25 0 0,0 0 0,24 0 0,-24 25 0</inkml:trace>
  <inkml:trace contextRef="#ctx0" brushRef="#br0" timeOffset="22332.2773">7913 4862 0,'-25'0'0,"25"0"15,0 0-15,0 0 0,0-25 0,0 25 0,0 0 0,0 0 16,-25 0-16,25 0 15,0-25-15,0 25 0,-25 0 0,25 0 0,0 0 0,0 0 16,0 0-16,-25 0 0,25-25 0,0 25 0,0 0 0,-24 0 0,24 0 16,0 0-16,-25 0 0,25 0 0,0 0 0,-25 0 0,25 25 0,0-25 15,-25 0-15,25 0 0,0 0 0,-25 25 0,25-25 16,0 0-16,-24 0 0,24 25 15,0-25-15,0 0 0,-25 0 0,25 25 0,0-25 0,0 0 0,0 24 16,0-24-16,0 0 0,0 0 0,0 25 0,25-25 0,-25 0 16,0 25-16,0-25 0,24 0 0,-24 0 0,0 25 0,25-25 15,-25 0-15,0 0 16,25 0-16,-25 0 0,25 0 0,-25 0 0,25 0 0,-25 0 15,24 0-15,-24 0 0,25 0 0,-25 0 0,0 0 0,25 0 0,-25 0 0,0-25 16,25 25-16,-25 0 0,0 0 0,0-25 0</inkml:trace>
  <inkml:trace contextRef="#ctx0" brushRef="#br0" timeOffset="22612.2933">7962 4688 0,'0'0'0,"0"0"0,0 0 15,0 0-15,0 0 0,-25 0 0,25 0 0,0 25 0,0-25 0,0 0 16,0 25-16,0-25 0,0 0 0,0 24 0,-24-24 0,24 0 15,0 25-15,0-25 0,0 0 16,0 25-16,0-25 0,0 0 0,0 25 16,0-25-16,0 25 0,0-25 0,0 0 0,0 25 0,0-25 0,0 24 0,0-24 15,0 25-15,0-25 0,24 0 0,-24 25 0,0-25 0,0 0 16,0 25-16,0-25 0,0 0 0,0 0 0,0 25 0,25-25 15,-25 0-15,0 0 16,0 0-16,0 24 0,0-24 0,0 0 0,0 0 0,0 0 0,0 0 16,0 0-16,0 0 0,0 0 0,25 0 0,-25 0 0,0 0 15,0 0-15,0-24 0,0 24 0,0 0 0,0 0 0,0 0 16,25-25-16,-25 25 0,0 0 0</inkml:trace>
  <inkml:trace contextRef="#ctx0" brushRef="#br0" timeOffset="22906.3101">8235 4812 0,'0'-25'0,"0"25"0,0 0 16,0 0-16,0 0 0,-25 0 0,25 0 0,0 0 0,0-25 15,-24 25-15,24 0 0,0 0 0,0 0 0,-25 0 0,25 0 0,0 0 0,0 0 16,0 0-16,-25 0 0,25 0 0,0 0 0,0 0 15,0 0-15,0 25 16,-25-25-16,25 0 0,0 0 0,0 25 0,0-25 0,0 0 16,0 25-16,0-25 0,0 25 0,0-25 0,0 0 0,0 25 0,0-25 15,0 0-15,25 24 0,-25-24 0,0 0 0,0 25 0,0-25 0,25 0 16,-25 0-16,0 25 0,25-25 0,-25 0 15,0 0-15,24 0 0,-24 0 0,0 0 0,25 0 16,-25 0-16,25 0 0,-25 0 0,25 0 0,-25-25 16,25 25-16,-25 0 0,24-25 0,-24 25 0,0 0 0,25-24 0,-25 24 15</inkml:trace>
  <inkml:trace contextRef="#ctx0" brushRef="#br0" timeOffset="23064.3189">8558 4415 0,'-25'0'0,"25"0"16,0 0-16,0 25 0,0-25 0,-25 0 0,25 0 15,0 0-15,0 25 0,-25-25 16,25 0-16,0 25 0,0-25 0,0 0 0,0 24 0,0-24 16,0 25-16,0-25 0,0 0 0,0 25 0,0-25 0,0 25 0,0-25 0,0 25 15,0-25-15,25 24 0,-25-24 0</inkml:trace>
  <inkml:trace contextRef="#ctx0" brushRef="#br0" timeOffset="23502.3442">9872 4936 0,'-25'0'0,"25"-25"0,-24 25 16,24-24-16,-25 24 0,25 0 0,-25 0 0,0-25 0,25 25 0,-25 0 15,25 0-15,-24 0 0,24 0 0,-25 0 0,0 0 16,25 0-16,-25 0 16,25 0-16,-25 25 0,25-25 0,-24 0 0,-1 24 0,25-24 0,0 0 15,-25 25-15,25-25 0,0 25 0,-25-25 0,25 0 0,0 25 0,0-25 16,0 25-16,0-25 0,0 24 0,0-24 0,0 25 15,25-25-15,-25 25 0,0-25 16,25 0-16,-25 25 0,0-25 0,25 0 0,-25 25 0,24-25 16,-24 0-16,25 0 0,0 0 0,-25 0 0,25 0 0,0 0 0,-25 0 0,24 0 15,1-25-15,-25 25 0,25 0 0,0-25 16,-25 25-16,25-25 0,-25 25 0,24-25 15,-24 25-15,25-24 0,-25 24 0,0-25 0,25 25 0,-25-25 0</inkml:trace>
  <inkml:trace contextRef="#ctx0" brushRef="#br0" timeOffset="23731.3573">9947 4539 0,'0'0'0,"0"-25"0,-25 25 0,25 0 0,0-24 0,0 24 0,0 0 16,0 0-16,0 0 0,0 0 0,0 0 0,0 0 0,0 0 0,0 0 16,25 24-16,-25-24 15,0 25-15,0-25 0,0 25 0,0-25 0,0 25 0,0-25 16,0 25-16,0-1 0,0 1 0,0-25 0,0 25 0,0 0 0,0 0 15,0-25-15,0 24 0,0 1 0,0-25 0,0 25 0,0 0 16,0-25-16,0 25 0,0-25 0,0 25 0,0-25 0,0 24 16,0-24-16,0 25 15,0-25-15,24 25 0,-24-25 0,0 0 0,0 25 0,0-25 0,0 0 16,0 25-16,0-25 0,0 0 0,0 0 0,0 0 15,0 0-15,0 0 0,25 0 0,-25 0 0,0 0 0,0 0 0,25 0 16,-25-25-16</inkml:trace>
  <inkml:trace contextRef="#ctx0" brushRef="#br0" timeOffset="24339.3921">10170 4787 0,'0'0'0,"25"0"0,-25-25 16,0 25-16,0 0 0,0 0 0,0 0 0,0 0 0,0 0 16,0 0-16,0 0 15,0 0-15,0 0 0,0 0 0,0 0 0,0 0 0,0 0 16,0 0-16,0 0 0,0 25 0,0-25 0,-25 0 0,25 25 31,0-25-31,0 25 0,0-25 0,0 0 0,0 25 0,0-25 0,0 25 0,0-25 0,0 24 0,0-24 0,0 25 0,0-25 0,0 0 16,0 25-16,0-25 0,0 0 15,25 25-15,-25-25 0,0 0 0,0 0 0,25 0 16,-25 25-16,24-25 0,-24 0 0,25 0 0,-25 0 0,0 0 15,25 0-15,-25 0 0,25-25 0,-25 25 0,25 0 0,-25 0 0,24 0 16,-24-25-16,25 25 0,-25 0 0,0-25 0,0 25 0,25-25 16,-25 25-16,0 0 0,0-24 15,0 24-15,0-25 0,0 25 0,0-25 0,0 25 16,0 0-16,0-25 0,0 25 0,0-25 0,0 25 0,0 0 0,0 0 15,0-25-15,0 25 0,-25 0 0,25 0 0,0 0 0,0 0 16,0 0-16,0 0 0,0 0 0,0 0 0,0 0 0,0 0 16,0 0-16,0 0 0,0 25 15,0-25-15,0 0 0,0 25 0,0-25 0,0 0 16,0 25-16,0-25 0,25 0 0,-25 25 0,0-25 0,0 25 0,0-25 0,0 0 15,0 24-15,0-24 0,0 0 0,0 0 0,0 25 16,0-25-16,0 0 0,0 0 16,0 0-16,25 25 0,-25-25 0,0 0 0,0 0 0,0 0 15,0 0-15,25 0 0,-25 0 0,0 0 0,0 0 0,24 0 16,-24-25-16,25 25 0,-25 0 0,0 0 0,25 0 0,-25 0 0,25-25 15,-25 25-15,25 0 0,-25 0 0,0-24 0,24 24 0,-24 0 16,0 0 0,0-25-16,25 25 0,-25 0 0,0 0 0,0 0 0,0 0 15,0 0-15,0 0 0,0 0 0,0 0 0,0 25 0,0-25 0,0 0 0,0 0 0,0 24 16,0-24-16,-25 0 16,25 25-16,0-25 0,0 25 0,0-25 0,0 25 0,0-25 0,0 25 0,0-25 15,0 0-15,0 24 0,0-24 0,0 25 0,0-25 0,25 0 16,-25 25-16,0-25 15,0 0-15,0 0 0,25 25 0,-25-25 0,0 0 0,25 0 0,-25 0 16,25 0-16,-25 0 0,0-25 0,24 25 0,-24 0 0,25-25 0,-25 25 16</inkml:trace>
  <inkml:trace contextRef="#ctx0" brushRef="#br0" timeOffset="24736.4148">10988 4514 0,'0'0'0,"-24"0"0,24 0 16,0 0-16,0 0 0,0 25 0,0-25 0,0 0 0,0 0 15,0 25-15,0-25 0,0 0 0,0 25 0,0-25 0,0 25 16,0-25-16,0 24 0,0 1 0,0-25 0,0 25 0,24 0 0,-24-25 16,0 25-16,0-25 0,0 24 0,0 1 0,0-25 15,0 25-15,0-25 0,25 25 16,-25-25-16,0 25 0,0 0 0,0-25 0,0 0 0,0 24 0,0-24 15,0 25-15,0-25 0,0 0 0,25 0 16,-25 25-16,0-25 0,0 0 0,0 0 0,0 0 16,0 0-16,0 0 0,0 25 0,0-25 0,0 0 0,0-25 0,0 25 0,0 0 15,25 0-15,-25 0 0,0-25 0,0 25 0,0 0 0,0-25 16,0 25-16,25 0 0,-25-24 15,0 24-15,0-25 0,0 25 0,24-25 0,-24 25 16,0 0-16,0-25 0,0 25 0,25 0 0,-25-25 0,0 25 0,0 0 16,0 0-16,25 0 0,-25 0 0,0 0 0,0 25 0,0-25 15,0 0-15,0 25 0,0-25 0,25 0 0,-25 25 0,0-25 16,0 25-1,-25-25-15,25 24 0,0-24 0,0 25 0,0-25 0,0 25 0,0-25 0,0 0 16,0 25-16,0-25 0,0 0 0,0 25 0,0-25 0,0 0 16,-25 0-16,25 0 0,0 0 0,0 0 0,-25 0 0</inkml:trace>
  <inkml:trace contextRef="#ctx0" brushRef="#br0" timeOffset="24950.4271">10517 4514 0,'0'-24'0,"0"24"16,0 0-16,0 0 0,0 0 0,0 0 0,0-25 0,0 25 0,0 0 16,25 0-16,-25 0 0,0 0 0,25 0 15,-25 0-15,0 0 0,25 0 0,-25 0 16,0 0-16,24 0 0,-24 0 0,0 0 0,0 0 0,0 0 15,0 0-15,25 0 0,-25 25 0,0-25 0,0 0 0,0 0 0,-25 24 16,25-24-16</inkml:trace>
  <inkml:trace contextRef="#ctx0" brushRef="#br0" timeOffset="25136.4377">10269 5407 0,'0'25'0,"0"0"0,0-25 0,0 25 16,-25-25-16,25 25 0,0-25 0,0 0 0,0 24 0,0-24 0,0 0 15,0 0-15,0 25 0,0-25 0,0 0 0,0 0 0,0 0 16,0 0-16,0 0 0,0 0 16,0 0-16,0 0 0,0 0 0,0 0 0,-24-25 0,24 25 15,0 0-15,-25-24 0,25-1 0</inkml:trace>
  <inkml:trace contextRef="#ctx0" brushRef="#br0" timeOffset="25306.4474">9674 4738 0,'0'0'0,"25"-25"15,-25 25-15,0 0 0,24 0 0,-24-25 0,25 25 16,0 0-16,0-25 16,0 25-16,-1 0 0,1 0 0,25 0 0,-25 0 0,-1 0 15,26 0-15,-25 0 0,25 0 0,-26 0 0,1 0 0,25 0 0,-25 0 16,24 0-16,-24 0 0,25 25 0</inkml:trace>
  <inkml:trace contextRef="#ctx0" brushRef="#br0" timeOffset="25699.4699">12254 4961 0,'0'0'0,"-25"-25"0,25 25 15,0 0-15,0 0 0,0 0 0,0 0 0,0 25 16,-25-25-16,25 0 0,0 25 0,0-25 0,0 25 0,0-25 0,0 24 16,0 1-16,0 0 0,0 0 0,0 0 0,0-1 0,0 1 15,0 0-15,0 0 0,0 0 0,0-1 0,0 1 0,-25 25 0,25-25 16,0-1-1,0 1-15,0 0 0,0 0 0,0 0 0,0-1 0,0 1 0,0-25 16,0 25-16,0 0 0,0 0 0,0-25 0,0 24 0,0-24 0,0 25 0,0-25 16,0 25-16,0-25 0,0 0 0,0 0 0,0 0 15,-25 0 1,25 0-16</inkml:trace>
  <inkml:trace contextRef="#ctx0" brushRef="#br0" timeOffset="25967.4852">12229 4911 0,'25'-24'16,"-25"24"-16,0 0 0,0 0 0,0 0 0,24-25 0,-24 25 15,0 0-15,25 0 0,-25 0 0,0 0 16,25 0-16,-25 0 0,25 0 0,-25 25 0,0-25 0,25 0 15,-25 24-15,24-24 0,-24 25 0,0-25 0,0 25 0,0-25 0,0 25 16,0-25-16,0 25 0,0-1 0,0-24 0,0 25 16,0-25-16,-24 25 15,24-25-15,-25 25 0,25-25 0,0 25 0,-25-25 0,25 0 16,-25 24-16,25-24 0,-25 25 0,25-25 0,-24 0 0,24 0 0,-25 25 15,25-25-15,0 0 0,0 0 0,-25 0 0,25 0 0,0 0 16,0-25-16,0 25 0,0 0 0</inkml:trace>
  <inkml:trace contextRef="#ctx0" brushRef="#br0" timeOffset="26821.5341">12626 4490 0,'0'0'0,"0"0"0,0-25 16,0 25-16,0 0 0,0 0 0,0 25 0,0-25 0,0 0 15,0 0-15,0 24 0,0-24 0,0 25 16,0-25-16,0 25 0,0 0 0,0-25 16,0 25-16,0-1 0,0 1 0,0 0 0,0 0 0,0 0 0,0-1 0,0 1 15,0 0-15,0 0 0,0-25 0,0 25 0,0 0 0,0-1 16,0-24-16,0 25 15,0 0-15,0-25 0,0 25 0,-25-25 0,25 25 16,0-25-16,0 24 0,0-24 0,0 0 0,0 25 0,0-25 0,0 0 0,0 0 16,0 0-16,0 0 0,0 0 0,0 0 0,0 0 0,25 0 15,-25 0-15,0 0 0,0 0 0,0-25 0,0 25 0,0 0 16,0-24-1,0 24-15,0-25 0,24 25 0,-24-25 0,0 25 0,0-25 0,25 25 16,-25-25-16,0 25 0,25-24 0,-25 24 0,0-25 0,0 25 0,25-25 0,-25 25 16,0 0-16,0-25 0,0 25 0,25 0 0,-25 0 0,0 0 15,0 0 1,0 0-16,0 0 0,0 0 0,0 0 0,24 0 0,-24 0 0,0 0 0,0 25 15,0-25-15,0 0 0,0 25 0,0-25 0,0 0 0,0 25 16,0-25-16,0 24 0,0-24 0,0 25 0,0-25 0,0 25 16,25-25-16,-25 25 0,0-25 0,0 25 0,0-25 15,0 24-15,25-24 16,-25 25-16,0-25 0,0 0 0,25 0 0,-25 0 0,0 25 15,0-25-15,25 0 0,-25 0 0,24 0 0,-24 0 0,0 0 16,25 0-16,-25-25 0,25 25 0,-25 0 0,0 0 0,25 0 0,-25-25 16,25 25-16,-25 0 0,0-24 0,0 24 0,24-25 0,-24 25 15,0-25-15,0 25 0,25-25 0,-25 25 0,0-25 0,0 25 16,0-24-16,0 24 15,0-25-15,0 25 0,25-25 0,-25 25 0,0 0 0,0-25 0,0 25 16,0 0-16,0 0 0,0 0 0,-25 0 0,25 0 0,0 0 0,0 0 16,0 0-16,0 0 0,0 0 0,0 0 0,0 0 0,0 25 15,0-25-15,0 0 0,0 25 0,0-25 16,0 0-16,0 25 0,0-25 15,0 24-15,0-24 0,0 25 0,0-25 0,0 25 0,0 0 0,0-25 0,0 0 16,0 25-16,25-25 0,-25 24 0,0-24 0,0 25 0,25-25 16,-25 0-16,0 0 0,0 25 0,25-25 0,-25 0 0,24 0 15,-24 0-15,0 0 0,25 25 0,-25-25 0,25-25 16,-25 25-16,25 0 0,-25 0 0,25 0 0,-25 0 15,0-25-15,25 25 0,-25 0 0,24 0 0,-24-25 16,0 25-16,25-24 0,-25 24 0,0 0 0,0-25 0,25 25 16,-25-25-16,0 25 15,0-25-15,0 25 0,0-25 0,0 25 0,0 0 0,0-24 0,0 24 0,0-25 0,0 25 16,0 0-16,-25-25 0,25 25 15,0 0-15,0 0 0,0-25 0,0 25 0,0 0 16,0 0-16,0 0 0,0 0 0,0 0 0,0 0 0,0 0 0,0 0 0,0 0 16,0 0-16,0 0 0,0 0 0,0 0 0,0 0 0,0 0 15,0 0 1,0 0-16,0 0 0,0 0 0,0 0 0,0 0 0,0 0 0,0 0 15,0 0-15,0 25 0,0-25 0,0 0 0,0 0 0</inkml:trace>
  <inkml:trace contextRef="#ctx0" brushRef="#br0" timeOffset="27167.5539">13370 4787 0,'0'0'0,"-25"-25"0,25 25 15,0 0-15,0 0 0,0 0 0,0 0 0,0 0 0,-25 0 0,25 0 16,0-24-16,0 24 0,0 0 0,0 0 0,0 0 0,-25 0 15,25 0-15,0 0 0,0 0 0,0 0 16,0 0-16,-24 0 0,24 0 0,0 0 16,0 0-16,-25 0 0,25 0 0,0 0 0,-25 0 0,25 0 15,0 0-15,-25 0 0,25 0 0,0-25 0,-25 25 0,25 0 0,0 0 16,-25 0-16,25 0 0,0 0 0,-24 0 0,24 0 15,0 0-15,0 0 0,0 0 0,0 0 0,0 0 0,-25 0 16,25 25-16,0-25 0,0 0 0,0 0 16,0 0-16,0 24 0,0-24 0,0 0 0,25 0 0,-25 25 0,0-25 15,0 0-15,0 0 0,0 25 0,24-25 0</inkml:trace>
  <inkml:trace contextRef="#ctx0" brushRef="#br0" timeOffset="27723.5857">13494 4837 0,'0'0'0,"0"0"0,0 0 16,0-25-16,0 25 0,0 0 0,0 0 0,0 0 0,0 0 15,0 0-15,0 0 0,0 0 0,0 0 0,0 0 0,0 0 16,0 0-16,0 0 0,0 0 0,0 0 0,0 0 0,0 0 16,0 0-1,0 0-15,0 25 0,0-25 0,0 0 0,0 0 0,0 0 16,0 25-16,0-25 0,0 0 0,0 0 0,0 25 0,0-25 0,0 0 0,0 24 15,0-24-15,0 25 0,0-25 0,0 0 0,0 25 0,0-25 16,0 25-16,0-25 0,0 25 0,0-25 0,0 24 0,0 1 16,0-25-16,0 25 0,0-25 0,0 0 0,25 25 15,-25-25-15,0 25 0,0-25 16,0 0-16,24 0 0,-24 24 0,0-24 0,0 0 0,25 0 0,-25 0 0,0 0 15,25 0-15,-25 0 0,0 0 0,25 0 0,-25 0 0,25 0 16,-25 0-16,0-24 0,24 24 0,-24 0 0,0-25 16,25 25-16,-25 0 15,0-25-15,0 25 0,0-25 0,25 25 0,-25-25 0,0 25 0</inkml:trace>
  <inkml:trace contextRef="#ctx0" brushRef="#br0" timeOffset="28066.6053">13692 4887 0,'0'-25'16,"0"25"-16,0 0 0,0 0 0,0 0 0,0 0 16,0 0-16,0 0 0,0 0 0,0 0 0,0 0 0,0 0 15,0 0-15,0 0 0,-25 25 0,25-25 16,0 0-16,0 0 0,0 24 0,0-24 0,0 0 15,0 25-15,0-25 0,0 25 0,0-25 0,25 0 0,-25 25 16,0-25-16,0 25 0,0-25 0,0 0 0,0 24 0,0-24 16,0 0-16,0 25 0,0-25 0,0 0 0,0 0 0,0 25 15,0-25-15,0 0 16,0 0-16,0 0 0,25 0 0,-25 25 0,0-25 0,0 0 15,0 0-15,0 0 0,0-25 0,0 25 0,0 0 0,0 0 0,25 0 16,-25 0-16,0-25 0,0 25 0,25 0 0,-25-25 0,0 25 16,24 0-16,-24-24 15,25 24-15,-25-25 0,0 25 0,25 0 0,-25 0 0,25-25 0,-25 25 0,0 0 0,25 0 16,-25-25-16,0 25 0,0 0 0,24 0 0,-24 0 15,0 25-15,0-25 0,0 0 0,0 0 16,25 0-16,-25 25 0,0-25 0,0 0 0,0 0 0,0 25 16,0-25-16,0 0 0,0 24 0,0-24 0,0 25 0,25-25 0,-25 0 15,0 25-15,0-25 0,0 0 0,0 25 0,0-25 16,0 0-16,0 0 15,0 25-15,0-25 0,0 0 0,0 0 0,0 0 0,0 0 0,0 0 16,0-25-16,-25 25 0</inkml:trace>
  <inkml:trace contextRef="#ctx0" brushRef="#br0" timeOffset="28283.6177">13345 4713 0,'0'-25'0,"0"25"15,-25-25-15,25 0 0,0 25 0,0-24 0,0 24 0,0 0 16,0-25-16,0 25 0,25-25 15,-25 25-15,0 0 0,0 0 0,25-25 0,-25 25 0,25 0 16,-25 0-16,24 0 0,-24 0 0,25 0 0,-25 25 0,25-25 16,-25 0-16,0 0 0,25 25 0,-25-25 0,25 25 0,-25-25 0,0 0 15,24 24-15,-24-24 0,0 25 0,25-25 0,-25 0 16,0 25-16,0-25 0,25 0 0,-25 0 0,0 25 15,0-25-15</inkml:trace>
  <inkml:trace contextRef="#ctx0" brushRef="#br0" timeOffset="28442.6268">13543 4539 0,'-24'0'0,"24"0"0,0 0 0,0-25 0,0 25 0,0 0 0,24 0 16,-24 0-16,0-24 0,0 24 0,25 0 0,-25 0 0,25 0 16,-25 0-16,25 0 0,0 0 0,-1 0 0,-24 0 15,25 0-15,0 24 0,0-24 16,0 0-16,-25 0 0,24 25 0,1-25 0,0 0 0,0 0 0,0 25 15,-25-25-15,24 0 0,1 25 0</inkml:trace>
  <inkml:trace contextRef="#ctx0" brushRef="#br0" timeOffset="29129.6661">14610 4539 0,'0'25'0,"0"-25"0,0 0 16,-25 25-16,25-25 0,0 25 0,0-1 0,0 1 0,0-25 0,0 25 15,0 0-15,0 0 0,0-1 0,0 1 0,0-25 0,0 25 0,0 0 16,0 0-16,0 0 0,25-25 0,-25 24 0,0 1 15,0-25-15,0 25 0,25 0 16,-25-25-16,0 25 0,0-25 0,0 24 0,0-24 0,0 25 0,0-25 0,0 0 16,0 0-16,0 0 0,0 0 0,0 25 0,-25-50 0,25 25 15,0 0 1,0 0-16,-25 0 0,25 0 0,0-25 0,0 25 0,-25 0 0,25-24 15,0 24-15,0-25 0,0 25 0,0-25 0,0 25 0,0-25 16,0 25-16,0-25 0,0 25 0,0-24 0,25-1 0,-25 25 0,0-25 16,25 25-16,-25 0 0,25-25 0,-25 25 0,25 0 0,-25 0 15,24-25-15,-24 25 16,25 0-16,0 0 0,-25 0 0,25 0 0,-25 25 0,0-25 0,25 0 0,-25 0 15,24 0-15,-24 25 0,0-25 0,0 0 0,25 25 0,-25-25 16,0 25-16,0-25 0,0 24 0,0-24 0,0 0 16,0 25-16,0-25 0,0 25 0,0-25 15,0 25-15,0-25 0,0 0 0,0 25 0,25-25 16,-25 0-16,0 24 0,0-24 0,0 0 0,0 25 0,0-25 15,0 0-15,0 0 0,25 0 0,-25 0 0,0 0 0,0 0 0,25 0 16,-25 0-16,0 0 0,24 0 0,-24-25 0,25 25 16,-25 0-16,25 0 0,-25 0 0,0-24 0,25 24 15,-25 0-15,25-25 0,-25 25 0,0-25 16,24 25-16,-24-25 0,0 25 0,0 0 0,0-25 15,25 25-15,-25-24 0,0 24 0,0-25 0,0 25 0,0 0 0,0 0 0,0-25 47,0 25-47,0 0 16,0 0-16,0 0 0,-25 0 0,25 25 0,0-25 0,0 0 0,0 0 0,0 25 0,0-25 0,0 0 0,0 24 0,0-24 0,0 25 0,-24-25 0,24 25 0,0-25 0,0 25 0,0-25 0,0 0 0,0 25 15,24-25-15,-24 24 0,0-24 16,0 0-16,0 25 0,0-25 0,0 0 0,0 0 16,0 0-16,0 0 0,0 0 0,0 0 0,0 0 0,0 0 15,0 0-15,25 0 0,-25-25 0</inkml:trace>
  <inkml:trace contextRef="#ctx0" brushRef="#br0" timeOffset="29311.6765">15007 4638 0,'0'0'0,"0"0"16,0 0-16,0 0 0,0-24 0,0 24 0,0 0 0,0 24 15,25-24-15,-25 0 0,0 0 0,24 0 0,-24 0 16,25 0-16,-25 0 0,25 25 16,-25-25-16,25 0 0,-25 25 0,25-25 0,-25 0 0,0 25 0,24-25 15,-24 0-15,0 25 0,0-25 0,0 24 0,0-24 0,0 0 16,-24 0-16,24 25 0,0-25 0,-25 0 0,25 0 0,-25 25 15,25-25-15,-25 0 16,25 0-16,-25 0 0,1 0 0,24 0 0</inkml:trace>
  <inkml:trace contextRef="#ctx0" brushRef="#br0" timeOffset="29541.6897">15255 4316 0,'0'0'0,"25"0"0,-25 0 15,24 0-15,-24 0 0,0 0 0,0 0 0,25 0 16,-25 25-16,0-25 0,0 0 0,25 0 16,-25 25-16,0-25 0,0 0 0,0 24 15,0-24-15,-25 0 0,25 25 0,0-25 0,0 0 0,-25 25 0,25-25 0,-24 25 16,24-25-16,-25 25 0,25-25 0,-25 0 0,0 24 0,0-24 15,25 25-15,-24-25 16,-1 0-16</inkml:trace>
  <inkml:trace contextRef="#ctx0" brushRef="#br0" timeOffset="30190.7268">15900 4539 0,'0'0'0,"0"0"0,0 0 15,0 0-15,0 0 0,0 0 0,0 0 0,-25 0 16,25 0-16,0 0 0,0 0 0,0 25 0,0-25 15,0 25-15,-25-25 0,25 25 16,0-1-16,0-24 0,-25 25 0,25 0 0,0 0 0,0 0 16,-24-1-16,24 1 0,0 0 0,0 0 0,-25 0 0,25 0 0,0-1 0,0 1 15,0-25-15,0 25 0,-25 0 0,25 0 0,0-25 16,0 24-16,0-24 0,0 25 0,0-25 15,0 25-15,0-25 0,0 0 0,0 0 0,0 25 16,0-25-16,0 0 0,0 0 0,0 0 0,0 0 0,0 0 0,0 0 16,0 0-16,0 0 0,0 0 0,0-25 0,0 25 0,0 0 15,0-25-15,25 25 0,-25 0 0,0-25 0,25 25 16,-25-24-16,0 24 0,24-25 0,-24 0 0,25 25 0,-25-25 15,0 25-15,25-25 0,-25 25 0,25-24 0,-25 24 16,25-25-16,-25 25 0,24 0 16,-24 0-16,0 0 0,25 0 0,-25 0 0,0 0 0,25 0 15,-25 0-15,0 25 0,0-25 0,0 24 0,0-24 0,0 0 0,25 25 16,-25 0-16,0-25 0,0 25 0,0-25 0,-25 25 0,25-25 15,0 24-15,0-24 16,0 25-16,0-25 0,-25 25 0,25-25 0,0 25 0,-25-25 0,25 0 16,0 25-16,-24-25 0,24 0 0,-25 0 0,25 24 0,0-24 15,-25 0-15,25 0 0,0 0 0,0 0 0,-25 0 0,25 0 16,0 0-16,0 0 0,0 0 15,0 0-15,0 0 0,0 0 0,0 0 0,0-24 0,0 24 16,25-25-16,-25 25 0,25 0 0,-25-25 0</inkml:trace>
  <inkml:trace contextRef="#ctx0" brushRef="#br0" timeOffset="30639.7525">16247 4812 0,'0'0'0,"0"0"16,0 0-16,0 0 0,0 0 0,0-25 0,0 25 0,0 0 15,0 25-15,0-25 0,0 0 0,0 0 0,0 0 0,-25 25 16,25-25-16,0 0 0,0 25 0,0-25 0,-25 25 0,25-25 15,0 24-15,0 1 16,0-25-16,0 25 0,-24-25 0,24 25 0,0-25 0,0 25 16,0-25-16,0 24 0,0-24 0,0 25 0,24-25 0,-24 25 0,0-25 15,0 0-15,0 25 0,25-25 0,-25 0 0,0 0 16,25 0-16,-25 0 0,25 0 0,0 0 0,-25 0 0,24 0 15,-24 0-15,25 0 0,0 0 0,-25 0 0,25 0 0,0-25 16,-25 25 0,25 0-16,-25-25 0,24 25 0,-24 0 0,0-25 0,25 25 0,-25-24 0,0 24 0,0-25 15,0 25-15,0-25 0,0 25 0,0 0 0,0-25 16,0 25-16,0-25 0,0 25 0,0-24 0,0 24 0,0-25 15,0 25-15,0 0 0,0 0 0,0-25 0,0 25 0,0 0 0,-25 0 16,25 0-16,0 0 0,0 0 16,0 0-16,0 0 0,-24 0 0,24 25 0,0-25 0,0 0 15,0 0-15,-25 25 0,25-25 0,0 24 0,0-24 0,0 0 16,-25 25-16,25-25 0,0 25 0,0-25 0,0 25 0,0-25 15,0 25-15,0-25 16,25 24-16,-25-24 0,0 0 0,0 25 0,0-25 0,0 0 0,25 25 16,-25-25-16,0 0 0,24 0 0,-24 0 0,25 25 0,-25-25 0,0 0 15,25 0-15,-25 0 0,25-25 0,-25 25 0,25 0 16,-25 0-16,24 0 0,-24-25 15,25 25-15,-25 0 0,25-25 0,-25 25 0,25-24 16,-25 24-16,0-25 0,25 25 0</inkml:trace>
  <inkml:trace contextRef="#ctx0" brushRef="#br0" timeOffset="30982.7721">16743 4837 0,'0'0'0,"0"-25"0,0 25 0,0 0 16,0 0-16,0 0 0,0 0 0,0 25 0,-25-25 15,25 0-15,0 0 0,0 25 0,0-25 0,0 0 16,-24 25-16,24-25 0,0 24 0,0-24 0,0 25 16,-25-25-16,25 25 0,0-25 0,0 25 15,0-25-15,0 25 0,0-25 0,0 0 0,0 24 0,0-24 0,0 25 0,0-25 16,0 0-16,0 0 0,0 25 0,0-25 0,0 0 15,25 0-15,-25 0 0,0 0 0,0 0 0,24 0 16,-24 0-16,0 0 0,25 0 16,-25 0-16,25-25 0,-25 25 0,25 0 0,-25 0 0,25-25 15,-25 25-15,24 0 0,-24 0 0,25-24 0,-25 24 0,25 0 16,-25 0-16,0 0 0,25 0 0,-25 0 0,0 0 0,0 0 0,0 0 15,0 0-15,25 0 0,-25 0 0,0 0 0,0 24 16,0-24-16,0 0 16,0 0-16,0 25 0,0-25 0,0 0 0,0 25 0,0-25 0,0 0 0,0 25 15,0-25-15,0 0 0,0 25 0,0-25 0,0 0 0,0 24 16,0-24-16,0 0 0,0 0 0,0 0 0,0 25 0,0-25 15,0 0-15,0 0 0,0 0 0,0 0 16,0 0-16,0 0 0,0-25 16</inkml:trace>
  <inkml:trace contextRef="#ctx0" brushRef="#br0" timeOffset="31226.786">16669 4638 0,'0'-24'0,"0"24"0,0 0 16,0-25-16,0 25 0,0-25 0,25 25 0,-25 0 0,0-25 16,0 25-16,0 0 0,24 0 0,-24-25 0,0 25 0,25 0 15,-25 0-15,0 0 0,25 0 16,-25 0-16,0 0 0,25 0 0,-25 0 15,0 0-15,25 0 0,-25 25 0,0-25 0,0 0 0,24 25 0,-24-25 16,0 0-16,25 25 0,-25-25 0,0 25 0,0-25 0,0 0 0,25 24 16,-25-24-16,0 25 0,0-25 0,0 0 0,25 0 0,-25 0 15,0 0-15</inkml:trace>
  <inkml:trace contextRef="#ctx0" brushRef="#br0" timeOffset="31372.7944">17214 4415 0,'0'0'0,"-24"0"15,24 25-15,0-25 0,0 0 0,0 0 0,-25 25 16,25-25 0,0 25-16,-25-25 0,0 0 0,25 24 0,-25 1 0,1-25 0,24 25 15,-25-25-15,0 0 0,0 25 0,25-25 0</inkml:trace>
  <inkml:trace contextRef="#ctx0" brushRef="#br0" timeOffset="31543.8042">16371 4539 0,'0'0'0,"0"-25"0,0 25 15,-25 0-15,25 0 0,0 0 0,0 0 0,0-24 0,0 24 16,0 0-16,25 0 0,-25 0 0,0 0 0,0 0 16,25 0-16,-25 0 0,25 0 0,-25 0 0,25 0 15,-25 0-15,24 0 0</inkml:trace>
  <inkml:trace contextRef="#ctx0" brushRef="#br0" timeOffset="31936.8267">18008 4961 0,'0'0'0,"0"-25"0,-25 25 15,25-25-15,-24 25 0,24 0 0,-25-24 0,25 24 0,-25-25 16,25 25-16,-25 0 0,0 0 0,25-25 0,-24 25 0,-1 0 0,25 0 15,-25 0-15,0 0 0,25 0 0,-25 0 0,25 0 16,-24 0-16,24 0 0,0 25 16,-25-25-16,25 0 0,-25 0 0,25 25 15,0-25-15,0 24 0,0-24 0,0 25 0,-25-25 0,25 25 0,0-25 0,0 25 16,25-25-16,-25 25 0,0-25 0,0 24 0,0-24 0,25 25 15,-25-25-15,0 25 0,25-25 0,-25 0 0,24 25 0,-24-25 16,25 0-16,-25 0 0,25 0 0,0 0 16,0 0-16,-25 0 0,24 0 0,1 0 0,-25 0 15,25-25-15,-25 25 0,25 0 0,0-25 0,-25 25 0,0-25 0,24 25 16,-24-24-16</inkml:trace>
  <inkml:trace contextRef="#ctx0" brushRef="#br0" timeOffset="32176.8404">18083 4539 0,'0'0'0,"0"0"0,0 25 0,0-25 15,0 0 1,0 25-16,0-25 0,-25 0 0,25 25 0,0-1 0,0-24 0,0 25 16,0 0-16,-25 0 0,25-25 0,0 25 0,0-1 0,0 1 0,0 0 0,0-25 15,0 25-15,0 0 0,0 0 0,0-1 0,-25 1 16,25-25-16,0 25 0,0 0 15,0 0-15,0-25 0,0 24 0,0-24 0,0 25 16,0-25-16,0 25 0,0-25 0,0 25 0,0-25 0,0 0 0,0 25 16,0-25-16,0 0 0,0 0 0,0 0 0,0 0 0,0 0 15,25 0-15,-25 0 0,0 0 0,0 0 16,25 0-16,-25-25 0,0 25 0</inkml:trace>
  <inkml:trace contextRef="#ctx0" brushRef="#br0" timeOffset="32637.8668">18306 4837 0,'0'0'0,"0"0"0,0 0 15,-25 0-15,25 0 0,0 0 0,0 0 0,0 0 0,-25 0 0,25 0 16,0 0 0,-25 25-16,25-25 0,0 0 0,-24 25 0,24-25 0,0 24 0,-25-24 15,25 25-15,0-25 0,0 25 0,0 0 0,0-25 16,0 25-16,0-1 0,0-24 0,0 25 0,0-25 0,0 25 0,0 0 0,0-25 15,25 25-15,-25-25 0,0 0 16,24 24-16,-24-24 0,0 0 0,25 0 0,-25 25 0,0-25 0,25 0 16,-25 0-16,0 0 0,25 0 0,-25 0 0,0 0 0,25 0 15,-25-25-15,0 25 0,0 0 0,0 0 0,0-24 16,24 24-16,-24 0 0,0-25 15,0 25-15,-24-25 0,24 25 0,0-25 0,0 25 0,0-25 0,0 25 16,-25-24-16,25 24 0,0-25 0,0 25 0,0-25 0,0 25 0,-25-25 16,25 25-16,0-25 0,0 25 0,0 0 0,0-24 0,0 24 15,0 0-15,25 0 16,-25-25-16,0 25 0,0 0 0,25 0 0,-25 0 0,0 0 0,24 0 15,-24-25-15,25 25 0,-25 0 0,25 0 0,-25 0 0,25 0 0,-25 0 16,25 0-16,-25 0 0,0 25 0,24-25 0,-24 0 16,0 0-16,25 25 0,-25-25 15,0 0-15,0 24 0,0-24 0,25 25 0,-25-25 0,0 0 16,0 25-16,0-25 0,0 25 0,0-25 0,0 25 0,0-25 0,0 24 15,0-24-15,0 25 0,0-25 0,0 0 0,0 25 0,0-25 16,0 0-16,0 25 0,0-25 0,0 0 0,0 0 16,0 0-16,0 0 15,0 0-15,0 0 0,25 0 0,-25 0 0,0 0 0,0 0 0,0 0 16,25 0-16</inkml:trace>
  <inkml:trace contextRef="#ctx0" brushRef="#br0" timeOffset="32831.8778">18380 4589 0,'0'0'0,"0"-25"16,-25 25-16,25 0 0,25 0 0,-25-25 0,0 25 16,0 0-16,0 0 0,0 0 0,25-25 15,-25 25-15,0 0 0,25 0 0,-25 0 0,25 0 16,-1 0-16,-24 0 0,25 25 0,-25-25 0,25 0 0,-25 0 0,25 0 15,0 25-15,-25-25 0,25 0 0,-25 25 0,24-25 0,-24 0 16,0 0-16,25 0 0,-25 25 0,0-25 0</inkml:trace>
  <inkml:trace contextRef="#ctx0" brushRef="#br0" timeOffset="33014.8883">18852 4291 0,'0'0'0,"0"0"16,24 0-16,-24 0 0,0 0 0,0 25 0,0-25 0,0 0 15,0 25 1,0-25-16,0 25 0,0-25 0,0 0 0,0 24 0,0-24 0,0 25 16,0 0-16,-24-25 0,24 25 0,-25-25 0,25 25 0,-25-1 0,25-24 15</inkml:trace>
  <inkml:trace contextRef="#ctx0" brushRef="#br0" timeOffset="33188.8983">17909 4614 0,'0'0'0,"0"-25"15,25 25-15,-25 0 0,25 0 0,-25 0 16,24 0-16,1 0 0,0 0 0,0 0 16,0 25-16,24-25 0,-24 0 0,0 0 0,24 0 0,-24 24 15,25-24-15,-25 0 0,-1 25 0,26-25 0,-25 0 0,0 25 0,-1-25 16</inkml:trace>
  <inkml:trace contextRef="#ctx0" brushRef="#br0" timeOffset="34124.9518">4688 5978 0,'0'0'0,"0"0"15,0 0-15,0 0 0,0 0 0,0 0 0,-25-25 16,25 25-16,0 0 15,0 0-15,0 0 0,0 0 0,0 0 0,0 0 0,0 0 0,0 0 16,0 0-16,0 0 0,0 0 0,0 25 0,0-25 0,0 0 16,0 0-16,0 25 0,0-25 0,0 25 0,0-1 0,-25-24 0,25 25 15,0 0-15,0 0 0,0-25 16,-24 25-16,24-1 0,0 1 0,0 0 0,0-25 15,0 25-15,0 0 0,-25-25 0,25 24 0,0 1 0,0-25 0,0 25 16,0-25-16,0 25 0,0-25 0,25 0 0,-25 25 0,0-25 16,0 0-16,0 24 0,0-24 0,0 0 0,0 0 0,0 0 15,0 0-15,0 0 16,0 0-16,0 0 0,0 0 0,0 0 0,0 0 0,0 0 0,0 0 0</inkml:trace>
  <inkml:trace contextRef="#ctx0" brushRef="#br0" timeOffset="34570.9773">4663 6003 0,'0'-25'16,"0"25"-16,0 0 0,0 0 0,0 0 0,0 0 16,0 0-16,0 0 0,0 0 15,25 0-15,-25 0 0,0 0 0,0 0 0,0 0 0,25 0 0,-25 0 16,0 0-16,25 25 0,-25-25 0,0 0 0,24 25 0,-24-25 0,0 24 15,25-24-15,-25 25 0,0-25 0,25 25 16,-25-25-16,0 25 0,0-25 0,0 25 16,0-1-16,25-24 0,-25 25 0,0-25 0,-25 25 0,25-25 0,0 25 15,0-25-15,0 25 0,0-25 0,-25 24 0,25-24 0,0 25 16,-25-25-16,25 0 0,0 0 0,0 25 0,-24-25 0,24 0 15,0 0-15,0 0 16,0 0-16,0 0 0,-25 0 0,25 0 0,0 0 0,0 0 0,0 0 16,0 0-16,0 0 0,0 0 0,25 0 0,-25 0 0,0-25 15,0 25-15,0 0 0,24 0 0,-24 0 0,0 0 0,0 0 0,0 0 16,25 25-1,-25-25-15,0 0 0,0 0 0,25 0 0,-25 25 0,0-25 0,0 0 16,0 25-16,0-25 0,25 0 0,-25 24 0,0-24 0,0 0 0,0 25 16,0-25-16,0 0 0,0 25 0,0-25 0,-25 0 0,25 0 0,0 25 15,0-25-15,0 0 16,-25 0-16,25 0 0,-25 25 0,25-25 0,0 0 0,-24 0 0,24 0 15,-25 0-15,25 0 0,-25 0 0,25 0 0,0 0 16,-25 0-16,25 0 0,0-25 16,-25 25-16,25 0 0,0 0 0,0-25 0,0 25 0,0 0 0,0 0 0,0-25 15</inkml:trace>
  <inkml:trace contextRef="#ctx0" brushRef="#br0" timeOffset="34993.0015">5110 6176 0,'0'0'0,"0"-24"0,0 24 15,0 0-15,0 0 0,0 0 0,0 0 0,0-25 0,25 25 16,-25 0-16,0 0 0,24 0 0,-24-25 0,25 25 0,0 0 15,-25 0 1,25 0-16,-25-25 0,25 25 0,-1 0 0,-24 0 0,25 0 0,-25 25 0,25-25 0,-25 0 0,25 0 16,-25 25-16,0-25 0,0 0 0,0 25 0,25-25 31,-25 24-31,0-24 0,-25 25 0,25-25 0,0 25 15,0-25-15,-25 25 0,25-25 0,0 25 0,-25-25 0,25 24 0,-25 1 0,1-25 0,24 25 0,-25-25 32,25 25-32,-25-25 0,0 25 0,25-25 0,-25 24 0,25-24 0,-24 25 0,24-25 0,0 0 15,-25 25-15,25-25 0,0 0 0,0 0 0,0 25 0,0-25 16,0 0-16,0 0 0,0 0 0,25 0 0,-25 0 0,0 0 0,24 0 0,-24 0 0,25 0 15,-25 0 17,25 0-32,0 0 0,0 0 0,-1 0 0,-24 0 0,25 0 0,0 0 0,0 0 0,0 0 0,-25 0 0,24 25 0,1-25 0,-25 0 0,25 0 15,-25 0-15,25 0 0,-25 0 0,0 0 0,25 0 0,-25 0 16,0 0-16,0 0 0,0 24 0,0-24 15,0 0-15,-25 0 0</inkml:trace>
  <inkml:trace contextRef="#ctx0" brushRef="#br0" timeOffset="35282.018">4837 6871 0,'0'0'16,"25"0"-16,-25 0 0,0 0 0,25 0 0,-25-25 0,24 25 15,-24 0-15,25 0 16,0 0-16,0 0 0,0 0 0,-25 0 0,24 0 0,1 0 0,0 0 16,0 0-16,0 0 0,-1 0 0,1 0 0,0 0 0,0 0 15,0 0-15,-1 0 0,1 25 0,0-25 0,0 0 0,-25 0 16,25 0-16,-1 0 15,1 0-15,0 25 0,0-25 0,-25 0 0,25 0 0,-1 0 0,1 0 16,-25 0-16,25-25 0,0 25 0,-25 0 0,25 0 0,-25-25 31</inkml:trace>
  <inkml:trace contextRef="#ctx0" brushRef="#br0" timeOffset="35445.027">6102 6325 0,'0'0'0,"0"-25"0,25 25 0,-25 0 0,0 0 16,0 0-16,0 0 0,0 0 0,0 0 0,0 0 15,0 0-15,0 0 0,0 0 0,0 0 0,0 0 0,0 0 0,0 0 16,0 0-16,0 0 0,0 0 0,0 25 0,0-25 16,0 0-16,0 0 0,0 0 0,0 0 0,25 25 0,-25-25 15,0 0-15,0 0 0,0 25 16</inkml:trace>
  <inkml:trace contextRef="#ctx0" brushRef="#br0" timeOffset="35565.0342">6176 6524 0,'0'0'0,"0"0"0,0 0 0,0 0 16,0 0-16,0 0 0,0 0 0,0 0 15,0 0-15,25 0 0,-25 0 0,0 0 0,0 0 0,0 0 0,0 0 16</inkml:trace>
  <inkml:trace contextRef="#ctx0" brushRef="#br0" timeOffset="36023.0603">7764 5978 0,'0'0'0,"0"0"16,0-25-16,0 25 0,0 0 0,0 0 0,0 0 0,0-25 15,0 25-15,0 0 0,0 0 16,0 25-16,0-25 0,0 0 0,0 0 0,0 0 0,0 25 16,0-25-16,0 25 0,0-25 0,-25 25 0,25-1 0,0-24 15,0 25-15,0 0 0,0-25 0,-25 25 0,25 0 0,0-1 0,0 1 16,0-25-16,0 25 0,-25 0 0,25 0 15,0-25-15,0 24 0,0 1 0,-24-25 16,24 25-16,0 0 0,0-25 0,0 25 0,0-25 0,0 24 0,0-24 0,0 0 16,0 25-16,0-25 0,0 0 0,0 0 0,24 0 0,-24 0 15,0 0-15,0 0 0,0 0 0,25 0 0,-25 0 16,0 0-16,0 0 15,0-25-15,0 25 0,25 0 0,-25-24 0,0 24 0,0-25 0,0 25 16,0-25-16,0 0 0,0 0 0</inkml:trace>
  <inkml:trace contextRef="#ctx0" brushRef="#br0" timeOffset="36411.0826">7739 6028 0,'0'-25'0,"0"25"0,0-25 0,0 25 15,0 0-15,0-25 0,0 25 0,0 0 0,25 0 0,-25 0 16,0 0-16,0-25 0,25 25 0,-25 0 0,0 0 0,24 0 16,-24 0-1,25 0-15,-25 0 0,25 0 0,-25 0 0,25 25 0,-25-25 0,25 0 16,-1 0-16,-24 25 0,25-25 0,-25 0 0,25 25 0,-25-25 0,0 0 0,25 25 15,-25-25-15,0 24 0,0-24 0,25 25 0,-25-25 0,0 25 16,0-25-16,0 25 16,-25-25-16,25 25 0,0-25 0,0 24 0,-25-24 0,25 25 15,0-25-15,-25 25 0,25-25 0,0 25 0,-25-25 0,25 0 0,0 25 16,-24-25-16,24 0 0,0 0 0,0 0 0,0 0 0,0 24 15,0-24-15,0 0 0,0 0 0,0 0 0,0 0 0,0 0 16,0 0-16,24 0 0,-24 0 16,0 0-16,0 0 0,25 0 0,-25 0 0,0 0 0,25 25 15,-25-25-15,0 0 0,25 0 0,-25 0 0,0 25 0,0-25 0,25 0 16,-25 0-16,0 25 0,0-25 0,0 0 0,0 0 0,0 25 15,0-25 1,0 0-16,0 24 0,-25-24 0,25 0 0,0 0 0,-25 25 0,25-25 0,0 0 16,-25 25-16,25-25 0,-25 0 0,25 0 0,-24 25 0,24-25 15,0 0-15,-25 0 0,25 0 0,0 0 0,0 0 0,0 0 16,-25 0-1,25 0-15,0 0 0,0 0 0,0-25 0,0 25 0,25 0 0,-25-25 0,0 25 16,25 0-16,-25-25 0</inkml:trace>
  <inkml:trace contextRef="#ctx0" brushRef="#br0" timeOffset="36880.1092">8235 6201 0,'0'0'0,"0"0"0,0 0 16,0 0-16,0 0 0,0 0 0,-25 0 0,25 0 0,0 0 15,0 0 1,0 0-16,0 0 0,0 25 0,-24-25 0,24 0 0,0 25 0,0-25 15,0 25-15,-25-25 0,25 0 0,0 24 0,0-24 0,0 25 0,0-25 0,0 25 16,0-25-16,0 25 0,0-25 0,0 25 0,0-25 0,25 0 16,-25 24-16,0-24 15,0 0-15,0 0 0,24 25 0,-24-25 0,0 0 0,25 0 0,-25 0 16,0 0-16,25 0 0,-25 0 0,25 0 0,0 0 0,-25 0 15,24 0-15,1 0 0,-25-25 0,25 25 0,0 0 0,-25 0 16,25-24-16,-25 24 16,24-25-16,1 25 0,-25 0 0,0-25 0,25 25 0,-25 0 0,0-25 0,25 25 0,-25-25 15,0 25-15,0 0 16,0-24-16,0 24 0,0 0 0,0-25 0,-25 25 0,25 0 15,0-25-15,0 25 0,-25 0 0,25-25 0,0 25 0,0 0 0,0-25 0,-25 25 16,25 0-16,0 0 0,0 0 0,-24-24 0,24 24 16,0 0-16,0 0 15,0 0-15,0 0 0,0 0 0,0 24 0,0-24 0,-25 0 0,25 25 0,0-25 16,0 25-16,0-25 0,0 25 0,0-25 0,0 25 0,0-25 0,0 24 15,0-24-15,0 25 16,0-25-16,0 25 0,25-25 0,-25 25 0,0-25 0,0 25 16,0-25-16,24 0 0,-24 24 0,0-24 0,25 0 0,-25 0 0,0 25 15,25-25-15,-25 0 0,25 0 0,-25 0 0,25 0 0,-25 0 16,24 0-16,-24 0 0,25-25 0,0 25 0,-25 0 0,25 0 15,-25 0-15,25-24 0,-25 24 16,24-25-16,-24 25 0,25 0 0,-25-25 0</inkml:trace>
  <inkml:trace contextRef="#ctx0" brushRef="#br0" timeOffset="37221.1288">8781 6226 0,'0'0'0,"0"0"0,0 0 0,0 0 0,0 0 15,0 0-15,0 0 0,0 0 16,0 0-16,0 0 0,0 0 0,0 25 0,0-25 0,-25 0 16,25 25-16,0-25 0,0 0 0,0 24 0,0-24 0,0 25 0,0-25 15,0 25 1,0-25-16,0 0 0,0 25 0,0-25 0,0 25 0,-25-25 0,25 24 15,25-24-15,-25 0 0,0 0 0,0 25 0,0-25 0,0 0 0,0 0 0,0 0 16,0 25-16,0-25 0,25 0 0,-25 0 0,0 0 0,0-25 16,25 25-16,-25 0 15,0 0-15,24 0 0,-24-25 0,25 25 0,-25 0 0,25 0 16,-25-24-16,25 24 0,-25 0 0,0-25 0,25 25 0,-25 0 0,24 0 15,-24 0-15,0 0 0,0 0 0,0-25 0,25 50 0,-25-25 63,0 0-63,0 0 15,0 0-15,0 0 0,0 0 0,0 0 0,0 25 0,0-25 0,0 0 0,0 24 0,0-24 0,0 0 0,25 25 0,-25-25 0,0 0 0,0 25 0,0-25 0,0 25 0,0-25 0,0 0 0,0 25 0,0-25 0,0 0 0,0 0 0,-25 24 0,25-24 16,0 0-16,0 0 0,0 0 0,0 0 16,0 0-16,-25 0 0,25-24 0</inkml:trace>
  <inkml:trace contextRef="#ctx0" brushRef="#br0" timeOffset="37428.1406">8508 5978 0,'0'-25'0,"0"25"0,25-25 16,-25 25-16,0 0 0,0-24 0,25 24 0,-25 0 0,0 0 16,24 0-16,-24 0 0,25 0 0,-25 0 0,0 0 0,25 0 0,-25 24 15,25-24-15,-25 0 0,0 25 0,25-25 0,-25 0 0,0 25 16,24-25-16,-24 25 0,0-25 15,25 25-15,-25-25 0,0 0 0,0 24 0,25-24 0,-25 0 16,0 0-16,0 25 0,0-25 0,25 0 0</inkml:trace>
  <inkml:trace contextRef="#ctx0" brushRef="#br0" timeOffset="37598.1505">8954 5829 0,'0'0'0,"0"0"0,0 0 15,0 0-15,0 0 0,-24 25 0,24-25 0,0 0 16,0 25-16,-25-25 0,25 25 0,0-25 0,0 24 0,-25-24 15,25 25 1,-25-25-16,25 0 0,0 25 0,-25-25 0,25 0 0,-24 25 0</inkml:trace>
  <inkml:trace contextRef="#ctx0" brushRef="#br0" timeOffset="37734.1582">8310 5928 0,'0'0'0,"0"0"0,0 0 15,0 0-15,0 0 0,0 0 0,0 0 0,0 0 0,0 0 0,24 0 16,-24 0-16,0 0 0,0 0 0,25 0 0,-25 0 0,0 0 15,0 0-15,25 25 0,-25-25 0,25 0 0,-25 0 16</inkml:trace>
  <inkml:trace contextRef="#ctx0" brushRef="#br0" timeOffset="38137.1812">10468 6449 0,'0'-25'0,"-25"25"15,25-24-15,-25 24 0,25-25 0,-25 25 0,25 0 0,-25-25 16,25 25-16,-24-25 0,24 25 0,-25 0 0,0-25 0,25 25 16,-25 0-16,25 0 0,-25-24 15,25 24-15,-24 0 0,24 0 0,-25 0 0,25 0 16,0 0-16,-25 0 0,25 0 0,0 0 0,0 24 0,-25-24 15,25 0-15,0 25 0,0-25 0,0 0 0,0 25 0,-25-25 0,25 25 16,0-25-16,0 25 0,0-25 0,25 24 0,-25-24 0,0 25 16,0-25-1,0 0-15,25 25 0,-25-25 0,0 25 0,25-25 0,-25 0 0,25 0 16,-25 25-16,24-25 0,-24 0 0,25 0 0,-25 0 0,25 0 0,0 0 15,-25 0-15,25 0 0,-25-25 0,24 25 0,1 0 0,-25-25 16,25 25-16,-25 0 0,25-25 0,-25 0 16,25 25-16</inkml:trace>
  <inkml:trace contextRef="#ctx0" brushRef="#br0" timeOffset="38389.1954">10542 5928 0,'0'0'0,"-25"0"0,25 0 16,0 0-1,0 0-15,0 0 0,0 0 0,0 0 0,0 25 0,0-25 0,0 0 0,0 25 16,0-25-16,0 25 0,0-25 0,0 25 0,0-1 15,0-24-15,0 25 0,0 0 0,0 0 0,0 0 0,0-1 0,0 1 16,0 0-16,0-25 0,0 25 0,0 0 0,0-1 0,0 1 16,0 0-1,0-25-15,0 25 0,0 0 0,0-25 0,0 24 0,25-24 0,-25 25 16,0-25-16,0 25 0,0-25 0,0 0 0,0 25 0,0-25 0,0 0 15,0 0-15,25 0 0,-25 0 0,0 0 0,25 0 0,-25 0 0,0 0 16,24 0-16,-24 0 0,25-25 0,-25 25 0,25 0 16,-25-25-16,25 25 0</inkml:trace>
  <inkml:trace contextRef="#ctx0" brushRef="#br0" timeOffset="38825.2203">10765 6325 0,'0'-25'0,"0"25"0,0 0 0,0-24 0,0 24 16,0 0-16,-25 0 0,25-25 0,0 25 0,0 0 16,0 0-16,0 0 0,-24 0 15,24 0-15,0 0 0,0 0 0,0 0 0,-25 0 0,25 0 16,0 0-16,0 0 0,0 25 0,-25-25 0,25 0 0,0 24 0,0-24 15,0 0-15,0 25 0,0-25 0,0 25 0,0-25 0,0 25 16,0-25-16,0 25 0,0-25 0,0 0 0,0 24 16,25-24-16,-25 0 15,0 25-15,0-25 0,25 0 0,-25 25 0,0-25 0,24 0 0,-24 0 16,25 0-16,-25 0 0,0 25 0,25-25 0,-25 0 0,25 0 15,-25-25-15,0 25 0,25 0 0,-25 0 0,0 0 0,0 0 0,24-25 16,-24 25 0,0 0-16,0 0 0,0-25 0,0 25 0,0 0 0,0-24 15,0 24-15,0-25 0,0 25 0,0 0 0,0-25 0,-24 25 0,24-25 0,0 25 16,0 0-16,0-25 0,0 25 0,0 0 0,0-24 0,0 24 15,0 0-15,0-25 0,0 25 16,24 0-16,-24 0 0,0 0 0,0-25 0,25 25 0,-25 0 16,0 0-16,0 0 0,25 0 0,-25 0 0,0 0 0,25 0 0,-25 0 15,0 0-15,25 0 0,-25 0 0,0 0 0,0 25 0,24-25 16,-24 0-16,0 25 0,0-25 0,0 24 0,0-24 0,0 0 15,25 25 1,-25-25-16,0 25 0,0-25 0,0 25 0,0-25 0,0 0 0,0 25 16,0-25-16,0 0 0,0 24 0,0-24 0,0 0 0,0 0 15,0 25-15,0-25 0,0 0 0,0 0 0,0 0 0,0 0 0,0 0 16,0 0-16,0 0 0,0 0 0,0 0 0,0-25 15,0 25-15</inkml:trace>
  <inkml:trace contextRef="#ctx0" brushRef="#br0" timeOffset="39003.2308">10765 5953 0,'25'-25'0,"-25"25"16,0 0-16,0 0 0,0 0 0,0-24 0,25 24 0,-25 0 15,0 0-15,25 0 16,-25 0-16,24 0 0,-24 0 0,25-25 0,-25 25 0,25 0 15,-25 25-15,25-25 0,-25 0 0,25 0 0,-25 0 0,0 0 0,24 24 16,-24-24-16,0 0 0,25 0 0,-25 25 0,0-25 16,0 0-16</inkml:trace>
  <inkml:trace contextRef="#ctx0" brushRef="#br0" timeOffset="39184.2409">11038 5755 0,'0'0'0,"25"0"0,-25 0 15,0 0-15,0 0 0,0 0 0,25 24 0,-25-24 16,0 0-16,0 25 0,0-25 0,0 25 0,0-25 0,24 25 0,-24-25 16,0 25-16,-24-25 0,24 25 0,0-25 0,0 24 0,0 1 15,-25-25 1,25 25-16,-25-25 0,0 25 0</inkml:trace>
  <inkml:trace contextRef="#ctx0" brushRef="#br0" timeOffset="39365.2515">10344 6102 0,'0'0'0,"-25"0"0,25 0 15,0 0-15,0-25 0,25 25 0,-25 0 0,0 0 16,24 0-16,-24 0 0,25 0 0,-25-25 0,25 25 0,0 0 16,0 0-16,-1 0 15,1 0-15,0 0 0,0 0 0,0 0 0,-1 0 0,1 0 0,0 0 16,0 0-16,0 25 0,-1-25 0,1 0 0,0 0 0,0 0 15,0 25-15,24-25 0,-24 0 0,0 25 0</inkml:trace>
  <inkml:trace contextRef="#ctx0" brushRef="#br0" timeOffset="39797.2762">11757 6672 0,'0'25'0,"0"-25"0,-24 0 15,24 0-15,0 0 0,0 0 0,0 0 0,0 0 0,0 0 16,0-25-16,0 25 0,24 0 0,-24 0 0,0-24 0,0 24 16,25 0-16,-25-25 0,0 25 0,0-25 0,25 25 15,-25-25-15,25 25 0,-25-25 0,0 25 0,25-24 0,-25 24 16,24-25-16,-24 25 0,0-25 15,25 25-15,-25-25 0,25 25 0,-25-25 0,25 25 0,-25 0 16,25 0-16,-25-24 0,24 24 0,-24 0 0,25 0 0,-25 0 16,25 0-16,-25 0 0,25 0 0,-25 0 0,25 0 0,-25 0 0,24 0 15,-24 24-15,0-24 16,25 0-16,-25 25 0,0-25 0,0 0 15,25 25-15,-25-25 0,0 25 0,0-25 0,0 25 0,0-25 0,0 24 0,0-24 16,0 0-16,0 25 0,0-25 0,0 25 0,0-25 0,0 0 0,-25 25 16,25-25-1,0 0-15,0 0 0,0 25 0,-25-25 0,25 0 0,0 0 0,-24 0 0,24 0 16,0 0-16,0 0 0,-25 0 0,25 0 0,0 0 15,0 0-15,-25 0 0,25 0 0,0-25 0,0 25 0,0 0 0,0 0 16,0 0-16,0-25 0,25 25 0,-25 0 0,0-25 0,25 25 16,-25 0-16,24-25 0,1 25 0,-25-24 15,25 24-15,0-25 0,-25 25 0</inkml:trace>
  <inkml:trace contextRef="#ctx0" brushRef="#br0" timeOffset="40562.32">12650 6424 0,'0'0'0,"0"0"0,0 0 15,0-24-15,0 24 0,0 0 0,0 0 0,0 0 0,0 0 0,0 0 16,0-25-16,-24 25 0,24 0 0,0 0 0,0 0 15,0 0-15,-25-25 0,25 25 0,0 0 16,-25 0-16,25 0 0,0 0 0,-25 0 16,25 0-16,-25 0 0,25 0 0,0 0 0,-24 0 0,24 0 0,0 25 15,-25-25-15,25 0 0,0 0 0,-25 25 0,25-25 0,0 24 0,0-24 16,0 0-16,0 25 15,0-25-15,-25 25 0,25-25 0,0 25 0,0-25 16,0 0-16,0 25 0,25-25 0,-25 24 0,0-24 0,0 0 0,0 25 0,0-25 0,25 0 0,-25 0 16,0 25-16,25-25 15,-25 0-15,0 0 0,24 0 0,-24 0 0,25 0 0,-25 0 16,25 0-16,-25 0 0,0-25 0,25 25 0,-25 0 0,25 0 0,-25-25 0,0 25 47,24 0-47,-24-24 0,25 24 0,-25 0 15,0-25-15,25 25 0,-25-25 0,0 25 0,0 0 0,25-25 0,-25 25 0,0-25 0,0 25 0,0-24 0,25 24 0,-25-25 0,0 25 0,0-25 0,0 25 0,0 0 0,0 0 16,0 0-16,0-25 0,0 25 15,0 0-15,0 0 0,0 0 0,0 25 0,0-25 0,0 0 16,0 0-16,0 0 0,0 0 0,0 25 0,0-25 0,0 0 16,0 25-16,0-25 0,0 0 0,0 24 0,0-24 0,0 25 0,0-25 15,0 0 1,0 25-16,0-25 0,0 0 0,0 25 0,0-25 0,0 0 0,24 25 0,-24-25 0,0 0 15,0 0-15,25 24 0,-25-24 0,25 0 0,-25 0 0,25 0 16,-25 0-16,25 0 0,-25 0 0,24 0 0,1 0 0,-25 0 16,25 0-16,-25 0 15,25 0-15,-25-24 0,25 24 0,-25 0 0,24 0 0,-24 0 16,0-25-16,25 25 0,-25 0 0,0-25 0,0 25 0,0 0 0,0 0 15,0-25-15,0 25 0,0 0 0,0-25 0,0 25 0,-25 0 16,25-24-16,0 24 16,0 0-16,0 0 0,0-25 0,0 25 0,0 0 0,0 0 0,-24 0 15,24 0-15,0 0 0,0 0 0,0 0 0,0 0 0,0 0 0,0 0 0,0 0 16,0 25-1,0-25-15,0 0 0,0 24 0,0-24 0,0 25 0,0-25 0,0 0 0,0 25 16,0-25-16,0 25 0,0-25 0,0 25 0,24-25 0,-24 24 0,0-24 16,0 25-16,25-25 0,-25 0 0,0 25 0,0-25 15,25 0-15,-25 0 16,25 0-16,-25 0 0,0 0 0,25 0 0,-25 0 0,24-25 0,-24 25 0,25 0 15,-25-25-15,0 25 0,0-24 0,25 24 0,-25-25 0,0 25 16,0-25-16,0 0 0,0 25 0,0-25 0,0 25 0,0-24 16,0 24-16,-25-25 15,25 25-15,0-25 0,-25 25 0,25-25 0,0 25 0,-24 0 0,24-25 16,-25 25-16,25 0 0,0 0 0,-25 0 0,25 0 0,-25 0 15,25 0-15,0 0 0,-25 0 0,25 0 0,0 0 0,0 25 0,0-25 16,-24 0-16,24 0 0,0 0 0,0 25 16,0-25-16</inkml:trace>
  <inkml:trace contextRef="#ctx0" brushRef="#br0" timeOffset="40932.3412">14163 6350 0,'-24'0'0,"24"0"15,-25 0-15,0-25 0,25 25 0,-25 0 0,25 0 0,-25 0 0,25 0 16,-24 25-16,24-25 0,-25 0 0,25 0 0,-25 25 16,25-25-16,0 0 15,0 25-15,0-25 0,0 24 0,0-24 0,0 25 0,0-25 0,0 25 0,0-25 16,0 25-16,0-25 0,25 25 0,-25-25 0,25 24 0,-25-24 15,24 0-15,-24 25 16,25-25-16,-25 0 0,25 25 0,0-25 0,0 0 0,-25 0 16,24 0-16,1 25 0,0-25 0,0 0 0,0 0 0,-25-25 0,24 25 0,1 0 15,0 0-15,-25 0 0,25-25 0,0 25 0,-25 0 16,25-25-16,-25 25 0,24-24 0,-24 24 0,0-25 0,25 25 15,-25-25-15,0 25 0,0-25 16,0 0-16,0 1 0,25 24 0</inkml:trace>
  <inkml:trace contextRef="#ctx0" brushRef="#br0" timeOffset="41636.3814">14511 6176 0,'0'-24'0,"0"24"0,0 0 0,0-25 0,0 25 16,0 0-16,0 0 0,0 0 0,0 0 0,0 0 15,0 0-15,-25 25 0,25-25 0,0 0 0,0 24 0,0-24 16,0 25 0,0 0-16,0-25 0,0 25 0,0-25 15,0 25-15,0-1 0,0 1 0,0-25 0,-25 25 0,25 0 0,0-25 0,0 25 0,0-1 0,0-24 0,0 25 16,0 0-16,0-25 0,0 25 0,0-25 0,0 25 15,0-25-15,0 24 0,-25-24 16,25 25-16,0-25 0,0 0 0,0 0 0,0 25 0,25-25 0,-25 0 0,0 0 16,0 0-16,0 0 0,0 0 0,0 0 0,0 0 0,0 0 15,0 0 1,25 0-16,-25 0 0,0 0 0,25 0 0,-25-25 0,0 25 0,25 0 15,-25-25-15,24 25 0,-24 0 0,25-24 0,-25 24 0,25-25 0,0 25 47,-25 0-47,25-25 0,-25 25 0,24-25 0,-24 25 0,25-25 0,-25 25 0,0 0 0,25 0 0,-25-24 0,0 24 0,0 0 0,25 0 0,-25 0 0,0 0 0,0 0 0,0 0 16,0 0-16,0 0 0,0 0 0,0 0 0,0 0 15,0 24-15,0-24 0,0 0 16,0 0-16,-25 25 0,25-25 0,0 0 0,0 25 0,0-25 0,0 0 16,0 25-16,0-25 0,0 0 0,0 25 0,0-25 0,0 24 0,0-24 15,0 0-15,0 25 0,0-25 0,0 0 0,0 0 0,0 25 16,25-25-1,-25 0-15,0 0 0,0 0 0,25 25 0,-25-25 0,0 0 0,24 0 16,-24 0-16,0 0 0,25 0 0,-25-25 0,25 25 0,0 0 0,-25 0 16,25 0-16,-25-25 0,24 25 0,-24 0 0,25 0 0,-25-25 15,25 25-15,-25-24 16,25 24-16,-25-25 0,25 25 0,-25-25 0,0 25 0,0-25 0,24 25 15,-24 0-15,0-25 0,0 25 0,0 0 0,0-24 0,0 24 16,0 0-16,0 0 0,0 0 0,0 0 0,0 0 0,0 0 0,0 0 16,0 0-16,-24 0 0,24 0 0,0 0 0,0 24 15,0-24-15,0 0 16,-25 0-16,25 25 0,0-25 0,0 0 0,0 25 0,0-25 0,0 0 0,0 25 15,0-25-15,0 0 0,0 25 0,0-25 0,0 0 0,0 0 16,0 24-16,0-24 0,0 0 0,0 0 0,25 0 0,-25 25 16,0-25-16,0 0 0,24 0 0,-24 0 15,25 0-15,-25 0 0,0-25 0,25 25 16,-25 0-16,25 0 0,-25 0 0,25-24 0,-25 24 0,24 0 0,-24-25 15,25 25-15,-25-25 0,0 25 0,0-25 0,0 25 0,25 0 0,-50-25 16,25 25-16,0-24 16,0 24-16,0-25 0,-25 0 0,25 25 0,-24-25 0,24 25 15,-25 0-15,25-25 0,-25 25 0,0 0 0,25-24 0,-25 24 16,1 0-16,-1 0 0,25 0 0,-25 0 0,0 0 0,25 0 0,-25 0 15,1 0-15,24 0 0,-25 24 16,25-24-16,-25 0 0,25 0 0</inkml:trace>
  <inkml:trace contextRef="#ctx0" brushRef="#br0" timeOffset="43015.4603">16570 6350 0,'0'0'0,"0"0"0,-25 0 16,25-25-16,0 25 0,0 0 0,0 0 0,-25-25 0,25 25 16,0 0-16,0-24 0,-25 24 0,25 0 0,0 0 0,-25-25 0,25 25 15,0 0-15,0 0 0,-24 0 0,24-25 0,0 25 0,-25 0 16,25 0-16,0 0 0,-25 0 0,25 25 0,-25-25 0,25 0 15,-25 0-15,25 25 0,-25-25 16,25 0-16,0 24 0,-24-24 0,24 25 0,-25-25 16,25 25-16,0-25 0,-25 25 0,25-25 0,0 25 0,0-25 15,0 24-15,0-24 0,0 25 0,0-25 0,0 25 0,0-25 0,25 25 0,-25-25 16,0 0-16,25 25 0,-25-25 0,24 0 0,-24 24 15,25-24-15,0 0 16,-25 0-16,25 25 0,0-25 0,0 0 0,-25 0 0,24 0 16,1 0-16,0 0 0,0 0 0,-25-25 0,25 25 0,-1 0 0,1 0 15,0-24-15,0 24 0,-25 0 0,25-25 0,-1 25 0,-24 0 0,25-25 16,0 25-1,-25-25-15,25 25 0,-25 0 0,25-25 0,-25 25 0,0-24 0,24 24 0,-24-25 16,0 25-16,0 0 0,0-25 0,0 25 0,0-25 31,0 25-31,0-25 0,0 25 0,0 0 0,0-24 0,0 24 0,0-25 0,-24 25 0,24 0 0,0 0 0,0-25 0,-25 25 16,25 0-16,0 0 0,-25 0 0,25 0 0,0 25 0,-25-25 15,25 0-15,0 0 0,-25 25 0,25-25 0,-24 0 16,24 24-16,0-24 0,0 0 16,-25 25-16,25-25 0,0 25 0,0-25 0,-25 25 15,25-25-15,0 25 0,0-25 0,0 0 0,0 24 0,0-24 0,0 0 0,0 0 16,0 25-16,25-25 0,-25 0 0,0 0 0,0 0 0,25 25 15,-25-25-15,0 0 0,24 0 16,-24 0-16,25 0 0,-25 0 0,25 0 0,-25-25 16,25 25-16,-25 0 0,0 0 0,25 0 0,-25-25 0,24 25 0,-24 0 15,0 0-15,25-24 0,-25 24 0,0 0 0,0-25 0,25 25 0,-25-25 16,0 25-16,0 0 15,0-25-15,0 25 0,0 0 0,0-25 0,0 25 0,0 0 16,0 0-16,0-24 0,0 24 0,0 0 0,0 0 0,0 0 0,0 0 0,-25 0 16,25 0-16,0 0 0,0 24 0,0-24 0,0 0 15,0 0-15,0 25 0,0-25 0,0 0 16,0 25-16,-25-25 0,25 25 0,0-25 0,0 0 15,0 25-15,0-25 0,0 0 0,25 24 0,-25-24 0,0 0 0,0 25 0,0-25 16,0 0-16,25 0 16,-25 25-16,25-25 0,-25 0 0,0 0 0,25 0 15,-25 0-15,24 0 0,1 0 0,-25 0 0,25 0 0,-25 0 0,25 0 0,0-25 16,-25 25-16,24 0 0,-24 0 0,25 0 0</inkml:trace>
  <inkml:trace contextRef="#ctx0" brushRef="#br0" timeOffset="43216.4718">17214 6300 0,'0'-24'0,"0"24"15,0 0-15,-24 0 0,24-25 0,0 25 0,-25 0 16,25 0-16,0 0 0,-25 0 0,25 0 0,-25 0 15,25 0-15,0 25 0,-25-25 16,25 0-16,0 0 0,-24 24 0,24-24 0,0 0 0,0 25 0,-25-25 16,25 25-16,0-25 0,0 25 0,0-25 0,0 25 0,0-25 15,25 0-15,-25 24 0,0-24 0,24 25 0,-24-25 0,0 0 16,25 25-1,-25-25-15,25 25 0,0-25 0,-25 0 0,25 0 0,-1 0 0,1 25 0,-25-25 16,25 0-16,0 0 0,-25 0 0,25 0 0,-25-25 0,24 25 0,-24 0 16,25 0-16,-25-25 0,25 25 0</inkml:trace>
  <inkml:trace contextRef="#ctx0" brushRef="#br0" timeOffset="43402.4825">17487 5854 0,'0'0'0,"0"0"0,0 0 15,-25 25-15,25-25 0,0 0 0,0 25 0,-24-25 16,24 24-16,0-24 0,-25 25 0,25 0 0,0-25 16,0 25-16,0-25 0,0 25 15,0-25-15,0 24 0,0-24 0,0 25 0,0-25 0</inkml:trace>
  <inkml:trace contextRef="#ctx0" brushRef="#br0" timeOffset="43772.5035">18256 6350 0,'-25'0'0,"25"0"0,0 25 16,-24-25-16,24 0 0,-25 25 0,25-25 0,-25 24 15,25-24-15,-25 25 0,25 0 0,0 0 0,-25 0 0,25-1 16,0 1-16,0 0 0,-24 0 15,24 0-15,0-1 0,0 1 0,0 0 0,0 0 16,0 0-16,0-1 0,0 1 0,0 0 0,0 0 0,0 0 0,0-25 0,0 25 16,0-1-16,0-24 0,24 25 15,-24 0-15,0-25 0,0 25 0,0-25 0,0 0 0,0 25 16,0-25-16,0 0 0,0 24 0,0-24 0,-24 0 0,24 0 0,0 0 15,0 0-15,-25 0 0,25 25 0,0-25 0,-25 0 0,25-25 16,0 25-16,-25 0 0,25 0 0,0 0 16,-25-24-16,25 24 0,0 0 0</inkml:trace>
  <inkml:trace contextRef="#ctx0" brushRef="#br0" timeOffset="44018.5176">18281 6325 0,'0'0'0,"25"0"16,-25 0-16,0 0 0,0 0 0,25 0 0,-25 0 0,0 0 16,0 0-16,24 25 0,-24-25 0,0 0 0,25 25 0,-25-25 0,0 25 15,0-25-15,0 24 0,0-24 0,25 25 0,-25-25 16,-25 25-16,25-25 0,0 25 15,0-25-15,0 25 0,0-25 0,0 24 0,-25-24 0,25 25 0,0-25 16,-24 25-16,24-25 0,0 0 0,-25 25 0,25-25 0,-25 0 16,25 0-16,0 0 0,-25 25 0,25-25 0,-25 0 0,25 0 15,0 0-15,-24 0 0,24 0 16,0-25-16,0 25 0</inkml:trace>
  <inkml:trace contextRef="#ctx0" brushRef="#br0" timeOffset="44610.5515">18430 6325 0,'0'-25'0,"0"25"15,0 0-15,0 0 0,0-24 0,25 24 0,-25 0 16,0 0 0,0-25-16,24 25 0,-24 0 0,25-25 0,-25 25 0,25 0 0,-25-25 0,25 25 0,0-25 0,0 25 15,-1 0-15,-24-24 0,25 24 0,0-25 0,-25 25 0,25 0 16,0-25-16,-25 25 15,24-25-15,-24 25 0,25 0 0,-25-25 0,0 25 0,0-24 16,25 24-16,-25 0 0,0-25 0,0 25 0,0-25 0,0 25 0,0-25 0,-25 25 16,25 0-16,0-25 0,0 25 0,-25 0 0,25-24 15,0 24-15,-24 0 0,24-25 16,0 25-16,-25 0 0,25 0 0,0 0 0,-25-25 0,25 25 15,0 0-15,0 0 0,0 0 0,-25 25 0,25-25 0,0 0 0,0 0 16,0 25-16,0-25 0,-25 0 0,25 24 0,0-24 0,0 25 16,0-25-16,0 25 0,0 0 0,-24-25 0,24 25 15,0-1-15,0 1 0,0 0 16,0-25-16,-25 25 0,25 0 0,0-1 0,0-24 0,0 25 0,0 0 15,0 0-15,-25-25 0,25 25 0,0-1 0,0-24 0,0 25 0,-25-25 16,25 25-16,0-25 0,0 25 0,-25-25 0,25 25 16,0-25-16,0 24 15,-25-24-15,25 0 0,0 25 0,0-25 0,0 0 0,0 0 0,-24 25 16,24-25-16,0 0 0,0 0 0,0 0 0,0 0 0,0 0 0,0 0 15,24 0-15,-24 0 0,0 0 0,0 0 0,25-25 0,-25 25 16,25 0 0,-25-25-16,25 25 0,-25 0 0,25-24 0,-25 24 0,25-25 0,-25 25 0,24 0 15,-24-25-15,25 25 0,-25 0 0,0 0 0,25 0 0,-25 0 0,0 0 16,0 0-16,25 0 0,-25 0 0,0 0 0,0 0 15,0 0-15,0 0 0,0 0 16,0 25-16,0-25 0,0 0 0,0 0 0,0 25 16,0-25-16,0 0 0,0 0 0,0 24 0,0-24 0,0 0 0,0 25 15,0-25-15,0 25 0,0-25 0,0 0 0,0 25 0,0-25 0,25 25 16,-25-25-16,0 24 0,0-24 0,24 25 0,-24-25 15,25 25-15,-25-25 0,0 0 0,25 25 0,0-25 0,-25 0 16,25 0-16</inkml:trace>
  <inkml:trace contextRef="#ctx0" brushRef="#br0" timeOffset="45134.5815">19224 6325 0,'-25'-25'0,"25"25"15,0 0-15,0 0 0,0-24 0,0 24 0,-25 0 0,25 0 0,0-25 16,0 25-16,0 0 0,0 0 0,-25 0 0,25-25 15,0 25-15,0 0 0,-25 0 0,25 0 0,0 0 16,0 0-16,-24 0 0,24 0 0,0 0 16,-25 0-16,25 25 0,0-25 0,-25 0 0,25 0 0,0 25 0,-25-25 15,25 0-15,0 24 0,0-24 0,-25 0 0,25 25 0,0-25 16,0 25-16,0-25 0,0 0 0,-24 25 0,24-25 0,0 25 15,0-25-15,24 0 47,-24 24-47,0-24 0,0 0 0,0 25 0,0-25 0,25 0 0,-25 0 0,0 25 0,0-25 0,25 0 0,-25 0 0,25 0 0,-25 0 0,0 0 0,25 0 0,-25 0 0,24 0 0,-24 0 0,25 0 0,-25 0 16,25 0-16,-25 0 0,25 0 0,-25-25 0,0 25 15,25 0-15,-25 0 0,0-25 16,0 25-16,24 0 0,-24-24 0,0 24 0,0 0 0,0-25 0,0 25 0,0 0 16,0 0-16,0-25 0,0 25 0,0 0 0,0-25 15,0 25-15,0 0 0,0 0 0,0 0 0,0-25 16,0 25-16,0 0 15,0 0-15,-24 0 0,24 0 0,0 0 0,0 25 0,0-25 0,0 0 0,0 0 0,0 0 16,0 25-16,-25-25 0,25 25 0,0-25 0,0 0 16,0 25-16,0-25 0,0 24 0,0-24 0,0 25 0,0-25 15,0 25-15,0-25 0,0 0 16,25 25-16,-25-25 0,0 25 0,0-25 0,24 0 78,-24 0-78,0 0 0,25 24 0,-25-24 0,0 0 0,25 0 0,-25 0 0,25 0 0,-25 0 0,25 0 0,-25-24 0,0 24 15,24 0-15,-24-25 0,25 25 0,-25 0 0,25-25 0</inkml:trace>
  <inkml:trace contextRef="#ctx0" brushRef="#br0" timeOffset="45436.5988">19447 6325 0,'0'-25'0,"0"25"0,0 0 0,0 0 16,0-24-16,0 24 0,0 0 0,0 0 0,-25 0 16,25 0-16,0 0 0,0 0 0,0 0 0,0 0 15,0 24-15,0-24 0,0 0 0,0 25 0,0-25 0,0 0 16,0 25-16,0-25 0,0 0 0,0 25 0,0-25 15,0 25-15,0-25 0,0 24 16,0-24-16,0 0 0,0 25 0,0-25 0,0 0 0,0 0 16,25 25-16,-25-25 0,0 0 0,0 0 0,25 0 0,-25 0 0,0 0 15,24 0-15,-24 0 0,25 0 0,-25 0 0,25 0 0,-25 0 16,25 0-16,-25 0 0,25 0 15,-25-25-15,25 25 0,-25 0 0,24 0 0,-24 0 0,25-25 0,-25 25 16,25 0-16,-25 0 0,0-24 0,25 24 0,-25 0 0,0 0 16,25 0-16,-25 0 0,0 0 0,0 0 0,0 0 15,0 0-15,0 0 16,0 0-16,0 24 0,0-24 0,0 0 0,0 25 0,0-25 0,0 0 0,0 25 15,0-25-15,-25 25 0,25-25 0,0 25 0,0-25 16,0 24-16,0-24 16,0 25-16,0-25 0,0 0 0,0 25 0,0-25 0,0 0 0,0 0 0,25 0 0,-25 25 0,0-25 0,0 0 15,0 0-15,0-25 0,0 25 0,0 0 0,0 0 16</inkml:trace>
  <inkml:trace contextRef="#ctx0" brushRef="#br0" timeOffset="45691.6133">19248 6077 0,'0'0'0,"0"-25"0,-24 25 15,24-24-15,0 24 0,0 0 0,24-25 0,-24 25 0,0 0 0,0 0 0,0 0 16,25-25-16,-25 25 0,0 0 0,25 0 0,-25 0 15,0 0-15,25 0 0,-25 0 0,0 0 0,25 0 0,-25 0 16,0 0-16,24 25 16,-24-25-16,0 0 0,0 0 0,25 0 0,-25 25 0,0-25 0,25 0 15,-25 0-15,0 0 0,25 24 0,-25-24 0,0 0 16,0 0-16,25 0 0,-25 0 0,0 0 0,0 0 0</inkml:trace>
  <inkml:trace contextRef="#ctx0" brushRef="#br0" timeOffset="45843.6218">19496 5904 0,'0'-25'0,"25"25"15,-25 0-15,0 0 0,0 0 0,0 0 16,0 0-16,25 0 0,-25 0 0,25 0 0,-25 0 0,25-25 16,-25 25-16,25 0 0,-1 25 0,-24-25 0,25 0 15,0 0-15,0 0 0,0 0 0,-25 0 0,24 0 0,1 0 0,0 0 16,0 0-16,0 0 0,-25 0 0,24 0 0,1 0 0</inkml:trace>
  <inkml:trace contextRef="#ctx0" brushRef="#br0" timeOffset="46165.6405">20538 5904 0,'0'0'0,"0"0"16,0 0-16,0 24 0,-25-24 0,25 25 0,0-25 0,0 25 15,0 0-15,0 0 0,-24-25 0,24 24 0,0 1 16,0 0-16,0 0 0,0 0 15,0-1-15,0 1 0,0 0 0,-25 0 0,25 0 0,0-25 16,0 24-16,0 1 0,0 0 0,25-25 0,-25 25 0,0 0 0,0-25 16,0 24-16,0-24 0,0 25 0,-25-25 0,25 25 0,0-25 15,0 0-15,0 0 0,0 25 16,0-25-16,-25 0 0,25 0 0,0 0 0,0 0 0,-25 0 0,25-25 15,0 25-15,-25 0 0,25-25 0,0 25 0</inkml:trace>
  <inkml:trace contextRef="#ctx0" brushRef="#br0" timeOffset="46585.6645">20365 6226 0,'0'0'0,"0"0"16,24 0-16,-24-25 0,0 25 15,25 0-15,-25 0 0,25 0 0,-25 0 0,25 0 0,-25 0 16,25 0-16,-25 0 0,24 0 0,-24 0 0,25 0 0,-25 0 0,25 0 16,-25 25-16,0-25 0,25 0 0,-25 0 0,0 25 15,0-25 1,0 25-16,0-25 0,0 0 0,0 24 0,0-24 0,0 25 0,0-25 0,0 25 15,0-25-15,0 25 0,0-25 0,0 25 0,0-25 0,0 0 0,0 24 0,25-24 16,-25 0-16,0 25 0,0-25 0,0 0 0,0 25 16,24-25-16,-24 0 15,0 0-15,25 0 0,-25 0 0,25 0 0,-25 0 0,25 0 0,-25 0 16,25 0-16,-25 0 0,25 0 0,-1 0 0,-24-25 0,25 25 0,-25 0 15,25-25-15,-25 25 0,25 0 0,-25-24 0,0 24 16,25 0-16,-25-25 16,0 25-16,0-25 0,24 25 0,-24-25 0,0 25 0,0-25 15,0 25-15,0-24 0,0 24 0,0-25 0,0 25 0,0-25 0,0 25 16,0 0-16,0 0 0,0 0 0,0 0 0,0 0 0,0 0 0,0 0 15,0 0-15,0 0 0,0 25 0,0-25 0,0 0 0,0 25 16,0-25-16,0 0 0,0 24 0,0-24 16,0 25-16,-24-25 0,24 25 0,0-25 15,0 25-15,0-25 0,0 25 0,0-25 0,0 24 0,0-24 0,0 0 16,0 25-16,24-25 0,-24 0 0,0 0 0,0 25 0,0-25 15,25 0-15,-25 0 0,0 0 16,0 0-16,25 0 0,-25 0 0,0 0 0,0 0 0,25-25 16,-25 25-16,0 0 0,0 0 0</inkml:trace>
  <inkml:trace contextRef="#ctx0" brushRef="#br0" timeOffset="46798.6766">21034 5928 0,'0'0'0,"0"0"0,0 0 0,0 0 16,0-24-16,0 24 0,0 0 0,0 0 0,0 0 15,25 0-15,-25 0 0,0 24 0,25-24 0,-25 0 16,0 0-16,25 0 0,-25 0 0,25 25 16,-25-25-16,24 0 0,-24 25 0,0-25 0,25 25 15,-25-25-15,0 0 0,0 25 0,0-25 0,25 0 0,-25 24 0,-25-24 16,25 25-16,0-25 0,0 0 0,0 0 0,-25 25 0,25-25 15,-24 0-15,24 25 0,-25-25 0,0 0 0,25 0 16,-25 0-16,25 0 0,-25 0 16,25 0-16,-24 0 0,24 0 0</inkml:trace>
  <inkml:trace contextRef="#ctx0" brushRef="#br0" timeOffset="47055.6911">21282 5631 0,'0'0'0,"0"0"0,0 0 15,25 0-15,-25-25 0,0 25 0,0 0 0,25 0 0,-25 25 16,0-25-16,25 0 0,-25 0 0,0 0 0,25 0 0,-25 24 16,24-24-16,-24 0 0,0 25 0,25-25 0,-25 0 0,25 25 15,-25-25 1,0 25-16,25-25 0,-25 25 0,0-25 0,0 24 0,0-24 0,0 0 0,0 25 0,0-25 15,0 25-15,-25-25 0,25 25 0,-25-25 0,25 0 0,-25 25 16,25-25-16,-24 0 0,-1 0 0,0 25 0,0-25 16,0 0-1</inkml:trace>
  <inkml:trace contextRef="#ctx0" brushRef="#br0" timeOffset="48063.7489">22151 6226 0,'-25'0'0,"25"-25"15,0 25-15,0 0 0,-25 0 0,25-25 0,-25 25 0,25 0 0,0 0 16,-25 0-16,25 0 0,-24 0 0,24 0 0,-25 0 0,25 0 0,0 25 16,-25-25-16,25 0 0,0 0 0,-25 25 0,25-25 15,0 0-15,0 25 0,-25-25 16,25 0-16,0 25 0,0-25 0,0 24 0,0 1 0,0-25 0,0 25 15,0 0-15,0-25 0,0 25 0,0-25 0,25 24 0,-25 1 0,0-25 16,0 25-16,25-25 0,-25 25 0,0-25 0,0 25 0,25-25 16,-25 0-1,0 24-15,25-24 0,-25 0 0,24 25 0,-24-25 0,0 0 0,25 0 16,-25 0-16,25 0 0,-25-25 0,25 25 0,-25 0 0,25 0 0,-25-24 0,24 24 15,-24 0-15,25-25 0,-25 25 0,25-25 0,-25 25 16,25-25-16,-25 0 0,25 25 16,-25-24-16,0 24 0,24-25 0,-24 25 0,0-25 15,25 0-15,-25 25 0,0-25 0,0 25 0,25-24 0,-25 24 0,0-25 16,0 25-16,0 0 0,0-25 0,0 25 0,25 0 0,-25 0 15,0 0-15,0 0 16,0 0-16,0 0 0,0 0 0,-25 0 0,25 0 0,0 0 16,0 25-16,0-25 0,0 0 0,0 0 0,0 25 0,0-25 0,0 0 0,0 24 15,-25-24-15,25 0 0,0 25 0,0-25 0,0 25 0,0-25 16,0 25-16,0-25 0,0 0 0,0 25 0,0-25 0,0 24 15,0-24-15,0 25 16,0-25-16,0 0 0,25 25 0,-25-25 0,0 0 0,0 25 0,0-25 0,25 0 16,-25 0-16,0 0 0,0 0 0,25 25 0,-25-25 0,0-25 15,0 25-15,24 0 0,-24 0 16,0 0-16,25 0 0,-25 0 0,0-25 15,25 25-15,-25 0 0,25-25 0,-25 25 0,0 0 0,25-25 0,-25 25 16,0-24-16,24 24 0,-24-25 0,0 25 0,0-25 0,0 25 0,25-25 16,-25 25-16,0-25 0,0 25 0,0-24 0,0 24 0,0-25 15,0 25-15,0 0 0,0-25 16,0 25-16,0 0 0,0-25 0,0 25 0,0 0 15,0 0-15,0 0 0,0 0 0,0 0 0,0 0 0,0 25 0,-25-25 16,25 0-16,0 0 0,0 25 0,0-25 0,0 0 0,0 25 16,0-25-16,0 24 0,0-24 0,0 0 0,0 25 0,0-25 15,0 25 1,0-25-16,0 0 0,0 25 0,0-25 0,0 0 0,0 25 0,25-25 0,-25 24 15,0-24-15,0 0 0,0 25 0,25-25 0,-25 0 0,0 0 0,0 25 16,25-25-16,-25 0 0,0 0 0,25 0 0,-25 0 0,0 0 16,0 0-16,24 0 0,-24 0 15,0 0-15,25 0 0</inkml:trace>
  <inkml:trace contextRef="#ctx0" brushRef="#br0" timeOffset="48448.7708">22796 6251 0,'0'0'0,"0"0"0,0 0 0,0-25 15,0 25-15,0 0 0,0 0 0,0 0 0,0 0 0,0 0 0,0 0 16,0 25-16,-25-25 0,25 0 0,0 0 0,0 25 0,0-25 15,0 0-15,0 24 0,0-24 16,-25 25-16,25-25 0,0 25 0,0-25 0,0 25 0,0-25 0,0 0 16,0 25-16,0-25 0,0 24 0,-25-24 0,25 0 0,0 25 0,0-25 15,0 0-15,0 0 0,0 25 0,0-25 16,0 0-16,0 0 0,0 0 15,0 0-15,0 0 0,0 0 0,0 0 0,0 0 0,0 0 16,0 0-16,0 0 0,0 0 0,25 0 0,-25-25 0,0 25 0,0 0 16,25-25-16,-25 25 0,0 0 0,25-24 0,-25 24 0,24 0 0,-24-25 15,25 25 1,-25 0-16,0-25 0,25 25 0,-25 0 0,25-25 0,-25 25 0,25 0 15,-25 0-15,0 0 0,24 0 0,-24 0 0,0 0 0,25 0 0,-25 0 16,0 0-16,0 0 0,0 25 0,0-25 0,0 0 0,0 25 16,0-25-16,0 0 0,0 0 0,0 25 0,0-25 0,0 0 15,0 24 1,0-24-16,0 25 0,0-25 0,0 0 0,25 25 0,-25-25 0,0 0 15,0 25-15,0-25 0,25 0 0,-25 0 0,25 25 0,-25-25 0,24 0 0,-24 0 16,25 0-16,-25 0 0,25 0 0,0 0 0,0 0 16</inkml:trace>
  <inkml:trace contextRef="#ctx0" brushRef="#br0" timeOffset="48869.7949">23366 6400 0,'0'-25'0,"0"25"0,0-25 0,0 25 0,0-25 16,-25 25-16,25 0 0,0-25 0,0 25 0,0 0 16,0 0-16,0 0 0,0 0 15,-25 0-15,25 0 0,0 0 0,0 0 0,-24 0 0,24 25 16,0-25-16,-25 0 0,25 25 0,0-25 0,-25 25 0,25-25 0,0 0 15,-25 25-15,25-25 0,0 24 16,0-24-16,0 25 0,0-25 0,0 25 0,0-25 0,0 25 0,0-25 0,0 0 16,0 25-16,0-25 0,25 24 0,-25-24 0,0 0 15,25 0 1,-25 25-16,25-25 0,-25 0 0,0 0 0,24 0 0,-24 0 0,25 0 0,-25 0 0,0-25 15,25 25-15,-25 0 0,0 0 0,0 0 0,0-24 0,25 24 0,-25 0 16,0 0-16,0-25 0,0 25 0,0 0 0,0 0 16,0-25-16,0 25 15,0 0-15,0 0 0,0 0 0,0 0 0,0 0 0,0 0 0,0 0 16,0 0-16,0 0 0,0 0 0,0 0 0,0 25 0,-25-25 0,25 25 15,0-25-15,0 24 0,0 1 0,0 0 0,-25 0 0,25-25 16,0 25-16,0-1 0,-25 1 0,25 0 0,0 0 16,0 0-16,0-1 15,-24-24-15,24 25 0,0 0 0,0 0 0,0-25 0,0 25 0,0 0 0,0-25 16,0 24-16,-25-24 0,25 0 0,0 25 0,0-25 0,0 0 0,0 25 15,-25-25-15,25 0 0,0 0 0,0 0 0,-25 0 16,25 0-16,0 0 0,-25 0 0,25 0 16,0 0-16,-24 0 0,24-25 0,0 25 0,-25 0 15,25-25-15,-25 25 0,25-24 0,0 24 0,-25-25 0,25 0 0,-25 25 16</inkml:trace>
  <inkml:trace contextRef="#ctx0" brushRef="#br0" timeOffset="49053.8057">22944 6028 0,'0'0'0,"-24"0"0,24 0 16,0 0-16,0 0 0,0 0 0,24 0 0,-24 0 0,0 0 16,25 0-16,-25 0 15,25 0-15,0 24 0,-25-24 0,25 0 0,-1 0 0,1 0 16,0 0-16,0 0 0,24 0 0,-24 0 0,0 0 0,0 25 15,0-25-15,-1 0 0,1 0 0,0 0 0,0 25 0,0-25 0</inkml:trace>
  <inkml:trace contextRef="#ctx0" brushRef="#br0" timeOffset="49727.8442">24209 6375 0,'0'0'0,"0"-25"0,0 25 15,-24 0-15,24 0 0,0 0 0,0 0 0,0 0 0,0 0 16,-25 0-16,25 0 0,0 0 0,0 0 0,-25 0 0,25 25 0,0-25 16,0 0-16,-25 25 0,25-25 0,0 0 0,0 24 0,-25-24 15,25 25-15,0-25 0,0 25 16,0-25-16,0 25 0,0-25 0,0 25 0,0-25 15,0 24-15,25-24 0,-25 25 0,0-25 0,25 0 0,-25 25 0,0-25 16,25 0-16,-25 0 0,25 25 0,-25-25 0,24 0 0,-24 0 16,25 0-16,-25 0 0,25 0 0,-25 0 0,25 0 0,-25-25 15,0 25-15,25 0 0,-25 0 0,24-25 0,-24 25 16,25 0-16,-25-25 0,0 25 0,25 0 0,-25-24 0,0 24 15,25 0-15,-25-25 16,0 25-16,25-25 0,-25 25 0,0-25 0,24 25 0,-24 0 0,0-25 0,0 25 16,25-24-16,-25 24 0,0 0 0,0 0 0,0-25 0,0 25 15,0 0-15,0 0 0,0 0 0,0 0 0,0 0 0,0 0 16,-25 25-16,25-25 0,0 0 15,0 0-15,0 24 0,0-24 0,-24 0 0,24 0 0,0 25 0,0-25 16,0 25-16,0-25 0,0 0 0,0 25 0,0-25 0,0 25 16,0-25-16,0 0 0,0 24 0,0-24 0,0 0 15,0 0-15,24 25 16,-24-25-16,0 0 0,0 0 0,25 0 0,-25 0 0,0 0 15,25 0-15,-25 0 0,0 0 0,25 0 0,-25 0 0,0 0 0,25 0 16,-25-25-16,0 25 0,24 0 0,-24 0 0,0-24 0,0 24 16,0-25-16,0 25 0,0 0 0,0-25 0,0 25 0,0-25 0,0 25 15,0-25-15,-24 25 0,24-24 16,0 24-16,-25 0 0,25-25 0,0 25 15,-25 0-15,25-25 0,-25 25 0,25 0 0,-25 0 0,25 0 0,0-25 16,-24 25-16,24 0 0,0 0 0,-25 25 0,25-25 0,0 0 0,0 0 16,0 0-16,0 0 0,0 0 0,0 0 0,0 25 0,0-25 15,0 0-15,25 0 0,-25 0 0,24 0 0,-24 0 16</inkml:trace>
  <inkml:trace contextRef="#ctx0" brushRef="#br0" timeOffset="49998.8597">24929 6003 0,'0'0'0,"0"0"0,0 0 15,0 0-15,0 25 0,0-25 0,0 0 0,0 0 0,0 24 16,0-24-16,-25 25 0,25-25 0,0 25 0,0-25 0,0 25 15,0 0-15,0-25 0,-25 24 16,25 1-16,0 0 0,0-25 0,0 25 16,0 0-16,0-1 0,-25-24 0,25 25 0,0 0 0,0-25 0,0 25 15,0 0-15,0-25 0,0 24 0,0 1 0,0-25 0,0 25 0,0-25 16,0 25-16,0-25 0,0 0 0,0 25 0,0-25 0,0 0 15,0 24-15,0-24 0,0 0 0,0 0 0,0 0 16,0 0-16,0 0 16,0 0-16,0 0 0,0 0 0,0 0 0</inkml:trace>
  <inkml:trace contextRef="#ctx0" brushRef="#br0" timeOffset="50168.8695">24829 6400 0,'0'0'0,"25"0"16,-25 0-16,0 0 0,0 0 0,0 0 0,25 0 16,-25 0-16,25 0 0,-25 0 0,0 0 0,25 0 0,-25 0 15,25 0 48,-25 0-63,24 0 0,-24 0 0,0 24 0,25-24 0,-25 0 0,0 0 0,0 0 0,0 0 0,0 0 0,0 0 0,0-24 0,0 24 15,0 0-15,0 0 0</inkml:trace>
  <inkml:trace contextRef="#ctx0" brushRef="#br0" timeOffset="50320.8782">24457 6052 0,'0'0'0,"0"0"15,0-24-15,0 24 0,0 0 0,0 0 0,25 0 0,-25 0 16,0 0-16,25 0 0,-25 0 0,25 0 0,-25 0 0,25 0 0,-1 24 15,-24-24-15,25 0 0,-25 25 0,25-25 0,-25 0 0,0 25 16,25 0-16,-25-25 0,0 25 16,0-1-16,0 1 0,0-25 0,0 25 0,0 0 15,0 0-15,0-1 0</inkml:trace>
  <inkml:trace contextRef="#ctx0" brushRef="#br0" timeOffset="50478.8872">24383 6871 0,'0'25'0,"0"-25"0,0 0 0,0 25 0,0-25 15,0 0-15,0 0 0,0 0 16,0 0-16,0 24 0,0-24 0,0 0 0,0 0 0,0 0 15,0 0-15,0 0 0,25 0 0,-25 0 0,0 0 0,0 0 0,0 0 16,0 0-16,25-24 0,-25 24 0,0 0 0,0 0 0,0 0 16,24 0-16,-24-25 0</inkml:trace>
  <inkml:trace contextRef="#ctx0" brushRef="#br0" timeOffset="51474.9442">25772 6276 0,'0'0'0,"25"0"0,-25-25 15,0 25-15,0-25 0,0 25 0,25 0 0,-25-25 0,0 25 16,0 0-16,0-25 0,24 25 0,-24 0 0,0 0 0,0 0 0,0 0 15,0 0-15,0 0 0,0 0 0,0 0 0,0 0 16,0 0-16,0 0 16,0 0-16,0 0 0,0 0 0,0 0 0,0 0 0,0 0 0,0 0 15,0 0-15,0 0 0,0 0 0,0 0 0,0 0 0,0 0 16,0 0-16,0 0 0,0 0 0,0 0 0,0 0 0,0 0 15,0 0-15,0 0 0,0 0 16,0 0-16,0 0 0,0 0 0,0 0 0,0 0 0,0 0 0,0 0 16,0 0-16,0 0 0,0 0 0,0 0 0,0 0 0,0 0 15,0 0-15,0 0 0,0 0 0,0 0 0,0 0 0,0 0 16,0 0-16,0 0 0,0 0 0,0 0 0,0 0 15,0 0-15,0 0 0,0 0 16,0 0-16,0 0 0,0 0 0,0 0 0,0 0 0,0 0 16,0 0-16,0 0 0,0 0 0,0 0 0,0 0 0,0 0 0,0 0 15,0 0-15,0 0 0,0 0 0,0 0 0,0 0 16,0 0-16,0 0 0,0 0 0,0 0 0,0 0 0,0 0 0,0 0 15,0 0-15,0 0 0,0 0 0,0 0 0,0 0 16,0 0-16,0 0 16,0 0-16,0 0 0,0 0 0,0 0 0,0 0 0,0 0 15,0 0-15,0 0 0,0 0 0,0 0 0,0 0 0,0 0 16,0 0-16,0 0 0,0 0 0,0 0 0,0 0 0,0 0 0,0 0 0,0 0 15,0 0-15,0 0 0,0 0 0,0 0 0,0 0 16,0 0-16,0 0 16,0 0-16,0 0 0,0 0 0,0 0 0,0 0 0,0 0 0,0 0 15,0 0-15,0 0 0,0 0 0,0 0 0,0 0 0,0 0 16,0 0-16,0 0 0,0 0 0,0 0 0,0 0 0,0 0 0,0 0 15,0 0 1,0 0 0,0 0-16,0 0 0,0 0 0,0 0 0,0 0 0,0 0 0,0 0 0,0 0 0,0 0 0,0 0 0,0 0 0,0 0 0,25 0 0,-25 0 15,0 0-15,0 0 0,0 25 0,0-25 0,0 0 0,0 0 16,0 25-16,0-25 0,0 0 15,0 25-15,0-25 0,0 25 0,0-25 16,0 24-16,0-24 0,0 25 0,0-25 0,0 25 0,0-25 0,0 25 0,0-25 16,0 25-16,0-25 0,0 24 0,0-24 0,0 25 0,0-25 15,0 0-15,0 25 0,0-25 0,0 25 0,0-25 0,0 0 16,0 0-16,0 0 15,0 25-15,0-25 0,0 0 0,0 0 0,0 0 0,0 0 16,0 0-16,0 0 0,0 0 0,25 0 0,-25 0 0,0 0 0,0 0 16,25-25-16,-25 25 0,25 0 0,-25 0 0,25-25 0,-25 25 0,24 0 15,-24-25-15,25 25 16,-25-25-16,25 25 0,0-24 0,-25 24 0,25-25 0,-25 25 15,24-25-15,-24 0 0,25 25 0,-25-25 0,0 1 0,25 24 0,-25-25 16,0 25-16,0-25 0,25 25 0,-25-25 0,0 25 0,0 0 16,0-25-16,0 25 0,-25 0 0,25 0 15,0 0-15,0 0 16,0 0-16,0 0 0,0 0 0,0 0 0,-25 0 0,25 0 0,0 0 0,0 0 15,0 0-15,0 0 0,0 0 0,0 0 0,25 0 0,-25 25 0</inkml:trace>
  <inkml:trace contextRef="#ctx0" brushRef="#br0" timeOffset="51892.9681">26417 6325 0,'-25'0'0,"25"0"0,0 0 0,0 0 0,0 0 0,0-25 0,0 25 0,0 0 0,0 0 15,0 0-15,0-24 0,0 24 0,0 0 0,0 0 16,-25-25-16,25 25 15,0 0-15,0 0 0,0-25 0,0 25 0,-24 0 0,24 0 0,0 0 0,0 0 16,-25 0-16,25 25 0,0-25 0,-25 0 0,25 0 0,-25 25 16,25-25-16,-25 24 0,25-24 15,0 25-15,-24-25 0,24 25 0,0-25 0,-25 25 0,25-25 16,0 25-16,0-25 0,-25 24 0,25-24 0,0 25 0,0-25 0,0 25 15,0-25-15,0 0 0,0 25 0,25-25 0,-25 0 0,0 0 16,0 25-16,0-25 0,25 0 0,-25 0 16,0 0-16,0 24 0,24-24 15,-24 0-15,0 0 0,25 0 0,-25 0 0,0 0 0,25 0 0,-25-24 16,0 24-16,25 0 0,-25 0 0,25-25 0,-25 25 0,0 0 0,0 0 15,24-25-15,-24 25 0,0 0 0,0-25 0,25 25 0,-25 0 16,0-25-16,0 25 0,0 0 16,0 0-16,0 0 0,0 0 0,0 0 0,0 0 15,0 0-15,0 0 0,0 0 0,0 0 0,0 0 0,0 0 0,0 0 16,0 25-16,0-25 0,0 0 0,0 0 0,0 25 0,0-25 0,0 0 15,0 0-15,0 25 16,0-25-16,0 0 0,25 0 0,-25 25 0,0-25 0,0 0 16,0 0-16,25 0 0,-25 0 0,0 0 0,25 0 0,-25-25 0,0 25 15,0 0-15</inkml:trace>
  <inkml:trace contextRef="#ctx0" brushRef="#br0" timeOffset="52057.9775">26591 6077 0,'0'0'16,"0"0"-16,0 0 0,0 0 0,0 0 0,0 0 47,0 0-47,0 0 0,0 0 0,0 0 0,24 0 0,-24 0 0,25 0 0,-25 0 15,25 25-15,0-25 0,-25 0 0,25 0 0,-1 25 0,1-25 0,-25 0 0,25 0 0,0 25 0,0-25 0,-1 0 0,1 0 0,0 24 0,-25-24 0,25 0 16,0 0-16,-1 25 0</inkml:trace>
  <inkml:trace contextRef="#ctx0" brushRef="#br0" timeOffset="52418.9982">27310 6276 0,'0'-25'0,"0"25"0,0 0 0,0 0 15,0 0-15,0 0 0,0-25 16,0 25-16,0 0 0,0 0 0,-25 0 0,25-25 0,0 25 0,0 0 0,0 0 16,-25 0-16,25-25 0,-24 25 0,24 0 0,0 0 0,-25 0 15,25 0-15,-25 0 0,25 0 0,-25 0 16,25 0-16,-25 0 0,25 25 15,-24-25-15,24 25 0,-25-25 0,25 25 0,-25-25 0,25 25 0,-25-1 16,25-24-16,0 25 0,0-25 0,0 25 0,0 0 0,0-25 0,0 25 16,0-1-16,0-24 0,25 25 0,-25-25 0,0 0 0,25 25 15,-25-25-15,0 25 16,25-25-16,-25 0 0,24 0 0,-24 0 0,0 0 0,25 0 0,-25 0 0,25 0 15,-25 0-15,25 0 0,-25 0 16,25 0-16,-25-25 0,0 25 0,24 0 0,-24-25 0,0 25 0,25-25 0,-25 25 0,0 0 16,0-24-16,25 24 15,-25-25-15,0 25 0,0-25 0,0 25 0,0 0 16,0-25-16,0 25 0,0 0 0,0-25 0,0 25 0,0 0 0,0 0 15,0-24-15,0 24 0,0 0 0,0 0 0,0 0 0,-25 0 16,25 0-16,0 0 0,0 0 0,0 0 0,-25 0 0,25 0 16,0-25-16</inkml:trace>
  <inkml:trace contextRef="#ctx0" brushRef="#br0" timeOffset="52633.0104">27508 5730 0,'25'0'0,"-25"0"16,0 0-16,25 0 0,-25 25 0,0-25 0,0 0 0,0 0 0,25 24 15,-25-24-15,0 0 0,0 25 0,0-25 0,0 0 0,0 25 0,0-25 16,0 25-16,-25-25 0,25 0 0,0 25 0,0-25 0,0 0 15,-25 25-15,25-25 16,0 0-16,0 0 0,0 0 0</inkml:trace>
  <inkml:trace contextRef="#ctx0" brushRef="#br0" timeOffset="52867.0235">27781 5507 0,'0'0'0,"25"0"0,-25 0 0,25 0 15,-25 0-15,0 0 0,25 0 16,-25 24-16,24-24 0,-24 0 0,25 0 0,-25 25 16,0-25-16,0 25 0,25-25 0,-25 25 0,0-25 0,0 25 15,0-25-15,-25 24 0,25-24 0,0 25 0,0-25 0,-25 25 0,25-25 16,-24 25-16,-1-25 0,25 0 0,-25 25 15,0-25-15,25 0 0,-25 24 16,1-24-16</inkml:trace>
  <inkml:trace contextRef="#ctx0" brushRef="#br0" timeOffset="53258.0462">28501 6375 0,'0'0'0,"-25"-25"16,25 25-16,-25-25 0,25 25 0,-25-25 0,25 25 0,-25-24 15,25 24 1,-24-25-16,-1 25 0,25 0 0,-25-25 0,0 25 0,25 0 0,-25 0 16,1 0-16,-1 0 0,25 0 0,-25 0 0,0 25 0,25-25 0,-25 0 0,25 0 15,-24 25-15,24-25 0,-25 24 0,25-24 0,0 25 16,-25-25-16,25 25 0,0-25 0,0 25 0,0-25 15,0 25-15,0-25 0,0 24 16,0-24-16,25 25 0,-25-25 0,0 25 0,0-25 0,25 0 0,-25 25 16,0-25-16,24 0 0,-24 25 0,25-25 0,-25 0 0,25 0 0,-25 0 15,25 0-15,0 0 0,-25 0 0,24 0 0,1-25 16,-25 25-16,25 0 0,-25-25 0,25 25 15,0-25-15,-25 25 0,24-25 0,-24 1 0,0-1 16,25 25-16,-25-25 0</inkml:trace>
  <inkml:trace contextRef="#ctx0" brushRef="#br0" timeOffset="53505.0603">28600 5879 0,'0'0'15,"0"0"-15,0 0 0,-25 0 0,25 0 0,0 0 16,0 0-16,0 25 0,0-25 16,-25 24-16,25-24 0,0 25 0,0-25 0,-25 25 0,25 0 0,0-25 0,0 25 15,0-1-15,-24 1 0,24 0 16,0 0-16,0 0 0,0-1 0,0 1 0,0-25 0,0 25 0,0 0 15,0 0-15,0-1 0,0 1 0,0 0 0,0 0 0,-25-25 16,25 25 0,0-1-16,0 1 0,0-25 0,0 25 0,0-25 0,0 25 0,-25-25 0,25 25 0,0-25 15,0 0-15,0 24 0,0-24 0,0 0 0,0 0 16,0 0-16,0 0 0,0 0 0,0 0 0,0 0 0,0 0 0,0-24 15,0 24-15,25-25 0,-25 25 0,25 0 0</inkml:trace>
  <inkml:trace contextRef="#ctx0" brushRef="#br0" timeOffset="53921.0841">28649 6226 0,'25'0'0,"-25"-25"0,0 25 0,0 0 0,0-25 0,0 25 15,0 0-15,0 0 0,0 0 0,0 0 0,0 0 16,0 0-16,0 0 0,0 0 0,0 0 0,0 0 16,0 25-16,0-25 0,0 0 0,0 25 0,0-25 0,-25 25 15,25-25-15,0 25 0,0-25 0,-24 24 0,24 1 0,0-25 16,0 25-16,0-25 15,-25 25-15,25 0 0,0-25 0,0 24 0,0-24 0,0 25 0,0 0 0,0-25 16,25 25-16,-25-25 0,0 0 0,0 25 0,0-25 16,24 0-16,-24 0 0,0 24 0,25-24 0,-25 0 0,0 0 0,25 0 15,-25 0 1,0 0-16,25 0 0,-25-24 0,25 24 0,-25 0 0,0-25 0,24 25 15,-24 0-15,0-25 0,25 25 0,-25-25 16,0 0-16,25 25 0,-25-24 0,0-1 0,25 0 0,-25 25 16,0-25-16,25 0 0,-25 1 0,0 24 0,24-25 0,-24 0 15,0 25-15,0-25 0,0 25 0,0 0 0,25-25 0,-25 25 0,0 0 0,0 0 16,0 0-16,0 0 0,0 0 0,-25 25 0,25-25 0,0 0 15,0 0-15,0 25 16,0-25-16,0 25 0,-24-25 0,24 0 0,0 25 0,0-1 0,-25-24 16,25 25-16,0-25 0,0 25 0,0-25 0,0 25 15,-25-25-15,25 25 0,0-1 0,0-24 0,0 25 0,0-25 0,0 25 16,25-25-16,-25 25 0,0-25 0,0 25 0,0-25 15,25 0-15,-25 24 0,24-24 16,-24 0-16,0 0 0,25 25 0,-25-25 0,25 0 0,0 0 0,-25 0 16,25 0-16,-25-25 0,24 25 0,-24 0 0,25 0 0,0 0 0,-25-24 15</inkml:trace>
  <inkml:trace contextRef="#ctx0" brushRef="#br0" timeOffset="54328.1073">29220 6350 0,'0'0'0,"25"-25"0,-25 25 16,0-25-16,0 25 0,0-24 0,0 24 0,0 0 16,0 0-16,0-25 0,0 25 0,0 0 0,0 0 0,0 0 15,-25 25-15,25-25 0,0 0 0,-25 0 16,25 24-16,-25-24 0,25 0 0,-24 25 0,24-25 15,-25 25-15,25-25 0,0 25 0,-25-25 0,25 25 0,0-25 0,0 24 16,0-24-16,0 25 0,0 0 0,0-25 0,0 25 0,0-25 16,0 25-16,25-25 15,-25 24-15,0-24 0,0 0 0,25 25 0,-25-25 16,0 0-16,24 0 0,-24 25 0,0-25 0,25 0 0,-25 0 0,0 0 15,25 0-15,-25 0 0,0-25 0,0 25 0,25 0 0,-25 0 0,0-25 16,0 25-16,0 0 0,0-24 0,25 24 16,-25-25-16,0 25 0,0-25 0,0 0 15,0 25-15,24-25 0,-24 1 0,0 24 0,0-25 0,25 25 0,-25-25 0,0 25 16,25-25-16,-25 25 0,0 0 15,0-25-15,25 25 0,-25 0 0,0 0 16,25 0-16,-25 0 0,0 0 0,24 0 0,-24 0 0,0 0 16,25 25-16,-25-25 0,0 0 0,25 0 0,-25 0 0,0 25 15,25-25-15,-25 25 0,0-25 0,0 0 0,0 25 0,0-25 0,25 24 0,-25-24 16,0 25-16,0-25 0,0 25 15,0-25-15,0 25 0,0-25 0,0 25 16,0-25-16,-25 0 0,25 24 0,0-24 0,0 0 0,0 25 0,0-25 16,0 0-16,0 0 0,0 0 0,0 0 0,0 0 0,0 0 0,0 0 15,0 0-15,0 0 0,0 0 0,0 0 0,-25 0 0,25 0 16,0-25-16,0 25 0</inkml:trace>
  <inkml:trace contextRef="#ctx0" brushRef="#br0" timeOffset="54517.1182">29518 6077 0,'0'0'0,"0"0"16,0 0-16,0 0 0,0 0 0,24 0 0,-24 0 0,0 0 15,0 0-15,25 25 0,-25-25 0,0 0 0,25 0 0,-25 25 16,0-25-16,0 0 0,25 0 0,-25 25 0,0-25 0,0 24 0,0-24 15,0 0-15,-25 25 0,25-25 0,0 0 0,-25 25 16,25-25-16,0 0 0,-25 0 16</inkml:trace>
  <inkml:trace contextRef="#ctx0" brushRef="#br0" timeOffset="54747.1312">29071 5928 0,'0'0'0,"25"-24"15,-25 24-15,0 0 0,0 0 0,0 24 0,0-24 0,0 0 16,0 0-16,25 0 0,-25 0 0,0 25 0,0-25 16,0 0-16,0 25 0,0-25 15,0 0-15,0 25 0,0-25 0,-25 0 0,25 25 0,0-25 16,-25 0-16,25 24 0,0-24 0,-25 0 0,25 0 0,-25 0 0,25 25 15,0-25-15,-24 0 0,24 0 0,-25 0 0,25 0 0,0-25 16,0 25-16,-25 0 0</inkml:trace>
  <inkml:trace contextRef="#ctx0" brushRef="#br0" timeOffset="54937.1422">29518 5680 0,'0'0'0,"0"0"0,0 0 0,0 0 0,0 0 0,0 0 15,-25 0-15,25 25 0,0-25 0,0 0 0,-25 25 16,25-25-16,-25 25 0,25-25 0,-25 24 0,25-24 16,-24 25-1,24 0-15,-25-25 0,25 25 0,-25-25 0,25 25 0,-25-25 0,25 25 0,-25-25 16</inkml:trace>
  <inkml:trace contextRef="#ctx0" brushRef="#br0" timeOffset="55373.1669">30162 6300 0,'0'0'0,"0"0"15,0 0-15,0 0 0,0 25 0,0-25 0,-24 0 0,24 25 16,0-25-16,0 25 0,0 0 16,-25-25-16,25 24 0,0 1 0,-25 0 0,25 0 15,-25 0-15,25-1 0,0 1 0,-25 0 0,25 0 0,-24 0 16,24 24-16,0-24 0,-25 0 0,25 0 0,-25-1 0,25 1 15,0 0-15,-25 0 0,25 0 0,0-25 0,-25 25 0,25-1 0,0 1 16,0-25-16,-24 25 0,24 0 0,0-25 0,0 25 16,-25-25-16,25 0 0,0 24 15,0-24-15,0 0 0,-25 0 0,25 25 0,0-25 0,0 0 16,0 0-16,0 0 0,-25 0 0,25-25 0,0 25 0,0 0 0,0 0 15,0-24-15,0 24 0,-25-25 0,25 25 0,0-25 0,0 0 16,0 25-16,0-25 0,25 1 0</inkml:trace>
  <inkml:trace contextRef="#ctx0" brushRef="#br0" timeOffset="55630.1818">30138 6350 0,'24'0'0,"-24"0"16,0 0-16,25 0 0,-25 0 0,25 0 0,-25 0 15,25 0-15,-25 0 0,25 0 0,-25 25 16,25-25-16,-1 0 0,-24 0 0,0 25 0,25-25 0,-25 0 16,25 24-16,-25-24 0,0 25 0,0-25 0,0 25 0,0-25 0,0 25 15,0-25-15,0 25 0,0-1 0,0-24 0,-25 25 0,25-25 16,0 25-1,-25-25-15,25 25 0,-24-25 0,24 0 0,-25 25 0,25-25 0,-25 0 16,0 0-16,25 24 0,-25-24 0,25 0 0,-25 0 0,25 0 0,-24 0 16,24 0-16,-25 0 0,25 0 0,0-24 0,-25 24 0,25 0 15,0 0-15,25-25 16,-25 25-16,0-25 0,25 25 0,-25-25 0</inkml:trace>
  <inkml:trace contextRef="#ctx0" brushRef="#br0" timeOffset="55832.1932">31006 6028 0,'0'24'0,"0"-24"0,0 0 0,0 0 0,0 0 0,0 25 0,0-25 16,-25 0-16,25 25 0,0-25 0,0 25 15,-25 0-15,25-25 0,0 24 0,0 1 0,-25 0 0,25 0 16,0-25-16,-24 25 0,24-1 0,0 1 0,0 0 0,-25 0 15,25-25-15,0 25 0,0-1 0,0 1 0,0-25 0,0 25 0,-25 0 16,25-25-16,0 25 0,0-25 0,0 0 0,-25 24 0,25-24 16,0 0-16,0 0 15,-25 0-15,25 0 0,0 0 0</inkml:trace>
  <inkml:trace contextRef="#ctx0" brushRef="#br0" timeOffset="56311.2208">30758 6201 0,'0'-25'0,"0"25"0,25 0 0,-25 0 16,24 0-16,-24 0 0,25 25 0,-25-25 0,25 0 0,0 0 0,-25 0 15,25 0-15,-1 25 0,-24-25 0,25 0 0,0 25 0,0-25 16,-25 0-16,25 25 0,-1-25 16,-24 24-16,25-24 0,-25 25 0,25-25 15,-25 25-15,0-25 0,25 25 0,-25-25 0,0 25 0,0-25 0,0 24 0,0-24 0,0 25 16,0-25-16,0 0 0,0 25 0,0-25 0,0 0 15,0 25-15,-25-25 0,25 0 0,0 0 0,0 0 0,0 25 0,0-25 16,0 0 0,0 0-16,0 0 0,0 0 0,0 0 0,0 0 0,0 0 0,25 0 0,-25 0 15,0 0-15,0 0 0,25 0 0,-25 0 0,24 0 0,-24 0 16,25 0-16,-25 0 0,25 0 0,-25 0 0,25 0 0,-25-25 15,25 25-15,-25 0 0,25 0 16,-25-25-16,24 25 0,-24 0 0,25-25 0,-25 25 0,0-25 0,25 25 0,-25-24 0,0 24 16,0-25-1,25 25-15,-25-25 0,0 25 0,0-25 0,0 25 0,25-25 0,-25 25 16,0 0-16,0 0 0,0-24 0,0 24 0,0 0 0,0 0 0,0 0 15,0 0-15,0 0 0,0 0 0,0 24 0,0-24 0,0 0 16,-25 0-16,25 25 0,0-25 16,0 0-16,-25 25 0,25-25 0,0 25 0,-25-25 0,25 0 0,0 25 0,0-25 15,-25 24-15,25-24 0,0 25 0,0-25 0,0 25 0,0-25 0,0 25 16,0-25-16,0 25 0,25-25 15,-25 0-15,0 24 0,0-24 0,0 0 16,25 25-16,-25-25 0,0 0 0,0 0 0,25 25 0,-25-25 0,0 0 0,25 0 0,-25 0 16,0 0-16,24 0 0,-24 0 0,0-25 0,0 25 0,25 0 15,-25-25-15,0 25 0,25 0 16,-25-24-16</inkml:trace>
  <inkml:trace contextRef="#ctx0" brushRef="#br0" timeOffset="56509.232">31651 6176 0,'0'0'0,"0"0"0,0 0 0,0 0 0,0 0 16,0 0-16,0 0 0,0 0 15,0 0-15,25 0 0,-25 0 0,0 0 0,0 25 0,0-25 16,0 0-16,0 25 0,0-25 0,0 25 0,24-25 0,-24 0 16,0 25-16,0-25 0,0 24 0,0-24 0,0 25 0,0-25 15,-24 25-15,24-25 0,0 25 0,0-25 0,0 0 0,-25 0 0,25 25 16,-25-25-16,25 0 15,-25 0-15,25 0 0,-25 0 0,25 0 0,-24 0 0,24 0 0,-25 0 16,25-25-16,-25 25 0,25 0 0,0-25 0,-25 25 0</inkml:trace>
  <inkml:trace contextRef="#ctx0" brushRef="#br0" timeOffset="56736.245">31849 5829 0,'0'0'16,"25"0"-16,-25 0 0,0 0 0,25 0 0,-25 0 0,0 0 0,25 0 15,-25 0-15,24 0 0,-24 0 0,0 25 0,25-25 0,-25 0 16,25 0-16,-25 0 16,0 25-16,0-25 0,25 0 0,-25 25 0,0-25 0,0 0 0,0 24 0,-25-24 15,25 0-15,0 25 0,-25-25 0,25 0 0,0 25 0,-25-25 0,1 25 16,24-25-16,-25 0 0,0 25 15,0-25-15,0 0 0,1 24 0,-1-24 16,-25 0-16,25 0 0,1 0 0</inkml:trace>
  <inkml:trace contextRef="#ctx0" brushRef="#br0" timeOffset="58188.3282">3026 7243 0,'0'0'0,"0"-25"16,0 0-16,0 25 0,0-24 0,0-1 0,0 25 0,0-25 0,0 25 15,0-25-15,0 25 0,0-25 0,0 25 0,0-24 0,0 24 0,0 0 16,0 0-16,0-25 16,0 25-16,0 0 0,0 0 0,0 0 0,0 0 0,0 0 15,0 0-15,0 0 0,0 0 0,0 0 0,0 25 0,0-25 16,0 24-16,0-24 0,0 25 0,0 0 0,0-25 0,0 25 0,0 0 15,-25-1-15,25 1 0,0 0 0,0 25 0,0-26 16,0 1-16,0 0 0,0 0 0,0 0 0,0-1 0,0 1 0,0 0 16,0 0-16,0 0 0,0-25 15,0 24-15,0 1 0,0-25 0,0 25 16,0 0-16,0-25 0,0 25 0,0-25 0,0 24 0,0-24 0,25 0 0,-25 25 15,0-25-15,0 0 0,0 0 0,0 25 0,0-25 0,0 0 0,0 0 16,0 0-16,0 0 0,0 0 0,0 0 0,0-25 16,0 25-16,0 0 15,0 0-15,0-25 0,0 25 0,0 0 0,0-24 0,25 24 0,-25-25 16,0 25-16,0-25 0,0 25 0,0-25 0,25 25 0,-25 0 0,0-25 0,0 25 15,25 0-15,-25 0 0,0-24 0,24 24 0,-24 0 16,0 0-16,0 0 16,25 24-16,-25-24 0,0 0 0,25 0 0,-25 25 0,0-25 0,25 0 0,-25 25 15,0-25-15,0 25 0,25 0 0,-25-25 0,0 24 16,0-24-16,0 25 0,0 0 0,0-25 0,0 25 0,0 0 0,0-25 15,0 24-15,0-24 16,0 25-16,0-25 0,0 25 0,-25-25 0,25 0 0,0 25 16,0-25-16,-25 0 15,25 25-15,0-25 0,-25 0 0,25 0 0,0 0 0,0 0 0,-25 0 0,25 0 0,0 0 16,-24 0-16,24 0 0,0-25 0,-25 25 0,25 0 0,0-25 0,0 25 15,0 0-15,-25-25 0,25 25 0,0 0 0,0-25 0,0 25 0,0 0 16,0-24-16,25 24 0,-25 0 0,0-25 0,0 25 16,25 0-16,-25 0 0,0 0 15,24-25-15,-24 25 0,25 0 0,-25 0 0,0 0 16,25 0-16,0 0 0,-25-25 0</inkml:trace>
  <inkml:trace contextRef="#ctx0" brushRef="#br0" timeOffset="58991.3741">3349 7665 0,'0'-25'0,"0"25"0,0 0 15,0 0-15,24 0 0,-24 0 0,0 0 0,-24 0 16,24 0-16,0 0 0,0 0 0,0 0 0,0 0 15,0 0-15,0 0 0,0 0 0,0 0 0,0 0 0,0 25 16,0-25-16,0 0 0,-25 24 16,25-24-16,0 25 0,0 0 0,0-25 0,0 25 0,0 0 15,0-25-15,0 24 0,0-24 0,0 25 0,0 0 0,0-25 0,0 25 16,25-25-16,-25 0 0,0 25 0,0-25 0,24 24 0,-24-24 15,0 0-15,25 0 0,-25 25 0,25-25 0,-25 0 16,25 0-16,-25 0 0,25 0 16,-25 0-16,24 0 0,1 0 0,-25 0 0,25-25 0,-25 25 0,25 0 15,-25-24-15,25 24 0,-25 0 0,24-25 0,-24 25 0,25-25 16,-25 25-16,0 0 0,25-25 0,-25 25 15,0-25-15,0 25 0,0-24 0,0 24 16,0 0-16,0-25 0,0 25 0,0-25 0,-25 25 0,25-25 0,0 25 16,0 0-16,-25-25 0,25 25 0,0 0 0,-24-24 0,24 24 0,0 0 15,0 0-15,-25 0 0,25-25 16,0 25-16,0 0 0,-25 25 0,25-25 0,0 0 15,0 0-15,0 0 0,0 24 0,0-24 0,-25 0 0,25 25 16,0-25-16,0 25 0,0-25 0,0 25 0,0-25 0,0 25 0,0-1 16,0-24-16,25 25 0,-25-25 0,0 25 0,0-25 0,0 25 15,0 0-15,0-25 0,25 0 0,-25 24 0,0-24 16,0 25-16,0-25 0,25 0 0,-25 25 0,0-25 15,0 0-15,24 0 0,-24 25 0,0-25 0,0 0 0,25 0 16,-25 0-16,0 0 0,0 0 0,25 0 0,-25 0 16,0-25-16,25 25 15,-25 0-15,0 0 0,0 0 0,0-25 0,25 25 0,-25 0 0,0-25 16,0 25-16,0 0 0,25-24 0,-25 24 0,0-25 0,0 25 0,0 0 15,0-25-15,0 25 0,0-25 0,0 25 0,0-25 0,24 25 16,-24-24-16,0 24 16,0 0-16,0-25 0,0 25 0,0 0 0,0-25 0,0 25 0,25 0 15,-25 0-15,0 0 0,0 0 0,0 0 0,0 0 0,0 0 16,0 0-16,0 0 0,0 0 0,0 25 0,25-25 0,-25 25 0,0-25 15,0 0-15,0 24 0,0-24 0,0 25 0,0-25 16,0 25-16,0 0 0,0-25 16,0 25-16,-25-25 0,25 24 0,0-24 0,0 25 0,0-25 15,0 25-15,0-25 0,0 0 0,0 0 0,25 25 0,-25-25 0,0 0 16,0 0-16,0 0 0,0 0 15,0 0-15,0 0 0,0 0 0,0 0 0,25 0 0,-25 0 0,0 0 0,25 0 16,-25-25-16,0 25 0,24 0 0,-24-25 0,25 25 0,-25 0 16,0-25-16,25 25 0,-25 0 15,0 0-15,25-24 0,-25 24 0,0 0 0,0 0 16,25 0-16,-25 0 0,0 0 0,0 0 0,0 24 0,0-24 0,0 0 15,24 0-15,-24 25 0,0-25 0,0 0 0,0 0 0,0 25 0,0-25 16,0 0-16,0 25 0,0-25 16,25 0-16,-25 0 0,0 25 0,0-25 15,0 0-15,0 0 0,0 25 0,0-25 0,0 0 0,0 0 0,25 0 16,-25 0-16,0 0 0,0 0 0,0 0 0,0 0 0,0-25 0,0 25 15,0 0-15,0 0 0,0-25 0,0 25 0</inkml:trace>
  <inkml:trace contextRef="#ctx0" brushRef="#br0" timeOffset="59254.3891">3646 7516 0,'-25'0'0,"25"0"0,0 0 0,0-25 0,0 25 0,0 0 0,0 0 0,0 0 0,0 0 0,0-25 16,0 25-16,25 0 0,-25 0 0,0 0 0,25-25 15,-25 25-15,25 0 16,-25-24-16,0 24 0,25 0 0,-25 0 0,25 0 0,-25 0 0,24-25 0,-24 25 16,0 0-16,25 25 0,-25-25 0,25 0 0,-25 0 0,0 0 0,0 24 15,25-24-15,-25 0 0,0 25 0,0-25 0,25 0 16,-25 25-16,0-25 15,0 0-15,0 25 0,24-25 0,-24 0 0,0 25 0,0-25 0,25 0 16,-25 0-16,0 0 0,25 0 0,-25 0 0,0 0 0</inkml:trace>
  <inkml:trace contextRef="#ctx0" brushRef="#br0" timeOffset="59401.3975">4217 7218 0,'-25'0'15,"25"0"-15,0 0 0,0 0 0,0 25 0,0-25 0,-25 0 16,25 25-16,-25 0 0,25-25 0,0 24 0,-24 1 0,24 0 15,-25 0-15,0-25 0,25 25 0,-25-1 0,25 1 0,-25-25 0,1 25 16,24 0-16,-25-25 0,0 25 0,25-25 0,-25 0 16</inkml:trace>
  <inkml:trace contextRef="#ctx0" brushRef="#br0" timeOffset="59573.4074">3572 7417 0,'0'0'0,"0"-25"0,-25 25 0,25 0 0,0-25 15,0 25-15,0 0 0,0 0 0,0-25 16,0 25-16,25 0 0,-25 0 0,0 0 0,25 0 15,-25 0-15,24 0 0,-24 0 0,25 0 0,-25 0 0,25 0 0,-25 25 0,25-25 16,0 0-16,-25 0 0,25 25 0,-1-25 0,1 0 16</inkml:trace>
  <inkml:trace contextRef="#ctx0" brushRef="#br0" timeOffset="59946.4287">5755 7789 0,'0'-25'0,"0"25"16,-25 0-16,25 0 0,-25-25 0,25 25 0,-25 0 0,0-25 15,25 25-15,-24 0 0,-1 0 0,25-25 16,-25 25-16,25 0 0,-25 0 0,0 0 16,25 0-16,-24 0 0,24 0 0,0 0 0,-25 0 0,25 0 15,-25 0-15,25 25 0,0-25 0,-25 25 0,25-25 0,0 0 0,0 25 16,-25 0-16,25-25 0,0 24 0,0-24 0,0 25 0,-24-25 15,24 25-15,0-25 0,0 25 0,0-25 0,0 0 16,24 25-16,-24-25 16,0 0-16,0 24 0,25-24 0,-25 0 0,0 0 0,25 0 15,-25 0-15,25 0 0,0 0 0,-25 0 0,24-24 0,1 24 0,-25 0 0,25 0 16,0-25-16,-25 25 0,25 0 0,-1-25 0,1 25 15,-25-25-15,25 25 0,-25-25 0,25 25 0,0-24 0,-25 24 16,24-25-16,-24 0 16</inkml:trace>
  <inkml:trace contextRef="#ctx0" brushRef="#br0" timeOffset="60196.443">5779 7317 0,'0'-24'0,"0"24"16,-24 0-16,24-25 0,0 25 0,0 0 0,0 0 0,-25 0 16,25 0-16,0 25 0,0-25 0,0 0 0,0 24 15,0-24-15,0 25 0,0-25 0,-25 25 0,25 0 0,0-25 16,0 25-16,0-1 0,0 1 0,0 0 0,0 0 15,0 0-15,0-1 0,0-24 0,0 25 0,0 0 0,0 0 16,0 0-16,25-1 0,-25 1 0,0 0 0,0 0 16,0 0-16,0-1 0,0-24 0,0 25 15,0 0-15,0 0 0,0-25 0,0 25 0,0-1 0,0-24 0,0 25 16,0-25-16,0 0 15,0 25-15,25-25 0,-25 0 0,0 25 0,0-25 0,0 0 0,0 0 0,0 0 0,0 0 16,0 0-16,24 0 0,-24 0 16,0 0-16,0 0 0,0-25 0,25 25 0,-25 0 15,0 0-15,0-25 0</inkml:trace>
  <inkml:trace contextRef="#ctx0" brushRef="#br0" timeOffset="60707.4722">5854 7863 0,'0'0'0,"0"0"0,0-25 0,0 25 16,0 0-16,25 0 0,-25-25 0,0 25 0,0 0 16,0-24-16,0 24 0,0 0 0,0 0 0,0 0 15,0 0-15,0 0 0,0-25 0,0 25 0,-25 0 0,25 0 16,0 0-16,0 0 15,0 0-15,0 25 0,0-25 0,0 0 0,-25 0 0,25 0 16,0 0-16,0 24 0,0-24 0,0 25 0,0-25 0,0 25 0,0-25 16,0 25-16,0-25 0,0 25 0,0-25 0,0 24 0,0-24 0,0 25 15,0-25-15,25 0 0,-25 25 0,0-25 0,25 0 16,-25 25-1,0-25-15,25 0 0,-25 25 0,24-25 0,-24 0 0,0 0 0,25 0 0,-25 0 0,25 0 16,-25 0-16,0 0 0,25 0 0,-25 0 0,0 0 0,0 0 16,0-25-16,25 25 0,-25 0 0,0 0 0,0-25 0,0 25 15,0-25-15,0 25 16,0 0-16,0-25 0,-25 25 0,25-24 0,0 24 0,0-25 0,0 25 0,-25 0 15,25-25-15,0 25 0,0-25 0,0 25 0,0 0 0,0-25 16,0 25-16,0 0 0,0 0 0,0-24 16,0 24-16,0 0 0,0 0 0,0-25 15,0 25-15,25 0 0,-25 0 0,0-25 0,25 25 0,-25 0 0,0 0 16,24 0-16,-24 0 0,0 0 0,25 0 0,-25 0 0,0 0 15,25 0-15,-25 0 0,0 0 0,0 25 0,25-25 16,-25 0-16,0 25 0,25-25 0,-25 0 16,0 24-16,0-24 0,0 25 0,24-25 0,-24 0 0,0 25 15,0-25-15,0 25 0,0-25 0,0 0 0,0 25 0,25-25 0,-25 24 16,0-24-16,0 0 0,0 25 0,0-25 0,0 25 0,0-25 15,0 0-15,0 25 0,0-25 0,0 0 0,0 25 16,0-25-16,0 0 16,0 0-16,0 25 0,0-25 0,0 0 0,0 0 0,0 0 0,0 0 15,0 0-15,25 0 0,-25 0 0,0 0 0,0-25 0,25 25 16,-25 0-16,0-25 0,25 25 0,-25 0 0,0-25 0,0 25 0,0-25 15</inkml:trace>
  <inkml:trace contextRef="#ctx0" brushRef="#br0" timeOffset="60941.4856">5928 7491 0,'0'0'0,"0"0"0,-24 0 15,24-25-15,0 25 0,0 0 0,0 0 0,0-25 0,0 25 0,0 0 16,0 0-16,0-24 0,0 24 0,24 0 0,-24 0 0,0-25 0,25 25 15,-25 0-15,25 0 0,-25 0 0,0-25 0,25 25 16,-25 0-16,25 0 16,-25 0-16,24 0 0,-24 0 0,25 25 0,-25-25 0,0 0 0,25 0 15,-25 0-15,0 25 0,25-25 0,-25 0 0,0 24 0,0-24 16,0 0-16,25 25 0,-25-25 0,0 0 0,0 0 0,0 0 0</inkml:trace>
  <inkml:trace contextRef="#ctx0" brushRef="#br0" timeOffset="61131.4965">6176 7193 0,'0'0'0,"0"0"16,0 0-16,25-24 0,-25 24 0,0 0 0,0 24 16,0-24-16,0 0 0,0 0 0,0 0 0,0 0 0,0 25 15,25-25-15,-25 25 0,0-25 0,0 0 0,0 25 0,0-25 16,0 25-1,0-25-15,0 24 0,0 1 0,0-25 0,0 25 0,0-25 0,0 25 0,-25 0 0,25-25 0,-25 24 16,25-24-16,-24 25 0,-1-25 0,0 25 0,0-25 16</inkml:trace>
  <inkml:trace contextRef="#ctx0" brushRef="#br0" timeOffset="61286.5054">5606 7516 0,'0'0'0,"0"-25"0,0 25 0,0 0 16,0 0-16,0 0 0,0 0 0,25 0 0,-25 0 15,0 0-15,24 0 0,-24-25 0,25 25 16,0 0-16,-25 0 0,25 0 0,0 0 0,-1 0 15,1-25-15,0 25 0,0 0 0,0 0 0,0 0 0,-1 0 16,1 0-16,0 0 0,0 0 16,24 0-16,-24 0 0,0 25 0,0-25 0</inkml:trace>
  <inkml:trace contextRef="#ctx0" brushRef="#br0" timeOffset="61601.5232">7590 7739 0,'-25'0'0,"25"0"16,0 0-16,-24-25 0,24 25 0,0 0 0,0 0 0,0 0 16,0 0-16,0 0 0,0 0 0,24 0 0,-24 0 15,0 0-15,25-25 0,-25 25 16,25 0-16,-25 0 0,25 25 0,0-25 0,-25 0 0,24 0 0,1 0 15,0 0-15,-25 0 0,25 0 0,0 25 0,-25-25 0,24 0 0,1 0 16,-25 0-16,25 25 0,-25-25 0,0 0 0,25 0 16</inkml:trace>
  <inkml:trace contextRef="#ctx0" brushRef="#br0" timeOffset="61795.5345">7565 8012 0,'0'0'0,"0"0"15,0 0-15,0 0 0,0 0 0,0-25 0,0 25 16,25 0-16,-25 0 0,25 0 0,-25 0 0,25 0 15,0-25-15,-25 25 0,24 0 0,1 0 16,0 0-16,-25 0 0,25 0 0,0 0 0,-1 0 0,-24 0 0,25 25 16,0-25-16,0 0 0,0 0 15,-1 0-15,-24 0 0,25 25 0,0-25 0,0 0 0,0 0 16,0 0-16,-1 0 0,1 0 0,0 0 0,-25 0 0,25 0 15,0 0-15</inkml:trace>
  <inkml:trace contextRef="#ctx0" brushRef="#br0" timeOffset="62304.5636">8855 7565 0,'0'-24'15,"-25"24"-15,25 0 16,0 0-16,-24 0 0,24 0 0,0-25 0,-25 25 0,25 0 0,0 0 15,-25 0-15,25 0 0,0 0 0,-25 0 0,25 0 0,0-25 0,-25 25 16,25 0-16,0 0 0,0 0 0,0 0 0,0 0 16,-24 0-16,24 0 0,0 0 0,0 0 15,0 25-15,0-25 0,0 0 0,-25 0 16,25 0-16,0 25 0,0-25 0,-25 24 0,25-24 0,0 25 0,-25-25 0,25 25 31,0 0-31,-25-25 0,25 25 0,0-1 0,0 1 0,0 0 0,0-25 0,0 25 0,0 0 0,0-1 0,0-24 16,0 25-16,0 0 0,0-25 0,25 25 0,-25-25 0,25 25 15,-25-25-15,25 24 16,-25-24-16,25 0 0,-25 25 0,24-25 0,1 0 0,-25 0 0,25 0 0,0 0 15,-25 0-15,25 0 0,-1 0 0,-24 0 0,25 0 16,-25 0-16,25 0 0,0 0 0,-25 0 0,25 0 0,-25 0 16,0 0-16,24 0 0,-24 0 0,25 0 15,-25 0-15,0 0 0,0-25 0,25 25 0,-25 0 0,0 0 0,0 0 16,0-24-16,0 24 0,25 0 0,-25 0 0,0-25 0,0 25 15,0 0-15,0-25 0,0 25 16,0-25-16,0 25 0,0-25 0,-25 1 0,25 24 16,0-25-16,0 0 0,0 0 0,0 25 0,-25-25 0,25 1 0,0 24 15,0-25-15,-25 25 0,25-25 0,0 25 0,0 0 0,0-25 16,-24 25-1,24 0-15,0 0 0,0 0 0,-25 0 0,25 0 0,0 0 0,0 0 0,-25 0 0,25 0 16,0 0-16,-25 0 0,25 0 0,-25 0 0,25 25 0,-24-25 16,-1 0-16</inkml:trace>
  <inkml:trace contextRef="#ctx0" brushRef="#br0" timeOffset="64072.6646">4862 9004 0,'0'-25'0,"0"25"0,0 0 16,-25 0-16,25-25 0,0 25 0,0 0 0,0 0 16,0-24-16,-25 24 0,25 0 0,0 0 0,0 0 0,0 0 15,0 0-15,0-25 0,0 25 0,0 0 0,0 0 0,0 0 0,0 0 16,0 0-16,0 0 0,0 0 0,0 0 0,0 0 0,0 0 0,0 0 15,0 0-15,0 0 16,0 0-16,-25 25 0,25-25 0,0 0 0,0 24 0,0-24 16,0 25-16,0-25 0,-25 25 0,25 0 0,0 0 0,0-25 15,-24 25-15,24-1 0,0 1 0,0 0 0,0-25 0,-25 25 0,25 0 16,0-1-16,0-24 0,0 25 0,0 0 0,0-25 15,0 25-15,-25 0 0,25-25 16,0 24-16,0-24 0,0 25 0,0-25 0,0 25 0,0-25 0,0 25 16,0-25-16,0 0 0,0 25 0,0-25 0,0 0 0,0 24 0,0-24 15,0 0-15,0 0 0,0 0 0,0 0 0,0 0 16,0 0-16,0 0 15,0 0-15,0 0 0,0 0 0,0 0 0,25 0 0,-25-24 0,0 24 16</inkml:trace>
  <inkml:trace contextRef="#ctx0" brushRef="#br0" timeOffset="64551.692">4738 8979 0,'0'0'16,"0"-25"-16,0 25 0,0 0 0,0-24 15,0 24-15,0 0 0,0 0 0,0-25 16,24 25-16,-24 0 0,0 0 0,0-25 0,25 25 0,-25 0 0,0 0 15,25 0-15,-25-25 0,0 25 0,25 0 16,-25 0-16,25 0 0,-25 0 0,25 0 0,-25 0 0,0 0 0,24 25 0,-24-25 16,0 0-16,25 25 0,-25-25 0,0 25 0,0-25 0,0 24 15,0 1-15,0-25 0,0 25 16,0-25-16,0 25 0,0 0 0,0-25 15,-25 25-15,25-1 0,0-24 0,0 25 0,-24-25 0,24 25 0,0 0 0,-25-25 16,25 25-16,0-25 0,-25 24 0,25-24 0,0 25 0,-25-25 16,25 0-16,0 25 0,0-25 0,0 0 0,-25 0 0,25 0 15,0 0-15,0 25 0,0-25 16,0 0-16,0 0 0,0 0 0,0 0 0,25 0 0,-25 0 15,0 0-15,0 0 0,0 0 0,25 0 0,-25 0 0,0 0 0,25 0 16,-25 0-16,0 0 0,25 0 0,-25 25 0,0-25 0,24 0 16,-24 0-16,0 24 15,25-24-15,-25 0 0,0 25 0,0-25 0,25 25 0,-25-25 16,0 0-16,0 25 0,0-25 0,0 0 0,0 25 0,0-25 15,0 0-15,0 24 0,-25-24 0,25 0 0,0 25 0,0-25 0,-25 0 16,25 25-16,-24-25 0,24 0 16,0 0-16,-25 25 0,25-25 0,-25 0 15,0 0-15,25 0 0,-25 25 0,25-25 0,0 0 0,-25 0 0,25 0 0,-24 0 16,24 0-16,0 0 0,0 0 0,0 0 0,0-25 0,0 25 0,0 0 15,0-25-15,0 25 0,0 0 0,24-25 0,-24 25 0,0-25 16,25 1-16,-25 24 16,25-25-16,0 25 0,-25-25 0</inkml:trace>
  <inkml:trace contextRef="#ctx0" brushRef="#br0" timeOffset="64996.7176">5209 9178 0,'0'0'0,"0"0"0,0 0 0,0-25 0,0 25 16,0 0-1,0-25-15,0 25 0,0 0 0,0-25 0,0 25 0,0-24 16,25 24-16,-25 0 0,0-25 0,0 25 0,0 0 0,25-25 0,-25 25 0,0 0 16,0 0-16,0 0 0,24 0 0,-24 0 0,0 0 0,0 0 15,0 0-15,25 0 0,-25 0 0,0 25 16,0-25-16,0 0 0,0 25 0,0-25 31,0 24-31,0-24 0,0 25 0,-25 0 0,25-25 0,0 25 0,0 0 0,-24-25 0,24 24 0,-25 1 0,25-25 0,0 25 0,-25 0 16,25-25-16,-25 25 0,25-25 0,0 24 0,-25-24 0,25 25 0,0-25 15,-24 0-15,24 0 16,0 25-16,0-25 0,0 0 0,0 0 0,0 0 0,0 0 15,0 0-15,0 0 0,24 0 0,-24 0 0,0 0 0,0 0 0,25 0 16,-25 25-16,25-25 0,-25 0 0,25 0 0,-25 0 0,25 0 16,-25 0-16,24 0 0,-24 25 0,25-25 15,-25 0-15,25 0 0,-25 0 0,0 24 16,0-24-16,25 0 0,-25 25 0,0-25 0,0 0 0,0 25 0,0-25 0,0 0 15,0 25-15,0-25 0,0 0 0,-25 25 0,25-25 0,0 24 16,-25-24-16,25 0 16,-25 25-16,1-25 0,24 25 0,-25-25 0,0 25 15,25-25-15,-25 0 0,0 25 0,1-25 0,-1 24 0,0-24 16,25 0-16,-25 25 0,0-25 0,1 0 0,-1 25 0,0-25 0,0 0 15</inkml:trace>
  <inkml:trace contextRef="#ctx0" brushRef="#br0" timeOffset="65182.7282">4738 9847 0,'0'0'0,"0"0"0,0 0 0,0 0 16,0 0-16,0 0 0,0 0 0,0 0 0,24 0 0,-24 25 15,0-25-15,0 0 0,25 0 0,-25 0 0,25 0 16,-25 0-16,25 0 16,-25 0-16,25 0 0,0 0 0,-25 0 0,24 0 0,1 0 15,0 25-15,-25-25 0,25 0 0,0 0 0,-1 0 0,1 0 0,-25 25 0,25-25 16,0 0-16,0 0 0,-1 0 0,1 0 0,-25 0 47,25 0-47,0 0 0,0 0 0,-1 0 0,1 0 0,-25 0 0,25 0 0,0 0 0,-25 0 0</inkml:trace>
  <inkml:trace contextRef="#ctx0" brushRef="#br0" timeOffset="65349.7378">5680 9451 0,'0'-25'0,"0"25"0,25-25 0,-25 25 0,0-25 0,0 25 15,0 0-15,0 0 0,0 0 0,0 0 0,0 0 16,0 0-16,0 0 0,0 0 0,0 0 0,0 0 0,0 0 15,25 0-15,-25 0 0,0 0 0,0 25 0,0-25 16,0 0-16,0 0 16,25 25-16,-25-25 0,0 0 0,0 25 0,0-25 0,0 24 0,0-24 15</inkml:trace>
  <inkml:trace contextRef="#ctx0" brushRef="#br0" timeOffset="65464.7443">5730 9599 0,'0'0'0,"-25"25"0,25-25 16,0 0-16,0 0 0,0 0 0,0 0 0,0 0 16,0 0-16,0 0 0,0 0 0,0 0 0,0 0 0,0 0 15,25 0-15,-25-25 0,0 25 0,0 0 16,0 0-16,25 0 0,-25 0 0,24 0 0,-24 0 0,25 0 15,-25-24-15,0 24 0,25 0 0</inkml:trace>
  <inkml:trace contextRef="#ctx0" brushRef="#br0" timeOffset="65837.7657">6896 9153 0,'0'0'0,"-25"-25"16,25 25-16,0 0 0,-25 0 0,25-25 0,0 25 0,0 0 15,0 0-15,0 0 0,0 0 0,0 0 0,0 0 0,0 0 0,0 25 16,0-25-16,0 25 0,0-25 0,0 25 0,0 0 0,0-1 16,0 1-16,0 0 0,0 0 0,0 0 0,0-1 15,0 1-15,0-25 0,0 25 16,0 0-16,0 0 0,0-1 0,0-24 0,0 25 0,0 0 0,0-25 0,0 25 15,0-25-15,0 25 0,0-25 0,0 24 0,0-24 0,0 0 16,0 25-16,0-25 0,0 0 16,0 25-16,-25-25 0,25 0 0,0 0 0,0 0 15,0 0-15,0 0 0,-25 0 0,25 0 0,0-25 0,0 25 0,0-25 16,-24 25-16,24-24 0,0-1 0</inkml:trace>
  <inkml:trace contextRef="#ctx0" brushRef="#br0" timeOffset="66022.7763">6672 9029 0,'0'-25'0,"0"25"0,0 0 0,0 0 0,0-25 15,0 25 1,0 0-16,25 0 0,-25 0 0,0 0 0,25-25 0,-25 25 0,25 0 0,-25 0 0,25 0 0,-25 0 16,24 0-16,1 0 0,0 0 0,0 25 0,-25-25 0,25 0 15,0 0 1,-1 0-16,1 0 0,0 25 0,0-25 0,0 0 0,-1 0 0,-24 0 15,25 0-15,0 25 0,0-25 0,-25 0 0,25 0 0,-1 0 16,-24 0-16</inkml:trace>
  <inkml:trace contextRef="#ctx0" brushRef="#br0" timeOffset="66892.826">7218 8979 0,'0'-25'0,"-25"25"0,25 0 15,0 0-15,0 0 0,0 0 0,0-24 0,0 24 16,-24 0-16,24 0 0,0 0 0,0 0 0,0 0 0,0 0 16,0 24-16,0-24 15,0 0-15,0 25 0,0-25 0,0 25 0,0-25 0,0 25 16,0 0-16,0 0 0,0-1 0,0 1 0,0 0 0,0 0 0,0 0 31,-25-1-31,25 1 0,0 0 0,0 0 0,0 0 16,0-1-16,0 1 0,0 0 0,0 0 0,-25-25 0,25 25 0,0-25 0,0 24 0,0-24 0,0 25 0,0-25 0,0 0 15,0 25-15,0-25 0,0 0 0,25 0 0,-25 0 0,0 0 16,0 0-16,0 0 0,0 0 0,0 0 0,25 0 15,-25-25-15,0 25 0,0 0 16,24-25-16,-24 25 0,25 0 0,-25-24 0,0 24 0,25-25 16,-25 25-16,0-25 0,25 25 0,-25-25 0,0 25 0,25-25 0,-25 25 15,0 0-15,0-24 0,0 24 0,0 0 0,0-25 16,24 25-16,-24 0 0,0 0 15,0 0-15,0-25 0,0 25 0,0 0 0,0 0 0,0 0 0,-24 0 0,24 0 16,0 0-16,0 0 0,0 0 0,0 0 0,0 0 0,0 0 16,0 0-16,0 25 0,0-25 0,0 0 15,0 0-15,0 25 0,0-25 0,0 24 0,0-24 16,0 25-16,0-25 0,0 0 0,0 25 0,0-25 0,0 25 0,0-25 0,0 0 15,0 25-15,24-25 0,-24 0 16,0 24-16,0-24 0,0 0 0,0 25 0,0-25 16,25 0-16,-25 0 0,0 0 0,0 25 0,25-25 0,-25 0 0,25 0 0,-25 0 15,0 0-15,25 0 16,-25 0-16,24 0 0,-24-25 0,25 25 0,0 0 0,-25 0 15,25-25-15,-25 25 0,25 0 0,-25-24 0,24 24 0,-24 0 16,25-25-16,-25 25 0,0 0 0,0-25 0,25 25 0,-25 0 0,0-25 16,0 25-16,0 0 0,0-25 0,0 25 0,0 0 0,0 0 15,-25-24 1,25 24-16,0 0 0,0 0 0,0-25 0,0 25 0,0 0 0,0 0 15,-25 0-15,25 0 0,0-25 0,0 25 0,0 0 0,0 0 0,0 0 16,0 0-16,0 0 0,-24 0 0,24 25 0,0-25 0,0 0 16,0 0-16,0 25 0,0-25 0,0 0 0,0 24 0,0-24 15,0 25-15,0-25 16,0 25-16,0-25 0,0 0 0,0 25 0,0-25 0,0 25 15,0-25-15,0 24 0,0-24 0,24 25 0,-24-25 0,0 0 0,0 25 0,0-25 16,0 0-16,0 25 0,25-25 0,-25 0 0,0 0 0,0 0 16,0 25-1,25-25-15,-25 0 0,0 0 0,0 0 0,0 0 0,25 0 16,-25 0-16,0 0 0,25-25 0,-25 25 0,0 0 0,24 0 0,-24 0 0,25-25 15,-25 25-15,0 0 0,25-25 0,-25 25 16,25-25-16,-25 25 0,0 0 0,25-24 0,-25 24 0,0-25 0,24 25 16,-24 0-16,0-25 0,0 25 0,0 0 0,0 0 0,0-25 15,0 25-15,0 0 16,0 0-16,0 0 0,0 0 0,0 0 0,0 0 0,0 0 15,0 0-15,0 0 0,0 25 0,0-25 0,0 0 0,0 0 0,0 25 16,0-25-16,0 0 0,0 25 0,0-25 0,0 0 0,-24 24 0,24-24 16,0 25-16,0-25 0,24 0 15,-24 25-15,0-25 0,0 0 0,0 25 16,0-25-16,0 0 0,0 25 0,0-25 0,25 0 0,-25 0 0,0 24 0,0-24 15,25 0-15,-25 0 0,25 0 0,-25 0 0,0 0 0,25 0 16,-25-24-16,24 24 0,-24 0 16,25 0-16,-25-25 0,25 25 0</inkml:trace>
  <inkml:trace contextRef="#ctx0" brushRef="#br0" timeOffset="67133.8398">8062 9351 0,'0'0'0,"0"0"16,0 0-16,-25-24 0,25 24 0,0 0 0,0 0 16,0 0-16,0-25 0,0 25 0,0 0 0,0 0 0,-25 0 15,25 25-15,0-25 0,0 0 0,0 0 0,-25 24 16,25-24-16,0 0 0,0 25 0,0-25 0,0 25 0,0-25 15,0 25-15,0-25 0,0 25 16,0-25-16,0 24 0,0-24 0,0 25 0,0-25 16,0 0-16,0 25 0,0-25 0,25 0 0,-25 25 0,0-25 0,0 0 0,25 0 15,-25 0-15,0 0 0,0 0 0,0 25 0,25-25 0,-25-25 16,0 25-16,0 0 15,0 0-15,0 0 0,0 0 0,0-25 0,0 25 0</inkml:trace>
  <inkml:trace contextRef="#ctx0" brushRef="#br0" timeOffset="67289.8487">7789 9079 0,'0'0'0,"0"0"0,-25 0 16,25 0-16,0 0 0,0 0 0,0 0 0,0 0 15,25 0-15,-25 0 0,0 0 16,0 0-16,24 0 0,-24 0 0,0 24 0,25-24 15,-25 0-15,0 25 0,25-25 0,-25 0 0,0 25 0,25-25 0,-25 25 16,0 0-16,25-25 0,-25 24 0,0 1 0,0 0 0,0 0 0,0-25 16,0 25-16</inkml:trace>
  <inkml:trace contextRef="#ctx0" brushRef="#br0" timeOffset="67445.8577">7739 9798 0,'-25'0'0,"25"0"0,-25 25 16,25-25-16,0 0 0,0 0 0,-24 0 0,24 0 15,0 0-15,0 0 0,0 0 0,0 0 0,0 0 16,0 24-16,0-24 0,0 0 0,24-24 15,-24 24-15,0 0 0,0 0 0,25 0 0,-25 0 0,0 0 16,25-25-16,-25 25 0,25 0 0,-25-25 0</inkml:trace>
  <inkml:trace contextRef="#ctx0" brushRef="#br0" timeOffset="68122.8964">8930 9376 0,'-25'0'0,"25"0"15,-25 0-15,25 0 0,0 0 0,0-25 0,-25 25 16,25 0-16,0 0 15,0-24-15,25 24 0,-25 0 0,0-25 0,25 25 0,-25-25 16,25 25-16,-1-25 0,-24 0 0,25 25 0,0-24 0,0-1 0,0 0 0,0 0 16,-1 0-16,1 25 0,0-24 0,0-1 0,0 0 15,-1 0-15,-24 0 0,25 0 0,0 1 0,-25 24 0,0-25 16,25 0-16,-25 0 0,0 25 0,0-25 15,0 1-15,0 24 0,-25 0 0,25-25 16,0 25-16,-25 0 0,25-25 0,0 25 0,-25 0 0,25 0 0,-24 0 0,24 0 16,-25 0-16,25 0 0,-25 0 0,25 0 0,-25 0 0,25 0 15,-25 0-15,25 0 0,0 0 16,-24 0-16,24 0 0,0 0 0,0 25 0,0-25 15,-25 0-15,25 25 0,0-25 0,0 24 0,0 1 0,0-25 0,0 25 0,0 0 16,0 0-16,0-1 0,25 1 16,-25-25-16,0 25 0,0 0 0,0 0 0,0 0 0,0-1 15,0 1-15,0 0 0,0-25 0,0 25 0,0 0 0,0-1 0,0-24 16,0 25-16,0 0 0,-25-25 0,25 25 0,0-25 15,0 25-15,0-25 0,0 24 16,0-24-16,0 0 0,0 25 0,0-25 0,0 0 0,-25 0 16,25 0-16,0 0 0,0 25 0,0-25 0,0 0 0,0 0 0,0 0 15,25 0-15,-25-25 0,0 25 0,0 0 0,0 0 0,0 0 16,25 0-16,-25-25 0,24 25 0,-24-24 0,0 24 15,25 0-15,-25-25 0,25 25 0,-25-25 16,25 25-16,-25-25 0,25 25 0,-25 0 0,0 0 0,0 0 0,24 0 0,-24 0 16,0 0-16,0 0 0,0 0 0,0 0 0,0 25 15,0-25-15,0 0 16,0 25-16,0-25 0,0 25 0,0-25 0,0 0 0,0 24 0,0-24 15,0 25-15,0-25 0,0 25 0,0-25 0,0 0 0,25 25 0,-25-25 16,0 0-16,0 25 0,0-25 16,0 0-16,0 0 0,25 0 0,-25 24 0,0-24 0,0 0 0,25 0 15,-25 0-15,0 0 0,25 0 0,-25 0 0,24-24 0,-24 24 16,25 0-16,0 0 0,-25-25 0,25 25 0,-25 0 0,25 0 15</inkml:trace>
  <inkml:trace contextRef="#ctx0" brushRef="#br0" timeOffset="68581.9224">9550 9277 0,'0'0'15,"0"-25"-15,0 25 0,0 0 0,0-25 0,0 25 16,0 0-16,-25 0 0,25-24 0,0 24 0,0 0 0,0 0 15,0 0-15,0 0 0,0 0 0,0 0 0,0 0 16,0 0-16,0 0 0,0 0 16,-25 0-16,25 0 0,0 0 0,0 24 0,0-24 0,0 0 15,0 25-15,0-25 0,0 25 0,0-25 0,0 25 0,0-25 0,0 25 16,0-25-16,0 24 0,0-24 0,0 25 0,0-25 0,25 25 15,-25-25 1,0 25-16,0-25 0,25 0 0,-25 25 0,0-25 0,25 0 0,-25 0 0,0 24 0,24-24 0,-24 0 16,25 0-16,-25 0 0,25 0 0,-25 0 0,25 0 15,-25 0-15,25 0 0,-25 0 16,24-24-16,-24 24 0,25 0 0,-25-25 0,25 25 0,-25 0 15,25-25-15,-25 25 0,0 0 0,25-25 0,-25 25 0,0-25 0,0 25 16,0 0-16,0-24 0,0 24 0,0 0 0,0-25 0,0 25 16,0 0-16,-25-25 0,25 25 0,0 0 15,0-25-15,-25 25 0,25 0 0,0-25 16,0 25-16,-25 0 0,25 0 0,0 0 0,0 0 0,0 0 15,0 0-15,-25 0 0,25 0 0,0 0 0,0 0 0,0 0 0,0 25 16,0-25-16,0 0 0,0 0 0,0 25 0,0-25 0,0 25 16,0-25-16,0 0 0,0 25 0,0-25 0,0 0 0,25 24 31,-25-24-31,0 0 0,0 25 0,0-25 0,25 25 0,-25-25 0,0 0 0,0 25 15,25-25-15,-25 25 0,0-25 0,25 0 0,-25 24 0,0-24 16,24 25-16,-24-25 0,25 0 0,-25 25 0,25-25 0,-25 0 0,0 0 16,25 25-16,-25-25 0,25 0 0,-25-25 0,24 25 15,-24 0-15,0 0 16,25-25-16,-25 25 15,0 0-15</inkml:trace>
  <inkml:trace contextRef="#ctx0" brushRef="#br0" timeOffset="68943.943">10120 9227 0,'0'0'0,"0"0"0,0-24 16,0 24-16,0 0 0,0 0 0,0 0 0,0 0 15,0 0-15,0 0 0,0 24 0,0-24 0,0 0 16,0 0-16,0 25 0,-24-25 0,24 25 0,0-25 16,0 0-16,0 25 0,0-25 0,0 25 0,0-25 15,0 24-15,0-24 0,0 25 0,0-25 0,0 0 0,0 25 16,0-25-16,0 0 0,0 25 0,0-25 0,0 0 0,0 0 0,0 25 15,0-25-15,0 0 0,0 0 0,0 0 16,0 0-16,0 0 0,0 0 16,24 0-16,-24 0 0,0 0 0,0-25 0,25 25 0,-25 0 0,0 0 15,25-25-15,-25 25 0,25 0 0,-25 0 0,25-25 0,-25 25 0,24 0 16,-24 0-16,0-25 0,0 25 0,25 0 0,-25 0 0,0 0 15,0 0 1,0 0-16,0 0 0,0 0 0,0 0 0,0 0 0,0 0 0,0 0 16,0 0-16,0 0 0,0 25 0,0-25 0,0 0 0,0 0 0,0 25 15,0-25-15,0 0 0,0 25 0,0-25 0,0 0 0,0 0 16,0 25-16,0-25 0,0 0 0,0 0 15,0 24-15,0-24 0,0 0 0,0 0 0,0 25 16,0-25-16,0 0 0,0 0 0,0 0 0,0 0 0,0 0 0,0 0 16,0 0-16,0 0 0,0 0 0,0 0 0,0 0 15</inkml:trace>
  <inkml:trace contextRef="#ctx0" brushRef="#br0" timeOffset="69169.9561">9897 8930 0,'0'0'0,"0"-25"0,0 25 0,0 0 0,0-25 16,0 25-16,0-25 0,0 25 0,25 0 0,-25 0 16,0-25-16,25 25 0,-25 0 0,0 0 15,24 0-15,-24 0 0,25 0 0,-25 0 0,25 0 0,-25 0 16,25 25-16,-25-25 0,25 0 0,-25 25 0,0-25 0,25 25 15,-25-25-15,0 25 0,24-1 0,-24-24 0,0 25 0,0 0 16,25-25 0,-25 25-16,0 0 0,0 0 0,0-1 0,0 1 0,0 0 0,-25 0 0,25 0 15</inkml:trace>
  <inkml:trace contextRef="#ctx0" brushRef="#br0" timeOffset="69332.9656">9897 9748 0,'0'0'0,"-25"25"0,25 0 0,-25-25 0,25 25 0,-24-25 15,24 0-15,0 0 0,-25 24 0,25-24 0,0 0 16,0 0-16,0 0 0,0 0 0,0 0 0,0 0 0,0 0 15,0 0-15,0 0 0,0 0 16,0 0-16,0 0 0,0 0 0,0 0 0,0 0 16,25-24-16,-25 24 0,0 0 0,0-25 0,0 25 0,0-25 0,0 0 15,0 25-15,0-25 0,0 1 0</inkml:trace>
  <inkml:trace contextRef="#ctx0" brushRef="#br0" timeOffset="69477.9739">9748 8855 0,'-25'0'0,"25"0"0,0 0 0,0 0 15,0 0-15,-24 0 0,24-25 0,0 25 0,0 0 16,0 0-16,0 0 0,0 0 0,0 0 0,0 0 0,0 0 16,24 0-16,-24 0 0,0 0 15,0 0-15</inkml:trace>
  <inkml:trace contextRef="#ctx0" brushRef="#br0" timeOffset="70016.0047">10964 9426 0,'0'0'0,"0"0"0,0 0 15,0 0-15,0-25 0,24 25 0,-24 0 0,25 0 0,-25-25 16,25 25-16,0-25 0,0 25 0,-1-24 0,1-1 0,0 25 0,0-25 15,25 0-15,-26 0 0,1 1 0,0-1 0,0 25 16,0-25-16,-1 0 0,1 0 0,0 1 0,0-1 16,-25 0-16,25 0 0,-25 0 15,24 0-15,-24 1 0,0-1 0,0 0 0,0 0 0,0 25 0,0-25 16,0 1-16,0 24 0,-24-25 0,24 25 15,0-25-15,-25 25 0,25-25 0,0 25 0,-25 0 0,25-25 0,-25 25 0,25 0 16,0 0-16,-25 0 0,25 0 0,0 0 0,0 0 16,-24 0-16,24 0 0,0 25 15,0-25-15,-25 0 0,25 25 0,0-25 0,0 25 0,0-25 0,-25 25 16,25-1-16,0 1 0,0 0 0,0 0 0,0 0 0,0-1 0,0 1 15,0 0-15,0 25 0,-25-25 0,25-1 0,0 1 0,0 25 16,0-25-16,0-1 16,0 1-16,0 0 0,0 0 0,0 0 0,0-1 0,0 1 46,0 0-46,0-25 0,0 25 0,0 0 0,0-25 0,0 24 0,0-24 0,0 25 0,0-25 16,0 25-16,25-25 0,-25 0 0,0 0 0,0 25 0,25-25 0,-25 0 0,0 0 0,25 0 0,-1-25 0,-24 25 0,25 0 0,-25 0 16,25-25-16,0 25 0,-25 0 0</inkml:trace>
  <inkml:trace contextRef="#ctx0" brushRef="#br0" timeOffset="70455.0298">11733 9327 0,'0'0'0,"0"0"0,0-25 0,0 25 0,0 0 16,0-25-16,0 25 0,0 0 0,0-25 0,-25 25 15,25 0-15,0 0 0,0 0 0,0 0 0,-25-25 0,25 25 16,0 25-16,-25-25 15,25 0-15,0 0 0,-25 0 0,25 0 0,0 25 0,-24-25 0,24 0 0,0 25 16,-25-25-16,25 25 0,0-25 0,0 24 0,-25-24 0,25 25 16,0-25-16,0 25 0,0 0 15,0-25-15,0 25 0,0-25 0,0 24 0,0 1 31,0-25-31,0 25 0,0-25 0,0 0 0,25 25 0,-25-25 16,0 0-16,25 25 0,-25-25 0,0 0 0,24 0 0,-24 0 0,0 0 0,25 0 0,-25 0 0,25 0 0,-25 0 0,0 0 16,25 0-16,-25-25 0,25 25 0,-25 0 0,24 0 0,-24-25 15,0 25-15,25-25 0,-25 25 0,0-25 0,25 25 0,-25-24 16,0 24-16,25-25 0,-25 25 15,0-25-15,0 25 0,0-25 0,0 25 0,0-25 0,0 25 16,0-24-16,0 24 0,0 0 0,0-25 0,0 25 0,0 0 16,0 0-16,0 0 0,0 0 0,0 0 0,0 0 0,0 0 0,0 0 15,0 0 1,0 0-16,0 25 0,0-25 0,0 0 0,0 24 0,0-24 0,0 25 15,-25-25-15,25 25 0,0-25 0,0 25 0,0-25 0,0 25 0,0-25 16,0 24-16,0-24 0,0 25 0,25-25 0,-25 25 0,0-25 0,0 25 16,0-25-16,25 0 0,-25 25 15,0-25-15,0 0 0,24 24 0,-24-24 0,25 0 16,-25 0-16,0 0 0,25 0 0,-25 0 0,25 0 0,-25 0 0,25-24 15,-25 24-15,0-25 0</inkml:trace>
  <inkml:trace contextRef="#ctx0" brushRef="#br0" timeOffset="70817.0505">12055 9302 0,'0'0'0,"0"-25"0,0 25 15,0 0-15,0 0 0,0 0 0,0 0 0,0 0 16,0 0-16,0 0 0,0 25 0,0-25 0,0 0 16,0 25-16,0-25 0,0 0 0,0 24 0,0-24 0,0 25 15,0-25 1,0 25-16,0-25 0,0 25 0,0-25 0,0 25 0,0-25 0,0 24 15,0-24-15,0 0 0,0 25 0,0-25 0,0 25 0,0-25 0,25 0 16,-25 25-16,0-25 0,0 0 0,0 0 0,0 0 0,0 0 16,0 0-16,0 0 0,0 0 0,0 0 0,0 0 0,0 0 15,0 0-15,25 0 0,-25 0 0,0-25 0,24 25 16,-24 0-16,0-25 0,25 25 15,-25-25-15,0 25 16,25 0-16,-25-24 0,25 24 0,-25-25 0,0 25 0,25-25 0,-25 25 0,0 0 0,25 0 0,-25-25 16,0 25-16,0 0 0,24 0 0,-24 0 0,0 0 15,0 0-15,0 25 0,0-25 0,0 0 0,0 0 0,0 0 0,0 25 0,0-25 16,0 0-16,25 25 0,-25-25 0,0 24 15,0-24-15,0 0 0,0 25 0,0-25 16,0 0-16,0 25 0,0-25 0,0 0 0,0 0 0,0 25 0,0-25 16,0 0-16,0 0 0,0 0 0,0 0 0,0 0 0,0 0 15,0 0-15,0 0 0,0 0 0</inkml:trace>
  <inkml:trace contextRef="#ctx0" brushRef="#br0" timeOffset="71072.0651">11906 9029 0,'0'0'0,"0"0"15,0-25-15,0 25 0,0 0 0,0-25 0,0 25 0,0 0 16,25-25-16,-25 25 15,0 0-15,25 0 0,-25-24 0,0 24 0,25 0 0,-25 0 0,24 0 0,-24 0 16,0 0-16,25 0 0,-25 0 0,0 0 0,25 0 0,-25 24 16,0-24-16,25 0 0,-25 0 0,0 25 15,0-25-15,25 0 0,-25 0 0,0 25 0,0-25 16,24 0-16,-24 0 15,0 25-15,0-25 0,25 0 0,-25 0 0</inkml:trace>
  <inkml:trace contextRef="#ctx0" brushRef="#br0" timeOffset="71253.0754">12303 8781 0,'0'0'0,"0"0"0,0-25 0,0 25 0,0 0 0,0 0 16,25 0-16,-25 0 0,0 0 15,25-25-15,-25 25 0,25 0 0,-25 0 0,24 0 0,1 0 16,-25 0-16,25 0 0,0 0 0,0 0 0,-1 0 0,-24 0 0,25 0 15,0 25-15,0-25 0,0 0 0,-1 0 0,-24 0 0</inkml:trace>
  <inkml:trace contextRef="#ctx0" brushRef="#br0" timeOffset="72675.1568">13295 9376 0,'0'0'0,"-24"0"15,24 0-15,0 0 0,0 0 0,0 0 0,0 0 0,0-25 16,0 25-16,0 0 0,24 0 0,-24-24 0,25 24 15,-25 0-15,25-25 16,0 25-16,-25-25 0,25 25 0,-1-25 0,1 0 0,0 25 0,0-24 0,0-1 16,-1 25-16,1-25 0,0 0 0,0 0 0,0 25 0,-1-24 15,1-1-15,0 0 0,0 0 0,0 0 0,-25 0 0,24 25 16,1-24-16,-25-1 15,0 0-15,25 0 0,-25 0 0,0 25 0,0-24 0,0-1 16,-25 25-16,25-25 0,0 25 0,0-25 0,-25 25 0,25-25 0,-24 25 0,24-24 16,-25 24-16,25 0 0,-25-25 0,25 25 0,0 0 0,-25 0 15,25 0-15,-25 0 16,25 0-16,0 0 0,0 0 0,-24 0 0,24 0 0,0 0 15,0 0-15,0 25 0,-25-25 0,25 24 0,0-24 0,0 25 0,0-25 0,0 25 16,-25 0-16,25 0 0,0-1 0,0 1 0,0 0 16,0 0-16,0 0 0,0-1 0,0 1 15,-25 0-15,25 0 0,0 0 0,0 0 0,0-1 0,0 1 0,0 0 16,0 0-16,0 0 0,0-1 0,0 1 0,0 0 15,0-25-15,0 25 0,0 0 16,0-25-16,0 24 0,0-24 0,25 25 0,-25-25 0,0 0 0,0 25 16,25-25-16,-25 0 0,0 0 0,25 0 0,-25 25 0,24-25 0,-24 0 15,25 0-15,-25-25 0,25 25 0,-25 0 0,25 0 16,0 0-16,-25-25 15,24 25-15,-24 0 0,25-25 0,0 25 0,-25 0 0,25-24 0,-25 24 16,25-25-16,-25 25 0,24-25 0,-24 25 0,0-25 0,25 25 16,-25 0-16,0-25 0,0 25 0,0-24 0,0 24 0,0 0 0,0 0 15,0-25-15,0 25 0,0 0 0,0 0 0,0 0 16,0 0-16,0 0 0,0 0 0,0 0 0,0 0 0,0 0 15,-25 0-15,25 25 16,0-25-16,0 0 0,0 24 0,0-24 0,0 25 0,0-25 16,0 25-16,0-25 0,0 25 0,0 0 0,-24-25 0,24 24 0,0-24 15,0 25-15,0 0 0,0-25 0,24 25 0,-24-25 0,0 25 16,0-25-16,0 24 0,0-24 0,25 0 0,-25 25 0,0-25 15,0 0-15,25 25 0,-25-25 16,25 0-16,-25 0 0,25 0 0,-25 0 0,24 0 16,-24 0-16,25 0 0,-25 0 0,25 0 0,-25 0 0,25-25 0,-25 25 15,25 0-15,-25-25 0,0 25 0,24-24 0,-24 24 0,0 0 0,25-25 47,-25 25-47,0-25 0,0 25 0,0-25 0,0 0 16,0 25-16,0 0 0,0-24 0,0 24 0,0-25 0,0 25 0,0-25 0,0 25 0,0 0 0,0-25 0,0 25 0,0 0 0,0 0 0,0 0 0,0 0 15,0 0-15,0 0 0,0 0 0,0 0 0,0 0 0,0 0 0,-25 25 16,25-25-16,0 0 0,0 25 0,0-25 0,0 25 15,0-25-15,0 24 16,0-24-16,0 25 0,0-25 0,0 0 0,0 25 0,0-25 0,0 25 16,0-25-16,0 25 0,0-25 0,0 24 0,25-24 0,-25 25 0,0-25 15,0 0-15,0 25 0,25-25 0,-25 25 0,0-25 16,0 0-16,25 0 0,-25 25 0,0-25 0,25 0 0,-25 0 15,24 0-15,-24 0 16,25 0-16,-25 0 0,25 0 0,-25 0 0,25-25 0,-25 25 16,25 0-16,0 0 0,-25-25 0,24 25 0,-24 0 0,25-25 0,-25 25 0,0-25 15,25 25-15,-25-24 0,0 24 0,0-25 0,0 0 0,25 25 16,-50-25-16,25 25 0,0-25 0,0 1 0,0 24 15,0-25-15,-25 25 16,25-25-16,0 0 0,0 25 0,-25-25 0,25 25 0,0 0 0,-24-24 0,24 24 16,0 0-16,0 0 0,-25-25 0,25 25 0,0 0 0,0 0 15,0 0-15,0 0 0,-25 25 0,25-25 0,0 0 0,0 0 16,0 0-16,0 24 0,0-24 0,0 0 15,0 25-15,0-25 0,0 0 0,0 0 0,0 25 16,0-25-16,25 0 0,-25 25 0,0-25 0,0 0 16,0 0-16,0 25 0,0-25 0,0 0 0,0 0 0,0 0 15,0 0-15,0 24 0,25-24 0,-25 0 0,0 0 0,0 0 0,0 0 16,0 0-16,0 0 0,0 25 0,0-25 0,24 0 15,-24 0-15,0 0 16,0 0-16,0 0 0,0 0 0,0 0 0,0 25 0,0-25 16,25 0-16,-25 0 0,0 0 0,0 0 0,0 0 0,0 0 0,25 0 0,-25 0 15,0 0-15,0 0 0,25 0 0,-25 0 0,0 0 0,0 25 16,25-25-16,-25 0 0,0 0 0,24 0 0,-24 0 15,0 0-15,25 0 0,-25 25 16,0-25-16,25 0 0,-25 0 0,0 0 0,25 0 0,-25 0 0,0 24 0,25-24 16,-25 0-16,0 0 0,0 0 0,0 0 0,0 0 0,0 0 15,0 0-15,24 0 0,-24 0 0,0-24 0,0 24 16,0 0-16,0 0 15,0 0-15,-24 0 0,24-25 0,0 25 0,0 0 0,0-25 0,0 25 16,0 0-16,-25 0 0,25-25 0,0 25 0,0-25 0,0 25 0,-25 0 0,25-24 16,0 24-16,0 0 0,-25-25 0,25 25 0,0 0 15,-25-25 1,25 25-16,0 0 0,-24 0 0,24 0 0,0 0 0,-25-25 0,25 25 0,0 0 15,0 0-15,-25 0 0,25 0 0,0 0 0,0 0 0,0 0 0,0 0 16,0 0-16,0 0 0,0 0 0,0 25 0,0-25 16,0 0-16,0 0 0,0 0 15,0 25-15,0-25 0</inkml:trace>
  <inkml:trace contextRef="#ctx0" brushRef="#br0" timeOffset="73345.1951">15007 8930 0,'0'0'0,"0"-25"0,0 25 16,0 0-16,0-25 0,0 25 0,0 0 0,0 0 15,0 0-15,0 0 0,0 0 0,-25 0 0,25 0 0,0 0 16,0 25-16,0-25 0,0 25 0,0-25 0,-25 24 0,25 1 16,0 0-1,0-25-15,-25 25 0,25 0 0,0 0 0,0-1 0,-24 1 0,24 0 0,0 0 16,0 0-16,0-1 0,-25 1 0,25 0 0,0-25 0,0 25 15,0 0-15,0-1 0,0-24 0,0 25 0,0-25 0,0 25 16,0-25-16,0 25 0,0-25 0,0 0 0,0 25 0,0-25 16,0 0-16,0 0 15,0 0-15,0 0 0,0 0 0,0 0 0,0 0 0,0 0 0,0 0 0,0 0 16,0-25-16,0 25 0,0 0 0,0-25 0,0 25 0,0-25 15</inkml:trace>
  <inkml:trace contextRef="#ctx0" brushRef="#br0" timeOffset="73487.2031">14858 9203 0,'0'0'15,"0"0"-15,0 0 0,25-25 0,-25 25 0,0 0 0,0 0 16,0 0-16,25 0 0,-25 0 0,0-25 0,24 25 15,-24 0-15,25 0 0,-25 0 0,25 0 0,-25 0 0,25 0 16,-25 0-16,25-25 0,-25 25 16,24 0-16,-24 0 0,0 0 0,25 0 0,-25 0 0,0 0 0,25 0 15,-25-25-15,0 25 0,0 0 0,0 0 0,0 0 0</inkml:trace>
  <inkml:trace contextRef="#ctx0" brushRef="#br0" timeOffset="73680.2141">14709 8806 0,'0'0'0,"0"0"0,0-25 0,0 25 0,0 0 0,25 0 16,-25 0-16,0 0 0,0 0 16,25 25-16,-25-25 0,0 0 0,0 0 0,25 24 0,-25-24 15,0 0-15,24 25 0,-24-25 0,0 25 0,0-25 0,0 25 0,0-25 16,0 25-16,0-25 0,0 24 0,-24-24 0,24 25 15,0-25-15,-25 25 0,25-25 16,-25 25-16,0-25 0,25 0 0,-25 25 0,1-25 16,-1 0-16,25 0 0</inkml:trace>
  <inkml:trace contextRef="#ctx0" brushRef="#br0" timeOffset="73889.2261">14461 8855 0,'0'-25'0,"0"25"15,-25 0-15,25 0 0,0-24 16,0 24-16,0 0 0,0 0 0,0 0 0,0 0 0,0 0 15,0 0-15,0 0 0,0 0 0,0 0 0,0 0 0,0 0 16,0 0-16,25 0 0,-25 0 0,0 24 0,0-24 0,0 0 0,0 25 16,25-25-16,-25 25 0,0-25 15,0 25-15,0 0 0,0-25 0,0 24 0,0 1 0,0 0 16,0 0-16,0 0 0</inkml:trace>
  <inkml:trace contextRef="#ctx0" brushRef="#br0" timeOffset="74019.2334">14287 9599 0,'-24'0'0,"24"25"16,-25-25-16,25 0 0,0 0 0,-25 0 0,25 0 15,0 25-15,-25-25 0,25 0 0,0 0 0,0 0 0,0 0 16,0 0-16,0 0 0,0 0 0,0 0 0,0 0 16,0 0-16,0 0 0,0 0 0,0 0 0,25 0 0,-25 0 15,0 0-15,0-25 16,0 25-16,0 0 0,25 0 0</inkml:trace>
  <inkml:trace contextRef="#ctx0" brushRef="#br0" timeOffset="74384.2545">15801 9079 0,'0'0'0,"0"-25"0,-25 25 16,25 0-16,0-25 0,0 25 0,0 0 0,0 0 0,0 0 15,0 0-15,0 0 0,0 25 0,-25-25 0,25 25 16,0-25-16,0 24 0,0 1 16,0 0-16,0 0 0,0 0 0,0-1 0,0 1 0,-25 0 15,25 0-15,0 0 0,0-1 0,0 1 0,0 0 0,0 0 0,25 0 16,-25-1-16,0 1 0,0 0 0,0 0 0,0-25 0,0 25 15,0-1-15,0-24 0,0 25 0,-25-25 0,25 0 0,0 25 16,0-25-16,0 0 16,0 0-16,-25 0 0,25 0 0,0 0 0,-24-25 0</inkml:trace>
  <inkml:trace contextRef="#ctx0" brushRef="#br0" timeOffset="74995.2895">15677 9376 0,'0'-25'16,"24"25"-16,-24 0 0,25-24 0,-25 24 0,25 0 16,-25-25-16,25 25 0,0 0 0,-25 0 0,24 0 15,1 0-15,-25 0 0,25 0 0,0 0 0,0 0 0,-25 0 16,24 0-16,-24 0 0,25 0 0,-25 0 0,25 25 15,-25-25-15,25 0 0,-25 0 16,0 24-16,0-24 0,0 25 0,0-25 0,0 25 0,0-25 16,0 25-16,0-25 0,0 25 0,-25-25 0,25 24 0,0-24 0,0 25 15,-25 0-15,25-25 0,0 25 0,0-25 0,-25 0 0,25 25 16,0-25-16,0 24 0,0-24 0,0 0 0,0 25 15,0-25-15,0 0 16,0 0-16,0 25 0,0-25 0,0 0 0,25 0 0,-25 0 0,0 0 16,25 0-16,-25 0 0,25 0 0,-25 0 0,0 0 0,25 0 0,-25 0 15,24 0-15,-24 0 0,0-25 0,0 25 0,25 0 16,-25-25-16,0 25 0,0 0 0,0-24 0,0 24 0,0 0 15,0-25-15,0 25 0,-25-25 0,25 25 16,0-25-16,0 25 0,0-25 0,-24 25 0,24-24 0,0 24 0,0 0 16,0-25-16,0 25 0,-25-25 0,25 25 0,0 0 0,25-25 15,-25 25-15,0 0 0,0 0 0,0-25 0,0 25 16,24 0-16,-24 0 15,0 0-15,25-24 0,-25 24 0,25 0 0,-25 0 0,25 0 0,-25 0 16,25 0-16,-25 0 0,24 0 0,-24 0 0,25 0 0,-25 0 0,0 0 16,25 24-1,-25-24-15,0 0 0,25 25 0,-25-25 0,0 0 0,0 25 0,0-25 16,0 25-16,25-25 0,-25 25 0,-25-25 0,25 24 0,0-24 0,0 25 15,0-25-15,0 0 0,0 25 0,0-25 0,0 25 0,0-25 0,0 0 16,0 25-16,0-25 0,0 0 0,0 24 0,0-24 0,0 0 16,0 0-16,0 0 15,0 25-15,0-25 0,0 0 0,0 0 0,0 0 0,0 0 0,0-25 0,25 25 94,-25 0-94,0 0 0,0 0 0,0-24 0,0 24 0</inkml:trace>
  <inkml:trace contextRef="#ctx0" brushRef="#br0" timeOffset="75103.2956">16098 9103 0,'0'-24'0,"0"24"0,0 0 0,0 0 0,0 0 0,0 0 0,0 0 0,0 0 16,0 0-16,0 0 0,25 0 0,-25 0 0,0 0 15,25 0-15,-25 0 0,0 0 0,25 24 0,-25-24 16,0 0-16,24 0 0,-24 25 0,0-25 0,0 0 0,25 0 15,-25 25-15,0-25 0,0 0 0,0 0 16,0 25-16,0-25 0,0 0 0,0 0 0,0 0 0,0 0 0,0 0 16,0 0-16,0 0 0</inkml:trace>
  <inkml:trace contextRef="#ctx0" brushRef="#br0" timeOffset="75260.3046">16446 8781 0,'24'0'15,"-24"0"-15,0 0 0,0 0 0,0 0 0,0 0 0,0 0 16,0 0-16,0 0 0,0 25 0,-24-25 0,24 0 15,0 24-15,0-24 0,-25 25 0,25-25 0,-25 25 16,25 0-16,-25-25 0,0 25 0,25-25 0,-25 24 0,25 1 16,-24-25-16,-1 25 0,25-25 0,-25 25 0</inkml:trace>
  <inkml:trace contextRef="#ctx0" brushRef="#br0" timeOffset="75651.327">17537 9401 0,'0'0'0,"0"0"0,0 0 16,-25-25-16,25 25 0,0 0 0,0 0 0,0-25 15,-25 25-15,25 0 0,0 25 0,0-25 0,0 0 0,-25 0 16,25 25-16,0-25 0,0 25 15,-24 0-15,24-1 0,0-24 0,0 25 0,0 0 0,-25 0 0,25 0 0,0 24 0,0-24 16,0 0-16,0 0 0,-25-1 0,25 1 0,0 0 16,0 0-16,0 0 0,0-1 15,0 1-15,-25 0 0,25 0 0,0 0 0,0-1 0,0-24 0,0 25 16,0 0-16,0-25 0,0 25 0,0-25 0,0 25 15,0-25-15,0 25 0,-25-25 16,25 0-16,0 0 0,0 0 0,0 0 0,0 0 0,0 0 0,-24 0 16,24 0-16,0 0 0,0-25 0,0 25 0,0-25 0,-25 25 15,25-25-15,0 25 0,0-25 0,0 0 0,0 1 0</inkml:trace>
  <inkml:trace contextRef="#ctx0" brushRef="#br0" timeOffset="75888.3404">17512 9302 0,'0'0'0,"0"0"0,0 0 15,25 0-15,-25 0 0,0 0 0,25 0 0,-25 0 0,0 0 16,25 0-16,-25 0 0,24 25 0,-24-25 0,25 0 16,-25 24-16,0-24 15,25 25-15,-25-25 0,0 25 0,0 0 0,25-25 0,-25 25 16,0-25-16,0 24 0,0-24 0,0 25 15,-25 0-15,25-25 0,0 25 0,0-25 0,-25 25 0,25-25 0,-25 0 16,25 24-16,-24-24 0,24 25 0,-25-25 0,25 0 0,-25 0 0,0 25 16,25-25-16,-25 0 0,25 0 0,0 0 0,-25 0 0,25 0 15,0 0-15,-24 0 0,24-25 0,0 25 0,0 0 0</inkml:trace>
  <inkml:trace contextRef="#ctx0" brushRef="#br0" timeOffset="76493.3751">17711 9302 0,'0'-25'0,"0"25"0,0 0 0,24-25 0,-24 25 32,0 0-32,0-25 0,25 25 0,-25 0 0,25-24 0,-25 24 0,25-25 0,0 25 0,-1 0 0,-24-25 0,25 25 0,0-25 15,0 25-15,0-25 0,-1 25 0,1-24 0,0 24 16,0 0-16,0-25 15,-25 25-15,24-25 0,1 25 0,0-25 0,-25 25 0,25-25 16,-25 25-16,0-25 0,0 25 0,0-24 0,0 24 0,0-25 0,0 25 16,0-25-16,0 25 0,-25 0 0,25-25 0,0 25 0,-25-25 15,25 25-15,-25 0 0,25 0 0,-24-24 0,24 24 0,-25 0 16,25 0-16,-25-25 0,25 25 0,0 0 0,-25 0 15,25 0-15,0 0 0,-25 0 0,25 0 0,0 25 0,-24-25 16,24 0-16,0 24 0,0-24 0,0 25 0,-25-25 0,25 25 16,0 0-16,0 0 15,0-1-15,-25 1 0,25 0 0,0 0 0,0 0 0,0 0 0,0-1 16,0 1-16,0 0 0,0 0 0,0-25 0,-25 25 0,25-1 0,0 1 15,0 0-15,0-25 0,0 25 0,0 0 0,0-25 16,0 24-16,0-24 16,0 25-16,0-25 0,-25 25 0,25-25 0,0 0 0,0 0 0,0 25 15,0-25-15,0 0 0,0 0 0,0 0 0,0 0 0,0 0 0,0 0 0,25 0 16,-25 0-16,0 0 0,0 0 0,25 0 15,-25 0-15,0-25 0,25 25 0,-25 0 0,25 0 0,-25-25 16,24 25-16,1 0 0,-25-25 16,25 25-16,-25 0 0,25 0 0,-25-24 0,0 24 0,0 0 0,25 0 0,-25 0 15,0 0-15,0 0 0,0 0 0,0 0 0,0 24 16,0-24-16,0 0 0,0 0 15,0 25-15,0-25 0,0 0 0,0 25 0,0-25 16,0 0-16,-25 25 0,25 0 0,0-25 0,0 24 0,0-24 0,-25 25 16,25-25-16,0 25 0,0 0 0,0-25 0,0 25 0,0-25 0,0 24 15,0-24-15,0 25 0,0-25 16,0 25-16,25-25 0,-25 0 0,0 25 15,25-25-15,-25 0 0,24 0 0,1 0 0,-25 0 16,25 0-16,0-25 0,0 25 0,-25 0 0,24 0 0</inkml:trace>
  <inkml:trace contextRef="#ctx0" brushRef="#br0" timeOffset="76933.4001">18504 9401 0,'0'-25'0,"0"25"0,0-25 0,0 25 0,0-24 16,-25 24-16,25 0 0,0-25 0,0 25 0,0 0 0,-24-25 16,24 25-16,0 0 0,0-25 0,-25 25 0,25 0 15,0 0-15,0-25 0,-25 25 0,25 0 0,0 0 0,0 0 16,-25 0-16,25 0 0,0 0 0,-25 0 15,25 0-15,0 25 0,-24-25 0,24 25 0,0-25 16,-25 25-16,25-25 0,-25 25 0,25-25 0,0 24 0,0 1 0,-25-25 16,25 25-16,0-25 15,0 25-15,0 0 0,0-25 0,0 24 0,0-24 0,0 25 0,0-25 0,0 25 16,0-25-16,0 0 0,25 25 0,-25-25 0,0 0 15,0 25-15,25-25 0,-25 0 0,0 0 16,25 0-16,-25 0 0,0 0 0,24 0 0,-24 0 0,25 0 0,-25 0 16,25 0-16,-25-25 0,25 25 0,-25 0 0,25 0 0,-25-25 15,24 25-15,-24 0 0,25-25 0,-25 25 16,0-25-16,0 25 0,25-24 0,-25 24 0,0-25 15,0 25-15,0-25 0,25 25 0,-25-25 0,0 25 0,0 0 0,0-25 16,0 25-16,0 0 0,0-24 0,0 24 0,0 0 0,0 0 16,0 0-16,0 0 15,0 0-15,0 0 0,0 0 0,0 0 0,-25 24 0,25-24 0,0 0 16,0 25-16,0-25 0,0 25 0,0-25 0,-25 25 0,25-25 15,0 25-15,0-1 0,0-24 0,0 25 0,0-25 0,0 25 0,0-25 16,0 25 0,0-25-16,0 25 0,25-25 0,-25 0 0,0 24 0,0-24 0,25 0 15,-25 25-15,0-25 0,25 0 0,-25 0 0,0 0 16,25 0-16,-25 0 0,24 0 0,-24 0 0,25-25 0,-25 25 0,0 0 0,25-24 15,-25 24-15,25 0 0</inkml:trace>
  <inkml:trace contextRef="#ctx0" brushRef="#br0" timeOffset="77261.4191">18752 9426 0,'25'-25'0,"-25"25"15,0-25-15,0 25 0,0-25 0,0 25 0,0 0 16,0-24-16,0 24 0,0 0 0,0 0 0,0 0 15,0 0-15,0 0 0,0 0 0,0 0 0,0 24 0,0-24 16,0 0-16,0 0 0,0 25 0,0-25 0,0 25 16,0-25-16,-25 25 0,25-25 0,0 25 0,0-25 15,0 0-15,0 24 0,0-24 0,0 25 0,0-25 0,0 25 16,0-25-16,0 0 15,0 25-15,0-25 0,0 0 0,0 0 0,0 25 0,0-25 16,0 0-16,25 0 0,-25 0 0,0 0 0,0 0 0,25 0 0,-25-25 0,0 25 16,25 0-16,-25 0 0,25 0 0,-25-25 0,24 25 0,1 0 15,-25-25-15,25 25 16,-25 0-16,25 0 0,0-25 0,-25 25 0,24 0 15,-24 0-15,25-24 0,-25 24 0,0 0 0,25 0 0,-25 0 0,0 0 16,0 0-16,0 24 0,0-24 0,0 0 0,0 0 0,0 25 0,0-25 16,0 0-16,0 25 0,0-25 0,0 25 0,0-25 15,0 0-15,-25 25 0,25-25 0,0 24 16,0-24-16,0 25 0,0-25 0,0 0 0,0 25 0,0-25 0,0 0 0,0 25 15,0-25-15,0 0 0,0 0 0,0 0 0,0 0 16,0 0-16,0 0 0,0 0 0,0 0 0</inkml:trace>
  <inkml:trace contextRef="#ctx0" brushRef="#br0" timeOffset="77467.4307">18579 9128 0,'-25'0'15,"25"-25"-15,0 25 0,0-24 0,0 24 0,0-25 16,0 25-16,0-25 0,25 25 0,-25-25 15,0 25-15,25 0 0,-25-25 0,0 25 0,24 0 0,-24 0 32,25 0-32,0 0 0,-25 0 0,25 0 0,-25 0 0,25 0 0,-25 0 0,24 25 0,-24-25 0,25 25 0,-25-25 0,25 25 15,-25-25-15,25 25 0,-25-25 0,25 24 16,-25-24-16,24 0 0,-24 25 0,0-25 15,25 25-15,-25-25 0,0 0 0</inkml:trace>
  <inkml:trace contextRef="#ctx0" brushRef="#br0" timeOffset="77645.4407">18901 8905 0,'0'0'16,"25"-25"-16,-25 25 0,0 0 16,0-25-16,25 25 0,-25 0 0,0 0 0,25 0 0,-25 0 0,24 0 15,-24 0-15,25 0 0,0 0 0,-25 0 0,25 25 0,0-25 0,-25 0 16,24 0-16,1 0 0,-25 25 15,25-25-15,0 0 0,0 25 0,-25-25 0,24 0 0,-24 0 16</inkml:trace>
  <inkml:trace contextRef="#ctx0" brushRef="#br0" timeOffset="77978.4601">20067 8880 0,'0'0'0,"-25"0"16,25 0-16,0 25 0,-25-25 0,25 0 0,0 0 15,-24 25-15,24-25 0,0 24 16,0-24-16,-25 25 0,25 0 0,0 0 0,0 0 0,0-25 15,0 25-15,0-1 0,0 1 0,0 0 0,0 0 0,0 0 0,0-1 16,0 1-16,0 0 0,0 0 0,0 0 0,0-1 16,25-24-16,-25 25 0,0 0 0,0 0 0,0-25 15,0 25-15,0-1 0,0-24 16,0 25-16,-25-25 0,25 25 0,0-25 0,0 0 0,-25 0 0,25 0 15,0 25-15,-25-25 0,25-25 0,-25 25 0,25 0 0,-24 0 16,24 0-16,-25-25 0,25 25 0,0-25 0,-25 25 0,25-24 0</inkml:trace>
  <inkml:trace contextRef="#ctx0" brushRef="#br0" timeOffset="78384.4831">19819 9252 0,'0'0'0,"25"0"0,-25-25 0,0 25 15,25-24-15,-25 24 0,24 0 0,1 0 0,-25 0 0,25-25 16,0 25-16,-25 0 0,25 0 0,-1 0 0,-24 0 16,25 0-16,0 0 0,-25 25 0,25-25 0,-25 0 15,25 0-15,-25 24 0,24-24 0,-24 0 0,0 25 0,0-25 16,25 25-16,-25-25 0,0 25 0,0 0 0,0-25 15,0 24-15,0-24 0,0 25 47,0 0-47,0-25 0,0 25 0,-25-25 0,25 25 0,0-25 0,0 24 0,0-24 0,0 25 0,0-25 0,0 0 0,0 25 0,0-25 0,0 0 0,25 25 0,-25-25 16,0 0-16,0 0 0,0 0 0,0 0 0,25 25 0,-25-25 15,0 0-15,25-25 0,-25 25 0,25 0 0,-25 0 0,24 0 16,-24 0-16,25-25 0,-25 25 0,25 0 0,-25-25 0,25 25 0,-25 0 16,0-25-16,25 25 0,-25-24 0,0 24 15,24-25-15,-24 25 0,0-25 0,0 0 0,0 25 0,0-25 0,25 25 16,-25-24-16,0 24 15,0 0-15,0 0 0,0-25 0,0 25 0,-25 0 0,25 0 16,0 0-16,0 0 0,0 0 0,0 0 0,0 0 0,0 25 16,0-25-16,0 0 0,0 24 0,0-24 0,0 0 0,0 25 0,0-25 0,0 25 15,0-25-15,0 25 0,0-25 0,0 25 0,0-25 16,0 24-1,0-24-15,0 25 0,0-25 0,0 0 0,0 25 0,0-25 0,0 0 0,0 25 16,0-25-16,0 0 0,0 0 0,25 25 0,-25-25 0,0 0 16,0 0-16,0 0 0,0 0 0,0 0 0,25-25 0,-25 25 0,0 0 15,0-25-15,0 25 0</inkml:trace>
  <inkml:trace contextRef="#ctx0" brushRef="#br0" timeOffset="78576.4941">20538 8954 0,'0'0'0,"0"-24"0,0 24 0,0 0 15,0 0-15,0 0 0,25 0 0,-25 0 16,0 0-16,0 0 0,25 0 0,-25 0 0,0 24 16,0-24-16,25 0 0,-25 25 0,0-25 0,0 25 0,0-25 15,24 0-15,-24 25 0,0-25 0,0 25 0,0-25 0,-24 25 0,24-25 16,0 24-16,0-24 0,0 0 0,-25 25 15,25-25-15,0 0 0,-25 0 0,25 0 16,0 0-16</inkml:trace>
  <inkml:trace contextRef="#ctx0" brushRef="#br0" timeOffset="78809.5076">20786 8682 0,'0'0'0,"0"0"0,25 0 0,-25 0 16,0 0-16,0 0 0,25 0 0,-25 0 0,0 24 0,25-24 15,-25 0-15,0 0 16,25 25-16,-25-25 0,0 0 0,0 25 0,0-25 0,24 25 16,-24-25-16,0 0 0,-24 25 0,24-25 0,0 24 0,0-24 0,-25 25 0,25-25 15,-25 25-15,25-25 0,-25 25 0,0-25 0,1 25 16,24-25-16,-25 0 0,0 24 15,0-24-15,0 0 0,0 25 0,1-25 0,-1 0 0,0 25 16,0-25-16</inkml:trace>
  <inkml:trace contextRef="#ctx0" brushRef="#br0" timeOffset="79624.5542">21506 9401 0,'0'-25'0,"0"25"15,0-25-15,-25 25 0,25-24 0,-25 24 0,25-25 16,0 25 0,-25 0-16,25-25 0,-25 25 0,25 0 0,-24 0 0,24-25 0,0 25 15,-25 0-15,25 25 0,-25-25 0,25 0 0,-25 0 0,25 25 0,0-25 0,-25 25 16,25-25-16,0 24 0,-24-24 0,24 25 0,0 0 0,-25 0 15,25-25-15,0 25 0,0-1 0,0 1 16,0-25-16,0 25 0,0 0 0,0-25 16,25 25-16,-25-25 0,0 24 0,24 1 0,-24-25 0,0 0 0,25 25 15,-25-25-15,25 25 0,0-25 0,-25 0 0,25 0 0,-1 0 0,-24 0 16,25 0-16,0 0 0,0 0 0,-25 0 15,25 0-15,-1 0 0,1-25 0,-25 25 16,25 0-16,-25-25 0,25 25 0,-25 0 0,25-25 16,-25 25-16,24-24 0,-24 24 0,0-25 0,25 0 0,-25 25 0,0-25 15,0 25-15,0-25 0,0 25 0,25-24 0,-25-1 0,0 25 0,0-25 16,0 25-1,0 0-15,0-25 0,0 25 0,0 0 0,0-25 0,0 25 0,0 0 16,-25 0-16,25 0 0,0 0 0,0 0 0,0 0 0,0 0 0,0 25 0,0-25 16,0 0-16,-25 25 0,25-25 0,0 25 0,0-25 15,0 25-15,0-25 0,0 24 0,0-24 0,0 25 0,0-25 16,-24 25-16,24 0 0,24-25 15,-24 25-15,0-25 0,0 24 0,0-24 0,0 25 0,0-25 0,25 0 16,-25 25-16,0-25 0,0 0 0,25 0 0,-25 25 0,0-25 16,25 0-16,-25 0 0,25 0 0,-25 0 0,25 0 0,-25 0 15,24 0 1,-24-25-16,25 25 0,0 0 0,-25 0 0,25-25 0,-25 25 0,25 0 15,-25-25-15,24 25 0,-24-24 0,0 24 0,25-25 0,-25 0 0,0 25 16,0-25-16,25 0 0,-25 25 0,0-24 0,0 24 0,0-25 16,0 0-16,0 25 0,-25 0 0,25-25 0,0 25 15,0 0-15,-25-25 0,25 25 16,0 0-16,-24 0 0,24 0 0,0 0 0,-25 25 0,25-25 15,0 0-15,-25 0 0,25 25 0,0-25 0,0 0 0,-25 25 0,25-25 0,0 25 16,0-25 0,0 24-16,0-24 0,0 25 0,0-25 0,0 25 0,0 0 0,0-25 15,0 25-15,0-25 0,0 24 0,0-24 0,0 25 0,25-25 0,-25 25 16,0-25-16,0 0 0,25 25 0,-25-25 0,0 0 0,25 25 0,-25-25 15,24 0-15,-24 0 0,0 0 0,25 0 0,0 0 16,-25 0-16,25 0 16,-25 0-16,25 0 0,-25 0 0,24 0 0,1 0 0,-25-25 0</inkml:trace>
  <inkml:trace contextRef="#ctx0" brushRef="#br0" timeOffset="80076.5801">22250 9500 0,'0'0'0,"0"-25"0,0 25 0,0-24 16,0 24-16,0 0 0,0-25 0,0 25 0,0 0 0,0-25 16,0 25-16,0 0 0,0 0 0,0 0 0,0 0 15,-25 0-15,25 0 0,0 0 0,0 0 0,0 0 16,-25 25-16,25-25 0,0 0 0,0 0 15,-25 25-15,25-25 0,0 24 0,-24-24 0,24 25 0,0-25 0,0 25 16,-25-25-16,25 25 0,0 0 0,0-25 0,0 24 16,0-24-16,0 25 0,0-25 0,0 25 0,0-25 0,0 25 15,0-25-15,0 0 16,25 25-16,-25-25 0,0 0 0,0 0 0,0 0 0,24 0 15,-24 0-15,0 0 0,0 0 0,25 0 0,-25 0 0,0 0 63,0 0-63,25 0 0,-25 0 0,0-25 0,0 25 0,0 0 0,0-25 0,0 25 0,25-25 0,-25 25 0,0 0 0,0-25 0,0 25 0,0-24 0,0 24 0,0-25 0,0 25 15,0-25-15,0 25 0,0-25 0,25 25 0,-25 0 0,0-25 0,0 25 0,0 0 0,24-24 0,-24 24 0,0 0 16,0 0-16,25 0 0,-25 0 0,25 0 0,-25 0 0,0 0 16,25 0-16,-25 0 0,0 0 0,25 0 0,-25 0 0,0 0 15,24 0-15,-24 24 0,0-24 0,0 0 0,0 25 0,0-25 31,0 25-31,0-25 0,0 25 0,0-25 0,0 25 0,0-25 0,0 24 0,0-24 16,-24 25-16,24-25 0,0 25 0,0-25 0,0 25 0,0-25 16,0 25-16,0-25 0,0 0 0,-25 0 0,25 24 0,0-24 0,0 0 15,0 0-15,0 0 0,0 25 0,0-25 0,0 0 16,0 0-16,0 0 0,0 0 31,0 0-15,25-25-16,-25 25 0,0 0 0,0 0 0,0-24 0,0 24 0,24 0 0,-24-25 0,0 25 0</inkml:trace>
  <inkml:trace contextRef="#ctx0" brushRef="#br0" timeOffset="80244.5897">22151 9128 0,'0'-25'0,"0"25"16,0 0-16,0-24 0,0 24 0,0 0 0,24 0 15,-24-25-15,0 25 0,25 0 0,-25 0 16,25 0-16,-25 0 0,25 0 0,-25 25 0,25-25 0,-1 0 15,-24 0-15,25 24 0,-25-24 0,25 0 0,-25 25 0,25-25 16,-25 25-16,25-25 0,-25 25 16,24-25-16,-24 25 0,25-25 0,-25 24 0,25-24 15,-25 0-15,0 25 0</inkml:trace>
  <inkml:trace contextRef="#ctx0" brushRef="#br0" timeOffset="80419.5997">22746 8979 0,'0'0'0,"0"0"15,0 0-15,0 0 0,-25 0 0,25 0 0,0 0 0,0 25 16,0-25-16,-25 25 0,25-25 0,-25 0 0,25 25 0,0-25 0,-24 25 16,24-1-16,0-24 0,-25 25 0,25 0 0,0-25 15,0 25-15,-25 0 0,25-25 16,0 24-16,0 1 0,0 0 0,0-25 0</inkml:trace>
  <inkml:trace contextRef="#ctx0" brushRef="#br0" timeOffset="80975.6315">23490 9277 0,'-25'0'0,"25"0"0,-25-25 15,25 25-15,-24 0 0,24 0 0,-25 0 0,25 0 0,0 0 16,-25 0-16,25 0 0,-25 0 0,25 0 0,-25 0 16,25 25-16,0-25 0,-24 0 15,24 25-15,0-25 0,0 0 0,0 25 0,0-25 16,-25 24-16,50 1 0,-25-25 0,0 25 0,0-25 0,0 25 0,0 0 15,24-25-15,-24 24 0,25-24 0,-25 25 0,25-25 0,-25 25 16,25-25-16,-25 25 0,25-25 0,-1 25 0,-24-25 0,25 0 16,0 0-16,-25 0 0,25 24 0,-25-24 0,25 0 15,-25 0-15,24-24 0,-24 24 16,25 0-16,-25 0 0,25 0 0,-25-25 0,0 25 0,25 0 0,-25-25 0,0 25 15,0-25-15,0 25 0,25-25 0,-25 25 0,0-24 0,0 24 16,0-25-16,0 0 0,0 25 16,0-25-16,24 25 0,-24-25 0,0 1 15,0 24-15,0-25 0,0 25 0,0 0 0,0-25 0,0 25 0,0 0 0,0 0 16,0-25-16,0 25 0,0 0 0,0 0 0,0 0 0,0 0 15,0 25-15,-24-25 0,24 0 0,0 0 0,0 25 16,0-25-16,0 0 0,0 25 0,-25-25 16,25 24-16,0-24 0,0 25 0,0-25 0,0 25 0,0-25 0,0 25 15,0-25-15,0 25 0,0-25 0,0 24 0,0-24 0,0 25 16,0-25-16,0 0 0,0 25 0,0-25 0,25 0 0,-25 25 15,0-25-15,0 0 16,24 0-16,-24 0 0,25 0 0,-25 0 0,0 0 0,25 0 16,-25 0-16,25 0 0,-25 0 0,25 0 0,-1 0 0,-24-25 0,25 25 15,-25 0-15,25 0 0,-25-25 0,25 25 0,-25 0 0,25-25 0,-25 25 16,25 0-16,-25-24 15,24 24-15</inkml:trace>
  <inkml:trace contextRef="#ctx0" brushRef="#br0" timeOffset="81331.6519">24036 9252 0,'0'0'0,"0"0"0,0 0 15,0 0-15,0-25 0,0 25 0,0 0 0,0 0 16,0 0-16,0 0 0,0 0 0,0 0 0,0 0 16,0 0-1,-25 0-15,25 0 0,0 0 0,0 0 0,0 0 0,0 0 0,0 0 16,0 25-16,0-25 0,-25 0 0,25 25 0,0-25 0,0 25 0,-25-25 15,25 25-15,0-25 0,-24 24 0,24-24 0,0 25 0,0-25 0,0 25 16,-25 0-16,25-25 0,0 25 0,0-25 0,0 24 16,0-24-16,0 25 0,0-25 0,0 25 0,0-25 0,0 25 15,0-25-15,0 0 0,0 25 16,0-25-16,0 0 0,0 24 0,0-24 0,0 0 0,0 0 15,0 0-15,25 0 0,-25 0 0,0 0 0,0 0 0,24 0 16,-24 0-16,0-24 0,25 24 0,-25 0 0,25 0 0,-25-25 16</inkml:trace>
  <inkml:trace contextRef="#ctx0" brushRef="#br0" timeOffset="81941.6868">24209 9327 0,'0'0'0,"0"0"0,0-25 16,0 25-16,0 0 0,0 0 0,0 0 0,0 0 15,0 0-15,0 0 0,0 0 0,0 25 0,0-25 0,0 0 16,0 0-16,0 24 15,0-24-15,0 0 0,0 25 0,0-25 0,-24 25 0,24-25 0,0 25 16,0-25-16,0 25 0,0-25 0,0 0 0,0 24 0,0-24 16,0 25-16,0-25 0,0 0 0,0 25 0,0-25 0,0 0 0,0 0 15,0 25-15,0-25 0,0 0 0,0 0 0,0 0 16,0 0-1,0 0-15,0 0 0,0 0 0,0 0 0,24 0 0,-24 0 0,0 0 16,0 0-16,25 0 0,-25 0 0,0 0 0,25 0 0,-25 0 0,25-25 0,-25 25 16,0 0-16,25 0 0,-25 0 0,24 0 0,-24 0 15,25-25-15,-25 25 0,25 0 16,-25 0-16,25 0 0,-25 0 0,0 0 0,25 0 0,-25 0 15,0 0-15,24 25 0,-24-25 0,0 0 0,0 0 0,25 0 0,-25 0 16,0 0-16,0 0 0,0 0 0,0 0 0,25 0 0,-25 0 16,0 0-16,0 0 15,0 0-15,0 0 0,25 0 0,-25 0 0,0 0 0,0 0 16,0 0-16,25 0 0,-25 0 0,0 0 0,0 0 0,0 0 0,24 0 15,-24 0-15,0 0 0,0-25 0,0 25 0,0 0 0,0 0 0,0 0 16,0 0-16,0 0 0,0-25 0,0 25 0,0 0 16,0 0-16,0 0 0,0-24 0,-24 24 0,24 0 0,0 0 15,0 0-15,0 0 16,0 0-16,-25 0 0,25 0 0,0 0 0,0 0 15,0 0-15,-25 0 0,25 0 0,0 0 0,0 24 0,0-24 0,0 0 0,-25 25 0,25-25 16,0 25-16,0-25 0,0 25 0,0-25 0,0 25 16,0-1-16,0 1 0,0-25 0,0 25 0,0 0 0,0-25 15,25 25 1,-25-1-16,0-24 0,0 25 0,0 0 0,0-25 0,0 25 0,0-25 15,0 25-15,0-1 0,0-24 0,0 25 0,0-25 0,0 0 0,-25 25 16,25-25-16,0 25 0,0-25 0,0 0 0,0 25 0,-25-25 16,25 0-16,0 0 15,-24 24-15,24-24 0,-25 0 0,25 0 0,0 0 0,-25 0 16,25 0-16,-25 0 0,25 0 0,0 0 0,-25 0 0,25 0 0,0 0 15,-24-24-15,24 24 0,0-25 0,-25 25 0,25-25 0,0 25 0,-25-25 16</inkml:trace>
  <inkml:trace contextRef="#ctx0" brushRef="#br0" timeOffset="82092.6954">24309 8979 0,'0'0'0,"24"0"0,-24 0 0,0 0 16,25 0-16,-25 0 0,25 0 0,0 0 0,-25 0 0,25 0 0,-1 0 15,1 0-15,-25 0 0,25 0 0,0 0 0,0 25 0,-1-25 16,1 0-16,0 0 0</inkml:trace>
  <inkml:trace contextRef="#ctx0" brushRef="#br0" timeOffset="83019.7484">25549 9475 0,'0'-24'0,"0"24"15,0 0-15,0-25 0,0 25 0,0 0 0,0-25 16,0 25-16,0 0 15,0 0-15,0 0 0,0 0 0,0 0 0,0 0 0,-25-25 0,25 25 0,0 0 16,0 0-16,0 0 0,0 0 0,-25 25 0,25-25 16,0 0-16,0 0 0,-25 0 0,25 25 0,0-25 0,-24 0 0,24 25 15,-25-25-15,25 24 16,-25-24-16,25 25 0,0 0 0,-25-25 0,25 25 15,0 0-15,0-25 0,0 24 0,0 1 0,0-25 0,0 25 0,0-25 0,0 25 16,25-25-16,-25 25 0,0-25 0,25 0 0,-25 0 0,25 24 31,-25-24-31,24 0 0,1 0 0,-25 0 0,25 0 0,0 0 0,0 0 0,-1 0 0,-24-24 0,25 24 16,0 0-16,0 0 0,-25-25 0,25 25 0,-1-25 0,-24 25 15,25 0-15,-25-25 0,25 25 0,-25-25 16,25 1-16,-25 24 0,0-25 0,25 25 0,-25-25 0,0 0 16,0 25-16,24-25 0,-24 1 0,0 24 0,0-25 0,0 25 15,0-25-15,25 25 0,-25 0 0,0-25 0,0 25 0,0 0 16,0 0-16,0 0 0,0 0 0,0 0 0,0 0 15,-25 0-15,25 0 0,0 0 16,0 25-16,0-25 0,0 0 0,0 25 0,0-25 0,0 25 16,-24-25-16,24 24 0,0 1 0,0-25 0,0 25 0,0-25 0,0 25 0,0-25 15,0 25-15,0-25 0,0 24 0,0-24 0,0 25 16,0-25-16,0 25 15,24-25-15,-24 0 0,0 25 0,0-25 0,25 0 0,-25 0 0,0 25 16,0-25-16,25 0 0,-25 0 0,0 0 0,25 0 0,-25 0 0,25 0 16,-25 0-16,25 0 0,-25-25 0,24 25 0,-24 0 15,25 0-15,-25-25 0,25 25 16,-25 0-16,25-25 0,-25 25 0,25-25 0,-25 25 0,24-24 0,-24 24 15,25-25-15,-25 25 0,25-25 0,-25 0 0,25 25 0,-25-25 16,0 25-16,0 0 0,25-24 0,-25 24 0,0 0 0,0 0 16,0-25-16,0 25 0,0 0 15,0 0-15,0 25 0,0-25 0,0 0 0,0 0 0,-25 24 0,25-24 0,0 0 16,0 25-16,0-25 0,-25 0 0,25 25 0,0-25 0,0 25 15,0-25-15,0 25 0,0-25 0,0 24 0,0-24 16,0 25-16,0-25 16,0 0-16,0 25 0,25-25 0,-25 0 0,0 25 0,25-25 15,-25 0-15,24 0 0,1 25 0,0-25 0,-25 0 0,25 0 0,0 0 16,-1 0-16,1 0 0,0 0 0,-25-25 0,25 25 0,0 0 0</inkml:trace>
  <inkml:trace contextRef="#ctx0" brushRef="#br0" timeOffset="83343.7667">26615 9575 0,'0'-25'0,"0"0"0,0 25 0,0-25 0,0 25 0,0-25 15,0 25-15,0-24 0,0 24 0,0-25 0,0 25 16,0-25-16,0 25 0,-24 0 0,24 0 0,0-25 0,0 25 15,-25 0-15,25 0 0,0 0 0,-25 0 0,25 0 16,-25 25-16,25-25 0,-25 0 0,25 25 0,-24-25 0,24 0 16,-25 25-16,25-25 0,-25 24 0,25-24 0,0 25 15,-25-25-15,25 25 0,0-25 0,0 25 0,0-25 16,0 0-16,0 25 0,0-25 0,0 24 0,0-24 0,0 0 15,0 0-15,25 25 0,-25-25 0,25 0 0,-25 0 16,0 0 0,25 0-16,-1 0 0,-24 0 0,25 0 0,-25 0 0,25 0 0,-25 0 0,25 0 15,-25-25-15,25 25 0,-25 0 0,24 0 0,-24-24 0,25 24 16,-25 0-16,25-25 0,-25 25 0,0 0 0,0 0 0,25-25 0,-25 25 15,0 0-15,0 0 0,0 0 16,0 0-16,0 0 0,0 0 0,-25 0 0,25 0 0,0 0 0,0 25 0,-25-25 31,25 0-31,0 25 0,-25-25 0,25 24 16,0-24-16,-24 25 0,24-25 0,0 25 0,0-25 0,0 25 0,0-25 0,-25 0 0,25 25 0,0-25 0,0 0 15,0 24-15,0-24 0,25 0 0,-25 0 0,0 0 0,0 0 16,0 0-16,24 0 0,-24-24 0,0 24 0</inkml:trace>
  <inkml:trace contextRef="#ctx0" brushRef="#br0" timeOffset="83597.7815">26938 8781 0,'0'25'0,"25"-25"0,-25 0 0,24 0 0,1 0 16,-25 24-16,25-24 0,-25 0 0,25 25 0,0-25 0,-25 25 0,25-25 15,-25 25-15,0-25 0,24 25 0,-24-25 0,0 0 0,0 24 16,-24-24-16,24 0 15,0 25-15,-25-25 0,0 0 0,0 25 0,0-25 0,0 0 0,1 0 0,-1 0 16,-25 0-16,25 0 0,1 0 0,-26 0 0,25 0 0</inkml:trace>
  <inkml:trace contextRef="#ctx0" brushRef="#br0" timeOffset="84296.8215">28029 9004 0,'25'0'0,"-25"0"0,0-25 16,0 25-16,0 0 0,0 0 0,0 25 0,0-25 16,0 0-1,0 0-15,-25 25 0,25-25 0,0 25 0,0 0 0,-25-1 0,25-24 0,0 25 0,-24 0 0,24 0 0,-25 0 16,25-1-16,0 1 0,-25 0 0,25 0 0,-25 0 0,25-1 0,-25 1 15,25 0-15,0 0 0,-24-25 0,24 25 0,0-1 16,-25 1-16,25-25 16,0 25-16,0-25 0,0 25 0,-25-25 0,25 25 0,0-25 0,0 0 15,0 0-15,0 24 0,0-24 0,0 0 0,0 0 0,0 0 0,0 0 16,0 0-16,0 0 0,0 0 0,0-24 15,25 24-15,-25 0 0,0 0 0,25-25 16,-25 25-16,24-25 0,-24 25 0,25-25 0,0 25 0,-25-25 0,25 25 16,0-24-16,-1 24 0,-24-25 0,25 25 0,-25-25 0,25 25 0,0 0 15,-25-25-15,0 25 0,25 0 0,-25 0 0,0 0 0,25 0 16,-25 0-1,0 0-15,0 0 0,24 25 0,-24-25 0,0 0 0,0 25 0,0-25 0,0 25 16,0-25-16,0 24 0,0 1 0,0-25 0,0 25 0,0-25 16,-24 25-16,24-25 0,0 25 0,0-25 0,0 24 0,0 1 0,0-25 15,0 0 1,24 25-16,-24-25 0,0 0 0,0 25 0,25-25 0,-25 0 15,0 0-15,25 0 0,-25 25 0,25-25 0,-25 0 0,25 0 0,-1 0 0,1-25 16,-25 25-16,25 0 0,0 0 0,0 0 0,-1 0 0,-24 0 16</inkml:trace>
  <inkml:trace contextRef="#ctx0" brushRef="#br0" timeOffset="84776.8489">28525 9624 0,'0'0'0,"25"-25"0,-25 25 0,0 0 16,25-24-16,-25 24 0,0-25 0,0 25 0,0-25 15,0 25-15,0-25 0,0 25 0,0 0 0,0-25 0,0 25 16,0 0-16,0-24 0,-25 24 0,25 0 0,0 0 16,-25 0-16,25 0 0,-24 0 0,24 0 0,-25 0 0,25 0 15,-25 0-15,0 0 0,25 0 0,-25 0 0,25 0 16,-24 24-16,24-24 0,0 0 0,-25 25 0,25-25 15,0 25-15,-25-25 0,25 0 0,0 25 0,0-25 0,0 25 16,0-25-16,0 24 16,25-24-16,-25 0 0,0 25 0,0-25 0,25 25 0,-25-25 15,24 0-15,-24 0 0,25 25 0,-25-25 0,25 0 0,-25 0 0,25 0 16,-25 0-16,25 0 0,-25 0 0,24 0 0,1 0 0,-25 0 15,25 0-15,-25 0 16,25-25-16,-25 25 0,25 0 0,-25 0 0,24-25 0,-24 25 0,0 0 0,25-25 16,-25 25-16,0-24 0,25 24 0,-25 0 0,0-25 0,0 25 0,0-25 15,0 25 1,0 0-16,0-25 0,0 25 0,0 0 0,0 0 0,-25 0 0,25 0 15,0 0-15,0 0 0,-25 0 0,25 0 0,0 0 0,-24 25 0,24-25 0,-25 25 16,25-25-16,-25 25 0,25-1 0,-25-24 0,25 25 16,-25 0-16,25 0 0,-24 0 15,24-1-15,0 1 0,-25 0 0,25 0 0,-25 0 0,25-1 16,0 1-16,0 0 0,-25 0 0,25 0 0,0-1 0,0 1 0,0-25 15,0 25-15,0 0 0,0 0 0,0-25 0,0 25 0,0-25 16,0 24 0,0-24-16,0 25 0,0-25 0,0 0 0,0 0 0,0 0 0,-25 25 15,25-25-15,-24 0 0,24 0 0,-25 0 0,25 0 0,-25 0 0,0-25 16,0 25-16,25 0 0,-24 0 0,-1 0 0,0 0 0,25 0 15,-25 0-15,0-25 0,25 25 16,-24 0-16,24 0 0,0 0 0,-25 0 0,25 0 0,0 0 16,0-24-16,0 24 0,0 0 0,0 0 0,25-25 0,-25 25 0,24-25 15,-24 25-15,25-25 0,0 25 0</inkml:trace>
  <inkml:trace contextRef="#ctx0" brushRef="#br0" timeOffset="84991.8612">28848 9054 0,'25'0'0,"-25"0"16,0 0-16,0 0 0,24 0 0,-24 0 16,25 0-16,-25 0 0,25 0 0,0 0 0,0 0 0,-1 25 15,1-25-15,0 0 0,25 0 0,-25 24 0,-1-24 0,1 0 16,25 25-16,-25-25 0,-1 0 0,1 25 0,0-25 15</inkml:trace>
  <inkml:trace contextRef="#ctx0" brushRef="#br0" timeOffset="85707.9019">29815 9277 0,'0'-25'0,"0"25"0,0 0 16,-25 0-16,25 0 0,0 0 0,-24 0 0,24 0 16,0 0-16,-25 0 0,25 0 0,-25 25 0,25-25 0,0 25 15,-25-25-15,25 25 0,-25-25 0,25 24 0,0-24 16,-24 25-16,24-25 0,0 25 0,0 0 0,0-25 15,-25 25-15,25-25 0,0 24 0,0-24 0,25 25 0,-25 0 16,0-25-16,0 25 0,0-25 0,0 25 16,24-25-16,-24 24 0,0-24 0,25 0 0,-25 25 0,0-25 15,25 0-15,-25 25 0,25-25 0,-25 0 0,25 0 0,-25 0 16,24 0-16,-24 0 15,25 0-15,-25 0 0,25 0 0,0-25 0,-25 25 0,25 0 16,-25 0-16,24-25 0,-24 25 0,0 0 0,25-24 0,-25 24 0,25-25 0,-25 25 16,0-25-16,25 25 0,-25-25 0,0 25 0,25-25 15,-25 25-15,0-24 0,24-1 16,-24 25-16,0-25 0,0 25 0,0 0 0,0-25 0,25 25 0,-25 0 15,0-25-15,0 25 0,0 0 0,0 0 0,0 0 0,0 0 0,0 0 32,0 0-32,-25 0 0,25 0 0,0 0 0,0 25 0,-24-25 0,24 0 0,-25 25 15,25-25-15,0 25 0,-25-25 0,25 25 0,0-25 0,-25 24 0,25-24 16,0 25-16,0-25 0,0 25 0,0 0 0,0-25 0,0 25 0,0-25 15,0 24 1,0-24-16,0 25 0,25-25 0,-25 25 0,0-25 16,0 0-16,25 25 0,-25-25 0,25 0 0,-25 0 0,24 0 0,1 0 0,-25 0 0,25 25 0,0-25 15,-25-25-15,25 25 0,-1 0 16,-24 0-16,25 0 0,0 0 0,-25-25 0,25 25 15,-25 0-15,25-25 0,0 25 0,-25 0 0,24-25 0,-24 1 0,25 24 16,-25-25-16,25 25 0,-25-25 0,25 0 0,-25 25 0,0-25 16,25 25-16,-25-24 15,0-1-15,24 25 0,-24-25 0,0 25 0,0 0 0,0 0 0,0-25 16,0 25-16,0 0 0,0 0 0,0 0 0,0 0 0,0 0 15,-24 25-15,24-25 0,0 0 0,0 0 0,-25 25 0,25-25 0,0 25 16,-25-25-16,25 24 0,0-24 0,-25 25 0,25-25 16,0 25-16,0-25 0,-25 25 0,25-25 15,0 25-15,0-25 0,0 24 0,0-24 0,0 25 0,0-25 16,0 25-16,0-25 0,25 25 0,-25-25 0,0 0 0,0 25 0,0-25 15,25 24-15,-25-24 0,0 0 0,25 0 0,-25 25 16,25-25-16,-25 0 16,24 0-16,-24 0 0,25 0 0,0 0 0,-25 0 0,25 0 0,-25 0 15</inkml:trace>
  <inkml:trace contextRef="#ctx0" brushRef="#br0" timeOffset="86197.9301">30758 9500 0,'0'-25'0,"0"25"0,0 0 0,0 0 0,0-24 0,0 24 16,0 0-16,0 0 0,0 0 0,0 0 0,0 0 0,0 0 15,-25 0-15,25 0 0,0 0 0,0 0 16,-25 0-16,25 24 0,-25-24 0,25 0 0,-24 0 0,24 25 16,0-25-16,-25 25 0,25-25 15,0 25-15,-25 0 0,25-25 0,0 24 0,0 1 0,-25-25 0,25 25 0,0 0 16,0-25-16,0 25 0,0-1 0,0-24 0,0 25 0,25-25 15,-25 25-15,0-25 0,0 25 0,0-25 0,25 0 16,-25 0-16,0 25 0,0-25 16,0 0-16,25 0 0,-25 0 0,0 0 0,0 0 0,0 0 0,24 0 15,-24 0-15,0 0 0,0-25 0,0 25 0,0 0 0,0 0 0,0-25 16,0 25-16,25-25 0,-25 25 0,0-25 0,0 25 0,0-24 15,0 24-15,0-25 16,25 25-16,-25-25 0,0 25 0,0-25 0,25 0 16,-25 25-16,0-24 0,25 24 0,-25-25 0,0 25 0,24 0 0,-24-25 0,25 25 0,-25 0 15,25-25-15,-25 25 0,0 0 16,25 0-16,-25 0 0,25 0 0,-25 0 0,24 0 0,-24 0 0,0 0 15,25 0-15,-25 0 0,0 25 0,0-25 0,25 0 0,-25 25 0,0-25 16,0 25-16,0-25 0,0 0 0,0 24 0,0 1 16,0-25-16,0 25 15,0-25-15,0 25 0,0-25 0,0 25 0,0-25 0,0 24 0,-25-24 16,25 25-16,0-25 0,0 0 0,0 25 0,0-25 0,0 25 0,0-25 15,0 0-15,0 0 0,0 25 0,0-25 0,0 0 0,0 0 16,0 24-16,0-24 0,0 0 16,0 0-16,25 0 0,-25 0 0,0 0 0,0 0 0,25 0 15,-25 0-15,0 0 0,0 0 0,25 0 0,-25 0 0,0 0 0,0-24 16,0 24-16,0 0 0,24-25 0,-24 25 0</inkml:trace>
  <inkml:trace contextRef="#ctx0" brushRef="#br0" timeOffset="86379.9403">30832 9252 0,'0'-25'0,"25"25"0,-25-24 0,0 24 16,25 0-16,-25 0 0,25 0 0,-25-25 0,24 25 0,1 0 16,-25 0-16,25 25 0,0-25 0,0 0 0,-25 0 15,24 24-15,1-24 0,-25 0 16,25 25-16,-25-25 0,25 25 0,-25-25 0,0 25 15,25-25-15,-25 25 0,0-25 0,24 24 0,-24-24 0,0 0 0,0 25 16,25-25-16</inkml:trace>
  <inkml:trace contextRef="#ctx0" brushRef="#br0" timeOffset="86564.9512">31775 9004 0,'0'0'0,"0"0"0,0 0 0,0 0 0,0 0 0,-25 0 16,25 25-16,-25-25 0,0 0 0,25 25 15,-24-25-15,-1 25 0,-25-25 0,25 24 0,1 1 0,-26-25 0,25 25 16,-24 0-16,24 0 0,-25-1 0,25 1 0,1 0 0,-26 0 16,25 0-16,-25-1 0,26-24 15,-1 25-15</inkml:trace>
  <inkml:trace contextRef="#ctx0" brushRef="#br0" timeOffset="87826.0233">2877 10443 0,'0'0'15,"0"-25"-15,0 25 16,-24 0-16,24 0 0,0 0 0,0-25 0,0 25 0,0 0 0,0 0 0,0 0 0,0-25 16,0 25-16,0 0 0,0 0 0,0-24 15,0 24-15,0 0 0,0 0 0,0-25 16,-25 25-16,25 0 0,0 0 0,0 0 0,0-25 0,0 25 0,0 0 15,0 0-15,0 0 0,0 0 0,0 0 0,0 0 0,0 25 0,-25-25 16,25 0-16,0 25 0,0-25 0,0 24 0,0 1 16,0 0-16,-25 0 15,25-25-15,0 25 0,0-1 0,0 1 0,-25 0 0,25 0 0,0 0 16,0-1-16,0 1 0,0 0 0,-24 0 0,24 0 0,0-1 0,0 1 0,0-25 15,0 25-15,0 0 0,0 0 0,0-25 0,0 24 16,-25 1-16,25-25 16,0 25-16,0-25 0,0 25 0,0-25 0,0 0 0,0 25 15,25-25-15,-25 0 0,0 0 0,0 0 0,0 0 0,0 24 0,0-24 0,0 0 0,0-24 16,0 24-16,0 0 0,0 0 0,0 0 0,0-25 15,0 25-15,0 0 0</inkml:trace>
  <inkml:trace contextRef="#ctx0" brushRef="#br0" timeOffset="88006.0336">2604 10716 0,'-24'-25'0,"24"25"0,0-25 0,0 25 0,-25 0 15,25-25-15,0 25 0,0 0 0,0-25 0,0 25 16,0 0-16,0 0 0,25-24 0,-25 24 0,0 0 0,24-25 16,-24 25-16,25 0 0,-25-25 0,25 25 0,-25 0 15,25 0-15,0-25 0,-25 25 16,25 0-16,-1 0 0,1 0 0,-25 0 0,25 0 0,-25 0 0,25 0 0,0 25 15,-25-25-15,24 0 0,-24 25 0,25-25 16,-25 25-16,0-25 0,25 0 0,-25 24 0,0-24 0,0 25 0,25-25 16</inkml:trace>
  <inkml:trace contextRef="#ctx0" brushRef="#br0" timeOffset="88271.0487">2902 10864 0,'0'0'16,"0"0"-16,0 0 0,0 0 0,0 0 0,0 0 0,-25 0 16,25 0-16,0 0 0,0 0 0,0 0 0,0 0 15,0-24-15,0 24 0,0-25 0,0 25 0,0 0 0,25-25 16,-25 0-16,0 25 0,0-25 0,0 25 0,25-24 15,-25 24-15,0-25 0,0 25 0,25 0 0,-25 0 16,0-25-16,0 25 0,0 0 0,25 0 0,-25 0 0,0 0 16,0 0-16,24 0 0,-24 0 0,0 0 0,0 0 15,0 25-15,0-25 0,25 0 0,-25 0 16,0 0-16,0 25 0,0-25 0,0 0 0,0 24 0,0-24 0,25 0 0,-25 25 15,0-25-15,0 25 0,0-25 0,0 0 0,0 25 16,0-25 0,0 25-16,0-25 0,25 0 0,-25 24 0,0-24 0,0 0 0,25 0 0,-25 0 15,0 0-15,0 0 0,24 0 0,-24-24 0,0 24 0,25 0 0</inkml:trace>
  <inkml:trace contextRef="#ctx0" brushRef="#br0" timeOffset="88918.0858">3349 10616 0,'0'0'0,"-25"0"16,25 0-16,-25 0 0,25 0 0,0 0 0,-25 0 15,25-24-15,-25 24 0,25 0 0,-24 24 0,24-24 16,0 0-16,-25 0 0,25 0 0,0 0 0,0 0 16,-25 0-1,25 25-15,0-25 0,0 0 0,0 0 0,0 25 0,0-25 0,0 25 0,0-25 0,0 25 0,0-1 0,0-24 16,0 25-16,0 0 0,0-25 0,0 25 0,0 0 15,0-1-15,25-24 16,-25 25-16,0-25 0,0 25 0,0-25 0,25 25 0,-25-25 0,0 25 0,0-25 16,24 0-16,-24 0 0,0 24 0,0-24 0,0 0 0,0 0 15,25 0-15,-25 0 0,0 0 16,0 0-16,0 0 0,0 0 0,0 0 0,0-24 15,25 24-15,-25 0 0,0 0 0,0-25 0,0 25 0,0 0 0,0-25 16,0 25-16,0-25 0,0 25 0,25-25 0,-25 25 0,0-24 0,0 24 16,0-25-16,0 25 0,0-25 0,0 25 0,0 0 15,0-25-15,0 25 16,25-25-16,-25 25 0,0 0 0,0 0 0,0-24 0,24 24 0,-24 0 15,0 0-15,0 0 0,25 0 0,-25 0 0,0 0 0,0 0 0,0 0 16,25 0-16,-25 0 0,0 0 0,0 0 0,25 24 0,-25-24 16,0 0-16,0 25 15,0-25-15,0 25 0,0-25 0,0 25 0,0 0 0,0-25 0,0 24 16,0-24-16,0 25 0,0 0 0,0-25 0,0 25 0,0-25 0,0 25 15,0-25-15,0 0 0,0 24 0,0-24 0,0 0 0,0 0 16,0 25-16,0-25 0,0 0 0,0 0 0,0 0 16,25 0-16,-25 0 15,0 0-15,0 0 0,0-25 0,0 25 0,24 0 0,-24 0 16,0-24-16,0 24 0,25-25 0,-25 25 0,0-25 0,25 25 0,-25-25 0,25 0 15,-25 25-15,0-24 0,25-1 0,-25 25 0,24-25 0,-24 25 16,0-25-16,25 25 0,-25 0 0,0-25 16,0 25-16,0 0 0,25 0 0,-25 0 15,0 0-15,0 0 0,0 25 0,0-25 0,0 0 0,0 25 0,0-25 16,0 0-16,0 25 0,0-25 0,0 25 0,0-25 0,0 24 0,-25-24 15,25 25-15,0-25 16,0 25-16,0-25 0,0 25 0,0-25 0,0 25 0,0-25 16,25 24-16,-25-24 0,0 0 0,0 25 0,0-25 0,0 0 0,0 0 0,25 25 15,-25-25-15,0 0 0,25 0 0,-25 0 0,0 0 16,25 0-16,-25 0 0,24 0 0,-24-25 0,25 25 0,0 0 15,-25-25 1,25 25-16</inkml:trace>
  <inkml:trace contextRef="#ctx0" brushRef="#br0" timeOffset="89417.1143">4018 10716 0,'-24'0'0,"24"0"15,0 0-15,0 0 0,-25-25 0,25 25 0,0 0 16,0 0-16,-25 0 0,25 0 0,0 0 0,0 0 16,0 0-16,-25 0 0,25 25 0,0-25 0,0 0 0,0 24 62,0-24-62,0 25 0,0-25 0,-25 25 0,25-25 0,0 25 0,0 0 0,25-25 0,-25 24 0,0-24 0,0 25 0,0-25 0,0 25 0,0-25 0,0 25 0,25-25 16,-25 0-16,0 25 0,25-25 0,-25 0 0,0 0 0,25 0 0,-25 0 0,0 0 0,24 0 15,-24 0-15,25 0 0,-25-25 0,0 25 0,25 0 0,-25 0 16,0-25-16,0 25 0,25 0 0,-25-25 0,0 25 15,0 0-15,0-25 16,0 25-16,0 0 0,0-24 16,0 24-16,0 0 0,0-25 0,0 25 0,0 0 0,0 0 0,0-25 0,0 25 0,0 0 0,0 25 15,-25-25-15,25 0 0,0 25 0,0-25 0,0 24 0,0-24 16,0 25-16,0 0 0,-25 0 0,25 0 0,0-1 0,0 1 0,0 0 0,0 0 15,0 0-15,0-1 16,0 1-16,0 0 0,0 0 0,0 0 0,0 0 0,0-1 16,0 1-16,0 0 0,0 0 0,0 0 0,0-1 0,0 1 0,-25-25 0,25 25 15,0-25-15,0 25 16,0-25-16,0 25 0,0-25 0,-24 0 0,24 24 0,0-24 15,0 0-15,0 0 0,-25 25 0,25-25 0,0 0 0,0 0 16,-25 0-16,25 0 0,0-25 0,0 25 0,0 0 0,-25 0 0,25-24 0,0 24 16,0 0-16,0-25 15,0 25-15,0 0 0,0-25 0,25 25 0,-25 0 0,0-25 16,25 25-16,-25 0 0,25-25 0,-1 25 0,1 0 0,-25-24 0,25 24 15,0 0-15,0-25 0,-1 25 0,1 0 0,25-25 0,-25 25 16,-1 0-16,1 0 0,0-25 0,0 25 16,24-25-16</inkml:trace>
  <inkml:trace contextRef="#ctx0" brushRef="#br0" timeOffset="90110.154">5333 10592 0,'0'0'0,"0"0"16,-25 0-16,25 0 0,0 0 0,0 0 0,0 0 0,0 0 15,0 0 1,0 24-16,0-24 0,0 25 0,0 0 0,0-25 0,0 25 0,0 0 16,0-1-16,25 1 0,-25-25 0,0 25 0,0 0 0,0 0 0,0-25 15,0 24-15,0 1 0,0-25 0,0 25 0,0 0 0,0-25 16,0 25-16,0-25 15,0 24-15,0-24 0,0 25 0,0-25 0,0 0 0,0 0 16,0 25-16,0-25 0,0 0 0,0 0 0,0 0 0,0 0 0,0 25 0,0-25 16,0 0-16,0 0 0,0-25 0,0 25 0,0 0 15,0 0-15,0 0 0,0-25 0,0 25 0,0-25 16,25 25-16,-25-24 0,0-1 15,0 25-15,25-25 0,-25 0 0,0 0 0,0 25 0,24-24 0,-24-1 0,0 25 16,25-25-16,-25 25 0,0-25 0,0 25 0,25 0 0,-25-25 16,0 25-16,0 0 0,0 0 0,0 0 0,25 0 0,-25 0 15,0 0-15,0 0 0,0 0 16,0 0-16,0 25 0,0-25 0,0 0 0,0 25 15,0-25-15,0 25 0,0-25 0,0 25 0,0-25 16,0 24-16,0 1 0,0-25 0,0 25 0,0-25 0,0 25 0,0-25 0,0 25 0,0-25 16,0 24-16,0-24 15,0 25-15,0-25 0,0 0 0,0 0 0,0 0 0,0 25 0,0-25 0,0 0 16,0 0-16,0 0 0,0 0 0,0 0 0,0 0 0,0-25 31,0 25-31,25 0 0,-25 0 0,0-25 0,24 25 0,-24-24 0,0 24 0,25-25 16,-25 25-16,0-25 0,25 25 0,-25-25 0,25 0 15,-25 1-15,0 24 0,25-25 0,-25 0 0,0 25 0,24-25 0,-24 25 16,0-25-16,0 25 0,0 0 0,0 0 0,0 0 0,25 0 15,-25 0-15,0 0 0,0 25 0,0-25 0,0 25 0,0-25 16,-25 25-16,25 0 16,0-1-16,0-24 0,0 25 0,0 0 0,0 0 0,0-25 0,-24 25 0,24-1 15,0-24-15,0 25 0,0 0 0,0-25 0,0 25 0,24-25 16,-24 25-16,0-25 0,0 0 0,0 24 15,25-24-15,-25 0 0,0 0 0,25 0 0,-25 0 16,25 0-16,-25 0 0,25 0 0,-1 0 0,-24 0 0,25-24 16,0 24-16,0 0 0,-25-25 0,25 25 0</inkml:trace>
  <inkml:trace contextRef="#ctx0" brushRef="#br0" timeOffset="90523.1776">6127 10840 0,'-25'-25'0,"25"25"16,0 0-16,-25-25 0,25 25 0,0 0 0,-25-25 15,25 25-15,-24 0 0,24-25 0,0 25 0,-25 0 16,25 0-16,0 0 0,-25 0 0,25 0 0,-25 0 0,25 0 15,0 25-15,0-25 0,-25 25 0,25-25 0,0 25 16,0 0-16,-24-25 0,24 24 0,0 1 0,0-25 0,0 25 16,0 0-16,0-25 0,0 25 0,0-25 0,0 24 15,0-24-15,0 25 0,0-25 0,24 25 0,-24-25 0,0 0 16,0 25-16,0-25 0,25 0 0,-25 0 0,0 0 15,0 0-15,25 0 0,-25 0 0,0 0 0,25 0 16,-25 0-16,0 0 0,25 0 16,-25 0-16,0-25 0,24 25 0,-24 0 0,0-25 15,25 25-15,-25 0 0,0-25 0,25 25 0,-25-24 0,0 24 0,0-25 16,0 25-16,25-25 0,-25 25 0,0-25 0,0 25 0,0 0 15,0-25-15,0 25 0,0 0 0,0-24 0,0 24 0,0 0 16,0 0-16,0 0 16,0 0-16,0 24 0,0-24 0,0 0 0,0 25 15,0-25 1,0 0-16,-25 25 0,25 0 0,0-25 0,0 25 0,0-25 0,0 24 0,0-24 0,0 25 0,0-25 0,0 25 0,0-25 0,0 25 15,0-25-15,0 0 0,25 25 0,-25-25 0,0 0 0,25 0 16,-25 0-16,24 24 0,-24-24 0,25-24 0,0 24 16,-25 0-16,25 0 0,0 0 0,-25 0 0,24-25 0,1 25 15</inkml:trace>
  <inkml:trace contextRef="#ctx0" brushRef="#br0" timeOffset="90900.1992">7392 10319 0,'0'0'0,"-25"0"16,25 0-16,0 25 0,0-25 0,-25 24 0,25-24 0,0 25 0,0 0 15,-25 0-15,25 0 0,0-1 0,0-24 0,0 25 0,-24 25 16,24-25-16,0-1 0,0 1 0,0 0 0,0 0 16,-25 0-16,25-1 15,0 1-15,0 0 0,0 0 0,0 0 0,0-25 0,-25 24 16,25 1-16,0 0 0,0 0 0,0-25 0,0 25 0,-25-1 0,25-24 15,0 25-15,0-25 0,0 0 0,0 25 0,0-25 0,0 0 0,0 0 16,0 0-16,-25 0 0,25 0 0,0 0 0,0 0 16,0 0-16,-24 0 15,24 0-15,0-25 0,0 25 0,-25 0 0</inkml:trace>
  <inkml:trace contextRef="#ctx0" brushRef="#br0" timeOffset="91045.2074">7094 10691 0,'0'-25'0,"0"25"0,0 0 0,0 0 0,25 0 0,-25 0 15,0 0-15,25 0 0,-25 0 0,25 0 0,-25 0 16,24 0-16,-24 0 0,25 0 0,0 25 0,-25-25 15,25 0-15,-25 25 0,25-25 0,-1 0 0,-24 24 0,25-24 16,-25 25-16,25-25 0,-25 25 16,25-25-16,0 25 0,-25 0 0,24-25 0</inkml:trace>
  <inkml:trace contextRef="#ctx0" brushRef="#br0" timeOffset="91314.2227">7441 11038 0,'0'0'0,"-24"0"16,24 0-16,0-25 0,0 25 0,-25 0 0,25 0 0,0-25 15,0 25-15,0-24 0,0 24 0,0 0 0,0-25 16,0 25-16,25-25 0,-25 25 0,0-25 0,24 25 15,-24-25-15,0 25 0,25-24 0,-25 24 0,25 0 0,-25 0 16,25-25-16,-25 25 0,0 0 0,25 0 16,-25 0-16,24 25 0,-24-25 0,0 0 0,25 0 15,-25 24-15,0-24 0,0 0 0,0 25 0,25-25 0,-25 25 0,0-25 16,0 25-16,0-25 0,0 25 0,0-25 0,0 24 0,0-24 15,0 0-15,0 25 16,0-25-16,0 25 0,0-25 0,0 0 0,0 25 0,0-25 16,0 0-16,0 25 0,0-25 0,0 0 0,25 0 0,-25 0 0,0 24 15,0-24-15,25 0 0,-25 0 0,0 0 0,24 0 0,-24 0 0,25-24 16,-25 24-16,25 0 0,0 0 0</inkml:trace>
  <inkml:trace contextRef="#ctx0" brushRef="#br0" timeOffset="91635.2411">8012 10864 0,'0'0'0,"0"0"15,-25 0-15,25-24 0,0 24 0,-25 0 0,25-25 16,0 25-16,-25 0 0,25-25 0,0 25 0,0 0 0,-24 0 16,24-25-16,0 25 0,-25 0 0,25 0 0,0 0 15,0-25-15,-25 25 0,25 0 0,0 0 0,-25 25 16,25-25-16,0 0 0,-25 0 0,25 0 0,0 25 15,-24-25-15,24 25 0,0-25 16,0 25-16,-25-25 0,25 24 0,0-24 0,0 25 0,0-25 0,0 25 16,-25-25-16,25 0 0,0 25 0,0-25 0,25 25 0,-25-25 15,0 0-15,0 24 0,0-24 0,0 0 0,0 25 0,0-25 0,25 0 16,-25 0-16,0 0 0,0 25 0,0-25 0,24 0 15,-24 0-15,0 0 16,0 0-16,25 0 0,-25 0 0,0 0 0,25 0 0,-25 0 0,0 0 0,25 0 0,-25-25 16,25 25-16,-25 0 0,0 0 0,24-25 0,-24 25 15,25 0-15,-25-24 16,0 24-16,25-25 0,-25 25 0,0-25 0,0 25 0,25-25 0,-25 0 0</inkml:trace>
  <inkml:trace contextRef="#ctx0" brushRef="#br0" timeOffset="91815.2515">8012 10740 0,'0'0'0,"0"0"16,0 0-16,0 0 0,0 0 0,0 0 0,0 0 15,0 0-15,0 0 0,0 0 0,0 0 0,0 25 0,0-25 16,0 25-16,0-25 0,-25 0 0,25 25 0,0 0 15,0-25-15,0 24 0,0-24 0,0 25 0,0-25 0,0 25 16,0-25-16,0 25 0,0-25 0,0 25 0,0-25 16,0 0-16,0 24 0,0-24 15,0 25-15,0-25 0,0 0 0,25 0 0,-25 25 16,0-25-16,0 0 0,0 0 0,0 0 0,25 0 0,-25 0 0,0 0 15,0 0-15,25 0 0,-25 0 0,24 0 0,-24-25 0,0 25 16,25 0-16,-25-25 0,25 25 0</inkml:trace>
  <inkml:trace contextRef="#ctx0" brushRef="#br0" timeOffset="92211.2742">8310 10740 0,'0'0'16,"0"0"-16,0 0 0,0 0 0,0 25 0,-25-25 15,25 0-15,0 0 0,0 0 0,0 0 0,0 25 0,0-25 16,0 0-16,0 0 0,0 25 0,0-25 0,-25 25 15,25-25 1,0 0-16,0 24 16,0-24-16,0 0 0,0 25 0,25-25 0,-25 0 0,0 0 0,0 25 0,0-25 0,0 0 0,0 0 46,0 25-46,0-25 0,0 0 0,0 0 0,0 0 0,0 0 0,25 0 0,-25 0 0,0 0 0,0 0 0,0 0 0,0 0 0,24 0 0,-24 0 0,0-25 0,0 25 0,25 0 0,-25 0 16,0-25-16,25 25 0,-25-25 0,0 25 0,0 0 16,25-24-16,-25 24 0,0-25 0,25 25 0,-25-25 0,0 25 0,0 0 15,24 0-15,-24-25 0,0 25 0,0 0 0,0 0 0,0 0 16,0 0-16,0 25 0,25-25 0,-25 0 0,0 0 15,0 25-15,0-25 0,0 0 0,0 25 16,0-25-16,0 24 0,0-24 0,0 25 0,0-25 16,0 25-16,0-25 0,0 0 0,0 25 0,0-25 0,0 25 0,0-25 15,0 0-15,0 0 0,25 24 0,-25-24 0,0 0 0,0 0 16,0 25-16,0-25 0,0 0 0,25 0 0,-25 0 15,0 0-15,0 0 0,0 0 16,0 0-16,0 0 0,0 0 0,0 0 0,0 0 16,0 0-16</inkml:trace>
  <inkml:trace contextRef="#ctx0" brushRef="#br0" timeOffset="92459.2883">8012 10517 0,'0'0'15,"0"-25"-15,0 25 0,0 0 0,-25 0 0,25-24 0,0 24 0,0-25 16,0 25-16,0 0 0,25-25 0,-25 25 0,0 0 0,0-25 16,25 25-1,-25 0-15,0-25 0,0 25 0,25 0 0,-25 0 0,0 0 0,24 0 16,-24-24-16,25 48 0,-25-24 0,0 0 0,25 0 0,-25 0 15,0 25-15,25-25 0,-25 25 0,0 0 0,25-25 0,-25 25 0,0-1 16,24 1-16,-24 0 0,0 0 0,0 0 0,0-1 0,0 1 16,0 0-16,0 0 0</inkml:trace>
  <inkml:trace contextRef="#ctx0" brushRef="#br0" timeOffset="92627.298">8136 11410 0,'0'25'0,"0"-25"0,-25 25 0,25-25 16,-25 25-16,25-25 0,0 0 0,-24 0 0,24 0 0,0 0 15,0 0-15,0 24 0,0-24 0,0 0 16,0 0-16,0 0 0,0 0 0,0 0 0,0 0 0,0 0 0,0 0 16,0 0-16,0-24 0,0 24 0,0 0 0,0 0 15,0 0-15</inkml:trace>
  <inkml:trace contextRef="#ctx0" brushRef="#br0" timeOffset="94125.3836">2356 12278 0,'0'0'16,"0"0"-16,0-24 0,-24 24 16,24 0-16,0 0 0,0 0 0,0 0 0,0 0 0,-25 0 15,25 0-15,0 0 0,0 0 0,0 24 0,-25-24 0,25 0 0,0 25 0,0-25 16,0 0-16,-25 25 0,25-25 15,0 25-15,0-25 0,0 25 0,0-25 0,0 24 16,0-24-16,0 25 0,0 0 0,0-25 0,0 0 0,0 25 0,-25-25 0,25 25 16,0-25-16,0 24 0,0-24 0,0 25 0,0-25 0,0 0 15,0 25-15,-24-25 0,24 0 16,0 25-16,0-25 0,0 0 0,0 0 0,0 0 15,0 0-15,-25 0 0,25 0 0,0 0 0,0 0 0,0 0 0,0 0 0,0-25 63,0 25-63,0 0 0,0-25 0</inkml:trace>
  <inkml:trace contextRef="#ctx0" brushRef="#br0" timeOffset="94271.3919">2158 12254 0,'0'0'0,"0"0"0,0 0 0,0 0 0,0 0 16,0 0-16,0 0 0,0 0 0,0 0 0,0 0 16,0 0-16,0 0 0,0 0 0,25 0 0,-25 24 0,0-24 15,0 0-15,0 25 0,0-25 0,0 25 0,0-25 0,25 0 16,-25 25-16,0-25 0,0 25 31,24-25-31,-24 24 16,0 1-16,0-25 0,25 25 0,-25-25 0,0 25 0,25-25 0,-25 25 0,0-25 0,0 24 0,25-24 0,-25 25 0,0-25 0,0 0 15,25 25-15,-25-25 0,0 0 0,0 0 0,0 25 0,0-25 0,0 0 0,0 0 0,0 0 16</inkml:trace>
  <inkml:trace contextRef="#ctx0" brushRef="#br0" timeOffset="94457.4023">2108 12427 0,'0'0'16,"0"0"-16,0 0 0,0 0 0,0-25 0,0 25 0,0 0 15,0 0-15,0 0 0,0 0 0,0 0 0,25 0 16,-25 0-16,0 0 0,25 0 0,-25 0 0,25 0 0,-25 0 16,25 0-16,-25 0 0,24 0 0,1 0 15,-25 0-15,25 25 0,0-25 0,0 0 0,-25 0 0,24 0 0,1 0 16,0 0-16,-25 0 0,25 25 0,0-25 0,-1 0 0,-24 0 15,25 0-15,-25 0 0</inkml:trace>
  <inkml:trace contextRef="#ctx0" brushRef="#br0" timeOffset="94965.4317">2530 12154 0,'0'-25'0,"0"25"16,-25-24-16,25 24 0,0-25 0,-25 25 0,25 0 0,-24-25 15,24 25-15,0 0 0,-25 0 0,25 0 0,-25 0 16,25 0-16,0 0 0,-25 0 0,25 0 0,-25 0 0,25 0 15,-24 0 1,24 0-16,-25 0 0,0 0 0,25 0 0,-25 0 0,25 25 0,-25-25 16,25 0-16,-24 0 0,24 0 0,-25 0 0,25 0 0,-25 25 0,25-25 0,0 0 15,-25 0-15,25 24 0,-25-24 0,25 0 0,0 0 0,-24 25 0,24-25 16,0 0-16,-25 25 0,25-25 0,0 0 0,-25 25 0,25-25 15,0 25-15,0-25 16,-25 25-16,25-25 0,0 24 0,0 1 0,0-25 0,0 25 0,0 0 16,0 0-16,0-1 0,0 1 0,0-25 0,0 25 0,0 0 0,25 0 15,-25-1-15,0 1 0,0 0 0,25-25 0,-25 25 0,25 0 16,-25-1-1,24-24-15,-24 25 0,25 0 0,-25-25 0,25 25 0,0-25 0,-25 25 0,25-25 0,-1 0 0,-24 0 16,25 24-16,0-24 0,0 0 16,-25 0-16,25 0 0,-1 0 0,1 0 0,-25-24 0,25 24 15,0 0-15,0-25 0,-25 25 0,24 0 0,1-25 0,-25 0 0,25 25 16,-25-25-16,25 25 0,-25-24 0,25-1 0,-25 25 0,24-25 15,-24 0-15,0 0 0,0 1 16,25 24-16,-25-25 0,0 0 0,0 0 0,0 0 0,0 1 16,-25-1-16,25 0 0,0 0 0,0 0 0,0 25 0,-24-24 15,24-1-15,0 0 0,-25 25 0,25-25 0,0 25 0,-25 0 0,25-25 16,0 25-16,-25 0 0,25 0 0,0 0 0,0 0 15,-25 0-15,25 0 16,0 0-16,0 0 0,0 0 0,0 0 0,0 0 0,0 0 0,0 25 0,0-25 16,0 0-16,0 0 0,0 0 0,0 25 0,25-25 0,-25 0 0,0 0 15,25 25-15,-25-25 0</inkml:trace>
  <inkml:trace contextRef="#ctx0" brushRef="#br0" timeOffset="95320.4519">3225 12402 0,'0'0'0,"0"0"0,0-24 0,0 24 16,0 0-16,0-25 0,-25 25 0,25 0 0,0-25 0,0 25 15,-25 0-15,25 0 0,0-25 0,0 25 0,-25 0 16,25 0-16,0 0 0,-25-25 0,25 25 0,0 0 15,-24 0-15,24 0 0,0 0 0,0 0 0,-25 25 0,25-25 16,0 0-16,0 0 0,0 25 0,-25-25 0,25 0 16,0 25-16,0-25 0,0 25 0,0-1 0,0-24 0,0 25 15,0-25-15,0 25 0,0 0 0,0-25 0,0 25 16,0-1-16,25-24 0,-25 25 0,0-25 0,25 25 0,-25-25 15,24 25-15,-24-25 0,0 25 0,25-25 0,-25 0 0,25 0 16,0 24-16,-25-24 0,25 0 0,-25 0 0,24 0 16,-24 0-16,25 0 0,-25 0 0,25 0 0,0 0 15,-25 0-15,25 0 0,-25 0 0,24-24 0,1 24 16,-25 0-16,25-25 0,-25 25 15,25-25-15,0 25 0,-25-25 0,24 25 0,1-25 0,-25 1 0,25 24 16,-25-25-16,25 0 0,-25 0 0,25 0 0</inkml:trace>
  <inkml:trace contextRef="#ctx0" brushRef="#br0" timeOffset="96162.5002">3597 12005 0,'0'-24'0,"0"24"0,0 0 0,-25 0 0,25 0 0,0-25 16,0 25-16,0 0 0,0 0 0,0 0 0,0 25 16,0-25-16,0 0 0,0 0 0,0 24 0,0-24 15,0 25-15,0-25 0,0 25 0,-25-25 0,25 25 16,0 0-1,0-25-15,0 24 0,0 1 0,0 0 0,0-25 0,0 25 0,0 0 16,0 0-16,0-1 0,0 1 0,0-25 0,0 25 0,0 0 0,0 0 0,0-1 16,0 1-16,0-25 0,0 25 0,0 0 0,0 0 0,0-25 15,0 24-15,0-24 0,0 25 16,0-25-16,0 0 0,0 25 0,0-25 0,0 0 0,0 0 15,25 0-15,-25 0 0,0 25 0,0-50 0,0 25 0,25 0 0,-25 0 16,0 0-16,0 0 0,24 0 0,-24-25 0,0 25 16,25 0-16,-25-25 0,0 25 0,25-24 0,-25 24 0,25-25 0,-25 25 15,0-25-15,0 25 16,25 0-16,-25-25 0,0 25 0,0-25 0,0 25 0,0 0 15,0-24-15,25 24 0,-25 0 0,0 0 0,0 0 0,0 0 0,0 0 0,-25 0 16,25 0-16,0 0 0,0 0 0,0 0 0,0 0 16,0 0-16,0 0 15,0 24-15,0-24 0,-25 0 0,25 25 0,0-25 0,0 0 16,0 25-16,0-25 0,0 25 0,0-25 0,0 25 0,0-25 0,0 24 15,0-24-15,0 25 0,0-25 0,25 25 0,-25-25 0,0 0 0,0 25 16,0-25-16,0 25 0,25-25 0,-25 0 16,0 24-16,0-24 0,24 0 15,-24 0-15,0 25 0,25-25 0,-25 0 0,25 0 0,-25 0 0,0 0 16,25 0-16,-25 0 0,25 0 0,-25-25 0,24 25 0,-24 0 0,25 0 15,-25 0-15,25-24 0,-25 24 0,25-25 0,-25 25 0,0 0 16,25-25-16,-25 25 0,0-25 16,0 25-16,24-25 0,-24 25 0,0-24 0,0 24 15,0-25-15,0 0 0,0 25 0,0-25 0,0 0 0,0 25 0,0-24 16,0 24-16,0-25 0,0 25 0,0 0 0,0-25 0,0 25 0,0 0 15,0 0-15,0 0 0,0 0 0,0 0 0,0 0 16,0 0-16,0 0 0,0 0 0,0 0 0,0 25 0,0-25 16,0 0-1,0 25-15,-24-25 0,24 0 0,0 24 0,0-24 0,0 25 0,0-25 0,0 0 16,0 25-16,0-25 0,0 25 0,0-25 0,0 25 0,0-25 15,0 24-15,0-24 0,0 25 0,0-25 0,0 25 0,0-25 16,24 0-16,-24 25 0,0-25 16,0 25-16,0-25 0,25 0 0,-25 0 0,0 24 0,0-24 0,25 0 0,-25 0 15,0 0-15,25 0 0,-25 0 0,0 0 0,25 0 0,-25-24 16,0 24-16,24 0 0,-24 0 0,25-25 15,-25 25-15,0 0 0,25 0 16,-25-25-16,0 25 0,0-25 0,0 25 0,25 0 0,-25-25 0,0 25 0,0 0 16,0-24-16,0 24 0,0 0 0,-25 0 0,25-25 0,0 25 15,0 0 16,0 0-31,0 0 0,0 0 0,0 0 16,0 0-16,0 0 0,0 0 0,0 0 0,0 0 0,0 0 0,0 0 0,0 25 0,0-25 0,0 24 0,0-24 0,0 0 0,0 25 0,0-25 0,0 25 0,0-25 0,0 25 16,0-25-16,0 25 0,0-25 0,25 24 0,-25-24 15,0 0-15,0 25 0,0-25 0,0 0 16,25 0-16,-25 25 0,0-25 0,0 0 0,0-25 15,0 25-15,24 0 0,-24 0 0,0-25 0</inkml:trace>
  <inkml:trace contextRef="#ctx0" brushRef="#br0" timeOffset="96366.5117">4465 11981 0,'0'-25'0,"0"25"16,0 0-16,0 0 0,0 0 0,0 0 0,0 0 0,0 0 15,0 0-15,0 0 0,0 25 0,0-25 0,0 0 0,-25 24 16,25-24-16,0 25 0,0-25 0,0 25 0,0-25 15,0 25-15,0-25 16,-25 25-16,25-25 0,0 24 0,0-24 0,0 25 0,0 0 0,0-25 16,0 25-16,0 0 0,0-25 0,0 25 0,0-25 0,0 24 0,0 1 15</inkml:trace>
  <inkml:trace contextRef="#ctx0" brushRef="#br0" timeOffset="96934.5443">5035 12328 0,'0'0'0,"0"0"0,0 0 15,0 0-15,0 0 0,0 0 0,0 0 0,-24 25 0,24-25 16,0 0-16,0 0 0,0 0 0,0 0 0,0 0 0,-25 0 16,25 25-16,0-25 0,0 0 0,0 24 0,0-24 0,0 25 15,0-25-15,0 25 0,0 0 16,0-25-16,25 25 0,-25-25 0,0 24 0,0 1 0,0-25 15,24 25-15,-24-25 0,0 0 0,0 25 0,25-25 0,-25 0 0,25 25 16,-25-25-16,0 0 0,25 0 0,-25 0 0,25 0 16,-1 0-16,-24 0 0,25 0 0,0 0 15,-25-25-15,25 25 0,-25 0 0,25-25 16,-1 25-16,-24 0 0,25-25 0,-25 25 0,25-25 0,-25 25 0,0 0 15,25-24-15,-25 24 0,0-25 0,0 25 0,0-25 0,0 25 0,0 0 16,0-25-16,0 25 0,0 0 0,0-25 0,-25 25 16,25 0-16,0 0 15,0 0-15,0 0 0,0 0 0,-25 0 0,25 0 0,0 25 0,0-25 16,0 0-16,0 25 0,-25-25 0,25 25 0,0 0 0,0-25 0,0 24 15,0 1-15,0 0 0,0 0 0,0 0 0,25-1 0,-25-24 16,0 25 0,0 0-16,0 0 0,0 0 0,0-1 0,0-24 0,0 25 0,0 0 0,0 0 15,0-25-15,0 25 0,0-25 0,0 24 0,0-24 0,0 25 0,0-25 16,0 0-16,0 25 0,-25-25 15,25 0-15,0 25 0,0-25 0,-24 0 0,24 0 0,0 0 16,-25 25-16,25-25 0,-25 0 0,25 0 0,-25 0 16,25 0-16,0 0 0,-25 0 0,25 0 0,0 0 0,0-25 0,-24 25 15,24 0-15,0 0 0,0-25 0,0 25 0,0-25 0,0 25 16,0-25-1,0 1-15,0 24 0</inkml:trace>
  <inkml:trace contextRef="#ctx0" brushRef="#br0" timeOffset="97141.5561">5606 11906 0,'25'-25'0,"-25"1"0,24-1 0,-24 25 16,0-25-16,0 25 0,25-25 15,-25 25-15,0 0 0,0 0 0,0 25 0,0-25 0,0 25 0,0-25 16,0 25-16,0-1 0,0 1 0,0 0 0,0 0 0,0 0 15,0-1-15,-25 1 0,25 0 0,0 0 0,-24 0 16,24-1-16,0 1 0,-25 0 0,25 0 0,-25 0 16,25 0-16,-25-25 0,25 24 0</inkml:trace>
  <inkml:trace contextRef="#ctx0" brushRef="#br0" timeOffset="97790.5931">7813 12179 0,'0'0'0,"0"0"0,0 0 15,0 25-15,-24-25 0,24 0 0,0 0 0,0 0 0,0 0 0,0 0 16,0 0-16,0 0 0,0 0 0,0 0 0,0 0 0</inkml:trace>
  <inkml:trace contextRef="#ctx0" brushRef="#br0" timeOffset="97963.6032">7789 12700 0,'0'0'0,"0"0"0,0 0 16,0 25-16,-25-50 0,25 25 0,0 0 0,0 0 16,0 0-16,0 0 0,0 0 0,0 0 0,0 0 0,25 0 15,-25 0 1,0 0-1,0 0-15,0 0 0,24 25 0,-24-25 0,0 0 0,25 0 0,-25 0 0,25 0 0,-25-25 0</inkml:trace>
  <inkml:trace contextRef="#ctx0" brushRef="#br0" timeOffset="98488.6332">8880 11881 0,'0'0'0,"0"0"0,0 0 16,0 0-16,0 0 0,0 0 0,-25 0 0,25 0 16,0 25-16,0-25 15,0 0-15,0 0 0,0 25 0,0-25 0,0 25 0,0-25 0,0 25 16,0-1-16,0 1 0,0-25 0,0 25 0,0 0 0,0 0 0,0-1 15,0 1-15,0 0 0,0 0 16,0 0-16,0 0 0,0-1 0,0 1 0,0 0 16,0 0-16,0 0 0,0-25 0,0 24 0,0 1 0,-25-25 0,25 25 15,0-25-15,0 25 0,0-25 0,0 0 0,0 25 0,0-25 0,0 0 16,-24 0-16,24 24 0,0-24 0,0 0 0,-25 0 15,25 0-15,0 0 16,0 0-16,0 0 0,-25 0 0,25 0 0,0 0 0,0-24 0,0 24 16,0 0-16,0-25 0,0 25 0,25 0 0,-25-25 0,0 25 0,25-25 15,-25 25-15,0-25 0,24 25 0,-24-24 16,25 24-16,-25-25 0,25 25 0,0 0 15,-25-25-15,25 25 0,-1 0 0,-24-25 0,25 25 0,0 0 0,0-25 0,0 25 16,0 0-16,-25 0 0,24-24 0,1 24 0,0 0 0,0 0 31,-25-25-31,25 25 0,-1 0 0,-24 0 0,25 0 0,-25-25 0,25 25 0,-25 0 0,25 0 0,-25 0 16,0 0-16,0-25 0</inkml:trace>
  <inkml:trace contextRef="#ctx0" brushRef="#br0" timeOffset="98724.6467">9327 12030 0,'0'-25'0,"0"25"0,-25 0 0,25 0 0,0 0 16,0 0-16,0 0 0,0 0 0,0 0 0,0 0 0,0 0 15,0 25-15,0-25 0,-25 25 0,25-25 0,0 25 16,0-25-16,0 25 0,0-1 0,-25 1 0,25 0 16,0 0-16,0 0 0,0 0 0,0-1 15,0 1-15,-25 0 0,25 0 0,0 0 0,0-25 16,0 24-16,0 1 0,0 0 0,0 0 0,0 0 0,0-25 0,0 24 15,0 1-15,0-25 0,0 25 0,0-25 0,25 25 0,-25-25 16,0 0-16,25 25 16,-25-25-16,25 0 0,-25 0 0,25 0 0,-25 0 0,24 0 0,1 0 15,-25-25-15,25 25 0,0 0 0</inkml:trace>
  <inkml:trace contextRef="#ctx0" brushRef="#br0" timeOffset="99189.6733">9624 12502 0,'25'-25'0,"-25"25"0,0 0 0,0 0 16,0-25-16,0 25 0,0 0 0,0-25 0,0 25 15,0 0-15,-25-25 0,25 25 0,0 0 0,0 0 16,0-24-16,0 24 0,0 0 0,-25 0 0,25-25 0,0 25 15,0 0-15,0 0 0,-24 0 0,24 0 0,0 0 16,0 0-16,-25 0 0,25 0 0,0 0 0,0 0 0,-25 0 16,25 0-16,0 0 0,-25 25 15,25-25-15,0 0 0,0 24 0,-25-24 0,25 25 0,0-25 0,0 25 16,0-25-1,-24 25-15,24-25 0,0 25 0,0-25 0,0 24 0,0-24 0,0 25 0,0 0 0,24-25 0,-24 0 16,0 25-16,0-25 0,0 25 0,25-25 16,-25 0-16,0 24 0,25-24 0,-25 0 15,0 0-15,25 0 0,-25 0 0,25 0 0,-25 0 0,24 0 0,-24 0 16,0 0-16,25 0 0,-25 0 0,25 0 0,-25-24 0,25 24 0,-25 0 15,0-25-15,25 25 0,-25 0 0,0-25 0,24 25 0,-24 0 16,0-25 0,0 25-16,25-25 0,-25 25 0,0 0 0,0-24 0,0 24 0,0-25 15,0 25-15,0 0 0,0-25 0,0 25 0,0-25 0,0 25 0,0 0 0,0-25 16,0 25-16,0 0 0,0-24 0,0 24 15,0 0-15,0 0 0,-25 0 16,25 0-16,0 0 0,0 0 0,0 0 0,0 0 0,0 0 0,0 0 16,0 24-16,0-24 0,-24 0 0,24 25 0,0-25 0,0 25 0,0-25 15,0 25-15,0-25 0,0 25 16,0-25-16,0 24 0,0-24 0,0 25 0,0-25 0,0 0 0,0 25 15,0-25-15,0 0 0,0 25 0,24-25 0,-24 0 0,0 0 0,0 0 16,25 25 0,-25-25-16,0 0 0,25 0 0,-25-25 0,25 25 0,-25 0 0,0 0 0,25 0 15,-25-25-15,24 25 0,-24-25 0,25 25 0</inkml:trace>
  <inkml:trace contextRef="#ctx0" brushRef="#br0" timeOffset="99954.7171">9947 12353 0,'0'0'0,"0"0"16,0-25-16,0 25 0,0 0 0,0 0 0,0 0 0,0 0 15,0 0-15,0 0 0,0 0 0,0 0 0,-25 0 16,25 25-16,0-25 0,0 0 0,0 25 0,0-25 15,0 0-15,0 24 0,0-24 0,0 25 0,0-25 0,-25 25 16,25-25-16,0 25 0,0-25 0,0 25 0,0-25 16,0 24-16,0-24 0,0 0 0,0 25 0,0-25 15,0 25-15,-25-25 0,25 0 0,0 25 0,0-25 0,0 0 16,0 0-16,0 0 15,0 0-15,0 0 0,0 0 0,0 0 0,25 0 0,-25 0 0,0 0 16,0 0-16,0 0 0,25-25 0,-25 25 0,0 0 0,25 0 0,-25-25 16,0 25-16,24-25 0,-24 25 0,25-24 0,-25 24 15,25-25-15,-25 25 0,0 0 0,25-25 0,-25 25 0,25-25 16,-25 25-16,0 0 0,25-25 15,-25 25-15,0 0 0,0 0 0,0 0 0,0 0 0,0 0 16,0 0-16,0 0 0,0 0 0,0 0 0,0 25 0,0-25 0,0 0 16,0 25-16,0-25 0,0 25 0,0-25 0,0 0 0,0 25 15,0-25-15,0 24 0,0-24 0,0 25 16,0-25-16,0 0 0,0 25 15,0-25-15,24 25 0,-24-25 0,0 0 0,0 25 0,0-25 0,25 0 0,-25 0 16,0 0-16,25 0 0,-25 0 0,25 0 0,-25 0 0,25 0 16,-1 0-16,-24 0 15,25 0-15,-25-25 0,25 25 0,-25 0 0,25-25 0,0 25 0,-25 0 16,24-25-16,-24 25 0,25 0 0,-25-25 0,0 25 0,25 0 0,-25-24 15,0 24 1,0-25-16,0 25 0,0 0 0,0-25 16,0 25-16,0-25 0,0 25 0,-25-25 0,25 25 0,0 0 0,0-24 0,0 24 0,-25 0 0,25-25 15,0 25-15,0 0 0,0 0 0,0 0 0,0 0 0,-24 0 16,24 0-16,0 0 0,0 25 0,0-25 0,0 0 0,-25 24 0,25-24 15,0 25 1,0-25-16,0 0 0,0 25 0,0-25 0,0 25 0,0-25 0,0 0 0,0 25 0,0-25 16,0 0-16,0 24 0,0-24 0,0 0 0,25 0 15,-25 25-15,0-25 0,24 0 16,-24 0-16,0 0 0,25 0 0,-25 0 0,0 0 0,25 0 0,-25 0 15,25 0-15,-25-25 0,0 25 0,25 0 0,-25 0 0,24-24 16,-24 24-16,0 0 0,0-25 0,25 25 0,-25 0 0,0-25 0,0 25 16,0 0-16,0 0 0,25-25 0,-25 25 0,0 0 15,0 0-15,0-25 16,0 25-16,0 0 0,0 0 0,0 0 0,0 25 0,0-25 0,-25 0 15,25 0-15,0 25 0,0-25 0,0 25 0,0-25 0,0 25 0,0-1 16,0-24-16,0 25 0,0 0 16,0-25-16,0 25 0,-25 0 0,25-1 0,0-24 15,0 25-15,0 0 0,0-25 0,0 25 0,0 0 0,0-25 0,0 24 16,0 1-16,0-25 0,0 25 0,0-25 0,0 25 0,0 0 0,0-25 15,-24 0-15,24 24 0,0-24 0,-25 25 0,25-25 16,-25 25-16,25-25 16,-25 0-16,0 25 0,1-25 0,24 0 0,-25 25 0,0-25 0,0 0 0,-24 0 15,24 0-15</inkml:trace>
  <inkml:trace contextRef="#ctx0" brushRef="#br0" timeOffset="100108.7259">9847 13097 0,'-24'0'16,"24"0"-16,0 0 0,-25-25 0,25 25 0,0 0 15,0 0-15,0 0 0,0 0 0,0 0 0,0 0 16,0 0-16,0 0 0,0 0 0,0 0 0,25 0 0,-25 0 15,0-25-15,24 25 0,-24 0 0,0 0 0,25 0 16,-25 0-16,25 0 0,-25 0 0,0 0 0,25 0 0</inkml:trace>
  <inkml:trace contextRef="#ctx0" brushRef="#br0" timeOffset="100877.7699">11460 12328 0,'0'-25'0,"0"0"0,0 25 0,-25-24 15,25 24-15,0-25 0,-25 25 16,25-25-16,0 25 0,-25 0 0,25-25 0,0 25 0,-24 0 0,24 0 16,0 0-16,0 0 0,-25 0 0,25 0 0,0 25 0,0-25 15,0 0-15,0 0 0,0 0 0,-25 0 16,25 25-16,0-25 0,0 0 15,0 25-15,0-25 0,0 24 0,0-24 0,0 25 0,0 0 0,0-25 16,0 25-16,0 0 0,0-25 0,0 24 0,0 1 0,0 0 0,25-25 16,-25 25-16,0-25 0,0 25 0,25-1 0,-25-24 0,24 25 15,-24-25-15,25 25 16,-25-25-16,25 0 0,-25 25 0,25-25 0,-25 0 0,25 0 0,-1 0 0,-24 0 15,25 0-15,0 0 0,-25 0 0,25 0 0,-25 0 0,25-25 16,-25 25-16,24 0 16,-24 0-16,25-25 0,-25 25 0,25-25 0,-25 25 0,0-24 0,25 24 15,-25-25-15,0 25 0,25-25 0,-25 25 0,0-25 0,0 25 16,0-25-16,0 25 0,0-24 0,0-1 0,0 25 0,0-25 15,0 25-15,0-25 0,0 25 0,0-25 0,0 25 0,0-24 16,0 24-16,0 0 0,0 0 0,0-25 0,0 25 16,0 0-16,0 0 15,-25 0-15,25 0 0,0 25 0,0-25 0,0 0 0,0 24 0,0-24 0,0 0 16,0 25-16,0-25 0,0 25 0,0 0 0,0-25 0,0 25 15,0-25-15,0 24 0,0-24 0,0 25 0,0-25 0,0 25 16,0-25-16,0 25 0,0-25 0,0 25 16,25-25-16,-25 24 0,0-24 15,0 0-15,24 25 0,-24-25 0,0 0 0,25 0 0,-25 0 0,25 0 0,-25 0 0,25 0 16,-25 0-16,25 0 0,-1 0 0,-24 0 0,25 0 0,0-25 15,-25 25-15,25 0 0,0 0 0,-25-24 0,24 24 16,1-25-16,-25 25 16,25-25-16,-25 25 0,25 0 0,-25-25 0,0 0 0,25 25 0,-25-24 0,0 24 15,0-25-15,0 25 0,0-25 0,0 25 0,-25-25 0,25 25 16,0 0-16,0-25 0,-25 25 15,25 0-15,0 0 0,-25 0 0,25 0 0,0 25 0,-25-25 0,25 0 16,0 25-16,0-25 0,-24 0 0,24 25 16,0-25-16,0 25 0,0-25 0,0 0 0,0 24 0,0-24 0,0 25 0,0-25 15,0 25-15,0-25 0,0 25 0,24-25 0,-24 0 0,0 25 16,0-25-1,25 24-15,-25-24 0,25 25 0,-25-25 0,25 0 0,-25 25 0,25-25 0,-25 0 16,24 0-16,1 25 0,-25-25 0,25 0 0,0 0 0,-25 0 0,25 0 16,0 0-16,-25 0 0,24 0 0</inkml:trace>
  <inkml:trace contextRef="#ctx0" brushRef="#br0" timeOffset="101253.7914">12427 12502 0,'0'0'0,"0"-25"0,0 25 0,0-25 0,0 25 0,0 0 16,0-25-16,0 25 0,0-25 0,0 25 0,-25-24 16,25 24-16,0 0 0,0-25 0,0 25 0,0 0 15,0-25-15,-24 25 0,24 0 0,0 0 0,0 0 0,0 0 16,0 0-16,0 0 0,-25 0 0,25 0 0,0 0 15,0 25-15,-25-25 0,25 0 0,0 25 0,0-25 0,-25 24 16,25-24-16,0 25 0,0 0 0,0-25 0,0 25 16,-25-25-16,25 25 15,0-25-15,0 24 0,0-24 0,0 0 0,0 25 0,25-25 0,-25 0 0,0 25 16,0-25-16,0 0 0,0 0 0,0 25 0,25-25 0,-25 0 15,0 0 1,25 0-16,-25 0 0,0 0 0,25 0 0,-25 0 0,0 0 0,24 0 0,-24 0 0,25-25 16,-25 25-16,0 0 0,25 0 0,-25-25 0,0 25 0,25 0 15,-25-25-15,0 25 0,0 0 16,0-24-16,25 24 0,-25 0 0,0 0 0,0-25 0,0 25 15,0 0-15,0 0 0,0 0 0,0 0 0,0 0 0,0 0 16,-25 0-16,25 0 0,0 0 0,0 25 0,0-25 0,0 0 0,0 0 16,0 24-16,0-24 15,0 0-15,0 25 0,0-25 0,0 0 0,0 25 0,0-25 0,0 0 16,0 25-16,25-25 0,-25 0 0,0 0 0,0 0 0,0 0 0,0 0 15,0 0-15,0 0 0,0 0 0,0 0 0,0-25 0</inkml:trace>
  <inkml:trace contextRef="#ctx0" brushRef="#br0" timeOffset="101466.8035">12402 11832 0,'0'-25'0,"0"25"0,0 0 0,0 0 0,25 0 16,-25 0-16,0 0 0,25 0 0,-25 0 0,25 0 15,-25 0-15,25 0 0,-25 0 0,24 0 0,1 25 16,-25-25-16,0 25 0,25-25 0,-25 0 0,0 24 0,0-24 16,0 25-16,0 0 0,0-25 15,0 25-15,-25-25 0,25 25 0,-25-25 0,25 24 16,-24 1-16,-1-25 0,0 25 0,25-25 0,-25 25 0,0-25 0,1 25 0,-1-25 15</inkml:trace>
  <inkml:trace contextRef="#ctx0" brushRef="#br0" timeOffset="102646.871">13246 12353 0,'0'-25'0,"0"25"16,0-25-16,0 25 0,0-25 0,0 25 0,0-24 0,0 24 0,0 0 16,0 0-16,0-25 0,0 25 0,0 0 0,25 0 15,-25 0-15,0 25 0,0-25 0,0 0 16,0 24-16,0-24 0,0 25 0,0 0 0,24-25 0,-24 25 0,0 0 15,0-1-15,0-24 0,0 25 0,0 0 0,0-25 0,0 25 16,0 0-16,0-25 16,0 24-16,0-24 0,0 25 0,0-25 0,0 25 0,0-25 0,0 0 15,0 25-15,0-25 0,0 0 0,0 0 0,0 25 0,0-25 16,0 0-16,0 0 0,0 0 0,-24 0 0,24 0 0,0 0 0,0 0 15,0 0 1,0-25-16,0 25 0,0 0 0,0 0 0,0-25 0,0 25 0,0-25 16,0 25-16,0-25 0,0 25 0,24-24 0,-24 24 0,0-25 0,25 0 15,-25 25-15,0-25 0,25 0 0,-25 25 0,25-24 0,-25 24 16,25-25-16,-25 25 0,0-25 0,24 25 0,-24 0 0,25 0 15,-25 0 1,0 0-16,0 0 0,25 0 0,-25 0 0,0 0 0,0 0 0,0 25 0,0-25 16,0 25-16,25-25 0,-25 0 0,0 24 0,0-24 15,0 25-15,0 0 0,-25-25 0,25 25 0,0-25 0,0 25 0,0-25 16,0 24-16,0-24 0,0 25 0,0-25 15,0 0-15,0 25 0,0-25 0,0 0 0,0 25 16,0-25-16,0 0 0,0 0 0,0 0 0,0 0 0,0 0 16,0 0-16,0 0 0,0 0 0,0 0 0,0 0 0,0 0 0,0 0 15,0 0-15,0-25 16,0 25-16,0 0 0,25-25 0,-25 25 0,0-25 0,0 25 0,25-24 15,-25 24-15,0-25 0,24 25 0,-24-25 0,25 0 0,-25 25 0,25-25 16,-25 1-16,25 24 0,-25-25 0,25 25 0,-25-25 16,0 25-16,24 0 0,-24 0 0,0 0 15,25 0-15,-25 0 0,0 0 0,0 0 0,0 0 0,0 25 0,25-25 16,-25 25-16,0-25 0,0 0 0,0 24 0,0-24 0,0 25 15,0-25-15,0 25 0,0-25 16,0 25-16,0-25 0,0 25 0,0-25 0,0 24 16,0-24-16,0 25 0,0-25 0,0 0 0,25 25 0,-25-25 0,0 0 0,25 25 15,-25-25 16,0 0-31,24 0 0,-24 0 0,25 25 0,-25-25 0,25 0 0,0 0 0,-25 0 0,25 0 0,-1 0 0,-24 0 0,25-25 0,0 25 0,0 0 0,-25 0 16,25 0-16,-1-25 0,-24 25 0,25 0 0,0 0 16,-25-25-16,25 25 0,-25 0 15,0-25-15,25 25 0,-25 0 0,0-24 0,24 24 0,-24-25 0,0 25 16,0 0-16,0-25 0,0 25 0,0-25 0,0 25 0,0 0 0,0-25 15,0 25-15,0-24 0,-24 24 0,24 0 16,0-25-16,-25 25 0,25 0 0,0 0 16,-25-25-16,25 25 0,0 0 0,-25 0 0,25 0 0,-25 0 0,25 0 15,-24 0-15,24 0 0,-25 25 0,25-25 0,0 0 0,-25 25 16,25-25-16,-25 24 0,25-24 0,0 0 0,0 25 0,0-25 15,-25 25-15,25-25 0,0 25 16,0-25-16,0 0 0,0 25 0,0-25 0,25 0 16,-25 24-16,0-24 0,0 0 0,25 0 0,-25 25 0,0-25 0,25 0 0,-25 0 15,25 0-15,-25 0 0,0 0 0,24 0 0,-24 0 0,25 0 16,-25 0-16,25 0 0,-25 0 0,25 0 0,-25 0 15,0-25-15,25 25 0,-25 0 16,0 0-16,24-24 0,-24 24 0,0 0 0,0 0 0,25-25 16,-25 25-16,0 0 0,0-25 0,0 25 0,0 0 0,0-25 0,0 25 15,0 0 1,0 0-16,0-25 0,-25 25 0,25 0 0,0 0 0,0 0 15,0 0-15,0 0 0,0 0 0,0 0 0,0 25 0,0-25 0,0 0 0,0 0 16,-24 25-16,24-25 0,0 0 0,0 25 0,0-25 0,0 25 0,0-25 16,0 24-16,0-24 15,0 25-15,24-25 0,-24 25 0,0-25 0,0 25 0,0-25 0,0 25 16,25-25-16,-25 0 0,0 24 0,0-24 0,25 25 0,-25-25 0,25 0 15,-25 0-15,25 0 0,-25 0 0,24 0 0,1 0 16,-25 0-16</inkml:trace>
  <inkml:trace contextRef="#ctx0" brushRef="#br0" timeOffset="102976.8899">15156 12080 0,'0'-25'0,"0"25"0,-25-25 0,25 25 0,0-25 0,0 25 0,0-24 16,-25 24-16,25-25 0,0 25 0,0 0 0,0 0 0,0-25 0,0 25 16,0 0-16,0 0 0,0 25 0,0-25 0,0 0 0,0 25 15,0-25-15,0 24 16,0 1-16,-25 0 0,25 0 0,0 0 0,0-1 0,0 1 15,0 0-15,0 0 0,0 0 0,0 0 0,0-1 0,0 1 0,0 0 0,0 0 16,0 0-16,0-1 0,0 1 0,0 0 0,0-25 16,0 25-16,0 0 0,0-25 15,0 24-15,0-24 0,-25 25 0,25-25 0,0 25 0,0-25 0,0 0 0,0 25 16,0-25-16,-24 0 0,24 0 0,0 0 0,0 0 0,0 0 15,-25 0-15,25-25 0,0 25 0,-25 0 16,25-25-16</inkml:trace>
  <inkml:trace contextRef="#ctx0" brushRef="#br0" timeOffset="103110.8976">14908 12254 0,'0'0'0,"24"-25"15,-24 25-15,0 0 0,0 0 0,0 0 0,0 0 0,25 0 16,-25 0-16,0 0 0,25 0 0,-25 0 0,25 0 0,-25 0 16,25 25-16,-1-25 0,-24 0 0,25 24 0,0-24 15,0 25-15,-25-25 0,25 25 0,-1-25 0,-24 25 16,25 0-16,0-25 0,-25 24 0,0 1 0,25 0 0,-25-25 15,25 25-15,-25-25 16,0 25-16</inkml:trace>
  <inkml:trace contextRef="#ctx0" brushRef="#br0" timeOffset="103344.9107">15280 12601 0,'-25'0'0,"25"0"0,0 0 0,-25 0 15,25 0-15,0 0 0,-25 0 0,25 0 0,0 0 16,0 0-16,-25-25 0,25 25 0,0 0 0,0 0 0,0-25 15,0 25-15,-24 0 0,24-25 0,0 25 0,0-24 16,24 24-16,-24-25 0,0 25 16,0-25-16,0 25 0,25-25 0,-25 25 0,0-25 0,25 25 0,-25 0 0,0-24 15,25 24-15,-25 0 0,0 0 0,25 0 0,-25 0 16,0 0-16,24 0 0,-24 0 0,0 0 0,25 0 0,-25 24 15,0-24-15,0 0 0,0 25 0,25-25 0,-25 0 16,0 25-16,0-25 16,0 25-16,25-25 0,-25 0 0,0 25 0,0-25 0,0 0 0,0 24 15,0-24-15,0 0 0,0 25 0,25-25 0,-25 0 0,0 25 0,0-25 16,0 0-16,25 0 0,-25 25 0,0-25 0,24 0 0,-24 0 15,25 0 1,-25 0-16</inkml:trace>
  <inkml:trace contextRef="#ctx0" brushRef="#br0" timeOffset="103824.9384">15825 12526 0,'0'-24'0,"0"24"0,0 0 0,0-25 15,0 25-15,0 0 0,0-25 0,0 25 0,0-25 16,-24 25-16,24 0 0,0-25 0,-25 25 0,25 0 0,0-24 16,-25 24-16,25 0 0,-25 0 0,25 0 0,0-25 15,-25 25-15,25 0 16,-24 0-16,24 0 0,0 0 15,-25 0-15,25 0 0,0 0 0,-25 25 0,25-25 0,0 0 0,0 0 0,-25 24 0,25-24 0,0 0 0,0 25 16,-25-25-16,25 25 0,0-25 0,0 25 0,0 0 0,0-25 16,0 24-16,0-24 0,0 25 0,0-25 0,0 25 0,0-25 15,0 25 1,0-25-16,25 25 0,-25-25 0,0 0 0,0 24 0,0-24 0,25 0 15,-25 25-15,0-25 0,0 0 0,25 0 0,-25 0 0,0 0 0,25 0 16,-25 0-16,24 0 0,-24 0 0,25 0 0,-25 0 0,25 0 16,-25-25-16,0 25 0,25 0 0,-25 0 0,25-24 15,-25 24-15,24 0 0,-24-25 16,0 25-16,25-25 0,-25 25 0,0-25 0,0 25 0,0-25 0,25 25 15,-25-24-15,0 24 0,0-25 0,0 25 0,0-25 0,0 25 16,0-25-16,0 25 0,0 0 0,0-25 0,0 25 0,0 0 16,0-24-1,0 24-15,0 0 0,0 0 0,0 0 0,0 0 0,0 0 0,0 0 0,-25 0 0,25 0 16,0 24-16,0-24 0,0 0 0,0 25 0,0-25 15,0 0-15,0 25 0,-25-25 0,25 25 0,0-25 0,0 25 0,0-25 16,0 24 0,0-24-16,0 25 0,0-25 0,0 0 0,0 25 0,0-25 0,25 25 0,-25-25 15,0 0-15,0 25 0,0-25 0,0 0 0,25 0 0,-25 0 16,0 24-16,25-24 0,-25 0 0,0 0 0,25 0 15,-25-24-15,24 24 0,-24 0 0,0 0 0,25-25 16,-25 25-16,25 0 0</inkml:trace>
  <inkml:trace contextRef="#ctx0" brushRef="#br0" timeOffset="104197.9598">16073 12427 0,'0'-25'0,"0"25"0,0 0 0,0 0 15,0-24-15,0 24 0,0 0 0,0 0 0,0 0 0,0 0 16,0 0-16,0 24 0,0-24 0,0 0 0,0 0 16,0 25-16,0-25 0,0 0 0,-24 25 0,24-25 15,0 25-15,0-25 0,0 0 0,0 25 0,0-25 0,0 24 16,0-24-16,0 0 0,0 25 0,0-25 0,0 25 0,0-25 15,0 0-15,0 0 0,-25 25 0,25-25 0,0 0 16,0 0-16,0 0 0,0 0 0,0 0 16,0 0-16,0 0 0,0 0 0,25 0 0,-25 0 0,0 0 0,0 0 15,0 0-15,0 0 0,24 0 0,-24-25 0,0 25 16,25 0-16,-25-25 0,25 25 0,-25 0 0,25-25 15,-25 25-15,25 0 0,-1-24 0,-24 24 16,25-25-16,-25 25 0,25 0 0,0-25 0,-25 25 0,25 0 0,-25-25 0,0 25 16,24 0-16,-24 0 0,0 0 0,0 0 0,0 0 15,0 25-15,0-25 16,0 0-16,0 0 0,0 25 0,0-25 0,0 0 0,0 25 15,0-25-15,0 24 0,0-24 0,0 25 0,0-25 0,0 25 0,0-25 16,0 25-16,0-25 0,0 25 0,0-25 0,0 24 0,0-24 16,0 0-16,0 25 0,0-25 0,0 25 15,0-25-15,0 0 0,0 0 0,0 25 16,0-25-16,0 0 0,0 0 0,0 0 0,0 0 0,0 0 0,0 0 0,0 0 0,0-25 15,0 25-15,0 0 0</inkml:trace>
  <inkml:trace contextRef="#ctx0" brushRef="#br0" timeOffset="104429.973">15850 12154 0,'-25'0'0,"25"-25"0,0 25 16,0-24-16,-24 24 0,24-25 0,0 25 0,0-25 15,0 25-15,0-25 0,0 25 0,24-25 0,-24 25 16,0 0-16,25-24 0,-25 24 0,25 0 0,-25 0 15,25 0-15,-25 0 0,25 0 0,-1 0 0,-24 24 0,25-24 16,-25 0-16,25 25 0,0-25 0,-25 25 0,25 0 0,-25 0 16,24-25-1,-24 24-15,0 1 0,25 0 0,-25 0 0,0 25 0,0-26 0,0 1 0,0 0 16,0 0-16,0 0 0,-25 24 0,25-24 0,0 0 0,-24 0 15</inkml:trace>
  <inkml:trace contextRef="#ctx0" brushRef="#br0" timeOffset="104581.9817">15850 12923 0,'0'0'0,"0"0"16,-25 0-16,25 0 0,0 0 0,-24 0 0,24 0 15,0 0-15,0 0 0,0 0 0,0 0 0,0 0 16,0 0-16,0 0 0,0 0 0,0 0 0,0 0 0,0 0 16,0 0-16,0 0 0,0 0 0,0 0 0,0 0 15,0 0 1,0 0-16,0-25 0,0 25 0,0 0 0,24 0 0,-24 0 0,0-24 15</inkml:trace>
  <inkml:trace contextRef="#ctx0" brushRef="#br0" timeOffset="104899.9999">17314 12303 0,'0'-25'0,"0"25"15,0 0-15,0-24 0,0 24 0,0 0 0,0 0 16,0-25-16,0 25 0,24 0 15,-24 0-15,0 0 0,25 0 0,-25 0 0,25 0 0,0 0 0,-25 0 0,25 25 16,-1-25-16,-24 0 0,25 0 0,0 24 0,0-24 16,-25 0-16,25 25 15,0-25-15,-1 0 0,-24 25 0,25-25 0,0 25 0,-25-25 16,25 0-16,-25 25 0,0-25 0,25 24 0,-25-24 0,0 0 0,0 25 0,-25-25 15</inkml:trace>
  <inkml:trace contextRef="#ctx0" brushRef="#br0" timeOffset="105043.0081">17388 12576 0,'0'0'0,"-25"0"0,25 0 16,-25 0-16,25 0 0,0 0 0,0 0 0,-24 0 0,48 0 15,-24 0-15,0-25 0,0 25 0,25 0 0,-25 0 16,25 0-16,0 0 0,-25 0 0,25 0 0,-1 0 16,1 0-16,0 0 0,0 0 0,0 25 0,0-25 0,-1 0 15,1 0-15,0 0 0,0 0 0,0 0 16,-1 0-16,-24 0 0,25 0 0,0 25 0</inkml:trace>
  <inkml:trace contextRef="#ctx0" brushRef="#br0" timeOffset="105875.0557">19025 12626 0,'0'0'0,"0"0"0,25 0 15,-25-25-15,0 25 0,0 0 0,0 0 0,25 0 0,-25-25 16,0 25 0,25 0-16,-25 0 0,24-25 0,-24 25 0,25-25 0,0 25 0,0 0 0,-25-24 0,25 24 15,-1-25-15,1 25 0,0-25 0,-25 25 0,25-25 16,0 25-16,-1-25 0,1 25 15,-25-24-15,25 24 0,0-25 0,-25 0 0,25 25 0,-25-25 0,24 25 16,-24-25-16,25 1 0,-25 24 0,0-25 0,0 25 0,0-25 0,0 25 16,0-25-16,0 0 0,0 25 0,0-25 0,0 25 15,-25-24-15,25 24 16,0 0-16,0-25 0,-24 25 0,24-25 0,0 25 0,0 0 0,-25-25 0,25 25 15,0 0-15,0 0 0,-25-25 0,25 25 0,0 0 0,0 0 0,0 0 16,0 0-16,0 0 0,0 0 0,0 0 0,0 25 16,-25-25-16,25 0 0,0 25 15,0-25-15,0 25 0,0 0 0,0-1 0,-25 1 16,25 0-16,0 0 0,0 0 0,0 0 0,-24-1 0,24 1 0,0 25 0,0-25 15,-25-1-15,25 1 0,0 0 0,0 0 0,-25-25 0,25 25 16,0-1-16,0 1 0,0 0 0,0-25 16,-25 25-16,25-25 0,0 25 0,0-25 15,0 24-15,0-24 0,0 0 0,0 25 0,0-25 0,0 0 0,0 0 16,0 0-16,0 0 0,0 0 0,0 0 0,0 0 0,0 0 0,0 0 15,0 0-15,0 0 0,0 0 0,25 0 0,-25 0 16,0-25-16,25 25 16,-25 0-16,0-24 0,25 24 0,-25-25 0,24 25 0,-24-25 0,25 25 0,0 0 15,-25-25-15,25 25 0,-25-25 0,25 25 0,-25 0 0,24 0 16,-24-24-16,25 24 0,-25 0 0,0 0 15,25 0-15,-25 24 0,0-24 0,0 0 0,0 0 0,0 25 0,0-25 16,0 0-16,0 25 0,0-25 0,0 0 0,0 25 0,0-25 16,0 0-1,0 25-15,0-25 0,0 24 0,0-24 0,-25 0 0,25 25 0,0-25 16,0 25-16,0-25 0,0 0 0,0 25 0,0-25 0,25 25 0,-25-25 15,0 0-15,0 0 0,0 24 0,25-24 0,-25 0 0,0 0 16,25 0-16,-25 0 0,25 25 0,-1-25 16,-24-25-16,25 25 0</inkml:trace>
  <inkml:trace contextRef="#ctx0" brushRef="#br0" timeOffset="106373.0842">20042 12626 0,'0'0'0,"0"-25"16,0 0-16,0 25 0,0-25 0,0 25 0,0-25 15,0 25-15,0-24 0,-25 24 0,25-25 0,0 25 16,0-25-16,0 25 0,0 0 0,0-25 0,0 25 0,-24 0 15,24-25-15,0 25 0,-25 0 0,25 0 0,0 0 16,-25 0 0,25-24-16,0 24 0,-25 0 0,25 0 15,-25 0-15,25 24 0,0-24 0,-24 0 0,24 0 0,-25 0 0,25 25 0,-25-25 0,25 0 0,-25 25 0,25-25 0,0 25 16,-25-25-16,25 25 15,0-25-15,-24 24 0,24 1 0,0-25 0,0 25 0,0-25 16,0 25-16,0 0 0,0-25 0,0 24 0,0-24 0,0 25 0,0-25 16,24 25-16,-24-25 0,0 0 0,0 25 0,25-25 0,-25 0 15,25 25-15,-25-25 0,25 0 0,-25 0 0,25 0 0,-25 0 16,24 24-16,-24-24 0,25 0 15,0-24-15,-25 24 0,25 0 0,-25 0 0,25 0 0,-25-25 0,24 25 0,-24 0 16,25-25-16,-25 25 0,0-25 0,25 25 0,-25-25 16,0 25-1,0-24-15,25 24 0,-25-25 0,0 25 0,0-25 0,0 25 0,0-25 0,0 0 16,25 25-16,-25-24 0,0 24 0,0-25 0,0 25 0,0 0 15,0-25-15,0 25 0,0 0 0,0 0 0,0 0 0,0 0 16,0 0-16,0 0 0,-25 0 0,25 0 0,0 0 0,0 0 16,0 0-16,0 25 0,0-25 15,0 0-15,-25 25 0,25-25 0,0 24 0,0-24 0,0 25 0,0-25 16,-25 25-16,25-25 0,0 25 0,0-25 0,0 25 0,0-25 15,0 24-15,0-24 16,0 25-16,0-25 0,0 0 0,0 25 0,25-25 0,-25 0 0,0 25 0,0-25 16,25 0-16,-25 0 0,0 25 0,25-25 0,-25 0 0,24 0 15,-24 0-15,0 0 0,25-25 0,-25 25 0,25 0 0,-25 0 16,25-25-1</inkml:trace>
  <inkml:trace contextRef="#ctx0" brushRef="#br0" timeOffset="106787.1078">20340 12452 0,'0'-25'0,"0"25"0,0 0 0,0 0 0,0 0 16,-25 0-16,25 0 0,0 0 0,0 0 0,0 0 15,0 0-15,0 0 0,0 0 0,0 25 0,0-25 0,0 0 16,0 25-16,0-25 0,0 25 0,-25-25 0,25 0 16,0 24-16,0-24 0,0 25 0,0-25 0,0 25 15,0-25-15,0 25 0,0-25 16,0 0-16,-25 25 0,25-25 0,0 24 0,0-24 15,0 0-15,0 0 0,0 25 0,0-25 0,0 0 0,0 0 0,0 0 0,0 0 0,0 0 16,0 0 0,0 0-16,0 0 0,0 0 0,0 0 0,0 0 0,0 0 0,0-25 0,25 25 0,-25 0 15,0-24-15,0 24 0,25 0 0,-25-25 0,25 25 0,-25-25 16,0 25-16,25 0 15,-25-25-15,24 25 0,-24-25 0,25 25 0,-25-24 0,25 24 16,-25-25-16,0 25 0,25 0 0,-25 0 0,0-25 0,25 25 0,-25 0 0,0 0 16,0 0-16,0 0 0,0 0 0,24 0 0,-24 0 0,0 0 15,0 0-15,0 0 0,0 0 0,0 0 0,0 25 16,0-25-16,0 0 0,-24 0 0,24 25 0,0-25 15,0 0-15,0 24 0,0-24 0,0 0 16,0 25-16,-25-25 0,25 25 0,0-25 0,0 0 0,0 25 0,0-25 16,0 0-16,0 25 0,0-25 0,0 0 0,25 0 0,-25 24 15,0-24-15,24 0 0,-24 0 16,0 0-16,25 0 0,-25 0 0,25 0 0,0 0 15,-25 0-15,25 0 0,-1 0 0,-24 0 0,25 0 0,0 0 0,0 0 16</inkml:trace>
  <inkml:trace contextRef="#ctx0" brushRef="#br0" timeOffset="107309.1377">20960 12502 0,'0'-25'0,"0"25"0,0-25 0,25 25 0,-25-25 0,0 25 15,0-25-15,0 25 0,0-24 0,0 24 0,0 0 16,0-25-16,0 25 0,-25 0 0,25 0 0,0 0 0,0-25 16,0 25-16,-25 0 0,25 0 0,0 25 0,-25-25 15,25 0-15,-24 0 0,-1 0 0,25 25 0,-25-25 16,25 0-16,-25 24 0,25-24 0,0 25 0,-25-25 15,25 25-15,-24-25 0,24 25 0,0-25 0,0 25 0,0-25 16,0 0-16,0 24 0,0-24 0,0 25 0,0-25 16,0 0-1,0 25-15,0-25 0,24 0 0,-24 0 16,0 25-16,25-25 0,-25 0 0,25 0 0,-25 0 0,0 0 0,25 0 0,-25 0 0,25 0 0,-25 0 15,24 0-15,-24 0 0,25 0 16,-25-25-16,0 25 0,25 0 0,-25 0 0,0 0 0,0-25 0,0 25 16,25 0-16,-25-25 0,0 25 0,0 0 0,0 0 0,0-24 15,0 24-15,0 0 0,0 0 0,0-25 0,0 25 0,0 0 0,0 0 16,-25 0-16,25 0 0,0 0 0,0 0 0,0 0 0,0 0 15,0 0-15,-25 25 0,25-25 0,0 0 0,0 24 16,0-24-16,-25 25 16,25-25-16,0 25 0,0-25 0,-24 25 0,24 0 0,0-25 0,0 24 15,0 1-15,0 0 0,0-25 0,-25 25 0,25 0 0,0-25 0,0 24 16,0-24-16,0 25 0,0-25 0,0 25 0,0-25 0,0 25 15,0-25-15,0 25 0,0-25 0,0 0 16,0 24-16,0-24 0,0 0 0,0 0 16,0 0-16,0 25 0,0-25 0,0 0 0,0 0 0,0 0 15,0 0-15,0 0 0,-25 0 0,25 0 0,0 0 0,-25 0 0,25 0 16,-25 0-16,25 0 0,-24 0 0,-1 25 0,25-25 0,-25 0 15,0 0-15,0 0 0,25 0 0,-25 25 16,1-25-16,-1 0 0,25 0 0,-25 25 16,0-25-16,25 0 0,-25 0 0,25 0 0,-24 24 0,24-24 0,-25 0 15,0 0-15,25 0 0,-25 0 0,0 0 0,25 0 0</inkml:trace>
  <inkml:trace contextRef="#ctx0" brushRef="#br0" timeOffset="107529.1503">19645 13047 0,'0'0'0,"0"0"16,0 0-16,0 0 0,0 0 0,0 0 0,0 0 15,0 0-15,0 0 0,0 0 0,0 0 0,0 0 16,0 0-16,0 0 0,0 25 0,25-25 0,-25 0 0,0 0 15,0 0-15,0 0 0,0 0 0,0 0 0,0 0 16,0 0 15,0 0-31,0 0 0,0 0 0,0-25 0,0 25 0,0 0 0,0 0 0</inkml:trace>
  <inkml:trace contextRef="#ctx0" brushRef="#br0" timeOffset="108790.2224">22349 12328 0,'0'0'0,"-25"0"0,25 0 16,0-25-16,0 25 0,0 0 0,-25 0 0,25 0 0,0-25 15,0 25-15,-24 0 0,24 0 0,0 0 0,0 0 0,-25 0 16,25 0-16,0 0 15,0 0-15,-25 0 0,25 0 0,0 25 0,-25-25 0,25 0 16,0 0-16,0 25 0,-25-25 0,25 25 0,0-25 0,-24 25 0,24-25 16,0 24-16,0 1 0,0-25 0,0 25 0,-25 0 0,25-25 15,0 25-15,0-1 0,25-24 0,-25 25 16,0-25-16,0 25 0,0-25 0,24 25 15,-24-25-15,0 25 0,25-25 0,-25 24 0,25-24 0,-25 0 0,25 0 0,0 0 16,-25 25-16,24-25 16,1 0-16,0 0 0,-25 0 0,25-25 0,0 25 0,-1 0 0,-24 0 0,25 0 15,0-24-15,0 24 0,-25 0 0,25-25 16,-1 25-16,-24-25 0,25 25 0,-25 0 0,25-25 0,-25 25 0,0-25 15,25 25-15,-25-24 0,0 24 0,25-25 0,-25 25 0,0-25 16,0 25-16,0-25 0,0 25 0,0 0 0,0-25 0,0 25 16,0-24-16,0 24 0,0 0 0,0-25 15,0 25-15,0 0 0,0-25 0,0 25 0,0 0 0,0 0 0,0 0 16,0 0-16,0 0 0,-25 0 0,25 0 0,0 0 0,0 0 15,0 0-15,0 0 0,-25 0 0,25 25 0,0-25 16,0 0-16,0 25 16,-25-25-16,25 24 0,0-24 0,0 25 0,0-25 0,0 25 0,-25 0 15,25-25-15,0 25 0,0-25 0,0 24 0,0-24 0,0 25 0,25-25 16,-25 25-16,0-25 0,0 25 0,25-25 15,-25 0-15,0 0 0,25 25 0,-25-25 16,0 0-16,25 0 0,-25 0 0,24 0 0,-24 0 0,25 0 0,0 0 16,-25 0-16,25 0 0,-25-25 0,25 25 0,-25 0 0,25 0 15,-25-25-15,24 25 0,-24 0 0,25-25 0,-25 25 0,0-25 16,0 25-16,25-24 0,-25 24 0,0 0 0,0-25 0,0 25 15,0-25-15,0 25 16,0-25-16,0 25 0,0-25 0,0 25 0,0 0 0,0-24 0,0 24 0,0 0 16,0 0-16,0 0 15,0-25-15,0 25 0,0 0 0,0 0 0,0 25 0,0-25 16,-25 0-16,25 0 0,0 24 0,0-24 0,-25 0 0,25 25 0,0-25 15,0 25-15,-24-25 0,24 25 0,0-25 0,0 0 0,0 25 16,0-25-16,0 24 0,0-24 0,0 25 0,0-25 0,0 25 31,0-25-31,0 0 0,0 25 0,24-25 0,-24 0 0,25 25 0,-25-25 0,0 0 0,25 0 0,-25 0 0,25 0 16,0 0-16,-25 0 0,24 0 0,1 0 0,0 0 0</inkml:trace>
  <inkml:trace contextRef="#ctx0" brushRef="#br0" timeOffset="109172.2443">23267 12502 0,'0'0'0,"0"-25"0,0 25 16,0 0-16,0-25 0,0 25 0,-25 0 0,25-25 0,0 25 15,0 0-15,0 0 0,-25 0 0,25 0 0,0 0 16,-25 0-16,25 0 0,0 0 0,0 0 0,-24 0 0,24 0 16,-25 0-16,25 0 0,0 25 0,-25-25 0,25 0 15,0 25-15,-25-25 0,25 0 0,0 25 0,-25-25 16,25 24-16,0-24 0,-24 25 0,24-25 0,0 0 15,0 25-15,-25-25 0,25 25 0,0-25 0,0 25 0,0-25 16,0 0-16,0 24 0,0-24 0,0 0 0,0 25 0,0-25 16,0 0-1,25 0-15,-25 0 0,0 0 0,24 25 0,-24-25 0,0 0 0,25 0 0,-25 0 0,25-25 0,-25 25 16,25 0-16,-25 0 0,25 0 0,-25 0 0,24-25 15,-24 25-15,25 0 0,-25-24 16,25 24-16,-25 0 0,25-25 0,-25 25 0,0-25 0,0 25 0,0 0 16,25-25-16,-25 25 0,0 0 0,0 0 0,0-25 0,0 25 15,0 0-15,0 0 0,-25 25 0,25-25 0,0 0 16,0 0-16,0 0 0,0 25 15,-25-25-15,25 25 0,0-25 0,0 25 0,0-25 0,0 24 0,0-24 0,0 25 16,-25-25-16,25 25 0,0-25 0,0 0 0,0 25 16,0-25-16,0 0 0,25 25 0,-25-25 0,0 0 15,0 0-15,0 0 0,0 0 0,0 0 16,0 0-16,25 0 0,-25-25 0,0 25 0</inkml:trace>
  <inkml:trace contextRef="#ctx0" brushRef="#br0" timeOffset="109423.2586">23564 11832 0,'0'0'0,"25"0"0,-25 0 0,0 25 0,0-25 0,0 0 0,25 0 15,-25 24-15,0-24 0,0 0 16,0 25-16,0-25 0,0 0 0,0 25 0,0-25 0,-25 25 16,25-25-16,0 25 0,-25-25 0,25 0 0,-24 24 15,-1-24-15,0 0 0,25 0 0,-25 25 0,0-25 0,1 0 0</inkml:trace>
  <inkml:trace contextRef="#ctx0" brushRef="#br0" timeOffset="110202.3032">24284 12526 0,'0'0'0,"0"0"0,0-24 16,-25 24-16,25 0 0,0 0 0,0 0 0,0 0 0,0 0 0,0 0 16,0 0-16,0 24 0,25-24 0,-25 0 0,0 0 15,0 25-15,0-25 0,0 25 0,0-25 0,0 25 0,0-25 16,0 25-16,0-25 15,0 24-15,0-24 0,0 25 0,0-25 0,0 25 0,0-25 0,0 25 16,0-25-16,0 0 0,-25 25 0,25-25 0,0 0 0,0 24 16,0-24-16,0 0 0,0 0 0,0 0 0,0 25 0,0-25 15,0 0-15,-25 0 0,25 0 0,0 0 0,0 0 0,0 0 16,0 0-16,0-25 0,0 25 0,0 0 0,0 0 15,25-24-15,-25 24 0,0 0 16,0-25-16,0 25 0,25-25 0,-25 25 0,0-25 0,25 0 0,-25 25 0,24-24 16,-24 24-16,25-25 0,-25 0 0,25 25 0,-25-25 15,25 0-15,-25 25 0,25 0 0,-25-24 0,0 24 0,24 0 16,-24-25-16,0 25 15,0 0-15,25 0 0,-25 0 0,0 0 0,0 25 0,0-25 0,25 0 16,-25 0-16,0 24 0,0-24 0,0 0 0,0 25 0,0-25 0,0 25 31,0-25-31,0 25 0,0-25 0,0 0 0,0 25 0,0-25 0,-25 24 0,25-24 0,0 0 0,0 25 0,0-25 16,0 0-16,0 25 0,0-25 0,0 0 0,-25 0 15,25 0-15,0 0 0,0 25 16,0-25-16,0 0 0,0 0 0,0 0 0,0-25 0,0 25 16,0 0-16,0 0 0,0 0 0,25 0 0,-25-25 0,0 25 0,25 0 15,-25-25-15,0 25 0,25-24 0,-25 24 0,25 0 0,-25-25 0,24 25 16,-24-25-16,0 25 15,25-25-15,-25 25 0,25-25 0,-25 25 0,25-24 0,-25 24 0,25 0 16,-25-25-16,0 25 0,0 0 0,24 0 0,-24 0 0,0 0 16,0 0-16,0 0 0,0 0 15,25 0-15,-25 0 0,0 25 0,0-25 0,0 0 16,0 24-16,0-24 0,0 0 0,0 25 0,0-25 0,-25 25 0,25-25 15,0 25-15,0-25 0,0 25 0,0-25 0,0 0 0,0 24 0,0-24 16,0 25-16,0-25 0,0 25 0,0-25 0,0 0 16,0 25-16,0-25 15,0 0-15,0 25 0,25-25 16,-25 0-16,0 0 0,25 0 0,-25 0 0,25 0 0,0 0 0,-25 0 0,24 0 0,1 0 0,-25-25 0</inkml:trace>
  <inkml:trace contextRef="#ctx0" brushRef="#br0" timeOffset="110628.3276">25152 12551 0,'0'0'0,"0"-25"0,0 25 0,0-24 0,0 24 16,0 0-16,0-25 0,0 25 0,0-25 0,0 25 15,0 0-15,0-25 0,-25 25 0,25 0 0,0 0 16,0-25-16,-25 25 0,25 0 0,0 0 0,0 0 16,-24 0-16,24 0 0,0 0 0,-25 0 0,25 0 0,-25 0 15,25 0-15,-25 25 0,25-25 0,-25 0 0,25 25 16,0-25-16,-24 25 0,24-25 0,-25 25 0,25-25 15,0 24-15,0-24 16,0 25-16,-25-25 0,25 25 0,0-25 0,0 0 0,0 25 0,0-25 16,0 25-16,0-25 0,25 0 0,-25 24 0,0-24 0,0 0 0,0 0 15,25 0-15,-25 25 0,0-25 0,24 0 0,-24 0 0,25 0 0,-25 0 16,25 0-16,-25 0 0,25 0 15,-25-25-15,25 25 0,-25 0 0,24 0 0,-24 0 0,25-24 0,-25 24 16,25 0-16,-25-25 0,0 25 0,25 0 0,-25-25 0,0 25 16,25-25-16,-25 25 15,0 0-15,0-25 0,0 25 0,0 0 0,0 0 0,24-24 16,-24 24-16,0 0 0,0 0 0,0 0 0,0 0 0,0 0 0,-24 0 15,24 0-15,0 0 0,0 0 0,0 24 0,0-24 0,-25 0 16,25 25-16,0-25 16,0 25-16,0-25 0,-25 0 0,25 25 0,0-25 0,0 25 15,0-25-15,0 24 0,0-24 0,0 25 0,0-25 0,0 25 0,0-25 16,0 0-16,25 25 0,-25-25 0,0 0 0,25 25 0,-25-25 0,24 0 15,1 0 1,-25 0-16,25 0 0,0 0 0,0 0 0,-1 0 0,1 0 0,-25 0 0,25 0 0,0-25 16,0 25-16,-1 0 0,26-25 0</inkml:trace>
  <inkml:trace contextRef="#ctx0" brushRef="#br0" timeOffset="110874.3416">26070 12129 0,'0'0'0,"0"0"0,-25 0 16,25 0-16,0 0 0,0 0 0,0 0 0,0 0 15,-25 25-15,25-25 0,0 25 0,0-25 0,0 25 0,-25-25 16,25 25-16,0 0 0,-24-1 0,24 1 0,0 0 16,0 0-16,-25 0 0,25-25 15,0 24-15,-25 1 0,25 0 0,0 0 0,0 0 0,-25-1 0,25 1 16,0-25-16,0 25 0,0 0 0,-25 0 0,25-25 0,0 24 15,0 1-15,0-25 16,0 25-16,0-25 0,-25 25 0,25-25 0,0 0 16,0 0-16,-24 25 0,24-25 0,0 0 0,-25 0 0,25-25 0,-25 25 0,25 0 0,0 0 15,-25-25-15,25 25 0</inkml:trace>
  <inkml:trace contextRef="#ctx0" brushRef="#br0" timeOffset="111026.3503">25698 12452 0,'0'-25'0,"0"25"0,24-25 0,-24 25 0,0-24 16,25 24-16,-25 0 0,0 0 0,25 0 0,-25-25 15,25 25-15,0 0 0,-1 0 31,-24 0-31,25 25 0,0-25 0,0 0 0,0 0 0,0 0 16,-25 0-16,24 24 0,1-24 0,0 0 0,-25 25 0,25-25 0,0 0 0,-25 25 0,24-25 0,-24 25 0,25 0 0,-25-25 0,25 24 16,-25 1-16</inkml:trace>
  <inkml:trace contextRef="#ctx0" brushRef="#br0" timeOffset="111280.3648">26144 12774 0,'0'0'0,"-25"0"0,25 0 0,0 0 16,0 0-16,-24 0 0,24-24 0,0 24 0,0 0 0,0 0 16,0-25-16,0 25 0,0 0 0,0-25 0,0 25 15,0-25-15,0 25 0,0-25 0,24 25 0,-24-24 16,0 24-16,25-25 0,-25 25 0,0-25 0,25 25 15,-25 0-15,25-25 0,-25 25 0,25 0 0,-25-25 16,24 25-16,-24 0 0,25 0 0,-25 0 0,25 0 0,-25 0 16,25 0-16,-25 0 0,25 0 0,-25 25 0,0-25 0,24 0 15,-24 0-15,0 25 16,0-25-16,0 0 0,25 25 0,-25-25 0,0 25 0,-25-25 0,25 24 0,0-24 15,0 25-15,0-25 0,0 0 0,0 25 0,-24-25 0,24 25 16,0-25-16,0 25 0,0-25 0,-25 24 0,25-24 0,0 0 16,0 25-1,0-25-15,0 0 0,0 25 0,0-25 0,25 0 0,-25 0 0,0 0 0,24 0 16,-24 0-16,25 0 0</inkml:trace>
  <inkml:trace contextRef="#ctx0" brushRef="#br0" timeOffset="111767.3927">26863 12601 0,'0'-25'0,"0"25"0,0-25 15,0 25-15,-24 0 0,24-25 0,0 25 0,0 0 16,-25-24-16,25 24 0,0 0 0,-25 0 0,25-25 0,0 25 16,-25 0-16,25 0 0,-25 0 0,25 0 15,-24 0-15,24 0 0,0 0 16,-25 0-16,25 0 0,-25 0 0,25 0 0,-25 0 0,25 0 15,-25 25-15,25-25 0,0 0 0,-24 24 0,24-24 0,0 0 0,-25 25 0,25-25 16,0 25-16,0-25 0,0 25 0,0-25 0,-25 25 0,25-25 16,0 24-16,0-24 15,0 25-15,0-25 0,0 25 0,0-25 0,25 25 0,-25-25 0,0 0 0,0 25 16,0-25-16,25 0 0,-25 24 0,0-24 15,24 0-15,-24 0 0,0 0 0,25 0 0,-25 0 16,25 0-16,-25 0 0,25 0 0,-25 0 0,25 0 0,-25 0 0,24-24 16,-24 24-16,25 0 0,-25 0 0,25-25 0,-25 25 0,25 0 15,-25-25 1,0 25-16,25 0 0,-25-25 0,0 25 0,24-25 0,-24 25 0,0-24 0,0 24 15,25-25-15,-25 25 0,0-25 0,0 25 0,0-25 0,0 25 0,0-25 16,0 25-16,0 0 0,25 0 0,-25-24 0,0 24 16,0 0-16,0 0 0,0 0 15,0 0-15,0 0 0,-25 0 0,25 0 0,0 0 0,0 24 0,0-24 16,0 0-16,0 0 0,0 25 0,-25-25 0,25 0 0,0 25 15,0-25-15,0 0 0,0 25 0,0-25 0,0 25 0,-24-25 16,24 0-16,0 24 0,0-24 0,24 25 16,-24-25-16,0 0 0,0 25 0,0-25 15,0 0-15,0 0 0,25 25 0,-25-25 0,0 0 0,0 0 0,25 0 0,-25 0 16,0 0-16,25 0 0,-25 0 0,25 0 0,-25 0 0,24 0 15,-24-25-15,25 25 0,-25 0 0</inkml:trace>
  <inkml:trace contextRef="#ctx0" brushRef="#br0" timeOffset="112153.4147">27186 12526 0,'0'0'0,"0"-24"16,0 24-16,25 0 0,-25 0 0,0 0 0,0 0 15,0 0-15,0 0 0,0 24 0,0-24 0,0 0 16,0 0-16,-25 25 0,25-25 0,0 0 0,0 25 0,0-25 16,0 0-16,0 25 0,0-25 0,-25 0 0,25 25 15,0-25-15,0 0 0,0 24 0,0-24 0,-25 25 0,25-25 16,0 0-16,0 0 0,0 25 15,0-25 1,0 0-16,0 0 0,-24 25 0,24-25 0,0 0 0,0 0 0,0 0 0,0 0 0,0 0 0,0 0 0,24 0 16,-24 0-16,0 0 0,0 0 0,25-25 0,-25 25 0,0 0 15,25 0-15,-25 0 0,25-25 0,-25 25 0,25 0 0,-25 0 16,24-25-1,-24 25-15,25 0 0,-25 0 0,25-24 0,-25 24 0,25 0 0,-25 0 16,25-25-16,-25 25 0,0 0 0,0 0 0,24 0 0,-24 25 0,0-25 0,0 0 16,0 0-16,0 0 0,0 24 0,0-24 0,0 25 0,-24-25 15,24 0 1,0 25-16,0-25 0,0 25 0,0-25 0,0 25 0,0-25 0,-25 0 15,25 24-15,0-24 0,0 25 0,0-25 0,0 0 0,0 25 0,0-25 16,-25 0-16,25 25 0,0-25 0,0 0 0,0 0 0,0 0 16,0 25-16,-25-25 0,25 0 0,0 0 15,0-25-15,-25 25 0,25 0 0,0 0 0</inkml:trace>
  <inkml:trace contextRef="#ctx0" brushRef="#br0" timeOffset="112375.4275">26888 12278 0,'0'-24'0,"0"24"0,0-25 0,0 0 16,0 25-16,25-25 0,-25 25 0,0-25 0,0 25 16,25 0-16,-25-25 0,25 25 0,-25 0 0,24 0 15,-24 0-15,25 0 0,-25 0 0,0 0 0,25 25 0,-25-25 16,25 25-16,-25-25 0,0 25 0,0-25 0,25 25 15,-25 0-15,0-1 0,0 1 0,0 0 0,0 0 0,0 0 16,0-1 0,-25 1-16,25 0 0,0 0 0,-25 24 0,25-24 0,-25 0 0,25 0 0,-25 24 15,1-24-15,24 0 0,-25 0 0,0 0 0,0-1 0</inkml:trace>
  <inkml:trace contextRef="#ctx0" brushRef="#br0" timeOffset="112508.4351">26789 12923 0,'-25'25'0,"25"-25"0,-25 25 0,25-25 0,-24 0 0,24 0 16,0 0-16,-25 0 0,25 0 0,0 0 0,0 0 0,0 0 16,0 0-16,0 0 0,0 0 0,0 0 15,0 0-15,0 0 0,0 0 0,0 0 0,0 0 0,0 0 16,0 0-16,0 0 0,0 0 0,0 0 0,0 0 15,0 0-15,0 0 0,0 0 0,0 0 0,0 0 0,0 0 16,25 0-16,-25-25 0</inkml:trace>
  <inkml:trace contextRef="#ctx0" brushRef="#br0" timeOffset="113191.4742">28947 11956 0,'0'0'0,"0"0"0,-25 0 16,25 0-16,0 0 0,0 0 0,0 0 0,0 0 0,0 0 15,0 0-15,0 25 0,0-25 0,-25 0 0,25 24 16,0-24-16,0 25 0,-24-25 0,24 25 0,0 0 0,-25 0 15,25-1-15,0 1 16,-25-25-16,25 25 0,0 0 0,-25 0 0,25 0 0,0-1 0,-25 1 0,25 0 16,0 0-16,0-25 0,-24 25 0,24-1 0,0-24 15,0 25-15,-25-25 0,25 25 0,0-25 0,0 25 0,0-25 0,0 0 16,-25 25-1,25-25-15,0 0 0,0 0 0,0 24 0,0-24 0,0 0 16,0 0-16,0 0 0,0 0 0,0 0 0,0 0 0,0 0 0,0 0 16,0 0-16,0 0 0,0 0 0,0-24 0,0 24 0,25 0 0,-25-25 15,0 25 1,25 0-16,-25-25 0,24 25 0,-24-25 0,25 25 0,-25-25 0,25 25 0,0-24 15,-25 24-15,25-25 0,-25 25 0,24 0 0,-24 0 0,25 0 16,-25-25-16,25 25 0,-25 25 0,0-25 0,25 0 0,-25 0 0,0 25 16,0-25-16,25 0 0,-25 24 0,0-24 0,0 25 15,0-25-15,0 25 0,0-25 0,0 25 0,0 0 0,0-25 16,0 24-16,0-24 15,0 25-15,-25-25 0,25 0 0,0 25 0,0-25 0,-25 0 0,25 25 0,-25-25 16,25 0-16,0 0 0,-25 25 0,25-25 0,-24 0 0,24 0 16,0 0-16,-25 0 0,25 0 0,-25 0 0,25 0 15,0 0-15,-25 0 0,25 0 16,-25-25-16,25 25 0,0 0 0,0 0 0,-24 0 0,24 0 0,0-25 0,0 25 15,0 0-15,0 0 0,0 0 0,0 0 0,0-25 0,0 25 16,24 0-16,-24 0 0,0 0 16,25 0-16,-25 0 0</inkml:trace>
  <inkml:trace contextRef="#ctx0" brushRef="#br0" timeOffset="113667.5014">29344 12502 0,'0'0'0,"0"-25"0,0 25 0,0 0 0,0-25 16,0 25-16,0-25 0,0 25 0,0-25 0,0 25 15,-25 0-15,25-24 0,0 24 0,0 0 0,-25-25 16,25 25-16,-24 0 0,24 0 16,-25 0-16,25 0 0,-25 0 0,25 0 0,-25 0 0,25 25 15,0-25-15,-25 0 0,25 0 0,-24 24 0,24-24 0,0 0 0,-25 25 0,25-25 31,0 0-31,-25 25 0,25-25 0,0 0 0,0 25 0,0-25 0,0 0 0,0 25 0,0-25 0,0 24 0,0-24 16,0 0-16,0 25 0,0-25 16,0 0-16,0 0 0,25 25 0,-25-25 0,0 0 0,0 0 0,25 25 0,-25-25 15,0 0-15,24 0 0,-24 0 0,25 0 0,-25 0 16,25 0-16,-25 0 0,25 0 0,-25 0 0,25 0 0,-25 0 15,24 0-15,-24 0 16,25-25-16,-25 25 0,25 0 0,-25 0 0,25-25 0,-25 25 16,0 0-16,25-25 0,-25 25 0,24 0 0,-24-24 0,0 24 0,0 0 15,0-25-15,0 25 0,25 0 0,-25 0 0,0 0 0,0 0 16,0 0-16,0 0 0,0 0 0,0 0 0,-25 0 0,25 0 15,0 0-15,0 0 16,0 0-16,0 25 0,0-25 0,-24 0 0,24 0 0,0 24 16,0-24-16,0 0 0,-25 0 0,25 25 0,0-25 0,0 0 0,0 25 15,0-25-15,0 0 0,0 0 0,0 25 0,0-25 0,0 0 0,25 25 16,-25-25-16,0 0 15,24 24-15,-24-24 0,25 0 0,-25 0 0,25 25 16,-25-25-16,25 0 0,0 0 0,-25 0 0</inkml:trace>
  <inkml:trace contextRef="#ctx0" brushRef="#br0" timeOffset="113921.5159">29865 12551 0,'0'-25'0,"0"25"0,0-24 0,0 24 0,0 0 16,0-25-16,0 25 0,0 0 0,-25 0 0,25 0 15,0-25-15,0 25 0,-25 0 0,25 0 0,0 0 16,-25 0-16,25 0 0,0 0 0,-24 0 0,24 0 0,0 0 15,-25 0-15,25 0 0,0 0 0,0 25 16,-25-25-16,25 0 0,0 25 16,0-25-1,0 24-15,-25-24 0,25 25 0,0-25 0,0 25 0,0-25 0,0 25 0,0-25 0,0 25 0,25-25 0,-25 24 0,0 1 0,0-25 16,25 25-16,-25-25 0,0 0 0,25 25 0,-25-25 15,0 0-15,24 25 0,-24-25 47,25 0-47,-25 0 0,0 0 0,0 0 0,25 0 0,-25 0 0,0 0 0,0 0 0,0-25 0,0 25 0,25 0 0</inkml:trace>
  <inkml:trace contextRef="#ctx0" brushRef="#br0" timeOffset="114121.5273">29567 12080 0,'0'0'0,"0"-25"15,0 25-15,0 0 0,0 0 0,0-25 0,25 25 0,-25 0 16,0 0-16,25 0 0,-25 0 0,25 0 0,-25 0 16,24 0-16,-24 0 0,25 0 0,-25 25 0,25-25 15,-25 0-15,25 0 0,-25 25 0,0-25 0,0 25 0,25-25 16,-25 24-16,0 1 0,0 0 0,0-25 0,0 25 15,-25 0-15,25 0 0,0-1 0,-25 1 16,25 0-16,-25 0 0,0 0 0,25-1 0</inkml:trace>
  <inkml:trace contextRef="#ctx0" brushRef="#br0" timeOffset="114312.5383">29294 12849 0,'0'25'0,"0"-25"0,0 0 0,-24 0 16,24 0-16,0 0 0,0 24 0,0-24 0,0 0 16,0 0-16,0 0 0,0 0 0,0 0 0,0 0 15,0 0-15,0 0 0,0 0 0,0 0 0,0 0 0,0 0 16,0 0-16,0 0 0,0 0 0,0 0 0,24 0 15,-24 0-15,0 0 0,0 0 0,25 0 0,-25 0 0,0 0 16,25 0-16,0 0 0</inkml:trace>
  <inkml:trace contextRef="#ctx0" brushRef="#br0" timeOffset="114659.5581">30783 12105 0,'0'0'0,"0"0"16,0 0-16,0 0 0,0 0 0,0 0 0,0 0 16,0 0-16,0 0 0,0 0 15,0 24-15,0-24 0,0 0 0,0 25 0,0-25 0,0 25 16,-25-25-16,25 25 0,0 0 0,0 0 0,-25-25 0,25 24 0,0 1 15,-25 0-15,25 0 0,-25 0 0,25-1 0,0 1 0,-24 0 16,24 0-16,-25 0 0,25-25 0,0 24 0,-25 1 0,25 0 16,0-25-1,-25 25-15,25-25 0,0 25 0,-25-25 0,25 24 0,0-24 0,0 0 0,-24 25 0,24-25 0,0 0 16,0 0-16,0 0 0,0 0 0,-25-25 0,25 25 15,0 0-15,0 0 0</inkml:trace>
  <inkml:trace contextRef="#ctx0" brushRef="#br0" timeOffset="114804.5664">30584 12427 0,'0'0'0,"0"-25"0,25 25 16,-25 0-16,0-24 0,25 24 0,-25 0 0,0 0 15,25 0-15,-25 0 0,24 0 0,1 0 0,-25 0 0,25 0 16,0 0-16,-25 24 0,25-24 0,-1 0 0,1 0 0,-25 0 16,25 25-16,0-25 0,0 0 0,-25 0 0,24 0 15,1 0-15,0 25 0,-25-25 0,25 0 0,0 0 0,-1 0 16</inkml:trace>
  <inkml:trace contextRef="#ctx0" brushRef="#br0" timeOffset="115188.5884">31204 12080 0,'0'0'0,"0"0"0,0 0 0,0 0 15,0 0-15,0 0 0,0 0 0,0 0 0,0 0 16,-25 25-16,25-25 0,0 0 0,0 24 0,0-24 16,0 25-16,0 0 0,0-25 0,-24 25 0,24 0 0,0 0 15,0-1-15,-25 1 0,25-25 0,0 25 0,-25 0 0,25 0 16,0-1-16,-25 1 0,25 0 0,0-25 0,0 25 15,-25 0-15,25-1 0,0-24 16,-24 25-16,24-25 0,0 25 0,0-25 0,-25 0 0,25 25 0,0-25 0,0 0 16,0 0-16,0 0 0,0 0 0,0 0 0,0 0 15,0 0-15,0 0 0,0 0 16,0 0-16,0 0 0,0 0 0,0-25 0,0 25 0,0 0 0,0 0 0,25-25 15,-25 25-15,24 0 0,-24-25 0,25 25 0,-25-24 0,25 24 63,0-25-63,-25 25 0,25 0 0,-1-25 0,-24 25 0,25-25 0,-25 25 0,25 0 0,-25 0 0,25-25 0,-25 25 0,25 0 0,-25 0 0,0 0 0,0 0 0,25 25 15,-25-25-15,0 0 0,0 0 0,0 25 0,0-25 0,0 0 0,0 25 0,0-25 0,0 25 0,0-25 16,0 0-16,-25 24 0,25-24 0,0 25 0,0-25 16,0 0-16,-25 25 0,25-25 0,0 25 0,0-25 0,0 0 0,0 25 0,0-25 15,0 0-15,0 24 0,0-24 0,25 0 0,-25 0 16,0 0-16,25 0 15,-25 25-15,24-25 0,-24 0 0</inkml:trace>
  <inkml:trace contextRef="#ctx0" brushRef="#br0" timeOffset="115679.6165">31725 12502 0,'0'0'0,"0"-25"0,0 25 16,0 0-16,0-25 0,0 25 0,0 0 0,0 0 0,-25-25 16,25 25-16,0 0 0,0 0 0,-24-25 0,24 25 15,-25 0-15,25 0 0,0 0 0,-25 0 0,25-24 0,-25 24 16,25 0-16,-25 0 0,25 0 0,0 0 0,-24 0 0,24 0 15,-25 0-15,25 24 16,-25-24-16,25 0 0,0 25 0,-25-25 0,25 0 0,-25 25 0,25-25 0,0 25 16,-24-25-16,24 25 0,0-25 0,-25 24 0,25-24 0,0 25 15,0-25-15,0 25 0,0-25 0,0 25 0,0-25 0,0 25 16,0-25-16,25 0 15,-25 24-15,0-24 0,0 0 0,0 25 0,24-25 0,-24 0 0,0 0 16,25 0-16,-25 0 0,0 25 0,25-25 0,-25 0 0,25 0 0,-25 0 16,25 0-16,-25 0 0,0-25 0,24 25 0,-24 0 15,0 0-15,25 0 0,-25-25 16,0 25-16,25 0 0,-25 0 0,25-24 0,-25 24 0,0 0 0,25-25 15,-25 25-15,0-25 0,24 25 0,-24 0 0,0-25 0,25 25 0,-25-25 63,0 25-63,0 0 0,0 0 0,0-24 0,0 24 0,0 0 0,0 0 0,0 0 0,0 0 0,0 0 0,0 0 0,0 0 0,0 0 15,0 0-15,0 0 0,0 0 0,0 0 0,-25 0 0,25 0 0,0 24 0,0-24 0,-24 0 0,24 0 0,0 25 0,0-25 16,-25 0-16,25 0 0,0 25 0,0-25 0,0 0 0,-25 25 0,25-25 0,0 0 0,0 0 16,0 25-16,0-25 0,0 0 0,0 24 0,0-24 0,0 0 15,0 0-15,25 0 16,-25 25-16,0-25 0,0 0 0,25 0 0,-25 0 0,0 0 0,24 0 15,-24 0-15,25 0 0,-25 0 0,25 0 0,0 0 0,-25 0 16,25-25-16,-25 25 0,24 0 0,1 0 0</inkml:trace>
  <inkml:trace contextRef="#ctx0" brushRef="#br0" timeOffset="116075.6391">32023 12452 0,'0'0'15,"0"0"-15,0 0 0,0 0 0,0 0 0,0-25 16,0 25-16,0 0 0,0 25 0,-25-25 0,25 0 0,0 0 16,0 0-16,0 0 0,0 0 0,-25 25 0,25-25 0,0 0 15,0 0-15,0 25 0,0-25 0,-25 0 0,25 24 0,0-24 16,0 0-16,0 25 0,0-25 0,0 0 0,-24 0 15,24 25-15,0-25 0,0 0 0,0 0 0,0 25 0,0-25 16,0 0-16,0 0 0,0 0 0,0 0 0,0 25 16,0-25-16,0 0 0,0 0 0,0 0 0,0 0 0,0 0 15,0 0-15,0 0 0,0-25 0,24 25 16,-24 0-16,0 0 0,25 0 0,-25 0 15,0 0-15,25-25 0,-25 25 0,25 0 0,-25 0 0,25-25 0,-25 25 0,24 0 16,-24 0-16,25-25 0,-25 25 0,25 0 0,-25 0 0,25-24 16,-25 24-16,0 0 15,25 0-15,-25 0 0,0 0 0,0 0 0,24 0 0,-24 0 16,0 0-16,0 0 0,0 0 0,0 0 0,0 0 0,0 0 0,0 0 15,0 24-15,0-24 0,0 0 0,-24 0 0,24 0 0,0 25 0,0-25 16,0 0-16,0 25 0,0-25 0,-25 0 0,25 25 0,0-25 16,0 0-16,0 25 0,0-25 0,0 0 15,0 0-15,0 24 0,0-24 0,0 0 0,25 0 0,-25 25 16,0-25-16,0 0 0,24 0 0,-24 0 0,0 25 0,25-25 0,-25 0 15,25 0-15,-25 0 0,25 0 0,-25 0 0,25 0 0,0 0 16,-25 0-16,24 0 16,-24 0-16,25 0 0</inkml:trace>
  <inkml:trace contextRef="#ctx0" brushRef="#br0" timeOffset="116610.6697">32494 12601 0,'25'-25'0,"-25"25"0,0 0 0,0-25 0,0 25 15,0-25-15,0 25 0,0 0 0,0 0 0,0-24 0,0 24 16,0 0-16,0 0 0,-25 0 0,25 0 0,0 0 16,0 0-16,-25 0 0,25 0 0,0 0 0,-24 0 0,24 24 15,-25-24-15,25 0 0,0 0 0,-25 25 0,25-25 0,-25 25 16,25-25-16,0 0 15,-25 25-15,25-25 0,0 25 0,0-25 16,0 0-16,-24 24 0,24-24 0,0 25 0,0-25 0,0 0 0,0 25 0,0-25 0,0 0 0,24 0 0,-24 25 16,0-25-16,0 0 0,25 0 15,-25 0-15,0 25 0,25-25 0,-25 0 0,25 0 16,-25 0-16,0 0 0,25 0 0,-25 0 0,24 0 0,-24 0 0,0 0 15,25 0-15,-25-25 0,0 25 0,25 0 0,-25 0 0,0 0 0,25-25 0,-25 25 16,0 0-16,0 0 16,0 0-16,0 0 0,0-25 0,0 25 0,0 0 0,0 0 0,0 0 15,0 0-15,0 0 0,0 0 0,0 0 0,0 0 0,-25 0 16,25 0-16,0 25 0,-25-25 0,25 0 0,0 25 0,-25-25 0,25 25 15,-24-25-15,24 24 0,-25 1 0,25 0 0,-25-25 0,25 25 0,-25 0 16,25-1-16,-25 1 16,1 0-16,24 0 0,0 0 0,-25-25 0,25 24 15,-25 1-15,25 0 0,-25 0 0,25 0 0,0-1 0,-25-24 0,25 25 0,0 0 16,0-25-16,-25 25 0,25-25 0,0 25 0,0-25 0,-24 25 0,24-25 15,0 0-15,0 0 0,0 24 0,0-24 16,-25 0-16,25 0 0,0 0 0,0 0 0,0 0 16,-25 0-16,25 0 0,0 0 0,0-24 0,-25 24 0,25 0 0,0-25 15,0 25-15,0 0 0,-25-25 0,25 25 0,0-25 0,0 25 16,0-25-16,0 25 0,0-25 0,0 25 0,-24 0 0,24-24 15,0 24 1,0 0-16,0 0 0,0 0 0,24 0 0,-24 0 0,0 0 0,0 0 0,25 0 16,-25 0-16,0 24 0,25-24 0,0 0 0,-25 25 0,25-25 0,-1 25 15,1-25-15,-25 25 0,25-25 0,0 25 0,-25-25 0,25 25 0,0-25 16,-25 0-16,24 24 15,-24-24-15,25 0 0,-25 25 0,0-25 0,0 0 0</inkml:trace>
  <inkml:trace contextRef="#ctx0" brushRef="#br0" timeOffset="117891.7427">2828 14089 0,'0'0'0,"0"0"0,0 0 0,0 0 16,-25 0-16,25 0 0,0 0 0,0 0 0,0 0 0,0 0 15,-25 0-15,25 0 0,0 0 0,0 0 0,0 0 0,0 0 16,0 0-16,0 0 0,0 0 0,0 0 0,0 0 0,0 0 15,0 0-15,0 0 0,0-25 0,0 25 0,0 0 0,0 0 0,25 0 16,-25 0 0,0 0-16,0 0 0,25 0 0,-25 0 0,25 0 0,-25-25 0,24 25 15,-24 0 1,25 0-16,0-24 0,-25 24 0,25-25 0,0 25 0,-1-25 0,-24 25 0,25-25 0,0 25 0,-25-25 16,25 25-16,0-24 0,-25-1 0,24 25 0,-24-25 0,25 0 0,-25 0 15,25 25-15,-25-24 0,0-1 0,25 25 0,-25-25 0,0 0 16,0 25-16,0-25 0</inkml:trace>
  <inkml:trace contextRef="#ctx0" brushRef="#br0" timeOffset="118094.7546">3200 13593 0,'0'-25'0,"-25"25"0,25-25 0,0 25 16,0-24-16,0-1 0,0 25 0,-25-25 0,25 25 0,0 0 16,0-25-16,0 25 0,0 0 0,0 0 0,0 0 0,0 0 15,-25-25-15,25 25 0,0 0 0,0 0 0,0 25 16,0-25-16,0 0 0,0 0 0,0 0 0,0 25 15,0-25-15,0 0 0,0 25 0,0 0 0,0-25 0,0 24 16,0 1-16,0-25 0,0 25 0,0 0 0,0 0 16,0-1-16,0 1 0,0-25 0,0 25 0,0 0 0,0 0 15,0-1-15,0-24 0,-24 25 0,24 0 0,0 0 16,0-25-16,0 25 0,0-1 0,0-24 47,0 25-47,0-25 0,0 25 0,0-25 0,0 25 0,-25-25 0,25 0 0,0 25 15,0-25-15,0 0 0,0 0 0,0 0 0,0 0 0,0 0 0,0 0 0,-25 0 0,25 0 0,0 0 0,0-25 0</inkml:trace>
  <inkml:trace contextRef="#ctx0" brushRef="#br0" timeOffset="118266.7644">2977 13791 0,'0'-24'0,"0"24"0,0-25 0,0 25 16,0 0-16,0 0 0,0-25 0,0 25 0,0 0 0,0 0 15,0 0-15,0 0 0,0 0 0,0 0 0,0 0 16,24-25-16,-24 25 0,0 0 0,25 0 0,-25 0 0,0 0 15,25 0-15,-25 0 0,25 0 0,0 25 0,-25-25 16,24 0-16,-24 0 0,25 0 0,0 0 0,-25 0 0,25 0 16,0 0-16,-25 0 0,24 25 0,-24-25 0,25 0 15</inkml:trace>
  <inkml:trace contextRef="#ctx0" brushRef="#br0" timeOffset="118740.7916">3349 13742 0,'0'0'0,"0"-25"0,0 25 0,0 0 0,-25 0 0,25 0 15,0 0-15,0-25 0,0 25 0,0 0 0,0 0 16,0 0-16,0 0 0,0 0 0,0 0 0,0 0 0,0 0 15,0 0-15,0 0 0,0 0 0,0 0 0,0 0 16,0 0-16,0 0 0,0 0 0,0 0 0,0 25 0,0-25 16,0 25-16,0-25 0,-25 0 0,25 25 0,0-25 15,0 24-15,0 1 0,0-25 0,0 25 0,0-25 16,0 25-16,0 0 0,-25-25 0,25 24 0,0-24 0,0 25 15,0-25-15,0 25 0,0-25 0,0 25 0,0-25 16,0 25-16,0-25 16,0 0-16,0 0 0,0 24 0,0-24 0,25 0 0,-25 0 0,0 0 15,0 0-15,0 0 0,0 0 0,25 0 0,-25 0 0,0 0 16,0-24-16,25 24 0,-25 0 0,24 0 0,-24-25 0,0 25 0,25 0 15,-25-25-15,25 25 16,-25-25-16,0 25 0,25-25 0,-25 25 0,0-24 0,25-1 16,-25 25-16,0-25 0,0 25 0,0-25 0,0 25 0,24 0 15,-24-25-15,0 25 0,0 0 0,0-24 0,0 24 0,-24 0 0,24 0 16,0 0-16,0 0 0,0 0 0,0 0 0,0 0 0,0 0 15,0 0-15,-25 0 0,25 0 16,0 0-16,0 0 0,0 0 0,0 24 0,-25-24 0,25 0 16,0 25-16,0-25 0,0 25 0,0-25 0,0 0 0,-25 25 0,25-25 15,0 25-15,0-25 0,0 24 0,0-24 0,0 25 0,0-25 16,0 0-16,0 25 0,0-25 0,0 0 0,0 25 15,0-25-15,0 0 16,25 25-16,-25-25 0,0 0 0,0 0 0,0 0 0,25 24 0,-25-24 0,0 0 16,25 0-16,-25 0 0,0 0 0,24 0 0,-24-24 0,0 24 0,25 0 15,-25 0-15</inkml:trace>
  <inkml:trace contextRef="#ctx0" brushRef="#br0" timeOffset="119364.8272">3671 13816 0,'-25'-25'0,"25"25"0,0 0 15,0-24-15,0 24 0,0 0 0,-25 0 0,25 0 16,0 0-16,0-25 0,0 25 0,0 0 0,-24 0 15,24 0-15,0 0 0,0 0 0,0 0 0,0 0 16,0 0-16,0 25 0,0-25 0,0 0 0,0 0 0,-25 24 16,25-24-16,0 25 0,0-25 0,0 25 0,0-25 0,0 25 15,0-25-15,25 25 0,-25-25 0,0 24 0,0-24 16,0 25-16,0-25 0,0 25 15,0-25-15,0 25 0,0-25 0,0 0 0,24 25 0,-24-25 16,0 0-16,0 0 0,0 24 0,0-24 0,25 0 0,-25 0 16,0 0-16,0 0 0,0 0 0,0 0 0,0 0 0,25 0 0,-25 0 31,0 0 31,0 0-62,0-24 0,0 24 0,0 0 0,0 0 0,25-25 0,-25 25 0,0 0 16,0-25-16,0 25 0,0 0 0,0-25 0,0 25 0,0 0 0,0-25 0,0 25 0,25-24 0,-25 24 0,0 0 0,0-25 0,0 25 0,0 0 0,0 0 0,0-25 0,0 25 0,25 0 0,-25 0 0,0 0 0,0 0 0,0 0 0,24 0 0,-24 0 0,0 0 0,0 0 0,0 0 0,25 0 15,-25 0-15,0 0 0,0 0 0,0 25 0,0-25 16,25 0-16,-25 25 0,0-25 0,0 0 0,0 24 0,0-24 16,0 25-16,0-25 15,0 0-15,0 25 16,0-25-16,0 25 0,0-25 0,0 0 0,0 25 0,0-25 0,-25 0 0,25 24 0,0-24 0,0 0 0,0 0 0,0 25 0,0-25 15,0 0-15,0 0 0,0 0 0,0 0 0,0 0 16,0 0-16,0 0 0,0 0 0,0 0 0,0-25 16,25 25-16,-25 0 0,0 0 15,0-24-15,25 24 0,-25-25 0,25 25 0,-25-25 0,24 25 16,-24-25-16,25 25 0,-25-25 0,25 1 0,-25 24 0,25-25 0,-25 25 15,0 0-15,25-25 0,-25 25 0,0 0 0,24 0 0,-24 0 16,0 0-16,0 0 16,0 0-16,0 0 0,0 0 0,0 0 0,0 25 0,0-25 15,0 0-15,0 25 0,0-25 0,0 0 0,0 24 0,0-24 0,0 25 0,0-25 16,0 0-16,0 25 0,0-25 0,0 25 0,0-25 0,0 0 15,0 25-15,0-25 16,0 0-16,25 24 0,-25-24 0,0 0 0,0 25 0,0-25 16,0 0-16,25 0 0,-25 0 0,0 25 0,25-25 0,-25 0 15,25 0-15,-25 0 0,24-25 0,1 25 0,-25 0 0,25 0 0,0-25 16,-25 25-16,25 0 0</inkml:trace>
  <inkml:trace contextRef="#ctx0" brushRef="#br0" timeOffset="119891.8574">4390 13866 0,'0'-25'15,"0"25"-15,0 0 0,0 0 0,-24 0 0,24-25 16,0 25-16,0 0 0,-25 0 0,25 0 0,0 0 0,0 0 15,0 0-15,-25 0 32,25 0-17,0 0-15,0 0 0,0 0 0,-25 0 0,25 25 0,0-25 0,0 0 0,0 25 0,0-25 0,0 25 0,-25-25 0,25 24 0,0-24 0,0 25 0,0 0 0,0-25 0,0 25 16,0-25-16,0 0 0,0 25 0,0-25 0,25 0 0,-25 24 0,0-24 15,0 0 1,0 25-16,0-25 0,25 0 0,-25 0 0,0 0 0,0 25 0,25-25 0,-25 0 16,0 0-16,25 0 0,-25 0 0,0 0 0,24 0 0,-24 0 0,0 0 15,25-25-15,-25 25 0,0 0 0,0 0 0,25-25 16,-25 25-16,0 0 0,0-24 15,0 24-15,25 0 0,-25-25 0,0 25 0,0 0 0,0-25 0,0 25 0,0 0 16,0-25-16,0 25 0,0 0 0,0 0 0,0 0 0,0-25 16,0 25-16,0 0 15,0 25-15,0-25 0,0 0 0,-25 0 0,25 0 0,0 25 0,0-25 16,0 25-16,0-25 0,-25 25 0,25-25 0,0 24 0,0 1 0,0-25 15,0 25-15,-25 0 0,25 0 0,0-1 0,0 1 16,0 0-16,0 0 0,-24 0 16,24-1-16,0 1 0,0 0 0,0 0 0,0 0 0,0 0 15,-25-25-15,25 24 0,0 1 0,0 0 0,0 0 0,-25-25 0,25 25 16,0-25-16,0 24 0,0-24 0,0 25 0,-25-25 0,25 25 31,0-25-31,0 0 0,0 0 0,0 25 0,-25-25 0,25 0 0,0 0 0,0 0 0,0 0 16,-24 0-16,24 0 0,0 0 0,0 0 0,0 0 0,-25 0 15,25 0-15,0 0 0,0 0 0,0 0 0,0 0 0,0 0 0,0-25 16,0 25-16,0 0 0,0 0 0,0 0 0,0-25 15,0 25-15,0 0 16,0-25-16,25 25 0,-25 0 0,0-24 0,0 24 0,0 0 0,0-25 16,0 25-16,0-25 0,0 25 0,0-25 0,0 25 0,0 0 15,-25-25-15,25 25 0,0 0 0</inkml:trace>
  <inkml:trace contextRef="#ctx0" brushRef="#br0" timeOffset="120257.8783">3770 13444 0,'0'0'16,"0"-25"-16,0 25 0,0 0 0,25 0 0,-25 0 15,0 0-15,0 0 0,0 0 0,25 0 16,-25 0-16,0 0 0,0 0 0,0 0 0,0 0 0,25 0 0,-25 0 15,0 0-15,0 25 0,0-25 0,0 0 0,0 0 0,0 25 16,0-25-16,-25 0 16,25 25-16,0-25 0,0 25 0,0-25 0,-25 24 0,25-24 15,-25 25-15,25-25 0,0 25 0,-24 0 0,24-25 0,-25 25 0,25-25 47,-25 24-47,25-24 0,-25 0 0,25 25 0,-25-25 0,25 0 0,-25 25 0,25-25 0,-24 0 0</inkml:trace>
  <inkml:trace contextRef="#ctx0" brushRef="#br0" timeOffset="120413.8873">3473 13444 0,'0'0'0,"0"0"0,0 0 0,0-25 0,0 25 0,0 0 16,0 0-16,0 0 0,0 0 0,0 0 0,0 0 0,0 25 15,0-25-15,24 0 0,-24 0 0,0 0 0,0 0 16,0 0-16,0 0 0,0 25 0,0-25 0,0 0 0,0 25 15,0-25-15,0 0 0,0 25 0,0-25 16,0 24-16,-24-24 0,24 25 0,0-25 0,-25 0 0,25 25 16</inkml:trace>
  <inkml:trace contextRef="#ctx0" brushRef="#br0" timeOffset="121574.9537">5631 13593 0,'0'0'0,"0"0"0,0 0 15,0 0-15,0 0 0,0 0 0,0 0 0,0 0 0,0 0 0,0 0 16,0 0-16,0 0 0,0 0 0,0 0 0,0 25 0,0-25 16,0 0-16,0 0 0,0 0 15,0 0-15,0 25 0,0-25 0,0 0 0,0 24 0,-25-24 16,25 25-16,0-25 0,0 25 0,0 0 0,0-25 0,-25 25 0,25-1 15,0-24-15,0 25 0,0 0 0,0 0 0,-25-25 0,25 25 16,0-1-16,0-24 16,0 25-16,0-25 0,0 25 0,0-25 0,0 25 0,0-25 0,0 0 0,25 25 15,-25-25-15,0 0 0,0 0 0,0 0 16,25 0-16,-25 0 0,0 0 0,25 0 0,-25 0 0,0 0 0,24-25 0,-24 25 15,0 0-15,25-25 0,-25 25 0,0 0 0,25-25 16,-25 25-16,0-25 0,25 25 0,-25-24 0,0 24 16,25-25-16,-25 25 0,0-25 15,0 25-15,24-25 0,-24 25 0,0-25 0,0 25 0,0-24 0,0 24 0,25-25 16,-25 25-16,0-25 0,0 25 0,0 0 0,0-25 15,0 25-15,0 0 0,0 0 0,0-25 16,0 25-16,0 0 0,0 0 0,0 0 0,0 0 16,0 0-16,0 0 0,0 0 0,-25 0 0,25 25 0,0-25 15,0 0-15,0 0 0,0 25 0,0-25 0,0 25 0,-24-25 0,24 25 16,0-25-16,0 24 0,0 1 0,-25 0 15,25-25-15,0 25 0,0 0 0,0-25 16,0 24-16,0 1 0,0-25 0,0 0 0,25 25 0,-25-25 0,0 25 16,0-25-16,0 0 0,24 0 0,-24 0 0,0 25 0,25-25 0,-25 0 15,25 0-15,-25-25 16,25 25-16,-25 0 0,25 0 0,-25 0 0,25-25 0,-25 25 15,24 0-15,-24-25 0,25 25 0,-25-25 0,25 25 0,-25 0 0,0-24 16,25 24-16,-25-25 0,0 25 0,0-25 0,0 25 0,0 0 16,0-25-16,0 25 0,0-25 0,0 25 0,0 0 0,0-24 15,0 24-15,0 0 0,0-25 16,-25 25-16,25 0 0,0 0 0,0 0 0,0 0 0,0-25 15,0 25-15,0 0 0,0 25 0,0-25 0,0 0 0,0 0 16,-25 0-16,25 25 0,0-25 0,0 0 0,0 24 0,0-24 16,0 25-16,0 0 0,0-25 15,0 25-15,0-25 0,0 25 0,0-1 0,0-24 0,-25 25 16,25-25-16,0 25 0,0-25 0,0 25 0,0-25 0,0 0 0,0 25 15,0-25-15,0 0 0,0 24 0,0-24 0,0 0 0,0 0 16,0 0-16,0 0 0,0 0 0,0 0 0,0 0 0,0 0 16,0 0-16,25 0 15,-25-24-15,0 24 0,0 0 0,0 0 0,25-25 0,-25 25 16,0-25-16,0 25 0,25 0 0,-25-25 0,0 25 0,25-25 0,-25 1 0,24 24 15,-24-25-15,25 25 0,-25-25 0,25 0 0,0 25 16,-25-25-16,25 25 16,-25-24-16,24 24 0,-24-25 0,25 25 0,-25 0 0,25 0 0,-25 0 0,0 0 15,0 0-15,25 0 0,-25 0 0,0 0 0,0 25 0,0-25 0,0 0 16,0 24-16,0-24 0,0 25 0,0-25 0,-25 25 15,25-25-15,0 25 0,0 0 0,0-25 0,0 24 16,0-24-16,0 25 0,0-25 0,0 0 16,0 25-16,0-25 0,0 25 0,0-25 0,0 0 0,0 0 15,25 25-15,-25-25 0,0 0 16,25 0-16,-25 0 0,24 0 0,-24 0 0,25 0 0,-25 0 0,25 0 15,0 0-15,-25-25 0,25 25 0,-1 0 0,-24 0 0</inkml:trace>
  <inkml:trace contextRef="#ctx0" brushRef="#br0" timeOffset="122097.9836">6598 13866 0,'0'-25'0,"0"25"16,0 0-16,0-25 0,0 25 0,0 0 0,-25-25 15,25 25-15,0 0 0,0-24 0,-25 24 0,25 0 16,0 0-16,0 0 0,0-25 0,-24 25 0,24 0 0,0 0 16,0 25-16,-25-25 0,25 0 0,0 0 0,0 24 15,-25-24-15,25 25 0,0 0 0,0-25 0,0 25 0,-25-25 16,25 25-16,0-1 0,0-24 0,0 25 0,0-25 15,0 25-15,25-25 0,-25 25 0,0-25 0,0 25 16,25-25-16,-25 0 0,0 0 0,25 24 0,-25-24 0,24 0 16,-24 0-16,25 0 0,-25 0 0,25 0 0,-25 0 15,25 0-15,-25 0 0,25 0 16,-25-24-16,24 24 0,-24 0 0,25 0 0,-25-25 15,0 25-15,25 0 0,-25 0 0,0-25 0,0 25 0,0 0 0,0-25 0,0 25 16,0 0-16,0-25 0,0 25 0,0 0 0,0 0 0,0-24 16,0 24-16,0 0 0,-25 0 15,25 0-15,0 0 0,0 0 0,0 24 0,0-24 16,-25 0-16,25 25 0,0-25 0,0 25 0,-24-25 0,24 25 0,0-25 0,0 25 15,0-1-15,-25 1 0,25-25 0,0 25 0,0 0 0,0 0 16,-25-1-16,25 1 16,0-25-16,0 25 0,0 0 0,0 0 0,0-1 0,-25 1 15,25-25-15,0 25 0,0 0 0,0-25 0,0 25 0,0-25 0,-25 25 16,25-25-16,0 24 0,0-24 0,0 0 0,0 25 0,-24-25 15,24 0-15,0 0 0,0 0 0,-25 0 16,25 0-16,0 0 0,-25 0 0,25 0 16,0 0-16,-25 0 0,25 0 0,-25 0 0,25 0 0,-24 0 0,24-25 15,0 25-15,-25 0 0,25-24 0,0 24 0,-25 0 0,25 0 0,0-25 16,0 25-16,0 0 0,0-25 0,0 25 15,0 0-15,0 0 0,25-25 0,-25 25 0,0 0 0,0 0 0,25-25 16,-25 25-16,0 0 0,24 0 0,-24-25 0,0 25 16,25 0-16,-25 0 0,0-24 0,25 24 0,-25 0 15,0 0-15,0-25 0,25 25 0,-25 0 0,0 0 0,0-25 16,0 25-16</inkml:trace>
  <inkml:trace contextRef="#ctx0" brushRef="#br0" timeOffset="122462.0044">5755 13469 0,'0'0'0,"0"0"0,0 0 0,0-25 0,0 25 15,24 0-15,-24 0 0,0-25 0,0 25 0,25 0 16,-25 0 0,0 0-16,25 0 0,-25 0 0,0 0 0,25 0 0,-25 0 0,0 0 15,25 0-15,-25 0 0,0 0 0,25 0 0,-25 0 0,0 25 16,0-25-16,24 0 0,-24 25 0,0-25 0,0 25 0,0-25 0,0 25 15,0-25-15,-24 24 0,24-24 0,0 25 0,0-25 16,-25 25-16,25-25 0,-25 25 0,25-25 0,-25 0 16,25 25-16,0-25 0,-25 0 0,25 0 0,-25 24 15,25-24-15</inkml:trace>
  <inkml:trace contextRef="#ctx0" brushRef="#br0" timeOffset="122704.0182">6598 13196 0,'0'0'0,"0"0"15,0 0-15,0 0 16,0 0-16,0 0 0,-25 0 0,25 0 0,0 0 0,-25 0 15,25 25-15,-24-25 0,24 25 0,-25-25 0,0 25 0,25-25 0,-25 24 0,0 1 16,1 0-16,24 0 0,-25 0 0,0-1 0,0 1 16,0-25-16,1 25 0,-1 0 0,0 0 0,0-25 0,0 24 15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28.34025" units="1/cm"/>
          <inkml:channelProperty channel="Y" name="resolution" value="28.33948" units="1/cm"/>
          <inkml:channelProperty channel="T" name="resolution" value="1" units="1/dev"/>
        </inkml:channelProperties>
      </inkml:inkSource>
      <inkml:timestamp xml:id="ts0" timeString="2021-10-19T04:27:28.902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2530 1885 0,'0'0'0,"25"-25"0,-25 25 16,0 0-16,0 0 0,0 0 0,0 0 0,0-24 0,0 24 15,0 0-15,25 0 0,-25 0 0,0 0 0,0-25 0,0 25 0,0 0 16,0 0-16,0 0 16,0 0-16,0 0 0,0 0 0,0-25 0,0 25 0,0 0 0,0 0 15,0 0-15,0 0 0,0 0 0,0-25 0,0 25 0,0 0 0,0 0 16,0 0-16,0-25 0,0 25 0,0 0 0,0 0 0,0 0 15,0-24-15,0 24 0,0 0 16,0 0-16,0 0 0,0 0 0,0 0 0,0 0 16,0 0-16,0 0 0,0 0 0,0 0 0,0 0 0,0 0 0,0 0 0,0 0 15,0 0-15,0 0 0,0 0 0,0 0 0,0 0 0,0 24 0,0-24 16,0 0-16,24 0 0,-24 0 0,0 0 0,0 25 0,0-25 15,0 0-15,0 25 16,0-25-16,25 0 0,-25 25 0,0-25 0,0 25 0,0-25 0,0 24 16,25-24-16,-25 25 0,0-25 0,0 25 0,25-25 0,-25 25 0,0-25 15,0 25-15,25-25 0,-25 0 0,0 24 0,0-24 16,25 0-16,-25 25 0,0-25 15,0 0-15,24 0 0,-24 25 0,0-25 0,0 0 0,25 0 0,-25 0 0,0 0 16,0 0-16,0 0 0,0 0 0,25 0 0,-25 0 0,0 0 0,0 0 16,0 0-16,0 0 0,25 0 0,-25 0 0,0 0 0,0-25 15,0 25-15,25 0 16,-25-25-16,0 25 0,0 0 0,0-24 0,24 24 0,-24-25 0,0 25 15,0-25-15,0 25 0,25 0 0,-25-25 0,0 25 0,0-25 0,0 25 16,25-24-16,-25 24 0,0-25 0,0 25 0,0 0 0,0-25 0,0 25 16,25 0-16,-25 0 0,0-25 15,0 25-15,0 0 0,0 0 0,0 0 0,0 0 16,0 0-16,0 0 0,0 0 0,0 0 0,0 0 0,0 25 0,0-25 0,0 0 0,0 25 15,0-25-15,0 0 0,0 25 0,0-25 0,0 0 16,0 0-16,0 24 0</inkml:trace>
  <inkml:trace contextRef="#ctx0" brushRef="#br0" timeOffset="282.0159">3150 1736 0,'0'0'0,"0"0"16,0 0-16,0 0 0,0-24 0,0 24 0,0 0 0,0 0 0,0 0 15,0 0-15,0 0 0,0 0 0,-25 0 0,25 0 16,0 0-16,0 0 0,0 0 15,0 0-15,0 0 0,0 24 0,0-24 0,0 0 0,0 0 0,25 25 0,-25-25 16,0 0-16,0 25 0,0-25 0,0 25 0,0-25 0,0 0 0,0 25 16,0-25-16,0 24 0,0-24 0,0 25 0,0-25 0,25 25 15,-25-25-15,0 0 0,0 25 16,0-25-16,0 0 0,0 25 0,0-25 0,0 0 0,0 24 15,0-24-15,0 0 0,0 0 0,-25 25 0,25-25 0,0 0 0,0 0 16,0 0-16,0 0 0,0 0 0,0 0 0,0 0 0,0 0 16,0 0-16,-25 0 0,25 0 0,0-25 0,0 25 0,0 0 15,0 0-15,-24-24 0,24 24 16,0 0-16,0-25 0,0 25 0,0 0 0</inkml:trace>
  <inkml:trace contextRef="#ctx0" brushRef="#br0" timeOffset="513.0293">3076 1786 0,'0'0'0,"0"-25"16,0 25-16,0 0 0,25-25 0,-25 25 0,0 0 0,0-24 15,0 24-15,0 0 16,24-25-16,-24 25 0,0 0 0,0 0 0,0 0 0,25-25 0,-25 25 15,0 0-15,25 0 0,-25 0 0,0 0 0,25 0 0,-25 0 0,25 0 0,-25 0 16,0 0-16,24 0 0,-24 0 0,0 25 0,25-25 16,-25 25-16,25-25 0,-25 24 0,0-24 0,0 25 0,25-25 15,-25 25-15,0 0 16,0 0-16,25-25 0,-25 24 0,0 1 0,0-25 0,0 25 0,0 0 0,0-25 15,0 25-15,0-1 0,0-24 0,0 25 0,0 0 0,0-25 0,0 25 32,0-25-32,0 25 0,0-1 0,0-24 0,-25 25 0,25-25 0,0 25 0,0-25 0,-25 25 0,25-25 0,0 25 15,-25-25-15,25 24 0,0-24 0,-25 25 0,25-25 16,-24 0-16,24 25 0</inkml:trace>
  <inkml:trace contextRef="#ctx0" brushRef="#br0" timeOffset="729.0417">2803 2505 0,'-25'0'16,"25"25"-16,-25-25 0,25 0 0,-24 0 0,24 0 0,0 25 15,0-25-15,-25 0 16,25 0-16,0 0 0,0 0 0,0 0 0,0 0 0,0 0 0,25 25 0,-25-25 16,0 0-16,0 0 0,24 0 0,-24 0 0,0 0 0,25 0 0,-25 0 15,25 0-15,0 0 0,-25 0 0,25 0 0,-25 0 16,24 0-16,1 0 0,-25 0 15,25 0-15,0 0 0,0 0 0,-25 0 0,24 0 0,1 0 0,0-25 16,0 25-16,0 0 0,-25 0 0,24 0 0,1-25 0,0 25 0,0 0 16,0-25-16,-25 25 0,24-25 0,1 25 0,0-24 15</inkml:trace>
  <inkml:trace contextRef="#ctx0" brushRef="#br0" timeOffset="883.0505">3671 1960 0,'-25'0'16,"25"0"-16,0-25 0,0 25 0,0 0 0,0 0 15,0-25-15,0 25 0,0 0 0,0 0 16,0 0-16,0 0 0,0 0 0,0 0 0,0 0 0,0 0 16,0 0-16,0 0 0,0 0 0,25 0 0,-25 0 0,0 0 15,0 25-15,25-25 0,-25 0 0</inkml:trace>
  <inkml:trace contextRef="#ctx0" brushRef="#br0" timeOffset="1027.0587">3820 2108 0,'-25'0'15,"25"0"-15,0 0 0,0 0 0,0 0 0,-25 0 16,25 0-16,0 0 0,0 0 0,0 0 15,0 0-15,0 0 0,0 0 0,0 0 0,0 0 0,0 0 0,0 0 16,0 0-16,0 0 0,0 0 0,25 0 0,-25 0 0,0 0 16,25 0-16,-25 0 0</inkml:trace>
  <inkml:trace contextRef="#ctx0" brushRef="#br0" timeOffset="1397.0799">5358 1513 0,'0'0'0,"0"-25"0,0 25 16,-25 0-16,25 0 0,0 0 0,0-25 0,-25 25 0,25 0 15,0 0-15,0 0 0,0 0 0,0 0 0,0 0 0,0 0 16,0 0-16,0 0 0,0 0 16,0 0-16,0 0 0,0 25 0,0-25 0,0 25 0,0-25 15,0 25-15,0-25 0,0 25 0,0-1 0,0 1 0,0-25 16,0 25-16,0 0 0,25 0 0,-25 0 0,0-25 0,0 24 0,0 1 15,0-25-15,0 25 0,0 0 0,0-25 0,0 25 0,0-25 16,0 24-16,0-24 0,0 25 16,0-25-16,0 25 0,0-25 0,-25 0 0,25 25 0,0-25 15,0 0-15,0 0 0,0 25 0,-25-25 0,25 0 0,0 0 0,0 0 0,-24 0 47,24 0-47,0 0 0,0 0 0</inkml:trace>
  <inkml:trace contextRef="#ctx0" brushRef="#br0" timeOffset="1550.0886">5184 1488 0,'0'0'0,"0"-25"0,0 25 0,0-24 0,0 24 0,0 0 0,0 0 0,0 0 0,0-25 16,0 25-16,0 0 0,25 0 16,-25 0-16,0 0 0,25 0 0,-25-25 0,25 25 0,-25 0 0,24 0 0,1 0 15,0 0-15,-25 25 0,25-25 0,0 0 0,-1 0 16,-24 0-16,25 25 0,0-25 0,0 0 0,-25 24 15,25-24-15,-1 25 0,-24-25 0</inkml:trace>
  <inkml:trace contextRef="#ctx0" brushRef="#br0" timeOffset="1839.1051">5631 1612 0,'0'0'0,"0"0"16,-25 0-16,25-25 0,0 25 0,0 0 15,0 0-15,0 0 0,0 0 0,0 0 0,0 0 16,0 0-16,0 0 0,0 0 0,0 0 0,0 0 0,0 0 15,0 0-15,0 25 0,0-25 0,0 0 0,0 25 0,0-25 0,0 25 0,0 0 16,0-25-16,0 25 0,0-25 0,0 24 16,0 1-16,0 0 0,0-25 15,-25 25-15,25-25 0,0 25 0,0-1 0,0-24 0,0 25 0,0-25 16,0 25-16,0-25 0,0 25 0,0-25 0,0 0 0,0 25 0,25-25 0,-25 0 31,0 24-31,0-24 0,0 0 0,25 0 0,-25 0 0,0 0 0,24 0 0,-24 0 0,0 0 0,25-24 31,-25 24-31,0 0 0,25-25 0,-25 25 0,25 0 0,-25-25 0,0 25 0,25 0 0,-25-25 0,0 25 0</inkml:trace>
  <inkml:trace contextRef="#ctx0" brushRef="#br0" timeOffset="2381.1361">5755 1712 0,'0'0'0,"0"0"0,-25-25 0,25 25 16,0 0-16,0 0 0,0 0 15,0-25-15,0 25 0,0 0 0,0 0 0,0 0 16,0 0-16,0 25 0,0-25 0,0 0 0,0 0 0,0 0 0,0 25 15,0-25-15,0 24 0,0-24 0,0 0 0,0 25 0,0-25 0,0 25 0,0 0 32,0-25-32,0 25 0,0-25 0,0 24 0,0 1 0,0-25 0,0 25 0,0-25 15,0 25-15,0-25 0,0 25 0,0-25 0,25 0 16,-25 24-16,0-24 0,0 0 0,0 25 0,0-25 15,0 0-15,0 0 0,0 0 0,0 25 0,0-25 0,0 0 0,0 0 16,0-25-16,0 25 0,0 0 0,0 0 0,0 0 0,0-25 0,0 25 16,24 0-16,-24-24 0,0 24 0,0-25 0,0 25 0,25-25 0,-25 25 15,0-25-15,0 25 0,25-25 0,-25 1 16,0 24-16,25-25 0,-25 25 15,0 0-15,25-25 0,-25 25 0,0-25 0,0 25 0,0 0 0,25 0 16,-25 0-16,0 0 0,0-25 0,0 25 0,24 0 0,-24 25 0,0-25 16,0 0-16,0 0 0,0 0 0,0 25 0,25-25 0,-25 0 0,0 25 15,0-25 1,0 0-16,0 25 0,0-25 0,0 24 0,0-24 0,0 25 0,0-25 15,0 25-15,0-25 0,0 25 0,0-25 0,0 0 0,0 25 0,0-25 16,0 0-16,0 0 0,0 0 0,0 0 0,0 24 0,0-24 0,0-24 16,0 24-16,0 0 0,0 0 15,25 0-15,-25 0 0,0 0 0,0 0 0,25-25 16,-25 25-16,0 0 0,25-25 0,-25 25 0,0 0 0,24-25 15,-24 25-15,25-25 0,-25 25 0,0-24 0,25 24 0,-25-25 0,25 25 0,-25-25 16,0 25-16,25-25 0,-25 25 0,24 0 0,-24 0 0,0 0 16,0 0-1,25 0-15,-25 0 0,0 0 0,0 0 0,0 0 0,0 25 0,0-25 0,0 25 16,0-25-16,0 25 0,0-1 0,0-24 0,0 25 0,0 0 0,0 0 15,0 0-15,0-25 0,-25 24 0,25 1 0,0 0 16,0-25-16,0 25 0,0-25 0,0 25 16,0-25-16,0 0 0,0 24 0,0-24 0,0 0 0,0 0 15,0 0-15,0 0 0,25 0 0,-25-24 0</inkml:trace>
  <inkml:trace contextRef="#ctx0" brushRef="#br0" timeOffset="2567.1465">6102 1488 0,'0'0'0,"0"0"0,0-25 16,25 25-16,-25 0 0,0 0 0,0-24 0,25 24 0,-25 0 0,24 0 15,-24-25-15,25 25 16,0 0-16,0 0 0,-25 0 0,25-25 0,-1 25 0,1 0 0,0 0 0,0 0 15,0 0-15,-1 0 0,1 0 0,-25 0 0,25 0 0,0 0 0,0 0 16,-1 0-16,1 0 0</inkml:trace>
  <inkml:trace contextRef="#ctx0" brushRef="#br0" timeOffset="3210.1836">7243 1786 0,'-25'0'0,"25"0"0,0 0 16,0 0-16,0 0 0,0-25 0,0 25 0,0 0 15,0-25-15,0 25 0,25 0 0,-25-24 0,0 24 0,0-25 0,25 25 16,-25-25-16,0 0 0,25 25 0,-25-25 0,24 0 0,1 25 0,-25-24 15,25-1-15,0 0 0,0 25 0,-25-25 0,24 0 0,1 1 16,0 24-16,-25-25 0,25 0 16,0 0-16,-1 25 0,-24-25 0,25 1 0,0 24 15,-25-25-15,0 0 0,25 25 0,-25-25 0,0 25 0,0-25 16,0 25-16,0 0 0,0-24 0,0 24 0,0 0 0,0-25 15,0 25-15,0 0 0,-25 0 0,25 0 0,0 0 0,0 0 0,-25-25 16,25 25-16,0 0 0,-25 0 0,25 0 0,0 0 0,-24 0 16,24 0-1,0 0-15,0 0 0,-25 0 0,25 0 0,0 0 0,0 0 0,-25 25 0,25-25 0,0 0 16,0 0-16,0 25 0,0-25 0,0 24 0,0-24 0,0 25 0,0 0 15,0 0-15,0 0 0,0-1 0,0-24 0,0 25 0,0 0 16,-25 0-16,25 0 0,0-1 0,0 1 0,0 0 16,0 0-16,0 0 0,0-1 15,0 1-15,0 0 0,0-25 0,0 25 0,0 0 0,0 0 0,0-25 0,0 24 16,0 1-16,0-25 0,0 25 0,0-25 0,-25 0 0,25 25 15,0-25-15,0 25 0,0-25 0,0 0 0,0 24 0,0-24 16,0 0-16,0 0 16,0 0-16,0 0 0,0 0 0,0 0 0,0 0 0,0 0 0,0 0 15,0 0-15,25 0 0,-25 0 0,0 0 0,0 0 0,0 0 16,0 0-16,25-24 0,-25 24 0,0 0 0,0 0 0,25-25 0,-25 25 15,0 0-15,25-25 0,-25 25 0,24 0 0,-24 0 0,0-25 16,25 25-16,-25 0 16,0 0-16,0 0 0,25 0 0,-25 0 0,0 0 0,0 0 0,25 0 15,-25 0-15,0 25 0,0-25 0,0 0 0,25 25 0,-25-25 0,0 0 16,0 25-16,0-25 0,0 24 0,0-24 0,0 0 15,0 25-15,0-25 0,0 25 0,0-25 16,0 0-16,0 25 0,0-25 0,0 0 0,0 0 0,24 25 0,-24-25 16,0 0-16,25 0 0,-25 0 0,25 0 0,-25-25 0</inkml:trace>
  <inkml:trace contextRef="#ctx0" brushRef="#br0" timeOffset="3714.2124">8310 1687 0,'0'0'0,"0"0"16,0 0-16,-25-25 0,25 25 0,0 0 0,0-25 0,-25 25 15,25 0-15,-25 0 0,25-25 0,0 25 0,-25 0 0,25 0 16,-24 0 0,24 0-16,-25 0 0,25-25 0,0 25 0,-25 25 0,25-25 0,-25 0 0,25 0 0,0 0 0,-25 0 15,25 0-15,0 25 0,-24-25 0,24 0 0,0 25 16,-25-25-16,25 25 0,0-25 0,0 25 0,-25-25 0,25 24 15,0 1-15,0-25 16,0 25-16,0-25 0,-25 25 0,25-25 0,25 25 0,-25-25 0,0 24 0,0-24 16,0 25-16,0-25 15,0 0-15,25 25 0,-25-25 0,0 0 0,0 25 0,25-25 0,-25 0 0,0 0 0,24 0 0,-24 0 16,0 0-16,25 0 0,-25 0 0,0 0 15,25 0-15,-25 0 0,0 0 0,25-25 0,-25 25 0,25 0 16,-25 0-16,24-25 0,-24 25 0,0 0 0,25-25 0,-25 25 16,0 0-16,25-24 0,-25 24 0,0 0 0,25-25 0,-25 25 0,0-25 15,0 25-15,0 0 16,25-25-16,-25 25 0,0 0 0,0-25 0,0 25 0,0 0 15,0 0-15,0-24 0,0 24 0,0 0 0,0 0 0,0 0 0,0 0 16,0 0-16,0 0 0,0 0 0,0 0 0,-25 0 0,25 0 0,0 24 16,0-24-16,0 0 0,0 25 0,-25-25 0,25 0 0,0 25 15,0-25-15,0 25 0,0-25 0,0 25 16,0-1-16,0-24 0,0 25 0,0-25 15,0 0-15,0 25 0,0-25 0,0 25 0,0-25 0,0 0 0,0 25 16,25-25-16,-25 0 0,0 24 0,0-24 0,0 0 0,25 0 16,-25 0-16,0 0 0,24 0 0,-24 0 0,25 0 0,-25 0 0,25 0 15,-25 0-15,25-24 0,-25 24 0,0 0 0,25-25 16,-25 25-16</inkml:trace>
  <inkml:trace contextRef="#ctx0" brushRef="#br0" timeOffset="4099.2342">8533 1712 0,'0'-25'15,"0"25"-15,0 0 0,0 0 0,0 0 16,0 0-16,0 0 0,0 0 0,0 0 0,0 0 15,0 0-15,0 0 0,0 25 0,0-25 16,0 0-16,0 0 0,-25 24 0,25-24 0,0 25 0,0-25 16,0 25-16,0-25 0,0 0 0,0 25 0,0-25 0,0 25 0,0-25 0,0 24 0,0-24 15,0 25-15,-25-25 0,25 25 16,0-25-16,0 25 0,0-25 0,0 0 0,25 25 0,-25-25 0,0 0 0,0 0 15,0 0-15,0 0 16,0 24-16,0-24 0,0 0 0,0 0 0,0-24 0,0 24 0,0 0 16,0 0-16,0 0 0,25 0 0,-25-25 0,0 25 0,0 0 0,25 0 15,-25 0-15,0-25 0,0 25 0,24 0 0,-24-25 0,25 25 16,-25-25-16,0 25 15,25 0-15,-25-24 0,0 24 0,25 0 0,-25-25 0,25 25 0,-25 0 16,0 0-16,0-25 0,24 25 0,-24 0 0,0 0 0,0 0 0,0 0 16,25 0-16,-25 0 0,0 0 0,0 25 0,0-25 0,0 0 0,0 0 15,0 0-15,0 25 0,0-25 0,0 0 0,0 24 16,0-24-16,0 25 0,0-25 0,0 0 0,0 25 0,0-25 15,0 25 1,0-25-16,0 0 0,0 25 0,0-25 0,0 24 0,0-24 16,0 0-16,25 25 0,-25-25 0,0 0 0,25 25 0,-25-25 0,25 0 15,-25 0-15,24 0 0,1 0 0,-25 0 0,25 0 0</inkml:trace>
  <inkml:trace contextRef="#ctx0" brushRef="#br0" timeOffset="4507.2576">9178 1786 0,'0'0'0,"-25"0"16,25 0-16,0-25 0,0 25 0,-25 0 0,25 0 0,0 0 15,0 0-15,-25 0 0,25 0 16,0 0-16,0 25 0,-24-25 0,24 0 16,0 25-16,-25-25 0,25 0 0,0 25 0,0-25 0,0 24 0,-25-24 15,25 25-15,0-25 0,0 25 0,0-25 0,0 25 0,0-25 0,0 25 16,0-25-16,0 24 0,0-24 0,0 25 0,25-25 0,-25 0 15,0 25-15,0-25 0,0 0 0,25 0 0,-25 0 16,0 0-16,24 0 0,-24 0 16,0 0-16,25 0 0,-25 0 0,0 0 0,25 0 0,-25-25 0,0 25 0,0 0 15,25 0-15,-25-25 0,0 25 0,25 0 0,-25-24 0,0 24 16,0 0-16,0 0 0,24-25 0,-24 25 0,0 0 0,0 0 15,0-25-15,0 25 0,0 0 16,0 0-16,0 0 0,0 0 0,0 0 0,0 0 16,0 0-16,0 0 0,0 0 0,0 25 0,0-25 0,0 0 0,-24 25 0,24-25 15,0 24-15,0 1 0,0-25 0,0 25 0,0 0 0,-25 0 16,25-25-16,0 24 0,0 1 15,0 0-15,0 0 0,0 0 0,-25-25 0,25 24 16,0 1-16,0 0 0,0 0 0,0 0 0,0-25 0,0 24 0,0 1 31,0-25-31,0 25 0,0 0 0,0-25 0,0 25 0,0-25 0,0 24 0,0 1 0,0-25 0,0 25 0,0-25 0,-25 0 16,25 25-16,0-25 0,0 0 0,0 25 0,-25-25 0,25 0 15,-24 0-15,24 24 0,-25-24 16</inkml:trace>
  <inkml:trace contextRef="#ctx0" brushRef="#br0" timeOffset="4665.2668">8334 2629 0,'0'25'0,"-24"-25"0,24 0 16,0 0-16,-25 0 0,25 0 0,0 0 0,0 0 0,0 0 15,0 0-15,0 0 0,0 0 0,0 0 0,0 0 0,0 0 0,0-25 16,25 25-16,-25 0 0,0 0 0,0 0 0,24 0 15,-24 0-15,25 0 0</inkml:trace>
  <inkml:trace contextRef="#ctx0" brushRef="#br0" timeOffset="5452.3118">10815 1960 0,'0'-25'0,"-25"25"16,25 0-16,0-25 0,-25 25 0,25-25 0,-25 25 0,25 0 0,0 0 16,-24 0-16,24 0 0,0-25 0,-25 25 0,25 0 0,0 0 0,-25 0 15,25 0-15,0 0 0,0 0 0,-25 0 0,25 0 0,0 0 16,0 25-16,0-25 15,-25 0-15,25 25 0,0-25 0,0 25 0,0-25 0,0 25 16,-24-1-16,24-24 0,0 25 0,0 0 0,0-25 0,0 25 0,0 0 0,24-25 16,-24 24-16,0-24 0,0 25 0,0-25 0,25 0 0,-25 25 15,0-25-15,0 0 0,25 25 0,-25-25 0,0 0 16,25 0-16,-25 0 0,25 0 15,-25 0-15,0 0 0,24 0 0,-24 0 0,25 0 0,-25 0 0,25 0 16,0 0-16,-25-25 0,25 25 0,-25 0 0,24-25 0,-24 25 16,25-25-16,-25 25 0,25-24 0,-25 24 0,25 0 0,-25-25 15,25 25-15,-25-25 16,0 25-16,0-25 0,24 25 0,-24-25 0,0 25 0,0-24 0,0 24 0,0 0 15,0-25-15,0 25 0,-24 0 0,24 0 0,0-25 0,0 25 16,0 0-16,0 0 0,0 0 0,0 0 0,0 0 0,0 0 0,0 0 16,0 0-16,0 0 0,0 0 0,0 25 0,-25-25 15,25 0 1,0 25-16,0-25 0,0 24 0,0-24 0,0 0 0,0 25 0,0-25 0,0 25 0,0-25 0,0 25 15,0-25-15,0 25 0,0-25 0,0 0 0,25 24 0,-25-24 16,0 0-16,0 25 0,24-25 16,-24 0-16,0 0 0,25 0 0,-25 25 0,25-25 15,-25 0-15,0 0 0,25 0 0,-25 0 0,25 0 0,-25-25 0,24 25 16,-24 0-16,25 0 0,-25 0 0,25-25 0,-25 25 0,0 0 0,25-24 15,-25 24-15,0 0 16,25-25-16,-25 25 0,0-25 0,25 25 0,-25-25 0,0 25 16,0-25-16,0 25 0,24-24 0,-24 24 0,0-25 0,0 25 0,0-25 15,0 25-15,0 0 0,0-25 0,0 25 0,0 0 0,0 0 0,0 0 16,0 0-16,0 0 0,0 0 0,-24 0 0,24 0 0,0 25 15,0-25-15,0 0 16,-25 25-16,25-25 0,0 25 0,0-25 0,0 24 0,-25-24 0,25 25 16,0-25-16,0 25 0,0 0 0,0-25 0,0 25 0,0-25 0,0 0 15,0 24-15,0-24 0,0 25 0,0-25 0,0 0 0,25 25 16,-25-25-1,0 0-15,25 0 0,-25 0 0,24 0 0,1 0 0,-25 0 0,25 0 0,0 0 16,0 0-16,-25 0 0</inkml:trace>
  <inkml:trace contextRef="#ctx0" brushRef="#br0" timeOffset="5800.3317">11609 1984 0,'0'-24'0,"0"24"0,0 0 16,0-25-16,0 25 0,-25 0 0,25 0 0,0-25 0,0 25 0,0 0 16,0 0-16,0 0 0,0 0 0,0 0 0,0 0 15,0 0-15,0 0 0,0 0 0,-25 25 0,25-25 16,0 0-16,0 0 0,0 25 0,-25-25 0,25 24 15,0 1-15,0-25 0,0 25 0,-25-25 0,25 25 0,0-25 0,0 25 16,0-1-16,0-24 0,0 25 0,0-25 0,0 0 0,0 25 16,0-25-16,0 0 0,0 0 15,0 25-15,0-25 0,25 0 0,-25 0 0,0 0 16,0 0-16,0 0 0,25 0 0,-25 0 0,0 0 0,0 0 0,25 0 0,-25-25 15,0 25-15,0 0 0,25 0 0,-25-25 0,0 25 0,0-25 16,0 25-16,24 0 16,-24-24-16,0 24 0,0 0 0,0-25 0,0 25 0,0 0 15,0 0-15,0 0 0,0 0 0,0 0 0,0 0 0,0 0 0,0 0 0,0 0 16,25 25-16,-25-25 0,-25 0 0,25 24 0,0-24 0,0 0 15,0 25-15,0-25 16,0 25-16,0-25 0,0 25 0,0-25 0,0 25 0,0-25 16,0 24-16,0-24 0,0 0 0,0 25 0,0-25 0,0 0 0,0 0 15,0 0-15,0 0 0,0 0 0,0-25 0</inkml:trace>
  <inkml:trace contextRef="#ctx0" brushRef="#br0" timeOffset="6023.3445">11658 1414 0,'0'0'0,"0"0"0,25 0 15,-25 0-15,0 0 0,0 0 0,25 0 0,-25 0 0,0 0 16,25 0-16,-25 0 0,24 0 0,-24 0 0,0 25 0,25-25 15,-25 0-15,0 0 0,0 24 0,25-24 0,-25 0 0,0 25 0,0-25 16,0 0-16,-25 25 0,25-25 0,0 25 0,0-25 0,-25 25 16,25-25-16,-24 24 15,24-24-15,-25 25 0,0-25 0</inkml:trace>
  <inkml:trace contextRef="#ctx0" brushRef="#br0" timeOffset="6753.3862">12576 1786 0,'0'0'0,"0"0"0,-25 0 16,25 0-16,0 0 0,0 0 0,-25 25 0,25-25 0,0 0 0,0 0 15,-24 0-15,24 25 0,0-25 0,0 0 0,0 24 0,0-24 0,-25 25 16,25-25-16,0 0 0,0 25 0,0-25 0,0 25 0,0-25 15,0 0-15,0 25 16,0-25-16,0 24 0,0-24 0,0 0 0,0 25 0,0-25 0,0 0 31,0 0-31,0 0 0,0 25 0,25-25 0,-25 0 0,0 0 0,0 0 0,0 0 0,0 0 0,0 0 0,0 0 0,0 0 16,0 0-16,0-25 0,0 25 0,0 0 0,0 0 0,0-25 15,0 25-15,24-24 0,-24 24 0,0 0 16,0-25-16,0 0 0,25 25 0,-25-25 0,0 25 0,25-25 0,-25 25 16,0-24-16,25-1 0,-25 25 0,25-25 0,-25 25 0,0 0 15,24-25-15,-24 25 16,0 0-16,25 0 0,-25 0 0,0 0 0,25 0 0,-25 0 0,0 0 15,0 25-15,0-25 0,0 0 0,25 25 0,-25-25 0,0 25 0,0-25 16,0 24-16,0-24 0,0 25 0,0-25 0,0 25 0,-25-25 16,25 25-16,0-25 0,0 0 0,0 25 0,0-25 0,0 24 15,0-24 1,0 25-16,-25-25 0,25 0 0,0 25 0,0-25 0,0 0 0,0 25 15,0-25-15,0 0 0,0 0 0,0 0 0,0 0 0,0 0 0,0 0 0,0 0 16,0 0-16,0 0 0,0 0 16,0 0-16,0-25 0,0 25 0,25 0 0,-25-25 0,0 25 0,0 0 15,25-25-15,-25 25 0,0-24 0,25 24 0,-25-25 0,24 25 0,-24-25 16,0 0-16,25 25 0,-25-25 0,25 25 0,-25-24 0,0 24 15,25-25-15,-25 25 16,0-25-16,25 25 0,-25 0 0,0 0 0,0 0 0,0 0 0,24 0 0,-24 0 47,0 0-47,0 0 0,0 0 0,0 25 0,0-25 0,0 0 0,0 25 0,0-25 0,0 24 0,0-24 0,0 25 0,0-25 0,0 25 0,-24-25 0,24 25 0,0-25 15,0 25-15,0-1 0,0-24 0,0 0 0,0 25 0,0-25 0,0 25 16,0-25-16,0 25 16,0-25-16,0 0 0,0 25 0,0-25 0,24 0 0,-24 24 0,0-24 0,25 0 0,-25 0 15,25 0-15,0 0 0,-25 0 0,25 0 0,-1 0 16</inkml:trace>
  <inkml:trace contextRef="#ctx0" brushRef="#br0" timeOffset="7152.409">13419 1935 0,'0'-25'16,"0"25"-16,0-25 0,0 25 0,-24-25 0,24 25 15,0 0-15,0-24 0,0 24 0,-25 0 16,25-25-16,0 25 0,0 0 0,-25 0 0,25 0 0,0 0 16,-25 0-16,25 0 0,-25 0 0,25 0 0,0 0 0,-24 0 15,24 25-15,0-25 0,-25 0 0,25 24 0,0-24 0,-25 25 0,25-25 16,0 25-16,0-25 0,0 25 0,-25-25 0,25 25 0,0-25 15,0 24 1,0-24-16,25 0 0,-25 25 0,0-25 0,0 0 0,0 25 0,25-25 0,-25 0 0,0 0 16,0 0-16,25 0 0,-25 0 15,24 0-15,-24 0 0,0 0 0,25 0 0,-25 0 0,0 0 0,25 0 0,-25 0 16,0 0-16,25-25 0,-25 25 15,0 0-15,25 0 0,-25-25 0,0 25 0,0 0 0,24-24 0,-24 24 0,0 0 0,0-25 16,0 25-16,0 0 0,0-25 0,0 25 0,25 0 0,-25-25 16,0 25-16,0 0 15,0 0-15,0 0 0,0 0 0,0 0 0,0 0 0,0 0 16,0 0-16,-25 0 0,25 0 0,0 25 0,0-25 0,0 25 0,-24-25 15,24 25-15,0-25 0,0 24 0,0 1 0,-25-25 0,25 25 0,0 0 16,0 0-16,0-25 0,0 24 0,0 1 0,0-25 16,0 25-16,25-25 0,-25 25 0,0-25 0,0 25 0,24-25 15,-24 0-15,25 0 0,-25 0 16,25 0-16,0 0 0,-25 0 0,25 0 0,-1 0 0</inkml:trace>
  <inkml:trace contextRef="#ctx0" brushRef="#br0" timeOffset="7443.4257">14808 1513 0,'0'0'0,"0"0"15,0 25-15,0-25 0,0 0 0,-24 0 0,24 0 0,0 25 0,0-25 16,0 0-16,-25 24 0,25-24 0,0 25 0,-25 0 0,25 0 16,0-25-16,-25 25 0,25 0 15,0-1-15,-25 1 0,25 0 0,0-25 0,0 25 16,-24 0-16,24-1 0,0 1 0,-25 0 0,25 0 0,0-25 0,0 25 15,0-1-15,0-24 0,-25 25 0,25 0 0,0-25 0,0 25 0,0-25 16,0 0-16,0 25 0,0-25 0,0 0 0,0 0 16,0 0-16,0 0 0,0 0 0,0 0 0,0 0 15,0-25-15,-25 25 0</inkml:trace>
  <inkml:trace contextRef="#ctx0" brushRef="#br0" timeOffset="7577.4332">14560 1811 0,'0'-25'0,"0"0"0,25 25 16,-25-25-16,0 25 0,0-24 0,0 24 0,25 0 0,-25 0 15,0 0-15,25 0 0,-25 0 0,25 0 0,-25 0 0,24 0 0,-24 0 31,25 0-31,0 24 0,0-24 0,-25 0 0,25 25 0,-1-25 0,1 25 0,-25-25 16,25 25-16,0 0 0,-25-25 0,25 24 0,-1-24 0,-24 25 0,25 0 16,-25-25-16,25 25 0,-25-25 0,0 25 0</inkml:trace>
  <inkml:trace contextRef="#ctx0" brushRef="#br0" timeOffset="7786.4453">14982 1984 0,'0'0'0,"0"0"0,0-24 0,0 24 16,0 0-16,0-25 0,-25 25 0,25-25 0,0 25 0,0 0 0,0-25 0,0 25 15,0-25-15,25 25 0,-25 0 0,0-24 0,0 24 0,0 0 0,0 0 16,0 0-16,0-25 0,0 25 0,0 0 0,25 0 15,-25 0-15,0 0 0,0 25 0,0-25 0,25 0 16,-25 0-16,0 0 0,0 0 0,24 24 0,-24-24 16,0 0-16,0 0 0,25 25 0,-25-25 0,0 0 0,0 25 0,25-25 15,-25 0-15,0 25 0,0-25 0,0 25 0,0-25 0,25 0 16,-25 24-16,0-24 0,25 0 0,-25 25 0,0-25 0,24 0 15,-24 25-15,25-25 16</inkml:trace>
  <inkml:trace contextRef="#ctx0" brushRef="#br0" timeOffset="8224.4704">15478 1910 0,'0'-25'0,"-25"25"0,25-25 16,0 25-16,-24 0 0,24-24 0,0 24 0,-25 0 0,25 0 0,0-25 0,-25 25 15,25 0-15,0 0 0,-25 0 0,25 0 0,0 0 0,-25 0 16,25 0-16,0 0 15,-25 0-15,25 0 0,-24 0 0,24 25 0,0-25 0,-25 24 0,25-24 16,0 0-16,-25 25 0,25-25 0,0 25 0,0-25 0,-25 25 0,25-25 16,0 25-16,0-25 0,0 24 0,0-24 0,0 0 0,0 25 15,0-25-15,0 0 0,0 25 0,0-25 16,0 0-16,0 25 0,25-25 0,-25 0 0,0 0 15,0 0-15,0 0 0,0 25 0,0-25 0,25 0 0,-25 0 0,0 0 0,0 0 16,0 0-16,25 0 0,-25 0 0,0 0 0,0 0 16,24 0-16,-24-25 15,0 25-15,25 0 0,-25 0 0,0 0 0,25-25 0,-25 25 0,0 0 16,25 0-16,-25-25 0,0 25 0,0-25 0,25 25 0,-25 0 0,0-24 15,0 24-15,25-25 0,-25 25 0,0 0 0,0-25 0,0 25 16,0 0-16,0 0 0,0-25 0,0 25 16,0 0-16,0 0 0,0 0 0,0 0 0,0 0 15,0 0-15,0 0 0,0 25 0,0-25 0,0 0 0,-25 0 16,25 25-16,0-25 0,0 0 0,0 25 0,0-25 0,0 0 0,0 24 0,-25-24 15,25 25-15,0-25 0,0 25 0,0-25 0,0 0 16,0 25-16,0-25 0,0 0 0,0 0 0,0 0 0,0 25 16,25-25-16,-25 0 15,0 0-15,0 0 0,25 0 0,-25 0 0,24 0 0,-24-25 0</inkml:trace>
  <inkml:trace contextRef="#ctx0" brushRef="#br0" timeOffset="8588.4912">15627 1860 0,'0'-24'0,"0"24"16,0 0-16,0 0 0,0 0 0,0 0 0,0 0 0,0 0 15,0 0-15,-25 0 0,25 0 0,0 24 0,0-24 0,0 0 0,0 25 16,0-25-16,-25 0 16,25 25-16,0-25 0,0 0 0,0 25 0,0-25 0,-24 25 15,24-25-15,0 24 0,0-24 0,0 0 0,0 25 0,0-25 0,-25 0 16,25 25-16,0-25 0,0 0 0,0 0 0,0 0 0,0 0 15,0 0-15,25 0 0,-25 0 0,0 0 0,0 0 0,0 0 16,24 0-16,-24 0 0,0 0 0,25 0 0,-25 0 0,0-25 16,25 25-16,-25 0 0,25-25 0,-25 25 15,25-24-15,-25 24 0,24 0 0,-24-25 0,25 25 0,-25-25 0,25 25 16,-25 0-16,0 0 0,25-25 0,-25 25 0,0 0 0,25 0 15,-25 0-15,0 0 0,0 0 0,0 0 16,0 0-16,0 0 0,0 0 0,0 0 16,0 25-16,0-25 0,0 0 0,0 25 0,0-25 0,0 0 0,0 25 0,0-25 15,0 24-15,0-24 0,0 25 0,0-25 0,-25 0 0,25 25 16,0-25-16,0 25 0,0-25 0,0 0 0,0 25 15,0-25-15,-25 0 16,25 0-16,0 0 0,0 0 0,0 24 0,0-24 0,0-24 0,0 24 0</inkml:trace>
  <inkml:trace contextRef="#ctx0" brushRef="#br0" timeOffset="8775.5019">15379 1637 0,'-25'-25'0,"25"25"0,0-25 0,0 25 16,0-24-16,0 24 0,0-25 0,25 25 0,-25 0 0,0 0 0,0 0 15,0-25-15,25 25 0,-25 0 0,0 0 0,25 0 16,-25 0-16,24 0 0,-24 25 16,0-25-16,25 0 0,-25 25 0,0-25 0,25 0 15,-25 24-15,0 1 0,0-25 0,0 25 0,25 0 0,-25-25 0,0 25 16,-25 0-16,25-1 0</inkml:trace>
  <inkml:trace contextRef="#ctx0" brushRef="#br0" timeOffset="8927.5106">15304 2431 0,'0'0'0,"0"25"0,0-25 16,0 0-16,-24 0 0,24 0 0,0 0 0,0 0 0,0 0 0,0 0 0,0 0 16,0 0-16,0 0 0,0 0 0,0-25 0,0 25 15,0 0-15</inkml:trace>
  <inkml:trace contextRef="#ctx0" brushRef="#br0" timeOffset="9769.5587">17661 2059 0,'0'-25'0,"0"25"0,0-25 15,0 25-15,0 0 0,0-25 0,0 25 0,0 0 0,0-24 16,0 24-16,0 0 0,0-25 0,0 25 0,0 0 0,0-25 0,0 25 15,0 0-15,0 0 0,0 0 0,0 0 0,0 0 0,0 0 16,0 0-16,0 0 0,0 0 0,-25 25 0,25-25 16,0 0-16,-25 25 0,25-1 15,0-24-15,-24 25 0,24 0 0,-25-25 0,25 25 0,-25 0 0,25-1 0,-25 1 16,25-25-16,-25 25 0,0 0 0,25 0 0,-24-25 0,24 24 15,-25 1-15,25 0 16,-25-25-16,25 25 0,-25-25 0,25 25 0,-25-1 0,25-24 0,-24 25 16,24-25-16,-25 25 0,25-25 0,0 0 0,-25 25 0,25-25 0,0 0 15,-25 0-15,25 25 0,0-25 0,0 0 0,0 0 0,0 0 16,-25 0-1,25 0-15,0 0 0,0 0 0,0 0 0,25 0 16,-25 0-16,0 0 0,0 0 0,0-25 0,25 25 0,-25 0 0,0-25 0,25 25 16,-25 0-16,25-25 0,-1 0 0,-24 25 0,25-24 0,0 24 0,-25-25 15,25 0-15,0 25 0,-25-25 0,24 0 0,1 1 0,-25 24 0,25-25 16,0 0-16,-25 0 0,25 25 0,0-25 0,-25 1 15,24 24-15,-24-25 0,25 25 0,-25-25 16,25 25-16,-25-25 0,0 25 0,25-25 0,-25 25 0,0 0 0,0-24 16,0 24-16,25 0 0,-25 0 0,0 0 0,0 0 0,0 0 15,0 0-15,0 0 0,24 0 0,-24 24 0,0-24 16,0 0-16,0 25 15,0 0-15,0-25 0,25 25 0,-25 0 0,0-25 0,0 24 0,0 1 0,0-25 16,0 25-16,0 0 0,0 0 0,0-1 0,0-24 0,-25 25 0,25 0 16,0 0-16,0-25 0,0 25 0,0-1 0,0 1 15,0-25-15,25 25 16,-25 0-16,0-25 0,0 25 0,0-25 0,0 24 0,0-24 0,0 25 0,0-25 15,0 25-15,0-25 0,0 0 0,0 0 0,0 25 0,0-25 0,0 0 16,-25 0-16,25 0 0,0 0 0,0 0 0,0-25 0,0 25 16,-24 0-16,24 0 15,0-25-15</inkml:trace>
  <inkml:trace contextRef="#ctx0" brushRef="#br0" timeOffset="9950.569">17562 2158 0,'-25'-25'0,"25"25"15,0 0-15,0 0 0,0 0 0,0 0 0,0 0 0,-25-25 0,25 25 16,0 0-16,0 0 0,0 0 0,25 0 0,-25 0 0,0 0 0,0 0 15,0 0 1,25 0-16,-25 0 0,25 0 0,-25 0 0,24 0 0,1 0 0,-25 0 16,25 0-16,0 0 0,0 0 0,-1 0 0,1 0 0,0 0 0,0 0 15,0 0-15,24 0 0,-24 0 0,0 0 0,0 0 0,-1 0 16,1 0-16,0 0 0,0 0 0,0 0 0</inkml:trace>
  <inkml:trace contextRef="#ctx0" brushRef="#br0" timeOffset="10134.5795">18405 2084 0,'0'0'0,"0"0"15,0-25-15,0 25 0,0 0 0,0 0 0,0 0 0,0 0 16,0 0-16,0-25 0,0 25 0,25 0 0,-25 0 16,0 0-16,0 0 15,25 0-15,-25 0 0,24 0 0,-24 25 0,25-25 0,-25 0 0,25 0 16,0 0-16,-25 0 0,25 25 0,-25-25 0,25 0 0,-25 24 15,0-24-15,24 0 0,-24 25 0,0-25 0,0 0 0</inkml:trace>
  <inkml:trace contextRef="#ctx0" brushRef="#br0" timeOffset="10296.5888">18157 2431 0,'0'25'0,"-25"-25"16,25 0-16,-25 0 0,25 0 0,0 0 0,0 0 0,0 0 16,0 0-16,0-25 0,0 25 15,0 0-15,25 0 0,-25 0 0,25 0 0,-25-25 0,25 25 16,0 0-16,-25 0 0,24 0 0,1 0 0,0-25 0,0 25 0,-25 0 15,25 0-15,-1 0 0,1 0 0,0 0 0,0 0 0,0-25 16,-1 25-16</inkml:trace>
  <inkml:trace contextRef="#ctx0" brushRef="#br0" timeOffset="11272.6447">20464 1712 0,'0'0'0,"0"0"0,0 0 15,0-25-15,0 25 0,0 0 0,0 0 0,0 0 0,0-25 16,0 25-16,0 0 0,0 0 0,0 0 0,0-25 0,0 25 16,0 0-1,0 0-15,0-25 0,0 25 0,0 0 0,-25 0 0,25-25 16,0 25-16,0 0 0,0 0 0,0 0 0,0-24 0,0 24 0,0 0 0,0 0 0,-25 0 0,25 0 15,0 0-15,0-25 0,0 25 16,0 0-16,-25 0 0,25 0 0,0 0 0,0 0 0,0 0 16,-24 0-16,24-25 0,0 25 0,0 0 0,0 0 0,-25 0 0,25 0 15,0 0-15,0 0 0,-25 0 0,25 0 0,0 0 0,0 0 16,0 0-16,-25 0 15,25 0-15,0 0 0,0 0 0,0 0 0,0 0 0,-25 0 16,25 25-16,0-25 0,0 0 0,0 0 0,0 25 0,0-25 0,-24 24 0,24-24 16,0 25-16,0-25 0,0 25 0,0 0 0,-25-25 0,25 25 15,0 0-15,0-1 0,0-24 0,0 25 0,-25 0 0,25 0 16,0 0-16,0-25 0,-25 24 0,25 1 0,0 0 0,0 0 15,0 0-15,-25-1 16,25-24-16,0 25 0,0 0 0,0 0 0,-24 0 16,24-25-16,0 24 0,0 1 0,-25 0 0,25-25 0,0 25 0,0 0 15,-25-1-15,25 1 0,0-25 0,0 25 0,-25 0 0,25 0 16,0-25-16,-25 24 0,25 1 0,0 0 0,0-25 0,-24 25 0,24 0 15,-25-25-15,25 24 0,0 1 0,-25 0 0,25-25 16,0 25-16,-25 0 0,25-1 16,0 1-16,-25-25 0,25 25 0,-24 0 0,24-25 0,0 25 15,-25 0-15,25-25 0,0 24 0,0-24 0,-25 25 0,25 0 16,0-25-16,0 25 0,-25-25 0,25 0 0,0 25 0,0-25 0,0 24 15,0-24-15,-25 25 0,25-25 0,0 25 0,0-25 16,0 25-16,-24-25 0,24 25 0,0-1 0,0-24 0,0 25 16,0-25-16,0 25 15,-25-25-15,25 25 0,0-25 0,0 25 0,0-1 0,0-24 0,-25 25 16,25-25-16,0 25 0,0-25 0,0 25 0,-25-25 0,25 25 15,0-25-15,0 24 0,0-24 0,0 25 16,0-25-16,-25 25 0,25-25 0,0 0 0,0 25 0,0-25 16,0 0-16,0 0 0,0 25 0,0-25 0,0 0 0,0 0 0,0 0 15,0 0-15,0 0 0,0 0 0,0 0 0,0 0 0,0 0 16,0 24-16,0-24 0,0 0 0,0 0 15,0 0-15,0 0 0,0 0 0,0 0 16,0 0-16,0 0 0,0 0 0,0 0 0,0 0 0,0 0 0,0 0 16,0 0-16,0 0 0,0 0 0,0 0 0,25 0 0,-25 0 15,0 0-15,0 0 0,0 0 0,25 0 0,-25 0 0,0 0 16,25 0-16,-25 0 0,0 0 0,25 0 0,-1 0 15,-24 0-15,25 0 0,0 0 0,-25-24 16,25 24-16,0 0 0,-25 0 0,24 0 16,1 0-16,0 0 0,0 0 0,0 0 0,-25 0 0,24 0 0,1 0 15,0 0-15,-25-25 0,25 25 0,0 0 0,-1 0 0,-24 0 16,25-25-16,-25 25 0,25 0 0</inkml:trace>
  <inkml:trace contextRef="#ctx0" brushRef="#br0" timeOffset="11843.6774">21481 1786 0,'-25'0'0,"25"0"0,0 0 15,0 0-15,0 0 0,0-25 0,0 25 0,0 0 0,0 0 16,0 0-16,0 0 0,0 0 0,0 0 0,0 0 0,25 0 0,-25 0 16,0 0-1,0 0-15,0 0 0,0-25 0,0 25 0,25 0 0,-25 0 0,0 0 16,0-24-16,24 24 0,-24 0 0,0 0 0,0-25 0,25 25 0,-25 0 0,0-25 15,25 25-15,-25-25 0,0 25 0,25 0 0,-25-25 0,0 25 16,0-25 15,25 25-31,-25 0 0,0-24 0,0 24 0,0-25 0,24 25 0,-24 0 0,0 0 0,0 0 0,0-25 0,0 25 0,0 0 0,0 0 0,0 0 0,0 0 0,0 0 16,0 25-16,0-25 0,0 0 0,0 0 0,0 0 15,0 25 1,-24-25-16,24 0 0,0 24 0,0-24 0,0 25 0,-25 0 0,25-25 16,0 25-16,0-25 0,0 25 0,-25 0 0,25-25 0,0 24 0,0-24 15,0 25-15,0 0 0,0-25 0,0 25 0,0-25 0,0 25 0,0-1 16,0-24-16,0 25 0,0-25 0,0 25 0,0-25 0,0 25 15,0-25-15,0 0 0,0 25 0,0-25 0,0 0 0</inkml:trace>
  <inkml:trace contextRef="#ctx0" brushRef="#br0" timeOffset="12463.7128">23416 1836 0,'0'0'0,"0"0"15,0-25-15,0 25 0,0 0 0,0 0 0,0-25 0,0 25 0,0 0 16,0 0-16,0-25 0,0 25 0,24 0 0,-24 0 0,0-25 0,0 25 15,0 0-15,0 0 0,25-24 0,-25 24 0,0 0 0,0 0 16,25 0 0,-25 0-16,0 0 0,0 0 0,25 0 0,-25 0 0,0 0 0,0 0 15,0 0-15,0 0 0,25 0 0,-25 0 0,0 0 0,0 0 0,0 0 16,0 24-16,0-24 0,0 0 0,0 25 0,0-25 0,0 25 15,0-25-15,0 0 0,0 25 0,0-25 0,-25 25 0,25-25 16,0 24-16,-25-24 0,25 25 0,-25-25 0,25 25 0,0-25 16,-25 25-16,25-25 15,-24 25-15,24-25 0,-25 24 0,25-24 0,0 25 0,-25-25 0,25 0 16,0 25-16,-25-25 0,25 0 0,0 0 0,0 25 0,0-25 0,-25 0 15,25 0-15,0 0 0,0 0 0,0 25 0,25-25 0,-25 0 16,0 0-16,25 0 0,0 0 0,-25 0 0,25 0 0,-1 0 16,1 0-1,25 0-15,-25 0 0,-1 0 0,26 0 0,-25 0 0,0 0 0,24 0 0,-24 0 0,25-25 16,-26 25-16,1 0 0,25 0 0,-25 0 0,24 0 15,-24 0-15</inkml:trace>
  <inkml:trace contextRef="#ctx0" brushRef="#br0" timeOffset="13019.7446">25177 1736 0,'0'0'0,"0"0"16,0 0-16,0-24 0,0 24 0,0 0 0,0 0 0,0 0 15,25-25-15,-25 25 0,0 0 0,0 0 0,0 0 0,0 0 0,24 0 0,-24 0 16,0 0-16,25-25 0,-25 25 0,0 0 0,0 0 0,0 0 15,25 0-15,-25 0 0,0 25 0,0-25 16,0 0-16,0 0 0,0 0 0,0 0 0,0 0 16,0 25-16,0-25 0,0 0 0,0 24 0,0-24 0,-25 0 0,25 25 15,0-25-15,-25 25 0,25-25 0,0 0 0,-24 25 0,24-25 16,0 0-16,-25 25 0,25-25 0,0 0 0,0 24 0,-25-24 15,25 0-15,0 25 0,0-25 0,0 0 0,0 0 0,0 25 16,0-25-16,0 0 16,25 0-16,-25 0 0,0 25 0,0-25 0,25 0 0,-25 0 0,0 25 15,24-25-15,-24 0 0,25 24 0,-25-24 0,25 0 0,-25 0 0,25 25 16,-25-25-16,25 25 0,-25-25 15,0 0-15,24 25 0,-24-25 0,0 0 0,25 25 0,-25-25 16,0 0-16,0 24 0,0-24 0,0 0 0,0 0 0,0 25 0,0-25 16,-25 0-16,25 0 0,0 0 0,-24 0 0,-1 0 0,25 0 15,-25 0-15,25 0 16,-25 0-16,0 0 0,1 0 0,24 0 0,-25 0 0,25 0 15,-25 0-15,25 0 0,-25 0 0,25 0 0,0 0 0,0 0 0,0-25 0,0 25 16,0 0-16,0 0 0,25 0 0</inkml:trace>
  <inkml:trace contextRef="#ctx0" brushRef="#br0" timeOffset="13736.7857">27236 1736 0,'0'-24'0,"0"24"15,0 0-15,0 0 0,0 0 0,0-25 0,0 25 0,0 0 0,0 0 16,0 0-16,0 0 0,0 0 0,0 0 0,0 0 0,0 0 0,0 0 16,0 0-16,0 0 0,0 0 0,0 0 0,0 0 0,0 0 15,0 25-15,0-25 0,-25 0 0,25 0 0,0 24 0,0-24 16,0 0-16,0 25 15,0-25-15,0 0 0,0 25 0,0-25 0,-25 25 0,25-25 16,0 0-16,0 25 0,0-25 0,0 0 0,0 24 0,0-24 16,0 25-16,25-25 0,-25 25 0,0-25 0,0 0 0,0 25 0,0-25 0,25 25 15,-25-25-15,0 24 0,0-24 0,24 0 0,-24 25 0,0-25 16,25 0-16,-25 25 0,0-25 0,0 0 0,25 25 0,-25-25 15,0 0-15,0 25 0,25-25 0,-25 0 16,0 0-16,0 24 0,0-24 0,0 0 16,0 0-16,0 0 0,0 25 0,0-25 0,0 0 0,0 0 15,0 0-15,0 0 0,-25 25 0,25-25 0,0 0 0,-25 0 16,25 0-16,0 0 0,-25 0 0,25 0 0,-24 0 0,24 0 0,0 0 31,-25 25-31,25-25 0,0 0 0,-25-25 0,25 25 0,0 0 0,0 0 0,-25 0 0,25 0 0,0 0 16,0-25-16,0 25 0</inkml:trace>
  <inkml:trace contextRef="#ctx0" brushRef="#br0" timeOffset="13893.7946">27360 1786 0,'0'0'0,"0"0"15,0 0-15,0 0 0,0 0 0,24-25 0,-24 25 16,0 0-16,25 0 15,-25 0-15,25 0 0,0 0 0,0 0 0,-1 0 0,1 0 0,25 25 16,-25-25-16,-1 0 0,26 0 0,-25 25 0,0-25 0,24 0 0,-24 25 0,0-25 16,0 0-16</inkml:trace>
  <inkml:trace contextRef="#ctx0" brushRef="#br0" timeOffset="14582.834">20910 2877 0,'0'25'16,"0"-25"-16,25 0 0,-25 0 0,0 0 0,25 0 15,-25 0-15,25 0 16,0 0-16,-25 0 0,24 0 0,1 0 0,-25 0 0</inkml:trace>
  <inkml:trace contextRef="#ctx0" brushRef="#br0" timeOffset="14971.856">21481 3051 0,'0'0'0,"0"0"0,0-25 16,0 25-16,0 0 0,25 0 0,-25 0 0,0-25 0,24 25 15,-24 0-15,25-24 0,-25 24 0,0 0 0,25-25 16,-25 25-16,25 0 0,-25-25 0,25 25 15,-25-25-15,24 25 0,-24-25 0,25 25 16,-25-24-16,25 24 0,-25-25 0,25 25 0,-25-25 0,25 25 0,-25-25 16,0 0-16,25 25 0,-25-24 0,0 24 0,24 0 0,-24-25 0,0 25 15,0 0-15,0-25 0,0 25 0,0 0 0,0 0 0,0 0 16,0 0-16,0 0 0,0 0 15,0 0-15,0 0 0,0 25 0,0-25 0,0 0 16,-24 25-16,24-25 0,0 24 0,0-24 0,0 25 0,-25-25 0,25 25 16,0 0-16,0-25 0,-25 25 0,25-25 0,0 24 15,0 1-15,0-25 0,-25 25 0,25-25 16,0 25-16,0-25 0,0 25 0,0-25 0,0 24 0,0-24 15,0 25-15,0-25 0,0 25 0,25-25 0,-25 0 0,0 25 0,0-25 16,0 0-16,25 0 0</inkml:trace>
  <inkml:trace contextRef="#ctx0" brushRef="#br0" timeOffset="15610.8928">23912 2877 0,'0'-24'0,"0"24"15,0 0-15,0 0 0,0 0 0,0 0 0,0 0 0,0 0 16,0 0-16,0 0 0,0 0 0,0-25 16,0 25-16,0 0 0,0 0 0,0 0 15,0 0-15,0 0 0,0 0 0,0 0 0,0 0 0,-25 0 16,25 0-16,0 0 0,0 25 0,0-25 0,-25 0 0,25 0 0,0 0 0,-25 24 16,25-24-16,-25 0 0,1 0 0,24 25 0,-25-25 0,25 0 15,-25 25-15,0-25 16,25 0-16,-25 25 0,1-25 0,24 0 0,-25 25 0,25-25 0,-25 0 15,25 0-15,-25 24 0,25-24 0,0 0 0,0 0 0,-25 0 0,25 0 16,0 0 0,0 0-16,0 0 0,0 0 0,0 0 0,0 0 0,0 0 0,25 0 0,-25 0 0,0 0 15,0 25-15,25-25 0,-25 0 16,0 0-16,25 0 0,-25 0 0,25 0 0,-1 0 0,-24 0 0,25 0 0,0 0 15,0 0-15,-25 0 0,25 25 0,-1-25 0,1 0 0,-25 0 16,25 0-16,0 0 16,0 0-16,-25 0 0,25 25 0,-25-25 0,24 0 0,-24 0 15,25 0-15,-25 0 0,0 0 0,0 0 0,0 0 0,25 0 16,-25 0-16,0 0 0</inkml:trace>
  <inkml:trace contextRef="#ctx0" brushRef="#br0" timeOffset="15802.9038">23986 2877 0,'0'0'0,"0"0"0,0 0 15,0 0-15,0-24 0,0 24 0,0 0 0,0 0 0,0 0 16,0 24-16,0-24 0,0 0 16,0 0-16,0 25 0,0-25 0,0 25 15,0-25-15,0 25 0,0 0 0,-25-25 0,25 24 0,0 1 0,0-25 16,0 25-16,-24 0 0,24-25 0,0 25 0,0-1 0,-25 1 15,25-25-15,0 25 0,0-25 0,0 25 0,0-25 0,-25 25 0,25-25 16,0 24-16</inkml:trace>
  <inkml:trace contextRef="#ctx0" brushRef="#br0" timeOffset="16362.9359">25425 2952 0,'0'0'0,"0"0"16,0 0-16,0 0 0,0 0 0,0-25 0,0 25 0,0 0 15,0 0-15,25 0 0,-25 0 0,0 0 0,24-25 0,-24 25 16,0 0-16,25 0 0,-25 0 0,25 0 0,-25 0 0,0 0 15,25 0 1,-25 0-16,25 0 0,-25 25 0,0-25 0,24 0 0,-24 0 0,0 0 0,25 0 16,-25 0-16,0 25 0,0-25 0,0 0 0,0 25 0,0-25 0,-25 0 15,25 24-15,0-24 16,-24 25-16,24-25 0,-25 25 0,0-25 0,0 25 0,25 0 15,-25-25-15,1 24 0,-1-24 0,0 25 0,0 0 0,25-25 0,-25 25 0,1-25 16,24 0-16,-25 25 0,25-25 0,0 0 0,0 0 0,-25 24 16,25-24-16,0 0 0,0 0 0,25 0 0,-25 0 15,0 25-15,0-25 16,25 0-16,-1 0 0,-24 0 0,25 0 0,0 0 0,0 0 0,24 0 15,-24 0-15,0 0 0,25 25 0,-26-25 0,1 0 0,25 0 16,-25 0-16,24 0 0,-24 0 0,0 0 0,24 0 0,-24 0 0,0 0 16,0 0-16,25 0 0</inkml:trace>
  <inkml:trace contextRef="#ctx0" brushRef="#br0" timeOffset="16990.9718">27434 2977 0,'0'0'16,"0"0"-16,0 0 0,0 0 0,0 0 0,0 0 15,25 0-15,-25 0 16,0 0-16,0 0 0,0 0 0,25 0 0,-25 0 0,0 0 0,24 0 0,-24 0 16,25 0-16,-25 0 0,0 0 0,25 0 0,-25 0 0,0 0 0,25 0 15,-25 24-15,0-24 0,0 0 0,0 0 0,25 25 16,-25-25-16,0 0 15,-25 0-15,25 25 0,0-25 0,0 0 0,-25 25 0,25-25 0,-25 0 16,25 0-16,-25 25 0,25-25 0,-24 0 0,24 24 0,-25-24 0,0 0 16,25 25-16,-25-25 0,25 0 0,-25 0 0,25 0 0,-24 25 15,24-25-15,-25 0 0,25 0 0,0 0 16,0 0-16,0 0 0,0 25 0,0-25 0,0 0 15,0 0-15,0 0 0,0 0 0,25 25 0,-25-25 0,0 0 16,24 0-16,-24 24 0,25-24 0,0 0 0,-25 25 0,25-25 0,-25 0 16,25 25-16,-1-25 15,-24 25-15,25-25 0,-25 0 0,25 25 0,-25-25 0,0 24 16,0-24-16,0 0 0,0 25 0,0-25 0,0 0 0,0 0 15,-25 25-15,0-25 0,25 0 0,-24 0 0,-1 0 0,0 25 0,-25-25 16,26 0-16,-1 0 0,-25 0 0,25-25 0,-24 25 0,24 0 16</inkml:trace>
  <inkml:trace contextRef="#ctx0" brushRef="#br0" timeOffset="18734.0714">21456 3746 0,'0'0'0,"0"0"16,0 0-16,0 0 0,0 0 0,0 0 0,0 0 15,0 0-15,-25-25 0,25 25 0,0 0 0,0 0 0,0 0 16,0 0 0,0 0-16,0 0 0,0 0 0,0 0 0,0 0 0,0 0 15,25 0-15,-25 0 0,0 0 0,0-25 0,0 25 0,0 0 0,0 0 16,0 0-16,0 0 0,25 0 0,-25 0 0,0 0 0,0 0 0,0 0 15,25 0-15,-25 0 0,0 0 0,24 0 0,-24 0 0,0 0 16,25 0-16,-25 0 16,0 0-16,25 0 0,-25 0 0,0 0 0,0 0 0,25 25 0,-25-25 0,0 0 15,0 0-15,0 0 0,0 25 0,0-25 0,0 0 0,0 24 16,0-24-16,0 0 15,-25 25-15,25-25 0,-25 25 0,25-25 0,0 25 0,-25-25 16,1 25-16,24-1 0,-25-24 0,25 25 0,-25-25 0,0 25 0,25-25 16,-25 25-16,25-25 0,-24 25 0,-1-25 0,25 24 0,0-24 15,-25 0-15,25 25 0,0-25 0,0 0 0,-25 0 0,25 25 16,0-25-16,0 0 0,0 0 0,25 0 15,-25 0-15,0 0 0,25 25 0,-25-25 16,25 0-16,-1 0 0,1 0 0,0 0 0,-25 0 0,50 0 16,-26 0-16,1 0 0,0 0 0,0 0 0,0 0 0,-1 0 0,1 0 15,0 0-15,0 0 0,0 0 0,0 0 0,-1 25 0,1-25 16,0 0-16</inkml:trace>
  <inkml:trace contextRef="#ctx0" brushRef="#br0" timeOffset="19450.1121">23961 3795 0,'0'0'15,"0"0"-15,0 0 0,0-25 0,0 25 0,0 0 16,0 0-16,0 0 15,0 0-15,-24 0 0,24 25 0,0-25 0,0 0 0,0 0 16,-25 0-16,25 0 0,0 25 0,0-25 0,-25 0 0,25 25 0,0-25 16,-25 0-16,25 25 0,-25-25 0,25 24 0,0-24 0,-25 25 0,25-25 15,0 25-15,-24-25 0,24 25 0,0-25 0,-25 25 16,25-25-16,0 0 15,0 24-15,-25-24 0,25 0 0,0 25 0,0-25 0,0 0 0,0 0 16,0 0-16,0 0 0,0 0 0,0 25 0,0-25 0,25 0 0,-25 0 16,0 0-16,0 0 0,25 0 0,-25 0 0,24 0 0,-24 0 15,25 0-15,-25 0 16,25 0-16,0 0 0,-25 0 0,25 0 0,-25 0 0,25 0 0,-1 0 15,-24 0-15,25 0 0,-25 0 0,25 0 0,-25 0 0,0 0 0,25 0 16,-25 0-16,0 0 16,0 0-16,25 0 0,-25 0 0,0 0 0,0 0 0,0 0 0,24 0 15,-24 0-15,0 0 0,0 0 0,0-25 0,0 25 0</inkml:trace>
  <inkml:trace contextRef="#ctx0" brushRef="#br0" timeOffset="19613.1218">24085 3845 0,'0'0'0,"0"0"0,0 0 0,0 0 16,0 0-16,0 0 0,0 0 0,0 0 0,0 0 0,0 0 31,0 0-31,0 25 0,0-25 0,0 24 0,0-24 0,-24 25 0,24-25 0,0 25 16,0 0-16,0-25 0,0 25 0,0-1 0,-25 1 0,25-25 0,0 25 15,0 0-15,-25 0 0,25-25 0,0 24 0,0 1 0,-25 0 16,25 0-16,0-25 0,0 25 0,-25-1 0,25-24 15,0 25-15,0-25 16,-24 25-16,24-25 0,0 0 0</inkml:trace>
  <inkml:trace contextRef="#ctx0" brushRef="#br0" timeOffset="20120.1508">25474 4217 0,'0'0'0,"25"0"0,-25-25 16,0 25-16,25 0 0,-25-25 0,0 25 0,25 0 0,-25 0 16,25-25-16,-25 25 0,24-24 0,1 24 0,-25 0 0,25-25 0,-25 25 15,25-25-15,-25 25 0,0 0 0,25-25 0,-25 25 0,0-25 16,24 25-16,-24 0 0,0-24 0,0 24 0,0 0 0,0-25 31,25 25-31,-25 0 0,0 0 0,0 0 0,0 0 0,0 0 0,0 0 16,-25 0-16,25 0 0,0 0 0,0 0 0,0 25 0,0-25 0,0 0 0,0 24 15,-24-24-15,24 0 0,0 25 0,0-25 0,-25 25 0,25 0 16,0-25-16,0 25 0,-25-1 0,25-24 0,0 25 15,0 0-15,-25-25 0,25 25 16,0 0-16,0-1 0,0-24 0,0 25 0,0 0 0,0-25 0,0 25 16,0-25-16,0 25 0,0-25 0,0 0 0,0 24 0,0-24 0,0 0 15,0 0-15,0 0 0</inkml:trace>
  <inkml:trace contextRef="#ctx0" brushRef="#br0" timeOffset="20800.1897">27682 3969 0,'0'0'0,"-25"0"0,25-25 16,0 25-16,0 0 0,-25 0 0,25 0 0,0-25 0,-24 25 15,24 0-15,0 0 0,0 0 0,-25 0 0,25 0 0,0 0 16,-25 0-16,25 0 0,0 0 0,-25 0 0,25 0 0,0 0 16,-25 25-16,25-25 15,-24 0-15,24 25 0,-25-25 0,25 25 0,-25-1 0,0-24 0,25 25 16,-25 0-16,25 0 0,-24-25 0,24 25 0,-25-1 0,25 1 15,0 0-15,-25 0 0,25-25 0,0 25 0,0-1 0,-25-24 0,25 25 16,0 0-16,0-25 0,0 25 0,0-25 0,25 25 16,-25-25-16,0 0 0,0 24 15,0-24-15,0 0 0,25 0 0,-25 0 0,0 0 0,0 0 0,0 0 16,25 0-16,-25 0 0,0 0 0,0 0 0,0 0 0,0 0 15,24-24-15,-24 24 0,0 0 0,0 0 0,0-25 16,0 25-16,0 0 16,0 0-16,0 0 0,0 0 0,-24-25 0,24 25 0,0 0 0,0 0 15,-25 0-15,25 0 0,-25 0 0,25 0 0,0 0 0,-25 25 0,25-25 0,0 0 16,-25 0-16,25 0 0,0 0 0,0 25 0,0-25 0,0 0 15,0 0-15,0 0 16,0 0-16,0 0 0,25 24 0</inkml:trace>
  <inkml:trace contextRef="#ctx0" brushRef="#br0" timeOffset="22121.2652">28550 1811 0,'0'0'0,"-25"-25"16,25 25-16,0 0 0,0 0 0,-24-25 0,24 25 0,0 0 16,-25 0-16,25-25 15,0 25-15,0 0 0,0 0 0,-25 0 0,25 0 0,0 0 0,0 0 16,0 0-16,0 0 0,0 0 0,0 0 0,0 0 0,0 0 0,0 0 15,0 0-15,0 0 0,0 0 0,0 0 0,0 0 0,0 0 16,0 0-16,0 0 0,0 0 0,25 0 0,-25 0 0,0 0 16,0 0-16,0 0 0,0 0 0,25 0 0,-25 0 15,0 0-15,24 0 16,-24 0-16,25 0 0,-25 0 0,0 25 0,25-25 0,0 0 0,-25 0 31,25 0-31,-25 0 0,24 0 0,1 0 0,0 25 0,-25-25 0,25 0 0,0 0 0,-25 0 0,24 0 0,1 0 0,-25 25 16,25-25-16,-25 0 0,0 0 0,25 0 0,-25 0 0,0 0 15,0 0-15,0 0 0,0 0 0,0 0 0,0 0 0,0 0 0,0 0 16,0 0-16,0 0 0,0 0 15,0 0-15,0 0 0,0 0 0,0 0 0,0 0 0,0 0 16,0 0-16,0 0 0,-25 0 0,25 25 0,0-25 0,0 0 0,0 0 16,0 0-16,0 0 0,0 24 0,0-24 0,-25 0 15,25 0-15,0 25 0,0-25 0,0 0 0,0 25 0,-25-25 0,25 0 16,0 25-16,0-25 0,0 25 0,0-25 0,-24 24 15,24-24-15,0 25 0,0-25 0,-25 25 16,25-25-16,0 25 0,0 0 0,-25-1 0,25-24 0,0 25 0,0 0 0,-25 0 16,25-25-16,0 25 0,0-1 0,-25 1 0,25 0 15,0 0 1,0 0-16,0-1 0,0 1 0,-24-25 0,24 25 0,0 0 0,0 0 0,-25-25 15,25 24-15,0 1 0,0 0 0,0-25 0,-25 25 0,25 0 0,0-25 16,0 24-16,-25 1 0,25 0 0,0-25 0,-25 25 0,25 0 16,0 0-16,0-25 31,0 24-31,-24 1 0,24 0 0,0-25 0,0 25 0,0 0 0,0-25 0,-25 24 0,25 1 0,0 0 0,0-25 15,0 25-15,0 0 0,0-25 0,0 24 0,-25-24 0,25 25 16,0 0-16,0-25 0,0 25 0,0 0 0,-25-25 0,25 24 0,0 1 16,0-25-16,0 25 0,-25 0 0,25-25 0,0 25 0,0-1 15,-24-24-15,24 25 0,0-25 0,0 25 0,0-25 0,0 25 16,-25 0-16,25-25 0,0 24 0,0-24 0,0 25 15,0 0-15,0-25 0,0 25 16,0 0-16,0-25 0,-25 24 0,25-24 0,0 25 0,0 0 0,0-25 0,0 25 16,0-25-16,0 25 0,0-25 0,0 24 0,0-24 0,0 0 15,0 25-15,0-25 16,-25 25-16,25-25 0,0 0 0,0 25 0,0-25 0,0 25 15,-25-25-15,25 25 0,0-25 0,0 24 0,0-24 0,0 25 0,-24-25 16,24 0-16,0 25 0,0-25 0,0 0 0,0 25 0,0-25 16,0 0-16,0 0 0,0 25 0,0-25 0,0 0 15,0 0-15,0 0 0,0 0 16,0 0-16,0 24 0,0-24 0,0 0 0,0 0 0,0 0 15,0 0-15,0 0 0,0 0 0,0 0 0,0 0 0,0 0 0,0 0 0,-25 25 16,25-25-16,0 0 0,0 0 0,0 0 0,0 0 16,0 0-16,-25 25 0,25-25 0,0 0 0,-25 0 15,25 0-15,-25 0 0,1 0 0,24 0 16,-25 0-16,0 25 0,0-25 0,0 0 0,0 0 0,-24 0 0,24 0 15,0 0-15,0 0 0,-24 0 0,24 0 0,0 25 0,-24-25 16,24 0-16,0 0 16</inkml:trace>
  <inkml:trace contextRef="#ctx0" brushRef="#br0" timeOffset="26712.5278">1960 5978 0,'0'0'0,"0"25"0,0-25 16,0 25-16,0-25 0,0 24 0,0-24 0,0 25 0,0-25 16,0 25-1,0-25-15,0 25 0,0-25 0,0 25 0,0-25 0,0 24 0,24-24 0,-24 25 0,0-25 0,0 25 16,0-25-16,0 25 0,0-25 0,0 0 0,0 25 0,0-25 15,0 24-15,0-24 16,0 25-16,0-25 0,0 0 0,0 25 0,0-25 0,0 25 0,0-25 16,0 0-16,0 25 0,0-25 0,0 24 0,0-24 0,0 0 0,0 25 0,0-25 15,0 0-15,0 0 16,0 25-16,0-25 0,0 0 0,0 0 0,0 25 0,0-25 15,0 0-15,0 0 0,0 0 0,0 25 0,0-25 0,0 0 0,0 0 16,0 0-16,0 0 0,0 0 0,0 0 0,0 0 0,0 24 0,25-24 16,-25 0-16,0 0 0,0 0 0,0 0 0,0 0 0,0 0 15,0 0-15,0 0 0,0 0 0,0 0 0,0 0 16,0 0-16,0 0 15,0 0-15,0 0 0,0 0 0,25 0 0,-25 0 0,0 0 32,0 0-32,0 0 0,0 0 0,0 0 0,0 0 0,0 0 15,0 0-15,25 0 0,-25 0 0,0 0 0,0 25 0,0-25 0,0 0 0,0 0 0,0 0 0,0 0 0,0 0 0,0 0 0,0 0 0,0 0 16,0 0-16,0 0 0,0 0 0,0 0 0,0 0 15,0 0-15,25 0 0</inkml:trace>
  <inkml:trace contextRef="#ctx0" brushRef="#br0" timeOffset="27364.5651">2480 6276 0,'-24'0'0,"24"-25"0,-25 25 15,25 0-15,0 0 0,-25-25 0,25 25 0,-25 0 0,25 0 16,0 0-16,-25 0 0,25 0 0,0 0 0,0-25 0,-24 25 0,24 25 31,0-25-31,0 0 0,-25 0 0,25 0 0,0 0 0,0 0 0,0 0 0,-25 25 0,25-25 0,0 0 16,0 25-16,0-25 0,0 24 0,-25-24 0,25 0 0,0 25 15,0-25 1,0 25-16,0-25 0,0 0 0,0 25 0,0-25 0,25 25 0,-25-25 0,0 24 0,0-24 16,0 0-16,0 25 0,25-25 0,-25 25 0,0-25 0,0 0 15,0 25-15,25-25 0,-25 0 0,0 0 0,24 25 0,-24-25 0,0 0 16,0 0-1,25 0-15,-25 0 0,25 0 0,-25 0 0,0 0 0,25 0 0,-25 0 16,0 0-16,25 0 0,-25 0 0,0 0 0,24-25 0,-24 25 0,0 0 0,25 0 16,-25-25-16,0 25 0,0 0 0,0-25 0,25 25 0,-25 0 15,0 0-15,0-25 0,0 25 0,0 0 0,0-24 16,0 24-16,0-25 15,0 25-15,0 0 0,0-25 0,0 25 0,0 0 0,-25-25 0,25 25 16,0 0-16,0 0 0,0-25 0,0 25 0,0 0 0,0 0 0,0 0 16,0 0-16,0-24 0,0 24 0,-25 0 0,25 0 0,0 0 15,0 24-15,0-24 16,0 0-16,0 0 0,0 0 0,0 25 0,0-25 0,0 0 0,0 25 15,0-25-15,0 0 0,0 25 0,0-25 0,0 25 0,0-25 16,25 24-16,-25-24 0,0 25 0,0-25 0,0 0 0,0 25 0,0-25 16,0 25-1,0-25-15,0 0 0,0 25 0,0-25 0,0 0 0,25 24 0,-25-24 0,0 0 0,0 0 0,0 0 16,25 25-16,-25-25 0,0 0 0,0 0 0,0 0 0,25-25 15,-25 25 1,0 0-16,0 0 0,24 0 0,-24 0 0,0-24 0,0 24 0,25 0 0,-25-25 0,0 25 0,0 0 16,25-25-16,-25 25 15,0 0-15</inkml:trace>
  <inkml:trace contextRef="#ctx0" brushRef="#br0" timeOffset="27636.5807">2654 6375 0,'0'0'0,"0"-25"0,-25 25 0,25-25 0,0 25 0,0-25 15,0 25-15,0-24 0,0 24 0,-25 0 16,25-25-16,0 25 0,0 0 0,0 0 0,0 0 0,0-25 0,0 25 16,0 0-16,0 25 0,0-25 0,0 0 0,0 0 0,0 0 15,0 25-15,0-25 0,0 24 0,0-24 0,0 25 16,0 0-16,25-25 15,-25 25-15,0 0 0,0-25 0,0 24 0,0 1 0,0 0 0,25-25 0,-25 25 16,0 0-16,0-1 0,0 1 0,0-25 0,0 25 0,25 0 0,-25 0 16,0-25-16,0 24 0,0 1 0,0-25 0,0 25 0,0-25 15,0 25 1,0 0-16,0-25 0,0 24 0,0-24 0,0 25 0,0-25 0,0 25 15,25-25-15,-25 0 0,0 25 0,0-25 0,0 25 0,0-25 0,0 0 16,0 0-16,0 25 0,0-25 0,0 0 0,0 0 0,0 0 0,0 0 16,0 0-16,0 0 15,0 0-15,0 0 0,0 0 0,0 0 0,0 0 0,0 0 16,0-25-16,0 25 0,0 0 0,0-25 0</inkml:trace>
  <inkml:trace contextRef="#ctx0" brushRef="#br0" timeOffset="27913.5965">2654 6325 0,'0'0'0,"0"-25"16,0 25-16,0 0 0,0 0 0,25-24 0,-25 24 15,0 0-15,0-25 16,25 25-16,-25 0 0,25-25 0,-25 25 0,0 0 0,24 0 0,-24-25 15,25 25-15,-25 0 0,25 0 0,-25 0 0,25 0 0,-25 0 0,0 0 16,25 0-16,-25 0 0,0 25 0,24-25 0,-24 0 0,0 25 16,0-25-16,0 25 0,25-25 15,-25 24-15,0-24 0,0 25 0,-25-25 0,25 25 0,0-25 16,0 25-16,0-25 0,0 25 0,0-25 0,-24 24 0,24-24 15,0 0-15,0 25 0,0-25 0,-25 25 0,25-25 0,0 0 0,0 25 16,-25-25-16,25 0 0,0 0 0,0 25 0,-25-25 0,25 0 16,0 0-1,-25 0-15,25 0 0,0 0 0,-24 0 0,24 0 0</inkml:trace>
  <inkml:trace contextRef="#ctx0" brushRef="#br0" timeOffset="28115.6081">2282 6077 0,'0'-25'0,"0"25"0,0 0 0,0-24 0,0 24 16,0 0-16,0 0 0,0-25 0,0 25 16,0 0-16,25 0 0,-25 0 0,0-25 0,25 25 0,-25 0 0,24 0 15,-24 0-15,0 0 0,25 0 0,-25 0 0,25 0 0,-25 0 0,25 25 16,-25-25-16,25 0 0,-25 25 0,0-1 0,24-24 15,-24 25-15,0 0 16,0 0-16,25 0 0,-25-1 0</inkml:trace>
  <inkml:trace contextRef="#ctx0" brushRef="#br0" timeOffset="28281.6176">2580 6896 0,'0'0'16,"0"0"-16,-25 0 0,25 0 0,0 0 0,0 0 15,0 25-15,0-25 0,0-25 16,0 25-16,0 0 0,0 0 0,0 0 0,0 0 0,0 0 0,0 0 15,25 0-15,-25-25 0,24 25 0,-24 0 0,25-25 0</inkml:trace>
  <inkml:trace contextRef="#ctx0" brushRef="#br0" timeOffset="28799.6472">3274 5978 0,'0'-25'0,"0"25"16,0 0-16,0-25 0,0 25 0,0 0 0,0 0 0,0 0 16,0 0-16,0 0 0,0 25 0,0-25 0,0 0 0,0 25 15,0-25-15,0 25 0,0 0 0,0-1 0,0 1 0,0 0 16,25 0-16,-25 0 0,0-1 0,0 1 15,0 0-15,0 0 0,0 0 0,0-1 16,0 1-16,0 0 0,0 0 0,0 0 0,0-1 16,0-24-16,0 25 0,0 0 0,0-25 0,0 25 0,0-25 0,0 25 0,0-25 15,0 24-15,0-24 0,0 0 0,0 25 0,0-25 0,0 0 16,0 0-16,0 0 0,0 0 0,0 0 0,0 0 15,0-25-15,25 25 16,-25 0-16,0 0 0,0-24 0,0 24 0,0 0 0,0-25 0,0 25 16,0-25-16,25 25 0,-25-25 0,0 25 0,0-25 0,24 25 0,-24-24 15,0 24-15,0 0 0,25-25 0,-25 25 0,0 0 0,0 0 16,25 0-16,-25 0 0,0 0 0,0 0 0,25 0 15,-25 0-15,0 0 16,25 25-16,-25-25 0,0 0 0,0 24 0,24-24 0,-24 25 16,0-25-16,0 0 0,0 25 0,0-25 0,0 25 0,25-25 15,-25 25-15,0-25 0,0 24 0,0-24 0,-25 25 0,25-25 0,0 25 16,0-25-16,0 0 0,0 25 0,0-25 0,-24 0 0,24 0 15,0 25-15,0-25 0,0 0 0,-25 0 0,25 0 16,0 0-16,0 0 0,-25 0 0,25 0 16,0 0-16,0 0 0,-25 0 0,25-25 0,0 25 0,0 0 0,0-25 0,0 25 15,0 0-15,0-25 0,0 25 0,0-25 0,0 25 16,0-24-16,0 24 15,25-25-15,-25 25 0,0 0 0</inkml:trace>
  <inkml:trace contextRef="#ctx0" brushRef="#br0" timeOffset="29318.6769">3870 6300 0,'0'0'0,"-25"0"16,25-24-16,0 24 0,0 0 0,-25 0 0,25-25 0,0 25 0,-25 0 15,25 0-15,0 0 0,-25-25 0,25 25 16,0 0-16,-24 0 0,24 0 0,0 0 15,-25 0-15,25 0 0,0 0 0,-25 0 0,25 0 16,0 0-16,-25 0 0,25 0 0,0 25 0,0-25 0,-25 0 16,25 25-16,0-25 0,0 24 0,-25-24 0,25 25 0,0-25 0,0 25 15,0-25-15,0 25 0,0-25 0,0 25 0,0-25 0,0 24 16,0-24-16,25 25 0,-25-25 0,0 25 0,0-25 0,0 25 15,25-25-15,-25 25 0,0-25 16,0 0-16,25 0 0,-25 24 0,0-24 0,25 0 16,-25 0-16,25 0 0,-25 0 0,0 0 0,24 0 0,-24 0 0,25 0 15,-25 0-15,25-24 0,-25 24 0,0 0 0,25 0 0,-25-25 16,0 25-16,25 0 0,-25-25 0,0 25 0,24-25 0,-24 25 15,0 0 1,0-25-16,0 25 0,0-24 0,0 24 0,0-25 0,0 25 0,0-25 0,0 25 0,0-25 0,0 25 16,0-25-16,0 25 0,0-24 0,0 24 0,-24 0 15,24 0-15,0-25 16,0 25-16,0 0 0,0 0 0,0 0 0,0 0 0,0 0 15,0 0-15,0 0 0,0 25 0,0-25 0,0 0 0,0 0 0,0 24 16,0-24-16,0 25 0,0-25 0,0 25 0,0-25 0,0 25 0,0-25 16,0 25-16,24-25 0,-24 24 15,0-24-15,0 25 0,0-25 0,0 25 16,0-25-16,0 0 0,25 25 0,-25-25 0,0 0 0,0 25 0,25-25 15,-25 0-15,0 0 0,0 0 0,25 0 0,-25 0 0,0 0 0,25 0 16,-25 0-16,0 0 0,24 0 0,-24 0 0,0-25 0,25 25 16,-25 0-16,0-25 0,25 25 15,-25-25-15,0 25 0,0-25 0</inkml:trace>
  <inkml:trace contextRef="#ctx0" brushRef="#br0" timeOffset="29689.6981">4093 6251 0,'0'0'0,"0"0"16,0 0-16,0 0 0,0 0 0,0 0 0,0 0 0,0 0 16,0 0-16,0 0 0,0 0 0,0 25 0,0-25 15,0 0-15,0 24 0,0-24 16,0 25-16,0-25 0,0 25 0,0-25 0,0 25 15,0-25-15,0 0 0,0 25 0,0-25 0,0 24 0,0-24 0,0 25 16,0-25-16,0 25 0,0-25 0,0 0 0,0 25 0,0-25 0,0 0 16,0 0-16,0 25 0,0-25 0,0 0 15,0 0-15,0 0 0,0 0 0,0 0 0,0 0 0,0 0 16,0 0-16,0 0 0,25 0 0,-25 0 0,0-25 0,0 25 15,0 0-15,0 0 0,24-25 0,-24 25 0,0-25 16,0 25-16,25-25 0,-25 25 16,0-24-16,0 24 0,25-25 0,-25 25 0,0-25 0,25 25 0,-25-25 15,0 25-15,25 0 0,-25-25 0,0 25 0,0 0 0,24 0 0,-24 0 16,0 0-16,0 0 0,25 0 0,-25 0 0,0 25 15,0-25-15,0 0 0,0 25 0,25-25 16,-25 25-16,0-25 0,0 0 0,0 25 16,0-1-16,0-24 15,0 25-15,0-25 0,0 25 0,0-25 0,0 0 0,25 25 0,-25-25 0,0 25 0,0-25 16,0 0-16,0 24 0,25-24 0,-25 0 0,0 0 0,0 25 0,24-25 0,-24 0 15,25 0-15,-25 0 0,0 0 0,25 0 0,-25 0 16,25 0-16,0 0 0,-25-25 16,24 25-16,-24 0 0</inkml:trace>
  <inkml:trace contextRef="#ctx0" brushRef="#br0" timeOffset="30138.7238">4663 6300 0,'-25'0'0,"25"0"0,0-24 0,0 24 16,0 0-16,0-25 0,-24 25 0,24 0 0,0 0 0,0 0 0,0 0 0,0 0 0,-25 25 15,25-25-15,0 0 0,0 0 0,0 24 0,0-24 16,0 25-16,0-25 0,0 25 15,-25-25-15,25 25 0,0-25 0,0 25 0,0-25 0,25 24 0,-25-24 16,0 25-16,0-25 0,0 0 0,0 25 0,0-25 0,0 0 31,0 25-31,0-25 0,0 0 0,0 0 0,0 0 0,25 0 0,-25 0 0,0 25 0,0-25 0,0-25 0,0 25 16,24 0-16,-24 0 0,0 0 0,0 0 0,0 0 15,25-25-15,-25 25 16,0 0-16,0-25 0,0 25 0,25 0 0,-25-25 0,0 25 0,0 0 16,0-24-16,25 24 0,-25 0 0,0-25 0,0 25 0,0 0 15,0 0-15,0 0 0,0 0 0,0 0 0,0 0 0,0 0 0,0 0 16,0 0-16,25 25 0,-25-25 0,0 24 0,0-24 0,0 25 15,0 0 1,0 0-16,0-25 0,0 25 0,0-1 0,0 1 0,0 0 16,24 0-16,-24 0 0,0-25 0,0 24 0,0 1 0,0 0 0,0-25 0,0 25 0,0 0 15,0-25-15,0 24 0,0-24 0,0 0 0,0 25 0,0-25 16,0 0-1,-24 25-15,24-25 0,0 0 0,0 0 0,0 0 0,0 0 0,-25 0 16,25 0-16,0 0 0,-25 0 0,25 0 0,0 0 0,-25 0 16,25 0-16,0 0 0,-25 0 0,25 0 15,-24-25-15,24 25 0,0 0 0,-25 0 0,25-25 0,0 25 0,-25 0 0,25-24 16,0 24-1,-25 0-15,25-25 0,0 25 0,-25-25 0,25 0 0,0 25 0</inkml:trace>
  <inkml:trace contextRef="#ctx0" brushRef="#br0" timeOffset="30369.737">4291 5631 0,'25'-25'0,"-25"25"15,0 0-15,0 0 0,25-25 0,-25 25 0,0 0 0,25 0 0,-25 0 16,24 0-16,-24 0 0,25 0 0,-25 0 0,25 0 0,-25 0 16,25 25-16,-25-25 0,25 25 15,-25-25-15,0 0 0,0 24 0,24 1 0,-24-25 0,-24 25 16,24-25-16,0 25 0,0 0 0,-25-25 0,25 24 0,-25 1 0,0-25 15,0 25-15,25 0 0</inkml:trace>
  <inkml:trace contextRef="#ctx0" brushRef="#br0" timeOffset="33389.9096">9277 5531 0,'0'0'0,"0"0"16,0 0-16,0 0 16,0 0-16,0 0 0,0 0 0,0 25 0,0-25 0,0 0 15,0 0-15,-25 0 0,25 0 0,0 0 0,0 0 0,0 0 16,0 0-16,0 0 0,0 0 0,0 0 0,0 0 0,0 25 15,0-25-15,0 0 0,0 0 0,0 0 0,0 0 0,0 0 0,0 0 16,0 0-16,0 0 0,0 0 0,0 0 0,0 0 16,25 0-16,-25 0 15,0 0-15,0 0 0,0 0 0,0 0 0,0 0 0,0 0 0,0 0 16,0 0-16,0 0 0,0 0 0,0 0 0,0 0 0,0 0 0,0 0 15,0 0-15,0 0 0,-25 0 0,25 0 0,0 0 0,0-25 16,0 25-16,0 0 0,0 0 16,0 0-16,0 0 0,0 0 0,0 0 0,0 0 0,0 0 0,0 0 31,0 0-31,0 0 0,0 0 0,0 0 0,0 0 0,0 0 0,0 0 0,0 0 0,0 0 0,0 0 0,0 0 15,0 0-15,0 0 0,0 0 0,0 0 0,0 0 16,0 0-16,0 0 0,0 0 16,0 0-16,0 0 0,0 0 0,0 0 0,0 0 0,0 0 0,0 0 15,0 0-15,0 0 0,0 0 0,0 0 0,0 0 0,0 0 0,0 0 16,0 0-16,0 0 0,0 0 0,0 0 0,0 0 15,0 0-15,0 0 0,0 0 16,0 0-16,0 0 0,0 0 0,0 0 0,0 0 0,0 0 0,0 0 16,0 0-16,0 0 0,0 0 0,0 0 0,0 0 0,0 0 15,0 0-15,0 0 0,0 0 0,0 0 0,0 0 16,0 0-16,0 0 0,0 0 0,0 0 0,0 0 0,0 0 0,0 25 15,0-25-15,0 0 16,0 0-16,0 0 0,0 0 0,0 0 0,0 0 0,0 0 16,0 0-16,0 0 0,0 0 0,0 0 0,0 0 0,0 0 0,-25 0 0,25 0 15,0 0-15,0 0 0,0 0 0,0 0 0,0 0 0,0 0 16,0 0-16,0 0 31,0 25-31,0-25 0,0 0 0,0 0 0,0 0 0,0 0 0,0 0 0,0 0 0,0 25 0,0-25 0,0 0 0,0 0 0,0 0 31,0 0-31,0 0 0,0 24 0,0-24 0,0 0 0,0 0 0,0 0 0,0 0 0,0 0 0,0 25 0,0-25 16,0 0-16,0 0 0,0 0 0,0 0 0,0 25 15,0-25-15,0 0 0,0 0 16,0 0-16,0 0 0,0 25 0,0-25 0,0 0 0,0 0 0,0 0 16,0 25-16,0-25 0,0 0 0,0 0 0,0 24 0,0-24 0,0 0 15,0 25-15,0-25 0,0 0 0,0 25 0,0-25 0,0 0 16,0 0-16,0 0 0,0 25 0,0-25 0,0 0 15,0 0-15,0 0 0,0 25 16,0-25-16,0 0 0,0 0 0,0 0 0,0 0 16,0 25-16,0-25 0,0 0 0,0 0 0,0 0 0,0 0 0,0 24 15,0-24-15,-24 0 0,24 0 0,0 0 0,0 25 0,0-25 31,0 0-31,0 0 0,0 25 0,0-25 0,0 0 0,0 25 0,0-25 0,0 0 0,-25 25 0,25-25 16,0 0-16,0 24 0,0-24 0,0 0 16,0 25-16,0-25 0,0 0 0,0 0 0,0 25 0,0-25 0,0 0 0,0 25 15,0-25-15,0 0 16,0 25-16,0-25 0,0 0 0,0 24 0,0-24 0,0 0 15,0 0-15,0 25 0,0-25 0,0 0 0,0 25 0,0-25 16,0 0-16,0 25 0,0-25 0,0 0 0,0 25 0,0-25 0,0 0 16,0 24-16,0-24 0,0 0 0,0 25 0,0-25 0,0 25 15,0-25-15,0 0 0,0 25 16,0-25-16,0 25 0,0-25 0,0 0 0,0 24 0,0-24 0,0 0 15,0 25-15,0-25 0,0 0 0,0 25 0,0-25 16,0 25-16,0-25 0,0 0 0,0 25 0,0-25 0,0 0 0,0 24 16,0-24-16,0 0 0,0 25 0,0-25 0,0 25 15,0-25-15,0 25 0,0-25 16,0 0-16,0 25 0,0-25 0,0 24 0,0-24 0,0 25 0,0-25 15,0 0-15,0 25 0,0-25 0,0 25 0,0-25 0,0 25 16,0-25-16,0 0 0,0 24 0,0-24 0,0 25 0,0-25 16,0 0-16,0 25 0,-25-25 15,25 0-15,0 25 0,0-25 0,0 25 16,0-25-16,0 0 0,0 25 0,0-25 0,0 0 0,0 24 0,0-24 15,0 25-15,0-25 0,0 0 0,0 25 0,0-25 0,0 0 0,0 25 0,0-25 16,0 0-16,0 25 0,0-25 0,0 24 16,0-24-16,0 0 0,0 25 0,0-25 0,0 0 15,0 25-15,0-25 0,0 25 0,0-25 0,-25 0 0,25 25 0,0-25 16,0 24-16,0-24 0,0 0 0,0 25 0,0-25 15,0 0-15,0 25 0,0-25 0,0 0 0,0 25 0,0-25 16,0 25 15,0-25-31,0 24 0,0-24 0,25 25 0,-25-25 0,0 0 0,0 25 0,-25-25 0,25 25 16,0-25-16,0 0 0,0 25 0,0-25 0,0 0 0,0 24 0,0-24 15,0 0-15,0 25 0,0-25 0,0 0 0,0 25 0,-25-25 0,25 0 0,0 25 16,0-25-16,0 0 0,0 25 0,0-25 0,0 0 0,0 24 16,0-24-16,-24 0 0,24 25 0,0-25 0,0 25 0,0-25 15,0 0-15,0 25 0,0-25 0,0 0 0,0 25 0,0-25 16,0 24-16,0-24 15,0 0-15,0 25 0,0-25 0,0 0 0,0 25 0,0-25 16,0 0-16,0 25 0,0-25 0,0 25 0,0-25 0,0 24 0,-25-24 0,25 0 16,0 25-16,0-25 0,0 25 0,0-25 0,0 25 0,0-25 15,0 25-15,0-25 0,0 24 0,0-24 0,0 25 16,0-25-16,0 0 15,0 25-15,0-25 0,0 25 0,0-25 0,0 25 0,0-25 0,0 25 16,0-1-16,0-24 0,0 25 0,0 0 0,0-25 0,0 25 16,0-25-16,0 25 0,0-25 0,0 24 0,0-24 0,0 25 15,0 0-15,0-25 0,0 25 0,0 0 16,0-25-16,0 24 0,0 1 0,0 0 0,-25-25 0,25 25 15,0 0-15,0-25 0,0 24 0,0 1 0,0-25 0,0 25 16,0 0-16,0-25 0,0 25 0,0-1 0,0-24 0,0 25 16,0 0-16,0 0 0,0-25 15,0 25-15,0-1 0,0-24 0,0 25 0,0-25 16,0 25-16,0-25 0,0 25 0,0 0 0,0-1 0,0-24 15,0 25-15,0 0 0,0-25 0,0 25 0,0 0 0,0-1 0,0-24 0,0 25 16,0 0-16,0-25 0,0 25 0,0 0 0,0-25 16,0 25-16,0-1 15,0 1-15,0-25 0,25 25 0,-25 0 0,0 0 0,0-25 16,0 24-16,0 1 0,0-25 0,0 25 0,0-25 0,0 25 0,0-25 0,0 25 15,0-1-15,0-24 0,25 25 0,-25 0 0,0-25 16,0 25-16,0 0 0,24-25 0,-24 24 0,0 1 0,0-25 16,0 25-16,0 0 15,0-25-15,25 25 0,-25-1 0,0-24 0,0 25 0,-25 0 0,25-25 0,0 25 0,0-25 16,0 25-16,0-25 0,0 24 0,0-24 0,0 25 15,-24-25-15,24 25 16,0-25-16,0 0 0,0 25 0,0-25 0,0 0 0,0 25 0,0-25 16,-25 0-16,25 24 0,0-24 0,0 25 0,0-25 0,0 0 0,0 25 15,0-25-15,0 25 0,0-25 0,0 0 0,0 25 0,0-25 16,0 24-16,0-24 15,0 25-15,0 0 0,0-25 0,0 25 0,0-25 0,0 25 16,0-25-16,0 25 0,0-1 0,0-24 0,0 25 0,0-25 0,0 0 0,0 25 16,0-25-16,0 25 0,0-25 0,0 0 0,0 25 0,0-25 15,0 0-15,0 24 0,0-24 0,0 0 0,0 25 16,0-25-16,0 0 15,0 25-15,0-25 0,0 25 0,0-25 0,0 25 0,-25-25 0,25 24 0,0-24 16,0 25-16,0-25 0,0 25 0,0-25 0,0 25 0,0-25 16,0 25-16,0-1 0,0-24 0,0 25 0,0-25 0,0 25 15,0 0 1,0-25-16,0 25 0,0-1 0,0-24 0,0 25 0,0 0 0,0-25 0,0 25 15,0-25-15,0 25 0,0-1 0,0-24 0,0 25 0,0 0 16,25-25-16,-25 25 0,0 0 0,0-25 0,0 24 0,0 1 31,0-25-31,0 25 0,0 0 0,0-25 0,0 25 0,0-1 0,0 1 0,0-25 0,-25 25 0,25 0 0,0-25 16,0 25-16,0-25 0,0 24 0,-25-24 0,25 25 15,0 0-15,0-25 0,0 25 16,0-25-16,0 25 0,-25-25 0,25 25 0,0-25 0,0 24 0,0-24 0,0 25 16,0-25-16,0 25 0,-25 0 0,25-25 0,0 25 15,0-25-15,0 24 0,0-24 0,0 25 0,0 0 0,0-25 16,0 25-16,0 0 0,0-25 15,0 24-15,0 1 0,0-25 0,0 25 0,0 0 0,0-25 0,0 25 0,0-25 16,0 24-16,0-24 0,0 25 16,0-25-16,0 25 0,0-25 0,0 25 0,0-25 15,0 25-15,0-25 0,0 24 0,0-24 0,0 25 0,0-25 0,0 25 16,25-25-16,-25 0 0,0 25 0,0-25 0,0 25 0,0-25 0,0 24 15,0-24-15,0 0 16,0 25-16,0-25 0,0 0 0,0 25 0,0-25 0,0 0 16,0 25-1,0-25-15,0 0 0,0 25 0,0-25 0,0 0 0,0 0 0,0 24 0,0-24 0,0 0 0,0 0 16,0 0-16,0 0 0,0 0 0</inkml:trace>
  <inkml:trace contextRef="#ctx0" brushRef="#br0" timeOffset="35722.043">5804 6648 0,'0'0'0,"0"0"15,0 0-15,0 0 0,0 0 0,0 0 0,0 0 0,0 0 0,0 0 16,0 0-16,0 0 0,0 0 0,0 0 0,0 0 0,0 0 0,0 0 15,0 0-15,0 0 16,0 0-16,0 0 0,0 0 0,25 0 0,-25 0 0,0 0 0,0 0 16,0 0-16,0 0 0,0 0 0,25 0 0,-25 0 0,0 24 0,0-24 31,25 0-31,-25 0 0,0 0 0,25 0 0,-25 0 0,0 0 0,24 0 0,-24 0 0,25 0 0,-25 0 15,25 0-15,-25 0 0,25 0 0,-25 0 0,25 0 0,-25 0 16,24 0-16,-24 0 0,25 0 16,0 0-16,-25 0 0,25 0 0,-25 0 0,25 0 0,-25 0 15,24 0-15,1 0 0,-25 0 0,25 0 0,-25 0 0,25 0 16,0 0-16,-25 0 0,24 0 0,-24 0 0,25 0 0,0 0 0,-25 0 15,25 0-15,0 0 0,-25 0 0,24 0 0,-24 0 16,25 0-16,-25 0 16,25 0-16,0 0 0,-25 0 0,25 0 0,-25 0 0,24 0 0,-24 0 0,25 0 15,0 0-15,-25 0 0,25 0 0,-25 0 0,25 0 16,-25 0-16,24 0 0,1 0 0,-25 0 0,25 0 0,-25 0 15,25 0-15,0 0 16,-25 0-16,24 0 16,1 0-16,0 0 0,-25 0 0,25 0 0,0 0 0,0 0 0,-25 0 0,24 0 0,1 0 0,0 0 0,-25 0 0,25 0 0,0 0 15,-1 0-15,-24 0 0,25 0 0,0 0 16,0 0-16,-25 0 0,25 0 0,-1 0 15,1 0-15,-25 0 0,25 0 0,0 0 0,0 0 0,-1 0 16,-24 0-16,25 0 0,0 0 0,0 0 0,0 0 0,-25 0 16,24 0-16,1 0 0,0 0 0,0 0 0,0 0 0,-1 0 0,1 0 15,0 0-15,-25 0 0,25 0 0,0 0 0,-1 0 0,1 0 16,0-24-1,-25 24-15,25 0 0,0 0 0,-1 0 0,1 0 0,0 0 0,-25 0 0,25 0 16,0 0-16,-1 0 0,-24 0 0,25 0 0,0 0 0,-25 0 16,25 0-16,0 0 0,-25 0 0,25 0 0,-1 0 0,1 0 15,-25 0-15,25 0 0,0 0 16,-25 0-16,25 0 0,-1 0 0,-24 0 0,25 0 0,0 0 15,-25 0-15,25 0 0,-25-25 0,25 25 0,-1 0 0,-24 0 0,25 0 16,0 0-16,-25 0 0,25 0 0,0 0 0,-25 0 16,24 0-16,1 0 0,-25 0 0,25 0 15,0 0-15,-25 0 0,25 0 0,-1 0 16,-24 0-16,25 0 0,0 0 0,0 0 0,-25 0 0,25 0 0,-1 0 15,-24 0-15,25 0 0,0 0 0,-25 0 0,25 0 0,0 0 0,-25 0 16,24 0 0,-24 0-16,25 0 0,0 0 0,-25 0 0,25 0 0,-25 0 15,25 0-15,-25 0 0,24 0 0,1 0 0,-25 0 0,25 0 0,-25 0 16,25 0-16,0 0 0,-25 0 0,25 0 0,-1 0 0,-24 0 0,25 0 0,0 0 15,0 0-15,-25 0 0,25 0 16,-1 0-16,1 0 0,-25 0 0,25 0 0,0 0 0,-25 0 16,25 0-16,-1 0 0,1 0 0,-25 0 0,25 0 0,0 0 15,0 0-15,-25 0 0,24 0 0,1 0 0,-25 0 0,25 0 16,0 0-16,-25 0 0,25 0 0,-1 0 0,1 0 0,-25 0 15,25 0 1,0 0-16,-25 0 0,25 0 0,-25 0 0,24 0 0,1 0 0,-25 0 16,25 0-16,0 0 0,-25 0 0,25 0 0,-25 0 0,24-25 0,1 25 15,-25 0-15,25 0 0,-25 0 0,25 0 0,-25 0 0,25 0 16,-25 0-16,24 0 0,-24 0 15,0 0-15,25 0 0,-25 0 0,0-25 0,25 25 16,-25 0-16,0 0 0,0 0 0,25 0 0,-25 0 0,25 0 0,-25 0 0,0 0 16,25 0-16,-25 0 0,24 0 0,-24 0 0,25-25 0,-25 25 15,25 0-15,-25 0 0,25 0 0,-25 0 16,25 0-16,-25 0 0,24 0 0,-24 0 15,25 0-15,0 0 0,-25 0 0,25 0 0,0 0 0,-25 0 16,24 0-16,1 0 0,-25 0 0,25 0 0,0 0 0,0 0 0,-25 0 16,24 0-16,1 0 0,0 0 0,0 0 0,0 0 0,-25 0 15,24 0-15,1 0 0,0 0 16,0 0-16,0 0 0,-25 0 0,24 0 0,1 0 0,0 0 15,0 0-15,-25 0 0,25 0 0,-1 0 0,1 0 0,0 0 16,-25 0-16,25 0 0,0 0 0,-1 0 0,-24 0 0,25 0 16,0 0-16,0 0 0,0 0 0,-25 0 0,24 0 0,1 0 15,0 0-15,0 0 16,0 0-16,-25 0 0,25 0 0,-1 0 0,1 0 0,0 25 31,-25-25-31,25 0 0,0 0 0,-1 0 0,-24 0 0,25 0 0,0 0 0,-25 0 0,25 0 0,0 0 0,-1 0 0,1 0 0,-25 0 0,25 0 16,0 0-16,0 0 0,-1 0 0,-24 0 15,25 0-15,0 0 0,0 0 0,0 0 0,-1 0 16,1 0-16,-25 0 0,25 0 0,0 0 0,0 0 0,-1 0 0,1 0 15,0 0-15,0 0 0,-25 0 0,25 0 0,-1 0 0,1 0 16,0 0-16,0 0 16,0 0-16,-1 0 0,1 0 0,0 0 0,0 0 0,0 0 15,-25 0-15,25 0 0,-1 0 0,1 0 0,0 0 0,-25 0 0,25 0 16,0 0-16,-1 0 0,1 0 0,-25 25 0,25-25 0,0 0 15,0 0-15,-25 0 0,24 0 0,1 0 16,0 0-16,-25 0 0,25 0 0,0 0 16,-1 0-16,-24-25 0,25 25 0,0 0 0,0 0 0,0 0 0,-1 0 0,1 0 15,-25 0-15,25 0 0,0 0 0,0 0 0,-1 0 0,1 0 16,0 0-16,0 0 0,0 0 15,-1 0-15,-24 0 0,25 0 0,0 0 0,0 0 0,-25 0 16,25 0-16,-1 0 0,-24 0 0,25 0 0,-25 0 0,25 0 16,-25 0-16,25 0 0,-25 0 0,25 0 0,-25 0 0,0 0 0,25 0 15,-25 0-15,0 0 0,0 0 0,24 0 0,-24 0 16,0 0-16,0 0 15,0 0-15,25 0 0,-25 0 0,0 0 0,0 0 0,0 0 0,0 0 16,0-25-16,-25 25 0,25 0 0,0 0 0,-24-24 0,24 24 16</inkml:trace>
  <inkml:trace contextRef="#ctx0" brushRef="#br0" timeOffset="36688.0983">6524 5631 0,'0'0'0,"0"0"16,0 0-16,0 0 0,0 0 0,0 0 0,0 0 0,0 0 15,0 24-15,0-24 16,0 0-16,0 0 0,0 0 0,0 0 0,0 0 0,0 25 15,0-25-15,0 0 0,-25 0 0,25 25 0,0-25 0,0 25 0,0-25 0,0 25 16,-25-25-16,25 24 0,0 1 0,0 0 0,0-25 16,-25 25-16,25 0 0,0 0 15,0-1-15,0 1 0,-25-25 0,25 25 0,0 0 0,0 0 16,-24-1-16,24-24 0,0 25 0,0 0 0,0-25 0,0 25 0,-25-25 0,25 25 15,0-25-15,0 24 0,0-24 0,0 0 16,-25 25-16,25-25 0,0 0 16,0 0-16,0 0 0,0 0 0,0 0 0,0 0 0,0 0 15,0-25-15,0 25 0,0 0 0,0 0 0,0-24 0,0 24 0,0-25 16,0 25-16,0-25 0,0 0 0,0 25 0,25-25 0</inkml:trace>
  <inkml:trace contextRef="#ctx0" brushRef="#br0" timeOffset="37129.1233">6499 5730 0,'0'0'0,"0"-25"0,0 25 0,25-25 0,-25 25 0,0 0 0,0-25 15,24 25-15,-24 0 0,0 0 0,0 0 0,0 0 0,25-24 0,-25 24 16,0 0-16,0 0 0,25 0 0,-25 24 0,0-24 0,0 0 16,25 0-16,-25 0 15,0 25-15,0-25 0,0 0 0,25 25 0,-25-25 0,0 25 0,0 0 16,0-25-16,0 24 0,0 1 0,0 0 0,0-25 47,0 25-47,0 0 0,0 0 0,0-25 0,24 24 0,-24-24 0,0 25 0,0 0 0,0-25 0,0 0 15,0 25-15,0-25 0,0 25 0,0-25 0,0 0 0,0 0 0,25 24 0,-25-24 0,0 0 0,0 0 0,0 0 0,0 0 0,25 0 0,-25 0 16,0 0-16,0 0 0,25 0 0,-25 0 0,0-24 0,25 24 15,-25 0-15,0 0 0,24-25 0,-24 25 0,25-25 16,-25 25-16,25 0 16,-25-25-16,0 25 0,25-25 0,-25 1 0,0 24 0,0-25 0,25 25 0,-25-25 15,0 25-15,0-25 0,0 25 0,0-25 0,0 25 0,25-25 16,-25 25-16,0 0 0,0 0 0,0-24 0,0 24 15,0 0-15,0 0 0,0 0 0,-25 24 16,25-24-16,0 0 0,0 25 0,0-25 0,0 25 0,0-25 0,0 25 16,0 0-16,-25-25 0,25 25 0,0-1 0,0 1 15,0-25-15,0 25 0,0 0 0,0 0 0,-25-1 0,25-24 16,0 25-16,0 0 15,0-25-15,0 25 0,0-25 0,0 25 0,25-25 0,-25 0 0,0 24 16,0-24-16,0 0 0,0 25 0,25-25 0,-25 0 0,25 0 0,-25 0 0,24 0 16,-24 0-16,25 0 0,-25 0 0,25-25 0,0 25 15,-25 0-15,25-24 16,-1 24-16,1-25 0,-25 25 0</inkml:trace>
  <inkml:trace contextRef="#ctx0" brushRef="#br0" timeOffset="37544.1472">7243 5978 0,'0'0'0,"0"0"0,0 0 0,0-25 0,0 25 15,0 0-15,-25-25 0,25 25 0,0 0 0,0 0 0,-25 0 0,25 0 16,0-24-1,0 24-15,-24 0 0,24 0 0,0 0 0,-25 0 0,25 0 0,0 24 16,-25-24-16,25 0 0,0 0 0,-25 25 0,25-25 0,-25 25 16,25-25-16,0 25 0,-24-25 0,24 25 0,0-1 0,-25-24 0,25 25 15,0-25-15,0 25 0,-25 0 0,25-25 0,0 25 0,0-25 0,0 0 31,0 24-31,0-24 0,0 25 0,25-25 0,-25 0 0,0 0 0,0 25 0,25-25 0,-25 0 0,0 0 16,24 0-16,-24 0 0,0 0 0,25 0 16,-25 0-16,25 0 0,-25 0 0,0 0 0,25 0 15,-25 0-15,25-25 0,-25 25 0,24 0 0,-24 0 0,0-25 0,25 25 16,-25 0-16,0-24 0,25 24 15,-25-25-15,0 25 0,0 0 0,25-25 0,-25 25 0,0 0 0,0-25 16,0 25-16,0 0 0,0-25 0,0 25 0,0 0 0,0 0 16,0 0-16,0 0 0,0 0 0,0 0 0,0 0 0,0 0 15,0 25-15,-25-25 16,25 0-16,0 25 0,0-25 0,0 25 0,0-25 0,0 25 0,0-1 0,0-24 15,-25 25-15,25 0 0,0-25 0,0 25 0,0 0 16,0-25-16,25 24 0,-25-24 0,0 25 0,0-25 0,0 0 0,0 25 16,25-25-16,-25 0 15,0 0-15,0 0 0,25 0 0,-25 0 0,24 0 0,-24 0 0,25 0 16,-25 0-16,25-25 0,-25 25 0,25-25 0,0 25 0,-25-24 0</inkml:trace>
  <inkml:trace contextRef="#ctx0" brushRef="#br0" timeOffset="37786.1609">7665 5705 0,'0'-25'0,"0"25"0,0 0 16,0 0-16,0 0 16,0 0-16,0 0 0,0 0 0,0 25 0,0-25 0,0 0 15,0 25-15,0 0 0,0-25 0,0 24 0,-25 1 0,25 0 16,0-25-16,0 25 0,0 0 0,0 0 0,0-1 0,0 1 0,0 0 15,0 0-15,0 0 0,0-1 0,0 1 0,0 0 0,0 0 16,0 0-16,0-1 16,0-24-16,25 25 0,-25 0 0,0-25 0,0 25 0,0 0 0,0-25 15,0 0-15,24 24 0,-24-24 0,0 0 0,0 25 0,0-25 0,0 0 16,0 0-16,0 0 0,0-25 0,0 25 15,-24 0-15</inkml:trace>
  <inkml:trace contextRef="#ctx0" brushRef="#br0" timeOffset="37920.1688">7565 6077 0,'0'0'0,"0"-25"0,0 25 0,-24-24 0,24 24 16,24 0-16,-24-25 0,0 25 0,0 0 0,0 0 15,25-25-15,-25 25 0,25 0 0,-25 0 0,25 0 0,0 0 16,-25 0-16,24 0 16,1 0-16,0 0 0,-25 0 0,25 25 0,0-25 0,-1 0 0,-24 0 15,25 25-15,0-25 0,0 0 0,-25 24 0,25-24 0,-25 25 16,24-25-16,-24 0 0</inkml:trace>
  <inkml:trace contextRef="#ctx0" brushRef="#br0" timeOffset="38144.1815">7913 6226 0,'-25'-25'0,"25"25"0,0 0 0,0 0 16,0 0-16,0-25 0,0 25 0,0 0 0,0-24 0,0 24 15,0-25-15,0 25 0,25 0 0,-25-25 0,0 25 0,0-25 16,24 25-16,-24 0 16,0 0-16,25-25 0,-25 25 0,0 0 0,25 0 0,-25 0 0,0 0 0,25 0 0,-25 0 15,0 25-15,0-25 0,0 0 0,25 0 0,-25 25 16,0-25-16,0 25 0,0-25 15,0 25-15,0-25 0,0 24 0,0-24 0,0 25 0,0-25 16,0 25-16,0-25 0,0 25 0,0-25 0,0 25 0,0-25 16,0 24-16,0-24 0,0 25 0,0-25 0,0 25 0,0-25 0,25 0 15,-25 0-15,0 0 16,24 0-16,-24 0 0,0 0 0</inkml:trace>
  <inkml:trace contextRef="#ctx0" brushRef="#br0" timeOffset="38609.2083">8285 6127 0,'0'0'0,"0"-25"16,0 25-16,0-25 0,0 25 0,-25-25 15,25 25-15,0 0 0,0-24 0,0 24 16,-25 0-16,25 0 0,0 0 0,0 0 0,0-25 0,-25 25 0,25 25 16,0-25-16,0 0 0,-24 0 0,24 0 0,0 0 0,0 24 15,-25-24-15,25 0 0,0 25 0,0-25 0,-25 25 0,25-25 16,0 25-1,0-25-15,0 25 0,0-1 0,-25-24 0,25 25 0,0-25 0,0 25 0,0-25 16,0 25-16,0-25 0,0 0 0,0 25 0,0-25 0,0 0 16,0 24-16,0-24 0,0 0 0,25 0 0,-25 0 15,0 0-15,0 25 0,0-25 0,25 0 0,-25 0 0,0 0 0,0-25 16,25 25-16,-25 0 0,24 0 0,-24 0 15,0-24-15,25 24 0,-25 0 0,25 0 0,-25-25 0,25 25 16,-25-25-16,0 25 0,25 0 0,-25-25 0,0 25 0,0-25 16,24 25-16,-24-24 0,0 24 0,0-25 0,0 25 0,0-25 15,0 25-15,0 0 16,0 0-16,0-25 0,0 25 0,0 0 0,0 0 0,0 0 15,0 0-15,0 0 0,0 0 0,0 0 0,0 0 0,0 25 0,0-25 16,0 0-16,0 0 0,0 25 0,-24-25 0,24 25 0,0-25 0,0 24 16,0-24-16,-25 25 0,25-25 0,0 25 0,0-25 15,0 25-15,0-25 0,-25 25 16,25-25-16,0 0 0,0 24 0,0-24 0,0 0 0,0 25 15,0-25-15,0 0 0,0 25 0,25-25 0,-25 0 0,0 0 16,0 0-16,0 0 0,0 0 0,25 0 0,-25 0 0,0 0 16,24 0-16,-24 0 0,0 0 0,25-25 0,-25 25 0</inkml:trace>
  <inkml:trace contextRef="#ctx0" brushRef="#br0" timeOffset="38947.2273">8483 6152 0,'0'0'0,"0"-25"0,0 25 0,0 0 0,0-25 0,0 25 16,0 0-16,0 0 0,0 0 0,0 0 0,0 0 15,0 0-15,0 0 0,0 0 0,0 0 0,0 0 16,0 0-16,0 0 0,-25 25 15,25-25-15,0 0 0,0 0 0,0 25 0,0-25 0,0 0 0,0 24 16,0-24-16,0 25 0,0-25 0,0 25 0,-24-25 0,24 0 0,0 25 16,0-25-16,0 25 0,0-25 0,0 0 0,0 0 15,0 24-15,0-24 0,0 0 0,0 0 0,0 0 0,0 0 16,0 0-16,0 0 0,0 0 0,0 0 15,24 0-15,-24 0 0,0 0 0,25 0 16,-25 0-16,0 0 0,25 0 0,-25-24 0,0 24 0,25 0 16,-25 0-16,25 0 0,-25-25 0,0 25 0,24 0 0,-24 0 0,0 0 0,0-25 15,25 25-15,-25 0 0,0 0 0,0 0 0,0 0 16,0 0-16,0 0 15,0 0-15,0 25 0,0-25 0,0 0 0,0 0 0,0 25 16,0-25-16,0 0 0,0 24 0,0-24 0,25 0 0,-25 0 0,0 25 0,0-25 16,0 0-16,0 0 0,0 25 15,0-25-15,0 0 0,0 0 0,0 0 0,0 0 0,0 0 16,0 0-16,0 0 0,0 0 0,0 0 0,0 0 0,0 0 0,0 0 15,0 0-15,0-25 0</inkml:trace>
  <inkml:trace contextRef="#ctx0" brushRef="#br0" timeOffset="39152.239">8210 5755 0,'0'-25'0,"0"25"16,25-25-16,-25 25 0,0 0 0,25 0 0,-25-25 0,0 25 15,25 0-15,0 0 0,-25 0 16,24 0-16,1 0 0,-25 0 0,25 0 0,-25 0 0,25 25 16,-25-25-16,25 0 0,-25 25 0,24-25 0,-24 25 15,25-1-15,-25-24 0,0 25 0,0 0 0,0 0 0</inkml:trace>
  <inkml:trace contextRef="#ctx0" brushRef="#br0" timeOffset="39298.2475">8310 6548 0,'0'25'0,"0"-25"0,0 0 15,0 0-15,0 0 0,0 0 0,0 0 0,0 0 0,0 0 16,0 0-16,0 0 0,0 0 0,24 0 0,-24-25 0,0 25 16,25 0-16,-25 0 0</inkml:trace>
  <inkml:trace contextRef="#ctx0" brushRef="#br0" timeOffset="40106.2936">10666 5755 0,'0'0'0,"0"0"16,0 0-16,0 0 0,0 0 0,0 0 0,0-25 16,0 25-16,0 0 0,-25 0 15,25 0-15,0 0 0,0 0 0,-25 0 0,25-25 0,0 25 0,-24 0 16,24 0-16,-25 0 0,25 0 0,-25 0 0,0 0 0,25-25 15,-25 25-15,25 0 0,-24 0 0,-1 0 0,25 0 0,-25 0 16,25 0-16,-25 25 16,25-25-16,-25 0 0,25 0 0,-24 0 0,24 0 0,-25 25 0,25-25 15,0 0-15,-25 25 0,25-25 0,0 0 0,0 24 0,-25-24 0,25 25 16,0 0-16,0 0 0,0-25 0,0 25 0,0 0 0,0-1 15,0-24-15,0 25 16,0 0-16,0 0 0,25 0 0,-25-25 0,0 24 0,0 1 0,25 0 16,-25-25-16,0 25 0,25-25 0,-25 25 0,0-25 0,24 24 0,-24-24 15,25 25-15,-25-25 0,25 0 0,-25 0 0,25 25 16,0-25-16,-25 0 15,24 0-15,-24 0 0,25 0 0,0-25 0,-25 25 0,25 0 0,-25 0 0,25 0 16,-1-25-16,-24 25 0,25 0 0,-25-24 0,25 24 0,-25 0 16,25 0-16,-25-25 0,25 25 15,-25 0-15,24 0 0</inkml:trace>
  <inkml:trace contextRef="#ctx0" brushRef="#br0" timeOffset="40399.3107">11063 5705 0,'0'0'0,"0"0"0,0 0 16,0 0-16,0 0 0,0 0 0,0 0 0,0 25 0,0-25 0,-25 25 15,25-25-15,0 24 0,0 1 0,0-25 0,0 25 0,0 0 16,-25 0-16,25 0 16,0-1-16,0 1 0,0 0 0,0-25 0,-25 25 0,25 0 0,0-1 0,0 1 15,0-25-15,0 25 0,0 0 0,0 0 0,0-25 0,-24 24 0,24 1 16,0-25-16,0 25 0,0-25 0,0 25 0,0-25 15,0 0 1,0 25-16,0-25 0,0 0 0,0 24 0,0-24 0,0 0 0,0 0 16,0 0-16,0 0 0,0 0 0,-25 0 0,25-24 0,0 24 0,0 0 15</inkml:trace>
  <inkml:trace contextRef="#ctx0" brushRef="#br0" timeOffset="40681.3268">11063 5631 0,'0'0'0,"25"0"16,-25 0-16,0 0 0,0-25 0,0 25 0,24 0 0,-24 0 0,25 0 15,-25 0 1,0 0-16,25 0 0,-25 0 0,25 0 0,-25 25 0,25-25 0,-25 0 15,25 24-15,-25-24 0,24 25 0,-24-25 0,25 25 0,-25 0 16,25-25-16,-25 25 0,0-25 0,25 24 0,-25 1 0,0-25 0,0 25 16,0-25-16,0 25 0,-25-25 15,25 25-15,0-25 0,-25 25 0,25-25 0,-25 24 0,1-24 16,24 0-16,-25 0 0,0 25 0,0-25 0,0 0 0,0 0 0,1 25 15,-1-25-15,0 0 0,0 0 0,0 0 0,1 0 16</inkml:trace>
  <inkml:trace contextRef="#ctx0" brushRef="#br0" timeOffset="41091.3502">11559 5655 0,'0'0'0,"0"0"0,0 0 16,0 0-16,0 0 0,0 0 0,-25 0 0,25 0 0,0 25 0,0-25 15,0 0-15,0 0 0,0 25 0,0-25 0,0 25 0,0-25 0,0 25 16,0-1-16,0-24 0,-25 25 15,25 0-15,0-25 0,0 25 0,0 0 16,0-25-16,0 25 0,0-1 0,-24 1 0,24-25 0,0 25 0,0 0 0,0-25 0,0 25 16,-25-1-16,25-24 0,0 25 0,0-25 0,0 25 15,0-25-15,0 25 16,0-25-16,0 25 0,0-25 0,-25 24 0,25-24 0,0 0 15,0 25-15,25-25 0,-25 0 0,0 0 0,0 0 0,0 0 0,0 0 0,0 0 16,0 0-16,0 0 0,0 0 0,0 0 16,0 0-16</inkml:trace>
  <inkml:trace contextRef="#ctx0" brushRef="#br0" timeOffset="41520.3748">11584 5755 0,'0'0'0,"0"-25"16,0 25-16,25 0 0,-25 0 0,0-25 0,0 25 0,0 0 15,24 0-15,-24 0 0,0 0 0,25 0 0,-25-25 0,0 25 0,25 0 16,-25 0 0,25 0-16,-25 0 0,0 0 0,25 25 0,-25-25 0,0 0 15,0 0-15,24 25 0,-24-25 0,0 0 0,0 25 0,0-25 0,0 24 0,0-24 16,0 25-16,0 0 0,-24-25 0,24 25 0,0 0 0,0-25 15,-25 25-15,25-25 0,0 24 0,-25-24 0,25 25 0,0-25 16,0 25-16,-25-25 0,25 25 0,0-25 0,0 0 16,0 25-16,-25-25 0,25 0 0,0 0 15,0 24-15,0-24 0,25 0 0,-25 0 0,0 25 0,0-25 0,0 0 16,25 0-16,-25 0 0,0 25 0,0-25 15,25 0-15,-25 0 0,0 25 0,25-25 16,-25 0-16,0 25 0,24-25 0,-24 0 0,0 24 0,0-24 0,25 25 0,-25-25 16,0 0-16,0 25 0,0-25 0,0 25 0,0-25 0,0 0 15,0 0-15,0 25 16,-25-25-16,25 0 0,0 0 0,0 0 0,-24 0 0,24 24 0,0-24 0,-25 0 15,25 0-15,0 0 0,-25 0 0,25 0 0,0 0 0,-25 0 16,25 0-16,0 0 0,0 0 0,0-24 16,0 24-16,-25 0 0,25 0 15,0 0-15,0 0 0,0 0 0,25 0 0,-25-25 0,0 25 0,0 0 16,0 0-16,25-25 0,-25 25 0,25 0 0,-25-25 0</inkml:trace>
  <inkml:trace contextRef="#ctx0" brushRef="#br0" timeOffset="41849.3935">12204 5804 0,'0'-25'0,"0"25"0,0 0 16,0 0-16,0 0 0,0 0 0,0-24 0,0 24 0,0 0 0,0 0 0,0 0 31,0 0-31,0 0 0,0 0 0,0 24 0,0-24 15,25 0-15,-25 25 0,0-25 0,0 0 0,0 25 0,0 0 0,0-25 0,0 25 0,0 0 0,0-1 16,0-24-16,-25 25 0,25 0 0,0 0 0,0 0 0,0-1 16,0-24-16,0 25 15,0 0-15,0 0 0,0-25 0,0 25 0,0-1 0,0-24 0,0 25 0,0-25 16,0 25-16,0-25 0,0 25 0,0-25 0,0 0 0,0 25 15,0-25-15,0 0 0,0 0 0,0 24 0,0-24 0,0 0 16,0 0 0,0 0-16,0 0 0,0 0 0,0 0 0,0 0 0,0 0 0,0 0 0,0 0 15,0-24-15,0 24 0,0 0 0,0 0 0,0-25 0,-25 25 0,25-25 16,0 25-16,0-25 0,0 25 0,0-25 0,0 1 0,0 24 15,0-25 1,0 0-16,0 25 0,0-25 0,0 0 0,0 25 0,0-24 0</inkml:trace>
  <inkml:trace contextRef="#ctx0" brushRef="#br0" timeOffset="42141.4103">12229 5904 0,'0'-25'0,"25"25"0,-25-25 0,0 25 0,0-25 0,24 25 0,-24-25 16,0 25-16,0-25 0,0 25 0,0 0 0,25-24 15,-25 24-15,0 0 0,0-25 16,0 25-16,0 0 0,0 0 0,0-25 0,25 25 0,-25 0 0,0 0 16,0 0-16,25 0 0,-25-25 0,0 25 0,25 0 0,-25 0 15,0 0-15,24 0 0,-24 0 0,25 0 0,-25 0 0,0 25 16,25-25-16,-25 0 0,0 0 0,25 25 15,-25-25-15,25 25 0,-25-25 0,0 24 0,0 1 16,24-25-16,-24 25 0,0 0 0,0 0 0,0-25 0,0 25 0,0-1 16,0 1-16,0-25 0,0 25 0,0 0 0,0-25 0,0 25 15,0-1-15,0-24 16,0 25-16,-24 0 0,24-25 0,0 25 0,0-25 0,0 25 15,-25-25-15,25 24 0,0-24 0,-25 25 0,25-25 0,0 25 16,-25-25-16,25 25 0,-25-25 0,25 0 0,-24 25 0,24-25 0,-25 0 16,25 0-16,-25 0 0,25 24 0,-25-24 0,25 0 15,-25 0-15,25 0 0,-24 0 0,24 0 0,-25 0 0,0 0 16,25 0-16,-25-24 0,25 24 15,-25 0-15,25-25 0</inkml:trace>
  <inkml:trace contextRef="#ctx0" brushRef="#br0" timeOffset="42285.4185">12105 6052 0,'0'0'0,"0"-24"0,0 24 0,0 0 0,0 0 0,0-25 0,0 25 0,0 0 15,0 0-15,0 0 0,0 0 0,24 0 0,-24 0 0,0 0 16,25 0-16,-25 0 0,25 0 0,0 0 0,-25 0 0,25 0 16,0 0-16,-1 0 15,1 0-15,0 25 0,0-25 0,0 0 0,-1 0 0,1 0 0,0 0 0,0 0 16,0 24-16</inkml:trace>
  <inkml:trace contextRef="#ctx0" brushRef="#br0" timeOffset="45552.6052">4514 7764 0,'0'0'0,"-24"0"0,24 0 0,0 0 16,0 0-16,0 0 0,0 0 0,0-25 0,0 25 0,0 0 16,0 0-16,0 0 0,0 0 0,0 0 0,0 0 0,0 0 15,0 0-15,0 0 0,0 0 0,0 0 0,0 0 0,0 0 16,0 0-16,0 0 0,0 0 0,0 0 0,24 0 15,-24 0-15,0 0 16,0 0-16,0 0 0,0-25 0,0 25 0,25 0 0,-25 0 0,0 0 16,0 0-16,0-25 0,25 25 0,-25 0 0,0 0 0,25-24 0,-25 24 15,0 0-15,25-25 0,-25 25 0,0 0 0,24-25 0,-24 25 16,0 0-1,0-25-15,0 25 0,25 0 0,-25-25 0,0 25 0,0-24 0,0 24 16,0 0-16,0-25 0,0 25 0,25 0 0,-25-25 0,0 25 0,0 0 0,0 0 16,-25-25-16,25 25 0,0 0 0,0 0 0,0 0 15,0 0-15,0 0 0,0-25 16,0 25-16,0 0 0,0 0 0,0 0 0,0 0 15,0 0-15,0 25 0,0-25 0,0 0 0,0 0 0,0 25 0,0-25 0,0 0 16,0 25-16,0-25 0,0 25 0,0-1 0,-25-24 0,25 25 16,0-25-1,0 25-15,0 0 0,0-25 0,0 25 0,0-25 0,0 24 0,0-24 0,0 25 0,0-25 0,0 25 16,-24-25-16,24 25 15,0-25-15,0 25 0,0-25 0,0 0 0,0 24 0,0-24 0,0 0 16,0 0-16,0 25 0,0-25 0,0 0 0,0 0 0,0 0 16,0 0-16,0 0 0,0 0 0,0 0 0,0 0 0,0 0 15,0 0-15,0 0 0,0 0 0,24 0 16,-24 0-16</inkml:trace>
  <inkml:trace contextRef="#ctx0" brushRef="#br0" timeOffset="46354.6513">5705 7640 0,'0'0'0,"0"0"15,0 0-15,0 0 0,0 0 0,0 0 0,0 0 0,0 0 0,0 0 16,0-25-16,0 25 0,0 0 0,0 0 0,0 0 0,0 0 0,0 0 16,0 0-16,0 0 15,0 0-15,0 0 0,0-25 0,0 25 0,0 0 16,0 0-16,0 0 0,0 0 0,0-25 0,0 25 0,0 0 0,0 0 0,-25 0 0,25-24 15,0 24-15,0 0 0,0 0 0,0 0 0,0-25 16,0 25-16,0 0 0,0 0 16,0 0-16,0-25 0,0 25 0,0 0 0,0 0 15,0 0-15,0 0 0,0 0 0,0 0 0,0 0 0,0 0 0,25 0 16,-25 0-16,0 0 0,0 0 0,25 0 0,-25-25 0,0 25 0,0 0 15,25 0-15,-25 0 0,0 25 0,0-25 0,0 0 16,24 0-16,-24 0 16,0 0-16,0 0 0,0 25 0,0-25 0,0 0 0,0 25 0,0-25 0,0 0 15,0 24-15,0-24 0,0 25 0,0-25 0,-24 25 16,24-25-16,0 25 0,-25 0 0,25-25 0,0 24 0,-25-24 0,25 25 15,-25 0-15,25-25 16,0 25-16,-25 0 0,25-25 0,-24 24 0,24-24 0,0 25 0,-25-25 16,25 25-16,0-25 0,0 25 0,-25-25 0,25 0 0,0 0 0,0 25 15,0-25-15,0 0 0,0 0 0,0 0 0,0 0 0,0 0 16,0 0-16,0 0 0,25 0 0,-25 0 0,0 0 15,0 0-15,25 0 16,-25 0-16,0 0 0,24 0 0,-24 0 0,25 0 0,-25 0 0,25 0 16,-25 0-16,25 0 0,-25 0 0,25 0 0,-25 0 0,24 0 0,-24 0 15,25 0-15,-25 0 0,25 0 16,-25 0-16,0 0 0,25 0 0,-25 0 0,0 0 15,0 0-15,0 0 0,0 0 0,0 0 0</inkml:trace>
  <inkml:trace contextRef="#ctx0" brushRef="#br0" timeOffset="47353.7083">6896 7590 0,'0'0'0,"0"0"16,0 0-16,0 0 0,0 0 0,0-25 0,0 25 0,-25 0 15,25 0-15,0 0 0,0 0 0,0 0 0,0-24 0,0 24 16,0 0-1,0 0-15,0 0 0,0-25 0,0 25 0,0 0 0,0 0 16,0-25-16,0 25 0,0 0 0,0 0 0,0 0 0,0-25 0,0 25 16,25 0-16,-25 0 0,0-25 0,0 25 0,25 0 0,-25 0 0,0 0 15,0 0-15,24 0 0,-24 0 0,0 0 16,25 0-16,-25 0 0,0 0 0,25 0 0,-25 0 0,0 0 0,0 0 15,25 0 1,-25 25-16,0-25 0,0 0 0,0 25 0,0-25 0,0 0 0,25 25 16,-25-25-16,0 25 0,-25-25 0,25 24 0,0-24 0,0 25 0,0-25 15,-25 25-15,25-25 0,0 25 0,0-25 0,-25 25 0,25-25 0,-25 24 16,25-24-16,0 25 0,0-25 0,-24 0 0,24 25 15,0-25-15,0 0 16,-25 25-16,25-25 0,0 0 0,0 0 0,0 0 0,0 0 0,0 0 16,0 0-16,0 0 0,0 0 0,0 0 0,0 0 0,0 0 15,0 0-15,25 0 0,-25 0 0,0 0 0,0 0 0,24 0 0,-24 0 16,0 0-16,25 0 15,-25 0-15,25 0 0,-25 0 0,0 0 0,25 0 0,-25 0 16,25 0-16,-25 0 0,0 0 0,0 25 0,24-25 0,-24 0 0,0 0 16,0 24-16,25-24 0,-25 0 0,0 25 0,0-25 0,0 25 15,0-25-15,0 0 0,0 25 0,0-25 0,-25 0 0,25 25 16,0-25-1,0 0-15,0 0 0,-24 24 0,24-24 0,0 0 0,-25 0 0,25 0 0,0 0 16,0 25-16,-25-25 0,25 0 0,0 0 0,-25 0 0,25 0 0,0 0 16,-25 0-16,25 0 0,0 0 0,0 0 0,0 0 15,-24 0 1,24 0-16,0 0 0,0 0 0,0-25 0,0 25 0,0 0 0,0 0 0,0 0 15,0-24-15,0 24 0,24 0 0,-24 0 0,0-25 0,0 25 0,25 0 16,-25-25-16,25 25 0</inkml:trace>
  <inkml:trace contextRef="#ctx0" brushRef="#br0" timeOffset="48018.7465">8111 7491 0,'0'0'0,"0"-25"16,0 25-16,0 0 0,0 0 0,0 0 0,0 0 0,0 0 15,0 0-15,0 0 0,0 0 0,0 0 0,0 0 0,0 0 16,0 0-1,0 0-15,0 0 0,0 0 0,0 0 0,0 0 0,0 0 0,0 0 16,0 0-16,0 0 0,0 0 0,0 0 0,0 0 0,0 0 0,0 0 16,0 0-16,-25 0 0,25 25 0,0-25 0,0 0 0,0 25 0,0-25 15,0 25-15,-24-25 16,24 24-16,0-24 0,0 25 0,0-25 0,0 25 0,0-25 15,0 25-15,0-25 0,0 0 0,0 25 0,0-25 0,0 24 16,0-24-16,0 0 0,0 25 0,24-25 0,-24 0 0,0 25 0,0-25 16,25 0-16,-25 0 0,0 25 15,25-25-15,-25 0 0,0 25 0,25-25 0,-25 0 16,0 0-16,25 24 0,-25-24 0,0 0 0,24 0 0,-24 0 0,0 25 0,0-25 0,25 0 15,-25 0-15,0 0 0,0 25 0,25-25 0,-25 0 16,0 0 0,0 0-16,0 25 0,0-25 0,0 0 0,0 0 0,0 0 0,0 25 0,0-25 0,0 0 15,0 0-15,0 0 0,0 24 0,0-24 0,0 0 0,-25 0 16,25 0-16,0 25 0,0-25 0,0 0 15,-25 0-15,25 0 0,0 25 0,0-25 16,-24 0-16,24 0 0,0 0 0,-25 0 0,25 0 0,0 0 0,0 0 0,-25 0 16,25 0-16,0 0 0,0 0 0,-25 0 0,25-25 0,0 25 15,0 0-15,0-25 16,0 25-16,0-24 0</inkml:trace>
  <inkml:trace contextRef="#ctx0" brushRef="#br0" timeOffset="48189.7562">8285 7516 0,'0'-25'16,"0"25"-16,0 0 0,0 0 15,25 0-15,-25 0 0,0 0 0,0 0 0,0 0 0,0 0 0,24 0 16,-24 0-16,0 0 0,25 0 0,-25 0 0,25 0 0,-25 0 16,25 0-16,-25 0 0,25 0 0,-1 0 0,-24 0 0,25 0 15,0 25-15,-25-25 16,25 0-16,0 0 0,-25 0 0,24 0 0</inkml:trace>
  <inkml:trace contextRef="#ctx0" brushRef="#br0" timeOffset="49400.8255">4142 8706 0,'0'0'0,"0"0"0,0 0 15,0 0-15,0 0 0,0-24 0,0 24 0,0 0 0,0 0 16,0 0-16,0 0 0,0 0 0,0 0 0,0 0 0,0 0 0,0 0 15,25 0-15,-25 0 0,0 0 0,25 0 0,-25 0 0,25 0 16,-25 0-16,25 0 0,-25 0 0,24 0 0,1 0 16,-25 0-1,25-25-15,0 25 0,0 0 0,-25 25 0,24-25 0,1 0 0,0 0 16,-25 0-16,25 0 0,0 0 0,-25 0 0,24 0 0,-24 0 0</inkml:trace>
  <inkml:trace contextRef="#ctx0" brushRef="#br0" timeOffset="49684.8418">4589 8855 0,'0'0'0,"0"0"0,0 0 16,0 0-16,0 0 0,0 0 15,0-25-15,0 25 0,0 0 0,0 0 16,25-24-16,-25 24 0,0 0 0,24-25 0,-24 25 0,0 0 0,25-25 15,-25 25-15,0-25 0,25 25 0,-25-25 0,0 25 0,25-24 0,-25 24 16,0-25-16,25 25 0,-25-25 0,0 25 0,0-25 0,24 25 16,-24 0-16,0-25 15,0 25-15,0 0 0,0 0 0,0 0 0,0-24 0,0 24 16,0 0-16,0 0 0,0 0 0,0 0 0,0 0 0,0 0 15,0 24-15,0-24 0,0 0 0,0 0 0,0 0 0,0 25 0,0-25 16,0 25-16,0-25 0,0 25 0,0-25 0,0 25 0,0-1 16,0-24-16,0 25 0,0 0 0,0 0 0,0-25 15,0 25-15,0-1 0,0 1 0,0-25 16,0 25-16,-24 0 0,24 0 0,0-25 0,0 24 0,0-24 0,0 25 15,0-25-15,0 25 0,0-25 0,0 25 0</inkml:trace>
  <inkml:trace contextRef="#ctx0" brushRef="#br0" timeOffset="50822.9069">5928 8508 0,'0'0'0,"0"0"0,0 0 15,0 0-15,0-25 0,0 25 0,-24 0 0,24 0 16,0 0-16,0 0 0,0 0 0,0 0 0,0 0 0,0 0 0,0 0 16,0 0-16,0 25 0,0-25 0,0 0 0,-25 0 0,25 0 15,0 0 1,0 25-16,0-25 0,0 0 0,-25 25 0,25-25 0,0 0 0,0 0 0,-25 24 15,25-24-15,0 0 0,-25 25 0,25-25 0,0 0 0,0 25 16,-25-25-16,25 0 16,0 0-16,0 25 0,-24-25 0,24 0 0,0 0 0,0 0 0,0 25 15,-25-25-15,25 0 0,0 0 0,0 0 0,0 0 0,0 0 16,0 0-16,0 0 0,0 0 0,0 0 0,0 0 0,0 24 0,0-24 15,25 0-15,-25 0 0,0 0 0,0 0 0,24 0 0,-24 0 16,0 0-16,25 0 16,-25 0-16,25 0 0,-25 0 0,25 0 0,-25 0 0,25 0 0,-25-24 0,25 24 15,-25 0-15,24 0 0,1 0 0,-25 0 0,25 0 0,-25 0 16,25 0-16,-25 0 0,25 0 0,-25 24 0,0-24 0,24 0 15,-24 0 1,0 0-16,0 0 0,25 0 0,-25 0 0,0 0 0,0 0 0,0 0 16,0 0-16,0 0 0,0 0 0,0 0 0,0 0 0,0 0 0,0-24 15</inkml:trace>
  <inkml:trace contextRef="#ctx0" brushRef="#br0" timeOffset="51031.9188">6077 8558 0,'0'0'0,"0"0"16,0-25-16,0 25 0,0 0 0,0-25 0,0 25 15,0 0-15,0 0 16,0-25-16,0 25 0,0 0 0,0 0 0,0 0 0,0 0 15,0 0-15,0 0 0,0 0 0,0 25 0,0-25 0,0 0 0,0 25 16,0-25-16,0 25 0,0-25 0,0 24 0,0-24 0,0 25 16,0 0-16,0 0 0,0 0 0,0-25 0,-25 24 0,25 1 15,0 0-15,0 0 0,0 0 0,0-1 16,0-24-16,0 25 0,0 0 0,0-25 15,0 25-15,0 0 0,0-25 0,0 0 0,0 24 0,0-24 0,0 0 0</inkml:trace>
  <inkml:trace contextRef="#ctx0" brushRef="#br0" timeOffset="52322.9926">7144 8632 0,'0'0'0,"-25"0"16,25 0-16,0 0 0,0 0 0,0 0 0,0 0 15,0 0-15,0-25 16,0 25-16,0 0 0,0 0 0,0 0 0,0 0 0,0 0 0,0 0 15,0 0-15,0-25 0,0 25 0,0 0 0,0 0 0,0 0 0,0 0 16,0 0-16,0-24 0,0 24 0,0 0 0,0 0 0,0 0 16,0 0-16,0 0 15,0-25-15,0 25 0,0 0 0,25 0 0,-25 0 0,0 0 0,0 0 16,25-25-16,-25 25 0,0 0 0,0 0 0,24 0 0,-24 0 15,0 0-15,0 0 0,25 0 0,-25 0 0,0 0 0,0 0 0,0 0 16,0 0-16,0 0 16,25 25-16,-25-25 0,0 0 0,0 25 0,-25-25 0,25 0 0,0 24 15,0-24-15,0 25 0,-25 0 0,25-25 0,0 25 0,-24-25 16,24 25-16,0-1 0,-25-24 0,25 25 0,-25 0 0,25-25 15,-25 25-15,0 0 0,25-25 0,-24 24 0,24-24 0,-25 25 16,25-25-16,-25 25 16,25-25-16,0 0 0,-25 25 0,25-25 0,0 0 0,0 0 0,0 25 15,0-25-15,0 0 0,0 0 0,0 0 0,0 0 0,0 0 16,0 0-16,0 0 0,0 0 0,0 0 0,25 0 0,-25 0 15,25 0-15,-25 0 16,25 0-16,-25 0 0,24 0 0,1-25 0,-25 25 0,25 0 0,0 0 0,0 0 16,-1 0-16,-24 0 0,25 0 0,0 0 0,0 0 0,-25-25 15,25 25-15,-1 0 0,1 0 0,-25 0 0,25 0 0,-25 0 16,25 0-16,-25 0 0</inkml:trace>
  <inkml:trace contextRef="#ctx0" brushRef="#br0" timeOffset="53207.0432">8062 8558 0,'0'0'0,"0"0"0,0-25 16,0 25-16,0 0 0,0 0 0,0 0 0,0 0 0,0 0 15,0 0-15,0 0 0,0 0 0,0-25 0,0 25 0,0 0 0,0 0 16,0 0-16,24 0 16,-24-25-16,0 25 0,0 0 0,0 0 0,25 0 0,-25 0 15,0-25-15,0 25 0,25 0 0,-25 0 0,0 0 0,25 0 0,-25 0 0,0 0 16,0 0-16,25 0 0,-25 0 0,0 0 0,0 0 0,24 0 15,-24 0-15,0 0 16,0 25-16,0-25 0,0 0 0,0 0 0,0 25 16,0-25-16,0 25 0,0-25 0,0 0 0,0 25 0,0-25 0,0 24 0,0-24 15,-24 25-15,24-25 0,0 25 0,0-25 0,-25 0 16,25 25-16,0-25 0,-25 25 0,25-25 15,0 0-15,-25 24 0,25-24 0,-25 0 0,25 25 0,0-25 0,0 0 0,-24 25 16,24-25-16,0 0 0,0 0 0,0 0 0,0 0 0,0 0 16,0 0-16,0 0 0,0 0 15,0 0-15,0 0 0,0 0 0,24 0 0,-24 0 16,0 0-16,0 0 0,25 0 0,-25 0 0,0 0 0,25 0 0,-25 0 0,0 0 15,25 0-15,-25 0 0,0 0 0,0 0 0,25 25 16,-25-25-16,0 0 16,0 0-16,0 0 0,0 25 0,0-25 0,24 0 0,-24 0 15,0 24-15,0-24 0,0 0 0,-24 25 0,24-25 0,0 0 0,0 0 16,0 25-16,0-25 0,0 0 0,0 0 0,-25 25 0,25-25 0,0 0 15,-25 0-15,25 0 0,0 0 0,-25 25 0,25-25 16,0 0-16,-25 0 0,25 0 16,0 0-16,-24 0 0,24 0 0,0 0 0,-25 0 0,25 0 0,0 0 15,0 0-15,-25 0 0,25 0 0,0 0 0,0 0 0,0 0 16,0 0-16,0-25 0,0 25 0,-25 0 0,25 0 0,0 0 15,0 0-15,0 0 0,0 0 16</inkml:trace>
  <inkml:trace contextRef="#ctx0" brushRef="#br0" timeOffset="54561.1206">4787 9599 0,'0'0'0,"-25"0"15,25 0-15,0 0 0,0 0 0,0 0 0,0 0 0,0 0 16,0 0-16,-24 0 15,24 0-15,0 0 0,0 0 0,0 0 0,0 0 0,0 0 16,0 0-16,0-24 0,-25 24 0,25 0 0,0 0 0,0 0 0,0-25 16,0 25-16,0 0 0,0 0 0,0 0 0,-25-25 0,25 25 15,0 0-15,0 0 0,0 0 0,0-25 0,0 25 16,25 0-16,-25 0 0,0 0 15,0-25-15,0 25 0,0 0 0,0 0 0,25 0 0,-25 0 16,0-24-16,0 24 0,24 0 0,-24 0 0,0 0 0,0 0 0,0 0 16,25 0-16,-25 0 0,0 0 0,0 0 0,0 0 0,0 0 15,0 0 1,0 0-16,0 0 0,0 24 0,0-24 0,0 0 0,0 25 0,0-25 15,0 25-15,-25-25 0,25 25 0,0-25 0,0 25 0,-24-1 16,24-24-16,-25 25 0,25 0 0,0-25 0,-25 25 0,25 0 0,-25-25 16,25 24-16,0 1 0,-25-25 0,25 25 0,-24-25 0,24 25 15,-25-25-15,25 25 0,0-25 0,-25 24 0,25-24 0,0 0 16,0 25-16,-25-25 0,25 0 15,0 0-15,0 0 0,0 25 0,0-25 0,0 0 0,0 0 0,0 0 16,0 0-16,0 0 0,0 0 0,25 0 0,-25 0 0,0 0 16,0 0-16,25 0 0,-25 0 0,25 0 15,-25 0-15,0 0 0,24 0 0,-24 0 16,25 0-16,-25 0 0,0 0 0,25 0 0,-25 0 0,0 0 0,25 0 15,-25 0-15,0 0 0,25 0 0,-25 0 0,0 0 0,0 0 16,24 0-16,-24 0 0,0 0 16,25 0-16,-25 0 0,25 0 0,-25 0 0,0 0 0,25 0 15,0 0-15,-25-25 0</inkml:trace>
  <inkml:trace contextRef="#ctx0" brushRef="#br0" timeOffset="55535.1764">6077 9550 0,'0'0'0,"0"0"0,-25 0 16,25 0-16,0 0 0,0 0 0,0 0 0,0 0 0,0 0 15,-24 0-15,24 0 0,0 0 16,0 0-16,0 0 0,0 0 0,0 0 0,0 0 0,0 0 16,0 0-16,-25 0 0,25 0 0,0 0 0,0 25 0,-25-25 15,25 0-15,0 0 0,-25 0 0,25 24 0,0-24 0,-25 0 16,25 25-16,-24-25 0,24 0 0,0 25 0,-25-25 0,25 0 15,-25 25-15,25-25 0,-25 0 0,25 25 0,0-25 16,-25 0-16,25 24 0,0-24 16,0 0-16,-25 0 0,25 25 0,0-25 0,0 0 0,0 0 15,0 0-15,0 0 0,0 0 0,0 25 0,0-25 0,0 0 0,0 0 16,0 0-16,0 0 0,0 0 0,0 0 0,0 0 0,0 0 15,25 0-15,-25 0 0,0 0 0,25 0 0,-25 0 16,25 0-16,-25 0 0,25 0 0,-25-25 0,25 25 0,-25 0 16,24 0-16,-24 0 15,25 0-15,-25 0 0,25 0 0,-25 0 0,25 0 0,-25 0 0,0-25 16,25 25-16,-25 0 0,24 0 0,-24 0 0,0 0 0,25 0 15,-25 25-15,25-25 0,-25 0 0,0 0 0,25 0 0,-25 0 16,0 0-16,25 0 0,-25 0 0,0 0 0,0 0 0,24 0 16,-24 0-16,0 0 0,0 25 0,25-25 0,-25 0 15,0 0-15,0 0 16,0 0-16,0 0 0,0 0 0,0 0 0,0 0 0,0 0 0,0-25 0</inkml:trace>
  <inkml:trace contextRef="#ctx0" brushRef="#br0" timeOffset="55748.1886">6226 9550 0,'0'0'0,"0"0"0,0 0 16,-25-25-16,25 25 0,0 0 0,0 0 0,0 0 0,0 0 16,0 0-16,0 0 0,0 0 0,0 0 0,0 25 0,0-25 15,0 0 1,0 0-16,0 25 0,0-25 0,0 0 0,0 24 0,0 1 0,0-25 15,0 25-15,0-25 0,0 25 0,0 0 0,0-25 0,0 24 0,0 1 16,0-25-16,0 25 0,0 0 0,0 0 0,0-25 0,0 24 16,0 1-16,25-25 0,-25 25 0,0-25 0,0 25 0,0 0 15,0-25-15,-25 24 16,25-24-16,0 0 0,0 25 0,0-25 0,-25 25 0</inkml:trace>
  <inkml:trace contextRef="#ctx0" brushRef="#br0" timeOffset="57055.263">7144 9674 0,'0'0'16,"0"0"-16,0 0 0,0 0 0,0 0 0,0 0 0,0 0 15,0 0-15,0 0 16,0 0-16,0 0 0,25 0 0,-25-25 0,0 25 0,0 0 0,24 0 15,-24-25-15,0 25 0,25 0 0,-25 0 0,25-25 0,-25 25 16,25 0-16,-25-24 0,25 24 0,-25-25 0,24 25 0,-24-25 0,25 25 16,-25 0-16,25-25 0,-25 25 0,25-25 0,-25 25 15,0-24-15,25 24 0,-25-25 16,0 25-16,0 0 0,24-25 0,-24 25 0,0 0 0,0-25 0,0 25 15,0 0-15,0-25 0,0 25 0,0 0 0,0 0 0,0-24 16,0 24-16,0 0 0,0 0 0,0 0 0,0 0 0,0 0 16,0 0-16,0 0 0,0 0 0,0 0 15,0 0-15,-24 0 0,24 0 0,0 0 16,0 24-16,0-24 0,0 0 0,0 25 0,0-25 0,0 25 0,0-25 15,0 25-15,0 0 0,0-25 0,0 24 0,0 1 0,0 0 16,0 0-16,0-25 16,0 25-16,0-1 0,-25 1 0,25-25 0,0 25 0,0 0 0,0 0 15,0-25-15,0 24 0,0-24 0,0 25 0,0-25 0,0 25 0,0-25 16,0 25-16,0-25 0,0 0 0,-25 25 0,25-25 0,0 0 31,0 24-31,0-24 0,0 0 0,0 0 0,0 0 0,0 0 0,0 0 0,0 0 16,0 0-16,0 0 0,0 0 0,-25 0 0</inkml:trace>
  <inkml:trace contextRef="#ctx0" brushRef="#br0" timeOffset="57707.3006">8632 9252 0,'0'-25'0,"-25"25"16,25 0-16,0 0 0,0 0 0,0 0 0,-25-24 0,25 24 0,0 0 16,0 0-16,0 0 0,-24 0 0,24 0 0,0 0 0,0 0 0,0 0 15,-25 0-15,25 0 0,0 0 0,0 0 0,0 0 0,0 0 16,-25 0-16,25 0 0,0 0 0,0 24 0,0-24 15,0 0-15,-25 25 16,25-25-16,0 0 0,0 25 0,0 0 0,-25-25 0,25 25 0,0-1 16,0 1-16,-24-25 0,24 25 0,0 0 0,0 0 0,-25-1 15,25 1-15,0 0 0,0-25 0,0 25 0,0 0 0,0-1 0,0-24 16,0 25-16,0 0 0,0-25 0,0 25 0,25-25 15,-25 0-15,0 25 16,0-25-16,0 0 0,24 0 0,-24 0 0,0 24 0,0-24 0,0 0 16,25 0-16,-25 0 0,0-24 0,0 24 0,25 0 0,-25 0 0,0 0 15,0 0-15,25-25 0,-25 25 0,0 0 0,0 0 0,0-25 16,0 25-16,0 0 0,0 0 0,0-25 15,0 25-15,0 0 0,0 0 0,0-25 16,0 25-16,-25 0 0,25 0 0,0 0 0,-25 0 16,25 0-16,-25 0 0,25 0 0,0 0 0,-24 0 0,24 0 0,-25 25 0,25-25 0,0 0 15,0 0-15,-25 25 0,25-25 0,0 0 0,0 0 16,0 0-16,25 25 15,-25-25-15,0 0 0</inkml:trace>
  <inkml:trace contextRef="#ctx0" brushRef="#br0" timeOffset="60564.464">4341 10294 0,'0'25'0,"0"-25"0,0 0 16,0 0-16,0 0 0,0 0 0,0 0 0,0 0 0,0 0 15,0 0-15,0 0 0,0 0 0,0-25 0,25 25 0,-25 0 0,0 0 16,0 0-16,0 0 0,0 0 0,0 0 0,0 0 0,24 0 15,-24 0 1,0 0-16,0 0 0,0 0 0,0 0 0,0 0 0,0 0 16,0 0-16,0 0 0,0 0 0,0 0 0,0 0 0,0 0 0,0 0 0,25 0 15,-25 0-15,0 0 0,0 0 0,0 0 0,0 0 0,25 0 0,-25 0 16,0 0-16,0 0 0,25 0 0,-25 0 15,0 0-15,25 0 0,-25 0 0,0 0 16,0 0-16,24 0 0,-24 0 0,0 0 0,25 0 0,-25 0 16,25 0-16,-25 0 0,0 0 0,25 0 0,-25 0 0,0 0 0,25 0 15,-25 0-15,24 0 0,-24 0 0,0 0 0,25 0 0,-25 0 16,25 0-1,-25 0-15,25 0 0,-25 0 0,25 0 0,-25 0 0,24 0 0,-24 0 0,25 0 16,0 0-16,-25 0 0,25 0 0,-25 0 0,25 25 0,-25-25 16,25 0-16,-25 0 0,24 0 0,-24 0 0,25 0 0,-25 0 15,25 0-15,-25 0 0,25 0 0,-25 0 16,25 0-16,-25 0 0,0 0 0,24 0 0,-24 0 0,25 0 15,-25 0-15,25 0 0,-25 0 0,0 0 0,25 0 0,-25 0 16,25 0-16,-25 0 16,24 0-16,-24 0 0,25 0 0,-25 0 0,25 0 0,0 0 0,-25 0 0,25 0 15,-25 0-15,24 0 0,1 0 0,-25 0 0,25 0 0,-25 0 16,25 0-16,0 0 0,-25 0 0,24 0 15,-24 0-15,25 0 0,-25 0 0,25 0 16,0 0-16,-25 0 0,25 0 0,-25 0 0,24 0 0,1 0 0,-25 0 0,25 0 31,0 0-31,0 0 0,-25 0 0,24 0 0,1 0 0,0 0 0,-25 0 0,25 0 0,0 0 0,-1 0 0,1 0 0,-25-25 16,25 25-16,0 0 0,0 0 0,0 0 15,-25 0-15,24 0 0,1 0 0,0 0 0,0 0 16,-25 0-16,25 0 0,-1 0 0,1 0 0,-25 0 0,25 0 0,0 0 16,0 0-16,-25 0 0,24 0 0,1 0 0,-25 0 0,25 0 15,0 0 1,-25 0-16,25 0 0,-25 0 0,24 0 0,-24 0 0,25 0 0,-25 0 15,25 0-15,-25 0 0,25 0 0,-25 0 0,25 0 0,-25 0 0,24 0 16,-24 0-16,25 0 0,-25 0 0,25 0 0,-25 0 0,25 0 16,-25 0-1,25 0-15,-25 0 0,24 0 0,-24 0 0,25-25 0,-25 25 0,25 0 16,-25 0-16,25 0 0,-25 0 0,25 0 0,-25 0 0,0 0 0,24 0 0,-24 0 0,25 0 15,-25 0 1,25 0-16,-25 0 0,25 0 0,-25 0 0,25 0 0,-1 0 0,-24 0 16,25 0-16,-25 0 0,25 0 0,0 0 0,-25 0 0,25 0 0,0 0 15,-25 0-15,24 0 0,1 0 0,0 0 16,0 0-16,-25 0 0,25 25 0,-1-25 15,1 0-15,0 0 0,-25 0 0,25 0 0,0 0 0,-1 0 0,1 0 16,-25 0-16,25 0 0,0 0 0,0 0 0,-1 0 0,-24 0 0,25 0 16,0 0-16,0 0 0,0 0 0,-25 0 0,24 0 0,1 0 15,0 0 1,-25 0-16,25 0 0,0 0 0,-1 0 0,-24 0 0,25 0 0,0 0 15,-25 0-15,25 0 0,0 0 0,-25 0 0,24 0 0,1 0 0,-25 0 16,25 0-16,-25 0 0,25 0 0,0 0 0,-25 0 0,24 25 16,-24-25-16,25 0 0,0 0 15,-25 0-15,25 0 0,-25 0 0,25 0 0,-25 0 16,24 0-16,-24 0 0,25 0 0,0 0 0,-25 0 0,25 0 0,-25 0 15,25 0-15,-25 0 0,25 0 0,-1 0 0,-24 0 0,25 0 0,-25 0 16,25 0-16,0 0 0,-25 0 0,25 0 16,-25 0-16,24 0 0,-24 0 0,25 0 0,-25 0 0,25 0 15,-25 25-15,25-25 0,0 0 0,-25 0 0,24 0 0,-24 0 16,25 0-16,-25 0 0,25 0 0,-25 0 0,25 0 0,0 0 15,-25 0-15,24 0 16,-24 0-16,25 0 0,-25 0 0,25 0 0,0 0 0,-25 0 0,25 0 16,-25 0-16,24 0 0,1 0 0,-25 0 0,25 0 0,-25 0 0,25 0 15,0 24-15,-25-24 16,24 0-16,-24 0 0,25 0 0,0 0 0,-25 0 0,25 0 15,-25 0-15,25 0 0,-1 0 0,-24 0 0,25 0 0,-25 0 0,25 0 16,0 0-16,-25 25 0,25-25 0,-25 0 0,24 0 0,1 0 16,-25 0-16,25 0 0,0 0 0,-25 0 0,25 0 0,0 0 15,-1 0-15,-24 0 16,25 0-16,0 0 0,-25 0 0,25 0 0,0 0 0,-25 0 0,24 0 15,1 0-15,-25 0 0,25 0 0,0 0 0,-25 0 0,25 25 0,-1-25 16,-24 0-16,25 0 0,0 0 0,-25 0 0,25 0 16,0 0-16,-25 0 0,24 0 15,1 0-15,0 0 0,-25 0 0,25 0 0,0 0 0,-1 0 0,-24 0 16,25 0-16,0 0 0,0 0 0,-25 0 0,25 0 0,-1 0 15,1 0 1,-25 0-16,25 0 0,0 0 0,-25 0 0,25 0 0,-1 0 0,1 0 0,-25 25 0,25-25 0,0 0 0,-25 0 16,25 0-16,-1 0 0,-24 0 0,25 0 0,0 0 15,-25 0-15,25 0 0,-25 0 16,25 25-16,0-25 0,-25 0 0,24 0 0,1 0 0,-25 0 15,25 0-15,0 0 0,-25 0 0,25 0 0,-1 0 0,1 0 0,-25 0 16,25 0-16,0 24 0,0-24 0,-25 0 0,24 0 0,1 0 16,0 0-1,0 0-15,-25 0 0,25 0 0,-1 0 0,-24 0 0,25 0 0,0 0 0,-25 0 0,25 0 16,0 0-16,-1 25 0,-24-25 0,25 0 0,0 0 0,-25 0 15,25 0-15,0 0 16,-1 0-16,-24 0 0,25 0 0,0 0 0,0 0 0,0 0 16,-25 0-16,24 0 0,1 0 0,0 0 0,0 0 0,-25 0 0,25 0 0,-1 0 15,1 0-15,0 0 0,0 0 0,0 0 0,-1 0 0,1 0 16,0 0-16,0 0 15,0 0-15,0 0 0,-1 0 0,1 0 0,0 0 16,0 0-16,0 0 0,-1 0 0,1 0 0,0 0 0,0 0 0,0 0 0,-1 0 0,1 0 16,0 0-16,-25 0 15,25 0-15,0 0 0,-1 0 0,1 0 0,0 0 0,0 0 0,0 0 0,-1 0 16,1 0-16,0 0 0,0 0 0,0 0 0,-1 0 0,1 0 0,-25 0 15,25 0-15,0 0 0,0 0 0,-1 0 16,1 0-16,0 0 0,-25 0 16,25 0-16,0 0 0,-1 0 0,-24 0 0,25 0 0,0 0 0,-25 0 15,25 0-15,0 0 0,0 0 0,-25 0 0,24 0 0,1 0 16,-25 0-16,25 0 0,0 0 0,-25 0 0,25 0 0,-1 0 15,-24 0-15,25 0 16,0 0-16,-25 0 0,25 0 0,-25-25 0,25 25 0,-25 0 0,24 0 0,1 0 16,-25 0-16,25 0 0,-25 0 0,25 0 0,-25 0 0,25 0 15,-25 0-15,24 0 0,-24 0 0,25 0 0,-25 0 0,25 0 16,-25 0 15,25 0-31,-25 0 0,0 0 0,25 0 0,-25 0 0,0 0 0,0 0 0,0 0 0,0 0 0,0 0 0,0 0 0,0 0 0,0 0 0,0-24 0,-25 24 16,25 0-16</inkml:trace>
  <inkml:trace contextRef="#ctx0" brushRef="#br0" timeOffset="62503.575">10220 7491 0,'0'0'0,"0"0"16,0 0-16,0 0 0,0 0 0,0 0 0,0 0 0,0 0 15,0 0-15,0 0 0,0 0 16,0 0-16,0 0 0,0 0 0,0 0 0,0 0 0,0 0 0,0 0 0,0 0 15,0 0-15,0 0 0,0 0 47,0 0-47,0 0 0,0 0 0,0 0 0,0 0 0,0 0 0,0 0 0,0 0 0,0 25 0,-25-25 0,25 0 0,0 0 0,0 25 0,0-25 16,0 24-16,-25-24 0,25 25 0,0 0 0,-25-25 0,25 25 0,0-25 0,0 25 0,-25-1 0,25-24 15,0 25 1,0 0-16,0-25 0,0 25 0,0-25 0,-24 25 0,24-25 0,0 24 16,0-24-16,0 0 0,0 25 0,0-25 0,0 0 0,0 25 15,0-25-15,0 0 0,0 25 0,0-25 0,0 0 0,0 0 0,0 25 16,0-25-16,0 0 15,0 0-15,0 0 0,0 0 0,0 0 0,0 24 0,0-24 0,-25 0 0,25 0 16,0 0-16,0 0 0,0 0 0,0 0 0,0 0 16,0 0-16,0 0 0,-25 0 0</inkml:trace>
  <inkml:trace contextRef="#ctx0" brushRef="#br0" timeOffset="62699.5862">10046 7813 0,'0'0'0,"0"-24"0,0 24 0,25 0 15,-25 0-15,0 0 0,0 0 0,0 0 0,0 0 0,0 0 0,25 0 16,-25 0-16,0 0 0,24 0 0,-24 0 0,0 0 0,25 0 15,-25 0-15,25 0 16,-25 0-16,25 0 0,-25 0 0,25 0 0,-1 0 0,-24 0 0,25 24 16,0-24-16,-25 0 0,25 0 0,0 0 0,-25 0 0,24 0 0,-24 0 15,25-24-15,-25 24 0,25 0 0,-25 0 0,25 0 16,-25 0-16,0 0 0,0-25 0,25 25 0,-25 0 15</inkml:trace>
  <inkml:trace contextRef="#ctx0" brushRef="#br0" timeOffset="62921.5989">10443 7665 0,'0'-25'0,"0"25"0,0 0 0,0 0 16,0 0-16,0 0 0,0-25 0,0 25 31,0 0-31,0 0 0,0 0 0,0 0 0,0 0 0,0 0 0,0 0 0,0 25 0,0-25 0,0 0 0,0 0 0,0 0 16,0 25-16,-25-25 0,25 24 0,0-24 0,0 25 15,0-25-15,0 25 16,-25-25-16,25 25 0,0-25 0,0 25 0,0-25 0,0 0 15,-25 24-15,25-24 0,0 25 0,0-25 0,0 0 0,0 25 0,0-25 0,0 0 16,0 25-16,0-25 0,0 0 0,0 25 0,-24-25 0,24 0 16,0 0-1,0 24-15,0-24 0,0 0 0,0 0 0,0 0 0,24 0 0,-24 0 16</inkml:trace>
  <inkml:trace contextRef="#ctx0" brushRef="#br0" timeOffset="63261.6183">10616 7937 0,'0'0'0,"0"0"16,0 0-16,0 0 0,0 0 0,0 0 0,0 0 16,0 0-16,0-24 15,0 24-15,0 0 0,25 0 0,-25 0 0,0-25 0,0 25 0,25 0 16,-25 0-16,0-25 0,25 25 0,-25 0 0,0-25 0,25 25 15,-25 0-15,0-25 0,0 25 0,24 0 0,-24-24 16,0 24-16,25-25 0,-25 25 0,0 0 0,0-25 0,0 25 0,0-25 16,25 25-16,-25 0 0,0-25 0,0 25 15,0 0-15,0 0 0,0 0 0,0-24 16,0 24-16,0 0 0,0 24 0,0-24 0,0 0 0,0 0 15,0 0-15,0 25 0,0-25 0,0 25 0,-25-25 0,25 25 0,0-25 0,0 25 16,0-25-16,0 24 0,0 1 0,0-25 16,0 25-16,0 0 0,0-25 0,0 25 0,-25-1 15,25-24-15,0 25 0,0-25 0,0 25 0,0 0 0,0-25 0,0 25 16,0-25-16,0 25 0,0-25 0,0 24 15,-24 1-15,24-25 0,0 25 0</inkml:trace>
  <inkml:trace contextRef="#ctx0" brushRef="#br0" timeOffset="64134.6682">10071 8558 0,'0'0'15,"0"-25"-15,0 25 0,0 0 0,0 0 16,0 0-16,0-25 0,0 25 0,0 0 0,0 0 15,0 0-15,0 0 0,0 0 0,0 0 0,0 0 0,0 0 16,0 0-16,0 0 0,0 0 0,0 0 0,0 0 0,0 0 0,-25 0 16,25 0-16,0 0 0,0 25 15,0-25-15,0 0 0,0 25 0,0-25 0,0 24 0,0-24 16,-25 25-16,25 0 0,0 0 0,0-25 0,-25 25 0,25-1 0,0 1 15,0-25-15,0 25 0,-25 0 0,25 0 0,0-25 0,0 24 16,0 1-16,-24-25 0,24 25 0,0 0 0,0-25 16,0 25-16,0-25 0,-25 24 15,25-24-15,0 25 0,0-25 0,0 0 0,0 0 0,0 25 16,0-25-16,0 0 0,0 0 0,0 0 0,0 0 0,0 0 0,0 0 15,0 0-15,0-25 0,0 25 0,0 0 0,0 0 0,0-25 16,0 25-16,0 0 16,0-24-16</inkml:trace>
  <inkml:trace contextRef="#ctx0" brushRef="#br0" timeOffset="64285.6769">9947 8756 0,'0'0'15,"24"0"-15,-24 0 0,0 0 0,0 0 0,25 0 16,-25 0-16,25 0 0,-25 0 0,0 0 0,25 0 0,-25 0 16,25 0-16,-25 0 0,25 0 15,-25 0-15,24-25 0,-24 25 0,25 0 0,-25 0 0,25 0 16,0 0-16,-25 0 0,25 0 0,-25 0 0,24 0 0,-24 0 0,25 0 15,-25 0-15,25-25 0,-25 25 0,25 0 0,-25 0 16,25-24-16,-25 24 0</inkml:trace>
  <inkml:trace contextRef="#ctx0" brushRef="#br0" timeOffset="64497.689">10368 8558 0,'0'-25'0,"0"25"15,0 0-15,0 0 0,0 0 0,0 0 16,0-25-16,0 25 0,0 0 0,0 0 16,0 0-16,0 0 0,0 0 0,0 25 0,0-25 0,0 0 0,0 0 15,-24 25-15,24-25 0,0 0 0,0 24 0,0-24 0,0 25 16,0-25-16,0 25 0,0 0 15,-25-25-15,25 25 0,0-25 0,0 24 0,0-24 0,0 25 16,0-25-16,0 25 0,0-25 0,-25 25 0,25-25 0,0 25 16,0-25-16,0 24 0,0-24 0,0 0 0,0 25 0,0-25 0,0 25 15,0-25-15,0 0 0,0 25 0,0-25 16,0 0-16,0 0 0,0 0 0,0 0 15,0 0-15,0 0 0,0 0 0,0 0 0</inkml:trace>
  <inkml:trace contextRef="#ctx0" brushRef="#br0" timeOffset="64899.712">10567 8632 0,'0'0'0,"0"0"15,0 0-15,0 0 0,0 0 0,0-25 0,25 25 0,-25 0 0,0 0 16,0 0-16,0 0 0,24 0 0,-24 0 0,0 0 0,0 0 16,0 0-1,25 0-15,-25 0 0,0 0 0,0 0 0,0 25 0,25-25 0,-25 0 0,0 0 16,0 0-16,0 25 0,0-25 0,0 0 0,0 0 0,0 25 0,0-25 15,0 0-15,0 0 0,0 24 0,-25-24 0,25 25 16,0-25-16,0 0 16,-25 25-16,25-25 0,0 0 0,-24 25 0,24-25 0,-25 25 0,25-25 0,0 0 15,-25 24-15,25-24 0,0 0 0,-25 0 0,25 25 0,0-25 16,0 0-16,0 0 0,0 0 0,-25 25 0,25-25 0,0 0 15,25 0 1,-25 0-16,0 0 0,0 0 0,0 0 0,0 0 0,25 0 0,-25 0 0,25 0 16,-25 0-16,25 0 0,-1 0 0,-24 0 0,25-25 0,0 25 15,0 0-15,-25 0 0,25 0 0,-1 0 0,-24 0 0,25 0 0,0 0 16,-25 25-16,25-25 0,-25 0 15,25 0-15,-25 0 0,0 0 0,0 0 0,24 0 16,-24 25-16,0-25 0,0 0 0</inkml:trace>
  <inkml:trace contextRef="#ctx0" brushRef="#br0" timeOffset="65429.7423">9971 9475 0,'0'0'16,"0"0"-16,0-24 0,0 24 0,0 0 16,0 0-16,0-25 0,0 25 0,0 0 15,0 0-15,0 0 0,0 0 0,0 0 0,0 0 0,0 0 0,0 0 16,0 0-16,0 0 0,0 25 0,0-25 0,0 0 0,0 24 15,0-24-15,0 25 0,0 0 16,0-25-16,0 25 0,0 0 0,-24-1 0,24 1 0,0-25 16,0 25-16,0 0 0,-25 0 0,25-1 0,0 1 0,0 0 0,0-25 15,0 25-15,-25 0 0,25-1 0,0-24 0,0 25 0,0-25 16,0 25-1,-25 0-15,25-25 0,0 0 0,0 25 0,0-25 0,0 0 0,0 24 16,0-24-16,0 0 0,0 0 0,0 0 0,0 0 0,0 0 16,0 0-16,0 0 0,0-24 0,0 24 0,0 0 0,0 0 0,0-25 0,0 25 15,0-25-15,0 25 0,0-25 0,0 25 0,0-25 16,0 1-16,0 24 15</inkml:trace>
  <inkml:trace contextRef="#ctx0" brushRef="#br0" timeOffset="65806.7637">9897 9674 0,'25'0'0,"-25"0"0,0 0 16,0 0-16,0 0 0,0 0 0,0 0 0,0 0 15,25-25-15,-25 25 0,0 0 0,24 0 0,-24 0 0,25 0 16,-25 0-16,25 0 0,-25 0 0,25 0 0,-25 0 15,25 0-15,0 0 0,-25-25 0,24 25 0,1 0 0,-25 0 16,25 0-16,-25 0 0,25 0 0,-25 0 16,25 0-16,-25 0 0,24 0 0,-24 0 0,25 0 0,-25 0 0,0 0 15,25 0-15,-25 0 0,0 0 0,0 0 0,0 0 16,25 0-16,-25 0 15,0 0-15,0 0 0,0-25 0,0 25 0,-25 0 16,25 0-16,0 0 0,0 0 0,0-24 0,0 24 0,0 0 0,0 0 0,0 0 16,0-25-16,0 25 0,0 0 0,0 0 0,0 0 0,0-25 15,0 25-15,0 0 0,0 0 0,0 0 0,0 0 0,0 0 16,0 0-16,0 0 0,0 0 15,0 0-15,0 0 0,0 0 0,0 0 0,0 0 0,0 25 0,0-25 16,-25 0-16,25 25 0,0-25 0,0 0 0,0 24 0,0-24 16,0 25-16,0-25 0,-25 25 0,25 0 0,0-25 0,0 25 15,0-25-15,-24 24 0,24 1 0,0-25 16,0 25-16,0 0 0,-25-25 0,25 25 15,0-1-15,0-24 0,0 25 0,-25 0 0,25-25 0,0 25 0,0 0 16,0-25-16,0 24 0,0-24 0,0 0 0,0 25 0,0-25 0,0 0 16,0 25-16,0-25 0,25 0 0,-25 0 0,0 0 15,0 0-15,0 0 16,25 0-16,-25 0 0</inkml:trace>
  <inkml:trace contextRef="#ctx0" brushRef="#br0" timeOffset="66376.7962">10641 9575 0,'0'-25'0,"0"25"16,0 0-16,0 0 0,0 0 0,0 0 15,0 0-15,0-25 0,0 25 16,0 0-16,0 0 0,0 0 0,25 0 0,-25 0 0,0 0 0,0 0 16,25 0-16,-25 0 0,0-25 0,0 25 0,25 0 0,-25 0 15,0 0-15,0 0 0,0 0 0,0 0 0,0 0 0,0 0 0,0 0 31,24 0-31,-24 0 0,-24 25 0,24-25 0,0 0 0,0 0 0,0 0 0,0 25 16,0-25-16,0 0 0,0 0 0,-25 25 0,25-25 0,0 24 0,-25-24 16,25 25-16,-25-25 0,25 25 0,0-25 0,-25 25 0,25-25 15,-24 25-15,24-25 0,0 24 16,-25-24-16,25 25 0,0-25 0,0 0 0,-25 25 15,25-25-15,0 0 0,0 0 0,0 25 0,0-25 0,0 0 0,25 0 0,-25 0 16,0 0-16,0 0 0,25 0 0,-25 0 0,24 0 0,-24 25 16,25-25-16,-25 0 0,25 0 0,-25 0 0,25 0 15,-25 0-15,25 24 16,-25-24-16,24 0 0,-24 0 0,0 25 0,25-25 0,-25 0 0,0 25 15,0-25-15,25 0 0,-25 0 0,0 25 0,0-25 0,0 0 0,0 0 16,0 25-16,0-25 16,0 0-16,-25 0 0,25 24 0,0-24 0,-25 0 0,25 0 0,0 25 0,-24-25 15,24 0-15,-25 0 0,25 25 0,-25-25 0,25 0 0,-25 0 0,25 0 31,-25 0-31,1 0 0,24 0 0,-25 0 0,25 0 0,-25 0 0,25 0 0,-25-25 0,25 25 0</inkml:trace>
  <inkml:trace contextRef="#ctx0" brushRef="#br0" timeOffset="69999.0037">9054 11857 0,'0'0'0,"0"0"16,0 0-16,0 0 0,0 0 0,0 0 0,0 0 0,0 0 15,0 0-15,0 0 0,0 0 0,0 0 16,0 0-16,0 0 0,0 0 0,0-25 16,0 25-16,0 0 0,0 0 0,0 0 0,0 0 0,0 0 15,0 0-15,0 0 0,0 0 0,0 0 0,0 0 0,0 0 0,0 0 16,0 0-16,0 0 0,0 25 0,0-25 0,0 0 15,-25 0-15,25 0 0,0 0 0,0 0 0,0 0 0,0 0 16,0 0-16,0 0 16,0 0-16,0 0 0,0 0 0,0 0 0,0 0 0,0 0 0,0 0 0,0 0 0,0 0 15,0 0-15,0 0 0,0 0 0,0 0 0,0 0 16,-25 0-16,25 0 0,0 0 0,0 0 0,0 0 0,0 0 15,0 0-15,0 0 16,0 0-16,0 0 0,0 0 0,0 0 0,0 0 16,0 0-16,0 0 0,0 0 0,0 0 0,0 0 0,0 0 0,0 0 0,0 0 0,0 0 15,0 0-15,0 0 0,0 0 0,0 0 0,0 0 0,0 0 16,0 0-16,0 0 15,0 0-15,0 0 0,0 0 0,0 0 0,0 0 0,0 0 16,0 0-16,0 0 0,0 0 0,0 0 0,0 0 0,0 24 0,0-24 16,0 0-16,0 0 0,0 0 0,0 0 0,0 0 0,0 0 15,0 0 1,0 0-16,25 25 0,-25-25 0,0 0 0,0 0 0,0 0 0,0 0 15,0 0-15,0 0 0,0 25 0,0-25 0,0 0 0,0 0 0,0 0 16,0 0-16,0 0 0,0 25 0,0-25 0,0 0 0,0 0 16,0 0-16,0 0 0,0 0 0,0 25 0,0-25 15,25 0-15,-25 0 0,0 0 0,0 0 16,0 0-16,0 24 0,0-24 0,0 0 0,0 0 15,0 0-15,0 0 0,0 0 0,0 25 0,0-25 0,0 0 0,0 0 16,0 0-16,0 0 0,0 0 0,0 0 0,0 25 0,0-25 16,0 0-16,0 0 0,0 0 0,0 0 0,25 25 0,-25-25 15,0 0-15,0 0 0,0 0 0,0 25 0,0-25 16,0 0-16,0 0 0,0 0 0,0 24 15,0-24-15,0 0 0,0 0 0,0 0 0,0 25 0,0-25 0,0 0 16,0 0-16,0 25 0,0-25 0,0 0 0,0 0 16,0 25-16,-25-25 0,25 0 15,0 0-15,0 25 0,0-25 0,0 0 0,0 0 0,0 25 0,0-25 16,0 0-16,0 0 0,0 24 0,0-24 0,0 0 0,0 25 0,0-25 15,0 0-15,0 0 0,0 25 0,-25-25 0,25 0 16,0 25 0,0-25-16,0 0 0,0 0 0,0 25 0,0-25 0,0 0 0,0 0 0,0 0 15,0 24-15,0-24 0,0 0 0,0 0 0,0 0 0,0 25 0,0-25 16,25 0-16,-25 0 0,0 0 15,0 25-15,0-25 0,0 0 0,0 0 0,0 25 0,0-25 0,0 0 16,0 0-16,0 25 0,0-25 0,0 0 0,0 24 0,0-24 16,0 0-16,0 25 0,0-25 0,0 0 0,0 0 0,0 25 15,0-25-15,0 0 0,0 25 0,0-25 0,0 25 0,0-25 16,0 0-1,0 24-15,0-24 0,0 25 0,0-25 0,0 25 0,0-25 0,0 0 16,0 25-16,0-25 0,0 25 0,25-25 0,-25 24 0,0-24 0,0 25 0,0-25 16,0 25-1,0-25-15,0 25 0,0-25 0,0 0 0,0 25 0,0-25 0,0 24 0,0-24 0,0 25 16,0-25-16,0 25 0,0-25 0,24 0 0,-24 25 0,0-25 15,0 25-15,0-25 0,0 24 0,0-24 0,0 25 16,0 0-16,0-25 0,0 25 16,0-25-16,0 25 0,0-25 0,0 24 0,0-24 0,0 25 0,0-25 15,0 25-15,0-25 0,0 25 0,0-25 0,25 25 0,-25-25 16,0 25-16,0-25 0,0 24 0,0-24 0,0 25 0,0-25 15,0 25 1,0-25-16,0 25 0,0-25 0,0 25 0,0-25 0,0 24 0,0-24 0,0 25 16,25-25-16,-25 25 0,0-25 0,0 25 0,0-25 0,0 25 0,0-25 15,0 24-15,0-24 0,0 0 0,0 25 0,0-25 0,0 25 16,0-25-16,0 25 0,0-25 15,0 25-15,0-25 0,0 24 0,0-24 0,0 0 0,0 25 0,0-25 0,0 0 16,0 25-16,0-25 0,0 25 0,0-25 0,0 0 16,0 25-16,0-25 15,0 24-15,0-24 0,0 0 0,0 25 0,0-25 0,0 25 0,0-25 16,0 25-16,0-25 0,0 25 0,0-1 0,0-24 0,0 25 0,0-25 15,25 25-15,-25-25 16,0 25-16,0-25 0,0 25 0,0-25 0,0 0 16,0 24-16,0-24 0,0 0 0,0 25 0,0-25 0,0 0 0,0 25 0,0-25 15,0 0-15,-25 25 0,25-25 0,0 0 0,0 25 0,0-25 0,0 0 16,0 24-1,0-24-15,0 25 0,0-25 0,0 25 0,0-25 0,0 25 0,0-25 16,0 25-16,0-25 0,0 24 0,0-24 0,25 25 0,-25-25 0,0 25 0,0-25 16,0 0-16,-25 25 0,25-25 0,0 0 0,0 25 0,0-25 15,0 25 1,0-25-16,0 0 0,0 24 0,0-24 0,0 0 0,0 25 0,-25-25 0,25 0 15,0 25-15,0-25 0,0 25 0,0-25 0,0 0 0,0 25 0,0-25 16,0 24-16,0-24 0,0 0 16,0 25-16,0-25 0,0 25 0,0-25 15,0 25-15,0-25 0,0 25 0,0-25 0,25 24 0,-25 1 0,0-25 0,0 25 16,0-25-16,0 0 0,0 25 0,0-25 0,0 25 0,0-25 15,0 0-15,0 24 0,0-24 0,0 25 0,0-25 0,0 25 16,0 0-16,0-25 16,0 25-16,0-25 0,0 24 0,0-24 0,25 25 0,-25 0 0,0-25 15,0 25-15,0-25 0,0 25 0,0-25 0,0 24 0,0 1 0,0-25 16,0 25-16,0 0 0,25-25 0,-25 25 0,0-1 0,0-24 15,0 25-15,0 0 16,0-25-16,0 25 0,0 0 0,0-25 0,0 24 0,0 1 16,0-25-16,0 25 0,0-25 0,0 25 0,0-25 0,0 25 0,0 0 15,0-25-15,0 24 0,0-24 0,0 25 0,0-25 0,0 25 16,0-25-16,-25 25 0,25-25 0,0 25 0,0-25 0,0 24 15,0-24-15,0 25 0,0-25 0,0 0 0,-25 25 16,25-25-16,0 0 0,0 0 16</inkml:trace>
  <inkml:trace contextRef="#ctx0" brushRef="#br0" timeOffset="74451.2583">4961 7466 0,'0'0'0,"0"0"16,0 0-16,0 0 0,0 0 0,0 0 0,0 0 15,0 0-15,0 0 0,0 0 16,0 0-16,0 0 0,0 0 0,25-25 0,-25 25 0,0 0 0,0 0 16,0 0-16,0 0 0,0 0 0,0 0 0,0 0 0,0 0 0,0 0 15,0 0-15,0 0 0,0 0 16,0 0-16,0 0 0,0 0 0,0 0 0,0 0 15,0 0-15,0 0 0,0 0 0,0 0 0,0 0 0,0 0 0,0 0 16,-25 0-16,25 0 0,0 0 0,0 0 0,0 0 0,0 0 0,0 0 16,0 0-16,0 0 0,0 0 15,0 0-15,0 0 0,0-24 0,0 24 0,0 0 16,0 0-16,0 0 0,0 0 0,0 0 0,0 0 0,0 0 15,0 0-15,0 0 0,0 0 0,0 0 0,0 0 0,0 0 16,0 0-16,0 0 0,0 0 0,0 0 0,0 0 0,-25-25 16,25 25-16,0 0 0,0 0 15,0 0-15,0 0 0,0 0 0,0 0 0,0 0 0,0 0 16,0 0-16,0 0 0,0 0 0,0 0 0,0 0 0,0 0 0,0 0 15,0 0-15,-25 0 0,25 0 0,0 0 0,0 0 0,0 0 16,0 0-16,0 0 0,0-25 0,0 25 0,0 0 0,-24 0 16,24 0-16,0 0 15,0 25-15,0-25 0,0 0 0,0 0 0,0 0 0,0 0 0,0 0 0,0 0 16,0-25-16,0 25 0,0 0 15,0 0-15,0 0 0,-25 0 0,25 0 16,0 0-16,0 0 0,0 0 0,0 0 0,0 0 0,0 0 0,0 0 0,0 0 0,0 0 0,0-25 16,-25 25-16,25 0 0,0 0 0,0 0 0,0 0 15,0 0-15,0 0 16,0 0-16,0 0 0,0 0 0,0 0 0,0 0 0,0 0 0,-25 0 15,25 0-15,0 0 0,0 0 0,0 0 0,0 0 0,0 0 0,0 0 16,0 0-16,0 0 0,0 0 0,0 0 0,0 0 0,-25-25 16,25 25-16,0 0 15,0 0-15,0 0 0,0 0 0,0 0 0,0 0 0,0 0 16,0 0-16,-25 0 0,25 0 0,0 0 0,0 0 0,0 0 0,0 0 15,0 0-15,0 0 0,-24 0 0,24 0 0,0 0 0,0 0 0,0 0 16,-25 0-16,25 0 16,0 0-16,0 0 0,0 0 0,0 0 0,-25 0 15,25 0-15,0 0 0,0 0 0,0 0 0,-25 0 0,25 0 0,0 0 16,0 0-16,0 0 0,0 0 0,0 0 0,-25 0 0,25 0 0,0 0 15,0 0-15,0 0 0,0 0 0,0 0 0,0 0 0,-24 0 16,24 0-16,0 0 16,0 0-16,0 0 0,0 0 0,0 0 0,0 0 0,0 0 15,-25 0-15,25 0 0,0 0 0,0 0 0,0 0 0,0 0 0,0 0 16,0 0-16,-25 0 15,25 0-15,0 0 0,0 0 0,0 0 0,0 0 0,-25 0 0,25 0 16,0 0-16,0 0 0,0 0 0,-25 0 0,25 0 16,0 0-16,0 0 0,0 0 0,-24 0 0,24 25 0,0-25 0,0 0 0,-25 0 15,25 0-15,0 0 0,-25 0 0,25 0 0,0 0 0,0 0 16,-25 0-16,25 0 0,0 25 0,-25-25 15,25 0-15,0 0 0,0 0 0,0 0 0,-24 0 16,24 0-16,0 0 0,0 0 0,0 0 0,0 0 0,0 0 16,-25 0-16,25 25 0,0-25 0,0 0 0,0 0 0,0 0 0,0 0 15,0 0 1,0 0-16,-25 0 0,25 0 0,0 0 0,0 0 0,0 0 0,0 0 15,0 25-15,0-25 0,0 0 0,-25 0 0,25 0 0,0 0 0,0 0 16,0 0-16,0 0 0,0 0 0,0 24 0,0-24 0,-25 0 16,25 0-16,0 0 0,0 0 0,0 0 0,0 0 0,0 0 15,-24 25 1,24-25-16,0 0 0,0 0 0,0 0 0,0 0 0,0 0 0,-25 0 15,25 0-15,0 25 0,0-25 0,0 0 0,0 0 0,0 0 0,0 0 0,-25 0 16,25 0-16,0 0 0,0 25 0,0-25 0,0 0 16,0 0-16,0 0 15,0 0-15,0 0 0,0 0 0,-25 25 0,25-25 0,0 0 0,0 0 16,0 0-16,0 0 0,0 0 0,0 24 0,0-24 0,0 0 15,0 0-15,0 0 0,0 0 0,0 0 0,0 25 0,0-25 0,0 0 47,0 0-47,0 0 0,0 0 0,0 0 0,0 25 0,0-25 0,0 0 0,0 0 0,0 0 0,0 0 0,0 25 0,0-25 0,0 0 0,0 0 0,0 0 0,0 0 16,0 25-16,0-25 0,0 0 0,0 0 0,0 0 15,0 0-15,0 24 0,0-24 16,0 0-16,0 0 0,0 0 0,0 25 0,0-25 16,0 0-16,0 0 0,0 0 0,0 0 0,0 25 0,0-25 0,0 0 0,25 0 0,-25 0 15,0 0-15,0 0 0,0 0 0,0 25 0,0-25 16,0 0-16,0 0 15,0 0-15,0 0 0,0 0 0,25 25 0,-25-25 0,0 0 0,0 0 16,0 0-16,0 0 0,0 24 0,0-24 0,25 0 0,-25 0 0,0 0 0,0 0 16,0 0-16,0 25 15,0-25-15,24 0 0,-24 0 0,0 0 0,0 0 0,0 0 0,0 25 0,25-25 16,-25 0-16,0 0 0,0 0 0,0 0 0,0 0 0,0 0 15,25 0-15,-25 25 0,0-25 0,0 0 0,0 0 16,0 0-16,25 0 16,-25 0-16,0 0 0,0 0 0,0 0 0,25 0 0,-25 0 0,0 25 15,0-25-15,24 0 0,-24 0 0,0 0 0,0 0 0,0 0 0,25 0 16,-25 0-16,0 0 0,0 0 15,25 0-15,-25 0 0,0 24 0,25-24 0,-25 0 0,0 0 16,0 0-16,25 0 0,-25 0 0,0 0 0,0 0 0,24 0 0,-24 0 16,0 0-16,0 0 0,0 0 0,0 0 0,0 25 0,25-25 15,-25 0 1,0 0-16,0 0 0,0 0 0,0 0 0,0 0 0,25 0 0,-25 0 0,0 0 15,0 0-15,0 0 0,25 0 0,-25 0 0,0 0 0,0 0 0,0 0 16,0 0-16,0 0 0,25 0 0,-25 0 0,0 0 0,0 0 16,0 0-16,0 0 0,24 0 0,-24 0 15,0 0-15,0 0 0,0 0 16,0 0-16,25 0 0,-25 0 0,0 0 0,0 0 0,0 0 0,0 0 15,25 0-15,-25 0 0,0 0 0,0 0 0,0 0 16,0 0-16,25 0 0,-25 0 0,0 0 0,0 0 0,0 0 0,0 0 16,0 0-16,0 0 0,25 0 0,-25 0 0,0 0 0,0 0 15,0 0 1,0 0-16,0 0 0,24 0 0,-24-25 0,0 25 0,0 0 0,0 0 15,0 0-15,0 0 0,25 0 0,-25 0 0,0 0 0,0 0 0,0 0 16,25 0-16,-25 0 0,0 0 0,0 0 0,0-24 0,0 24 16,0 0-16,25 0 0,-25 0 0,0 0 0,0 0 0,0 0 15,0 0 1,0 0-16,0 0 0,25 0 0,-25 0 0,0 0 0,0-25 0,0 25 0,25 0 15,-25 0-15,0 0 0,0 0 0,0 0 0,0 0 0,0 0 0,24 0 16,-24-25-16,0 25 0,0 0 0,0 0 0,0 0 0,0 0 16,25 0-1,-25 0-15,0-25 0,0 25 0,0 0 0,0 0 0,0 0 0,0 0 16,25 0-16,-25 0 0,0 0 0,0-25 0,0 25 0,0 0 0,0 0 0,0 0 15,0 0-15,0 0 0,0 0 0,25-24 0,-25 24 0,0 0 16,0 0-16,0 0 0,0 0 0,0 0 16,0 0-16,0-25 0,0 25 15,0 0-15,0 0 0,0 0 0,25 0 0,-25 0 0,0-25 0,0 25 0,0 0 16,0 0-16,0 0 0,0 0 0,0 0 0,0-25 0,0 25 15,0 0-15,0 0 0,0 0 0,0 0 16,0-25-16,0 25 0,0 0 0,24 0 16,-24 0-16,0-24 0,0 24 0,0 0 0,0 0 0,0 0 0,0 0 15,0-25-15,0 25 0,0 0 0,0 0 0,0 0 0,0 0 16,0-25-16,0 25 0,0 0 0,0 0 0,0 0 15,0 0-15,0 0 0,0-25 16,0 25-16,0 0 0,0 0 0,0 0 0,0 0 0,0 0 16,0 0-16,0-25 0,0 25 0,0 0 0,0 0 0,-24 0 0,24 0 0,0 0 15,0 0-15,0-24 0,0 24 0,0 0 0,0 0 0,0 0 16,0 0-16,0-25 15,0 25-15,0 0 0,-25 0 0,25 0 0,0 0 0,0 0 16,0 0-16,0-25 0,0 25 0,0 0 0,0 0 0,-25 0 0,25 0 16,0 0-16,0 0 0,0 0 0,0 0 15,0 0-15,0 0 0,0-25 0,0 25 0,0 0 0,0 0 16,0 0-16,0 0 0,0 0 0,-25 0 0,25 0 0,0 25 0,0-25 15,0 0-15,0 0 0,0 0 0,0 0 0,-25 0 0,25 0 16,0 0 0,0 0-16,0 0 0,0 0 0,-24 0 0,24 0 0,0 0 0,0 0 0,0 0 15,0 0-15,-25 0 0</inkml:trace>
  <inkml:trace contextRef="#ctx0" brushRef="#br0" timeOffset="87839.0241">4465 11038 0,'25'0'0,"-25"-25"0,0 25 15,0 0-15,0-25 0,24 25 0,-24 0 0,0-24 0,0 24 0,0-25 16,25 25-16,-25-25 0,0 25 0,0 0 0,0-25 16,0 25-16,0-25 15,25 25-15,-25-24 0,0 24 0,0-25 0,0 25 0,0-25 16,25 25-16,-25-25 0,0 25 0,0-25 0,0 25 0,0-24 15,0 24-15,0 0 0,0 0 0,25-25 0,-25 25 0,0 0 0,0 0 16,0 0-16,0 0 0,0 0 0,0 0 0,0 0 0,0 0 16,0 0-16,0 0 0,0 0 15,0 0-15,-25 0 0,25 0 0,0 0 0,0 0 16,0 0-16,0 0 0,0 0 0,0 0 0,0 0 0,0 25 0,0-25 15,0 0-15,0 24 0,0-24 0,0 0 0,0 25 0,0 0 0,0-25 32,0 25-32,0 0 0,0-25 0,-25 24 0,25 1 0,0 0 0,0-25 0,0 25 0,0 0 15,0-25-15,0 24 0,0 1 0,0-25 0,0 25 0,0-25 16,0 25-16,25 0 0,-25-25 15,0 24-15,0-24 0,0 25 0,0-25 0,0 0 0,0 25 16,0-25-16,0 0 0,0 25 0,-25-25 0,25 0 16,0 0-16,0 25 0,0-25 0,0 0 0,0 0 0,0 0 0,0 0 15,0 0-15</inkml:trace>
  <inkml:trace contextRef="#ctx0" brushRef="#br0" timeOffset="88755.0765">5705 10889 0,'0'0'0,"0"0"0,0 0 16,0 0-16,0 0 0,0 0 0,-25 0 0,25 0 15,0 0-15,0 0 16,0 0-16,0 0 0,0 0 0,0 0 0,0-25 0,0 25 0,0 0 16,0 0-16,0 0 0,0 0 0,0 0 0,0-24 0,0 24 0,0 0 15,0 0-15,0 0 0,0-25 0,-25 25 0,25 0 16,0 0-16,0-25 0,25 25 0,-25 0 0,0 0 15,0-25-15,0 25 0,0 0 0,0 0 16,0 0-16,0-25 0,0 25 0,0 0 0,0 0 0,0 0 0,0 0 0,0 0 16,25-24-16,-25 24 0,0 0 0,0 0 0,0 0 0,25 0 15,-25 0 1,0 0-16,0 0 0,0 0 0,25 0 0,-25 0 0,0 0 0,0 0 15,0 0-15,24 24 0,-24-24 0,0 0 0,0 0 0,0 25 16,0-25-16,0 25 0,0-25 0,0 25 0,0-25 16,0 25-16,0-1 0,0-24 0,0 25 0,0-25 15,0 25-15,0 0 0,0-25 0,-24 25 0,24-1 16,0-24-16,0 25 0,-25-25 0,25 25 0,0 0 0,0-25 0,-25 25 0,25-25 15,0 24-15,0-24 0,0 25 0,0-25 0,-25 0 16,25 25-16,0-25 0,0 0 0,0 0 0,0 25 16,0-25-16,0 0 0,0 0 0,0 0 15,0 0-15,0 0 0,0 0 0,0 0 0,0 0 0,0 0 0,25 0 16,-25 0-16,0 0 0,0 0 0,0 0 0,25 0 15,-25 0-15,0 0 0,0 0 0,25 0 0,-25 0 0,0 0 32,0 0-32,24 0 0,-24 0 0,0 0 0,25 0 0,-25-25 0,0 25 0,25 0 0,-25 0 15,0 0-15,25 0 0,-25 0 0,0 0 0,25 0 0,-25 0 0,0 0 16,25 0-16,-25 0 0,0 0 0,24 0 0,-24 0 0,25 0 0,-25 0 15,0 0-15,25 0 16,-25 0-16,0 0 0,25 0 0,-25 0 0,0 0 0</inkml:trace>
  <inkml:trace contextRef="#ctx0" brushRef="#br0" timeOffset="89656.128">7045 10666 0,'0'0'0,"0"0"0,0 0 15,0 0-15,0 0 0,0 0 0,-25 0 0,25 0 16,0 0-16,0 0 0,0 0 0,0 0 16,0 0-16,0 0 0,-25 0 0,25 0 15,0 0-15,0 0 0,0 0 0,0 0 0,0 0 0,0 0 16,0 0-16,-25 0 0,25 0 0,0 0 0,0-25 0,0 25 0,0 0 0,0 0 15,0 0-15,0 0 0,0 0 0,0 0 0,0 0 0,0-25 16,0 25 0,0 0-16,0 0 0,0-24 0,0 24 0,0 0 0,0 0 0,25 0 0,-25-25 15,0 25-15,0 0 0,25 0 0,-25 0 0,0-25 0,0 25 16,25 0-16,-25 0 0,0 0 0,24 0 0,-24 0 0,0 0 15,0 0-15,25 0 16,-25 0-16,0 0 0,25 0 0,-25 0 0,0 0 0,0 25 16,0-25-16,0 0 0,0 25 0,0-25 0,0 24 0,0-24 0,0 0 15,0 25-15,0-25 0,0 25 0,0-25 0,0 25 0,0-25 16,-25 25-16,25-25 15,0 24-15,0-24 0,0 25 0,-25-25 0,25 25 0,0-25 0,0 25 16,-24-25-16,24 0 0,0 25 0,0-25 0,0 0 0,0 0 16,0 24-16,0-24 0,0 0 0,-25 0 0,25 0 0,0 0 31,0 0-31,0 0 0,0 0 0,0 0 0,25 0 0,-25 0 0,0 0 15,0 0-15,0 0 0,24 0 0,-24-24 16,0 24-16,0 0 0,25 0 0,-25 0 0,0 0 0,0 0 0,25 0 0,-25 0 0,0 0 16,25 0-16,-25 0 0,0 0 0,0 0 0,25 24 0,-25-24 0,0 0 15,0 0-15,24 25 0,-24-25 0,0 0 0,0 25 0,0-25 16,0 0-16,0 25 0,0-25 0,0 25 0,0-25 0,0 0 15,0 24-15,0-24 16,0 0-16,0 25 0,0-25 0,-24 0 0,24 25 0,0-25 16,0 0-16,0 0 0,-25 25 0,25-25 0,0 0 0,0 25 0,-25-25 15,25 0-15,0 0 0,-25 0 0,25 0 0,0 0 0,0 24 0,-25-24 16,25 0-16,0 0 0,0 0 0,-24 0 15,24 0-15,0 0 0,0-24 16,0 24-16,0 0 0,0 0 0,-25 0 0,25 0 0,0 0 0,0-25 16,0 25-16,0 0 0,25 0 0,-25 0 0,0 0 0,0-25 0,0 25 15,0 0-15,24 0 0,-24 0 0,0-25 16,25 25-16,-25 0 0,25 0 0,-25 0 0,25 0 15,0-25-15</inkml:trace>
  <inkml:trace contextRef="#ctx0" brushRef="#br0" timeOffset="90444.1731">8136 10666 0,'0'0'0,"0"0"16,0 0-16,0 0 0,0-25 0,0 25 0,0 0 0,0 0 15,0 0 1,0 0-16,0 0 0,0 0 0,0 0 0,0 0 0,0 0 0,0 0 0,0 0 16,0 0-16,0 0 0,0 0 0,0 0 0,0 0 0,0 0 15,0 0-15,0 0 0,0 0 0,0 0 0,0 0 16,0 0-16,0 25 0,0-25 15,0 0-15,-25 25 0,25-25 0,0 0 0,0 25 0,0-25 0,0 24 16,0-24-16,0 25 0,0-25 0,0 25 0,0-25 0,0 0 16,0 25-1,0-25-15,0 25 0,0-25 16,0 24-16,0-24 0,0 0 0,0 0 0,0 25 0,0-25 0,25 0 0,-25 0 0,0 25 0,0-25 15,0 0-15,0 0 0,0 0 0,25 0 0,-25 25 0,0-25 0,0 0 16,25 0-16,-25 0 0,0 0 0,24 25 0,-24-25 0,0 0 0,25 0 16,-25 0-16,0 24 0,0-24 0,25 0 0,-25 0 0,0 25 15,25-25-15,-25 0 16,0 0-16,0 25 0,25-25 0,-25 0 0,0 0 0,0 25 0,0-25 15,0 0-15,0 0 0,0 0 0,0 25 0,0-25 0,0 0 0,0 0 16,0 0-16,0 0 0,0 24 16,0-24-16,0 0 0,0 0 0,-25 25 0,25-25 15,0 0-15,0 0 0,-25 0 0,25 25 0,0-25 0,-25 0 16,25 0-16,0 0 0,-25 0 0,25 0 0,0 25 0,0-25 0,-24 0 0,24 0 15,0 0-15,0-25 0,0 25 0,-25 0 0,25 0 16,0 0-16,0-25 16,0 25-16,0 0 0,0-25 0,0 25 0</inkml:trace>
  <inkml:trace contextRef="#ctx0" brushRef="#br0" timeOffset="90565.18">8310 10716 0,'0'0'0,"0"-25"0,0 25 15,0 0-15,0 0 0,0 0 0,0 0 0,0 0 16,24 0-16,-24 0 0,0-25 0,0 25 0,25 0 0,-25 0 15,25 0-15,-25 0 0,25 0 0,0 0 0,-25 0 16,24 25-16,1-25 0,0 0 16,-25 0-16,25 0 0,0 0 0,-1 0 0,1 0 15,0 0-15,0 0 0,0 0 0,-1 0 0</inkml:trace>
  <inkml:trace contextRef="#ctx0" brushRef="#br0" timeOffset="91185.2154">10195 10716 0,'0'0'0,"0"0"16,0 0-16,-25 0 0,25 0 0,0 0 0,0 0 0,0 0 15,0 24-15,0-24 16,0 0-16,0 0 0,-25 25 0,25-25 0,0 25 0,0-25 0,0 0 0,0 25 15,0 0-15,0-25 0,0 24 0,0-24 0,0 25 0,0-25 16,-25 25-16,25 0 16,0-25-16,0 25 0,0-1 0,0-24 0,0 25 0,0-25 0,0 25 15,0-25-15,0 25 0,-24-25 0,24 25 0,0-25 0,0 24 16,0-24-16,0 25 0,0-25 0,0 25 0,-25-25 0,25 0 0,0 25 15,0-25 1,0 0-16,0 0 0,0 0 0,-25 0 0,25 25 0,0-25 0,0-25 16,0 25-16,0 0 0,0 0 0,0 0 0,0 0 15</inkml:trace>
  <inkml:trace contextRef="#ctx0" brushRef="#br0" timeOffset="91367.2259">10145 11013 0,'0'0'0,"25"0"0,-25 0 0,0 0 15,25 0-15,-25-25 0,25 25 16,-25 0-16,24 0 0,-24 0 0,25 0 0,-25 0 0,25 0 0,-25 0 0,25 0 0,0 0 15,-25 0-15,24 0 0,1 0 0,-25 0 0,25 0 16,0 0-16,0 0 0,-25 0 16,24 0-16,1-24 0,-25 24 0,25 0 0,-25 0 0,25 0 15,-25 0-15,0 0 0,25-25 0,-25 25 0,0 0 0,0 0 16,0 0-16</inkml:trace>
  <inkml:trace contextRef="#ctx0" brushRef="#br0" timeOffset="91598.2391">10592 10840 0,'0'0'0,"0"-25"0,0 25 31,0 0-31,0 0 0,0-25 0,0 25 0,0 0 0,0-25 0,0 25 0,0 0 0,0 0 47,0 0-47,0-25 0,0 25 0,0 0 0,-25 0 0,25 0 0,0 0 0,0 0 0,0 0 0,0 0 0,0 25 0,0-25 0,0 0 0,0 0 0,0 25 0,0-25 0,0 0 0,0 25 0,0-25 16,0 25-16,0-1 0,0-24 15,0 25-15,0-25 0,0 25 0,0-25 0,0 25 16,-25 0-16,25-25 0,0 24 0,0-24 0,0 25 0,0-25 0,0 25 15,0-25-15,-25 25 0,25 0 0,0-25 0,0 0 0,0 24 16,0-24-16,0 25 0,0-25 16,0 25-16,0-25 0,0 0 0,0 0 0,0 25 0,0-25 15,0 0-15,25 0 0,-25 0 0,0 0 0</inkml:trace>
  <inkml:trace contextRef="#ctx0" brushRef="#br0" timeOffset="91953.2594">10939 11013 0,'25'0'0,"-25"-25"16,0 25-16,0 0 0,0-24 0,0 24 0,0 0 0,0 0 0,0 0 15,0-25-15,0 25 16,0 0-16,0 0 0,0 0 0,0 0 0,0 0 0,0 0 15,0 0-15,0 0 0,0 0 0,0 0 0,0 0 0,0 0 0,0 0 16,0 0-16,0 0 0,0 0 0,0 0 0,0 25 0,0-25 16,0 24-16,0-24 0,0 25 15,0-25-15,0 25 0,0-25 0,0 25 0,0 0 16,0-25-16,0 24 0,0-24 0,0 25 0,0 0 15,0-25-15,0 25 0,0-25 0,0 25 0,0 0 0,0-25 0,0 24 0,0-24 0,0 0 16,-25 25-16</inkml:trace>
  <inkml:trace contextRef="#ctx0" brushRef="#br0" timeOffset="111877.399">9376 11857 0,'0'0'16,"0"0"-16,0 0 0,0-25 0,0 25 0,0 0 0,0 0 16,0 0 108,0 0-124,0 0 0,0 0 0,0 25 0,0-25 0,0 0 0,0 0 0,0 0 0,0 0 0,0 24 0,0-24 0,0 0 0,0 25 0,0-25 0,-25 25 0,25-25 0,0 25 0,0-25 0,0 25 0,0-1 0,0-24 0,-24 25 0,24 0 0,0 0 0,0-25 0,0 25 0,0-1 0,-25 1 0,25-25 0,0 25 16,0 0-16,0 0 0,0-25 0,0 25 0,0-25 0,-25 24 0,25 1 0,0-25 0,0 25 0,0-25 0,0 0 16,0 25-16,0-25 0,0 25 0,0-25 0,0 0 0,0 0 0,0 0 15,0 24-15,0-24 0,0 0 0,0 0 0,0 0 0,0 0 16,0 0-16,0 0 0,0 0 15,0 0-15,0 0 0,0-24 0,0 24 0,0 0 0,0-25 16,0 25-16,0 0 0</inkml:trace>
  <inkml:trace contextRef="#ctx0" brushRef="#br0" timeOffset="112330.4249">9302 12204 0,'0'0'0,"25"0"0,-25 0 0,0 0 0,0 0 0,0 0 16,0 0-16,0 0 0,0 0 0,24-25 0,-24 25 16,0 0-16,25 0 0,-25 0 15,0 0-15,25 0 0,-25 0 0,25 0 0,0 0 16,-25 0-16,24 0 0,1 0 0,-25 0 0,25 0 0,0 0 15,-25 0 1,25 0-16,-1-25 0,-24 25 0,25 0 0,-25 0 0,25 0 0,-25 0 0,25 0 0,-25 0 0,25 0 0,-25 0 16,0 0-16,24 0 0,-24 0 0,0 0 0,0 0 0,0 0 15,25 0-15,-25 0 0,0 0 0,0-25 0,0 25 0,0 0 16,-25 0-1,25 0-15,0 0 0,0 0 0,0 0 0,0-24 0,0 24 0,0 0 0,0 0 16,0 0-16,0 0 0,-24-25 0,24 25 0,0 0 0,0 0 0,0 0 16,0-25-16,0 25 0,0 0 0,0 0 0,0-25 15,0 25-15,0 0 0,0 0 16,0-25-16,0 25 0,0 0 0,0 0 0,0 0 15,0 0-15,0 0 0,0 0 0,0 0 0,0 0 0,0 0 0,0 0 0,0 0 16,0 0-16,0 0 0,0 0 0,0 0 0,0 25 0,0-25 16,0 0-16,0 25 0,0-25 0,0 0 0,0 25 0,0-25 15,0 25-15,0-1 0,0-24 16,0 25-16,0-25 0,0 25 0,0 0 0,0-25 0,0 25 15,0-25-15,-25 25 0,25-1 0,0-24 0,0 25 0,0 0 0,0-25 16,0 25-16,0-25 0,0 25 0,0-25 0,0 24 16,0-24-16,0 25 15,0-25-15,0 25 0,0-25 0,0 0 0,0 0 0,0 25 0,0-25 16,0 0-16,0 0 0,0 0 0,0 0 0,0 0 0</inkml:trace>
  <inkml:trace contextRef="#ctx0" brushRef="#br0" timeOffset="112729.4477">9748 12551 0,'0'25'0,"0"-25"15,0 0-15,0 0 0,0 0 0,0 0 0,0 0 0,0-25 16,0 25-16,0 0 0,25 0 0,-25 0 0,0 0 0,0-25 16,0 25-16,25 0 0,-25 0 0,0-24 0,0 24 0,25 0 15,-25-25-15,0 25 16,0 0-16,24-25 0,-24 25 0,0 0 0,0-25 0,0 25 0,25 0 0,-25-25 15,0 25-15,0-24 0,0 24 0,0 0 0,0-25 0,25 25 16,-25-25-16,0 25 0,0 0 0,0-25 0,0 25 16,0 0-16,0-25 0,0 25 15,0 0-15,0 0 0,0 0 0,0 0 0,0 0 0,0 0 0,0 0 0,0 0 16,0 0-16,0 0 0,0 0 0,0 0 0,0 0 0,0 25 15,0-25-15,0 0 0,0 25 0,0-25 16,0 25-16,0-25 0,0 25 0,0-25 16,0 24-16,0 1 0,0-25 0,0 25 0,0 0 0,0-25 0,0 25 0,0-1 15,0-24-15,0 25 0,0-25 0,0 25 16,0-25-16,0 25 0,0 0 0,0-25 0,0 24 0,0-24 0,0 0 15,0 25-15,-25-25 16,25 0-16,0 0 0</inkml:trace>
  <inkml:trace contextRef="#ctx0" brushRef="#br0" timeOffset="113252.4776">10691 12179 0,'-25'0'0,"25"0"16,0-25-16,0 25 0,0 0 0,0 0 0,0 0 0,0 0 16,0 0-16,0 0 0,0 0 0,0 0 0,0 0 0,0 0 15,25 0-15,-25 0 16,0 0-16,0 0 0,25 0 0,-25 0 0,0 0 0,24 0 0,-24 0 15,25 0-15,-25 0 0,25 0 0,-25 0 0,25 0 0,-25 0 16,25 0-16,-25 0 0,24 0 0,-24 0 0,25 0 0,-25 0 0,25 0 16,-25 0-16,25 0 0,-25 0 15,0 0-15,0 0 0,25 0 0,-25 0 0,0 0 16,0 0-16,0 0 0,0 0 0,0 0 0,0 0 0</inkml:trace>
  <inkml:trace contextRef="#ctx0" brushRef="#br0" timeOffset="113497.4916">10914 12055 0,'0'0'0,"0"0"16,0 0-16,0 0 0,0 0 0,0 0 0,0 0 16,0 0-16,0 0 0,0 0 15,0 0-15,0 25 0,0-25 0,0 0 0,0 0 0,0 0 0,0 25 16,0-25-16,0 24 0,0-24 0,0 25 0,0 0 0,0-25 0,0 25 15,0 0-15,0-25 0,-25 25 0,25-1 0,0-24 16,0 25-16,0 0 0,0 0 0,0-25 0,0 25 16,0-1-16,0-24 0,0 25 0,0-25 0,0 25 0,0-25 15,0 25-15,-25-25 0,25 25 16,0-25-16,0 0 0,0 24 0,0-24 0,0 0 15,25 0-15,-25 0 0,0 0 0</inkml:trace>
  <inkml:trace contextRef="#ctx0" brushRef="#br0" timeOffset="113862.5124">11435 12030 0,'0'0'0,"0"0"16,0 0-16,0 0 0,0 0 0,0 0 15,0 0-15,0 0 0,0 0 0,0 0 0,0 0 16,0 0-16,0 0 0,0 0 0,0 25 15,0-25-15,0 0 0,0 25 0,0-25 0,0 25 0,0-25 0,0 24 0,0-24 16,0 25-16,0 0 0,0-25 0,0 25 0,0 0 16,0-25-16,0 25 0,0-1 0,0-24 0,0 25 15,0-25-15,-25 25 0,25 0 0,0-25 0,0 25 0,0-25 16,0 24-16,0-24 0,0 25 0,0-25 0,0 25 0,0-25 15,0 0-15,0 25 16,0-25-16,0 0 0,0 0 0,0 25 0,0-25 0,-25 0 0,25 0 16,0 0-16,0 0 0,0 0 0,0-25 0,0 25 0,0 0 0,0 0 15,0-25-15,0 25 0</inkml:trace>
  <inkml:trace contextRef="#ctx0" brushRef="#br0" timeOffset="114048.5232">11410 12229 0,'0'0'15,"0"0"-15,0 0 0,0 0 0,0 0 0,0 0 16,25 0-16,-25 0 0,0 0 0,0 0 0,25 0 15,-25 0-15,0 0 0,25 0 0,-25 0 0,0 0 0,24 0 0,-24 0 16,25 0-16,-25 0 0,25 0 0,0 0 0,-25 0 0,25 0 16,-25 0-16,24 0 15,1-25-15,-25 25 0,25 0 0,-25 0 0,25 0 0,-25 0 0,25 0 16,-25-25-16,0 25 0,24 0 0,-24 0 0,0 0 0,0 0 15,0-25-15,25 25 0,-25 0 0,0 0 0</inkml:trace>
  <inkml:trace contextRef="#ctx0" brushRef="#br0" timeOffset="114276.5361">11757 12055 0,'0'-25'0,"0"25"0,0 0 0,0 0 16,0 0-16,0-25 0,0 25 0,0 0 15,0 0-15,-24 0 0,24 0 0,0 0 16,0 0-16,0 0 0,0 0 0,0 0 0,0 25 16,0-25-16,0 0 0,0 0 0,0 25 0,0-25 0,0 25 0,0-25 0,0 25 15,0-25-15,0 24 0,0 1 0,0 0 0,0-25 16,0 25-16,-25 0 0,25 0 0,0-1 15,0-24-15,0 25 0,0 0 0,-25 0 16,25-25-16,0 25 0,0-1 0,0-24 0,0 25 0,0-25 0,-25 25 16,25-25-16,0 25 0,0-25 0,0 25 0,0-25 0,0 0 0,0 24 15,0-24-15,0 0 0,0 0 0,0 0 0,0 0 0,0 0 16,0 0-16,0 0 0,0 0 15</inkml:trace>
  <inkml:trace contextRef="#ctx0" brushRef="#br0" timeOffset="114659.5581">11757 12452 0,'0'0'0,"0"0"0,0 0 15,0 0-15,0 0 0,0 0 0,0 0 0,25 0 0,-25 0 0,0 0 16,0 0-16,0 0 0,0 0 0,0-25 0,0 25 15,0 0-15,25 0 16,-25 0-16,0 0 0,0 0 0,0 0 0,25 0 0,-25 0 0,0 25 16,0-25-16,0 0 0,0 0 0,25 0 0,-25 0 15,0 0-15,0 0 0,0 25 0,0-25 0,0 0 0,-25 0 0,25 25 16,0-25-16,0 24 0,0-24 0,0 0 0,-25 25 0,25-25 15,0 25-15,0-25 0,-25 0 0,25 25 0,0-25 0,0 25 16,-25-25 0,25 0-16,0 24 0,0-24 0,-24 0 0,24 25 0,0-25 0,0 0 0,0 0 15,0 25-15,0-25 0,-25 0 0,25 0 0,0 0 0,25 0 0,-25 25 16,0-25-16,0 0 0,0 0 0,0 0 0,0 0 0,0 0 15,24 0 1,-24 0-16,25 0 0,-25 0 0,25 0 0,-25 0 0,25 0 0,-25-25 16,25 25-16,-1 0 0,-24 0 0,25 0 0,0 0 0,-25 0 0,25 0 15,0 0-15,-25-25 0,24 25 0,1 0 0,-25 0 0,25 0 16,0 0-16,-25 0 0</inkml:trace>
  <inkml:trace contextRef="#ctx0" brushRef="#br0" timeOffset="115024.579">12526 12353 0,'0'0'0,"-24"0"0,24 0 0,0 0 16,0-25-16,0 25 0,0 0 0,0 0 0,0 0 15,0 0-15,0 0 0,0 0 0,0 0 0,0 0 0,0 0 16,24 0-16,-24 0 0,0 0 0,0 0 0,25 0 0,-25 0 16,25 0-16,-25 0 15,25 0-15,-25 0 0,25 0 0,-1 0 0,-24 0 0,25 0 0,0 0 0,-25 0 16,25 0-16,0 0 0,-25 0 0,24 0 0,1 0 15,-25 0-15,25 0 0,0 0 0,-25 0 0,25 0 0,-25 25 16,24-25-16,-24 0 0,0 0 0,25 0 0,-25-25 16,0 25-16,0 0 0,0 0 0,0 0 15</inkml:trace>
  <inkml:trace contextRef="#ctx0" brushRef="#br0" timeOffset="115268.5929">12898 12154 0,'0'0'0,"0"0"15,0 0-15,0 0 0,0-25 0,0 25 0,0 0 0,25 0 16,-25 0-16,0 0 0,0 0 0,0 0 0,25 0 15,-25 0-15,0 0 0,0 0 0,25 0 0,-25 25 16,25-25-16,-25 0 0,0 0 16,24 25-16,-24-25 0,0 0 0,25 25 0,-25-25 0,0 25 0,0-25 0,0 25 15,0-1-15,0-24 0,0 25 0,0-25 0,0 25 0,0 0 16,0-25-16,-25 25 15,25-25-15,0 24 0,-24-24 0,24 25 0,-25-25 16,25 25-16,-25-25 0,25 25 0,-25-25 0,25 0 0,-25 25 0,1-25 0,24 24 16,-25-24-16,25 0 0,-25 25 0,25-25 0,-25 0 0,25 0 15,0 0-15,-25 0 0,25 0 0,0 0 16,0 0-16</inkml:trace>
  <inkml:trace contextRef="#ctx0" brushRef="#br0" timeOffset="115728.6193">13618 11881 0,'0'0'0,"0"0"16,0 0-16,0-24 0,0 24 0,0 0 0,0 0 15,0 0 1,0 0-16,0 24 0,0-24 0,0 0 0,-25 0 0,25 25 0,0-25 15,0 25-15,0-25 0,0 25 0,0 0 0,-25-25 0,25 24 0,0 1 16,0 0-16,0 0 0,0-25 0,-25 25 0,25-1 0,0 1 16,0 0-16,0-25 0,-24 25 0,24 0 15,0 0-15,0-25 0,0 24 0,0 1 0,-25-25 0,25 25 0,0 0 16,0-25-16,0 25 0,0-25 0,0 24 0,0-24 15,-25 25-15,25-25 16,0 25-16,0-25 0,0 0 0,0 0 0,0 0 0,-25 25 16,25-25-16,0 0 0,0 0 0,0-25 0,0 25 0,0 0 0,0 0 0,0 0 15,0-25-15</inkml:trace>
  <inkml:trace contextRef="#ctx0" brushRef="#br0" timeOffset="115908.6295">13519 12179 0,'0'0'0,"0"0"0,24 0 0,-24 0 16,0 0-16,25 0 0,-25 0 0,0 0 0,25 0 0,-25 0 15,25 0-15,-25 0 0,25 0 0,-1 0 0,-24 0 0,25 0 16,0 0-16,0 0 0,-25 0 0,25 25 16,-1-25-16,1 0 0,0 0 0,0 0 0,-25 0 0,25 0 15,-1 0-15,1-25 0,-25 25 0,25 0 0,-25 0 0,25 0 16,-25 0-16</inkml:trace>
  <inkml:trace contextRef="#ctx0" brushRef="#br0" timeOffset="116139.6427">13990 12080 0,'0'0'0,"0"-25"0,0 25 0,0 0 15,0 0-15,0-25 0,0 25 0,0 0 0,0 0 0,0-25 16,0 25-16,0 0 0,0 0 15,0 0-15,0 0 0,0 0 0,0 0 0,0 0 0,0 0 16,0 0-16,0 0 0,-25 0 0,25 25 0,0-25 0,0 25 0,0-25 16,0 25-16,0-25 0,0 25 15,0-1-15,-25 1 0,25-25 0,0 25 16,0 0-16,0 0 0,-25 0 0,25-25 0,0 24 0,0 1 0,0 0 0,-24-25 15,24 25-15,0 0 0,0-25 0,0 24 0,-25 1 0,25-25 16,0 25-16,0-25 16,0 25-16,0-25 0,0 25 0,-25-25 0,25 24 0,0-24 0,0 25 15,0-25-15,0 0 0,0 0 0,0 25 0,0-25 0,0 0 0,0 0 16,0 0-16,0 0 0,0 0 0,0 0 0</inkml:trace>
  <inkml:trace contextRef="#ctx0" brushRef="#br0" timeOffset="116559.6668">14015 12526 0,'0'0'0,"0"-24"0,0 24 0,0 0 16,0 0-16,0 0 0,0 0 0,0 0 0,0 0 0,24 0 0,-24 0 15,0 0-15,0 0 0,0 0 0,25 0 0,-25 0 16,0 0-16,0 0 0,0 0 0,25 0 0,-25 0 16,0 0-16,0 0 0,0 0 0,0 0 15,25 24-15,-25-24 0,0 0 0,0 0 0,0 0 0,0 0 0,0 25 16,0-25-16,0 0 0,0 0 0,0 25 0,-25-25 15,25 0-15,0 0 0,0 25 0,0-25 16,-25 0-16,25 25 0,0-25 0,0 0 0,-25 24 0,25-24 0,0 0 16,-24 0-16,24 25 0,0-25 0,-25 0 0,25 25 0,0-25 15,0 0-15,-25 0 0,25 25 0,0-25 0,0 0 0,0 0 16,0 0-1,-25 0-15,25 0 0,0 0 0,0 0 0,0 0 0,0 0 0,25 25 16,-25-25-16,0 0 0,25 0 0,-25 0 0,0 0 0,25 0 0,-1 0 16,-24 0-16,25 0 0,0 0 0,0 0 0,0 0 0,-1 0 15,1 0-15,0 24 16,-25-24-16,25 0 0,0 0 0,-1 0 0,1 0 0,0 25 0,-25-25 15,25 0-15,-25 0 0,25 0 0,-25 0 0,0 0 0</inkml:trace>
  <inkml:trace contextRef="#ctx0" brushRef="#br0" timeOffset="123770.0792">4688 11981 0,'0'-25'0,"0"25"15,0 0-15,-25 0 0,25 0 0,0 0 16,0 0-16,0 0 0,0 0 0,0 0 16,0 0-16,0 0 0,0-25 0,0 25 0,0 0 0,0 0 0,0 0 15,0 0-15,0 0 0,0 0 0,0 0 0,0 0 0,0 0 0,0 0 16,0 0-16,0-25 0,0 25 0,0 0 0,-25 0 15,25 0 1,0 0-16,0 0 0,0 0 0,0 0 0,0 0 0,0 0 0,0 0 0,-24 0 0,24 0 16,0 0-16,0 0 0,0 0 15,0 0-15,0 0 0,-25 0 0,25 0 0,0 0 0,0 0 16,0 0-16,0 0 0,-25 0 0,25 0 0,0 0 0,0 0 0,0 0 0,0 0 15,0 0-15,0 0 0,-25 0 0,25 0 0,0 0 0,0 0 16,0 0 0,0 0-16,0 0 0,-25 0 0,25 0 0,0 0 0,0 25 0,0-25 15,0 0-15,0 0 0,0 0 0,0 0 0,-24 0 0,24 25 0,0-25 16,0 0-16,0 0 0,0 0 0,0 0 0,0 0 0,0 25 15,-25-25-15,25 0 0,0 0 0,0 0 0,0 0 0,0 24 16,0-24 0,0 0-16,0 0 0,0 0 0,-25 25 0,25-25 0,0 0 0,0 0 0,0 25 15,0-25-15,0 0 0,0 0 0,0 25 0,-25-25 0,25 0 0,0 0 16,0 0-16,0 25 0,0-25 0,0 0 0,0 0 15,0 0-15,0 24 0,0-24 0,0 0 16,-25 0-16,25 0 0,0 25 0,0-25 0,0 0 16,0 0-16,0 0 0,0 25 0,0-25 0,0 0 0,0 0 0,0 25 15,0-25-15,0 0 0,0 0 0,0 25 0,0-25 0,0 0 16,0 0-16,0 25 0,0-25 0,0 0 0,0 0 15,0 24-15,0-24 0,0 0 0,0 0 16,0 25-16,0-25 0,0 0 0,0 0 0,0 25 16,0-25-16,25 0 0,-25 0 0,0 0 0,0 25 0,0-25 0,0 0 15,0 0-15,0 25 0,0-25 16,0 0-16,25 0 0,-25 24 0,0-24 0,0 0 0,0 0 15,0 0-15,0 25 0,0-25 0,25 0 0,-25 0 0,0 0 0,0 25 16,0-25-16,25 0 0,-25 0 0,0 0 0,0 0 0,0 25 16,0-25-16,24 0 0,-24 0 0,0 0 15,0 0-15,0 25 0,0-25 0,25 0 16,-25 0-16,0 0 0,0 0 0,0 0 0,25 24 0,-25-24 0,0 0 15,0 0-15,25 0 0,-25 0 0,0 0 0,0 0 0,25 0 16,-25 0-16,0 0 0,0 0 0,24 0 0,-24 0 0,0 0 16,0 0-16,25 0 15,-25 0-15,0 0 0,25 0 0,-25 0 0,0 0 0,0 0 16,25 0-16,-25 0 0,0 0 0,25 0 0,-25 0 0,0 0 0,0 0 15,24 0-15,-24 0 0,0 0 0,0 0 0,25 0 0,-25 0 0,0 0 16,0-24-16,25 24 0,-25 0 16,0 0-16,0 0 0,25 0 0,-25 0 0,0 0 15,0 0-15,25-25 0,-25 25 0,0 0 0,0 0 0,25 0 16,-25-25-16,0 25 0,0 0 0,0 0 0,24-25 0,-24 25 0,0 0 0,0-25 15,0 25-15,0-24 0,0 24 0,0 0 0,25-25 16,-25 25-16,0-25 0,0 25 16,0 0-16,0-25 0,0 25 0,0-25 0,0 25 15,0 0-15,0-24 0,0 24 0,0-25 0,0 25 0,0 0 0,0-25 16,0 25-16,0 0 0,0-25 0,0 25 0,0-25 0,0 25 0,0 0 15,0-25-15,0 25 16,0 0-16,-25-24 0,25 24 0,0 0 0,0-25 16,0 25-16,0 0 0,0-25 0,-24 25 0,24 0 0,0-25 0,0 25 0,-25 0 15,25 0-15,0-25 0,0 25 0,-25 0 0,25 0 0,0 0 16,0-24-16,-25 24 15,25 0-15,0 0 0,0-25 0,-25 25 0,25 0 0,0 0 16,0 0-16,0-25 0,-25 25 0,25 0 0,0 0 0,0 0 0,0 0 0,0 0 16,0 0-16,0-25 0,-24 25 0,24 0 0,0 0 0,0 0 15,0 0-15</inkml:trace>
  <inkml:trace contextRef="#ctx0" brushRef="#br0" timeOffset="126643.2434">6028 11906 0,'0'0'0,"0"0"0,0 0 16,0 0-16,0-25 0,0 25 0,0 0 0,0 0 0,0 0 15,0 0-15,0 0 0,0-24 0,0 24 0,0 0 0,0 0 16,0 0-16,0 0 15,0 0-15,0 0 0,0 0 0,0 0 0,0 0 0,0 0 0,0 0 16,0 0-16,0-25 0,0 25 0,0 0 0,-25 0 0,25 0 16,0 0-16,0 0 0,0 0 0,0 0 0,0 0 0,0 0 0,0 0 15,0 0 1,0 0-16,-25 0 0,25 0 0,0 0 0,0 0 0,0 0 0,0 0 15,0 0-15,0 0 0,0 0 0,0 0 0,-25 0 0,25 0 16,0 0-16,0 25 0,0-25 0,0 0 0,0 0 0,0 0 0,0 0 16,0 0-16,-25 0 0,25 0 0,0 0 0,0 24 0,0-24 15,0 0-15,0 0 0,-24 0 16,24 25-16,0-25 0,0 0 0,0 0 0,0 25 0,0-25 0,-25 0 0,25 25 15,0-25-15,0 0 0,0 25 0,0-25 0,0 0 16,-25 24-16,25-24 16,0 25-16,0-25 0,0 0 0,0 25 0,0-25 0,-25 0 0,25 25 15,0-25-15,0 25 0,0-25 0,0 0 0,0 24 0,0-24 0,0 0 16,0 25-16,0-25 0,-25 25 0,25-25 0,0 0 15,0 25-15,0-25 0,0 25 16,0-25-16,0 0 0,0 25 0,0-25 0,0 24 0,0-24 0,0 0 0,0 25 16,0-25-16,0 0 0,0 25 15,0-25-15,0 0 0,0 25 0,0-25 0,0 0 0,25 25 16,-25-25-16,0 0 0,0 24 0,0-24 0,0 0 0,0 0 0,0 25 15,0-25-15,0 0 0,0 0 0,0 25 0,0-25 0,0 0 16,0 0-16,25 0 0,-25 0 0,0 25 0,0-25 16,0 0-16,0 0 0,25 0 0,-25 25 0,0-25 0,0 0 15,0 0-15,25 0 16,-25 0-16,0 0 0,0 24 0,0-24 0,24 0 0,-24 0 0,0 0 15,0 0-15,25 0 0,-25 0 0,0 0 0,0 0 0,0 0 0,25 0 16,-25 0-16,0 0 0,0 0 0,0 0 0,25 0 0,-25 0 16,0 0-1,0 0-15,25 0 0,-25 0 0,0 0 0,0-24 0,24 24 0,-24 0 0,0 0 16,0 0-16,25-25 0,-25 25 0,0 0 0,0 0 0,25-25 0,-25 25 15,0 0-15,0 0 0,25-25 0,-25 25 0,0 0 16,0 0-16,0-25 16,0 25-16,25 0 0,-25 0 0,0-24 0,0 24 0,0 0 15,0-25-15,0 25 0,0 0 0,0 0 0,0-25 0,0 25 0,0 0 16,0 0-16,0-25 0,0 25 0,0 0 0,0 0 0,0-25 15,0 25-15,-25 0 0,25 0 0,0-24 0,0 24 0,0 0 16,0 0-16,0 0 16,-25 0-16,25-25 0,0 25 0,0 0 0,0 0 0,-25 0 0,25 0 15,0 0-15,0 0 0,0 0 0,-25 0 0,25 0 0,0 0 0,0 0 0,-24 0 16,24 0-16,0 0 0,0 0 0,-25 0 0,25 0 15,0 0-15,0 0 32,-25 0-32,25 0 0,0 0 0,-25 0 0,25 25 0,0-25 0,0 0 0,0 0 0,-25 0 0,25 0 15,0 0-15,0 0 0,0 0 0,0 24 0,0-24 0,0 0 0,0 0 47,0 0-47,0 0 0,0 0 0,0 0 0,0 0 0,25 0 0,-25 0 0,0 0 0,0 0 0,0 0 0,0 0 0</inkml:trace>
  <inkml:trace contextRef="#ctx0" brushRef="#br0" timeOffset="130087.4404">7169 11832 0,'-25'0'0,"25"0"0,0 0 15,0 0-15,0 0 0,0-25 0,0 25 0,0 0 0,0 0 16,0 0-16,0-25 0,0 25 0,0 0 0,0 0 0,-25 0 16,25 0-16,0 0 0,0 0 0,0-25 0,0 25 15,0 0-15,0 0 0,0 0 16,0 0-16,0 0 0,0 0 0,0 0 0,0 0 0,0 0 0,0 0 15,0 0-15,0 0 0,0 0 0,0 0 0,0 0 0,0 25 0,0-25 16,0 0-16,0 0 0,0 25 0,0-25 16,0 0-16,0 25 0,0-25 0,0 0 0,0 25 15,0-25-15,0 24 0,0-24 0,0 25 0,0-25 0,0 25 0,0-25 16,0 25-16,0-25 0,0 25 0,0-25 0,0 24 15,0-24-15,0 25 0,0-25 0,0 25 0,0-25 0,0 25 16,0-25-16,0 25 16,0-25-16,0 0 0,0 24 0,-25-24 0,25 25 0,0-25 0,0 0 15,0 25-15,0-25 0,0 0 0,0 0 0,25 25 0,-25-25 0,0 0 16,0 0-1,0 0-15,0 0 0,0 0 0,0 0 0,0 0 16,0 0-16,0 0 0,0 0 0,0 0 0,0 0 0,0 0 0,0 0 0,0 0 0,0 0 0,0 0 16,0 0-16,0 0 0,0 0 0,0 0 0,0 0 15,0 0 1,0 0-16,0-25 0,0 25 0,0 0 0,25 0 0,-25 0 0,0 0 0,0-25 0,0 25 0,25 0 15,-25 0-15,0 0 0,0 0 0,0-25 0,24 25 0,-24 0 16,0 0 0,0 0-16,0 0 0,0 0 0,0 0 0,25 0 0,-25 25 0,0-25 15,0 0-15,0 0 0,0 0 0,0 0 0,25 0 0,-25 25 0,0-25 16,0 0-16,0 0 0,0 25 0,0-25 0,25 0 0,-25 25 15,0-25-15,0 25 16,0-25-16,0 24 0,0-24 0,0 25 0,0-25 0,0 25 0,0-25 16,0 25-16,0-25 0,0 25 0,0-25 0,0 24 0,0-24 15,0 25-15,0-25 0,0 0 0,0 25 0,0-25 0,0 0 0,-25 25 16,25-25-16,0 0 0,0 0 0,0 0 15,-25 25-15,25-25 0,0 0 0,0 0 0,-25 0 16,25 0-16,0 0 0,-24 0 0,24 0 0,0 0 0,-25 0 16,25 0-16,0 0 0,0 0 0,-25 0 0,25 0 0,0 0 0,0-25 15,0 25-15,-25 0 0,25 0 0,0 0 0,0 0 16,0 0-16,0 0 15,0 0-15,0 0 0,0 0 0,0 0 0,0 0 0,0 0 0,0 0 16,0 0-16,0 0 0,0 0 0,0-25 0,0 25 0,0 0 0,0 0 16,0-25-16,25 25 0,-25 0 0,0-25 0,0 25 0,0-24 15,25 24-15,-25-25 0,0 0 0</inkml:trace>
  <inkml:trace contextRef="#ctx0" brushRef="#br0" timeOffset="130283.4517">7243 11832 0,'0'0'0,"0"0"15,0 0-15,0 0 16,0 0-16,0 0 16,0 0-16,0 0 0,0 0 0,0 0 0,0 0 0,0 0 0,0-25 0,25 25 0,-25 0 0,0 0 0,25 0 0,-25 0 0,24 0 0,-24 0 0,25-25 0,0 25 15,-25 0-15,25 0 0,0 0 0,-1 0 0,-24-25 16,25 25-16,0 0 0,-25 0 0,25 0 0,0-24 0,-25 24 15,24 0-15,-24 0 16,0 0-16,25 0 0</inkml:trace>
  <inkml:trace contextRef="#ctx0" brushRef="#br0" timeOffset="132295.5668">8285 11807 0,'0'0'0,"0"0"0,0 0 16,0 0-16,0 0 0,0 0 0,0 0 0,0 0 0,0 0 15,0 0-15,0 0 0,0 0 0,0 0 0,-25 0 0,25 0 16,0 0-1,0 0-15,0 0 0,0 0 0,0 0 0,0 0 0,0 0 0,0 0 0,-25 0 16,25 0-16,0 0 0,0 0 0,0 0 0,0 0 0,0 25 16,0-25-16,0 0 0,0 0 0,-25 0 0,25 0 0,0 25 15,0-25-15,0 0 0,0 0 0,0 24 16,0-24-16,-24 0 0,24 25 0,0-25 0,0 25 0,0-25 0,0 0 15,0 25-15,0-25 0,0 25 0,0-25 0,0 24 16,0-24-16,0 0 16,0 25-16,0-25 0,0 25 0,0-25 0,0 25 0,24-25 0,-24 0 0,0 25 15,0-25-15,0 24 0,0-24 0,0 0 0,25 25 0,-25-25 16,0 25-16,0-25 0,0 0 0,25 25 0,-25-25 0,0 25 15,0-25-15,0 0 16,0 25-16,25-25 0,-25 0 0,0 24 0,0-24 0,0 0 16,25 25-16,-25-25 0,0 0 0,0 25 0,0-25 0,0 0 0,0 25 0,24-25 15,-24 0-15,0 25 0,0-25 0,0 0 0,0 0 0,0 24 16,0-24-16,0 0 15,0 25-15,0-25 0,0 0 0,0 0 0,0 25 0,0-25 0,0 0 32,0 0-32,0 0 0,0 25 0,0-25 0,0 0 0,0 0 0,0 0 0,0 0 0,-24 0 0,24 0 0,0 0 0,0 0 15,0 0-15,-25 0 16,25 0-16,0 0 0,0 0 0,-25 0 0,25 0 0,0 0 0,-25-25 0,25 25 15,-25 0-15,25 0 0,0-25 0,-24 25 0,24 0 16,0-25-16,0 25 0,-25 0 0,25-24 0,0 24 0,0 0 0,0 0 16,0-25-16,0 25 0,0 0 0,0-25 0,25 25 15,-25 0-15,0-25 0,24 25 16,-24 0-16,0-25 0,25 25 0,-25 0 0,25-24 0,-25 24 0,25-25 0,0 25 15,-25-25-15,24 25 0,-24-25 0,25 25 0,-25-25 16,25 25-16,-25-25 0,25 25 0,-25-24 16,25 24-16,-25 0 0,0-25 0,24 25 0,-24-25 0,0 25 0,0 0 15,0-25-15,25 25 0,-25 0 0,0 0 0,0-25 0,0 25 16,0 0-16,0 0 0,25-24 0,-25 24 0,0 0 15,0 0-15,0 0 0,0-25 16,0 25-16,0 0 0,0 0 0,0 0 0,0-25 0,0 25 0,0 0 16,0 0-16,0-25 0,0 25 0,0 0 0,0 0 0,0 0 15,-25 0 1,25 0-16,0 0 0,-25 0 0,25 0 0,0 0 0,-24 0 0,24 0 0,-25 0 15,25 25-15,0-25 0</inkml:trace>
  <inkml:trace contextRef="#ctx0" brushRef="#br0" timeOffset="155247.8793">9351 13816 0,'0'0'0,"0"0"15,0 0-15,0 0 0,0 0 0,0 0 0,0 0 0,0 0 0,0 0 0,0 0 16,0 0-16,0 0 0,0 0 0,0 0 0,0 0 16,0 0-1,0 0-15,0 0 0,0 0 0,0 0 0,0 0 0,0 0 0,0 0 0,0 0 16,0 0-16,0 0 0,0 0 0,0 0 0,0 0 0,0 0 0,0 0 15,0 0-15,0 0 0,0 0 0,0 0 0,0 0 0,0 0 16,0 0-16,0 0 0,0 0 16,0 0-16,0 0 0,0 0 0,0 0 0,25 0 15,-25 0-15,0 0 0,0 0 0,0 0 0,0 0 16,25 0-16,-25 0 0,0 0 0,25 0 0,-25 0 0,25 0 0,-25 0 0,0 0 15,24 0-15,-24 0 0,25 0 0,-25 0 0,25 0 0,-25 0 16,0 0-16,25 0 0,-25 0 0,0 0 16,25 0-16,-25 0 0,0 0 0,0 0 0,0 0 0,24 25 0,-24-25 15</inkml:trace>
  <inkml:trace contextRef="#ctx0" brushRef="#br0" timeOffset="156042.9251">9922 13667 0,'0'-24'0,"0"24"0,0 0 15,0 0-15,0 0 0,0 0 0,0 0 0,0 0 0,0 0 16,0 0-16,-25 0 0,25 0 0,0 0 0,0 0 0,0 0 16,0 0-16,0 0 0,0 0 15,0 0-15,0 0 0,0 0 0,-25 0 0,25 0 0,0 0 0,0 0 0,0 0 16,0-25-16,0 25 0,0 0 0,0 0 0,0 0 0,0 0 15,0 0 1,0 0-16,0-25 0,0 25 0,0 0 0,0 0 0,0 0 0,0 0 16,0-25-16,0 25 0,0 0 0,0 0 0,0 0 0,0 0 0,25 0 15,-25-25-15,0 25 0,0 0 0,0 0 0,0 0 0,0 0 16,0 0-1,0 0-15,0 0 0,25 0 0,-25 0 0,0 25 0,0-25 0,0 0 0,0 0 0,0 0 16,25 0-16,-25 25 0,0-25 0,0 0 16,0 0-16,0 25 0,24-25 0,-24 0 0,0 25 15,0-25-15,0 24 0,0-24 0,0 25 0,0-25 0,0 25 0,-24-25 16,24 25-16,0-25 0,0 25 0,0-1 0,-25-24 0,25 25 0,0 0 15,0-25-15,-25 25 0,25-25 0,-25 25 16,25-1-16,0-24 0,-25 25 0,25-25 16,0 25-16,-24-25 0,24 25 0,0-25 0,-25 0 0,25 25 0,0-25 15,-25 0-15,25 0 0,0 0 0,0 24 0,0-24 16,-25 0-16,25 0 0,0 0 0,0 0 0,0 0 0,0 0 0,0 0 15,0 0-15,0 0 16,0 0-16,0-24 0,0 24 0,0 0 0,0 0 0,0 0 16,0 0-16,0-25 0,0 25 0,0 0 0,0 0 0,0 0 0,0-25 0,0 25 15,0 0-15,25 0 0,-25 0 0,0-25 0,0 25 16,0 0-16,0 0 15,25 0-15,-25 0 0,0 0 0,0 0 0,0-25 0,0 25 0,0 0 16,25 0-16,-25 0 0,0 0 0,0 0 0,0 0 0,0 0 16,24 0-16,-24 25 0,0-25 0,0 0 0,0 0 0,25 0 0,-25 0 15,0 25-15,0-25 16,0 0-16,0 25 0,25-25 0,-25 0 0,0 0 0,0 25 0,0-25 15,25 0-15,-25 24 0,0-24 0,0 0 0,25 0 0,-25 0 0,0 25 16,24-25-16,-24 0 0,0 0 0,25 0 0,-25 0 0,25 0 16,-25 0-1,0 0-15,25 0 0,-25-25 0,25 25 0,-25 0 0,25-24 0,-25 24 0,24-25 0</inkml:trace>
  <inkml:trace contextRef="#ctx0" brushRef="#br0" timeOffset="156521.9523">10244 13494 0,'0'0'0,"0"0"16,0-25-16,0 25 0,0 0 0,-24 0 0,24 0 0,0 0 0,0 0 15,0 0-15,0 0 0,0 0 0,0 0 0,0 0 0,0 0 16,0 0 0,0 0-16,0 0 0,0 0 0,0 0 0,0 0 0,0 0 0,0 0 15,0 0-15,0 0 0,0 0 0,0 0 0,0 0 0,0 0 16,0 0-16,0 0 0,0 25 0,24-25 0,-24 0 15,0 0-15,0 0 0,0 25 0,0-25 0,0 0 0,0 24 0,0-24 0,-24 0 16,24 25-16,0-25 0,0 25 16,0-25-16,0 25 0,0-25 0,0 25 0,0-25 15,0 24-15,0 1 0,0-25 0,0 25 0,0 0 0,0-25 0,0 25 16,0-25-16,0 24 0,0 1 0,0-25 0,0 25 0,-25-25 15,25 25-15,0 0 0,0-25 0,0 24 0,0-24 0,0 25 16,0-25 0,25 0-16,-25 25 0,0-25 0,0 0 0,0 0 0,0 25 0,0-25 15,0 0-15,0 0 0,0 0 0,0 0 0,0 0 0,0 0 0,0 0 0,0 0 16,0 0-16,0 0 15,0-25-15,0 25 0,0 0 0,0-25 0</inkml:trace>
  <inkml:trace contextRef="#ctx0" brushRef="#br0" timeOffset="156714.9633">10244 13767 0,'0'0'0,"0"0"0,0 0 0,0 0 0,0 0 16,0 0-16,0 0 0,0 0 0,25 0 0,-25 0 16,0 0-16,0 0 0,25 0 0,-25 0 0,25 0 0,-25 0 15,25 0-15,-1 0 0,-24-25 0,25 25 0,0 0 16,-25 0-16,25 0 0,0 0 0,-1 0 0,-24 0 15,25 0-15,0 0 0,-25-25 0,25 25 16,-25 0-16,25 0 0,-25 0 0,24-25 0,-24 25 0,0 0 16,25-25-16,-25 25 0,0 0 0</inkml:trace>
  <inkml:trace contextRef="#ctx0" brushRef="#br0" timeOffset="156946.9768">10616 13543 0,'0'0'0,"0"-24"0,0 24 0,0 0 16,0 0-16,0 0 0,0 0 0,-24 0 15,24-25-15,0 25 0,0 0 0,0 0 0,0 0 0,0 0 0,0 25 16,0-25-16,0 0 0,0 0 15,0 0-15,0 0 0,0 24 0,0-24 0,0 0 0,0 25 0,0-25 47,0 25-47,0-25 0,0 25 0,0-25 0,0 25 0,0-25 0,0 24 0,0-24 0,0 25 0,0 0 0,0-25 0,0 25 0,0-25 0,0 25 0,0-1 0,0-24 0,0 25 16,0-25-16,-25 25 0,25 0 0,0-25 0,0 25 15,0-25-15,0 24 0,0-24 16,0 25-16,0-25 0,0 0 0,0 0 0,0 25 0,0-25 0,0 0 0,0 0 16,0 0-16,0 0 0,0 0 0</inkml:trace>
  <inkml:trace contextRef="#ctx0" brushRef="#br0" timeOffset="157323.9983">10765 14039 0,'0'0'0,"0"0"0,0 0 16,0 0-16,0 0 0,0 0 0,0 0 0,0 0 0,0 0 15,0 0-15,0 0 0,0-24 0,25 24 0,-25 0 0,0 0 16,0-25-16,0 25 0,25 0 0,-25-25 15,0 25-15,0 0 0,0-25 0,0 25 16,0 0-16,25-25 0,-25 25 0,0 0 0,0-24 0,0 24 0,0-25 16,0 25-16,24-25 0,-24 25 0,0 0 0,0-25 0,0 25 0,0-25 15,0 25 1,0 0-16,25-24 0,-25 24 0,0 0 0,0 0 0,0 0 15,0 0-15,0 0 0,0 0 0,0 0 0,0 0 0,0 0 0,0 0 0,0 24 0,0-24 16,0 0-16,0 25 0,0-25 0,0 25 0,0-25 16,0 25-16,0-25 0,0 25 0,0-25 0,0 24 0,0 1 15,0-25-15,0 25 16,0-25-16,0 25 0,0-25 0,0 25 0,0-25 0,0 0 0,0 24 0,25-24 15,-25 25-15,0-25 0,0 0 0,0 0 0,0 25 0,0-25 16,0 0-16,0 0 0,0 0 0</inkml:trace>
  <inkml:trace contextRef="#ctx0" brushRef="#br0" timeOffset="157750.0227">11584 13717 0,'-25'0'0,"25"0"0,0 0 0,0 0 0,0 0 0,0 0 16,0 0-16,0 0 16,0 0-16,0 0 0,0 0 0,0 0 0,0 0 0,0 0 15,0 0-15,0-25 0,25 25 0,-25 0 0,0 0 0,0 0 16,25 0-16,-25 0 0,24 0 0,-24 0 0,25 0 0,0 0 0,-25 0 15,25 0-15,0 0 0,-25 0 0,24 0 0,-24 25 0,25-25 16,0 0 0,-25 0-16,25 0 0,0 0 0,-25 0 0,0 0 0,24 0 0,-24 0 0,0 0 15,25 0-15,-25 0 0,0 0 0,0 0 0,0 0 16,0 0-16,0 0 0</inkml:trace>
  <inkml:trace contextRef="#ctx0" brushRef="#br0" timeOffset="157958.0343">11807 13568 0,'0'0'0,"0"0"15,0 0-15,0 0 16,0 0-16,0 0 0,0 0 0,0 0 0,0 0 0,0 25 0,0-25 16,0 0-16,0 25 0,0-25 0,0 0 0,25 25 0,-25-25 0,0 24 15,0-24-15,0 25 0,0-25 0,0 25 16,0 0-16,0-25 0,0 25 0,0-25 0,0 24 0,0-24 0,0 25 15,0 0-15,-25-25 0,25 25 0,0-25 0,0 25 16,0-25-16,0 0 0,0 24 16,0-24-16,0 0 0,0 25 0,0-25 0</inkml:trace>
  <inkml:trace contextRef="#ctx0" brushRef="#br0" timeOffset="158403.0601">12402 13519 0,'0'0'0,"0"0"15,0 0-15,0 0 0,0 0 0,-24 0 0,24-25 16,0 25-16,0 0 0,0 0 15,0 0-15,0 0 0,0 25 0,0-25 0,0 0 0,0 0 0,0 0 16,0 0-16,0 24 0,0-24 0,0 0 0,0 25 0,0-25 0,0 0 16,0 25-16,0-25 0,0 25 0,0 0 15,-25-25-15,25 24 0,0 1 0,0-25 16,0 25-16,0 0 0,0-25 0,0 25 0,0-1 0,0-24 0,0 25 0,0 0 15,0-25-15,0 25 0,0-25 0,0 25 0,0-25 0,0 24 16,0-24-16,0 0 16,0 25-16,0-25 0,0 0 0,0 0 0,0 0 31,0 0-31,0 0 0,0 0 0,-25 0 0,25 0 0,0 0 0,0 0 0,0 0 0</inkml:trace>
  <inkml:trace contextRef="#ctx0" brushRef="#br0" timeOffset="158556.0688">12353 13717 0,'0'0'0,"0"0"0,0 0 0,25 0 16,-25 0-16,0 0 0,0 0 0,0 0 0,24 0 0,-24 0 15,25 0-15,-25 0 0,0-25 0,25 25 0,-25 0 16,25 0-16,0 0 0,-25 0 0,24 0 0,-24 0 0,25 0 16,0 0-16,-25 0 15,25 0-15,-25 0 0,25 0 0,-25 0 0,24 0 0,-24-25 0,25 25 16,-25 0-16,0 0 0,25 0 0,-25-24 0,0 24 15</inkml:trace>
  <inkml:trace contextRef="#ctx0" brushRef="#br0" timeOffset="158757.0803">12650 13543 0,'0'-24'15,"0"24"-15,0 0 0,0 0 0,-24 0 0,24 0 16,0 0-16,0 0 0,0 0 0,0 0 0,0 0 0,0 0 15,0 0-15,0 24 0,0-24 0,0 0 0,0 0 0,0 25 16,0-25-16,0 25 0,0-25 16,0 25-16,0-25 0,0 25 0,0-25 0,0 24 0,0 1 15,0 0-15,0-25 0,0 25 0,0 0 0,0-25 0,0 24 16,0 1-16,0-25 0,0 25 0,0 0 0,0-25 15,0 25-15,0-25 0,0 24 0,0 1 16,0-25-16,0 0 0,-25 25 0,25-25 0,0 0 0,0 25 0,0-25 16,0 0-16,0 0 0,0 0 0,0 0 0</inkml:trace>
  <inkml:trace contextRef="#ctx0" brushRef="#br0" timeOffset="159173.1041">12725 13915 0,'0'0'0,"0"0"0,0 0 0,0 0 16,25 0-16,-25 0 0,0 0 0,0 0 0,0 0 0,0 0 16,0 0-16,0 0 0,0 0 0,0 0 0,0 0 0,0 0 31,24 0-31,-24 0 0,0 0 0,0 0 0,0 0 0,25 0 0,-25 0 0,0 0 15,0 0-15,0 25 0,25-25 0,-25 0 0,0 0 0,0 0 0,0 0 0,0 25 16,0-25-16,0 0 0,0 0 0,0 0 0,0 25 16,0-25-16,-25 0 15,25 0-15,0 25 0,0-25 0,-25 0 0,25 0 0,0 24 0,0-24 16,0 0-16,-24 0 0,24 25 0,0-25 0,0 0 0,0 0 0,0 0 15,0 0-15,0 0 0,0 0 0,0 25 0,0-25 16,0 0-16,0 0 0,0 0 0,0 0 0,0 0 16,0 25-16,24-25 0,-24 0 0,0 0 0,0 0 0,25 0 0,-25 25 15,0-25-15,0 0 0,25 0 0,-25 0 0,0 24 16,0-24-16,0 0 15,0 0-15,0 25 0,0-25 0,0 0 0,0 0 0,0 0 0,0 25 16,0-25-16,-25 0 0,25 0 0,0 0 0,-25 0 0,25 25 16,-24-25-16,24 0 0,-25 0 0,25 0 0,-25 0 0,0 0 0,25 0 15,-25 0-15,25 0 16,-24 0-16,24 0 0,-25 0 0,25-25 0,0 25 0,-25 0 0,25 0 15,0 0-15</inkml:trace>
  <inkml:trace contextRef="#ctx0" brushRef="#br0" timeOffset="159489.1222">13345 13816 0,'0'0'0,"0"0"0,0 0 16,0 0-16,0-25 0,0 25 0,0 0 0,0 0 15,0 0 1,0 0-16,0 0 0,0 0 0,0 0 0,25 0 0,-25 0 0,0 0 15,25 0-15,-25 0 0,24 0 0,-24 0 0,25 0 0,0 0 0,-25 0 0,25 0 16,0 0-16,-25 0 0,24 0 0,1 0 0,-25 0 0,25 0 16,0 0-16,0 0 0,-25 0 0,24 0 15,-24 0-15,25 0 0,0 0 16,-25 0-16,0 0 0,25 0 0,-25 0 0,0 0 0,0 0 0,0-24 15,0 24-15,0 0 0,0 0 0</inkml:trace>
  <inkml:trace contextRef="#ctx0" brushRef="#br0" timeOffset="159723.1356">13643 13618 0,'0'0'0,"0"0"0,0 0 0,0 0 0,0 0 0,0 0 16,24 0-16,-24 0 0,0 0 0,25 25 0,-25-25 0,0 0 0,25 0 15,-25 0 1,0 0-16,25 0 0,-25 24 0,0-24 0,0 0 0,25 25 0,-25-25 15,0 0-15,0 25 0,0-25 0,0 25 0,0-25 0,0 0 0,0 25 0,0-25 16,0 24-16,0-24 0,0 25 0,0-25 0,-25 25 0,25-25 16,0 25-16,0-25 0,-25 0 0,25 25 15,-25-25-15,25 24 0,-25-24 0,25 0 16,0 25-16,-24-25 0,24 0 0,0 25 0,-25-25 0,25 0 15,0 0-15,0 0 0</inkml:trace>
  <inkml:trace contextRef="#ctx0" brushRef="#br0" timeOffset="160137.1593">14287 13419 0,'0'0'0,"0"0"15,0 0-15,0 0 0,0 0 0,0 0 0,0 0 0,0 0 16,0 0-16,0 0 16,0 0-16,0 25 0,0-25 0,0 0 0,0 0 0,0 25 0,-24-25 15,24 25-15,0-25 0,0 25 0,0-25 0,0 24 16,0 1-16,0-25 0,0 25 0,0 0 0,0-25 0,0 25 15,0-1-15,0-24 0,0 25 0,0 0 0,0-25 0,0 25 0,0 0 32,0-25-32,0 24 0,0-24 0,0 25 0,0-25 0,0 25 0,0-25 0,0 25 31,0-25-31,0 25 0,0-25 0,0 0 0,0 0 0,0 24 0,0-24 0,0 0 0,0 0 0,0 0 0,0 0 0,0 0 0,0 0 15,0 0-15,0-24 0,0 24 0,0 0 0,0-25 0</inkml:trace>
  <inkml:trace contextRef="#ctx0" brushRef="#br0" timeOffset="160300.1686">14312 13667 0,'0'0'0,"0"0"0,0 0 0,0 0 0,25 0 16,-25 0-16,0 0 0,25 0 0,-25 0 0,25 25 16,-25-25-16,25 0 0,-25 0 0,24 0 15,1 0-15,-25 0 0,25 0 0,-25 0 0,25 0 0,-25 0 0,25 0 16,-25 0-16,24 0 0,-24 0 0,25 0 0,-25 0 15,25 0-15,-25 0 0,0 0 0,25-25 16,-25 25-16,0 0 0,25 0 0,-25-24 0,0 24 0</inkml:trace>
  <inkml:trace contextRef="#ctx0" brushRef="#br0" timeOffset="160518.1809">14660 13494 0,'0'0'0,"0"0"0,0-25 0,-25 25 15,25 0-15,0-25 0,0 25 0,0 0 0,0 0 16,0 0-16,0 0 0,0 0 0,0 0 0,0 0 16,0 0-16,0 0 0,0 25 0,0-25 0,0 0 0,0 0 15,0 25 1,0-25-16,0 25 0,0-25 0,0 24 0,0 1 0,0-25 15,0 25-15,-25 0 0,25-25 0,0 25 0,0-1 0,0-24 0,0 25 16,-25 0-16,25-25 0,0 25 0,0 0 0,0-25 0,0 24 16,0 1-16,-25-25 0,25 25 0,0 0 0,0-25 0,0 25 15,0-25-15,0 24 0,0-24 0,0 25 0,0-25 0,0 25 16,0-25-16,0 0 15,0 25-15,0-25 0,0 0 0,0 0 0,0 0 0,0 25 0,0-25 0,0 0 16,25 0-16,-25 0 0,0 0 0</inkml:trace>
  <inkml:trace contextRef="#ctx0" brushRef="#br0" timeOffset="161008.2091">14833 13891 0,'0'0'0,"0"0"0,0 0 16,0-25-16,0 25 0,0 0 0,0 0 0,0 0 15,0 0-15,25 0 0,-25 0 16,0 0-16,0 0 0,25 0 0,-25 0 0,0-25 15,0 25-15,25 0 0,-25 0 0,0 0 0,24 0 0,-24 0 0,0 0 0,0 0 16,25 0-16,-25 0 0,0 25 0,0-25 0,0 0 0,0 0 16,0 0-16,0 25 0,0-25 0,0 0 0,0 0 15,0 24-15,0-24 0,0 0 16,0 0-16,-25 25 0,25-25 0,0 0 0,-24 25 15,24-25-15,0 0 0,-25 25 0,25-25 0,0 0 0,-25 25 0,25-25 16,0 0-16,0 0 0,-25 0 0,25 24 0,0-24 0,0 0 16,0 0-16,0 0 0,0 0 0,0 0 0,0 0 0,0 0 15,0 25 1,25-25-16,-25 0 0,0 0 0,25 0 0,-25 0 0,0 0 0,25 0 0,-25 0 15,0 0-15,24 0 0,-24 0 0,0 25 0,25-25 0,-25 0 16,25 0-16,-25 25 0,0-25 0,25 0 0,-25 0 0,0 25 0,0-25 16,25 0-16,-25 0 0,0 0 0,0 24 15,0-24-15,0 0 0,0 0 0,0 0 16,0 0-16,-25 0 0,25 0 0,0 0 0,-25 25 0,25-25 0,0 0 15,-25 0-15,0-25 0,25 25 0,-24 0 0,-1 0 0,25 0 16,-25 0-16,0 0 0,25-24 0,-25 24 0,25 0 0,-24 0 16,24 0-16,-25-25 0,25 25 0,-25 0 0</inkml:trace>
  <inkml:trace contextRef="#ctx0" brushRef="#br0" timeOffset="167106.5579">4738 13444 0,'0'0'0,"0"0"0,0 0 16,-25 0-16,25-25 0,0 25 0,0 0 0,0 0 0,0 0 15,0 0-15,0 0 0,0 0 0,0 0 0,0 0 16,-25-24-16,25 24 16,0 0-16,0 0 0,0 0 0,0 0 0,0 0 0,0 0 0,0 0 0,0 0 15,0 0-15,0-25 0,0 25 0,0 0 0,0 0 0,-25 0 16,25 0-16,0 0 15,0 0-15,0 0 0,0 0 0,0 0 0,0-25 0,0 25 0,-25 0 16,25 0-16,0 0 0,0 0 0,0 0 0,0 0 0,-24 0 0,24 0 16,0 0-16,0 0 0,-25 0 0,25-25 0,0 25 15,0 0-15,-25 0 0,25 0 0,0 0 0,0 0 0,0 0 16,-25 0-16,25 0 0,0 0 0,0 0 15,0 0-15,-25 25 0,25-25 0,0 0 0,0 0 16,0 0-16,0 0 0,-24 0 0,24 0 0,0 0 16,0 0-16,0 25 0,0-25 0,-25 0 0,25 0 0,0 0 15,0 0-15,0 25 0,0-25 0,0 0 0,0 0 0,0 0 0,0 24 16,0-24-16,0 0 0,0 25 0,0-25 0,0 0 15,0 25-15,0-25 0,0 0 0,0 25 0,0-25 16,0 25-16,0-25 0,0 0 0,0 24 0,0-24 47,0 25-47,25-25 0,-25 0 0,0 25 15,0-25-15,0 0 0,0 25 0,0-25 0,0 0 0,0 25 0,24-25 0,-24 0 0,0 24 0,0-24 0,0 0 0,0 0 0,0 25 0,25-25 0,-25 0 0,0 0 0,0 25 0,0-25 0,0 0 16,25 0-16,-25 0 0,0 25 0,0-25 0,25 0 16,-25 0-16,0 0 0,0 0 15,0 0-15,25 25 0,-25-25 0,0 0 0,24 0 0,-24 0 16,0 0-16,0 0 0,25 0 0,-25 0 0,0 0 0,25 0 0,-25 0 0,0 0 15,0 0-15,25 0 0,-25 0 0,0 0 0,0-25 16,25 25-16,-25 0 0,0 0 0,0-25 16,24 25-16,-24 0 0,0 0 0,25-25 0,-25 25 0,0 0 15,0-25-15,25 25 0,-25 0 0,0-24 0,0 24 0,0-25 16,25 25-16,-25 0 0,0-25 0,0 25 0,0-25 0,0 25 15,0 0-15,0-25 16,0 25-16,0-24 0,0 24 0,0-25 0,0 25 0,0-25 0,0 25 16,0 0-16,-25-25 0,25 25 0,0-25 0,0 25 0,0 0 15,-25-24 1,25 24-16,0 0 0,0 0 0,-25-25 0,25 25 0,0 0 0,0 0 0,0 0 0,-24 0 0,24 0 15,0-25-15,0 25 0,0 0 0,0 0 16,0 0-16,0 0 0,0 25 0,0-25 0,-25 0 0,25 0 0,0 0 16,0 0-16,0 0 0,0 0 0,0 0 0,0 0 0,0 0 15,0 0-15,0 0 0,0 0 0</inkml:trace>
  <inkml:trace contextRef="#ctx0" brushRef="#br0" timeOffset="172416.8613">5978 13295 0,'0'0'0,"0"0"0,0 0 16,0-24-16,0 24 0,0 0 0,0 0 0,0 0 0,0 0 0,0 0 15,0 0-15,0 0 0,0 0 16,0 0-16,0-25 0,0 25 0,0 0 0,0 0 0,0 0 16,0 0-16,0 0 0,0 0 0,0 0 0,0 0 0,0 0 0,0 0 78,0 0-78,0 0 0,0 0 0,0 0 0,0 0 0,0 0 0,0 0 0,0 0 0,0-25 0,0 25 0,-25 0 0,25 0 0,0 0 0,0 0 0,0 0 0,0 0 0,0 0 0,-25 0 0,25 0 0,0 0 0,0 0 0,0 0 0,0 0 0,0 0 0,0 0 0,-24 0 0,24 0 0,0 0 15,0 0-15,0 0 0,0 0 0,-25 0 0,25 0 0,0 0 16,0 25-16,0-25 15,0 0-15,0 0 0,0 0 0,-25 25 0,25-25 0,0 0 0,0 0 0,0 0 0,0 24 16,0-24-16,0 0 0,0 25 0,0-25 0,0 0 16,0 0-16,-25 25 0,25-25 0,0 25 15,0-25-15,0 0 0,0 25 0,0-25 16,0 0-16,0 24 0,0-24 0,0 0 0,0 25 0,0-25 0,0 25 15,0-25-15,0 0 0,0 25 0,0-25 0,0 25 0,0-25 0,0 0 16,0 24-16,0-24 0,0 25 0,0-25 0,0 0 16,0 25-16,0-25 15,0 0-15,0 25 0,0-25 0,0 0 0,25 25 0,-25-25 0,0 0 16,0 24-16,0-24 0,0 0 0,0 0 0,0 0 0,0 25 0,25-25 15,-25 0-15,0 0 0,0 0 0,0 25 0,25-25 0,-25 0 32,0 0-32,0 0 0,0 0 0,24 0 0,-24 25 0,0-25 0,0 0 0,25 0 0,-25 0 0,0 0 0,0 0 15,25 0-15,-25 0 0,0 0 0,0 0 0,25 0 16,-25 0-16,0 0 15,0 0-15,25 0 0,-25 0 0,0 0 0,24-25 0,-24 25 0,0 0 16,0 0-16,25 0 0,-25 0 0,0-25 0,0 25 0,25 0 0,-25 0 16,0-25-16,25 25 0,-25 0 0,0-24 0,25 24 0,-25-25 15,0 25 1,0 0-16,24-25 0,-24 25 0,0-25 0,0 25 0,0-25 0,25 25 0,-25-24 15,0 24-15,0-25 0,0 25 0,0-25 0,0 25 0,25-25 16,-25 25-16,0-25 0,0 25 0,0-24 0,0 24 0,0 0 16,-25-25-16,25 25 0,0 0 15,0-25-15,0 25 0,0 0 0,-25-25 0,25 25 0,0-25 0,0 25 16,-24 0-16,24-24 0,0 24 0,0 0 0,-25 0 0,25-25 31,0 25-31,0 0 0,0 0 0,-25-25 0,25 25 0,0 0 0,0 0 0,0 0 0,-25 0 0,25 0 0,0 0 16,0-25-16,0 25 0,0 0 0,-25 0 0,25 0 15,0 0-15,0 0 0,0 0 0,0 0 0,0 0 0,0 0 16,0 0-16,0 0 15,0 0-15,0 0 0,0 0 0,0 0 0,0 0 0</inkml:trace>
  <inkml:trace contextRef="#ctx0" brushRef="#br0" timeOffset="176382.0883">6896 13543 0,'0'0'0,"0"0"0,0 0 0,-25 0 15,25 0-15,0 0 0,0 0 0,0 0 0,0 0 0,0 0 16,0 0-16,0 0 0,0 0 0,0 0 0,0 0 16,0 0-16,0 0 0,0 0 0,0 0 0,0 0 0,25 0 0,-25 0 15,0 0 1,0 0-16,0 0 0,0 0 0,0 0 0,25 0 0,-25 0 0,0 0 15,0 0-15,24 0 0,-24 0 0,0 0 0,0 0 16,25 0-16,-25 0 0,0 0 0,25 0 0,-25 0 0,25 0 0,-25 0 0,0 0 16,25 0-16,-25 0 0,24 0 0,-24 0 0,0 0 0,25 25 15,-25-25 1,0 0-16,25 0 0,-25 0 0,0 0 0,0 0 0,25 0 0,-25 0 0,0 0 15,0 0-15,0 0 0,0 0 0</inkml:trace>
  <inkml:trace contextRef="#ctx0" brushRef="#br0" timeOffset="177029.1254">7293 13271 0,'0'0'0,"0"-25"0,0 25 16,0 0-16,-25 0 0,25 0 0,0 0 0,0 0 16,0 0-16,0 0 0,0 0 0,0 0 0,0 0 0,0 0 15,0 0-15,0 0 0,0 0 0,25 0 0,-25 0 16,0 0-16,0 0 0,0 25 15,0-25-15,0 0 0,0 0 0,0 0 0,0 24 0,0-24 0,0 0 16,0 25-16,0-25 0,0 0 0,0 0 0,0 25 0,0-25 16,0 25-16,0-25 0,0 0 0,0 0 0,0 25 0,0-25 15,0 0-15,0 24 16,0-24-16,0 0 0,24 0 0,-24 25 0,0-25 0,0 0 0,0 0 15,0 25-15,0-25 0,0 0 0,0 0 0,0 0 0,0 25 0,0-25 16,0 0-16,0 0 0,25 0 0,-25 0 0,0 0 16,0 0-16,0 0 0,0 25 0,25-25 0,-25 0 0,0 0 15,0 0-15,25 0 0,-25 0 0,0 0 31,0 0-31,0 0 0,25 0 0,-25 0 0,0 0 0,0 0 0,24 0 0,-24 0 0,0 0 0,0 0 0,0 0 0,0 0 16,0 0-16,25 0 0,-25 0 0,0 24 0,0-24 0,0 0 16,0 0-1,0 0-15,25 25 0,-25-25 0,0 0 0,0 25 0,0-25 0,0 0 0,0 25 16,0-25-16,0 0 0,0 0 0,0 25 0,0-25 0,0 0 0,0 24 15,0-24-15,0 0 0,0 25 0,0-25 0,0 0 16,0 0-16,0 25 0,0-25 16,0 0-16,0 25 0,0-25 0,0 0 0,0 0 0,0 0 0,-25 25 15,25-25-15,0 0 0,0 0 0,0 0 0,-25 24 0,25-24 16,0 0-16,0 0 0,0 0 0,-24 0 0,24 0 0,0 0 15,0 0-15,-25 0 16,25 0-16,0 0 0,0 0 0,0 0 0,-25-24 0,25 24 0,0 0 16,0 0-16,-25 0 0,25 0 0,0 0 0,0 0 0,0-25 15,-25 25 1,25 0-16,0 0 0,0 0 0,0 0 0,0 0 0,0 0 0,0 0 0,0 0 0,0-25 0,0 25 15,0 0-15,0 0 0,0 0 0,0 0 0,0 0 0,0-25 16,0 25-16,25 0 0,-25-25 0,0 25 0</inkml:trace>
  <inkml:trace contextRef="#ctx0" brushRef="#br0" timeOffset="177230.1369">7367 13320 0,'0'0'0,"0"0"0,-25-25 16,25 25-16,0 0 0,0 0 0,0 0 0,0 0 0,25 0 0,-25 0 0,0 0 15,0-24-15,25 24 0,-25 0 0,25 0 0,-25 0 16,24 0-16,-24 0 0,25-25 0,0 25 0,0 0 0,-25 0 0,25 0 16,-1 0-1,1 0-15,-25 0 0,25 0 0,0-25 0,-25 25 0,25 0 0,-25 0 0,24 0 0,-24 0 0,0 0 16,25 0-16</inkml:trace>
  <inkml:trace contextRef="#ctx0" brushRef="#br0" timeOffset="181348.3725">8235 13543 0,'0'0'0,"0"0"15,0 0-15,0 0 0,0 0 0,0-24 0,0 24 0,0 0 16,0 0 0,0 0-16,25 0 0,-25 0 0,0 0 0,0 0 0,0 0 0,0 0 0,0 0 15,0 0-15,0 0 0,0 0 0,0 0 0,0 0 0,0 0 0,0 0 16,0 0-16,0 0 0,0 0 0,0 0 0,0 0 15,0 0-15,0 0 0,0 0 0,0 0 0,0 0 16,0 0-16,0 0 0,0 0 0,0 0 16,0 0-16,0 0 0,0 0 0,25 0 0,-25 24 0,0-24 0,0 0 15,25 0-15,-25 0 0,0 0 0,24 0 0,-24 0 0,25 0 16,-25 0-16,25 0 0,-25 0 0,25 0 0,0 0 0,-25 0 15,24 0-15,-24 0 0,25 0 16,-25 0-16,25 0 0,-25 0 0,25 0 0,-25 0 0,25 0 31,-25 0-31,0 0 0,0 0 0</inkml:trace>
  <inkml:trace contextRef="#ctx0" brushRef="#br0" timeOffset="181940.4063">8880 13320 0,'0'0'0,"0"0"0,0 0 16,0 0-16,0 0 0,0 0 0,0 0 0,0 0 0,0 0 0,0 0 15,0 0-15,0 0 0,0 0 0,0 0 0,0 0 0,0 0 16,0 0-16,0 0 0,0 0 0,0 0 0,0 25 0,0-25 16,0 0-16,0 25 0,0-25 15,-25 0-15,25 25 0,0-25 0,0 0 0,0 24 0,0-24 0,0 25 0,-25-25 16,25 25-16,0-25 0,0 25 0,-24-25 0,24 25 15,0-25 1,-25 24-16,25-24 0,0 0 0,-25 25 0,25-25 0,0 25 0,-25-25 0,25 0 16,0 25-16,0-25 0,-25 0 0,25 0 0,0 25 0,0-25 15,0 0-15,0 0 0,0 0 0,0 0 0,0 0 0,0 24 0,0-24 16,0 0 31,0 0-47,0 0 0,0 0 0,0 0 0,0 0 0,0 0 0,0 0 0,0 0 15,0 0-15,0 0 0,0 0 0,25 0 0,-25 0 0,0 0 0,0 0 0,0 0 0,25 0 0,-25 0 0,0 0 0,25 0 16,-25 0-16,0 0 0,0 0 0,25 0 0,-25 0 0,24 0 0,-24 0 0,0 0 0,25 0 15,-25 0-15,0 0 0,25 0 0,-25 0 0,25 0 0,-25 0 16,0 0-16,25 0 0,-25 0 0,0 0 0,0 0 0,0 0 0,24 0 16,-24 0-16,0 0 0,0 0 0,0 0 15,0 25-15,0-25 0,0 0 16,0 0-16,0 0 0,0 0 0,0 0 0,0 0 0,0 0 0,0 0 15,0 0-15,0 0 0,0 0 0,0 0 0,-24-25 0,24 25 0,0 0 16,0 0-16</inkml:trace>
  <inkml:trace contextRef="#ctx0" brushRef="#br0" timeOffset="182152.4185">8905 13444 0,'0'0'0,"0"-25"0,0 25 16,0 0-16,0 0 0,0 0 0,0 0 0,0 0 15,0 0-15,0 0 0,0 0 0,0 0 0,0 25 0,0-25 16,0 0-16,0 0 15,0 25-15,0-25 0,0 0 0,0 25 0,0-25 0,0 25 0,25-1 16,-25-24-16,0 25 0,0 0 0,0-25 0,0 25 0,0 0 0,0-1 16,0-24-16,0 25 0,24 0 0,-24 0 0,0 0 15,0-1-15,0-24 0,0 25 16,0 0-16,-24 0 0,24 0 0,0-25 0,0 24 0,0 1 15,0 0-15</inkml:trace>
  <inkml:trace contextRef="#ctx0" brushRef="#br0" timeOffset="188477.7803">4663 14560 0,'0'0'0,"-25"0"0,25 0 0,0 0 15,0-24-15,0 24 0,0 0 0,0 0 0,0 24 0,-24-24 0,24 0 16,0 0-16,0 0 0,0 0 16,0 0-16,-25 0 0,25 0 0,0 0 0,0 0 15,0 0-15,0 0 0,0 0 0,0 0 0,0 0 0,0 0 0,0 0 16,0 0-16,0 0 0,0 0 0,0 0 0,0 0 0,0 0 15,0 0-15,0 0 0,0 0 0,0 0 0,0 0 0,0 0 16,0 0-16,0 0 0,0 0 0,0 0 0,0 0 0,0 0 16,0 0-16,0 0 15,0 0-15,0 0 0,0 0 0,0 0 0,0 0 0,0 0 0,0 0 16,0 0-16,25 0 0,-25 0 0,0 0 0,0 0 0,0 0 0,0 0 15,0 25-15,0-25 0,0 0 0,0 0 16,24 0-16,-24 0 0,0 0 16,0 0-16,0 0 0,25 0 0,-25 0 0,0 0 15,0 0-15,0 0 0,25 0 0,-25 0 0,0 0 0,0 0 0,25 0 0,-25 0 16,0 0-16,0 0 0,25 0 0,-25 0 0,0 0 0,24 0 15,-24 0-15,0 0 0,25 0 0,-25 0 0,0 0 0,25 0 16,-25 0 0,0 0-16,0-25 0,25 25 0,-25 0 0,0 0 0,0 0 0,25 0 15,-25 0-15,0 25 0,0-25 0,0 0 0,25 0 0,-25 0 0,0 0 16,0 0-16,24 0 0,-24 0 0,0 0 0,0 0 0,0 0 0,25 0 15,-25 0-15,0 0 16,0 0-16,0 0 0,0 0 0,25 0 0,-25 0 0,0 0 16,0 0-16,25 0 0,-25 0 0,0 0 0,0-25 0,0 25 0,25 0 15,-25 0-15,0 0 0,0 0 0,0 0 0,24 0 0,-24 0 16,0 0-16,0 0 0,25 0 0,-25 0 0,0 0 15,0 0-15,0 0 0,25 0 16,-25 0-16,0 0 0,0 0 0,25 0 0,-25 0 0,0 0 16,0 0-16,25 0 0,-25 0 0,0 0 0,0 0 0,24 0 0,-24 0 15,0 0-15,0 0 0,25 0 0,-25 0 0,0 0 0,0 0 0,25 0 16,-25 0-1,0 0-15,0 0 0,25 0 0,-25 0 0,0 0 0,0 0 0,25 0 16,-25 0-16,0 0 0,24 0 0,-24 0 0,0 0 0,0 0 0,25 0 16,-25 0-16,0 0 0,0 0 0,25 0 0,-25 0 15,0 0-15,0 0 0,25 0 0,-25 0 0,0 0 0,25 0 0,-25 0 16,0 0-16,24 0 15,-24 0-15,25 0 0,-25 0 0,25 0 0,-25 0 0,25 0 0,-25 0 0,25 0 16,-25 0-16,0 0 0,24 0 0,-24 0 0,25 0 0,-25 0 31,25 0-31,-25 0 0,0 0 0,25 0 0,-25 0 0,25 0 0,-25 0 16,0 0-16,24 0 0,-24 0 0,0 0 0,0 0 15,25 0-15,-25 0 0,0 0 0,0 0 0,25 0 0,-25 0 0,0 0 0,0 0 16,0 0-16,0 0 0,0 0 0,25 0 0,-25 0 0,0 0 0,0 25 16,0-25-16,0 0 0,0 0 15,0 0-15,0 0 0,25 0 0,-25 0 0,0 0 16,0 0-16,0 0 0,0 0 0,0 0 0,24 0 0,-24 0 0,0 0 15,0 0-15,25 0 0,-25 0 0,0 0 0,0 0 0,25 0 16,-25 0-16,0 0 0,25 0 0,-25 0 16,25 0-16,-25 0 0,0 0 0,25 0 15,-25 0-15,24 0 0,-24 0 0,25 0 0,-25 0 0,25 0 0,-25 0 0,25 0 16,-25 0-16,25 0 0,-25 0 0,24 0 0,-24 0 0,25 0 15,-25 0-15,25 0 0,-25 0 0,25 0 16,-25 0-16,25 0 0,-25 0 0,24 0 16,-24 0-16,25 0 0,-25 0 0,25 0 0,-25 0 0,25 0 15,-25 0-15,25 0 0,-25 0 0,0 0 0,24 0 0,-24 0 0,25 0 0,-25 0 16,25 0-16,-25 0 0,0 0 0,25 0 0,-25 0 15,0 0-15,25 0 16,-25 0-16,24 0 0,-24 0 0,0 0 0,25 0 0,-25 0 16,25 0-16,-25 0 0,25 0 0,-25 0 0,25 0 0,-25 0 0,24 0 0,-24-25 15,0 25-15,25 0 0,-25 0 0,25 0 0,-25 0 0,25 0 31,-25 25-31,25-25 0,-25 0 0,0 0 0,24 0 0,-24 0 0,25 0 0,-25 0 0,0 0 16,25 0-16,-25 0 0,0 0 0,25 0 0,-25 0 0,0 0 0,0 0 16,25 0-16,-25 0 0,0 0 0,24 0 0,-24 0 15,0 0 1,0 0-16,25 0 0,-25-25 0,0 25 0,25 0 0,-25 0 0,0 0 15,25 0-15,-25 0 0,0 0 0,25 0 0,-25 0 0,25 0 0,-25 0 16,0 0-16,24 0 0,-24 0 0,25 0 0,-25 0 0,25 0 0,-25 0 16,25 0-16,-25 0 0,25 0 0,-25 0 15,24 0-15,-24 0 0,25 0 0,0 0 16,-25 0-16,25 0 0,-25 0 0,25 0 0,-25 0 0,24 0 0,-24 0 15,25 0-15,0 0 0,-25 0 0,25 0 0,-25 0 0,25 0 0,-1 0 16,-24 0-16,25 0 16,0 0-16,-25 0 0,25-24 0,-25 24 0,25 0 0,-1 0 0,-24 0 0,25 0 15,0 0-15,-25 0 0,25 0 0,-25 0 0,25 0 0,-1 0 16,-24 0-16,25 0 0,-25 0 0,25 0 15,-25 0-15,25 0 0,-25 0 0,25 0 16,-25 0-16,24 0 0,-24 0 0,0 0 0,25 0 0,-25 0 16,25 0-16,-25 0 0,25 0 0,-25 0 0,0 24 0,25-24 0,-25 0 0,24 0 15,-24 0-15,0 0 0,25 0 0,-25 0 0,0 0 16,0 0-16,25 0 15,-25 0-15,0-24 0,25 24 0,-25 0 0,0 0 0,25 0 0,-25 0 0,0 0 0,0 0 16,24 0-16,-24 0 0,0 0 0,25 0 0,-25 0 0,0 0 16,25 0-1,-25 0-15,0 0 0,25 0 0,-25 0 0,25 0 0,-25 0 16,0 0-16,25 0 0,-25 0 0,24 0 0,-24 0 0,25 0 0,-25 0 0,25 0 15,-25 0-15,25 0 0,-25 0 0,25 0 0,-25 0 16,24 0-16,-24 0 0,25 0 16,-25 0-16,25 0 0,-25 0 0,25 0 0,-25 0 0,25 0 0,-1 0 0,-24 0 15,25 0-15,-25 0 0,25 0 0,-25 0 0,25 0 0,-25 24 16,25-24-16,-1 0 15,-24 0-15,25 0 0,-25 0 0,25 0 0,-25 0 0,25 0 16,-25 0-16,25 0 0,-1 0 0,-24 0 0,25 0 0,-25 0 0,25 0 0,-25 0 16,25 0-16,-25 0 0,25 0 0,-25 0 0,24 0 15,-24 0-15,25 0 0,-25 0 0,25 0 0,-25 0 0,25 0 16,-25 0-16,25 0 15,-25 0-15,24 0 0,-24 0 0,25 0 0,-25 0 0,25 0 0,-25 0 0,25 0 16,-25 0-16,25 0 0,-25 0 0,0 0 0,24 0 0,-24 0 16,25 0-16,-25 0 0,25 0 0,-25 0 0,25 0 0,-25 0 15,0 0 1,25 0-16,-25 0 0,25 0 0,-25 0 0,24 25 0,-24-25 0,0 0 0,25 0 0,-25 0 15,25 0-15,-25 0 0,25 0 0,-25 0 16,0 0-16,25 0 0,-25 0 0,24 0 16,-24 0-16,25 0 0,-25 0 0,25 0 0,-25 0 0,0 0 0,25 0 0,-25 0 15,25 0-15,-25 0 0,0 0 0,24 0 0,-24 0 0,25 0 16,-25 0-16,0 0 15,25 0-15,-25 0 0,25 0 0,-25 0 0,0 0 0,25 0 0,-25 0 0,0 0 16,24 0-16,-24 0 0,25 0 0,-25 0 0,25 0 0,-25 0 0,0 0 16,25 0-16,-25 0 0,25 0 0,-25 0 0,24 25 15,-24-25-15,25 0 16,-25 0-16,25 0 0,-25 0 0,0 0 0,25 0 0,-25 0 15,0 0-15,25 0 0,-25 0 0,24 0 0,-24 0 0,0 0 0,25 0 0,-25 0 16,25 0-16,-25 0 0,0 0 0,25 0 0,-25 0 0,0 0 16,25 0-16,-25 0 0,0 0 0,24 0 15,-24 0-15,0 0 0,25 0 0,-25 0 16,25 0-16,-25 0 0,0 0 0,25 0 0,-25 0 0,25 0 0,-25 0 31,24 0-31,-24 0 0,0 0 0,25 0 0,-25 0 0,25 0 0,-25 0 16,0 0-16,25 0 0,-25 0 0,0 0 0,25 0 0,-25-25 0,25 25 0,-25 0 15,0 0-15,24 0 0,-24 0 0,25 0 0,-25 0 0,25 0 0,-25 0 0,0 0 16,25 0-16,-25 0 0,25 0 0,-25 0 0,24 0 15,-24 0-15,0 0 0,25 0 16,-25 0-16,25 0 0,-25 0 0,25 0 0,-25 0 0,25 0 0,-25 0 16,24 0-16,-24 0 0,25 0 0,0 0 0,-25 0 0,25 0 15,-25 0-15,0 0 0,25 0 0,-25 0 0,24 0 0,-24 0 16,25 0-16,-25 0 15,25 0-15,-25 0 0,25 0 0,-25 0 0,25 0 0,-25 0 0,24 0 16,-24 0-16,25 0 0,-25 0 0,25 0 0,-25 0 0,25 0 0,-25 0 16,25 0-16,-25 0 0,24 0 0,-24 0 0,25 0 15,-25 0-15,25 0 0,-25 0 16,25 0-16,-25 0 0,25 0 0,-25 0 0,24 0 31,-24 0-31,25 0 0,-25 0 0,25 0 0,-25 0 0,25 0 0,-25 0 0,25 0 0,-25 0 0,24 0 0,-24 0 0,25 0 16,-25 0-16,25-25 0,0 25 0,-25 0 0,25 0 15,-25 0-15,24 0 0,-24 0 0,25 0 0,-25 0 0,25 0 0,-25 0 16,25 0-16,-25 0 0,25 0 0,-25 0 0,25 0 0,-25 0 15,24 0-15,-24 0 0,0 0 0,25 0 0,-25 0 16,25 0-16,-25 0 0,0 0 0,25 0 16,-25 0-16,0 0 0,25 0 0,-25 0 0,0 0 0,0 0 0,24 0 15,-24 0-15,0 0 0,25 0 0,-25 0 0,0 0 0,25 0 16,-25 0-1,0 0-15,0 0 0,25 0 0,-25 0 0,0 0 0,0 0 0,25 0 16,-25 0-16,0 0 0,24 0 0,-24 0 0,25 0 0,-25 0 0,0 0 16,25 0-16,-25 0 0,25 0 0,-25 0 0,25 0 0,-25 0 15,24 0 1,-24 0-16,25 0 0,-25 0 0,25 0 0,-25 0 0,0 0 0,25 0 0,-25 0 15,25 0-15,-25 0 0,24 0 0,-24 25 16,25-25-16,-25 0 0,25 0 0,-25 0 0,25 0 0,-25 0 16,0 0-16,25 0 0,-25 0 0,24 0 0,-24 0 0,0 0 0,25 0 15,-25 0-15,0 0 0,25 0 0,-25 0 0,0 0 0,25 0 0,-25 0 16,0 0-1,25 0-15,-25 0 0,24 0 0,-24 0 0,0 0 0,25 0 0,-25 0 0,0 0 0,25 0 16,-25 0-16,0 0 0,0 0 0,25 0 0,-25 0 0,0 0 16,25 0-16,-25 0 0,0 0 15,0 0-15,24 0 0,-24 0 0,0 0 0,0 0 16,25 0-16,-25 25 0,0-25 0,25 0 0,-25 0 0,0 0 0,25 0 0,-25 0 15,0 0-15,0 0 0,25 0 0,-25 0 0,0 0 16,25 0-16,-25 0 0,0 0 16,0 0-16,24 0 0,-24 0 0,0 0 0,25 0 0,-25 0 0,0 0 15,25 0-15,-25 0 0,0 0 0,25 0 0,-25 0 0,0 0 16,25 0-16,-25 0 0,24 0 0,-24 0 0,25 0 0,-25 0 15,0 0-15,25 0 16,-25 0-16,25 0 0,-25 0 0,0 0 0,25 25 0,-25-25 16,24 0-16,-24 0 0,25 0 0,-25 0 0,0 0 0,25 0 0,-25 0 0,25 0 0,-25 0 15,0 0-15,25 0 0,-25 0 0,0 0 16,24 0-16,-24 0 0,0 0 0,25 0 15,-25 0-15,0 0 0,25 0 0,-25 0 0,0 0 0,0 0 16,25 0-16,-25 0 0,0 0 0,25 0 0,-25 0 0,0 0 16,24 0-16,-24 0 0,0 0 0,25 0 0,-25 0 0,0 0 15,0 0-15,25 0 0,-25 0 0,0-25 0,25 25 0,-25 0 16,0 0-16,25 0 0,-25 0 15,0 0-15,0 0 0,24 0 0,-24 0 0,0 0 16,0 0-16,25 0 0,-25 0 0,0 0 0,0 0 0,25 25 0,-25-25 0,0 0 16,25 0-16,-25 0 0,25 0 0,-25 0 0,0 0 0,24 0 15,-24 0-15,25 0 16,-25 0-16,25 0 0,-25 0 0,25 0 0,-25 0 0,25 0 15,-25 0-15,24 0 0,1 0 0,-25 0 0,25 0 0,-25 25 0,25-25 0,-25 0 16,25 0-16,-25 0 0,25 0 16,-25 0-16,24 0 0,1 0 0,-25 0 0,25 0 0,-25 0 15,25 0-15,-25 0 0,25 0 0,-25 0 0,24 24 0,-24-24 0,25 0 16,-25 0-16,25 0 0,-25 0 0,0 0 0,25 0 15,-25 0-15,25 0 16,-25 0-16,24 0 0,-24 0 0,0 0 0,25 0 0,-25 0 0,0 0 0,25 0 16,-25 0-16,0 0 0,25 0 0,-25 0 0,0 0 0,25 0 15,-25 0-15,0 0 0,24 0 0,-24 0 0,0 0 0,25 0 16,-25 0-16,0 0 0,25 0 0,-25 0 15,0 0-15,25 0 0,-25 0 0,0 0 0,25 0 0,-25 0 0,24 0 16,-24 0-16,0 0 16,25 0-16,-25 0 0,0 0 0,25 0 0,-25 0 0,0 0 0,25 0 15,-25 0-15,0 0 0,25 0 0,-25 0 0,0 0 16,24 0-16,-24 0 0,0 0 0,25 0 0,-25 0 0,0 0 0,25-24 0,-25 24 15,0 0-15,25 0 0,-25 0 0,0 0 16,25 0-16,-25 0 0,0 0 0,24 0 0,-24 0 16,0 0-16,25 0 0,-25 0 0,25 0 0,-25 0 0,0 0 0,25 0 15,-25 0-15,0 0 0,0 0 0,25 0 0,-25 0 0,0 0 16,24 0-16,-24 0 15,0 0-15,25 0 0,-25 0 0,25 0 0,-25 0 0,0 0 16,25 0-16,-25 0 0,0 0 0,25 0 0,-25 0 0,0 0 0,0 0 0,24 0 16,-24 0-16,0 0 0,0 0 0,25 0 0,-25 0 15,0 0-15,0 0 16,25 0-16,-25 0 0,0 0 0,0 0 0,25 0 0,-25 0 0,0 0 0,25 0 15,-25 0-15,0 0 0,0 0 0,25 0 0,-25 0 0,0 0 16,0 0-16,24 0 16,-24 0-16,0 0 0,0 0 0,25 0 0,-25 0 0,0 0 0,0 0 15,25 0-15,-25 0 0,0 0 0,0 0 0,25 0 0,-25 0 0,0-25 0,0 25 16,25 0-16,-25 0 15,0 0-15,0 0 0,24 0 0,-24 0 0,0 0 0,0 0 16,0 0-16,25 0 0,-25 0 0,0 0 0,0 0 0,0 0 16,25 0-16,-25 0 0,0 0 0,0 0 0,0 0 0,0 0 0,0 0 15,0 0 1,25 0-16,-25 0 0,0 0 0,0 0 0,0 0 0,0 25 0,0-25 0,25 0 0,-25 0 15,0 0-15,0 0 0,0 0 0,0 0 0,0 0 16,24 0-16,-24 0 0,0 0 0,0 0 0,0 0 0,0 0 0,25 0 16,-25 0-16,0 0 15,0 0-15,0 0 0,0 0 0,0 0 0,25 0 0,-25 0 0,0 0 16,0 0-16,0 0 0,0 0 0,0 0 0,0 0 0,0 0 0,25 0 15,-25 0-15,0 0 0,0 0 0,0 0 0,0 0 16,0 0 0,0 0-16,0 0 0,0 0 0,0 0 0,0 0 0,0 0 0,0 0 0,0 0 0,0 0 15,0 0-15,0 0 0,0 0 0,0 0 0,0 0 0,0 0 16,0 0-16,0 0 0,0 0 0,0 0 0,0 0 62,0 0-46,0 0-16,0 0 0,0 0 0,0 0 0,0 0 0,0 0 0,0 0 0,0 0 0,0 0 0,0 0 0,0-25 0,0 25 0,-25 0 0,25 0 0,0 0 0,-25 0 0,25-25 0,-25 25 0,25 0 0,-24-25 0,-1 25 0</inkml:trace>
  <inkml:trace contextRef="#ctx0" brushRef="#br0" timeOffset="193424.0632">4887 10815 0,'0'0'0,"0"0"0,0 0 15,0 0-15,0 0 0,0 0 0,0 0 0,0 0 16,0 0-16,0 0 15,0 0-15,0-25 0,0 25 0,0 0 0,0 0 0,0 0 0,0 0 16,0 0-16,0 0 0,0 0 0,0 0 0,0 0 0,0 0 0,0 0 16,0 0-16,0 0 0,0 0 0,0 0 0,0 0 0,0 0 15,0 0 1,0 0-16,0 0 0,0 0 0,0 0 0,0 0 0,0 0 0,0 0 0,0 0 0,0 0 15,0 0-15,0 0 0,0-25 0,0 25 0,0 0 0,0 0 16,0 0 0,0 0-16,0 0 0,0 0 0,0 0 0,0 0 15,0 0-15,0 0 0,0 0 0,0 0 0,0 0 0,0 0 0,0 0 0,0-25 0,0 25 0,0 0 16,0 0-16,-25 0 0,25 0 0,0 0 0,0 0 0,0 0 15,0 0-15,0 0 0,0 0 0,0 0 16,0-24-16,0 24 0,0 0 16,0 0-16,-25 0 0,25 0 0,0 0 0,0 0 0,0 0 15,0 0-15,0 0 0,0 0 0,0-25 0,0 25 0,-25 0 0,25 0 0,0 0 16,0 0-16,0 0 0,0 0 15,0 0-15,0 0 0,0 0 0,0-25 0,0 25 0,0 0 16,-25 0-16,25 0 0,0 0 0,0 0 0,0 0 0,0 0 0,0 0 16,0 0-16,0 0 0,0 0 15,0 0-15,0 0 0,0 0 0,0 0 0,0 0 0,0 0 16,0-25-16,0 25 0,0 0 0,0 0 0,0 0 0,0 0 0,0 0 15,0 0-15,0 0 0,-25 0 0,25 0 0,0 0 0,0 0 16,0 0-16,0 0 0,0 0 0,0-25 16,0 25-16,0 0 0,0 0 0,0 0 15,0 0-15,0 0 0,0 0 0,0 0 0,0 0 0,0 0 0,-24 0 16,24 0-16,0 0 0,0 0 0,0 0 0,0 0 0,0 0 15,0 0-15,0 0 0,0 0 0,0 0 0,0 0 0,0 0 16,0 0 15,0 0-31,0 0 0,-25-24 0,25 24 0,0 0 0,0 0 0,0 0 0,0 0 0,0 0 0,0 0 0,-25 0 0,25 0 0,0 0 0,0 0 0,0 0 16,0 0-16,0 0 0,0-25 0,-25 25 0,25 0 0,0 0 15,0 0-15,0 0 0,0 0 0,0 0 0,0 0 16,0 0-16,-25 0 16,25 0-16,0 0 0,0 0 0,0 0 0,0 0 0,0 0 0,0 0 15,0 0-15,0 0 0,-24 0 0,24 0 0,0 0 0,0 0 0,0 0 0,0 0 16,0 0-16,0 0 15,0 0-15,0 0 0,0 0 0,0 0 0,0 0 16,0 0-16,0 0 0,0 0 0,0 0 0,-25 0 0,25 0 0,0 0 16,0 0-16,0 0 0,0 0 0,0 0 0,0 0 0,0 0 15,0 0-15,0 0 0,-25 0 0,25 0 0,0 0 0,0 0 16,0 0-16,0 0 15,0 0-15,0 0 0,0 0 0,-25 0 0,25 0 0,0 0 16,0 0-16,0 0 0,0 0 0,0 0 0,0 0 0,0 0 0,-25 0 47,25 0-47,0 0 0,0 0 0,0 0 0,0 0 0,0 0 0,0 0 0,0 0 0,-24 0 0,24 0 0,0 0 0,0 0 0,0 0 0,0 0 0,0 0 0,0 0 15,-25 0-15,25 0 0,0 0 0,0 0 0,0 0 0,0 0 0,0 0 16,-25 0-16,25 0 16,0 25-16,0-25 0,0 0 0,0 0 0,0 0 0,-25 0 0,25 0 0,0 0 15,0 0-15,0 0 0,0 0 0,0 0 0,0 0 0,-25 0 0,25 0 16,0 0-16,0 0 0,0 0 0,0 0 0,-24 0 15,24 24-15,0-24 0,0 0 0,0 0 16,0 0-16,0 0 0,0 0 0,0 0 0,-25 0 0,25 0 16,0 0-16,0 0 0,0 0 0,0 0 0,0 0 0,0 0 15,0 0-15,0 0 0,0 0 0,0 25 0,-25-25 0,25 0 16,0 0-16,0 0 15,0 0-15,0 0 0,0 0 0,0 0 0,0 0 0,0 25 0,0-25 16,-25 0-16,25 0 0,0 0 0,0 0 0,0 0 0,0 0 16,0 25-16,0-25 0,0 0 0,-25 0 0,25 0 0,0 0 15,0 25-15,0-25 0,0 0 0,0 0 16,0 0-16,0 0 0,0 24 0,0-24 31,-24 0-31,24 0 0,0 0 0,0 25 0,0-25 0,0 0 0,0 0 0,0 0 0,0 0 0,0 0 0,0 25 0,0-25 0,-25 0 0,25 0 16,0 0-16,0 0 0,0 25 0,0-25 0,0 0 15,0 0-15,0 0 0,0 25 16,0-25-16,-25 0 0,25 0 0,0 0 0,0 24 0,0-24 15,0 0-15,0 0 0,0 0 0,0 0 0,0 25 0,0-25 0,0 0 16,0 0-16,0 0 0,0 0 0,-25 0 0,25 0 0,0 0 16,0 25-1,0-25-15,0 0 0,0 0 0,0 0 0,0 0 0,0 0 16,0 0-16,0 0 0,0 0 0,0 25 0,0-25 0,0 0 0,0 0 0,0 0 15,0 0-15,0 0 0,0 0 0,25 0 0,-25 0 0,0 0 0,0 0 32,0 0-32,0 25 0,0-25 0,0 0 0,0 0 0,0 0 0,0 0 0,0 0 15,0 0-15,0 0 0,0 24 0,0-24 0,0 0 0,0 0 16,0 0-16,0 0 0,0 0 0,0 0 0,0 25 0,0-25 0,0 0 15,0 0 1,0 0-16,0 0 16,0 0-16,0 0 0,0 25 0,0-25 0,0 0 0,0 0 0,0 0 0,0 0 0,0 0 0,0 0 0,0 25 0,0-25 15,0 0-15,0 0 0,0 0 0,0 0 0,0 0 0,0 25 0,0-25 16,0 0-16,0 0 0,25 0 0,-25 0 0,0 24 15,0-24-15,0 0 0,0 0 16,0 0-16,0 0 0,0 25 0,0-25 0,0 0 0,0 0 0,0 0 16,0 0-16,0 25 0,25-25 0,-25 0 0,0 0 0,0 0 15,0 0-15,0 25 0,0-25 0,0 0 0,0 0 0,0 0 16,0 0-16,24 25 15,-24-25-15,0 0 0,0 0 0,0 0 0,0 0 0,0 0 0,0 25 16,0-25-16,25 0 0,-25 0 0,0 0 0,0 0 0,0 0 16,0 0-16,0 24 0,0-24 0,0 0 0,25 0 0,-25 0 15,0 0-15,0 0 0,0 0 0,0 25 16,0-25-16,0 0 0,25 0 0,-25 0 0,0 0 15,0 0-15,0 0 0,0 0 0,25 25 0,-25-25 0,0 0 16,0 0-16,0 0 0,24 0 0,-24 0 0,0 0 0,0 0 0,0 0 16,25 0-16,-25 25 0,0-25 0,0 0 0,0 0 0,0 0 15,25 0-15,-25 0 16,0 0-16,0 0 0,0 0 0,25 25 0,-25-25 0,0 0 15,0 0-15,0 0 0,0 0 0,25 0 16,-25 0-16,0 0 0,0 0 0,0 0 0,0 0 0,24 0 0,-24 0 0,0 0 0,0 0 16,0 0-16,25 0 0,-25 24 15,0-24-15,0 0 0,0 0 0,25 0 0,-25 0 0,0 0 16,0 0-16,0 0 0,0 0 0,25 0 0,-25 0 0,0 0 0,0 0 15,0 0-15,25 0 0,-25 0 0,0 0 0,0 0 0,0 0 16,0 0-16,0 0 0,24 0 16,-24 0-16,0 0 0,0 0 0,0 0 0,0 0 15,0 0-15,25 0 0,-25 0 0,0 0 0,0 0 0,0 0 16,0 0-16,25 0 0,-25 0 0,0 0 0,0 0 0,0 0 0,0 0 15,0 0-15,25 0 0,-25 0 16,0 0-16,0 0 0,0 0 0,0 0 0,0 0 0,25 0 0,-25 0 0,0 0 16,0-24-16,0 24 0,0 0 0,24 0 0,-24 0 0,0 0 15,0 0 1,0 0-16,0 0 0,25 0 0,-25 0 0,0 0 0,0 0 0,0 0 15,0 0-15,0 0 0,25 0 0,-25 0 0,0 0 0,0-25 0,0 25 0,0 0 16,25 0-16,-25 0 0,0 0 0,0 0 0,0 0 16,0 0-16,0 0 0,0 0 15,0 0-15,25 0 0,-25-25 0,0 25 0,0 0 16,0 0-16,0 0 0,0 0 0,25 0 0,-25 0 0,0 0 0,0 0 0,0-25 15,0 25-15,0 0 0,24 0 0,-24 0 0,0 0 0,0 0 16,0 0-16,0-25 0,0 25 0,0 0 16,0 0-16,0 0 0,25 0 0,-25 0 15,0 0-15,0-24 0,0 24 0,0 0 0,0 0 0,0 0 16,0 0-16,0-25 0,0 25 0,25 0 0,-25 0 0,0 0 0,0 0 0,0 0 15,0-25-15,0 25 0,0 0 0,0 0 0,0 0 16,0 0 0,0-25-16,0 25 0,0 0 0,0 0 0,0 0 0,0 0 0,0-25 0,25 25 15,-25 0-15,0 0 0,0 0 0,0 0 0,0-25 0,0 25 16,0 0-16,0 0 0,0 0 0,0 0 0,0 0 0,0 0 0,0-24 31,0 24-31,0 0 16,0 0-16,0 0 0,0 0 0,0 0 0,0-25 0,0 25 0,0 0 0,0 0 0,0 0 0,0 0 0,0 0 0,-25-25 0,25 25 15,0 0-15,0 0 0,0 0 0,0 0 0,0-25 0,0 25 16,0 0-16,0 0 0,0 0 0,0 0 0,0 0 0,0-25 15,0 25-15,0 0 0,0 0 16,-25 0-16,25 0 0,0 0 0,0 0 0,0-24 0,0 24 0,0 0 16,0 0-16,0 0 0,0 0 0,0 0 0,0-25 0,0 25 15,0 0-15,-25 0 0,25 0 0,0 0 0,0-25 16,0 25-16,0 0 15,0 0-15,0 0 0,0 0 0,0 0 0,0-25 0,0 25 0,0 0 0,0 0 16,0 0-16,-24 0 0,24 0 0,0 0 0,0 0 0,0-25 16,0 25-16,0 0 0,0 0 0,0 0 0,0 0 0,0 0 15,0 0 1,0 0-16,0-24 0,-25 24 0,25 0 0,0 0 0,0 0 0,0 0 15,0 0-15,0 0 0,0 0 0,0 0 0,0 0 0,0-25 0,0 25 0,0 0 47,0 0-47,0 0 0,0 0 0,0 0 0,0 0 0,0 0 16,0 0-16,0-25 15,-25 25-15,25 0 0,0 0 0,0 0 0,0 0 0,0 0 0,0 0 0,0 0 0,0-25 0,0 25 0,0 0 0,0 0 0,0 0 0,0 0 0,0 0 0,0 0 0,-25 0 16,25 0-16,0 0 0,0 0 0,0 0 0,0 0 0,0 0 16,-25 0-16,25 0 0,0 0 0,-25 0 0,25 0 0,0 0 0</inkml:trace>
  <inkml:trace contextRef="#ctx0" brushRef="#br0" timeOffset="200631.4754">6300 11956 0,'0'0'0,"0"0"0,0 0 15,0 0-15,0 0 0,0 0 0,0 0 0,0 0 16,0-25-16,0 25 0,0 0 16,0 0-16,0 0 0,0 0 0,0 0 0,0 0 15,0 0-15,0 0 0,0 0 0,0 0 0,0 0 0,0 0 0,0 0 0,0 0 16,0 0-16,0 0 0,0 0 0,0 0 0,0 0 0,0 0 15,0 0-15,0 0 0,0 0 0,0 0 0,0 0 16,0 0-16,0 0 16,0 0-16,0 0 0,0 0 0,0 0 0,0 0 0,0 0 0,0 0 15,0 0-15,0-25 0,0 25 0,0 0 0,0 0 0,0 0 16,0 0-16,0 0 15,0 0-15,0 0 16,0 0-16,0 0 0,0 0 0,0 0 0,0 0 0,0 0 0,0 0 0,0 0 0,0-25 0,0 25 0,0 0 0,0 0 16,0 0-16,0 0 0,0 0 0,0 0 0,0 0 0,0 0 0,0-24 15,0 24-15,0 0 0,0 0 0,0 0 0,0 0 16,0 0-16,0 0 15,0 0-15,0 0 0,0 0 0,0 0 0,0 0 0,0 0 0,0 0 0,0-25 0,0 25 0,0 0 16,-24 0-16,24 0 0,0 0 0,0 0 16,0 0-16,0 0 0,0 0 15,0 0-15,0 0 0,0 0 0,0 0 0,0-25 0,0 25 0,0 0 16,0 0-16,0 0 0,0 0 0,0 0 0,0 0 0,0 0 0,0 0 15,0 0-15,0 0 0,-25 0 0,25 0 0,0 0 0,0 0 16,0-25-16,0 25 16,0 0-16,0 0 0,0 0 0,0 0 0,0 0 0,0 0 0,0 0 15,0 0-15,0 0 0,0 0 0,0 0 0,-25-25 0,25 25 16,0 0-16,0 0 0,0 0 0,0 0 0,0 0 0,0 0 15,0 0-15,0 0 0,-25 0 0,25 0 0,0 0 16,0 0-16,0 0 0,0-24 0,0 24 0,0 0 0,0 0 16,0 0-16,0 0 0,0 0 0,-25 0 15,25 0-15,0 0 0,0 0 0,0 0 0,0 0 0,0 0 0,0 0 16,-24 0-16,24 0 0,0 0 0,0-25 0,0 25 0,0 0 15,0 0 1,-25 0-16,25 0 0,0 0 0,0 0 0,0 0 0,0 0 0,0 0 16,0 0-16,0 0 0,-25 0 0,25 0 0,0 0 0,0 0 0,0 0 15,0 0-15,0 0 0,0 0 0,-25-25 0,25 25 0,0 0 16,0 0-16,0 0 0,0 0 0,0 0 0,-25 0 15,25 0-15,0 0 0,0 0 16,0 0-16,0 0 0,0 0 0,0 0 0,-24 0 0,24 0 0,0 0 0,0 0 16,0 0-16,0 0 0,0 0 0,0 0 0,0 0 0,0 0 15,-25 0 1,25 0-16,0 0 0,0 0 0,0 0 0,0 0 0,0 0 0,-25 0 0,25 0 0,0 0 0,0 0 31,0 0-31,0 0 0,0 0 0,-25 0 0,25 0 0,0 0 0,0 0 31,0 0-31,0 0 0,0 0 0,0 0 0,0 0 0,-25 0 0,25 0 0,0 0 0,0 0 0,0 0 0,0 0 0,0 0 0,0 0 16,-24 0-16,24 0 0,0 0 0,0 0 0,0 0 0,0 0 0,0 0 15,0 0-15,-25 0 16,25 0-16,0 0 0,0 0 0,0 0 0,0 0 0,0 0 0,0 0 16,-25 0-16,25 0 0,0 0 0,0 25 0,0-25 0,0 0 15,-25 0-15,25 0 0,0 0 0,0 0 0,0 0 0,0 0 16,-25 0-16,25 0 0,0 0 0,0 0 0,0 0 15,0 0-15,0 0 0,0 0 16,-25 0-16,25 25 0,0-25 0,0 0 0,0 0 0,0 0 16,0 0-16,0 0 0,-24 0 0,24 0 0,0 0 0,0 0 0,0 0 0,0 0 15,0 0-15,0 0 16,0 0-16,-25 24 0,25-24 0,0 0 0,0 0 0,0 0 15,0 0-15,0 0 0,0 0 0,0 0 0,0 0 0,-25 0 0,25 0 0,0 0 16,0 25-16,0-25 0,0 0 0,0 0 0,0 0 0,0 0 16,-25 0-16,25 0 0,0 25 0,0-25 0,0 0 15,0 0-15,0 0 0,-25 0 0,25 0 0,0 0 16,0 25-16,0-25 0,0 0 0,-24 0 0,24 0 0,0 0 15,0 25-15,0-25 16,0 0-16,0 0 0,0 0 0,0 24 0,-25-24 0,25 0 0,0 0 16,0 0-16,0 25 0,0-25 0,0 0 0,0 0 0,0 0 15,0 25-15,-25-25 0,25 0 0,0 0 0,0 0 0,0 25 0,0-25 31,0 0-31,0 0 0,0 25 0,0-25 0,0 0 0,0 0 0,0 24 0,0-24 0,0 0 16,0 0-16,0 25 0,0-25 0,0 0 0,-25 0 0,25 25 16,0-25-16,0 0 0,0 0 0,0 0 0,0 25 0,0-25 15,0 0-15,0 0 0,0 25 0,0-25 16,0 0-16,0 0 0,0 0 0,0 24 0,0-24 15,0 0-15,0 0 0,0 25 0,0-25 0,0 0 0,0 0 16,0 25-16,0-25 0,0 0 0,0 0 0,0 25 0,0-25 16,0 0-16,0 0 0,0 25 0,0-25 0,0 0 0,0 0 15,0 0-15,0 25 16,0-25-16,0 0 0,0 0 0,0 0 0,0 24 0,0-24 0,0 0 15,0 0-15,0 0 0,0 0 0,0 25 0,0-25 0,0 0 0,0 0 16,0 0-16,0 25 0,0-25 0,0 0 0,0 0 0,0 25 16,0-25-16,0 0 15,0 0-15,0 0 0,0 25 0,0-25 0,0 0 0,0 0 16,0 0-16,0 24 0,0-24 0,0 0 0,0 0 0,0 0 0,0 25 15,0-25-15,0 0 0,0 0 0,0 0 0,0 0 0,0 25 16,25-25-16,-25 0 0,0 0 16,0 0-16,0 0 0,0 0 0,0 25 0,0-25 0,0 0 15,0 0-15,0 0 0,0 0 0,0 25 0,0-25 0,0 0 0,0 0 16,0 0-16,0 0 0,25 0 0,-25 0 0,0 0 0,0 24 15,0-24-15,0 0 0,0 0 0,0 0 0,0 0 16,0 0-16,0 0 16,0 0-16,0 0 0,0 25 0,0-25 0,0 0 0,25 0 0,-25 0 0,0 0 15,0 0-15,0 0 0,0 0 0,0 25 0,0-25 0,24 0 16,-24 0-1,0 0-15,0 0 0,0 0 0,0 0 0,0 25 0,0-25 0,25 0 0,-25 0 0,0 0 0,0 0 16,0 0-16,0 0 0,0 0 0,0 0 0,0 0 0,0 0 16,0 0-1,25 0-15,-25 25 0,0-25 0,0 0 0,0 0 0,0 0 0,0 0 0,25 0 0,-25 0 16,0 24-16,0-24 0,25 0 0,-25 0 0,0 0 0,24 0 15,-24 0-15,0 0 0,0 0 0,25 0 0,-25 0 16,0 0-16,0 0 0,25 0 0,-25 0 0,0 0 0,0 0 16,25 0-16,-25 0 15,0 25-15,0-25 0,25 0 0,-25 0 0,0 0 0,0 0 0,0 0 0,25 0 16,-25 0-16,0 0 0,0 0 0,0 0 0,24 0 0,-24 0 15,0 0-15,0 0 16,0 0-16,0 0 0,25 0 0,-25 0 0,0 0 0,0 0 0,0 0 16,25 0-16,-25 0 0,0 0 0,0 0 0,0 0 0,25 0 31,-25 0-31,0 0 0,0 0 0,0 0 0,0 0 0,25 0 0,-25 0 0,0 0 0,0-25 0,0 25 0,0 0 0,24 0 0,-24 0 15,0 0-15,0 0 16,0 0-16,0 0 0,25 0 0,-25 0 0,0 0 0,0 0 16,0 0-16,0 0 0,25 0 0,-25 0 0,0 0 0,0 0 0,0 0 0,0 0 15,25 0-15,-25 0 0,0 0 0,0-24 0,0 24 31,25 0-31,-25 0 0,0 0 0,0 0 0,0 0 0,24 0 0,-24 0 16,0 0-16,0 0 0,0 0 0,0 0 0,25-25 0,-25 25 0,0 0 0,0 0 0,0 0 16,0 0-16,25 0 0,-25 0 0,0 0 0,0 0 15,0 0-15,0 0 16,0 0-16,25 0 0,-25-25 0,0 25 0,0 0 0,0 0 0,0 0 15,0 0-15,25 0 0,-25 0 0,0 0 0,0 0 0,0 0 16,0-25-16,0 25 0,0 0 0,0 0 0,24 0 0,-24 0 0,0 0 16,0 0-16,0 0 0,0 0 0,0-25 0,0 25 0,0 0 15,0 0-15,0 0 16,25 0-16,-25 0 0,0 0 0,0 0 0,0-24 0,0 24 0,0 0 0,0 0 0,0 0 15,0 0-15,0 0 16,25 0-16,-25-25 0,0 25 0,0 0 0,0 0 16,0 0-16,0-25 0,0 25 0,0 0 0,25 0 0,-25 0 0,0 0 0,0-25 15,0 25-15,0 0 0,0 0 0,0 0 0,0 0 0,0 0 16,0-25-16,0 25 0,25 0 0,-25 0 15,0 0-15,0-24 0,0 24 0,0 0 16,0 0-16,0 0 0,0-25 0,0 25 0,0 0 0,0 0 0,0 0 0,0-25 16,0 25-16,0 0 0,0 0 0,0-25 0,24 25 0,-24 0 15,0 0-15,0 0 0,0-25 16,0 25-16,0 0 0,0 0 0,0 0 0,0-24 15,0 24-15,0 0 0,0 0 0,0 0 0,0-25 0,0 25 0,0 0 16,0 0-16,0 0 0,0-25 0,0 25 0,0 0 0,0 0 16,0 0-16,0-25 0,0 25 0,0 0 0,0 0 0,0 0 15,0-25-15,0 25 16,0 0-16,0 0 0,0 0 0,0 0 0,0 0 0,0-25 0,0 25 15,0 0-15,0 0 0,0 0 0,0 0 0,0 0 0,0-24 0,0 24 16,0 0-16,0 0 0,-24 0 0,24 0 0,0 0 16,0 0-16,0-25 0,0 25 0,0 0 0,0 0 0,0 0 31,0 0-31,0 0 0,0-25 0,0 25 0,0 0 0,0 0 0,0 0 0,0 0 0,0 0 0,-25 0 15,25 0-15,0-25 0,0 25 0,0 0 0,0 0 0,0 0 16,0 0-16,0 0 0,0 0 16,0 0-16,0-25 0,0 25 0,0 0 15,0 0-15,0 0 0,0 0 0,0 0 0,-25 0 0,25 0 0,0-24 0,0 24 0,0 0 16,0 0-16,0 0 0,0 0 0,0 0 0,0 0 0,0 0 31,0-25-31,0 25 0,-25 0 0,25 0 0,0 0 0,0 0 0,0 0 0,0 0 0,0 0 0,0 0 16,0 0-16,0 0 0,0 0 0,0-25 0,0 25 0,0 0 15,0 0-15,0 0 16,0 0-16,0 0 0,0 0 0,0 0 0,0 0 0,0 0 0,0 0 0,0 0 15,0 0-15,0 0 0,0 0 0,0 0 0,0 0 0,0 0 16,0 0-16,0 0 0,0 0 0,-25 0 0,25 0 16,0-25-16,0 25 0,0 0 15,0 0-15,0 0 0,0 0 0,0 0 0,0 0 0,0 0 0,0 0 0,0 0 16,0 0-16,0 0 0,0 0 0,0 0 0,0 0 0,0 0 15,0 0-15,-24 0 16,24 0-16,0 0 0,0 0 0,0 0 0,0 0 0,0 0 0,0 0 0,0 0 16,0-25-16,0 25 0,0 0 0,0 0 0,-25 0 0,25 0 15,0 0-15,0 0 0,0 0 0,0 0 0,0 0 16,0 0-16,0 0 0,0 0 15,0 0-15,0 0 0,0 0 0,0 0 0,0 0 0,0 0 0,0 0 16,0 0-16,0 0 0,0 0 0,0 0 0,0 0 0,0 0 16,0 0-16,0 0 0,-25 0 15,25 0-15,0 0 0,0 0 0,0 0 0,0 0 0,0 0 0,0 0 16,0 0-16,0 0 0,0 0 0,0 0 0,0 0 0,0 0 0,0 0 15,0 0-15,0 0 16,0 0-16,0 0 0,0 0 0,0 0 0,0 0 0,0 0 16,0 0-16,0 0 0,0 0 0,0 0 0,0 0 0,0 0 15,0 0-15,0 0 0,0 0 0,0 0 0,0 0 0,0 0 0,0 0 16,0 0-16,0 0 0,0 0 0,0 0 0,-25 0 0,25 0 15,0 0-15,0 0 16,0 0-16,0 0 0,0 0 0,0 0 0,0 0 0,-25 0 0,25 0 16,0 0-16,0 0 0,0 0 0,0 0 0,0 0 0,0 0 0,0 0 15,0 0-15,0 0 0,0 0 0,0 0 0,0 0 0,0 0 16,0 0-16,0 0 15,0 0-15,0 0 0,0 0 0,0 0 0,0 0 0,0 0 16,0 0-16,0 0 0,0 0 0,0 0 0,0 0 0,0 0 0,0 0 0,0 0 16,0 0-16,0 0 0,0 0 0,0 0 0,0 0 15,0 0-15,0 0 0,0 0 0,0 0 16,0 0-16,0 0 0,0 0 0,0 0 0,0 0 0,0 0 0,0 0 0,0 0 15,0 0-15,0 0 16,0 0-16,0 0 0,0 0 0,0 0 0,0 0 0,0 0 16,0 0-16,0 0 0,0 0 0,0 0 0,0 0 0,0 0 15,0 0-15,0 0 0,0 0 0,0 0 0,-24 0 0,24 0 0,0 0 16,-25 0-16,25 0 0</inkml:trace>
  <inkml:trace contextRef="#ctx0" brushRef="#br0" timeOffset="223855.8038">4589 17041 0,'0'0'0,"0"0"16,0 0-16,0 0 0,0 0 0,0 0 0,0 0 15,0 0-15,0 0 0,0 0 0,0 0 16,0 0-16,0 0 0,0 0 0,0 0 0,0 0 16,0 0-16,0 0 0,0 0 0,0 0 0,25 0 0,-25 0 0,0 0 0,0 0 15,0 0-15,0 25 0,24-25 0,-24 0 0,0 0 0,0 0 16,0 0-16,0 0 15,25 0-15,-25 0 0,0 0 0,0 0 0,25 0 0,-25 0 0,0 0 0,25 24 16,-25-24-16,25 0 0,-25 0 0,24 0 0,-24 0 0,25 0 16,-25 0-16,25 0 0,0 0 0,-25 0 0,25 25 0,-25-25 15,25 0-15,-25 0 16,24 0-1,-24 0-15,25 0 0,-25 25 0,25-25 0,-25 0 0,0 0 0,25 0 0,-25 0 0</inkml:trace>
  <inkml:trace contextRef="#ctx0" brushRef="#br0" timeOffset="224179.8223">4663 17239 0,'0'0'0,"0"0"0,0 0 0,0 0 16,0 0-16,0 0 0,0-25 0,0 25 0,0 0 0,0 0 15,0 0-15,0 0 0,0 0 0,0 0 0,0 0 0,0 0 16,0 0-16,0 0 0,0 0 0,0 0 15,0 0-15,0 0 0,0 0 0,0 0 16,25 0-16,-25 25 0,0-25 0,0 0 0,25 0 0,-25 0 0,0 0 16,0 0-16,25 0 0,-25 0 0,0 0 0,24 0 0,-24 0 0,0 0 15,25 0-15,-25 0 0,0 0 0,25 0 0,-25 0 0,25 25 16,-25-25-1,0 0-15,25 0 0,-25 0 0,0 0 0,25 0 0,-25 0 0,0 0 0,0 0 16,0 0-16,24 0 0</inkml:trace>
  <inkml:trace contextRef="#ctx0" brushRef="#br0" timeOffset="224575.845">4911 16892 0,'0'0'15,"0"0"-15,0 0 0,0-25 0,-24 25 0,24 0 16,0 0-16,0 0 0,0 0 16,0 0-16,0 0 0,0 0 0,0 0 0,0 0 0,0 0 0,0 0 0,0 0 15,0 0-15,0 0 0,24 0 0,-24 0 0,0 0 0,0 0 0,0 0 31,25 0-31,-25 0 0,0 25 0,25-25 0,-25 0 0,0 0 0,0 0 16,25 25-16,-25-25 0,0 0 0,25 0 0,-25 25 0,0-25 16,24 0-16,-24 24 0,25-24 0,-25 0 0,0 0 0,25 25 0,-25-25 0,0 25 0,0-25 15,25 0-15,-25 25 0,0-25 0,0 0 16,0 25-16,0-25 0,25 24 0,-25-24 0,0 0 15,0 25-15,0-25 0,-25 0 0,25 25 0,0-25 0,0 0 0,0 25 16,-25-25-16,25 0 0,0 25 0,0-25 0,-25 0 0,25 24 16,-25-24-16,25 0 0,-24 25 0,24-25 0,0 0 15,-25 0-15,25 25 0,0-25 16,-25 0-16,25 0 0,0 0 0,0 0 0,0 0 0,0 0 0,0 0 15,0 0-15,0 0 0,0 0 0,25 0 0,-25 0 0,0 0 0,25 0 0,-25 0 16</inkml:trace>
  <inkml:trace contextRef="#ctx0" brushRef="#br0" timeOffset="225518.8989">5904 17041 0,'0'0'0,"0"0"0,0 0 0,0 0 15,-25 0-15,25 0 0,0 0 0,0 0 0,0 0 0,0 0 16,0 0-16,0 0 0,0 0 0,0 0 0,0-25 0,0 25 16,25 0-16,-25 0 0,0 0 15,0 0-15,0 0 0,0-25 0,0 25 0,0 0 16,0 0-16,0-25 0,24 25 0,-24 0 0,0-24 0,0 24 15,25-25-15,-25 25 0,0 0 0,25-25 0,-25 25 0,0-25 0,25 25 0,-25-25 16,0 25-16,25-24 0,-25 24 0,24-25 0,-24 25 0,25-25 16,-25 25-16,0-25 15,25 25-15,-25-25 0,0 25 0,25-24 0,-25 24 0,0 0 0,0-25 0,25 25 0,-25 0 16,0 0-16,0 0 0,0-25 0,0 25 15,0 0-15,0 0 0,0 0 0,0 0 16,0 0-16,0 0 0,0 0 0,0-25 0,-25 25 0,25 0 0,0 0 16,0 0-16,0 0 0,-25 0 0,25 0 0,0 0 0,0 0 0,0 25 15,-25-25-15,25 0 0,0 0 0,0 0 0,0 0 0,0 0 16,0 0-16,0 0 0,0 0 15,0 0-15,0 0 0,0 0 0,0 0 0,0 0 0,0 0 16,0 0-16,0 0 0,0 0 0,0 0 0,25 0 0,-25 0 0,0 0 16,0 0-16,0 0 0,25 0 0,-25 0 0,0 25 0,0-25 0,0 0 15,25 0 1,-25 0-16,0 0 0,0 0 0,24 0 0,-24 0 0,0 25 0,0-25 15,0 0-15,0 0 0,25 0 0,-25 24 0,0-24 0,0 0 0,0 0 16,0 25-16,0-25 0,0 0 0,0 25 0,0-25 0,0 0 16,25 25-16,-25-25 0,0 0 0,0 25 0,0-25 0,0 24 0,0-24 15,0 0-15,0 25 0,0-25 0,25 25 16,-25-25-16,0 0 0,0 25 0,0-25 0,0 0 15,0 25-15,0-25 0,25 0 0,-25 24 0,0-24 0,0 0 0,0 25 16,0-25-16,0 0 0,24 0 0,-24 25 0,0-25 0,0 0 16,0 0-16,0 0 15,25 25-15,-25-25 0,0 0 0,0 0 0,25 0 0,-25 0 0,0 0 16,25 0-16,-25 0 0,0 0 0,25 0 0,-25 0 0,0 0 0,24 0 15,-24 0-15,25 0 0,-25 0 0,25-25 0,-25 25 0,0 0 16,25 0 0,-25 0-16,0 0 0,25-25 0,-25 25 0,0 0 0,0 0 0,0 0 15,0 0-15,0 0 0,0 0 0,0 0 0,0 0 0,0-25 0,0 25 16,0 0-16,0 0 0,0 0 0,0 0 0,0 0 0,0 0 0,0 0 0,0 0 15,0 0 1,0-24-16,0 24 0,0 0 0,0 0 0,0 0 0,0 0 16,-25 0-16,25 0 0,0 0 0</inkml:trace>
  <inkml:trace contextRef="#ctx0" brushRef="#br0" timeOffset="226096.932">7218 16421 0,'0'0'0,"0"0"0,0-25 0,0 25 15,0 0-15,-25 0 0,25 0 0,0 0 0,0 0 0,0 0 16,0 0-16,0 0 0,0-25 0,0 25 15,0 0-15,-24 0 0,24 0 0,0 0 0,0 0 16,0 0-16,0 0 0,0 0 0,0 0 0,0 0 0,0 0 0,0 0 16,0 0-16,-25 0 0,25 0 0,0 0 0,0 25 0,0-25 15,0 0-15,-25 0 16,25 0-16,0 25 0,0-25 0,-25 0 0,25 25 0,0-25 0,0 24 15,-25-24-15,25 25 0,0-25 0,-24 25 0,24 0 0,0-25 0,0 25 0,0-1 16,-25-24-16,25 25 0,0 0 0,0 0 0,0-25 16,0 25-16,-25-1 0,25-24 0,0 25 0,0 0 0,0 0 15,25-25-15,-25 25 0,0-25 16,0 24-16,0 1 0,0-25 0,25 25 0,-25-25 0,0 25 0,0-25 15,24 0-15,-24 25 0,25-25 0,-25 24 0,0-24 0,25 0 0,-25 0 16,0 25-16,25-25 0,-25 0 0,25 0 0,-25 0 0,0 0 16,24 0-1,-24 25-15,25-25 0,-25 0 0,0 0 0,25 0 0,-25 0 0,0-25 16,25 25-16,-25 0 0</inkml:trace>
  <inkml:trace contextRef="#ctx0" brushRef="#br0" timeOffset="226732.9683">7665 16495 0,'0'-25'0,"0"25"0,0 0 16,0 0-16,0 0 0,0-24 0,0 24 0,0 0 0,0 0 0,0 0 15,0 0-15,0 0 0,0 0 0,0 0 0,0 0 16,0 0-16,0 0 15,0 0-15,0 0 0,0 0 0,0 0 0,0 0 0,0 0 0,0 0 0,0 0 16,0 0-16,-25 0 0,25 0 0,0 0 0,0 0 0,0 0 0,0 24 31,0-24-31,-25 0 0,25 25 0,0-25 0,0 0 0,0 25 0,-25-25 0,25 0 0,0 25 16,0-25-16,-25 25 0,25-25 0,0 24 0,0-24 0,-24 25 0,24-25 15,0 25-15,-25-25 0,25 25 0,0 0 0,-25-25 0,25 24 16,0-24-16,0 25 0,-25-25 0,25 25 0,0-25 16,0 25-16,-25-25 0,25 25 0,0-25 15,0 0-15,0 24 0,0-24 0,-24 25 0,24-25 0,0 0 0,0 25 16,0-25-16,0 0 0,0 0 0,0 25 0,0-25 0,0 0 15,0 0-15,0 0 0,0 0 0,0 0 16,0 0-16,0 0 0,0 0 0,0 0 16,0 0-16,0 0 0,0 0 0,0 0 0,0 0 0,0 0 0,0 0 0,0 0 15,0-25-15,24 25 0,-24 0 0,0-25 0,0 25 0,25-25 0,-25 25 16,0-24-16,25-1 0</inkml:trace>
  <inkml:trace contextRef="#ctx0" brushRef="#br0" timeOffset="227053.9867">7689 16570 0,'0'0'0,"0"0"0,0 0 0,0-25 32,0 25-32,0 0 0,0 0 0,0 0 0,0 0 0,0 0 0,0 0 15,25 0-15,-25 0 0,0 0 0,0 0 0,0 0 0,0 0 0,0 0 16,25 0-16,-25 0 0,0 0 0,0 0 0,0 25 0,25-25 0,-25 0 0,0 24 15,0-24-15,0 0 0,25 0 0,-25 25 0,0-25 0,0 25 16,0-25-16,0 0 16,24 25-16,-24-25 0,0 25 0,0-25 0,0 24 0,0-24 0,0 25 0,0-25 15,0 25-15,0-25 0,0 25 0,0-25 0,0 25 0,0-25 16,25 0-16,-25 24 0,0-24 0,0 25 0,0-25 0,0 25 15,0-25-15,0 0 16,0 25-16,0-25 0,0 0 0,0 25 0,0-25 0,0 0 16,0 0-16,0 0 0,0 24 0,0-24 0,0 0 0,0 0 0,0 0 0,0 0 15,0 25-15,0-25 0,0 0 0,0 0 0,0 0 0,0 0 0,0 0 31,0 0-31,0 0 0,0 0 0,0 0 0,0 0 0,0 0 0</inkml:trace>
  <inkml:trace contextRef="#ctx0" brushRef="#br0" timeOffset="227350.0036">7615 16793 0,'0'-25'0,"0"25"0,0 0 0,0 0 15,0 0-15,0 0 0,0 0 0,0 0 0,0 0 0,0 0 0,0 0 16,0 0-16,0 0 0,0 0 0,25 0 0,-25 0 0,0 0 16,0 0-1,0 0-15,25 0 0,-25 0 0,0 0 0,0 0 16,0 0-16,24 0 0,-24 0 0,0 0 0,0 0 0,25 0 0,-25 0 0,0 25 0,25-25 0,-25 0 15,0 0-15,25 0 0,-25 0 0,0 0 0,0 0 0,25 0 0,-25 0 47,0 0-47,0 0 16,24 0-16,-24 0 0,0 0 0,0 0 0,25 0 0</inkml:trace>
  <inkml:trace contextRef="#ctx0" brushRef="#br0" timeOffset="227968.039">8037 16148 0,'0'0'0,"0"-25"16,0 25-16,0 0 0,0 0 0,0 0 0,0 0 0,0 0 0,0 0 16,0 0-16,0 0 0,0 0 0,0 0 0,0 0 0,0 0 0,0 0 15,0 0-15,0 0 0,0 0 16,0 0-16,0 0 0,0 0 0,0 25 0,25-25 0,-25 0 15,0 0-15,0 0 0,0 0 0,24 25 0,-24-25 0,0 0 0,0 0 16,25 24-16,-25-24 0,0 0 0,0 25 0,0-25 16,25 0-16,-25 25 0,0-25 15,0 25-15,25-25 0,-25 25 0,0-25 0,0 24 0,0 1 16,0-25-16,0 25 0,0 0 0,25-25 0,-25 25 0,0 0 0,0-25 15,0 24-15,0 1 0,0-25 0,0 25 0,0-25 0,0 25 0,0 0 16,0-25-16,0 24 0,0-24 16,0 25-16,0-25 0,0 25 0,0-25 15,0 25-15,0-25 0,0 25 0,-25-25 0,25 24 0,0-24 0,0 25 16,0-25-16,0 25 0,0-25 0,-25 0 0,25 25 0,0-25 0,0 25 15,0-25-15,-25 0 0,25 24 0,0-24 0,0 25 0,0-25 0,-25 0 16,25 0-16,0 25 16,0-25-16,0 0 0,0 0 0,0 25 0,-24-25 0,24 0 15,0 0-15,0 0 0,0 0 0,0 0 0,0 0 0,0 0 0,0 0 16,0 0-16,0 0 0,0 0 0,0 0 0,0 0 0,0 0 0,0 0 15,0 0-15,0 0 16,0 0-16,0 0 0,0 0 0,0 0 0,-25 0 0,25 0 0,0 0 16,0 0-16,0 0 0,0 0 0,0 0 0,0 0 0,0 0 0,0 0 15,0 0-15,0 0 0,0-25 0</inkml:trace>
  <inkml:trace contextRef="#ctx0" brushRef="#br0" timeOffset="228382.0627">8582 16768 0,'0'0'0,"0"0"0,0 0 15,0 0-15,0 0 0,0-25 0,0 25 0,0 0 16,0 0-16,0 0 15,0 0-15,0 0 0,0 0 0,25 0 0,-25 0 0,0 0 0,0 0 0,0 0 16,0 0-16,25 25 0,-25-25 0,0 0 0,0 0 0,25 0 0,-25 0 16,0 0-16,25 0 15,-25 0-15,0 0 0,24 0 0,-24 0 0,0 0 0,0 0 0,25 0 16,-25 0-16,0 0 0,25 0 0,-25 0 0,25 0 0,-25 0 15,0 0-15,25 0 0,-25 25 0,24-25 0,-24 0 16,25 0-16,-25 0 0,0 0 0,25 0 0,-25 0 0,0 0 0,25 0 0,-25 0 16,0 0-16,0 0 15,0 0-15,25 25 0,-25-25 0,0 0 0,0 0 0,0 0 0,0 0 16,0 0-16</inkml:trace>
  <inkml:trace contextRef="#ctx0" brushRef="#br0" timeOffset="228700.0808">8632 17016 0,'0'0'0,"0"0"16,0 0-16,0 0 0,0 0 0,0 0 0,0 0 0,0 0 0,0 0 15,0 0-15,0 0 0,0 0 0,0 0 0,0 25 0,0-25 0,0 0 16,0 0-16,0 0 16,0 0-16,25 0 0,-25 0 0,0 0 0,0 0 0,25 0 15,-25 0-15,0 0 0,0 0 0,24 0 0,-24 0 0,0 0 16,25 0-16,-25 0 0,0 0 0,25 0 0,-25 0 0,25 0 0,-25 0 0,0 0 15,25 0-15,-25 0 0,24 0 0,-24 0 0,25 25 16,-25-25-16,0 0 0,25 0 16,-25 0-16,25 0 0,-25 0 0,0 0 0,25 0 0,-25 0 15,0 0-15,24 0 0,-24 0 0,0 0 0,25 0 0,-25 0 0,0 0 0,0 0 16,0 0-16,0 0 0,0 0 0,0 0 15,0 0-15,0 0 16,0 0-16,0 0 0,0 0 0,0 0 0,0 0 0</inkml:trace>
  <inkml:trace contextRef="#ctx0" brushRef="#br0" timeOffset="230996.2122">9674 16644 0,'0'0'0,"0"0"0,0 0 15,0 0-15,0 0 0,0-25 0,0 25 0,0 0 0,0 0 0,-25 0 16,25-25-16,0 25 0,0 0 0,0 0 0,0 0 0,0-24 15,0 24 1,0 0-16,0 0 0,0 0 0,0 0 0,0 0 0,0-25 0,0 25 16,0 0-16,-25 0 0,25 0 0,0 0 0,0 0 0,0 0 0,0 0 0,0 0 15,0 0-15,0 0 0,-25 0 0,25 0 0,0 0 0,0 0 16,0 0-16,-24 25 15,24-25-15,0 0 0,0 0 0,-25 0 0,25 0 0,0 24 0,0-24 16,0 0-16,-25 0 0,25 25 0,0-25 0,0 0 0,0 0 0,0 25 16,0-25-16,0 0 0,0 25 0,0-25 0,25 0 0,-25 25 15,0-25-15,0 24 0,0-24 0,25 0 0,-25 25 0,0-25 16,0 0-16,24 25 15,-24-25-15,25 0 0,-25 25 0,0-25 0,25 25 0,-25-25 0,0 0 0,25 24 16,-25-24-16,0 25 0,25-25 0,-25 0 0,0 25 0,24-25 0,-24 0 16,0 25-16,0-25 0,0 25 15,0-25-15,25 0 0,-25 0 0,0 24 0,0-24 16,0 0-16,0 0 0,-25 25 0,25-25 0,0 0 0,0 0 0,0 0 0,0 0 15,0 0-15,0 0 0,0 25 0,-24-25 0,24 0 0,0 0 16,0 0-16,-25 0 0,25 0 0,0 0 0,0 0 16,-25-25-16,25 25 0,0 0 15,0 0-15,-25 0 0,25 0 0,0 0 0,0-25 0,0 25 0,0 0 16,0 0-16,-25-24 0,25 24 0,0 0 0,0 0 0,0-25 15,0 25-15,0-25 0,25 25 0,-25 0 0,0 0 0,0-25 0,0 25 16,0 0 0,25 0-16,-25-25 0,0 25 0,25 0 0,-25 0 0</inkml:trace>
  <inkml:trace contextRef="#ctx0" brushRef="#br0" timeOffset="231411.2359">9996 16768 0,'0'0'0,"0"0"16,0-25-16,0 25 0,0 0 0,0 0 15,-25-25-15,25 25 0,0 0 0,0 0 0,0 0 0,0-24 16,0 24-16,0 0 0,0 0 0,-24 0 0,24 0 0,0 0 0,0 0 16,0 0-1,0 0-15,0 0 0,0 0 0,0 0 0,0 0 0,-25 24 16,25-24-16,0 0 0,0 0 15,0 0-15,0 25 0,0-25 0,0 0 0,0 0 0,0 25 0,-25-25 0,25 25 0,0-25 0,0 0 16,0 25-16,0-25 0,0 24 0,0-24 0,0 25 0,0-25 0,0 25 16,0-25-16,0 25 0,25-25 0,-25 25 0,0-25 0,0 0 31,0 24-31,0-24 0,0 25 0,25-25 0,-25 0 0,0 0 0,0 25 0,0-25 0,0 0 0,0 0 0,24 0 15,-24 0-15,0 0 0,0 0 0,0 0 0,25 0 0,-25-25 16,0 25-16,0 0 16,25 0-16,-25-25 0,0 25 0,25-24 0,-25 24 0,0 0 0,0-25 15,0 25-15,25-25 0,-25 25 0,0-25 0,0 25 0,0-25 0,0 25 16,0-24-16,0 24 0,0 0 0,0-25 0,0 25 0,0-25 15,-25 25 1,25 0-16,0-25 0,0 25 0,0 0 0,0-25 0,0 25 0,-25 0 0,25 0 0,0-24 16,0 24-16,-25 0 0,25 0 0,0-25 0,-25 25 0,25 0 15,0 0-15,0 0 0,-24 0 0,24-25 0,0 25 0,0 0 0,-25 0 16,25 0-16,0-25 0,0 25 0</inkml:trace>
  <inkml:trace contextRef="#ctx0" brushRef="#br0" timeOffset="231587.246">9897 16396 0,'0'0'0,"0"-25"0,0 25 0,0 0 0,0 0 15,0-25-15,0 25 0,0 0 0,25 0 0,-25 0 16,0 0-16,0-25 0,25 25 0,-25 0 0,0 0 16,24 0-16,-24 0 0,0 0 0,25 0 0,-25 0 0,0 0 15,25 0-15,-25 0 0,0 0 0,25 25 0,-25-25 0,0 0 16,0 0-16,25 0 0,-25 0 0,0 0 0,0 0 15,25 25-15,-25-25 0,0 0 16,0 0-16,0 0 0</inkml:trace>
  <inkml:trace contextRef="#ctx0" brushRef="#br0" timeOffset="231777.2569">10244 16148 0,'0'0'0,"0"0"16,0 0-16,0 0 0,0 0 0,0 0 0,0 0 0,0 0 15,0 0-15,0 0 0,0 0 0,0 25 0,0-25 0,0 0 16,0 24-16,-24-24 15,24 0-15,0 25 0,0-25 0,0 25 0,0-25 0,0 25 0,0-25 0,0 25 32,0-25-32,0 24 0,0 1 0,0-25 0,0 25 0,0-25 0,0 25 0,0-25 0,0 25 0</inkml:trace>
  <inkml:trace contextRef="#ctx0" brushRef="#br0" timeOffset="232277.2855">10592 16346 0,'0'0'0,"0"0"0,0 0 0,0 0 0,0-25 15,0 25-15,0 0 0,0 0 0,0 0 0,0 25 0,-25-25 16,25 0-1,0 0-15,0 25 0,25-25 0,-25 25 0,0-25 0,0 25 0,0 0 0,0-25 0,0 24 16,0 1-16,0 0 0,0 0 0,0 0 0,0-1 0,0 1 16,0 0-16,0 0 0,0 0 0,0-1 0,-25-24 0,25 25 15,0 0 16,0 0-31,0 0 0,0-25 0,0 24 16,-25-24-16,25 25 0,0-25 0,0 25 0,0-25 0,0 25 0,-25-25 0,25 0 0,0 0 0,0 0 0,0 25 0,0-25 0,0 0 0,0 0 0,0 0 0,0 0 16,0 0-16,0 0 0,0 0 0,0 0 0,0-25 0,0 25 0,0 0 15,0 0-15,25-25 0,-25 25 0,0 0 0,0-25 0,25 25 16,-25-25-16,25 25 0,-25-24 0,0 24 15,24 0-15,-24-25 0,25 25 0,-25-25 16,0 25-16,25 0 0,-25 0 0,0-25 0,25 25 0,-25 0 0,0 0 16,25 0-16,-25 0 0,0 0 0,0 0 0,24 0 0,-24 0 0,0 0 15,0 0-15,0 0 0,25 0 0,-25 25 0,0-25 16,0 0-16,0 0 0,0 25 0,0-25 0,0 0 15,0 25-15,0-25 0,0 0 0,0 24 0,0-24 16,0 25-16,0-25 0,0 25 0,-25-25 0,25 25 0,0-25 16,0 0-16,0 25 0,0-25 0,0 0 0,0 24 0,0-24 0,0 0 15,0 25 1,0-25-16,0 0 0,0 0 0,25 0 0,-25 0 0,0 0 0,0 0 0,25 0 0,-25 0 15</inkml:trace>
  <inkml:trace contextRef="#ctx0" brushRef="#br0" timeOffset="232749.3125">11063 16892 0,'0'-25'0,"0"25"0,-25 0 0,25-25 16,-25 25-16,25 0 0,0-24 16,-25 24-16,25 0 0,0-25 0,-24 25 0,24 0 0,0 0 0,-25-25 0,25 25 15,0 0-15,0 0 0,0 0 0,-25 0 0,25 0 0,0 0 16,0 0-1,0 0-15,-25 25 0,25-25 0,0 0 0,0 25 0,0-25 0,0 0 16,0 24-16,-25-24 0,25 25 0,0 0 0,0-25 0,0 25 0,0-25 31,0 25-31,0-1 0,0-24 0,0 25 0,0 0 0,0-25 0,0 25 0,0-25 0,0 25 0,0-25 16,25 0-16,-25 24 0,0-24 0,0 0 0,0 25 0,0-25 15,25 0-15,-25 0 0,0 0 0,0 0 0,0 0 0,25 0 0,-25 0 16,0 0-16,25 0 0,-25 0 0,0 0 0,24-25 0,-24 25 16,25 0-16,-25-24 0,0 24 0,25 0 0,-25-25 0,0 25 15,0-25-15,25 25 0,-25-25 16,0 25-16,0-25 0,0 1 0,25 24 0,-25-25 0,0 25 0,0-25 0,0 25 15,0-25-15,0 25 0,0-25 0,0 25 0,0 0 0,0 0 16,0-24-16,0 24 0,-25 0 0,25 0 0,0 0 16,0 0-16,0 0 0,0 0 15,0 24-15,0-24 0,0 0 0,0 0 0,0 0 0,0 25 0,0-25 16,0 0-16,0 25 0,0-25 0,0 25 0,0-25 0,0 25 0,0-25 15,0 24-15,0-24 0,0 25 0,0-25 0,0 0 0,0 25 16,0-25 0,0 25-16,0-25 0,0 0 0,0 25 0,0-25 0,0 0 0,25 0 0,-25 0 15,0 0-15,0 24 0,0-24 0,0 0 0,0 0 0,24-24 16,-24 24-16,0 0 0,25 0 0,-25 0 0,0 0 0,25-25 0,-25 25 15,0-25-15</inkml:trace>
  <inkml:trace contextRef="#ctx0" brushRef="#br0" timeOffset="233131.3343">11261 16768 0,'0'-25'0,"0"25"16,0 0-16,0-25 0,0 25 0,-24 0 0,24 0 0,0 0 15,0 0-15,0 0 0,0 0 0,0 0 0,0 0 16,0 25-16,0-25 0,0 0 0,0 0 0,0 25 0,0-25 16,0 0-16,0 25 0,0-25 0,0 0 0,0 25 0,0-25 15,0 24-15,0-24 0,0 0 0,0 25 0,0-25 16,0 25-16,0-25 15,0 0-15,0 25 0,0-25 0,0 0 0,0 25 0,0-25 0,0 0 16,0 0-16,0 24 0,0-24 0,0 0 0,0 0 0,0 0 0,0 0 16,0 0-16,0 0 0,0 0 0,0 0 0,0 0 0,0 0 0,0 0 15,0-24-15,24 24 0,-24 0 0,0 0 0,0-25 16,25 25-16,-25 0 0,0-25 15,25 25 1,-25-25-16,0 25 0,25-25 0,-25 25 0,25 0 0,-25-24 0,0 24 0,24 0 0,-24-25 0,0 25 0,0 0 0,25 0 0,-25 0 16,0 0-16,0 0 0,0 0 0,0 0 0,0 0 0,0 0 15,25 0-15,-25 25 16,0-25-16,0 0 0,0 24 0,0-24 0,0 0 0,0 25 0,0-25 0,-25 25 15,25-25-15,0 0 0,0 25 0,0-25 0,0 0 0,25 25 16,-25-25-16,0 24 0,0-24 0,0 0 0,0 25 0,0-25 16,0 0-16,25 0 0,-25 25 0,0-25 0,25 0 15,-25 0-15,24 25 0,-24-25 16,25 0-16,-25 0 0,25 0 0,0 0 0,-25 0 0,25 0 0</inkml:trace>
  <inkml:trace contextRef="#ctx0" brushRef="#br0" timeOffset="233623.3624">11782 16842 0,'0'-24'0,"0"24"0,-25 0 0,25-25 0,0 25 0,0 0 15,-24 0-15,24 0 0,0 0 0,0 0 0,0 0 16,-25 0-16,25 0 0,0 0 0,0 0 0,0 25 0,0-25 16,-25 0-16,25 0 0,0 24 15,0-24-15,0 0 0,0 25 0,0-25 0,-25 0 0,25 25 0,0-25 0,0 25 16,0-25-16,0 0 0,25 25 0,-25-25 0,0 0 0,0 24 15,0-24 1,0 0-16,0 0 0,0 0 0,25 25 0,-25-25 0,0 0 0,0 0 0,0 0 16,0 0-16,25 0 0,-25 0 0,0 0 0,0 0 0,0 0 15,0-25-15,24 25 0,-24 0 0,0 0 0,0 0 0,0 0 0,0-24 16,25 24-16,-25 0 0,0-25 0,0 25 0,0 0 15,0-25-15,0 25 0,0 0 16,25 0-16,-25-25 0,0 25 0,0 0 0,0 0 0,0 0 16,0 0-16,0 0 0,0 0 0,0 0 0,0 0 0,0 0 0,-25 0 0,25 25 0,0-25 15,0 0-15,0 25 0,0 0 0,0-25 0,-25 24 16,25 1-16,0-25 15,0 25-15,0 0 0,0-25 0,0 25 0,-24-1 0,24 1 0,0-25 0,0 25 0,0-25 16,0 25-16,0 0 0,0-25 0,0 24 0,0-24 0,0 25 16,0-25-16,0 25 0,0-25 0,0 25 0,0-25 0,0 0 15,0 25-15,0-25 16,0 24-16,0-24 0,0 0 0,0 0 0,0 25 0,0-25 0,0 0 15,0 0-15,-25 0 0,25 25 0,0-25 0,0 0 0,0 0 0,0 0 16,-25 0-16,25 0 0,0 0 0,-25 0 0,25 0 0,0 25 0,-25-25 16,25 0-16,-24 0 0,24 0 15,-25 0-15,25-25 0,0 25 0,-25 0 0,25 0 0,-25 0 16,25 0-16,-25 0 0,25-25 0,-24 25 0,24 0 0,0 0 15,-25-25-15,25 25 0,-25-24 0,25 24 0,0-25 0,0 0 0,-25 25 16,25-25-16</inkml:trace>
  <inkml:trace contextRef="#ctx0" brushRef="#br0" timeOffset="233827.3741">11311 16371 0,'0'0'0,"-25"0"0,25-25 0,0 25 15,0-25-15,0 25 0,0 0 0,0-24 16,25 24-16,-25 0 0,0 0 0,0 0 0,25 0 0,-25 0 15,25 0-15,-25 0 0,24 0 0,1 0 16,-25 0-16,25 0 0,0 0 0,-25 0 16,25 0-16,-1 24 0,1-24 0,0 0 0,-25 0 0,25 25 0,0-25 0,-1 0 15,-24 25-15,25-25 0,0 0 0,0 25 0,0-25 0,-25 0 16,24 25-16</inkml:trace>
  <inkml:trace contextRef="#ctx0" brushRef="#br0" timeOffset="234117.3907">12303 16718 0,'0'0'0,"0"0"16,0 0-16,0 0 0,0 0 0,0 0 0,0 0 15,25 0-15,-25 0 16,0 0-16,0 0 0,0 0 0,25 0 0,-25 0 0,25 0 15,-25 0-15,0 0 0,24 0 0,-24 0 0,25 0 0,0 25 0,-25-25 16,25 0-16,-25 0 0,25 0 0,-1 0 0,-24 0 0,25 0 0,-25 0 0,25 25 16,-25-25-16,25 0 0,-25 0 0,25 0 0,-25 0 15,0 0-15,0 0 0,24 25 0,-24-25 0,0 0 0,0 0 16,0 0-16,0 0 15,0 0-15,0 0 0</inkml:trace>
  <inkml:trace contextRef="#ctx0" brushRef="#br0" timeOffset="234329.4028">12254 16892 0,'0'0'0,"0"0"0,0 0 0,0 0 16,24 0-16,-24 0 0,0 0 0,25 0 0,-25 0 15,0 0-15,25 0 0,-25 0 0,25 0 0,-25 0 0,25 0 16,-1 0-16,-24 0 0,25 0 0,-25 0 0,25 0 0,0 0 0,-25 0 15,25 0-15,-25 0 0,24 0 0,-24 0 0,25 0 0,-25 0 16,25-25-16,-25 25 0,0 0 0,25 0 0,-25 0 0,0 0 16,0-25-16</inkml:trace>
  <inkml:trace contextRef="#ctx0" brushRef="#br0" timeOffset="234558.4159">12502 16545 0,'0'0'0,"0"0"0,-25-25 0,25 25 0,0 0 0,0 0 0,0-25 0,0 25 0,0 0 0,0 0 0,0 0 0,0 0 0,0 0 0,0 0 0,0 25 0,0-25 16,0 0-16,0 25 0,0-25 0,0 0 0,0 25 16,0-1-16,0-24 15,0 25-15,0 0 0,0 0 0,0-25 0,0 25 0,0-1 16,0 1-16,0 0 0,0 0 0,-25-25 0,25 25 0,0-1 0,0 1 0,0 0 15,0 0-15,0-25 0,-25 25 0,25-1 0,0-24 0,0 25 0,0-25 16,0 25-16,0-25 0,0 25 16,0-25-16,0 0 0,0 25 0,0-25 15</inkml:trace>
  <inkml:trace contextRef="#ctx0" brushRef="#br0" timeOffset="234956.4387">13097 16818 0,'0'-25'0,"0"25"0,0-25 0,0 25 0,0-25 0,0 0 0,0 25 16,0-24-16,0 24 15,0-25-15,0 25 0,-25 0 0,25-25 0,0 25 0,0 0 0,0 0 16,0 0-16,0-25 0,0 25 0,0 0 0,0 0 0,0 0 0,0 25 15,0-25-15,0 0 0,0 0 0,0 25 0,0-25 0,0 25 16,0-25-16,-25 24 0,25-24 0,0 25 0,0 0 0,0 0 16,-25-25-16,25 25 15,0-1-15,0 1 0,0-25 0,-24 25 0,24 0 0,0-25 0,0 25 0,0-1 16,0-24-16,24 25 0,-24-25 0,0 25 0,0-25 0,0 0 15,0 0-15,25 25 0,-25-25 0,0 0 0,25 0 0,-25 0 16,0 0 0,25 0-16,-25-25 0,25 25 0,-25 0 0,24-25 0,-24 25 0,25-25 15,-25 25-15,25-24 0,-25-1 0,25 25 0,-25-25 0,0 0 0,0 0 0,25 25 0,-25-24 16,0-1-16,0 0 15,0 25-15,0-25 0,0 0 0,0 25 0,0-24 0,0 24 0,0 0 0,0-25 0,0 25 16,0 0-16,-25 0 0,25 0 0,0-25 0,0 25 0,0 25 16,-25-25-16,25 0 0,0 0 0,-25 0 0,25 0 15,0 0-15,-25 0 0,25 0 16</inkml:trace>
  <inkml:trace contextRef="#ctx0" brushRef="#br0" timeOffset="236001.4985">14461 16718 0,'0'0'0,"0"0"16,-25-24-16,25 24 0,-24 0 0,24 0 0,0 0 0,-25 0 0,25 0 0,0-25 15,-25 25-15,25 0 0,-25 0 0,25 0 0,0 0 0,0 0 16,0 0-16,-25 25 0,25-25 0,0 0 16,0 0-16,0 0 0,-25 24 15,25-24-15,0 0 0,0 25 0,0-25 0,0 0 0,-24 25 0,24-25 0,0 25 0,0 0 16,0-25-16,0 24 0,0-24 0,0 25 0,24-25 0,-24 25 0,0-25 31,0 25-31,0-25 0,25 25 0,-25-25 0,0 0 0,25 24 0,-25-24 0,0 0 0,25 25 0,-25-25 0,25 0 16,-25 0-16,0 0 0,25 0 0,-25 0 0,24 0 0,-24 0 15,25 0-15,-25 0 0,25 0 0,-25 0 0,0-25 16,25 25-16,-25 0 0,0 0 15,25-24-15,-25 24 0,0-25 0,24 25 0,-24 0 0,0-25 16,25 25-16,-25-25 0,0 0 0,0 25 0,25-24 0,-25 24 0,0-25 16,0 25-16,0-25 0,0 0 0,0 25 0,0 0 0,0-25 0,0 25 15,0-24-15,0 24 16,0 0-16,0 0 0,0 0 0,0 0 0,0 0 0,0 0 15,0 0-15,0 0 0,0 0 0,0 0 0,0 0 0,0 0 0,0 24 16,0-24-16,0 0 0,-25 0 0,25 25 0,0-25 0,0 0 16,0 25-16,0-25 0,0 25 0,0-25 0,0 0 0,0 25 15,0-25-15,0 24 0,0-24 0,0 25 16,25-25-16,-25 25 0,0-25 0,0 25 0,0-25 0,0 0 15,0 25-15,25-25 0,-25 0 0,0 24 0,0-24 0,25 0 0,-25 0 16,0 0-16,0 25 0,24-25 0,-24 0 0,0 0 0,25 0 16,-25 0-16,0 0 0,25 0 15,-25 0-15,0 0 0,25-25 0,-25 25 0,0 0 0,25 0 16,-25-24-16,0 24 0,0 0 0,24-25 0,-24 25 0,0-25 0,0 25 15,25-25-15,-25 25 0,0-25 0,0 25 0,0-24 0,0 24 16,0-25-16,0 25 0,0-25 0,0 25 0,0-25 16,0 25-16,0 0 0,0 0 0,0 0 0,0 0 15,0 0-15,0 0 0,0 0 0,0 0 0,0 0 0,0 0 0,0 0 16,0 25-16,0-25 0,0 25 0,0-25 0,0 25 15,0-25-15,0 24 0,0-24 16,0 25-16,0-25 0,0 25 0,0 0 0,0-25 0,0 25 16,0-25-16,25 24 0,-25-24 0,0 25 0,0-25 0,0 25 0,0-25 15,25 25-15,-25-25 0,0 0 0,0 25 0,25-25 0,-25 0 0,24 0 16,-24 24-16,25-24 0,-25 0 0,25 0 15,-25 0-15,25 0 0</inkml:trace>
  <inkml:trace contextRef="#ctx0" brushRef="#br0" timeOffset="236360.519">15205 16867 0,'-25'0'0,"25"-25"0,0 25 0,0 0 0,-24-24 0,24 24 16,0 0-16,0-25 0,-25 25 0,25 0 0,0 0 0,0 0 16,-25 0-16,25 0 0,0 0 0,0 0 15,0 0-15,0 0 0,-25 0 0,25 0 0,0 0 0,0 0 0,0 0 16,0 0-16,0 25 0,-25-25 15,25 0-15,0 24 0,0-24 0,0 0 0,0 25 16,0-25-16,0 25 0,0-25 0,-24 25 0,24-25 0,0 0 0,0 25 16,0-25-16,0 24 0,0-24 0,0 0 0,0 0 0,0 25 0,0-25 15,24 0-15,-24 0 0,0 0 0,0 0 0,0 0 0,0 0 16,0 0-16,0 0 0,25 0 0,-25 0 0,0 0 15,0 0-15,25 0 0,-25 0 0,0-25 16,0 25-16,25 0 0,-25 0 0,0 0 0,0-24 0,25 24 16,-25 0-16,0-25 0,0 25 0,24 0 0,-24 0 0,0-25 0,0 25 15,0 0-15,0 0 0,0 0 0,0 0 0,0 0 16,0 0-16,0 0 0,0 25 0,0-25 15,0 0-15,0 0 0,0 25 0,0-25 0,0 24 0,0-24 16,0 0-16,0 25 0,0-25 0,0 25 0,0-25 0,0 25 0,0-25 16,0 0-16,0 25 0,0-25 0,0 0 0,0 0 0,0 0 15,0 0 1,0 0-16,0 0 0,0 0 0,0 0 0,0 0 0</inkml:trace>
  <inkml:trace contextRef="#ctx0" brushRef="#br0" timeOffset="236602.5328">15230 16173 0,'0'0'15,"0"-25"-15,0 25 0,0 0 0,0 0 16,25 0-16,-25-25 0,0 25 0,25 0 0,-25 0 0,24 0 0,-24 25 15,25-25-15,-25 0 0,25 0 0,-25 0 0,25 25 0,-25-25 0,25 0 16,-25 24-16,0-24 0,0 25 16,25-25-16,-25 0 0,0 25 0,0 0 0,0-25 15,0 0-15,0 25 0,0-25 0,-25 24 0,25-24 0,-25 25 0,25-25 16,-25 25-16,25-25 0,-25 25 0,0-25 0,25 0 0</inkml:trace>
  <inkml:trace contextRef="#ctx0" brushRef="#br0" timeOffset="237395.5782">15850 16718 0,'0'-24'0,"0"24"16,0 0-16,0-25 15,0 25-15,0-25 0,0 25 0,0 0 0,0-25 0,0 25 0,0 0 0,0 0 16,25 0-16,-25 0 0,0 0 0,0 0 0,0 0 0,0 0 0,0 0 15,0 0-15,0 25 0,0-25 0,0 25 16,25-25-16,-25 25 0,0-1 0,0-24 0,0 25 0,0 0 16,0 0-16,0 0 0,0-25 0,0 24 0,0 1 0,0 0 15,0 0-15,0-25 0,0 25 0,0-1 0,0-24 0,0 25 16,0-25-16,-25 25 0,25-25 15,0 25-15,0-25 0,0 25 0,0-25 0,0 0 16,0 0-16,0 24 0,-25-24 0,25 0 0,0 0 0,0 0 0,0 0 0,0 0 0,0 0 16,0 0-16,0 0 0,0 0 0,0 0 0,0-24 15,-25 24-15,25 0 0,0-25 0,0 25 0,0 0 0,0-25 16,25 0-16,-25 25 15,0-25-15,0 1 0,0-1 0,0 25 0,25-25 0,-25 0 0,0 0 0,0 1 16,0-1-16,25 0 0,-25 25 0,0-25 0,0 0 0,0 25 0,25-24 16,-25 24-16,0-25 0,0 25 0,0-25 0,24 25 0,-24 0 15,0 0-15,0-25 0,0 25 16,25 0-16,-25 0 0,0 0 0,0 0 0,0 0 15,0 0-15,0 0 0,25 0 0,-25 25 0,0-25 0,0 0 0,0 25 16,0-25-16,0 25 0,0-1 0,0-24 0,0 25 0,0-25 0,0 25 16,0 0-1,0-25-15,0 25 0,0-1 0,0-24 0,25 25 0,-25 0 0,0-25 0,0 25 16,0-25-16,0 25 0,0-25 0,0 0 0,0 24 0,0-24 0,25 0 15,-25 0-15,0 0 0,0 0 0,0 0 0,24 0 0,-24 0 16,0 0-16,0 0 0,25 0 0,-25 0 0,0 0 0,25-24 16,-25 24-16,0 0 0,25-25 15,-25 25-15,0-25 0,0 25 0,25-25 0,-25 0 0,0 25 16,0-24-16,24 24 0,-24-25 0,0 0 0,0 25 0,0-25 0,0 0 15,0 25-15,25-24 0,-25 24 0,0-25 0,0 25 0,0 0 16,0-25-16,0 25 16,0 0-16,0 0 0,0 0 0,0 0 0,0 0 0,0 0 0,0 25 0,0-25 15,0 0-15,0 25 0,-25-25 0,25 24 0,0-24 0,0 25 16,0-25-16,0 25 0,-24 0 0,24-25 0,0 25 0,0-1 15,0-24-15,0 25 0,0 0 0,-25-25 16,25 25-16,0-25 0,0 25 0,0-1 0,0-24 0,0 0 47,0 25-47,0-25 0,25 25 0,-25-25 0,0 0 0,0 0 0,24 0 0,-24 25 15,25-25-15,-25 0 0,25 0 0,0 0 0,-25 0 0,25 0 0,-25 0 0,24 0 0,1 0 0,-25 0 0,25-25 0,0 25 0,0 0 0</inkml:trace>
  <inkml:trace contextRef="#ctx0" brushRef="#br0" timeOffset="237830.6031">16545 16917 0,'0'0'0,"0"0"0,0-25 0,0 25 0,0-25 0,0 25 0,0-25 16,0 25-16,-25-24 0,25 24 0,0-25 0,0 25 15,-25-25-15,25 25 0,0 0 0,-25-25 0,25 25 0,0 0 16,0 0-16,-24 0 0,24 0 0,0 0 0,0 0 0,-25 0 16,25 0-16,0 0 0,-25 0 0,25 25 15,0-25-15,-25 0 0,25 25 0,0-25 0,-25 25 0,25-1 0,0-24 16,0 25-16,-25 0 15,25-25-15,0 25 0,0 0 0,0-25 0,0 24 0,0 1 0,0-25 16,0 25-16,0-25 0,0 25 0,0-25 0,0 0 0,0 25 0,0-25 16,0 0-16,0 24 0,0-24 0,25 0 0,-25 0 0,0 0 15,0 0-15,25 0 0,-25 0 16,0 0-16,0 0 0,25 0 0,-25 0 0,0 0 0,25 0 0,-25-24 0,0 24 15,25 0-15,-25-25 0,24 25 16,-24-25-16,0 25 0,0-25 0,25 25 0,-25-25 0,0 25 0,0-24 16,25 24-16,-25-25 0,0 0 0,0 25 0,0-25 0,0 25 15,25-25-15,-25 25 0,0 0 0,0-24 0,0 24 0,0 0 0,0 0 16,0 0-16,0 0 15,0 0-15,0 0 0,0 0 0,0 24 0,-25-24 0,25 0 16,0 25-16,0-25 0,0 25 0,0-25 0,0 25 0,0-25 0,0 25 0,0-1 16,-25-24-16,25 25 0,0 0 0,0-25 0,0 25 0,0-25 15,0 25-15,0-25 0,0 0 0,25 24 0,-25-24 16,0 25-16,0-25 0,0 0 15,25 0-15,-25 0 0,25 25 0,-25-25 0,0 0 0,24 0 0,-24 0 16,25 0-16,-25 0 0,25 0 0,-25-25 0,25 25 0,-25 0 0,25 0 0,-25-25 16,24 25-1,1 0-15,-25-24 0,25 24 0,-25-25 0</inkml:trace>
  <inkml:trace contextRef="#ctx0" brushRef="#br0" timeOffset="238075.6171">16917 16421 0,'-25'0'0,"25"0"0,0 0 0,0 0 0,0 0 0,0 0 0,0 0 0,0 0 0,0 0 0,0 0 0,-25 25 16,25-25-16,0 24 0,0 1 0,0-25 0,0 25 0,0 0 0,0 0 0,0-1 0,0-24 0,0 25 16,0 0-16,0 0 0,0 0 0,-25 24 0,25-24 0,0 0 15,0 0-15,0-1 0,0 1 0,0 0 0,0-25 16,0 25-16,-24 0 15,24-1-15,0 1 0,0-25 0,0 25 0,0 0 0,0-25 0,0 25 0,0-25 16,0 24-16,0-24 0,0 0 0,0 0 0,-25 0 0,25 25 0,0-25 16,0-25-16,0 25 0,0 0 0,-25 0 0,25 0 15,0-24-15</inkml:trace>
  <inkml:trace contextRef="#ctx0" brushRef="#br0" timeOffset="238217.6252">16669 16768 0,'0'0'16,"0"0"-16,25-25 0,-25 25 0,0 0 0,0 0 0,0 0 0,0 0 0,24 0 0,-24 0 0,25 0 0,-25 0 15,25 0-15,-25 0 0,25 0 0,-25 0 0,25 0 0,-1 25 0,-24-25 0,25 0 0,0 0 0,-25 0 0,25 25 0,0-25 0,-1 0 16,1 0-16,-25 0 0,25 0 0,0 25 0,0-25 0,-1 0 16</inkml:trace>
  <inkml:trace contextRef="#ctx0" brushRef="#br0" timeOffset="238845.6611">17537 16247 0,'0'-25'0,"0"25"16,0 0-16,0 0 0,0 0 0,0 0 0,0 0 0,0 0 15,0 0-15,0 0 0,0 25 0,0-25 0,0 25 16,0-25-16,0 25 0,-25-1 15,25-24-15,0 25 0,0 0 0,0 0 0,0 0 0,0 0 16,-25-1-16,25 1 0,0 0 0,0 0 0,-25 0 0,25-1 0,0 1 0,0 0 16,-24 25-16,24-26 0,0 1 0,0-25 0,-25 25 0,25 0 15,0 0 1,0-1-16,-25 1 0,25-25 0,0 25 0,0-25 0,0 25 0,-25-25 15,25 25-15,0-25 0,0 24 0,0-24 0,0 0 0,0 0 0,0 0 0,0 25 16,0-25-16,0 0 0,0 0 0,0 0 0,0 0 0,0-25 16,0 25-16,0 0 0,0 0 0,0-24 0,0 24 15,25-25-15,-25 25 0,0-25 0,0 25 16,25-25-16,-25 0 0,0 25 0,25-24 0,-25-1 0,0 25 0,24-25 15,-24 0-15,25 25 0,-25-25 0,0 25 0,25-24 0,-25 24 16,0 0-16,25-25 0,-25 25 0,0 0 0,25 0 0,-25 0 16,0 0-16,25 25 15,-25-25-15,0 0 0,24 0 0,-24 24 0,0-24 0,0 25 0,25-25 16,-25 25-16,0-25 0,0 25 0,0 0 0,0-1 0,0-24 0,0 25 15,0 0-15,-25-25 0,25 25 0,0 0 0,0-25 0,0 24 16,0-24-16,-24 25 0,24-25 0,0 0 0,0 25 0,-25-25 16,25 0-16,0 25 15,-25-25-15,25 0 0,0 0 0,-25 0 0,25 0 0,0 0 0,-25 0 0,25 0 0,0 0 16,0 0-16,-25 0 0,25 0 0,0-25 0,0 25 0,-24 0 15,24 0-15,0-25 0,0 25 0,0 0 0,0-25 16,0 25-16,0 0 0,0 0 16,0-24-16,0 24 0,0 0 0,0 0 0,0 0 0,0 0 0</inkml:trace>
  <inkml:trace contextRef="#ctx0" brushRef="#br0" timeOffset="239324.6885">17909 16892 0,'0'-25'0,"0"0"0,-25 25 16,25-24-16,0 24 0,0-25 0,0 25 0,-25-25 0,25 25 0,0 0 16,0 0-16,0-25 0,-24 25 0,24 0 0,0 0 15,0 0-15,0 0 0,-25 0 16,25 0-16,0 25 0,0-25 0,0 0 0,-25 25 0,25-25 15,0 0-15,0 25 0,-25-25 0,25 24 0,0 1 0,0-25 0,-25 25 0,25-25 16,0 25-16,0 0 0,0-25 0,0 24 0,0-24 0,0 25 16,0-25-1,0 25-15,0-25 0,0 0 0,0 25 0,0-25 0,0 0 0,0 25 0,0-25 0,0 0 0,0 0 16,0 0-16,0 0 0,25 0 15,-25 0-15,0 0 0,0 0 0,25 0 0,-25 0 0,0 0 16,25 0-16,-25 0 0,0 0 0,25-25 0,-25 25 0,24 0 0,-24 0 16,0-25-16,25 25 0,-25-25 0,25 25 0,-25-25 0,0 25 15,25-24-15,-25 24 0,25-25 0,-25 25 0,0-25 0,24 0 16,-24 25-16,0-25 0,0 25 15,0-24-15,0 24 0,25 0 0,-25-25 0,0 25 0,0 0 0,0 0 0,0 0 16,-25 0-16,25 0 0,0 0 0,0 0 0,0 25 0,0-25 16,0 0-16,-24 0 0,24 24 0,0-24 0,0 0 15,0 25-15,0-25 16,-25 25-16,25-25 0,0 25 0,0-25 0,0 25 0,0-25 0,0 24 15,0-24-15,0 25 0,0-25 0,0 25 0,0-25 0,0 0 0,0 25 0,0-25 16,0 0-16,0 0 0,25 25 0,-25-25 0,0 0 0,0 0 16,24 0-16,-24 0 0,0 0 0,25 0 0,-25 0 15,0 0-15,25 0 16,-25 0-16,25-25 0,-25 25 0,25 0 0</inkml:trace>
  <inkml:trace contextRef="#ctx0" brushRef="#br0" timeOffset="239564.7023">18281 16768 0,'0'-25'0,"-25"25"0,25 0 16,0-25-16,0 25 0,0 0 0,0-24 0,0 24 15,0 0-15,-25 0 0,25 0 0,0 0 0,0 0 0,0 0 16,0 0-16,-24 0 0,24 0 16,0 24-16,0-24 0,-25 0 0,25 25 0,0-25 0,0 0 0,0 25 0,0-25 15,0 25-15,-25 0 0,25-25 0,0 24 0,0-24 16,0 25-16,0-25 0,0 25 0,25-25 0,-25 25 0,0-25 15,0 25 1,0-25-16,0 0 0,0 24 0,25-24 0,-25 0 0,0 0 0,0 25 16,0-25-16,24 0 0,-24 0 0,0 0 0,0 0 0,25 0 0,-25 0 0,0 0 15,0-25-15,25 25 0,-25 0 0,0 0 0,0-24 0,0 24 16,25-25-16,-25 25 0,0-25 0</inkml:trace>
  <inkml:trace contextRef="#ctx0" brushRef="#br0" timeOffset="239790.7152">17909 16297 0,'-25'-25'0,"25"25"0,0 0 0,-25-25 16,25 25-16,0 0 0,0-25 0,0 25 16,0 0-16,25 0 0,-25-25 0,0 25 0,25 0 0,-25 0 15,25 0-15,-25 0 0,25 0 16,-25 0-16,24 0 0,1 0 0,0 0 0,0 0 15,-25 0-15,25 25 0,-1-25 0,1 0 0,0 0 0,-25 25 0,25-25 16,0 25-16,-25-25 0,24 25 0,-24-25 0,0 24 0,0-24 0,0 25 16,0 0-16,0-25 0,0 25 0,0 0 0,0 0 0</inkml:trace>
  <inkml:trace contextRef="#ctx0" brushRef="#br0" timeOffset="239961.725">17959 17239 0,'0'0'0,"0"0"0,0 25 0,0-25 16,0 0-16,0 0 0,0 0 0,0 0 0,0 0 0,0 0 15,0-25-15,0 25 16,0 0-16,0 0 0,0 0 0,0 0 0,0 0 0,0-25 0,0 25 0,0 0 16,24 0-16,-24 0 0,0 0 0,0-24 0,0 24 0,0 0 15,25 0-15,-25-25 0,0 25 0,0 0 0,25 0 0</inkml:trace>
  <inkml:trace contextRef="#ctx0" brushRef="#br0" timeOffset="240228.7403">18752 16396 0,'25'0'0,"-25"-25"0,0 25 16,0 0-16,0 0 0,0 0 0,0 0 0,0 0 0,0 0 15,0 25-15,0-25 0,0 25 0,0-25 0,0 25 0,0-1 16,0 1-16,0 0 0,0 0 0,0 0 16,0-1-16,0 1 0,0 25 0,0-25 0,0-1 15,-25 1-15,25 0 0,0 0 0,0 0 0,0-1 0,0 1 0,0 0 16,0-25-16,0 25 0,0 0 0,0-25 0,0 24 0,0-24 15,0 25-15,-24-25 0,24 0 0,0 0 0,0 0 0,0 0 16,-25 0-16,25 0 16,0 0-16,0 0 0,0-25 0,-25 25 0</inkml:trace>
  <inkml:trace contextRef="#ctx0" brushRef="#br0" timeOffset="240361.7479">18678 16718 0,'0'0'15,"0"-24"-15,0 24 0,25 0 0,-25 0 0,0-25 0,0 25 16,25 0-16,-25 0 0,0 0 0,24 0 0,-24 0 16,25 0-16,-25 0 0,25 0 0,-25 0 0,25 0 0,-25 0 15,25 0-15,-25 0 0,24 0 16,-24 0-16,25-25 0,0 25 0,-25 0 0,25 0 0,0-25 0,-25 25 15,24 0-15</inkml:trace>
  <inkml:trace contextRef="#ctx0" brushRef="#br0" timeOffset="240726.7687">19149 16297 0,'0'0'0,"0"0"0,0 0 15,0 0-15,0 0 0,0 0 0,0 0 0,0 0 16,0 0-16,-25 24 0,25-24 0,0 25 0,0-25 0,0 25 16,0-25-16,-24 25 0,24 0 0,0 0 0,0-25 0,0 24 15,-25 1-15,25 0 0,0 0 0,0 0 0,-25-1 16,25 1-16,0-25 0,-25 25 0,25 0 0,0 0 15,0-25-15,0 24 16,-25 1-16,25-25 0,0 25 0,0-25 0,0 25 0,0-25 0,0 0 0,0 25 16,0-25-16,0 0 0,0 0 0,0 0 0,0 0 0,0 0 0,0 0 15,0 0-15,0 0 0,0 0 0,0 0 0,0-25 0,0 25 16,0 0-16,25-25 15,-25 25-15,0 0 0,25-25 0,-25 25 0,0-25 0,25 25 0,-25-24 16,25 24-16,-25-25 0,0 25 0,24 0 0,-24-25 0,0 25 0,0 0 0,25 0 16,-25 0-16,0 0 0,0 0 15,0 0-15,0 0 0,0 0 0,0 25 0,0-25 0,0 0 16,0 25-16,0-25 0,0 24 0,0-24 0,0 0 0,0 25 0,0-25 15,-25 25-15,25-25 0,0 25 0,0-25 0,0 25 0,0-25 16,0 24-16,-24-24 16,24 0-16,0 25 0,0-25 0,0 25 0,0-25 0,24 0 0,-24 25 0,0-25 0,0 0 0,25 0 15,-25 0-15,25 0 16,-25 0-16</inkml:trace>
  <inkml:trace contextRef="#ctx0" brushRef="#br0" timeOffset="241185.795">19521 16768 0,'0'0'0,"0"-25"0,-25 25 0,25-25 15,0 25-15,0 0 0,0-24 0,-24 24 16,24 0-16,0-25 0,0 25 0,-25 0 0,25 0 0,0 0 0,0 0 16,-25-25-16,25 25 0,0 0 0,-25 0 0,25 0 0,0 0 15,0 0-15,-25 25 0,25-25 0,0 0 0,0 0 16,-24 0-16,24 25 0,0-25 0,-25 24 0,25-24 0,0 0 15,0 25-15,-25-25 0,25 25 0,0 0 0,0-25 0,-25 25 16,25-25-16,0 24 0,0-24 0,0 25 0,0-25 16,0 25-16,0-25 0,0 25 0,0-25 15,0 25-15,0-25 0,0 24 0,0-24 0,0 0 0,0 0 0,25 25 0,-25-25 16,0 0-16,0 0 0,25 0 0,-25 0 0,0 0 15,25 0-15,-25 0 0,0 0 0,24 0 16,-24 0-16,25-25 0,-25 25 0,0 0 0,25 0 16,-25-24-16,0 24 0,25-25 0,-25 25 0,0-25 0,0 25 0,25-25 15,-25 25-15,0-25 0,0 25 0,0-24 0,0 24 0,0-25 0,0 25 16,0-25-16,0 25 0,0 0 0,0-25 0,0 25 15,0 0-15,0 0 0,0 0 0,0 0 0,0 0 0,-25 0 16,25 25-16,0-25 0,0 0 16,0 0-16,-25 25 0,25-25 0,0 0 0,0 25 0,0-25 0,0 24 0,-25-24 15,25 0-15,0 25 0,0-25 0,0 25 0,0-25 0,0 25 16,0-25-16,0 25 0,0-25 15,0 0-15,0 0 0,0 24 0,0-24 0,0 0 0,0 0 0,0 25 16,0-25-16,25 0 0,-25 0 0,0 0 0,0 0 0,0 0 31,25 0-31,-25 0 0,0 0 0,25-25 0,-25 25 0,0 0 0,24 0 0,-24-24 0</inkml:trace>
  <inkml:trace contextRef="#ctx0" brushRef="#br0" timeOffset="241548.8158">19596 16694 0,'0'0'0,"0"0"0,0 0 0,0 0 15,0 0-15,0 24 0,0-24 0,0 0 0,-25 25 16,25-25-16,0 0 0,0 25 0,0-25 0,0 25 0,0-25 15,0 0-15,0 25 0,0-25 0,-25 24 0,25-24 16,0 25-16,0-25 0,0 25 16,0-25-16,0 25 0,0-25 0,0 0 0,0 25 0,0-25 0,0 0 15,0 0-15,0 0 0,0 24 0,0-24 0,0 0 0,0 0 0,0 0 16,0 0-16,0 0 0,0 0 15,0 0-15,0-24 0,25 24 0,-25 0 0,0 0 0,0-25 16,0 25-16,0 0 0,25-25 0,-25 25 0,0-25 0,0 25 0,25-25 16,-25 25-16,0-24 0,24 24 0,-24-25 0,0 25 0,25-25 15,-25 25-15,0 0 16,0-25-16,0 25 0,25 0 0,-25 0 0,0 0 0,0 0 0,0 0 15,0 0-15,0 25 0,0-25 0,0 0 0,0 25 0,0-25 0,0 25 16,0-25-16,0 24 0,-25-24 0,25 25 0,0 0 0,0-25 16,0 25-16,0-25 0,0 25 0,-25-1 0,25-24 0,0 25 0,0-25 15,0 25-15,0-25 16,0 25-16,0-25 0,0 0 0,0 25 0,0-25 0,0 0 15,0 24-15,25-24 0,-25 0 0,0 0 0,25 0 0,-25 0 0,25 0 0,-25 0 16,25 0-16</inkml:trace>
  <inkml:trace contextRef="#ctx0" brushRef="#br0" timeOffset="242020.8428">19993 16743 0,'0'0'0,"0"0"16,0-25-16,0 25 0,0 0 0,-25 0 0,25 0 15,0 0-15,0 0 0,0 0 0,-25 0 0,25 0 0,0 25 16,-25-25-16,25 0 0,0 25 0,-25-25 15,25 25-15,0-25 0,0 25 0,-24-25 0,24 24 0,0-24 0,0 25 16,0-25-16,-25 25 0,25 0 0,0-25 0,0 25 0,0-25 16,0 24-1,0-24-15,0 0 0,0 25 0,0-25 0,0 0 0,25 25 0,-25-25 16,0 0-16,0 0 0,0 0 0,24 0 0,-24 0 0,0 0 0,0 0 15,25 0-15,-25 0 0,0 0 0,0 0 0,25 0 0,-25-25 0,0 25 16,25 0-16,-25-25 0,0 25 0,25 0 0,-25-24 16,0 24-16,0-25 15,0 25-15,24-25 0,-24 25 0,0 0 0,0 0 0,0-25 0,0 25 0,0 0 16,0 0-16,0 0 0,-24 25 0,24-25 0,0 0 0,0 25 31,-25-25-31,25 25 0,0-25 0,-25 24 0,25 1 0,-25 0 0,25-25 0,0 25 0,-25 0 0,25-1 0,-24 1 0,24 0 0,0 0 16,-25-25-16,25 25 0,-25-1 0,25 1 0,0 0 15,0 0-15,-25 0 16,25-25-16,0 24 0,-25 1 0,25 0 0,0-25 0,0 25 0,-24-25 0,24 25 15,0-25-15,0 0 0,-25 24 0,25-24 0,0 0 0,0 0 0,-25 0 16,25 0-16,0 0 0,-25 0 0,25 0 0,0 0 0,-25 0 16,25-24-16,0 24 0,-24 0 0,24-25 0,0 25 0,0 0 15,-25-25-15,25 25 0,0-25 16,0 25-16,0-25 0,0 25 0,0-24 0,0 24 0,0 0 0,0-25 15,0 25-15,25 0 0,-25-25 0,0 25 0,0 0 0,24 0 0,-24-25 16</inkml:trace>
  <inkml:trace contextRef="#ctx0" brushRef="#br0" timeOffset="242368.8627">20712 16421 0,'0'0'0,"0"-25"0,25 25 15,-25 0-15,0-25 0,0 25 0,0 0 0,0 0 0,0 0 16,0 0-16,0 0 0,0 25 0,-25-25 0,25 0 0,0 25 0,0 0 16,0-25-16,0 24 0,-25 1 0,25 0 0,0 0 0,-25 0 15,25-1-15,0 1 0,0 0 16,-25 0-16,25 0 0,0-25 0,-24 24 0,24 1 0,0 0 0,-25 0 15,25 0-15,0-25 0,0 24 0,-25 1 0,25-25 0,0 25 16,0-25-16,0 25 0,0-25 0,0 25 0,-25-25 0,25 0 16,0 0-16,0 0 15,0 0-15,0 0 0,0 0 0,0 0 0,0 0 0,0 0 0,0 0 16,0-25-16,-25 25 0</inkml:trace>
  <inkml:trace contextRef="#ctx0" brushRef="#br0" timeOffset="242514.871">20464 16619 0,'0'0'0,"0"0"0,0 0 0,0-25 15,0 25-15,0 0 0,0 0 0,0 0 0,0 0 0,25 0 16,-25 0-16,24 25 0,-24-25 0,25 0 0,-25 0 15,25 0-15,0 0 0,0 25 0,-1-25 0,1 0 16,0 25-16,0-25 0,0 0 0,-25 0 0,25 0 0,-1 25 16,1-25-16,0 0 15,0 0-15,-25 0 0,25 0 0,-1 0 0,1 0 0</inkml:trace>
  <inkml:trace contextRef="#ctx0" brushRef="#br0" timeOffset="243356.9192">21084 16272 0,'0'0'0,"0"0"0,0 0 15,0 0-15,-25 0 0,25 25 16,0-25-16,0 0 0,0 0 0,0 0 0,0 24 0,-25-24 0,25 25 0,0-25 16,0 25-16,0-25 0,0 25 0,-24 0 0,24 0 0,0-1 0,0-24 15,0 25-15,-25 0 0,25 0 16,0 0-16,0-1 0,-25 1 0,25 0 0,0 0 0,0 0 15,-25-1-15,25 1 0,0 0 0,-25 0 0,25-25 0,0 25 16,0-1-16,-24-24 0,24 25 0,0-25 0,0 0 0,0 25 0,0-25 16,0 0-16,0 0 0,0 0 0,-25 0 15,25 0-15,0 0 0,0 0 0,0 0 16,25 0-16,-25 0 0,0 0 0,0 0 0,0 0 0,0-25 0,0 25 15,24 0-15,-24 0 0,0-25 0,0 25 0,25-24 0,-25 24 0,0-25 16,25 25-16,-25-25 0,25 25 0,-25-25 0,25 25 0,-25 0 16,0-25-16,24 25 0,-24-24 0,25 24 0,-25 0 15,0-25-15,0 25 0,25 0 0,-25 0 16,0-25-16,0 25 0,0 0 0,0 0 0,0 0 0,0 0 0,0 0 15,0 0-15,0 25 0,0-25 0,0 0 0,0 0 0,-25 0 16,25 25-16,0-25 0,0 24 0,0-24 0,0 0 0,-25 25 16,25-25-16,0 25 0,0-25 15,0 25-15,0-25 0,0 25 0,-24-25 0,24 24 0,0-24 0,0 25 0,0-25 16,0 25-16,0-25 0,0 0 0,0 0 0,24 25 0,-24-25 15,0 0-15,0 0 0,0 0 0,0 0 0,25 25 0,-25-25 16,0 0-16,0 0 0,25 0 16,-25 0-16,0-25 0,25 25 0,-25 0 0,0 0 0,25 0 0,-25-25 15,0 25-15,24 0 0,-24-25 0,0 25 0,0-25 0,25 25 16,-25-24-16,0 24 0,0-25 0,25 25 0,-25-25 0,0 0 15,0 25 1,0-25-16,0 25 0,0-24 0,0 24 0,0 0 0,0-25 0,0 25 16,0 0-16,0-25 0,0 25 0,0 0 0,0 0 0,0 0 15,0 0-15,0 0 0,0 0 0,0 0 0,0 0 0,0 0 0,0 25 16,0-25-16,0 0 0,0 0 0,0 25 0,-25-25 0,25 24 0,0-24 15,0 25-15,0-25 0,0 25 0,0-25 0,0 25 0,-25-25 16,25 25-16,0-25 16,0 24-16,0-24 0,0 0 0,0 25 0,0-25 0,0 25 0,0-25 15,0 0-15,0 25 0,0-25 0,25 0 0,-25 0 0,0 25 0,0-25 16,25 0-16,-25 0 0,0 0 0,0 0 0,25 0 0,-25 0 15,25 0-15,-25 0 16,0 0-16,24 0 0,-24 0 0,25-25 0,-25 25 0,0 0 16,25 0-16,-25-25 0,25 25 0,-25-25 0,0 25 0,25-25 0,-25 25 15,0-24-15,24 24 0,-24-25 0,0 25 0,25-25 0,-25 0 0,0 25 16,0 0-16,0-25 0,0 25 0,0 0 0,0-24 0,0 24 15,0 0-15,0 0 0,0 24 0,0-24 16,0 0-16,-25 0 0,25 25 0,0-25 16,0 0-16,-24 25 0,24-25 0,0 25 0,0-25 0,0 25 0,-25-25 0,25 24 15,0 1-15,0-25 0,0 25 0,0-25 0,0 25 0,0-25 16,0 25-16,25-25 0,-25 24 0,0-24 0,24 0 15,-24 25-15,25-25 0,0 0 0,0 0 0,-25 0 16,25 25-16,-1-25 0,1 0 0,0 0 0,0 0 0</inkml:trace>
  <inkml:trace contextRef="#ctx0" brushRef="#br0" timeOffset="243964.9539">22547 16520 0,'-24'0'0,"-1"-25"16,0 25-16,25 0 0,-25 0 0,0 0 0,25 0 0,-24 0 15,24 0-15,-25 25 16,25-25-16,-25 0 0,25 0 0,0 25 0,0-25 15,0 0-15,-25 25 0,25-25 0,0 0 0,0 24 0,25-24 0,-25 25 16,0-25-16,0 0 0,0 25 0,25-25 0,-25 25 0,25-25 0,-25 0 16,24 25-16,-24-25 0,25 0 0,-25 24 0,25-24 0,0 0 0,-25 0 15,25 0 1,-25 25-16,24-25 0,-24 0 0,25 0 0,0 0 0,-25 0 0,0-25 0,25 25 15,-25 0-15,25 0 0,-25-24 0,24 24 0,-24 0 0,0-25 0,25 25 16,-25-25-16</inkml:trace>
  <inkml:trace contextRef="#ctx0" brushRef="#br0" timeOffset="244212.9681">22944 15974 0,'0'0'16,"0"0"-16,0 0 0,0 0 0,0 0 0,0 0 15,0 0-15,-24 0 0,24 0 16,0 25-16,0-25 0,0 25 0,-25-25 0,25 25 0,0-1 15,0-24-15,-25 25 0,25 0 0,0 0 0,-25 0 0,25-1 0,0 1 16,-25 0-16,25 0 0,0 0 0,-24-1 0,24 1 0,0 0 16,-25 0-1,25 0-15,-25 0 0,25-1 0,0 1 0,-25 0 0,25 0 0,0 0 0,0-1 0,0-24 0,-25 25 0,25-25 16,0 25-16,0 0 0,0-25 0,0 0 0,0 25 0,0-25 15,0 0-15,0 24 16,0-24-16,0 0 0,0 0 0,0 0 0,0 0 0,0 0 0,0 0 16,25 0-16,-25-24 0,0 24 0,25 0 0</inkml:trace>
  <inkml:trace contextRef="#ctx0" brushRef="#br0" timeOffset="244973.0116">22944 16421 0,'0'0'0,"0"-25"0,0 25 0,0 0 15,0 0-15,0 0 0,0 0 0,0 0 0,0 0 0,0 0 16,0 0-16,0 0 0,0 0 15,0 0-15,0 25 0,0-25 0,0 0 0,0 0 0,-24 25 16,24-25-16,0 24 0,0-24 0,0 25 0,0-25 0,0 25 0,-25 0 31,25-25-31,0 25 0,0-1 0,0-24 0,-25 25 0,25-25 0,0 25 0,0 0 16,0-25-16,0 25 0,0-25 0,0 24 0,0-24 0,0 0 0,0 25 0,0-25 15,0 0-15,25 0 0,-25 0 0,0 25 0,0-25 0,0 0 0,25 0 16,-25 0-16,0 0 0,24-25 16,-24 25-16,0 0 0,25 0 15,-25-25-15,0 25 0,25 0 0,-25-24 0,0 24 0,0 0 0,25-25 0,-25 25 0,0-25 0,25 25 0,-25-25 16,0 0-16,0 25 0,24-24 0,-24 24 15,0-25-15,0 25 0,0 0 16,0-25-16,25 25 0,-25 0 0,0 0 0,0-25 0,0 25 0,0 0 0,0 0 16,0 0-16,0 25 0,0-25 0,-25 0 0,25 0 0,0 0 0,0 25 15,0-25-15,0 0 0,0 25 16,0-25-16,0 0 0,-24 24 0,24-24 0,0 25 15,0-25-15,0 0 0,0 25 0,0-25 0,0 25 0,0-25 0,0 0 0,0 25 16,0-25-16,0 24 0,0-24 0,0 0 0,0 0 0,0 25 16,0-25-16,0 0 0,0 0 15,0 25-15,0-25 0,0 0 0,24 0 0,-24 0 0,25 0 16,-25 0-16,0 0 0,25 0 0,-25 0 0,25 0 0,0 0 15,-25 0-15,24 0 0,-24 0 0,25-25 0,-25 25 0,25 0 0,-25 0 16,25 0-16,-25-25 0,25 25 0,-25 0 0,0-24 0,0 24 16,24 0-16,-24-25 15,0 25-15,0 0 0,0-25 0,0 25 0,0 0 0,0 0 0,0-25 16,0 25-16,0 0 0,0 0 0,0 0 0,0 0 0,0 0 0,-24 0 0,24 0 15,0 0-15,0 0 0,0 0 0,0 0 0,0 25 0,-25-25 16,25 0-16,0 25 16,0-25-16,-25 25 0,25-25 0,0 0 0,0 24 0,-25 1 0,25-25 0,0 25 15,0-25-15,0 25 0,0-25 0,-25 25 0,25-25 0,0 24 16,0-24-16,0 0 0,0 25 0,0-25 0,0 0 0,0 25 15,25-25-15,-25 0 0,0 0 16,0 0-16,0 0 0,25 0 0,-25 0 0,0 0 0,25 0 0,-25 0 0,25 0 16,-25 0-16,24 0 0,-24-25 0,25 25 0,0 0 0,-25-25 15,25 25-15,-25 0 16,25-24-16,-25 24 0,0-25 0,24 0 0,-24 25 0,0-25 0,25 0 0,-25 25 0,0-24 15,0 24-15,0-25 0,0 25 0,0-25 0,0 25 16,0-25-16,0 25 0,0 0 0,0 0 16,0 0-16,0 0 0,-25 0 0,25 0 0,0 0 0,0 0 0,0 0 15,-24 0-15,24 0 0,0 0 0,0 25 0,-25-25 0,25 0 16,0 0-16,0 0 15,0 25-15,0-25 0,-25 0 0,25 0 0,0 25 0,0-25 0,0 0 16,0 0-16,0 0 0,0 24 0</inkml:trace>
  <inkml:trace contextRef="#ctx0" brushRef="#br0" timeOffset="245263.0282">23664 16793 0,'0'0'0,"0"0"0,0 0 0,0 0 0,0 0 0,0-25 15,0 25 1,0 0-16,0 0 0,0-25 0,0 25 0,0 0 0,0 0 0,0 0 0,0-25 15,0 25-15,0 0 0,0 0 0,0 0 0,0 0 0,0 0 0,0 0 16,0 0-16,0 0 0,0 0 0,0 0 0,-25 0 0,25 25 16,0-25-16,0 0 0,-25 25 0,25-25 0,0 25 15,-25-25-15,25 25 0,0-25 16,-25 24-16,25 1 0,0-25 0,0 25 0,0-25 0,0 25 0,-24-25 15,24 25-15,0-25 0,0 24 0,0-24 0,0 25 0,0-25 16,0 0-16,24 0 0,-24 25 0,0-25 0,0 0 16,0 0-16,0 0 0,25 0 0,-25 0 15,0 0-15,0 0 0,25 0 0,-25 0 0,0 0 0,25 0 16,-25-25-16,0 25 0,0-25 0,25 25 0,-25 0 0</inkml:trace>
  <inkml:trace contextRef="#ctx0" brushRef="#br0" timeOffset="245479.0406">23614 16421 0,'0'0'0,"0"0"0,0 0 0,0-25 0,0 25 16,0 0-16,25 0 0,-25 0 15,0 0-15,0 0 0,25 0 0,-25 0 0,0 0 0,0 0 0,24 25 0,-24-25 16,0 0-16,0 0 0,0 25 0,0-25 0,0 24 15,0-24-15,0 0 0,0 25 0,0-25 0,0 25 0,0-25 0,0 0 16,0 25 0,0-25-16,-24 0 0,24 25 0,0-25 0,-25 0 0,25 0 0,0 0 0,-25 0 0</inkml:trace>
  <inkml:trace contextRef="#ctx0" brushRef="#br0" timeOffset="245695.0529">23366 16073 0,'0'0'0,"0"0"16,0 0-16,0 0 0,0-24 0,0 24 0,0 0 0,0 0 0,0 0 15,0 0-15,0 0 0,0 0 0,25 0 0,-25 0 0,0 0 16,0 0-16,0 24 0,0-24 0,0 0 0,0 0 0,0 0 15,0 25 1,0-25-16,0 0 0,0 25 0,0-25 0,0 25 0,0-25 0,0 25 0,0-25 16,0 24-16,-25-24 0,25 25 0</inkml:trace>
  <inkml:trace contextRef="#ctx0" brushRef="#br0" timeOffset="245877.0633">22895 16768 0,'0'0'0,"-25"25"16,25-25-16,-25 25 0,25-25 0,0 0 15,-25 0-15,25 24 0,0-24 0,0 0 0,-24 0 0,24 0 16,0 25-16,0-25 0,0 0 0,0 0 0,0 0 0,0 0 0,0 0 16,0 0-16,0 0 15,0 0-15,0 0 0,24 0 0,-24 0 0,0 0 0,0 0 0,25-25 16,-25 25-16,0 0 0,0-24 0</inkml:trace>
  <inkml:trace contextRef="#ctx0" brushRef="#br0" timeOffset="246069.0743">22647 16222 0,'0'0'0,"0"-25"0,0 25 0,0 0 0,0 0 16,24 0-16,-24-24 15,25 24-15,-25 0 0,25 0 0,0 24 0,0-24 0,0 0 16,-1 0-16,26 0 0,-25 25 0,0-25 0,24 25 0,-24-25 0,25 0 0,-26 25 15,26-25-15,-25 25 0,24-25 16,-24 24-16,25-24 0,-25 25 0</inkml:trace>
  <inkml:trace contextRef="#ctx0" brushRef="#br0" timeOffset="246411.0939">24358 15999 0,'0'0'0,"0"25"0,25-25 0,-25 0 15,0 25-15,0-25 0,0 24 0,0-24 0,25 25 0,-25-25 16,0 25-16,0 0 0,0 0 0,0-25 0,-25 24 16,25 1-16,0 0 15,0 0-15,0 0 0,-25 24 0,25-24 0,0 0 0,-25 0 16,25 24-16,0-24 0,-24 0 0,24 0 0,0 24 0,-25-24 0,25 0 15,-25 25-15,25-26 0,0 1 0,-25 0 0,25 25 16,-25-26-16,1 1 0,24 0 16,-25 0-16,0 0 0,25-1 0,-25 1 0,0 0 0,1 0 0,-26 0 0,25-1 0,0 1 15,1 0-15,-26 0 0</inkml:trace>
  <inkml:trace contextRef="#ctx0" brushRef="#br0" timeOffset="248095.1902">8954 16123 0,'0'0'0,"0"0"0,0 0 15,0 0-15,0 0 0,0-25 0,0 25 0,0 0 0,0 0 16,0 0-16,0 0 0,0 0 0,0 0 0,0 0 0,0 0 0,-24 0 16,24-25-16,0 25 0,0 0 0,0 0 0,0 0 0,0 0 15,0 0-15,0 0 16,0 0-16,0 0 0,0 0 0,0 0 0,0 0 0,0 0 0,-25 0 15,25 0-15,0 0 0,0 0 0,0 0 0,0 0 0,0 0 0,0 0 0,-25 0 16,25-24-16,0 24 0,0 0 0,0 0 0,0 0 16,-25 0-16,25 0 0,0 0 0,0 0 15,0 0-15,-25 0 0,25 0 0,0 0 0,0 0 0,0 0 16,-24 0-16,24 24 0,0-24 0,0 0 15,0 0-15,-25 0 0,25 0 0,0 0 0,0 0 0,0 0 0,0 0 16,0 0-16,-25 25 0,25-25 0,0 0 0,0 0 16,0 0-16,0 0 15,0 0-15,-25 0 0,25 0 0,0 0 0,0 25 0,0-25 16,0 0-16,0 0 0,-25 0 0,25 0 0,0 0 0,0 0 0,0 0 0,-24 25 0,24-25 15,0 0-15,0 0 0,0 0 0,-25 0 0,25 0 0,0 0 32,0 25-32,-25-25 0,25 0 0,0 0 0,0 0 0,0 0 0,-25 24 0,25-24 0,0 0 0,0 0 0,0 0 0,-25 0 15,25 25-15,0-25 16,0 0-16,0 0 0,0 0 0,-24 0 0,24 25 0,0-25 15,0 0-15,0 0 0,0 25 0,0-25 0,-25 0 0,25 0 0,0 25 16,0-25-16,0 0 0,0 0 0,-25 24 0,25-24 0,0 0 0,0 25 16,0-25-16,0 0 15,0 25-15,-25-25 0,25 0 0,0 25 0,0-25 0,0 0 0,-25 25 16,25-25-16,0 0 0,0 25 0,0-25 0,0 24 0,-24-24 15,24 0-15,0 25 0,0-25 0,0 25 0,0-25 0,0 0 16,0 25-16,-25-25 0,25 25 0,0-25 0,0 24 0,0-24 0,0 0 16,0 25-16,0-25 0,0 25 15,0-25-15,0 25 0,0-25 0,0 25 0,0-1 0,0-24 0,0 25 16,0-25-16,0 25 0,0 0 0,0-25 0,0 25 0,0-25 15,0 24-15,0 1 0,0-25 0,0 25 0,25 0 16,-25-25-16,0 25 0,0-1 16,0-24-16,0 25 0,0-25 0,0 25 0,0 0 0,0-25 0,0 25 15,0-25-15,0 24 0,0 1 0,24-25 0,-24 25 0,0 0 0,0-25 16,0 25-16,0-1 0,0-24 0,0 25 0,0 0 0,0-25 0,25 25 15,-25 0-15,0-25 16,0 24-16,0-24 16,0 25-16,0-25 0,25 25 0,-25 0 0,0-25 0,0 25 0,0-25 0,25 24 0,-25-24 0,0 25 0,25-25 0,-25 25 0,0-25 15,24 25-15,-24-25 0,25 25 0,-25-25 0,25 25 0,-25-25 16,25 24-16,0-24 15,-1 0-15,1 25 0,0-25 0,-25 0 0,25 0 0,0 25 0,-1-25 16,1 0-16,0-25 0,0 25 0</inkml:trace>
  <inkml:trace contextRef="#ctx0" brushRef="#br0" timeOffset="252694.4532">24755 16594 0,'0'0'0,"0"0"16,0 0-16,0 0 0,0 0 0,0 0 0,0 0 15,0 0-15,0 0 0,0 0 16,0 0-16,0 0 0,0 0 0,0 0 0,0 0 0,0 0 0,0 0 0,0 0 16,0 0-16,0 0 0,0 0 0,0 0 0,0 0 0,0 0 15,0 0 1,0 0-16,0 0 0,0 0 0,0 0 0,0 0 0,0 0 0,0 0 15,25 0-15,-25 0 0,0 0 0,0 0 0,25 0 0,-25 0 0,0 0 0,24 0 0,-24 0 16,25 0-16,-25 0 0,25 0 0,-25 0 0,25 0 16,-25 0-16,25 0 0,-25 0 0,25 25 15,-1-25-15,-24 0 0,25 0 0,-25 0 0,25 0 0,-25 0 0,0 0 0,25 25 16,-25-25-16,0 0 0,0 0 15,25 0-15,-25 0 0,0 0 0,0 0 0,0 0 0,0 0 16</inkml:trace>
  <inkml:trace contextRef="#ctx0" brushRef="#br0" timeOffset="253002.4709">24631 16842 0,'0'0'0,"0"0"15,0 0-15,0 0 0,0 0 0,0 0 0,0 0 0,0 0 16,0 0-16,0 0 15,0 0-15,0 0 0,25 0 0,-25 0 0,0 0 0,0 0 0,25 0 0,-25 0 0,0 0 16,24 0-16,-24 0 16,25 0-16,-25 0 0,25 0 0,-25 0 0,25 0 15,-25 0-15,25 25 0,-1-25 0,-24 0 0,25 0 0,0 0 0,0 0 0,0 25 0,-25-25 16,25 0-16,-1 0 0,1 0 0,0 0 0,-25 25 0,25-25 15,0 0-15,-1 0 0,-24 0 0,25 0 16</inkml:trace>
  <inkml:trace contextRef="#ctx0" brushRef="#br0" timeOffset="254897.5793">25871 16073 0,'0'0'16,"0"0"-16,0 0 0,0 0 15,0 0-15,0 0 0,0 0 0,0-24 0,0 24 16,0 0-16,0 0 0,0 0 0,0 0 0,0 0 0,0 0 0,0 0 16,0 0-16,0 0 0,0 0 0,0 0 0,0 0 0,0 0 0,0 0 15,0 0-15,0 0 0,0 0 0,0 0 0,0 0 16,0 0-16,0 0 0,0 0 0,0 0 0,0 24 0,0-24 15,0 0-15,-25 0 0,25 0 16,0 0-16,0 0 0,0 0 0,-24 0 0,24 25 0,0-25 16,-25 0-16,25 0 0,0 0 0,-25 0 0,25 0 0,0 25 0,0-25 15,-25 0-15,25 0 0,0 0 0,-25 0 0,25 0 0,0 0 16,0 0-16,-24 0 0,24 0 0,0 0 0,0 0 0,0 0 15,-25 0-15,25 0 0,0 0 16,0-25-16,0 25 0,0 0 0,0 0 0,0 0 16,0 0-16,0 0 0,0 0 0,0-25 0,0 25 0,0 0 15,0 0-15,0 0 0,25-24 0,-25 24 0,0 0 0,0 0 16,0-25-16,24 25 0,-24 0 0,0 0 0,0 0 0,25-25 0,-25 25 15,0 0-15,0 0 16,25 0-16,-25 0 0,0-25 0,0 25 0,25 0 0,-25 0 0,0 0 0,0 0 16,25 0-16,-25 0 0,0 0 15,24 0-15,-24 0 0,0 0 0,25-25 0,-25 25 0,0 0 0,0 0 0,25 0 16,-25 25-16,0-25 0,25 0 0,-25 0 0,0 0 0,0 0 15,25 0-15,-25 0 0,0 0 0,0 0 0,0 25 16,0-25-16,25 0 0,-25 0 0,0 25 0,0-25 16,0 25-16,0-25 0,0 0 0,0 24 0,0-24 15,0 25-15,-25-25 0,25 25 0,0-25 0,0 25 0,0-25 0,-25 25 16,25-25-16,0 0 0,0 24 0,-25-24 15,25 25-15,0-25 0,-25 25 0,25-25 0,0 0 16,-25 25-16,25-25 0,-24 0 0,24 25 0,0-25 0,-25 0 0,25 24 16,-25-24-16,25 0 0,0 25 0,-25-25 0,25 0 0,-25 0 15,25 25-15,0-25 0,-24 0 0,24 0 0,0 25 0,-25-25 16,25 0-16,0 0 0,0 0 0,-25 0 15,25 0-15,0 25 0,0-25 0,0 0 16,0 0-16,0 0 0,0 0 0,0 0 0,0 0 0,0 0 0,0 0 0,0 0 16,0 0-16,0 0 0,0 0 0,0 0 0,0 0 0,0 0 15,0 0-15,0 0 0,25 0 0,-25 0 0,0 0 16,0 0-16,25 0 0,-25 0 15,0 0-15,24 0 0,-24 0 0,25 0 0,-25-25 0,0 25 0,25 0 0,-25 0 16,0 0-16,25 0 0,-25 0 0,25 0 0,-25 0 0,0 0 16,24-25-16,-24 25 15,0 0-15,25 0 0,-25 0 0,0 0 0,0 0 0,0 0 16,25 0-16,-25 25 0,0-25 0,0 0 0,0 0 0,0 0 0,0 0 0,0 0 0,0 25 15,25-25 1,-25 0-16,0 25 0,0-25 0,0 0 0,0 24 0,0-24 0,0 25 0,0-25 0,0 0 16,0 25-16,0-25 0,-25 25 0,25-25 0,0 25 0,0-25 15,0 24-15,0-24 16,0 25-16,-25-25 0,25 25 0,0-25 0,0 25 0,-25-25 0,25 25 0,0-25 15,0 0-15,-24 24 0,24-24 0,0 25 0,0-25 0,-25 25 0,25-25 16,0 0-16,-25 25 0,25-25 0,0 0 0,-25 0 0,25 25 16,0-25-16,0 0 15,-25 0-15,25 24 0,0-24 0,-24 0 0,24 0 0,-25 0 0,25 0 16,0 0-16,-25 0 0,25 0 0,0 0 0,-25 0 0,25 0 0,0 0 15,0 0-15,-25 0 0,25-24 16,0 24-16,0 0 0,0 0 0,0 0 0,-24 0 16,24-25-16,0 25 0,0 0 0,0 0 0,0 0 0,0 0 0,0 0 0,0 0 0,0-25 15,0 25-15,0 0 0,0 0 0,0 0 0,0 0 0,0 0 16,0 0-16,0 0 0,0 0 0,0 0 0,0 0 15,0-25-15,24 25 16,-24 0-16,0 0 0,0 0 0,0 0 0,0 0 0,0 0 0,0-25 0,0 25 0,25 0 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28.34025" units="1/cm"/>
          <inkml:channelProperty channel="Y" name="resolution" value="28.33948" units="1/cm"/>
          <inkml:channelProperty channel="T" name="resolution" value="1" units="1/dev"/>
        </inkml:channelProperties>
      </inkml:inkSource>
      <inkml:timestamp xml:id="ts0" timeString="2021-10-22T00:03:47.421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26467 16644 0,'0'-25'16,"0"25"-16,0 0 0,0 0 0,0 0 0,0 0 16,0 0-16,0 0 0,0 0 0,0 0 0,0 0 0,0 0 15,0 0-15,0 0 0,0 0 0,0 0 0,0 0 0,0 0 16,0 0 15,0 0 16,0 0-16,0 0-31,0 0 0,0 0 0,0 0 0,0 0 0,0 0 0,0 0 0,0 0 0,0 0 0,0 0 0,0 0 0,0 0 0,0 0 0,0 0 0,0 0 0,0 0 0,0 0 0,0 0 0,0 0 0,24 0 0,-24 0 0,0 0 16,0 0-16,0 0 0,0 0 0,0 0 0,0-25 0,0 25 0,25 0 0,-25 0 0,0 0 0,0 0 0,0 0 0,0 0 0,0 0 0,0 0 0,0 0 0,0 0 0,0 0 0,0-24 0,0 24 15,0 0-15,0 0 0,0 0 0,0 0 0,0 0 0,0 0 16,0 0-16,0 0 0,0 0 0,0 0 0,0 0 15,0 0-15,0 0 0,0 0 0,0 0 0,0 0 0,0 0 16,0 0-16,0 0 0,0 0 0,0 0 0,-25 0 16,25 0-16,0 0 0,0 24 0,0-24 0,0 0 0,0 0 15,0 0-15,0 0 0,0 0 0,0 25 0,0-25 0,0 0 16,-24 0-16,24 0 0,0 0 0,0 0 0,0 0 15,24 25-15,-24-25 0,0 0 0,0 0 0,0 0 0,0 0 16,0 0-16,0 0 0,0 0 0,0 0 0,0 0 16,25 0-16,-25 0 0,0 0 0,0 0 0,0 0 0,0 0 15,0 0-15,0 0 0,0-25 0,0 25 0,25 0 16,-25 0-16,0 0 0,0 0 0,0 0 0,0 0 0,0 0 15,0 0-15,0 0 0,0 0 0,0 0 0,0 0 16,0 0-16,0 0 0,-25 0 0,25 0 0,0 0 0,0 0 16,0 0-16,0 0 0,0 0 0,0 0 0,0 0 0,0 0 15,0 0-15,0 0 0,0 0 0,0 0 0,0 0 16,0 0-16,0 0 0,0 0 0,0 0 0,0 0 0,0 0 15,0 0-15,0 0 0,0 0 0,0 0 0,0 0 16,25 0-16,-25 25 0,0-25 0,0 0 0,0 0 0,0 0 16,0 0-16,0 0 0,0 0 0,0 0 0,0 0 0,0 0 15,0 0-15,0 0 0,0 0 0,0 0 0,0 0 16,25-25-16,-25 25 0,0 0 0,0 0 0,0 0 0,0-25 15</inkml:trace>
  <inkml:trace contextRef="#ctx0" brushRef="#br0" timeOffset="12771.7305">2108 13122 0,'0'0'62,"0"0"-46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28.34025" units="1/cm"/>
          <inkml:channelProperty channel="Y" name="resolution" value="28.33948" units="1/cm"/>
          <inkml:channelProperty channel="T" name="resolution" value="1" units="1/dev"/>
        </inkml:channelProperties>
      </inkml:inkSource>
      <inkml:timestamp xml:id="ts0" timeString="2021-10-22T00:29:38.879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1860 3001 0,'0'0'0,"0"0"0,0 0 16,0 0-16,0 0 0,-24 0 0,24 0 0,0 0 0,0 0 16,0 0-1,0 0-15,0 0 0,0-24 0,0 24 0,0 0 0,0 0 16,0 0-16,0 0 0,0 0 0,0 0 0,0-25 0,-25 25 15,25 0-15,0 0 0,0 0 0,0 0 0,0 0 0,0 0 0,0 0 0,0 0 16,0 0-16,0 0 0,0 0 0,0 0 0,0 0 0,0 0 16,0 0-16,0 0 0,0 0 0,0 0 0,0 0 0,0 0 15,0 0-15,0 0 0,0 0 16,0 0-16,0 0 0,0 0 15,0 0-15,0 0 0,0 0 0,0 0 0,0 0 0,0 0 0,0 25 16,0-25-16,0 0 0,-25 0 0,25 0 0,0 0 0,0 24 0,0-24 0,0 0 0,-25 25 31,25-25-31,0 25 0,0-25 0,0 25 16,-25-25-16,25 0 0,0 25 0,0-25 0,-24 24 0,24-24 0,0 25 0,0-25 0,-25 25 0,25-25 0,0 25 15,0-25-15,-25 25 16,25-25-16,0 0 0,0 24 0,0-24 0,-25 25 0,25-25 0,0 0 0,0 0 0,0 25 0,0-25 0,0 0 16,0 0-16,0 0 0,0 0 15,0 25-15,0-25 0,0 0 0,0 0 16,0-25-16,25 25 0,-25 0 0,0 0 0,0 0 0,0 0 15,0 0-15,0 0 0,0 0 0,0-25 0,0 25 0,0 0 0,0-25 32,0 25-32</inkml:trace>
  <inkml:trace contextRef="#ctx0" brushRef="#br0" timeOffset="381.0218">1587 3001 0,'0'0'15,"-24"0"-15,24-24 0,0 24 0,0 0 0,0 0 0,0 0 0,0 0 16,0 0-16,0 0 0,0 0 0,24 24 0,-24-24 0,0 0 0,0 0 0,0 0 16,0 0-16,0 0 15,0 25-15,0-25 0,0 0 0,0 0 0,25 0 0,-25 25 16,0-25-16,0 0 0,0 25 0,0-25 0,0 0 0,0 25 0,25-25 15,-25 0-15,0 24 0,0-24 0,0 0 0,25 25 0,-25-25 0,0 0 16,0 25-16,25-25 0,-25 25 0,0-25 16,0 25-16,25-25 0,-25 0 0,0 24 15,0-24-15,24 0 0,-24 25 0,0-25 0,0 0 0,0 25 16,25-25-16,-25 0 0,0 0 0,0 0 0,0 25 0,0-25 0,25 0 93,-25 0-93,0 25 0,0-25 0,0 0 0,0 0 0,0 0 0,0 0 0,0 0 0,0 0 16,0 0-16,0 0 0,0 0 0,0 0 0,0 0 0,0 0 0,0 0 0,-25 0 0,25 0 0</inkml:trace>
  <inkml:trace contextRef="#ctx0" brushRef="#br0" timeOffset="673.0385">1439 3200 0,'0'0'16,"0"0"-16,0 0 0,-25 0 0,25 0 0,0 0 0,0 0 0,0 0 15,0 0-15,0 0 0,0 0 0,0 0 16,0 0-16,0 0 0,25 0 16,-25 0-1,0 0-15,0 0 0,0 0 0,0 0 0,0 0 0,0 0 0,0 0 0,0 0 0,0 0 16,0 0-16,0 0 0,0 0 0,0 0 0,24 0 0,-24 0 0,0 0 0,0 0 0,25 0 15,-25 0-15,0 0 0,25 0 0,-25 0 0,0 0 0,25 0 0,-25 0 0,0 0 16,25 0-16,-25 0 16,24 0-16,-24 0 0,0 0 0,25-25 0,-25 25 0,25 0 46,-25 0-46,25 0 0,-25 0 0,25 0 0,-25 0 0,0 0 0,25 0 0,-25 0 0,24 0 0,-24 0 0,25 0 0,-25-25 0,0 25 0</inkml:trace>
  <inkml:trace contextRef="#ctx0" brushRef="#br0" timeOffset="1308.0746">2232 2877 0,'0'0'15,"0"0"-15,0 0 0,0 0 0,-24 0 0,24 0 0,0 0 16,0 0 0,0 0-16,0 0 0,0 0 15,0 0-15,0 0 0,0 0 0,0 0 0,0 25 0,0-25 0,-25-25 0,25 25 0,0 25 0,0-25 0,0 0 0,0 0 0,0 0 31,0 0-31,0 25 0,0-25 0,0 0 0,0 25 0,0-25 0,0 0 16,25 25-16,-25-25 0,0 24 0,0-24 0,0 0 0,0 25 16,0-25-16,0 25 0,0-25 0,0 25 0,0 0 0,0-25 0,0 24 15,0-24-15,0 25 0,0-25 0,0 25 0,0 0 0,0-25 16,0 25-16,0-25 0,0 24 0,0-24 0,0 25 0,0-25 15,0 25-15,0-25 0,0 0 0,0 25 0,0-25 0,0 0 0,0 0 47,0 0-47,0 0 0,0 25 0,0-25 0,0 0 0,0 0 0,0 0 0,0 0 0,0 0 0,0 0 0,0 0 0,0 0 0,0 0 0,0 0 0,0 0 0,0 0 16,0-25-16,0 25 0,0 0 0,0 0 0,0-25 15,0 25-15</inkml:trace>
  <inkml:trace contextRef="#ctx0" brushRef="#br0" timeOffset="1993.1139">2158 2877 0,'0'-24'16,"0"24"-16,0 0 0,0 0 0,0 0 0,0-25 0,0 25 15,0 0 1,0 0-16,25 0 0,-25 0 0,0 0 0,0-25 0,0 25 16,0 0-16,0 0 0,0 0 0,25 0 0,-25 0 0,0 0 0,0 0 15,0 0-15,0 0 0,0 0 0,0 0 0,24 0 0,-24 0 0,0 25 16,0-25-16,0 0 0,0 0 0,0 25 0,0-25 0,0 0 0,25 24 31,-25-24-31,0 25 0,0-25 0,0 25 0,0-25 0,0 25 0,0-25 0,25 25 0,-25-25 62,0 24-62,0-24 0,0 25 0,0-25 0,0 25 0,25-25 0,-25 25 0,0-25 0,0 25 0,0-25 0,25 24 0,-25-24 16,0 25-16,0-25 0,0 25 0,24-25 0,-24 25 0,0-25 0,0 25 0,0-25 0,25 24 0,-25-24 0,0 0 0,0 0 0,0 25 0,25-25 0,-25 0 0,0 0 16,0 25-16,0-25 0,0 0 0,25 0 0,-25 0 0,0 0 15,0 0-15,0 0 0,0 0 0,0 0 0,25 0 0,-25 0 0,0 0 0,0 0 16,0 0-16,0 0 15,0 0-15,24-25 0,-24 25 0,0 0 16,0 0-16,0 0 0,0-25 0,0 25 0,0 0 0,0-24 0,0 24 0,0-25 16,0 25-16,25 0 0,-25-25 0,0 25 0,0-25 15,0 25-15,0-25 0,0 25 0,0-24 16,0 24-16,0-25 0,0 25 0,0-25 0,0 25 0,0-25 15,25 25-15,-25-25 0,0 25 0,0-24 0,0 24 0,0 0 0,0-25 16,0 25-16,0 0 16,0 0-16,0 0 0,0 0 0,0 0 0,0 0 0,0 0 0,0 0 0,0 0 0,0 0 0,0 0 15,0 0-15,0 0 16,0 0-16,0-25 0,0 25 0,0 0 0,0 0 0,0 0 15,0 25-15,0-25 0,0 0 0,0 0 0,0 0 0,0 25 0,0-25 0,0 24 16,0-24-16,25 25 0,-25-25 0,0 25 0,0-25 0,0 25 16,0-25-16,0 25 0,0-25 0,0 24 0,0-24 0,0 25 15,25-25-15,-25 25 0,0-25 16,0 25-16,0 0 0,0-25 0,0 24 15,0-24-15,0 25 0,0-25 0,0 25 0,0-25 0,0 25 0,0-25 16,24 0-16,-24 25 0,0-25 0,0 0 0,0 24 16,0-24-16,0 0 0,0 0 0,0 0 0,0 0 0,0 25 0,0-25 0,0 0 15,0 0-15,0 0 0,0 0 0,0 0 0,0 0 0,0-25 0,0 25 16,0 0-1,0 0-15,25-24 0</inkml:trace>
  <inkml:trace contextRef="#ctx0" brushRef="#br0" timeOffset="2691.1539">2952 3125 0,'0'0'15,"0"0"-15,0 0 0,0 0 0,0 0 0,0 0 0,0-24 16,0 24-16,0 0 0,0 0 0,0 0 0,-25 0 47,25 0-47,0 0 0,0 0 0,0-25 0,0 25 0,0 0 0,0 0 0,0 0 15,0-25-15,0 25 0,-25 0 0,25 0 0,0 0 0,0 0 0,0 0 0,0 0 0,0 0 0,-25 0 0,25 0 0,0 0 0,0 0 0,0 0 16,-24 0-16,24 0 0,0 25 0,0-25 0,0 0 0,-25 0 15,25 0-15,0 0 0,0 0 0,-25 25 0,25-25 0,0 0 16,0 0 0,0 0-16,0 0 0,0 24 0,-25-24 0,25 0 0,0 0 15,0 25-15,0-25 0,0 25 0,0-25 0,0 25 0,0 0 0,0-25 0,25 24 0,-25 1 16,0-25-16,0 25 0,0-25 0,0 25 15,0-25 17,25 25-32,-25-25 0,0 24 0,0-24 0,0 0 0,25 0 0,-25 25 0,0-25 0,0 0 0,24 0 0,-24 0 0,0 0 15,0 0-15,0 0 0,25 0 0,-25 0 0,0 0 0,0 0 0,0 0 16,25 0-16,-25 0 0,0 0 0,0 0 0,25 0 0,-25 0 15,0 0-15,0 0 0,25-25 0,-25 25 0,0 0 47,0-24-31,0 24-16,24 0 0,-24-25 0,0 25 0,0-25 0,0 25 0,25-25 0,-25 0 0,0 25 0,0 0 0,0-24 0,0 24 0,0-25 0,0 25 0,0-25 0,0 25 0,0 0 0,0-25 0,0 25 0,0 0 0,0 0 0,0 0 0,0 0 15,0-25-15,0 25 0,0 0 0,0 0 0,0 0 0,0 25 0,0-25 0,0 0 16,0 0-16,0 0 0,0 0 0,0 25 16,0-25-16,0 0 15,0 25-15,0-25 0,0 25 0,0-25 0,0 24 0,0-24 0,0 25 16,0-25-16,0 25 0,0-25 0,0 25 0,0-25 0,0 25 15,25-25-15,-25 24 0,0-24 0,0 0 0,0 25 0,25-25 0,-25 0 16,0 0-16,25 25 0,-25-25 0,0 0 0,24 0 0,-24-25 16,0 25-16,25 0 15,-25-25-15,0 25 0,25-24 0,-25 24 16</inkml:trace>
  <inkml:trace contextRef="#ctx0" brushRef="#br0" timeOffset="3249.1857">3597 2778 0,'0'0'16,"0"0"-16,0 0 0,0 0 0,-25 0 0,25 0 0,0 0 15,0 0 1,0 0-16,0 0 0,0 0 0,0 0 0,0 0 0,0 0 47,0 25-47,0-25 0,0 0 0,0 0 0,0 25 0,0-25 0,0 25 0,0-25 0,0 24 0,25-24 0,-25 25 0,0-25 0,0 25 0,0 0 0,0-25 0,0 25 0,0-1 0,0-24 15,0 25-15,0 0 0,0-25 0,0 25 0,0 0 0,0-1 16,24-24-16,-24 25 0,0 0 0,0-25 0,0 25 0,0 0 15,0-25-15,0 24 0,0-24 0,0 25 0,0-25 0,0 25 16,0-25-16,0 0 0,0 0 0,0 25 0,0-25 0,0 0 16,0 0-1,0 0-15,0 0 0,25 0 0,-25 0 0,0 25 0,-25-25 16,25 0-16,0 0 0,0 0 0,0 0 0,0 0 0,0 0 15,0 0-15,0 0 0,0 0 0,0 0 0</inkml:trace>
  <inkml:trace contextRef="#ctx0" brushRef="#br0" timeOffset="3487.1994">3497 3125 0,'0'0'0,"0"0"0,0 0 0,0-24 16,0 24-16,0 0 0,0 0 0,0 0 0,0 0 15,0 0-15,0 0 0,0-25 0,0 25 0,25 0 0,-25 0 0,0 0 0,0 0 0,25 0 0,-25 0 0,0-25 0,25 25 0,-25 0 0,0 0 0,25 0 0,-25 0 0,24 0 0,-24 0 0,0 0 0,25 0 0,-25 0 0,25 0 0,-25 0 0,25 0 0,-25 0 0,25 0 0,-25 0 0,0 0 0,25 25 0,-25-25 0</inkml:trace>
  <inkml:trace contextRef="#ctx0" brushRef="#br0" timeOffset="3837.2195">3845 3398 0,'0'0'0,"0"0"16,0 0-16,-25 0 0,25 0 0,0 0 0,0 0 0,0 0 0,0 0 15,0 0-15,0 0 0,0 0 0,0 0 0,0 0 0,0 0 16,0-25-16,0 25 0,0 0 0,0 0 0,0-24 0,0 24 15,0-25-15,0 25 0,0 0 0,0-25 16,25 25-16,-25-25 0,0 25 16,0-25-16,0 25 0,0-24 0,25 24 0,-25-25 0,0 25 15,0 0-15,0-25 0,24 25 0,-24 0 0,0 0 0,0 0 0,0 0 0,25-25 16,-25 25-16,0 0 0,0 0 0,0 0 0,0 0 0,0 0 15,0 0-15,25 0 0,-25 0 0,0 25 0,0-25 16,0 0 0,0 0-16,0 25 0,0-25 0,0 0 0,0 25 0,25-25 0,-25 0 15,0 24-15,0-24 0,0 25 0,0-25 0,0 25 0,0-25 0,0 25 16,0-25-16,0 25 0,0-25 0,0 24 0,25-24 0,-25 0 0,0 0 15,0 25-15,0-25 0,0 0 0,0 0 0,0 0 0,0 0 16,0 0-16,0 0 16,0 25-16,24-25 0,-24 0 0,0-25 15,0 25-15,25 0 0</inkml:trace>
  <inkml:trace contextRef="#ctx0" brushRef="#br0" timeOffset="4830.2762">4291 3150 0,'0'0'15,"0"0"-15,0 0 0,-25 0 0,25 0 0,0-25 0,0 25 16,0 0-16,0 0 0,0 0 0,0-24 0,-24 24 0,24 0 0,0 0 16,0 0-16,0 0 0,0 0 0,0 0 0,0 0 0,0-25 15,-25 25-15,25 0 0,0 0 0,0 0 16,0 0-16,0 0 15,0 0-15,-25 0 0,25 25 0,0-25 0,0 0 0,0 0 16,-25 0-16,25 0 0,0 0 0,0 0 0,0 0 0,-25 24 0,25-24 16,0 0-16,0 0 0,-24 25 0,24-25 0,0 0 0,0 25 0,0-25 608</inkml:trace>
  <inkml:trace contextRef="#ctx0" brushRef="#br0" timeOffset="7253.4149">4291 3225 0,'0'0'0,"0"0"16,0 0-16,0-25 0,0 25 0,0 0 0,0 0 0,0 0 15,0 0-15,0 0 0,0 0 0,0 0 0,0 0 16,0 0-16,0 0 0,0 0 0,0 0 0,0 0 0,0 0 0,0 0 0,0 0 16,0 0-16,0 0 0,0 0 0,0 0 15,0 0-15,0 0 16,0 0-16,0 0 0,0 0 0,0 0 0,0 0 0,0 0 0,0 0 15,0 0-15,0 0 0,0 0 0,0 0 0,0-25 0,0 25 0,0 0 16,0 0-16,0 0 0,0 0 0,0 0 0,0 0 0,0 0 0,0 0 62,0 0-62,0 0 0,0 0 0,0 0 0,0 0 0,0-25 0,0 25 0,0 0 0,0 0 0,0 0 0,0 0 0,0 0 0,0 0 0,0 0 0,0 0 0,0 0 0,0 0 0,0 0 0,-25 0 0,25 0 16,0 0-16,0 0 0,0 0 0,0 0 0,0 0 0,0 0 0,0 0 16,0 0-16,0 0 0,0 0 0,0 0 0,-24 0 0,24 0 15,0 0 1,0 0-16,0 0 0,0 0 0,0 0 0,-25 0 0,25 0 15,0 0-15,0 0 0,0 0 0,0 0 0,0 0 0,-25 0 0,25 25 0,0-25 16,0 0-16,0 0 0,-25 0 0,25 0 0,0 0 0,0 0 16,0 0-16,0 0 0,-25 0 15,25 0-15,0 0 0,0 0 16,0 0-16,0 0 0,0 0 0,0 0 0,0 25 0,0-25 0,0 0 0,0 0 0,0 0 15,0 0-15,0 0 0,0 25 0,0-25 0,0 0 0,0 24 16,0-24-16,0 0 0,0 25 0,0-25 0,0 0 0,0 25 0,0-25 47,0 0-47,0 25 15,0-25-15,0 0 0,0 0 0,0 25 0,0-25 0,0 0 0,0 24 0,0-24 0,0 0 0,0 25 0,0-25 0,0 0 0,0 25 0,0-25 0,25 25 0,-25-25 0,0 0 0,0 0 16,0 25-16,0-25 0,0 0 0,0 24 0,0-24 0,25 0 16,-25 0-16,0 0 0,0 25 0,25-25 0,-25 0 0,0 0 15,0 0-15,25 0 16,-25 0-16,0 0 0,0 0 0,24 0 0,-24 0 15,0 0-15,25 0 0,-25 0 0,0 0 0,0 0 0,25-25 16,-25 25-16,0 0 0,25 0 0,-25-24 0,0 24 0,0 0 0,25 0 0,-25-25 0,0 25 16,0 0-16,0-25 15,0 25-15,24 0 0,-24-25 0,0 25 0,0 0 16,0-25-16,0 25 0,0-24 0,25 24 0,-25 0 0,0-25 0,0 25 15,0-25-15,-25 25 0,25 0 0,0-25 0,0 25 0,0 0 16,0 0-16,0-25 0,0 25 0,0 0 0,0 0 0,0 0 0,-24 0 16,24 0-16,0-24 0,0 24 0,0 0 0,0 0 0,0 0 15,0 0 1,0 0-16,0 0 0,0 0 0,0 0 0,0 0 0,0 0 15,0-25-15,0 25 0,0 0 0,0 0 0,0 0 0,0 0 16,0 0-16,0 0 0,0 0 0,0 0 0,0 0 0,0 0 16,0 0-16,0 0 0,0 0 0,0 0 0,0 0 0,0 0 0,0 0 0,0 0 15,0 0-15,0 0 16,0 0-16,0 0 0,-25 0 0,25 25 0,0-25 15,0 0-15,0 0 0,0 0 0,0 0 0,0 0 0,0 0 16,0 0-16,0 24 0,0-24 0,0 0 0,0 25 16,0-25-16,0 25 0,25-25 0,-25 25 0,0-25 0,0 0 0,0 25 0,0-25 15,0 0-15,0 24 0,0-24 0,0 0 0,0 25 0,0-25 16,24 25-16,-24-25 15,0 0-15,0 25 0,0-25 0,0 0 0,0 0 16,25 25-16,-25-25 0,0 0 0,0 0 0,0 0 0,0 0 0,0 0 16,0 0-16,25 0 0,-25 0 0,0 0 0,0 0 0,0 0 0,25 0 0,-25 0 78,49 0 514,274-248-576,-323 248-16,0 24 16,0-24-16,0 0 0,0 25 0,0-25 0,0 0 0,0 25 0,0-25 0,0 0 0,0 0 0,0 25 0,25-25 0,-25 0 15,0 0-15,0 25 0,0-25 0,0 0 0,0 0 0,0 0 0,0 0 0,0 0 0,0 0 0,0 0 0,0 0 0,0 0 0,0 0 0,0 0 0,0 0 0,0 0 0,0 0 0,0 0 0,25 0 0,-25 0 0,0 0 0,0 0 0,0 0 0,0 0 0,24-25 0,-24 25 0,0 0 0,0 0 0,25-25 0,-25 25 16,0 0-1,0 0 17,25-25-32,-25 25 0,0-25 0,0 25 0,0 0 0,0-24 0,25 24 0</inkml:trace>
  <inkml:trace contextRef="#ctx0" brushRef="#br0" timeOffset="8455.4836">4118 2927 0,'0'0'15,"0"0"-15,0 0 0,0 0 0,-25 0 0,25 0 0,0 0 47,0 0-47,0 0 0,0 0 0,0 0 0,0 0 0,0 0 0,0 0 16,0 0-16,0 0 0,0 0 0,0 0 0,0 0 15,0 0-15,0 0 0,0 0 0,0 0 0,0 0 0,0 0 0,0 0 0,0 0 0,0 0 0,0 0 0,0 0 0,0 0 0,0 0 16,0 0-16,0 0 0,0-25 0,25 25 0,-25 0 0,0 0 15,0 0-15,0 0 0,0-25 0,24 25 0,-24 0 0,0 0 0,0 0 16,0-24 0,0 24-16,25 0 0,-25-25 0,0 25 0,0 0 0,0 0 15,0 0-15,0 0 0,25 0 0,-25 0 0,0 0 0,0 0 0,0 0 16,0 0-16,0-25 0,0 25 0,0 0 0,0 0 0,0 0 15,0 0-15,0 0 0,0 0 0,25 0 0,-25 0 0,0 0 63,0 0-63,0 0 0,0 0 0,0 0 0,0 0 0,25 0 15,-25 0-15,0 0 0,0 0 0,0 0 0,0 0 0,24 0 0,-24 0 0,0 0 0,0 25 0,0-25 16,25 0-16,-25 0 0,0 25 0,0-25 0,25 0 0,-25 0 0,0 24 0,0-24 0,0 0 0,25 25 0,-25-25 0,0 0 0,0 25 0,0-25 0,25 0 16,-25 0-16,0 25 0,0-25 0,0 0 0,0 0 15,0 0-15,0 0 0,0 0 0,24 0 0,-24 0 16,0 0-16</inkml:trace>
  <inkml:trace contextRef="#ctx0" brushRef="#br0" timeOffset="8956.5123">4390 4192 0,'0'0'16,"0"0"-16,0 0 0,0 0 0,0 0 0,0 0 0,0 0 0,0 0 15,0 0-15,0 0 0,0 25 0,0-25 16,0 0-16,0 0 31,0 0-31,0 0 0,0 0 0,0 0 0,0 0 0,0 0 0,0 0 0,0 0 0,0 0 0,0 0 0,0 0 0,0 0 0,0 0 0,0 0 16,0 0-16,0 0 0,0 0 0,0-25 0,0 25 0,0 0 15,0 0-15,0 0 0,0 0 0,0 0 0,0 0 0,0 0 16,0 0-16,0 0 0,0 0 15,0 0-15,0 0 0,0-25 0,0 25 16,0 0-16,0 0 0,0-25 0,0 25 0</inkml:trace>
  <inkml:trace contextRef="#ctx0" brushRef="#br0" timeOffset="10029.5736">5581 3125 0,'0'0'16,"0"0"-16,0 0 0,0 0 0,0 0 0,0 0 0,0 0 0,0 0 0,0 0 0,0 0 0,0 0 0,0 0 0,-25 0 0,25 0 0,0 0 0,0 0 0,0 0 0,0 0 0,0 0 0,0 0 0,0 0 0,0 0 0,0 0 0,0 0 0,0 0 0,0 0 0,0 0 0,0 0 0,0 0 15,0 0-15,0 0 0,0 0 0,0 0 0,0 0 16,0 0-16,0-24 0,0 24 0,0 0 16,0 0-16,0 0 0,0 0 0,0 0 15,0 0-15,0 0 16,0 0-16,0 0 0,0 0 0,0 0 0,0 0 0,0 0 0,0 0 0,0 0 0,0 0 0,0 0 15,0 0-15,0 0 0,0 0 0,0 0 0,0 0 0,0 24 0,0-24 0,0 0 16,0 0-16,0 0 0,0 0 0,0 0 16,0 0-16,0 0 15,0 0-15,0 0 0,0 25 0,0-25 0,0 0 0,0 0 47,0 0-31,25 25-16,-25-25 0,0 0 0,0 0 0,0 25 0,-25-25 15,25 25-15,0-25 0,0 0 0,0 24 0,0-24 0,0 25 0,0-25 0,0 0 0,25 25 0,-25-25 0,0 25 0,0-25 16,0 0-16,0 25 0,0-25 0,0 0 0,0 24 0,0-24 0,0 0 0,0 25 0,0-25 0,0 0 0,0 0 0,0 0 0,0 25 0,0-25 0,0 0 15,0 0-15,0 0 0,0 0 0,0 0 0,0 0 0,0 0 16,0 0-16,0 0 0,0 0 16,0 0-16,0 0 0,0 0 0,0 0 0,0 0 0,0 0 15,0 0-15,0 0 0,0 0 0,0 0 0,0 0 0,0 0 16,0 0-16,0 0 0,0 0 0,0 0 0,0 0 0,0 0 0,0 0 0,0-25 0,0 25 15,0 0 1,0 0-16,0 0 0,0-25 0,0 25 0,0 0 16,0 0-16,0-24 0,0 24 0,0 0 0,0-25 0,0 25 0,0 0 15,0 0-15,0-25 0,0 25 0,0 0 0,25-25 0,-25 25 0,0 0 109,0-25-109,25 25 0,-25 0 0,0-24 0,0 24 0,0 0 0,0 0 0,24 0 0,-24 0 0,0 0 0,0-25 0,0 25 16,25 0-16,-25 0 0,0 0 0,0 0 0,0 0 0,0-25 0,25 25 0,-25 0 0,0 0 0,0 0 0,0 0 0,0 0 0,0 0 0,25 25 0,-25-25 0,0 0 16,0 0-1,0 0-15,0 0 0,0 0 0,25 25 0,-25-25 0,0 0 0,0 0 0,0 0 0,0 24 16,0-24-16,0 0 0,0 0 0,24 25 0,-24-25 0,0 0 0,0 0 0,0 25 0,0-25 15,0 25-15,0-25 0,0 0 0,0 25 0,0-25 0,0 0 0,0 24 0,0-24 0,0 25 0,0-25 0,0 25 0,0-25 0,0 0 16,0 25-16,0-25 0,0 0 0,0 25 0,0-25 16,0 0-16,0 0 0,25 0 0,-25 0 0,0 24 0,0-24 0,0 0 15,0 0-15,0 0 0,0 0 0,0-24 0,0 24 0,25 0 0,-25 0 0,0-25 0,0 25 16</inkml:trace>
  <inkml:trace contextRef="#ctx0" brushRef="#br0" timeOffset="10439.597">6028 3175 0,'0'0'0,"0"0"0,0 0 0,-25 0 0,25-25 0,0 25 15,0 0-15,0 0 0,0 0 0,0 0 0,0 0 0,0 0 47,0 0-47,0 0 0,-25 0 0,25 0 0,0 0 0,0-25 0,0 25 0,0 0 0,0 0 31,0 0-31,-25 0 0,25 0 0,0 25 0,0-25 0,0 0 0,0 0 0,-25 0 0,25 0 0,0 25 0,0-25 0,0 0 0,-24 0 0,24 25 0,0-25 16,0 0-16,0 25 0,0-25 0,-25 0 0,25 24 0,0-24 0,0 25 0,0-25 0,0 25 16,0-25-16,0 0 0,0 25 0,0-25 31,0 25-31,25-25 0,-25 0 0,0 24 0,0-24 0,0 0 0,0 0 0,24 25 0,-24-25 0,0 0 0,0 0 15,25 0-15,-25 0 0,0 0 0,0 0 0,25 0 0,-25 0 0,0 0 16,0 0 0,25 0-16,-25 0 0,0 0 0,0-25 0,25 25 0,-25 0 0,0 0 0,0-24 15,24 24-15,-24 0 0,0-25 0,0 25 0,0 0 0,25-25 0,-25 25 0,0 0 16,0-25-16,0 25 0,0-25 0,0 25 15,0 0-15,0-24 0,-25 24 16</inkml:trace>
  <inkml:trace contextRef="#ctx0" brushRef="#br0" timeOffset="10790.6172">6052 3225 0,'0'24'0,"0"-24"0,0 25 0,0-25 0,0 25 0,0 0 0,0-25 0,0 25 0,25-1 0,-25 1 0,0-25 16,0 25-16,0 0 0,0-25 0,25 25 0,-25-1 0,0-24 0,0 25 0,0 0 0,0 0 0,0-25 0,0 25 0,25-1 0,-25-24 0,0 25 0,0-25 0,0 25 0,0-25 0,0 25 0,0-25 0,0 0 0,0 25 0,0-25 0,0 0 0,0 0 0,0 25 0,0-25 0,0 0 0,-25 0 16,25 0-16,0 24 0,0-24 0,-25 0 0,25 0 0,0 0 15,0 0-15,-25 0 0,25 0 0,0 0 0,-24 0 16,24 0-16,0 0 15,0 0-15,-25 0 0,25 0 0,0-24 0,0 24 0,0 0 0,0 0 0,0-25 0,0 25 16,-25 0-16,25-25 0,25 25 0,-25 0 0,0-25 16,0 25-1,0 0-15,0-25 0,0 25 0,0-25 0,0 25 0,0-24 0,25 24 16,-25 0-16,0-25 0,0 25 0,24-25 0,-24 25 0,0 0 15,0-25-15,25 25 0,-25 0 0,0-25 0,25 25 0,-25 0 16,0 0-16,0-24 0,25 24 0,-25 0 0,0 0 0,0-25 0,25 25 16,-25 0-16,0-25 0,0 25 0,24 0 0,-24 0 0</inkml:trace>
  <inkml:trace contextRef="#ctx0" brushRef="#br0" timeOffset="12143.6946">6176 3076 0,'0'0'0,"0"0"0,0 0 0,0 0 0,0 0 156</inkml:trace>
  <inkml:trace contextRef="#ctx0" brushRef="#br0" timeOffset="26584.5205">6201 3249 0,'149'-1389'1061,"1637"2258"-1061,-2307-1043 94,521 149-94,0 0 0,0 0 0,0 1 0,0-26 0,0 25 0,0 0 0,0 1 0,0-1 0,0-25 0,0 25 0,25 1 0,-25-1 0,0-25 0,0 25 0,0 1 0,25-1 0,-25 0 0,0 0 0,24 0 0,-24 1 0,0-26 0,25 25 0,-25 25 0,25-25 0,-25 1 0,25-1 0,-25 0 0,25 0 0,-25 0 0,24 25 0,-24-24 0,0-1 0,25 25 0,-25-25 0,0 0 0,0 25 15,25 0-15,-25 0 0,0 0 0,0 0 16,0 0-16,-25 0 0,25 0 16,0 25-16,-25-25 0,25 0 0,-24 25 0,24-25 0,0 25 0,-25-1 15,0-24-15,25 25 0,-25 0 0,25-25 0,-25 25 0,25 0 16,-24-1-16,24 1 0,-25-25 0,25 25 0,-25 0 0,25 0 15,-25-1-15,25 1 0,-25 0 0,25 0 0,-24-25 0,24 25 16,0-1-16,-25 1 0,25 0 0,0-25 0,-25 25 0,25-25 0,0 25 16,0-1-16,-25-24 171,50 199-171,-25-199 0,0 0 0,0 25 0,-25-25 0,25 0 0,0 24 0,0-24 0,0 0 0,0 25 0,-25-25 0,25 0 0,0 0 0,0 25 0,0-25 0,-24 0 0,24 0 0,0 25 0,0-25 0,-25 0 0,25 0 0,0 25 0,0-25 0,-25 0 0,25 24 0,0-24 0,0 0 0,-25 25 0,25-25 0,0 0 0,0 25 16,-25-25-16,25 0 0,0 25 0,0-25 0,-24 0 15,24 25-15,-25-25 0,25 0 0,0 0 0,-25 25 0,25-25 0,0 0 0,-25 0 0,25 24 0,-25-24 0,25 0 0,0 25 16,-24-25-16,24 0 16,0 0-16,0 0 0,0 25 0,-25-25 0,25 0 0,0 0 0,0 0 826,-1042 893-342,968-1116-484,74 223 0,0 0 0,0 0 0,0 0 0,0 0 0,0 0 0,0 0 0,0 0 0,0 0 0,0 0 0,0 0 0,0 0 0,0 24 0,-25-24 0,25 0 0,0 0 16,0 0-16,0 0 31,0 25-16,0-25-15,-25 0 0,25 0 0,0 25 0,0-25 0,0 0 0,0 25 0,0-25 0,0 0 0,0 25 0,-25-25 0,25 0 0,0 0 0,0 24 0,0-24 0,0 0 0,0 0 0,0 25 0,0-25 0,0 0 0,0 25 0,0-25 0,-25 0 0,25 0 0,0 25 16,25-25 0,-25 0-1,0 0-15,0 0 0,0 0 0,0 0 16,0 0-16,0 0 0,0 0 0,0 0 0,0 0 0,0 0 0,0 0 15,0-25-15,25 25 0,-25 0 0,0 0 0,0 0 0,0-25 0,0 25 0,0 0 0,0 0 0,25-25 0,-25 25 0,25-173 188,-25 173-188,24-25 46,1 25-30,-25 0-16,0 0 0,0 0 0,0-25 16,25 25-1,25-49 1,-50 24-1,24-25 1,1 25-16,-25 25 0,0 0 0,25-24 0,-25 24 0,0 0 0,25-25 0,-25 25 0,0 0 0,49-25 31,-49 0-31,0 25 0,0 0 0,0-25 0,25 1 16,-25 24-16,0 0 0,0 0 0,0 0 0,0-25 0,0 25 0,0 0 0,25 0 0,-25 0 0,0-25 0,0 25 15,0 0-15,0 0 0,0 0 0,25 0 0,-25-25 0,0 25 0,0 0 0,0 0 0,0 0 0,0 0 0,0 0 0,0 0 16,0-25-16,0 25 0,0 0 0,0 0 0,0 0 0,0 0 0,0 0 16,0 0-16,0 0 0,0 0 0,0 0 0,0 0 0,0 0 0,0 0 0,0 0 0,0 0 0,0 0 0,0 0 0,0 0 0,0 0 0,0 0 0,0-24 0,25 24 0,-25 0 15,0 0-15,0 0 0,0 0 0,24-25 16,-24 25-16,0 0 0,0 0 0,0 0 0,0-25 0,25 25 0,-25 0 15,0 0-15,0 0 0,0-25 16,0 25-16,0 0 0,0 0 0,0 0 0,0 0 0,0 0 0,0 0 0,0 0 0,0 0 16,25 0-16,-25 0 15,0 0-15,0 0 0,0-25 0,0 25 0,0 0 0,0 0 16,0 0-16,0 0 0,0 0 0,0 0 0,0 0 0,0 0 0,0 0 15,0 0-15,0 0 0,0 0 0,0 0 0,0 0 0,50 596 1373,-125-373-1373,75-223 0,0 0 0,0 0 78,25 25 31,-25-25-109,0 0 0,0 0 0,0 0 32,0 0-32,0 0 0,0 0 0,0 0 0,0 0 0,0 0 0,0 0 0,0 0 0,0 0 0,0 0 15,0 0-15,0 0 0,0 0 0,0 0 0,0 0 0,0 0 0,0 0 0,0 0 0,0 0 0,0 0 16,0 0-1,0 0 1,25 0 0,-25 0-16,0 0 0,0 0 0,0 0 0,0 0 0,0 0 0,0 0 15,0 0-15,0 0 0,0-25 0,0 25 0,25 0 0,-25 0 0,0 0 0,0 0 0,0 0 0,24 0 0,-24 0 0,0 0 0,0 0 0,0 0 0,0 0 0,0 0 0,0 0 0,25-25 0,-25 25 0,0 0 0,0 0 0,0 0 0,0 0 0,0 0 0,0 0 0,0 0 0,0 0 0,0 0 0,0 0 16,0-25-16,25 25 109,-25 0-109,0 0 16,0 0-16,0 0 0,0 0 0,0 0 0,0-25 0,0 25 0,0 0 0,0 0 0,0 0 0,0 0 0,25 0 1653,223-446-1200,273 496-422,-521-50-31,0 0 0,0 0 0,-25 0 0,25 0 0,0 0 0,0 0 0,0 0 0,0 0 0,0 24 0,0-24 0,0 0 0,-25 0 0,25 0 0,0 0 0,0 0 0,0 0 0,-25 0 15,25 0-15,0 0 0,0 0 16,0 0-16,0 0 0,0 25 0,0-25 0,0 0 0,0 0 0,-24 0 0,24 0 0,0 0 0,0 0 0,0 0 0,0 0 0,0 0 0,0 0 0,0 0 0,0 0 0,0 0 0,0 0 0,0 0 0,0 0 0,0 0 16,0 0-16,0 0 15,0 0-15,0 0 16,0 25-16,0-25 0,0 0 15,0 0-15,0 0 0,0 0 0,0 0 0,0 0 0,0 0 0,0 0 0,0 0 0,0 0 0,0 0 0,0 0 0,0 0 16,-25 0 0,25 0-1,0 0 1,0 0-1,25 0 1358,446 99-1061,-471-99-296</inkml:trace>
  <inkml:trace contextRef="#ctx0" brushRef="#br0" timeOffset="37274.1317">8062 3944 0,'0'0'15,"-25"0"1,25 0-16,0 0 0,0 0 0,0 0 0,0 0 0,25 0 0,-25-25 0,0 25 0,0 0 0,0 0 0,0 0 15,0 0 1,0-25-16,0 25 0,0 0 0,0 0 0,0 0 0,0 0 31,0 0-31,0 0 0,0 0 0,0 0 0,0 0 0,0 0 0,0 0 0,0 0 16,0-24-1,0 24-15,-149-75 1264</inkml:trace>
  <inkml:trace contextRef="#ctx0" brushRef="#br0" timeOffset="38632.2095">10195 3597 0,'0'0'0,"25"0"16,-25 0-16,0 0 0,0 0 0,0 0 0,0-25 0,0 25 16,0 0-1,0 0-15,0 0 0,0 0 0,0 0 0,0 0 16,0 0-16,0 0 0,0 0 0,0 0 0,-25 0 0</inkml:trace>
  <inkml:trace contextRef="#ctx0" brushRef="#br0" timeOffset="39866.2802">9525 3423 0,'0'0'0,"0"0"16,0 0-16,0 0 0,0 0 0,0 0 0,0 0 0,0 0 15,0 0-15,0 0 0,0 0 0,0 0 0,0 0 0,0 0 16,0 0-16,0 0 0,0 0 0,0-25 0,0 25 0,0 0 281,0-397 202,-50 869-483,50-423 16,0-24-1,0 0-15,0-25 0,0 0 0,0 0 0,0 0 0,0 0 0,0 25 0,0-25 0,0 0 0,0 0 0,0 0 0,0 0 0,0 0 32,0 24-32,0-24 15,0 0 1,0 0-16,0 0 0,0 0 0,0 0 0,0 25 0,0-25 0,0 0 0,0 0 0,0 0 0,0 0 0,0 0 0,0 0 0,0 0 0,0 0 0,0 0 0,0 0 0,0 0 0,0 0 0,0 0 0,0 0 0,-24 0 0,24 0 0,0 0 0,0 0 0,-25 0 0</inkml:trace>
  <inkml:trace contextRef="#ctx0" brushRef="#br0" timeOffset="40126.2949">9302 3423 0,'0'0'0,"0"0"15,0 0-15,0 0 0,0 0 0,0-25 0,0 25 16,25 0-16,-25 0 0,0 0 0,24 0 0,-24 0 0,0-25 0,25 25 15,-25 0-15,0 0 0,25 0 0,-25-24 0,25 24 0,-25 0 47,25 0-47,-25 0 0,24 0 0,-24 0 0,25 0 0,-25-25 16,0 25-16,25 0 0,-25 0 0,25 0 0,-25 0 0,25 0 0,-25 0 15,0 0-15,24 0 0,-24 0 0,0 0 16,25 0-16,-25 25 0,0-25 0,0 0 0,25 0 0,-25 0 0,0 0 0,0 0 0</inkml:trace>
  <inkml:trace contextRef="#ctx0" brushRef="#br0" timeOffset="42704.4425">9872 3349 0,'0'0'0,"0"0"0,0 0 0,0 0 0,0 0 0,0 0 0,0-25 0,0 25 0,0 0 0,0 0 0,0 0 0,0 0 0,0 0 0,-25 0 0,25 0 0,0 0 0,0 0 0,0 0 0,0 0 0,0 0 0,0 0 0,0 0 0,0 0 0,0 0 0,0 0 0,0 0 0,0-25 0,0 25 0,0 0 0,-24 0 0,24 0 0,0 0 0,0 0 0,0 0 15,0 0-15,0 0 0,-25 0 0,25 0 16,0 0-16,0 0 0,0 0 0,0 25 0,-25-25 0,25 0 15,0 0-15,0 0 0,0 0 0,-25 0 0,25 0 0,0 0 16,0 0-16,-25 0 0,25 0 0,0 0 0,0 0 0,0 0 0,0 0 16,-24 25-16,24-25 0,0 0 0,0 0 0,0 0 15,0 0-15,0 24 0,0-24 0,0 0 16,-25 0-16,25 25 0,0-25 0,0 0 0,0 0 15,0 25-15,0-25 0,0 0 0,0 0 0,0 25 16,0-25-16,0 0 0,0 25 0,-25-25 0,25 0 0,0 24 0,25-24 0,-25 0 0,0 25 31,0-25-31,0 0 0,0 0 0,0 25 0,0-25 0,0 0 0,0 0 16,25 0-16,-25 0 0,0 0 0,0 25 0,0-25 0,0 0 15,0 0-15,0 0 0,0 0 0,24 0 0,-24 0 0,0-25 0,0 25 16,0 0-16,0 0 0,25 0 0,-25 0 0,0 0 0,25 0 16,-25-25-16,0 25 0,0 0 0,25 0 0,-25 0 0,0 0 0,0 0 31,25 0-31,-25-25 0,0 25 0,0 0 0,0 0 0,0 0 15,0 0-15,24 0 0,-24-24 0,0 24 0,0 0 0,0 0 0,0 0 16,0 0-16,0-25 0,25 25 0,-25 0 0,0 0 0,0 0 16,0 0-16,0 0 0,0 0 0,0-25 0,0 25 62,0 0-62,0 0 0,25 0 0,-25 0 0,0-25 0,0 25 0,0 0 0,0 0 0,0-25 0,0 25 16,0 0-16,0 0 0,0-24 0,0 24 0,0 0 0,0 0 0,0 0 0,0-25 0,0 25 0,0 0 0,0 0 0,0 0 0,0 0 0,0-25 0,0 25 0,0 0 0,0 0 0,0 0 0,0 0 15,0 0-15,0 0 0,0 0 16,0 0-16,0 0 0,0 0 0,0 0 15,0 0-15,0 0 0,0 0 0,0 0 0,0 0 0,0 0 16,0 25-16,0-25 0,0 0 0,0 0 0,0 0 0,0 25 16,0-25-16,0 0 0,0 0 0,0 24 0,0-24 0,0 0 0,0 25 15,0-25-15,0 0 0,0 25 0,0-25 0,0 0 0,0 0 16,0 25-16,0-25 0,0 0 0,0 25 0,0-25 0,0 0 15,25 24-15,-25-24 0,0 0 16,0 25-16,0-25 0,0 25 0,0-25 16,0 0-16,0 0 0,0 25 0,25-25 0,-25 0 0,0 0 0,0 0 15,0 0-15,0 25 0,0-25 0,0 0 0,0 0 0,0 0 47,0 0-47,24 0 0,-24 0 0,0 0 0,0 0 0,0 0 0,0 0 0,0 0 0,25 0 0,-25-25 0,0 25 0,0 0 0,25 0 0,-25 0 0,0 0 0,25 0 0,-25-25 0,0 25 16,0 0-1,25 0-15,-25 0 0,0-25 0,25 25 0,-25 0 0,0 0 0,24 0 16,-24 0-16,0-25 0,25 25 0,-25 0 0,25 0 0,-25-24 0,0 24 15,25 0-15,-25 0 0,0-25 0,25 25 0,-25 0 0,0 0 0,24-25 16,-24 25-16,0 0 0,0 0 16,0-25-16,0 25 0,0 0 15,0 0-15,0-25 0,0 25 0,0 0 0,0 0 0,0-24 0,0 24 16,0 0-16,0 0 0,0 0 0,0 0 0,0 0 0,0 0 15,0 0-15,0 0 0,0 0 0,0 0 0,0 0 0,0-25 0,0 25 16,0 0-16,0 0 0,0 0 0,0 0 0,0 0 0,-24 0 16,24 0-16,0 0 0,0 0 0,0 0 0,0 0 0,0 0 93,0 0-93,0 0 0,0 0 0,0 0 0,0 0 0,0 0 0,0 0 0,0 0 16,0 0-16,0 0 0,0 25 0,0-25 0,0 0 0,0 0 0,0 0 0,0 24 0,0-24 0,0 0 0,0 0 0,0 0 0,0 25 0,0-25 0,0 0 0,0 0 0,24 25 0,-24-25 0,0 0 0,0 25 15,0-25-15,0 25 0,0-25 0,0 0 0,0 24 0,0-24 0,0 0 0,25 25 16,-25-25-16,0 25 0,0-25 0,0 0 0,0 0 0,25 25 0,-25-25 0,0 0 0,25 0 0,-25 0 0,0 0 0,0 0 16,25 25-16,-25-25 0,0 0 0,24 0 0,-24 0 0,0 0 15,25 0-15,-25 0 0,0 0 0,0 0 0,25 0 16,-25 0-16,0 0 15,25 0-15,-25 0 0,0 0 0,0-25 0,25 25 0,-25 0 0,0 0 16,0 0-16,24-25 0,-24 25 0,0 0 0,0-25 0,0 25 16,25 0-16,-25-25 0,0 25 0,0-24 0,0 24 0,0 0 15,0-25-15,0 25 0,0-25 0,0 25 0,0 0 0,0-25 16,0 25-1,0 0-15,-25 0 0,25 0 0,0-25 0,0 25 0,0 0 0,0 0 16,-24-24-16,24 24 0,0 0 0,0 0 0,-25 0 0,25-25 655,-397-794-546,397 819-109,25 0 16,-25 0-16,0 0 0,0 0 0,0 0 0,0 0 0,25 0 0,-25 0 0,0 0 0,0 0 31,24 25-15,-24 0-1,25 24 1,-25 1 0,0-50-16,0 25 0,-25-25 0,25 0 0,0 25 0,0-25 0,0 0 0,0 25 0,0-25 0,0 0 0,-24 0 0,24 24 0,0-24 0,0 0 0,-25 0 0,25 25 0,0-25 0,-25 0 0,25 0 0,-25 25 0,25-25 0,0 0 0,-25 0 0,25 0 0,0 0 0,-25 25 0,25-25 0,0 0 0,0 0 0,0 0 15,-24 0-15,24 0 0,0 0 0,0 0 0,0 0 0,0 0 0,0 0 0,0 0 16,0 0-1,-25 0 1,25 0-16,0 0 0,0 0 0,0 0 0,0 0 0,0 0 0,0 0 0,0 0 0,0 0 0,0 0 0,25 0 0,-25 0 0,0-25 0,0 25 0,0 0 0,0 0 16,0 0-16,0 0 0,0 0 0,0 0 0,0 0 0,0 0 0</inkml:trace>
  <inkml:trace contextRef="#ctx0" brushRef="#br0" timeOffset="46255.6455">9550 3101 0,'0'0'0,"0"0"0,0 0 0,25 0 0,-25 0 0,0 0 46,0 0-14,0 0-17,0 0-15,0 0 0</inkml:trace>
  <inkml:trace contextRef="#ctx0" brushRef="#br0" timeOffset="46506.6599">9575 3001 0,'0'0'16,"0"0"-16,0 0 0,0 0 0,0 0 15,0 0 1,0 0-16,0 0 0,0 0 0,0 0 0,0 0 0,0 0 0,0 0 0,0 0 15,0 0-15,0 0 0,0 0 0,0 0 0,0 0 0,0 0 78,0 0-78,0 0 0,0 0 0,0 0 0,0 0 0,0 0 0,0 0 0,0 0 0,0 0 0,0 0 0,0 0 0,0 0 0,0 0 0,0 0 16,0 0-16,0 0 0,0 0 0,0 0 0,0 0 0,0 0 0,0 0 0,0 0 0,0 0 0,0 0 0,0 0 0,0 0 0,0 0 0,0 0 0,0 0 0,0 0 0,0 0 0,-25 0 0,25 0 0,0 0 0,0 0 0,0 0 16,0 25-16,0-25 0,0 0 0,-25 0 15,25 0-15,0 0 16,0 0-16,0 0 0,-25 0 0,25 25 0,0-25 0</inkml:trace>
  <inkml:trace contextRef="#ctx0" brushRef="#br0" timeOffset="47994.7449">9426 3349 0,'0'0'16,"0"0"-16,0 0 0,0 0 0,0 0 0,0-25 0,0 25 15,0 0-15,0 0 0,0 0 0,0 0 0,0 0 0,0 0 16,0 0-16,0 0 16,0 0-16,25 0 0,-25 0 0,0 0 0,0 0 0,0 25 15,0-25-15,0 0 0,0 0 0,0 0 0,0 0 0,0 0 16,0 0-16,0 0 0,0 0 0,0 0 0,0 0 0,0 0 0,0 0 15,0 0-15,0 0 0,0 0 0,0 0 0,0 0 0,0 0 16,0 0-16,0 0 16,0 0-16,0 0 0,0 0 0,0 0 0,0 0 0,0 0 0,-25 0 15,25 0-15,0 0 0,0 0 0,0 0 16,0 0-16,0 0 0,0 0 0,0 0 0,0 0 0,0 0 0,0 0 15,0 0-15,0 0 0,0 0 0,0 0 0,0 0 0,0 0 16,0 0-16,0 0 0,25 0 0,-25 0 0,0 0 0,0 0 78,0 0-78,0 0 16,0 0-16,0 0 0,0 0 0,0 0 0,0 0 0,0 0 0,0 0 0,0 0 0,0 0 0,0 0 0,0 0 0,0 0 15,0 0-15,0 0 0,0 0 0,0 0 0,0 0 0,0 0 0,0 0 0,0 0 0,0 0 0,-25 0 0,25 0 16,0 0-16,0 0 0,0 0 0,0 0 0,0 0 0,0 0 0,0 0 0,0-25 0,0 25 0,0 25 0,0-25 0,-25 0 0,25 0 0,0 0 0,0 0 15,0 0-15,0 0 16,0 0-16,-25 0 0,25 0 0,0 0 0,0 0 0,0 0 0,0 0 0,-25 0 0,25 0 16,0 0-16,0 0 0,0 0 0,0 0 0,0 0 0,-24 0 15,24 0-15,0 0 0,0 0 0,0 24 0,0-24 0,-25 0 16,25 0-16,0 0 0,0 0 0,0 0 0,0 25 0,0-25 0,0 0 15,-25 0-15,25 0 0,0 25 0,0-25 0,0 0 0,0 0 16,0 0-16,0 25 47,-25-25-47,25 0 0,0 0 0,0 0 0,0 25 421,372 272-265,-372-297-156,25 0 0,-25 0 0,0 0 0,0 0 0,0 25 0,0-25 16,0 0-16,0 0 0,0 0 0,0 0 0,0 0 0,0 0 0,0 0 0,0 0 0,25-25 0,-25 25 0,0 0 0,0 0 0,0 0 0,0 0 0,0 0 0,0 0 0,0 0 0,0 0 0,0 0 0,0 0 0,0 0 0,0 0 0,0 0 0,0 0 0,0 0 0,0 0 0,0 0 0,0 0 0,0 0 0,0 0 0,0 0 15,0 0-15,0 0 16,0 0-1,0 0-15,25 0 0,-25 0 0,0 0 0,0 0 0,0 0 0,0 0 0,0 0 0,0 0 0,0 0 0,0 0 0,0 0 47,24 0-47,-24 0 0,0 0 0,0 0 0,0 0 0,0 0 0,0 0 0,0 0 0,0 0 0,0 0 16,0 0-16,0 0 0,0 0 0,25 0 0,-25 0 0,0 0 0,0 0 0,0 0 15,0 0-15,0 0 0,0 0 0,0 0 0,0 0 0,0 0 0,0 0 0,0 0 0,0-24 0,0 24 0,0 0 0,0 0 0</inkml:trace>
  <inkml:trace contextRef="#ctx0" brushRef="#br0" timeOffset="51233.9304">6152 5035 0,'0'0'0,"0"0"0,0 0 0,0 0 0,0 0 0,0 0 0,0 0 0,0 0 0,0 0 0,0 0 0,24 0 0,-24 0 0,0 0 16,0 0-16,0 0 0,0 0 0,0 0 0,0 0 0,0 0 0,0 0 0,0 0 0,0 0 0,0 0 0,0 0 0,0-24 0,0 24 15,0 0-15,0 0 0,0 0 0,-24 0 0,24 0 0,0 0 16,0 0-16,0 0 0,0 0 0,0 0 0,0 0 15,0 0-15,0 0 16,0 0-16,0 24 0,-25-24 0,25 0 0,0 0 0,0 0 0,-25 0 31,25 25-31,0-25 0,0 0 0,-25 0 0,25 25 0,0-25 0,-25 25 0,25-25 0,0 25 0,-24-25 0,24 24 16,-25-24-16,25 25 0,0-25 0,-25 25 15,25-25-15,0 0 0,-25 25 0,25-25 0,0 0 0,0 25 0,-25-25 16,25 0-16,0 24 0,0-24 0,0 0 0,0 25 0,-24-25 16,24 0-16,0 25 0,0-25 0,0 0 0,0 0 0,0 25 15,0-25-15,0 0 0,-25 0 0,25 0 0,0 0 0,0 25 16,0-25-16,0 0 0,0 0 0,0 0 0,0 0 0,0 0 0,0 0 15,0 24-15,0-24 16,0 0 0,0 0-16,0 0 0,0 0 0,0 0 0,0 0 0,0 0 0,0 0 0,0 0 0,0-24 0,0 24 0,0 0 0,0 0 0,0 0 15,0 0-15,0 0 0,0 0 0,0 0 16,0 0-16,0 0 0,0 0 15,0 0-15,0 0 0,0 0 0,0 0 0,0 0 0,0 0 47,0 0-47,0 0 0,0 0 0,0 0 16,25-25-16</inkml:trace>
  <inkml:trace contextRef="#ctx0" brushRef="#br0" timeOffset="51715.958">6152 5011 0,'0'0'16,"0"0"-16,0-25 0,0 25 0,0 0 0,0 0 0,0 0 16,0 0-1,0 0-15,0 0 0,0 0 16,24 0-16,-24 0 0,0 0 0,0 0 0,0 0 0,0 0 0,0 0 0,0 0 15,0 0-15,0 25 0,25-25 0,-25 0 0,0 0 0,0 0 0,0 0 0,0 0 0,0 0 16,25 0-16,-25 0 0,0 24 0,0-24 0,0 0 0,0 0 31,0 25-31,0-25 0,0 0 0,0 25 0,25-25 0,-25 0 0,0 25 16,0-25-16,0 0 0,0 25 0,0-25 0,0 0 0,25 24 0,-25-24 0,0 0 15,0 25-15,0-25 0,0 0 0,0 25 0,0-25 0,0 0 0,0 25 16,24-25 0,-24 0-16,0 0 0,0 25 0,0-25 0,0 0 46,0 24-46,0-24 0,0 0 0,0 0 0,0 25 0,0-25 0,25 0 16,-25 25-16,0-25 0,0 0 0,0 0 0,0 25 0,0-25 0,0 0 0,0 0 0,0 25 0,0-25 0,0 0 0,0 0 0,0 0 0,0 24 0,0-24 0,0 0 0,0 0 16,0 0-16,0 0 0,0 0 0,0 25 0,25-25 0,-25 0 0,0 0 15,0 0-15,0 0 0,0 0 0,0 0 0,0 0 31,0 0-31,0 0 0,0 0 0,0 0 0,0 0 0,0 0 0,0 0 0,0 0 16,0 0-16,0 0 0,0 25 0,0-25 0,0 0 0,0 0 0,0 0 16,0 0-16,0 0 0,0 0 0,0 0 0,0 0 0,0 0 15,0 0-15,0 25 0,0-25 0,0 0 0,0 0 0,0 0 0,0 0 31,0 0-31,0 0 0,0 0 0,0-25 0,0 25 0,0 0 0,0 0 16,0 0-16,0 0 0,-25-25 0,25 25 0</inkml:trace>
  <inkml:trace contextRef="#ctx0" brushRef="#br0" timeOffset="56396.2255">6176 5333 0,'447'-74'93,"-447"74"-93,25 0 63,-25 0-63,0 0 15,0 0-15,0 0 0,0 0 0,0 0 0,0 0 0,0 0 0,0 0 0,0 0 0,0 0 0,0 0 0,0 0 0,0 0 0,0 0 16,0 0-16,0 0 0,0 0 0,-25 0 0,25 0 0,0 0 0,0 0 0,0 0 0,-25 0 0,25 0 0,0 0 0,-25 0 0,25 0 0,0 0 0,-25 0 0,25 0 0</inkml:trace>
  <inkml:trace contextRef="#ctx0" brushRef="#br0" timeOffset="57256.2749">7417 5333 0,'0'0'0,"0"0"15,0 0-15,0 0 16,-25 0-16,25 0 0,0 0 0,0 0 15,0 0-15,0 0 0,0 0 0,0 0 0,0 0 0,0 0 0,0 0 0,0 0 32,0 0-32,0 0 0,0 0 0,0 0 0,0 0 0,0 0 0,0 0 0,0 0 0,0 0 15,0 0-15,0 0 0,0 0 0,0 0 0,25 0 0,-25 0 16,0 0-16,0 0 0,0 0 0,0 0 0,0 0 0,0 0 15,24 0-15,-24 0 0,0 0 0,0 0 0,0-25 0,25 25 0,-25 0 0,0 0 32,25 0-32,-25 0 0,0 0 0,0 0 0,25 0 0,-25 0 0,25-25 0,-25 25 15,0 0-15,24 0 0,-24 0 0,25 0 0,-25 0 0,0 0 16,25 0-16,-25 0 0,25 0 15,-25-24-15,25 24 0,-25 0 0,0 0 0,24 0 0,-24 0 0,0 0 16,0 0-16,25 0 0,-25 0 0,0 0 0,0 0 0,0 0 0,0 0 16,25 0-16,-25 0 0,0 0 0,0 0 0,0 0 0,0 0 15,0 0-15,0 0 16,0 0-16,0-25 0,0 25 0,0 0 0,0 0 0,-25 0 15,25 25-15,0-25 0,0 0 0,-25 0 0,25 0 0,0 0 0,-24 0 16</inkml:trace>
  <inkml:trace contextRef="#ctx0" brushRef="#br0" timeOffset="59195.3858">7466 5730 0,'0'0'0,"0"0"0,0 0 0,0 0 0,0 0 0,0 0 0,0 0 0,0 0 16,0 0-16,0 0 0,0 0 0,0 0 0,0 0 0,0 0 0,0 0 0,0 0 0,0 0 0,0 0 0,0 0 0,0 0 0,0 0 0,0 0 0,0 0 0,0 0 0,0 0 0,0 0 0,0 0 0,0 0 0,0 0 0,0 0 0,0 0 0,0 0 0,0 0 15,0 0-15,0 0 0,0 0 0,0 0 0,0 0 0,0 0 16,0 0-1,0 0-15,0 0 0,0 0 0,0 0 0,0 0 16,0 0-16,0 0 0,0 0 0,0 0 0,0 0 0,0 0 0,0 0 16,0 0-16,0 0 0,0 0 0,0 0 15,25 0-15,-25 0 0,0 0 0,0 0 0,0 0 0,0 0 0,0 0 16,0 0-16,25 0 15,-25-25-15,0 25 0,0 0 0,25 0 0,-25 0 0,0 0 0,24 0 0,-24 0 0,0 0 0,25 0 16,-25 0-16,25 0 0,-25-25 0,0 25 0,25 0 0,-25 0 16,25 0-16,-25 0 0,0 0 0,24 0 0,-24 0 0,25-25 15,-25 25-15,0 0 0,25 0 0,-25 0 0,0 0 0,25 0 0,-25 0 16,0 0-16,0 0 15,0 0-15,0 0 0,0 0 0,0 0 0,0 0 47,0 0-47,0 0 0,0 0 0,0 0 0,0 0 0,0 0 0,0 0 0,0 0 0,0 0 0,0 0 0,-25 0 0,25 0 0,0 0 0,0 0 0,0 0 0,-25-24 16,25 24-16,0 0 0</inkml:trace>
  <inkml:trace contextRef="#ctx0" brushRef="#br0" timeOffset="63870.6532">8756 5234 0,'0'0'0,"0"0"16,0 0-16,0 0 0,0-25 0,0 25 0,0 0 15,0 0-15,0 0 0,0 0 0,0 0 0,25 0 0,-25 0 16,0 0-16,0-25 15,0 25-15,0 0 0,0 0 0,0 0 0,0 0 16,0 0-16,0 0 0,0 0 0,0 0 0,0 0 0,0 0 0,0 0 0,0 0 94,0 0-94,0 0 0,0 0 0,-25 0 0,25 0 0,0 0 0,0 0 0,0 0 0,0 0 0,0 0 0,0-25 15,0 25-15,0 0 0,0 0 0,0 0 0,0 0 0,0 0 0,-25 0 0,25 0 16,0 0-16,0 0 0,0 0 0,0 0 0,0 25 15,0-25-15,-25 0 0,25 0 0,0 0 0,0 0 0,-24 0 0,24 0 0,0 25 0,0-25 0,-25 0 0,25 0 0,0 0 0,0 25 0,-25-25 0,25 0 0,0 0 0,0 25 0,-25-25 0,25 0 0,0 0 0,-25 24 0,25-24 0,0 0 16,0 25-16,0-25 0,-24 0 0,24 0 0,0 25 0,0-25 0,0 0 0,0 25 0,0-25 16,-25 0-16,25 25 0,0-25 0,0 0 0,0 0 15,0 24-15,0-24 16,25 0-16,-25 25 0,0-25 0,0 0 0,0 25 0,0-25 0,0 0 15,0 0-15,0 25 0,24-25 0,-24 0 0,0 0 0,0 0 0,0 0 16,25 25-16,-25-25 0,0 0 0,0 0 0,0 0 16,25 0-16,-25 0 0,0 0 15,0 0-15,25 0 0,-25 0 0,0 0 0,0 0 16,25 0-16,-25 0 0,0 0 0,0 0 0,0 0 0,24-25 0,-24 25 0,0 0 47,0 0-47,0 0 0,0 0 0,25 0 15,-25 0-15,0 0 0,0 0 0,0 0 0,0-25 0,0 25 0,0 0 0,0 0 0,0 0 0,0-25 0,25 25 0,-25 0 0,0 0 0,0-25 0,0 25 0,0 0 0,0-24 47,0 24-47,0 0 0,0-25 0,0 25 16,25-25-16,-25 25 0,0 0 0,0-25 0,0 25 0,0 0 0,0 0 0,0-25 0,0 25 0,0 0 0,0 0 0,0 0 0,0-24 0,0 24 0,25 0 0,-25 0 0,0 0 15,0 0-15,0 0 0,0 0 0,0 0 0,0 0 0,0 0 0,0 0 16,0 0-16,0 0 0,0 0 0,0 0 0,0 0 15,-25 0-15,25 0 16,0 0-16,0 0 0,0 0 0,0 24 0,0-24 0,0 0 0,0 0 0,0 0 16,0 0-16,0 25 0,0-25 0,0 0 0,0 25 0,0-25 0,0 0 15,0 25-15,0-25 0,0 25 16,0-25-16,0 0 0,0 24 0,0-24 15,0 25-15,0-25 0,0 0 0,0 25 0,0-25 0,0 0 0,0 0 0,25 25 16,-25-25-16,0 0 0,0 0 0,0 25 0,0-25 0,0 0 0,0 0 16,0 0-16,24 24 0,-24-24 0,0 0 0,0 0 0,0 0 15,0 0 1,0 0-16,0 0 0,0 0 0,25 0 0,-25 0 0,0 0 0,0 0 15,0 0-15,0 0 0,0 0 0,25 0 0,-25 0 0,0 0 0,0 0 141,74-99-141,-74 74 0,0 25 0,0 0 0,0 0 0,0 0 0,0-24 0,0 24 0,0 0 0,0 0 0,0 0 0,0 0 0,0 0 0,0 0 0,0 0 0,0 0 0,0 0 0,0 0 0,0 0 0,0 0 0,0 0 15,0 0-15,0 0 16,0 0-16,0 0 0,0 0 0,0 0 0,0 0 0,0 0 0,0 0 0,0 0 0,0 0 0,0 0 0,0 0 0,0 0 0,0 0 0,0 0 0,0 0 0,0 0 0,0 0 0,0 0 0,0 0 0,0 0 0,0 0 16,0 0-16,0 0 0,0 0 0,0 0 0,0 0 0,0 0 0,0 0 15,0 0 1,0 0-16,0 0 0,0 0 0,0 0 0,0 0 0,0 0 15,0 0-15,0 0 0,0 0 0,0 0 0,0 0 0,0 0 0,0 0 16,0 0-16,0 0 0,0 0 0,0 0 0,0 0 0,0 0 16,0 0-16,0 0 0,0-25 0,0 25 0,0 0 0,0 0 0,0 0 15,25-25 1,-25 25-16,0 0 0,0 0 0,0-25 0,0 25 0,0 0 15,0 0-15,0 0 0,0-25 0,0 25 0,0 0 0,0 0 0,0 0 0,0 0 32,0 0-32,0 0 0,0 0 0,0 0 0,0 0 0,0 0 0,0 0 0,0 0 0,0 0 0,0 0 0,0 0 0,0 0 15,0 0 1,0 25-16,0-25 0,0 0 0,0 0 0,0 0 0,0 0 15,0 0-15,0 25 0,0-25 0,0 0 0,0 0 0,0 0 63,0 0-63,0 25 0,0-25 0,0 0 0,0 0 0,0 0 0,0 0 0,0 25 0,0-25 0,0 0 15,0 0-15,0 24 0,0-24 0,0 0 0,0 0 0,0 25 0,0-25 0,0 0 0,0 0 0,0 25 0,0-25 0,0 0 0,0 25 0,0-25 0,0 0 0,0 0 16,0 0-16,0 25 0,0-25 0,0 0 0,0 0 0,0 0 0,0 0 0,0 24 0,0-24 16,0 0-16,0 0 0,0 0 15,0 0-15,0 0 0,0 0 0,0 0 0,0 0 16,0 0-16,0 0 0,0 0 0,0 0 0,0 0 15,0 0-15,0 0 0,0 0 0,0 0 0,0 0 0,0 0 0,0 0 16,0 0-16,0 0 0,0 0 0,0 0 0,0 0 0,0 0 16,0 0-16,0 0 0,0 0 0,0 0 0,0 0 0,25 0 15,-25 0-15,0 0 0,0-24 0,0 24 406</inkml:trace>
  <inkml:trace contextRef="#ctx0" brushRef="#br0" timeOffset="65006.7182">9054 5035 0,'0'0'0,"0"0"0,0 0 0,0 0 0,0 0 16,0 0-16,0 0 0,0 0 0,0 0 0,0 0 0,0 0 0,0 0 0,0 0 0,0 0 15,0 0-15,0 0 0,0 0 16,0 0-16,0 0 15,0 0-15,0 0 0,0 0 0,0 0 0,0 0 0,0 0 0,0 0 0,0 0 16,0 0-16,0 0 0,0 0 0,0 0 0,0 0 0,0 0 0,0 0 16,0 0-16,0 0 0,0 0 0,0 0 0,0 0 0,0 0 15,0 0-15,0 0 0,0 0 0,0 0 0,0 0 0,0 0 16,0 0-16,0 0 0,0 0 0,0 0 0,0 0 0,0 0 15,0 0-15,0 0 0,0 0 0,0 0 0,0 0 16,0 0 0,0 0-16,0 0 0,0 0 0,0 0 0,0 0 0,0 0 0,0 0 0</inkml:trace>
  <inkml:trace contextRef="#ctx0" brushRef="#br0" timeOffset="66203.7864">9302 5259 0,'0'0'0,"0"0"15,0 0-15,0 0 0,0 0 0,0 0 0,-25 0 16,25 0-16,0 0 0,0 0 0,0 0 0,0 0 0,0 0 15,0-25-15,0 25 0,0 0 16,0 0-16,0 0 0,0 0 16,0 0-16,0 0 0,0-25 0,0 25 0,0 0 0,0 0 15,0 0-15,0 0 0,0 0 0,0-25 0,0 25 0,0 0 0,0 0 94,0 0-94,0 0 0,0 0 0,0 0 0,0 0 0</inkml:trace>
  <inkml:trace contextRef="#ctx0" brushRef="#br0" timeOffset="66907.8269">9252 5184 0,'0'0'0,"0"0"16,0 0-16,0 0 0,0 0 0,0 0 0,0 0 0,0 0 15,0 0-15,0 0 0,0 0 0,0 0 0,0 0 0,0 0 156,0 50-156,0-50 0,0 0 0,0 0 0,0 0 0,0 25 0,0-25 0,0 0 0,25 0 0,-25 0 0,0 24 0,0-24 0,0 0 0,0 0 0,0 25 0,0-25 0,0 0 0,0 0 0,0 25 16,0-25-16,0 0 0,0 25 0,0-25 0,0 25 0,0-25 0,0 0 0,0 24 0,0-24 0,0 0 0,0 25 0,25-25 0,-25 25 0,0-25 0,0 0 0,0 25 0,0-25 0,0 0 0,0 25 0,0-25 0,0 24 0,0-24 0,0 0 0,0 25 15,0-25 1,0 0-16,0 0 0,0 25 16,0-25-16,0 0 0,0 0 0,0 25 0,0-25 0,0 0 0,0 0 0,0 0 0,0 25 0,0-25 15,0 0-15,0 0 0,0 0 0,0 0 0,0 24 0,0-24 0,0 0 0,0 0 16,0 0-16,0 25 0,0-25 0,-25 0 0,25 0 0,0 0 15,0 0 1,0 25-16,0-25 0,0 0 0,0 0 0,-25 0 16,25 0-16,0 0 0,0 0 0,0 0 0,0 0 15,-25 0-15,25 0 0,0 0 0,0 0 0,0 0 0,-24 0 0,24 0 16,0 0-16,0 0 0,-25 0 0,25 0 0,0 0 0,0 0 0,0 0 0,-25 0 15,25-25-15,0 25 0,0 0 0,0 0 0,0 0 0,0-25 16,0 25-16,0 0 0,0 0 16,-25 0-16,25 0 0,0 0 15,0 0-15,0 0 0,0-24 0,0 24 0,0 0 0,0 0 109</inkml:trace>
  <inkml:trace contextRef="#ctx0" brushRef="#br0" timeOffset="67598.8664">9277 5085 0,'0'0'16,"0"0"-16,0 0 0,0 0 0,0 0 0,0 0 15,0 0 1,0 0-16,0 0 0,0 0 0,0 0 0,0 0 0,0 0 16,0 0-16,0 0 0,0 0 0,25 0 0,-25 0 0,0 0 15,0 0-15,0 0 0,0 0 0,0 0 0,0 0 0,0 0 0,0 0 16,0 0-16,0 0 0,0 0 0,0 0 0,0 0 0,0 0 15,0 0-15,0 0 0,0 0 0,0 0 16,0 0-16,0 0 0,0 0 16,0 0-16,0 0 0,0 0 0,0 0 0,0 0 0,0 0 0,25 0 15,-25 0-15,0 0 0,0-25 0,0 25 0,24 0 0,-24 0 16,0-25-16</inkml:trace>
  <inkml:trace contextRef="#ctx0" brushRef="#br0" timeOffset="69479.974">9674 4911 0,'0'0'0,"0"0"15,0 0-15,0 0 0,0 0 0,0 0 0,0 0 16,0 0-16,0 0 0,0 0 0,0 0 0,0 0 0,0 0 15,0 0-15,0 0 16,0 0-16,0 0 0,0 0 0,0 0 0,0 0 16,0 0-16,0 0 0,0 0 0,0 0 0,25 0 0,-25 0 15,0 0-15,0 0 0,0 0 0,0 0 0,0 25 0,0-25 0,0 0 16,0 0-16,0 0 0,0 0 0,0 0 0,0 0 0,0 0 0,0 0 15,24 0-15,-24 0 0,0 0 0,0 0 0,0 0 0,0 0 16,0 0 0,0 0-16,0 0 0,0 0 0,0 0 0,0 0 0,0 0 15,0 0-15,0 0 0,0 0 0,0 0 0,0 25 0,25-25 16,-25 0-16,0 0 0,0 0 0,0 0 0,0 0 0,0 0 0,0 0 15,0 0-15,0 0 0,0 0 0,25 25 0,-25-25 0,0 0 16,0 0-16,0 25 0,0-25 0,25 0 0,-25 24 0,0-24 16,0 25-1,0-25-15,0 25 0,25-25 0,-25 25 0,0-25 0,0 25 0,0-25 16,24 24-16,-24-24 0,0 25 0,0 0 0,0-25 0,0 25 0,0-25 561</inkml:trace>
  <inkml:trace contextRef="#ctx0" brushRef="#br0" timeOffset="71057.0641">8434 4862 0,'0'0'0,"0"0"0,0 0 0,0 0 0,0 0 0,0 0 47,0 0-16,0 0-31,0 0 0,0 0 0,0 0 0,0 0 0,0 0 0,0 0 78,0 0-78,0 0 0,0 0 16,0 0-16,0 0 15,0 0-15,0 0 0,0 0 0,0 0 0,0 0 0,0 0 0,0 0 0,0 0 0,0 0 16,0 0-16,0 0 0,0 0 0,0 0 0,0 0 0,0 25 0,0-25 0,0 0 0,0 0 0,0 0 0,0 0 0,0 0 0,0 24 0,0-24 0,0 0 0,0 0 0,0 0 0,0 25 0,0-25 16,0 0-16,0 0 0,0 0 0,0 0 0,0 25 0,0-25 0,0 0 0,0 0 0,0 25 0,0-25 0,24 0 0,-24 0 0,0 0 15,0 25-15,0-25 0,0 0 0,0 24 0,0-24 0,0 0 0,0 0 0,0 25 0,0-25 16,0 0-16,0 0 0,0 25 0,0-25 0,0 0 0,0 0 15,0 25-15,0-25 16,0 0-16,0 0 0,0 0 0,0 25 0,0-25 0,0 0 0,0 0 0,0 24 0,0-24 0,0 0 0,0 0 16,0 25-16,0-25 0,0 0 0,0 0 0,0 25 0,0-25 15,0 0 1,0 0-16,0 0 0,0 25 0,0-25 0,0 0 0,0 0 15,0 25-15,0-25 16,0 0-16,0 0 0,0 24 0,0-24 0,0 0 0,0 0 0,0 25 0,0-25 0,0 0 16,0 0-16,0 25 0,0-25 0,0 0 0,0 0 0,0 25 0,0-25 0,0 0 0,0 25 31,0-25-31,0 0 15,0 0-15,0 24 0,0-24 0,0 0 0,0 25 0,0-25 0,0 0 0,0 0 0,0 0 0,0 25 16,0-25-16,0 0 0,0 0 0,0 0 0,0 25 0,25-25 16,-25 0-16,0 0 0,0 0 15,0 0 1,0 25-16,0-25 15,0 0-15,0 0 16,0 0 0,0 0-16,0 0 0,0 24 0,0-24 0,0 0 0,25 0 0,-25 25 0,0-25 0,0 0 15,0 0-15,0 0 0,0 25 0,0-25 0,0 0 0,0 0 0,0 0 0,0 0 0,0 0 0,25 25 0,-25-25 0,0 0 16,0 0-16,0 0 0,0 0 0,0 0 0,0 0 0,0 0 0,0 0 0,0 0 0,0 0 0,0 0 0,25 0 0,-25 0 15,0 0-15,0 0 0,0 0 0,0 0 0,0 0 0,24 0 0,-24 0 0,0 0 0,0 0 0,0 0 47,25 0-47,-25 0 0,0 0 0,0 0 0,25 0 0,-25 0 0,0 0 0,0 0 0,0 0 0,0 0 16,0 0-16</inkml:trace>
  <inkml:trace contextRef="#ctx0" brushRef="#br0" timeOffset="73293.1921">9773 5060 0,'0'0'0,"0"0"15,0 0-15,0 0 0,0 0 0,0 0 0,0 0 0,0 0 16,0-25-16,0 25 0,0 0 0,0 0 0,-25 0 0,25 0 31,0 0-31,0 0 0,0 0 0,0 0 0,0 0 16,0 0-16,0 0 0,0 0 0,0 0 0,0 0 0,0 0 0,0 0 0,0 0 0,0 0 0,0 0 0,0 0 15,0 0-15,0 0 16,0 0-16,0 0 0,0 0 0,0 0 0,0-24 0,0 24 15,0 0-15,0 0 0,0 0 0,0 0 0,0 0 0,0 0 16,0 0-16,0 0 0,0 0 0,0 0 0,0 0 0,0 0 0,0 0 62,0 0-62,0 0 0,0 0 0,0 0 0,0 0 0,0 0 0,0 24 16,0-24-16,0 0 0,0 0 0,0 0 0,0 0 0,25 0 0,-25 0 0,0 0 0,0 0 0,0 0 0,0 0 0,0 0 0,0 25 0,0-25 0,0 0 0,0 0 0,0 0 0,0 0 0,0 25 0,0-25 0,0 0 16,0 0-1,0 0-15,25 0 0,-25 25 0,0-25 0,0 0 0,0 0 16,0 25-16,0-25 0,0 0 0,0 0 0,0 0 0,0 24 15,0-24-15,0 0 0,0 0 0,0 0 0,0 25 0,0-25 16,0 0-16,0 0 0,0 25 0,0-25 0,0 0 0,25 0 0,-25 0 16,0 25-16,0-25 0,0 0 0,0 0 0,0 0 0,0 25 15,0-25-15,0 0 0,0 0 0,0 24 0,-25-24 0,25 0 16,0 0-16,0 0 15,0 25-15,0-25 0,0 0 0,0 0 0,-25 25 0,25-25 0,0 0 63,0 0-63,0 0 0,0 25 0,0-25 0,0 0 0,0 0 0,0 25 0,-25-25 15,25 0-15,0 0 0,0 0 0,0 24 0,0-24 0,0 0 0,0 0 0,-25 0 0,25 25 0,0-25 0,0 0 0,0 0 0,0 25 16,0-25-16,0 0 0,-24 0 0,24 0 0,0 0 0,0 25 0,0-25 0,0 0 0,0 0 0,0 0 16,0 0-16,-25 0 0,25 0 0,0 0 0,0 25 0,0-25 31,0 0-31,0 0 0,0 0 0,0 0 0,0 0 0,0 0 0,0 0 0,0 0 15,-25 0-15,25 0 0,0 0 0,0 0 0,0 0 0,0 0 16,0 0-16,0 0 0,0 0 0,0 0 0,0 0 0,0 0 0,0 0 16,0 0-16,0 0 0,-25 0 0,25 0 15,0 0-15,0 0 0,0 0 0,0 0 0,0 0 0,0 0 0,0 0 0,0 0 0,0 0 16,0 0-16,0 0 0,0-25 0,0 25 0,0 0 0,0 0 0,0 0 15,0 0-15,0 0 0,0 0 16,0 0-16,0 0 0,0 0 16,0 0-16,0 0 0,0 0 0,0 0 0,0 0 0,0-25 15,25 25-15,-25 0 0,0 0 0,0 0 0,0 0 0,0 0 16,25-25-16</inkml:trace>
  <inkml:trace contextRef="#ctx0" brushRef="#br0" timeOffset="74179.2426">10120 5655 0,'-24'50'0,"24"-50"0,0 0 0,0 0 0,0 0 0,0 0 0,0 0 0,0 0 0,0 0 0,0 0 0,0 0 0,0-25 0,0 25 0,0 0 0,0 0 16,0 0-16,0 0 0,-25 0 0,25 0 0,0 0 0,0 0 0,0-25 0</inkml:trace>
  <inkml:trace contextRef="#ctx0" brushRef="#br0" timeOffset="75450.3155">10021 5606 0,'0'0'0,"0"-25"0,0 25 0,0 0 0,0 0 0,0 0 0,0 0 0,0 0 0,0 0 0,0 0 0,0 0 0,0 0 0,0 0 0,0 0 0,0 0 0,0 0 0,0 0 0,0 0 0,0 0 0,0 0 0,0 0 0,0 0 0,0 0 0,0 0 0,0 0 0,0 0 0,0 0 0,0 0 0,0 0 0,0 0 0,0 0 0,0 0 0,0 0 0,0 0 0,0 0 0,0 0 15,0 0-15,0 0 0,0 0 16,0 0-16,0 0 0,0 0 0,0 0 0,0 0 0,0 0 15,0 0-15,-25 0 0,25 0 0,0 0 0,0 0 0,0 25 16,0-25-16,0 0 0,0 0 0,0 25 0,0-25 0,0 0 16,0 0-16,0 24 0,0-24 0,0 0 0,0 0 0,0 25 0,0-25 15,0 0-15,0 25 0,0-25 0,0 0 16,0 0-1,0 25-15,0-25 0,0 0 0,0 0 0,0 0 0,0 0 0,0 25 16,0-25-16,0 0 0,0 0 0,0 0 16,0 0-16,0 0 15,0 24-15,0-24 0,0 0 0,0 0 0,0 0 0,0 0 0,0 0 0,0 0 78,0 0-78,0 0 0,0 0 0,0 0 16,0 0-16,0 0 0,0 0 0,0-24 0,0 24 0,0 0 0,0 0 0,0 0 0,0 0 0,0 0 0,0 0 0,0 0 0,0 0 0,0-25 0,0 25 0,0 0 0,0 0 0,0-25 0,0 25 0,-25 0 0,25 0 0,0-25 0,0 25 0,0 0 0,0-25 0,25 25 0,-25 0 0,0 0 0,0-24 0,0 24 0,0 0 0,0 0 0,0 0 15,0-25-15,0 25 0,0 0 0,25 0 0,-25 0 0,0 0 16,0-25-16,0 25 0,0 0 0,25 0 0,-25 0 0,0 0 16,0 0-16,25-25 15,-25 25-15,0 0 0,0 0 0,0 0 0,0 0 16,25 0-16,-25 0 0,0 0 0,0-25 0,0 25 0,0 0 15,0 0-15,0 0 0,24 0 0,-24 0 0,0 0 0,0 0 0,0 0 16,0 0-16,0 0 0,0 0 0,0 0 0,0 0 16,0 0-16,0 0 0,25 0 0,-25 0 0,0 0 0,0 0 0,0 0 0,0 0 15,0 0-15,0 0 0,0 0 0,0 0 0,0 0 0,0 0 31,0 0-31,0 25 0,0-25 0,0 0 0,0 0 0,0 0 0,0 0 16,25 0-16,-25 0 0,0 0 0,0 25 16,0-25-16,0 0 0,0 0 0,0 0 0,0 0 0,0 0 0,0 25 0,0-25 15,0 0-15,0 0 0,0 0 0,0 0 0,0 25 0,0-25 16,0 0-16,0 0 0,0 0 0,0 0 0,0 0 0,0 24 15,0-24-15,0 0 0,0 0 0,0 0 0,0 0 0,0 25 16,0-25 0,0 0-16,0 0 0,0 0 0,0 0 0,0 0 0,0 25 15,0-25-15,0 0 0,0 0 0,0 0 0,0 0 0,0 25 0,0-25 16,0 0-16,0 0 0,0 0 0,0 0 0,0 0 0,0 0 0,0 0 0,0 0 15,0 0-15,0 0 0,0 0 0,0 0 16,0 0-16,0 0 16,0 0-16,0 0 0,0 0 0,0 0 0,0 0 0,0 0 0,0 0 15,0 0-15,0 0 0,0 0 0,0 0 0,0 0 0,0 0 16,0 0-16,0 0 0,0 0 0,0 0 31,0 0-31,0 0 0,0 0 0,0 0 0,0 0 0,0 0 0,0 0 0,0 0 0,0-25 0,0 25 0,0 0 0,0 0 0,0-25 0</inkml:trace>
  <inkml:trace contextRef="#ctx0" brushRef="#br0" timeOffset="76039.3492">10641 5581 0,'0'0'0,"0"0"15,0 0-15,0 0 0,0 0 0,0 0 0,0 0 16,0 0-16,0 0 0,0 0 0,0 0 0,0 0 0,0 0 0,0 0 16,0 0-16,0 0 0,0 0 0,0 0 0,0 0 0,0 0 0,0 0 15,0 0-15,0 0 16,0 0-16,0 0 0,0 0 0,0 0 15,0 0-15,0 0 0,0 0 0,0 0 0,0 0 0,0 0 0,0 0 16,0 0-16,0 0 0,0 0 0,0 0 0,0 0 0,0 0 31,0 0-31,0 0 0,0 0 0,-25 25 0,25-25 0,0 0 0,0 0 0,0 0 0,0 0 0,0 25 0,-24-25 0,24 0 0,0 0 16,0 0-16,0 24 0,-25-24 0,25 0 0,0 0 15,0 0 1,-25 25-16,25-25 0,0 0 0,0 0 0,-25 0 0,25 25 16,0-25-16,0 0 0,0 0 0,-25 0 0,25 0 0,0 25 0,0-25 15,0 0-15,0 0 0,0 0 0,0 0 0,-24 0 0,24 0 0,0 0 16,0 0-16,0 0 0,0 0 0,0 0 0,0 0 15,0 0-15,0 0 0,0 0 0,0 0 0,0 0 0,0 0 0,0 0 32,0 0-32,0 0 0,0 0 0,0 0 0,0 0 0,0 0 0,0 0 15,0 0-15,0 0 0,0 0 0,0 0 0,0 0 0,0 0 16,0-25-16,0 25 0,0 0 0,0 0 0,0 0 0</inkml:trace>
  <inkml:trace contextRef="#ctx0" brushRef="#br0" timeOffset="77192.4151">10468 5606 0,'0'0'0,"0"-25"0,0 25 0,0 0 0,0 0 0,0 0 0,0 0 0,0 0 0,0 0 0,0 0 0,0-25 0,0 25 15,0 0-15,0 0 0,0 0 16,0 0-16,0 0 0,0 0 0,0 0 0,0 0 0,0 0 15,0 0-15,0 0 0,0 0 0,0 0 16,0 0-16,0 25 0,0-25 0,0 0 0,0 0 0,0 0 0,0 0 0,0 0 16,0 0-16,0 0 0,24 0 0,-24 0 0,0 0 0,0 25 15,0-25-15,0 0 0,0 0 0,25 0 0,-25 0 0,0 0 16,0 25-16,0-25 0,0 0 0,0 0 0,0 0 0,0 0 15,25 24-15,-25-24 0,0 0 0,0 0 0,0 0 0,0 0 16,0 25-16,0-25 0,0 0 0,25 0 16,-25 0-16,0 0 0,0 0 15,0 25-15,0-25 0,0 0 0,25 0 0,-25 0 0,0 0 16,0 0-16,0 0 0,0 0 0,0 0 0,0 25 0,0-25 140,198-223 453,-148 371-593,-50-123 0,0-25 16,0 0-16,0 0 0,0 0 0,0 0 0,0 0 0,0 0 0,-25-25 0,25 25 0,0 0 0,0 0 15,0 0 1,0 0 15,0 0-15,0-24-1</inkml:trace>
  <inkml:trace contextRef="#ctx0" brushRef="#br0" timeOffset="78661.4991">11261 5507 0,'0'24'15,"0"-24"1,25 25-16,-25 0 31,25-25-31,-25 25 0,0-25 0,0 0 0,0 0 0,0 0 0,0 0 0,0 25 0,0-25 0,0 0 0,0 0 0,0 0 0,0 0 0,0 0 0,0 0 0,0 0 0,0 24 16,0-24-1,0 0 1,0 0-1,0 25-15,0-25 16,0 0-16,0 0 0,0 0 0,0 0 16,0 0-16,0 0 0,0 0 0,0 0 0,0 0 0,0 0 0,0 0 0,0 0 0,0 0 0,0 0 0,0 0 0,0 0 15,0 0-15,0 0 16,0 0-1,0 0 1,0 0-16,0 0 16</inkml:trace>
  <inkml:trace contextRef="#ctx0" brushRef="#br0" timeOffset="80686.615">11137 5581 0,'0'0'0,"0"0"0,0 0 0,0 0 0,0 0 0,0 0 0,0 0 0,0 0 0,0 0 0,0 0 0,0 0 16,0 0-16,0 0 0,0 0 0,0 0 0,0 0 0,0 0 0,0 0 0,0 0 0,-25 0 0,25 0 0,0 0 0,0 0 0,0 0 0,0 0 0,0 0 0,0-25 0,0 25 0,0 0 0,0 0 0,0 0 0,0 0 0,0 0 0,0 0 15,0 0-15,0 0 0,0 0 0,0 0 0,0 0 16,0 0-16,0 0 0,0 0 0,0 0 0,0 0 0,0 0 15,0 0-15,0 0 0,0 0 0,0-25 16,0 25-16,0 0 0,0 0 16,0 0-16,0 0 0,0 0 0,0 0 0,0 0 0,0 0 15,0 0-15,0 0 0,0 0 0,0 0 0,0 0 0,0 0 0,0 0 16,0 25-16,0-25 0,0 0 0,0 0 0,0 0 0,0 0 15,0 0-15,0 0 0,0 0 0,0 0 0,0 0 0,0 0 0,0 25 16,0-25-16,0 0 0,0 0 0,0 25 0,0-25 0,0 0 31,0 0-31,0 0 0,0 25 0,0-25 0,0 0 0,0 0 0,0 24 0,0-24 0,0 0 0,25 0 16,-25 0-16,0 25 0,0-25 0,0 0 0,0 0 0,0 0 93,0 25-93,0-25 0,0 0 0,0 0 0,0 0 0,0 0 0,0 25 0,0-25 0,0 0 0,0 0 0,0 0 0,0 0 0,0 0 0,0 0 0,0 0 0,0 25 0,0-25 0,0 0 0,0 0 0,0 0 0,0 0 0,0 0 0,0 0 0,0 0 0,0 0 0,0 0 16,0 0-16,0 0 0,0 0 0,0 0 0,0 0 0,0 0 0,0 0 0,0 0 16,0 0-16,0 0 0,0 0 0,0 0 0,0 0 0,0 0 15,0 0-15,0 0 0,0-25 0,0 25 0,0 0 16,0 0-16,0 0 0,0 0 0,0 0 0,0-25 15,0 25-15,0 0 0,0 0 0,0 0 0,0 0 0,0-25 0,0 25 0,0 0 16,0 0-16,0 0 0,0 0 0,0-25 0,0 25 0,0 0 0,0 0 16,0 0-1,0 0-15,0-24 0,0 24 0,0 0 0,0 0 0,0 0 0,0 0 16,25-25-16,-25 25 0,0 0 0,0 0 0,0 0 0,0-25 0,0 25 15,0 0-15,0 0 0,0 0 0,0 0 0,0 0 0,0 0 0,25 0 16,-25 0-16,0 0 16,0-25-16,0 25 0,0 0 0,0 0 0,0 0 15,0 0-15,0 0 0,0 0 0,0 0 0,0 0 0,0 0 16,0 0-16,0 0 0,0 0 0,25 0 0,-25 0 0,0 0 15,0 0-15,0 0 0,0 0 0,0 0 0,0 0 0,25 0 0,-25 0 16,0 0-16,0 0 0,0 0 0,0 0 0,0 0 0,0 0 16,24 0-16,-24 0 0,0 0 15,0 0-15,0 0 0,0 0 0,0 0 16,0 0-16,25 0 0,-25 0 0,0 0 0,0 0 0,0 0 15,0 0-15,0 0 0,0 0 0,0 0 0,0 0 0,0 0 0,0 0 0,0 0 16,0 0-16,0 0 0,0 0 0,0 0 0,0 0 0,0 0 16,25 0-16,-25 0 15,0 0-15,0 0 0,0 0 0,0 0 0,0 0 16,0 0-16,0 0 0,0 0 0,0 0 0,0 0 0,0 0 0,0 0 15,0 0-15,0 0 0,0 0 0,0 0 0,0 0 0,0 25 0,0-25 16,0 0 15,0 0-31,0 0 0,0 25 16,0-25-16,0 0 0,0 0 0,0 0 0,0 25 0,0-25 0,-25 0 0,25 0 15,0 0-15,0 0 0,0 0 0,0 0 0</inkml:trace>
  <inkml:trace contextRef="#ctx0" brushRef="#br0" timeOffset="90963.2027">10840 5531 0,'0'0'16,"0"-24"-16,0 24 0,0 0 0,0 0 0,0 0 0,0 0 0,24 0 15,-24 0-15,0 0 0,0 0 0,0 0 0,0 0 16,0 0-16,0 0 0,0 0 0,-24 0 0,24 0 15,0 0-15,0 0 0,0 0 0,0 0 0,0 0 0,0 0 0,0 0 0,0 0 16,0 0-16,0 0 0,0 0 0,0 0 0,0 0 16,0 0-1,0 0-15,0 0 0,0 0 0,0 0 0,0 0 0,0 0 0,0 0 0,0 0 16,0 0-16,0 0 0,0 0 0,0 0 0,0 0 0,0 0 15,0 0-15,0 0 0,0 0 0,0 0 0,0 0 0,-25 0 0,25 0 0,0 0 16,0 0-16,-25 24 0,25-24 0,0 0 0,0 0 16,-25 0-16,25 0 15,0 0-15,0 25 0,-25-25 0,25 0 0,0 0 0,-24 0 0,24 0 16,0 25-16,-25-25 0,25 0 0,0 0 0,-25 0 0,25 25 0,0-25 15,0 0-15,-25 0 0,25 0 0,0 25 0,-25-25 0,25 0 0,0 0 110,-49 24-110,49 1 0,0-25 0,0 0 15,0 0-15,-25 25 0,25-25 0,0 0 16,0 0-16,-25 25 0,25-25 0,0 0 0,0 0 0,-25 25 0,25-25 0,0 0 0,0 0 0,0 0 0,-24 0 0,24 0 0,0 24 0,0-24 0,0 0 0,0 0 15,0 0-15,0 0 0,0 0 0,0 0 0,-25 0 0,25 0 0,0 0 0,0 0 0,0 0 0,0 0 0,0 0 0,0 0 0,0 0 0,0 0 0,0 0 0,0 0 0,0 0 0,0 0 0,25 0 0,-25 0 0,0 0 0,0 0 0,0 0 16,0 0-16,0 0 0,0 0 0,0 0 0,0 0 0,0 0 0,0 0 0,0 0 16,0 0-1,0-24-15,0 24 0,0 0 0,0 0 0,0 0 0</inkml:trace>
  <inkml:trace contextRef="#ctx0" brushRef="#br0" timeOffset="91792.2502">10542 5209 0,'0'0'0,"0"0"0,0 0 0,0 0 0,0 0 0,0-25 0,0 25 0,0 0 0,0 0 0,0 0 0,0 0 0,0 0 0,0-25 0,0 25 0,0 0 0,0 0 0,0 0 0,0 0 16,0 0-16,0 0 0,0 0 0,0 0 0,0 0 0,0 0 0,-25 0 0,25 0 0,0 0 0</inkml:trace>
  <inkml:trace contextRef="#ctx0" brushRef="#br0" timeOffset="93150.3279">10443 5184 0,'25'0'0,"-25"0"15,0 0-15,0 25 0,0-25 0,0 0 0,0 0 16,0 0-16,0 0 0,0 0 0,0 0 0,0 0 0,-25 0 0,25 0 31,0 0-31,0 0 0,0 0 0,0 0 0,0 0 0,0 0 0,0 0 16,0 0-16,0 0 0,0 0 0,0 0 0,0 0 0,0 0 0,0 0 0,0 0 15,25 0-15,-25 0 0,0 0 0,0 25 0,0-25 0,0 0 0,0 0 0,0 0 0,0 0 16,0 0-16,0 0 0,-25 0 0,25 0 0,0 0 0,0 0 16,0 25-16,0-25 0,0 0 15,0 0-15,0 0 0,0 0 16,0 0-16,25 0 0,-25 0 0,0 24 0,0-24 0,0 0 0,0 0 0,0 0 0,0 25 15,0-25-15,0 0 0,0 0 0,0 25 0,0-25 0,24 0 0,-24 25 32,0-25-32,0 0 0,0 25 0,0-25 0,0 0 0,0 24 0,0-24 0,0 25 15,0-25-15,25 0 47,-25 25-47,0-25 0,0 25 0,0-25 0,0 0 0,0 25 0,0-25 0,0 24 0,25-24 0,-25 0 0,0 25 0,0-25 0,0 0 0,0 25 0,25-25 0,-25 0 0,0 25 0,0-25 0,0 0 0,0 25 0,25-25 16,-25 0-16,0 24 0,0-24 0,0 0 0,0 0 0,24 25 15,-24-25 32,0 0-47,0 25 0,0-25 0,0 0 0,25 0 0,-25 25 0,0-25 0,0 0 0,0 0 0,0 25 0,25-25 0,-25 0 0,0 0 0,0 24 0,0-24 0,0 0 0,0 0 0,0 0 0,0 25 0,0-25 16,0 0-16,0 0 0,25 0 0,-25 25 0,0-25 0,0 0 140,25 50 359</inkml:trace>
  <inkml:trace contextRef="#ctx0" brushRef="#br0" timeOffset="98831.6528">2530 6871 0,'0'0'0,"0"0"15,0 0-15,0 0 0,-25 0 0,25 0 0,0-25 0,0 25 32,0 0-32,0 0 0,0 0 0,0 0 0,0 0 0,0 0 0,0 0 15,0 0-15,0 0 0,0 0 0,0 0 0,0 0 0,0 0 0,0 0 0,0-25 16,0 25-16,0 0 0,0 0 0,0 0 0,0 0 0,0 0 0,0 0 15,0 0 1,0 0-16,0 0 0,0 0 0,0 0 16,0 0-16,0 0 0,0 0 0,0 0 0,0 0 0,0 0 0,0 0 15,0 0-15,0 0 0,0 0 0,0 0 0,0 0 0,0 0 0,0 0 0,0 0 0,0 0 1451,273 397-1092,-273-397-328,0 25-31,0-25 16,0 0-16,0 0 0,-25 0 0,25 0 0,0 0 0,0 0 0,0 0 0,-24 0 0,24 0 0,0-25 0</inkml:trace>
  <inkml:trace contextRef="#ctx0" brushRef="#br0" timeOffset="102461.8605">2530 6896 0,'0'-25'0,"0"25"0,0 0 0,0 0 0,0 0 0,0 0 0,0 0 0,0 0 15,0 0-15,0 0 0,0 0 0,0 0 0,0 0 0,0 0 0,0 0 16,0 0 0,0 0-16,0 0 0,0 0 0,0 0 0,0 0 0,0 0 0,0 0 0,0 0 0,0 0 0,0 0 0,0 0 15,0 0-15,0 0 0,0 0 0,0 0 0,0 0 0,0 0 0,0-25 0,0 25 0,0 0 0,0 0 0,0 0 0,0 0 0,0 0 16,0 0-1,0 0 1,0 0-16,-25-25 140,25 25-140,0 0 16,0 0-16,0 0 0,0 0 0,0 0 0,0 0 0,0 0 0,0 0 0,0 0 16,0 0-16,0 0 0,0 0 0,0 0 0,0 0 0,0 0 0,0 0 0,0 0 0,0 0 0,0 0 0,0 0 0,0 0 15,0 0-15,0 0 0,0 0 0,0 0 0,0 0 0,0 0 0,0 0 0,0 0 16,0 0-1,0 0 1,0 0 0,0 0-1,0 0-15,0 0 0,0 0 0,0 0 0,0 0 0,0 0 0,0 25 0,0-25 0,0 0 0,0 0 0,0 0 0,0 0 0,0 25 0,0-25 0,0 0 0,0 0 0,0 0 0,0 25 0,-25-25 0,25 0 0,0 0 16,0 25-1,-24 99 48,24-124-63,0 24 0,0-24 0,-25 25 0,25-25 0,0 0 0,0 25 0,0-25 0,0 0 0,0 25 0,0-25 0,0 0 0,0 25 0,0-25 31,0 24-31,0-24 0,0 0 0,0 25 0,0-25 0,0 0 0,0 0 0,0 0 0,0 25 0,0-25 0,0 0 0,0 0 0,0 0 0,0 25 0,0-25 0,0 0 0,0 0 0,-25 0 0,25 0 16,0 0-16,0 0 0,0 0 0,0 25 0,0-25 0,0 0 0,0 0 0,0 0 0,0 0 0,0 0 0,0 0 0,0 0 0,0 0 0,0 24 0,0-24 15,25 0 1,-25 0-16,0 0 0,0 0 0,0 0 0,0 0 0,0 0 0,0 0 0,0 25 0,0-25 15,0 0-15,0 0 0,0 0 0,0 0 0,0 0 0,0 0 0,0 0 16,0 0-16,0 0 0,0 0 0,0 0 0,0 0 0,-25 0 16,25 0-16,0 0 0,0 0 0,0 0 0,0 0 15,0 0-15,0 0 0,0 0 0,0 0 0,0 0 0,0 0 0,0 0 0,0 0 16,0 0-16,0 0 0,25 25 0,-25-25 0,0 0 0,0 0 31,0 0-31,0 0 0,-25 25 0,25-25 0,0 0 562</inkml:trace>
  <inkml:trace contextRef="#ctx0" brushRef="#br0" timeOffset="104412.9721">3076 6896 0,'0'0'16,"0"0"-16,0 0 0,0 0 0,0 0 0,0 0 0,0 0 0,0-25 0,0 25 0,0 0 15,0 0-15,0 0 0,0 0 0,0 0 0,0 0 0,0 0 0,0 0 31,0 0-31,0 0 0,0 0 0,0 0 0,0 0 0,0 0 0,0 0 16,0-25-16,0 25 0,0 0 0,0 0 0,0 0 0,0 0 16,0 0-16,0 0 0,0 0 0,0 0 0,0 0 0,0 0 31,0 0-31,0 0 0,0 0 0,0 0 0,0 0 0,0 0 0,0 0 0,0 0 0,0 0 0,0 0 15,0 0-15,0 0 16,0 0-16,0 0 0,0 0 0,0 0 0,0 0 0,0 0 0,0 0 0,0 0 0,0 0 0,0 0 16,0 0-16,0 0 0,0 0 0,0 0 0,0 0 0,0 0 0,0 0 15,0 0-15,0 0 0,0 0 0,0 0 0,0 0 0,0 25 16,0-25-16,0 0 0,0 0 0,-25 0 0,25 25 0,0-25 0,0 0 31,0 25-31,-25-25 0,25 0 0,0 24 0,0-24 0,-25 0 0,25 0 0,0 25 0,0-25 16,0 0-16,0 25 0,-24-25 0,24 0 0,0 0 0,0 25 0,0-25 15,0 0 1,-25 0-16,25 25 0,0-25 0,0 0 0,0 0 0,0 0 0,-25 24 15,25-24-15,0 0 0,0 0 0,0 0 0,0 25 0,0-25 16,-25 0-16,25 0 0,0 0 0,0 25 0,0-25 0,0 0 0,0 0 16,0 0-16,0 0 0,0 25 0,0-25 0,-25 0 0,25 0 15,0 0-15,0 0 0,0 0 0,0 0 16,0 0-16,0 0 0,0 0 15,0 0-15,0 0 0,0 0 0,0 0 0,0 0 0,0 0 0,0 0 16,0 0-16,0 0 0,0 0 0,0 0 0,0 0 0,0 0 0,0 0 16,0 0-16,0 0 0,0 0 0,0 0 0,0 0 0,0 0 0,0 0 15,0 0-15,0 0 0,0 0 0,0 0 0,0 0 0,0 0 31,0 0-31,0 0 0,0 0 0,0 0 0,0 0 0,0 0 0,0 0 16,0 0-16,0 0 0,0 0 0,0 0 0,0 25 0,0-25 0,0 0 0,0 0 16,-24 0-16,24 0 0,0 0 0,0 0 0,0 0 15,0 0-15,0 0 16,0 0-16,0 0 0,0 0 0,0 0 0,0 0 0,0 0 0,0 0 0,0 0 0,0 0 0,0 0 15,0 24-15,0-24 0,0 0 0,0 0 0,0 0 0,0 0 16,0 0-16,0 0 0,0 0 16,0 0-16,0 0 0,0 0 0,0 0 15,0 0-15,0 0 0,0 0 0,0 0 0,0 0 0,0 0 0,0 0 16,0 0-16,0 0 0,0 0 0,0 0 62,0 0-62,0 0 0,0 0 0,0-24 0,0 24 0,0 0 0,0 0 0,0 0 16,0 0-16,0 0 0,0-25 0,0 25 0,24 0 0,-24 0 15,0-25-15,25 25 0,-25 0 0,0 0 0,0-25 0,25 25 0</inkml:trace>
  <inkml:trace contextRef="#ctx0" brushRef="#br0" timeOffset="105495.034">3051 6921 0,'0'24'0,"0"-24"0,0 0 0,0 25 0,0-25 16,0 25-16,0-25 0,0 0 0,0 25 0,0-25 0,0 0 0,0 25 0,0-25 0,0 0 0,0 24 0,0-24 0,0 0 0,0 25 0,0-25 0,0 0 0,25 25 0,-25-25 0,0 0 0,0 25 0,0-25 0,0 0 0,0 25 0,0-25 0,0 0 0,0 24 0,0-24 0,0 0 0,0 25 0,0-25 0,0 0 0,0 0 0,0 25 15,0-25-15,0 0 0,0 25 0,0-25 0,0 0 0,0 0 16,0 25-16,0-25 0,0 0 0,0 0 0,0 24 0,0-24 16,0 0-1,0 0-15,0 0 0,0 0 0,0 25 0,0-25 0,0 0 0,0 0 16,0 0-16,0 0 0,0 25 0,0-25 0,0 0 0,0 0 15,0 0-15,0 25 0,0-25 0,0 0 0,0 0 0,0 0 0,0 25 16,0-25-16,0 0 0,0 0 0,0 0 0,0 0 0,0 24 31,0-24-31,0 0 0,0 0 0,0 0 0,0 0 0,0 0 0,0 0 0,0 0 0,0 0 16,0 0-16,0 0 0,0 0 0,0 0 0,0 0 0,0 0 0,0 0 15,0 0-15,0 0 0,0 0 0,0 0 0,0 0 0,0 0 0,0 0 16,0 0-16,0 0 16,0 0-16,0 0 0,0-24 0,0 24 0,0 0 0,0 0 15,0 0-15,0-25 0,0 25 0,0 0 0,0 0 0,0 0 16,0-25-16,0 25 0,0 0 0,0 0 15,0 0-15,0 0 0,0 0 0,0-25 0</inkml:trace>
  <inkml:trace contextRef="#ctx0" brushRef="#br0" timeOffset="107301.1373">3547 7144 0,'0'0'0,"0"0"16,0 0-16,0 0 0,0 0 0,0 0 0,0-25 16,0 25 15,0 0-31,0 0 0,0 0 0,0 0 0,0 0 0,0 0 0,0 0 0,0 0 0,0 0 0,0 0 0,0 0 0,0-25 0,0 25 0,0 0 0,0 0 0,-25 0 31,25 0-31,0 0 0,0 0 0,0 0 0,0 0 0,0 0 16,0 0-16,0 0 0,0 0 0,0-25 0,0 25 0,0 0 0,-25 0 15,25 0-15,0 0 0,0 0 0,0 0 0,0 0 0,-24 0 16,24 0-16,0 0 0,0 0 0,0 0 0,0 0 0,0 0 0,0 0 15,0 0-15,0 0 0,-25 0 0,25 0 0,0 0 0,0 0 16,0 0-16,0 0 0,0 0 16,0 0-16,0 0 0,-25 0 0,25 0 15,0 0-15,0 0 0,0 25 0,0-25 0,0 0 0,0 0 0,0 0 16,-25 0-16,25 0 0,0 0 0,0 0 468,199 75-234,-224-75-234,25 0 0,0 0 0,0 0 0,0 0 0,0 0 0,0 0 0,0 0 47,0 24-16,0-24-31,-25 0 0,25 0 0,0 0 15,0 0-15,0 0 0,0 0 0,0 0 0,0 0 0,0 0 0,0 0 0,0 0 0,0 0 0,0 0 0,0 0 0,0 0 0,0 0 0,0 0 16,0 0-16,0 0 0,0 0 0,0 0 0,0 0 0,0 0 0,0 0 0,0 0 0,0 0 0,0 0 0,0 0 0,0 0 0,-25 0 0,25 0 0,0 0 0,0 0 0,0 0 0,0 0 16,0 0-16,0 0 0,0 0 0,0 0 0,0 25 0,0-25 0,0 0 0,0 0 15,0 0-15,0 0 0,0 0 0,0 0 0,0 0 16,0 0-16,0 0 0,0 0 0,0 0 0,0 0 0,0 0 0,0 0 0,0 0 0,0 0 0,0 0 0,0 0 31,0 0-31,0 0 0,0 0 0,0 0 0,0 0 31,0 0-31,0 0 0,0 0 0,0 0 0,0 0 0,0 0 0,0 0 0,0 0 0,0 0 0,0 0 0,0 0 0,0 0 0,0 0 16,0 0-16,0 0 0,0 0 15,0 0-15,0 0 0,0 0 0,0 0 0,0 0 0,0 0 0,0 0 0,0 0 0,0 0 0,0 0 16,0 0-16,-25 0 0,25 0 0,0 0 0,0 0 16,0 0-16,0 0 0,0 0 0,0 0 0,0 0 0,0 0 0,0 0 15,0 0 16,0-25-31,0 25 0,0 0 0,0 0 0,0 0 0,0 0 0,0-24 16</inkml:trace>
  <inkml:trace contextRef="#ctx0" brushRef="#br0" timeOffset="109237.248">3572 7169 0,'0'0'0,"0"0"0,0 0 0,0 0 0,0 0 16,0 0-16,0 0 0,0 0 0,0 0 0,0 0 0,0 0 0,0 0 0,0 0 0,0 0 0,0 0 0,0 0 0,0 0 0,0 0 0,0 0 0,-25 0 0,25 0 0,0 0 0,0 0 0,0 0 0,0 0 0,0 0 0,0 0 0,0 0 0,0 0 0,0 0 0,0 0 0,0 0 0,0 0 0,0 0 0,0 0 0,0 0 0,0 0 31,0-25-31,0 25 0,0 0 0,-25 0 15,25 0-15,0 0 0,0 0 0,0 0 0,0 0 0,0 0 0,0 0 0,0 0 0,0 0 0,0 0 0,0 0 0,0 0 0,0 0 0,0 0 16,0 0-16,-25 0 16,25 0-16,0 0 0,0 0 0,0 0 15,0 0-15,0 0 0,0 0 0,0 0 0,0 0 0,0 0 16,0 0-16,-24 0 0,24 0 15,0 0-15,0 0 0,0 0 0,0 0 0,0 0 0,0 0 0,0 0 0,0 0 0,0 0 0,0 0 0,-25 0 63,25 0-63,0 0 0,0 0 0,0 0 0,0 0 0,0 0 0,0 0 0,0 0 0,0 0 0,0 0 0,0 0 0,0 0 0,0 0 0,0 0 0,-25 0 0,25 0 0,0 0 0,0 0 0,0 0 0,0 0 0,0 0 0,0 0 15,0 25-15,0-25 0,0 0 0,0 0 0,0 0 0,-25 0 16,25 0 0,0 0-16,0 0 0,0 0 0,0 0 0,0 0 0,0 0 0,0 0 31,0 0-31,0 24 0,0-24 15,0 0-15,0 0 0,0 0 0,-25 0 0,25 0 0,0 0 0,0 25 0,0-25 0,0 0 0,0 0 0,0 0 0,0 0 16,0 0-16,0 0 0,0 25 0,0-25 0,0 0 0,0 0 0,0 0 16,0 0-16,0 0 0,0 0 0,0 25 0,0-25 0,0 0 15,0 0-15,-24 0 0,24 0 0,0 0 31,0 0-31,0 25 0,0-25 0,0 0 0,0 0 0,0 0 0,0 0 0,0 0 0,0 0 0,0 24 0,0-24 0,0 0 16,0 0-16,0 0 0,0 0 0,0 0 0,0 0 0,0 25 16,0-25-16,0 0 0,0 0 0,0 0 0,0 0 0,0 25 0,0-25 15,0 0-15,0 0 0,0 0 16,0 0-16,0 0 0,0 25 0,0-25 15,0 0-15,24 0 0,-24 0 0,0 0 0,0 0 0,0 0 16,0 0-16,0 0 0,0 0 0,0 0 0,25 25 0,-25-25 0,0 0 16,0 0-16,0 0 0,0 0 0,0 0 0,0 0 0,0 0 93,0 0-93,0 0 0,0 0 0,25 0 0,-25 0 0,0 0 0,0 0 0,0 24 0,0-24 0,0 0 0,25 0 0,-25 0 0,0 0 0,0 0 0,0 0 0,0 0 0,0 0 0,25 0 0,-25 0 0,0 0 0,0 0 0,0 0 0,24 0 0,-24-24 0,0 24 16,0 0-16,0 0 0,0 0 0,0 0 0,25 0 0,-25 0 0,0 0 0,0 0 0,0 0 0,0 0 0,0 0 0,25 0 0,-25 0 0,0 0 31,0 0-31,0 0 0,25 0 0,-25 0 16,0 0-16,0 0 0,0 0 0,0 0 0,0 0 0,25 0 0,-25-25 0,0 25 0,0 0 0,0 0 0,0 0 0,0 0 15,0-25-15,0 25 0,0 0 0,0 0 0,24-25 0,-24 25 31,0 0-31,0 0 0,0-25 0,0 25 0,0 0 0,0 0 16,0-24-16,0 24 0,0 0 0,0 0 0,0 0 0,0-25 0,-24 25 16,24 0-16,0 0 0,0 0 0,0-25 0,0 25 0,0 0 15,0 0-15,0 0 0,0 0 0,0 0 0,0 0 0,0 0 0,0 0 655</inkml:trace>
  <inkml:trace contextRef="#ctx0" brushRef="#br0" timeOffset="111738.3911">3597 7218 0,'0'0'16,"0"0"-16,0 0 0,0 0 0,0 0 0,0 0 0,0 0 0,0 0 16,0 0-16,0 0 0,0 0 0,0 0 0,0 0 0,0 0 0,0 0 15,0 0 1,0 0-16,0 0 0,0 0 0,0 0 0,0 0 15,0 0-15,0 0 0,0 0 0,0 0 0,0 0 0,0 0 0,0 0 16,0 0-16,0 0 0,0 0 0,0 0 0,0 0 0,0 0 16,0 0-16,0 0 0,0 0 0,0 0 0,0 0 15,0 0-15,0 0 0,0 0 0,0 0 0,0 0 0,0 0 0,0 0 0,0 0 16,0 0-1,0 0-15,0 0 0,0 0 0,0 0 0,0 0 94,0 0-94,0 0 0,0 0 0,0 0 0,0 0 0,0 0 0,0 0 0,0 0 0,0 0 0,0 0 0,0 25 16,0-25-16,0 0 0,0 0 0,0 0 0,0 0 0,0 0 0,0 0 0,0 0 0,0 25 0,0-25 15,0 0-15,0 0 0,0 0 0,0 25 0,0-25 0,0 0 0,0 0 0,0 0 0,0 24 0,0-24 0,0 0 0,0 0 0,0 0 0,0 25 0,0-25 0,0 0 0,0 0 0,0 25 0,0-25 0,0 0 0,0 0 0,0 25 0,24-25 16,-24 0-16,0 0 0,0 0 0,0 25 0,0-25 0,0 0 15,0 0-15,0 0 0,0 0 0,0 24 0,0-24 0,0 0 16,0 0 0,0 0-16,0 0 0,0 0 0,0 25 0,0-25 0,0 0 15,0 0-15,0 0 0,0 0 0,0 0 0,0 25 0,0-25 16,0 0-16,0 0 0,0 0 0,0 0 0,0 0 0,0 25 15,0-25-15,0 0 0,0 0 0,0 0 0,0 0 0,0 0 0,0 0 16,0 0-16,0 0 0,0 0 0,0 0 0,0 0 0,0 0 718</inkml:trace>
  <inkml:trace contextRef="#ctx0" brushRef="#br0" timeOffset="113051.4661">4415 7218 0,'0'0'0,"0"0"0,0 0 0,0 0 0,0 0 0,0 0 0,0 0 0,0 0 0,0 0 0,0 0 0,0 0 0,0 0 0,0 0 0,0 0 0,0 0 0,0 0 0,0 0 0,0 0 0,0 0 0,0 0 62,0 0-62</inkml:trace>
  <inkml:trace contextRef="#ctx0" brushRef="#br0" timeOffset="115821.6246">4490 6846 0,'0'0'0,"0"0"0,0 0 0,0 0 0,0 0 0,0 0 0,0 0 0,0 0 0,0 0 16,0 0-16,0 0 0,0 0 0,0 0 0,0 0 0,0 0 16,0 0-16,0 0 0,0 0 0,0 0 0,0 0 0,0 0 15,0 0-15,0 0 0,-25 0 0,25 0 0,0 0 0,0 0 0,0 0 0,0 0 16,0 0-16,0 0 0,0 0 0,0 0 0,0 0 0,0 0 15,0 0 1,0 25-16,0-25 0,0 0 0,0 0 0,0 25 0,0-25 16,0 0-16,0 0 0,0 25 0,-25-25 0,25 24 0,0-24 0</inkml:trace>
  <inkml:trace contextRef="#ctx0" brushRef="#br0" timeOffset="128188.3319">4415 6747 0,'0'0'0,"0"0"15,0 0-15,0 0 0,0 0 0,0 0 0,0 0 0,0 0 16,0 0-16,0 0 0,0 0 0,0 0 0,0 0 0,0 0 16,0 0-16,0 0 0,0 0 0,0 0 0,0 0 0,0 0 0,0 0 15,0 0-15,0 0 0,0 0 0,0 0 0,0 0 0,0 0 16,0 0-1,0 0-15,0 0 0,0 0 0,0 0 0,0 0 0,0 0 16,0 0-16,0 0 0,0 25 0,0-25 0,0 0 0,0 0 47,0 24-47,0-24 0,0 0 0,0 25 0,-25-25 0,25 0 0,0 25 0,0-25 0,0 25 0,0-25 0,0 25 15,0 0 1,0-25-16,0 24 0,0 1 0,0-25 0,0 25 0,0 0 0,0 0 0,0-1 0,0-24 16,0 25-16,0 0 0,0 0 0,0 0 0,-24-25 0,24 24 0,0 1 0,0-25 0,0 25 0,0-25 0,0 25 0,0 0 0,0-25 0,0 24 15,0-24-15,0 25 0,0-25 0,0 25 16,0-25-16,0 0 0,0 25 15,0-25-15,0 25 0,-25-25 0,25 0 0,0 24 0,0-24 16,0 0-16,0 0 0,0 25 0,0-25 0,0 0 0,0 0 0,0 25 16,0-25-16,0 0 0,0 0 0,0 0 0,0 0 0,0 25 15,0-25-15,0 0 0,0 0 0,0 0 0,0 0 0,0 0 0,0 0 16,0 0-16,0 0 0,0 0 15,0 0-15,0 0 0,0 0 16,0 0-16,0 0 0,0 0 0,0 0 0,0 0 0,-25-25 62,25 25-62,0 0 0,0 0 0,0-25 0,-25 25 0,25 0 0,0 0 16,0-25-16,-25 25 0</inkml:trace>
  <inkml:trace contextRef="#ctx0" brushRef="#br0" timeOffset="128410.3446">4118 7218 0,'0'0'16,"0"-25"0,0 25-16,0 0 0,0 0 0,0 0 0,0 0 0,0 0 15,24 0-15,-24 0 0,0 0 0,0 0 0,0 0 0,0-24 0,0 24 16,0 0-16,25 0 0,-25 0 0,0 0 0,0 0 0,25 0 15,-25 0-15,0 0 0,25 0 0,-25 0 0,25 0 0,-25 0 16,24-25-16,-24 25 0,25 0 0,-25 0 0,0 0 0,25 0 0,-25 0 16,0 0-16,25 0 0,-25 0 15,0 0-15,25 25 0,-25-25 16,0 0-16,24 0 0,-24 0 0,0 0 0,0 0 0,0 24 15,0-24-15,25 0 0,-25 0 0,0 0 0,0 0 0,0 25 0,0-25 16</inkml:trace>
  <inkml:trace contextRef="#ctx0" brushRef="#br0" timeOffset="128934.3746">4514 7516 0,'0'0'16,"0"0"-16,0 0 0,0 0 0,0 0 0,-24-25 0,24 25 15,0 0-15,0 0 0,0 0 0,0 0 0,0-25 0,0 25 0,0 0 31,0 0-31,0-25 0,0 25 0,0 0 0,0 0 0,0-24 0,0 24 0,0 0 16,0-25-16,0 25 0,24 0 0,-24-25 0,0 25 0,0 0 16,0-25-16,25 25 0,-25 0 0,0 0 0,0-25 0,0 25 0,0 0 46,25 0-46,-25 0 0,0-24 0,0 24 0,25 0 0,-25 0 0,0 0 0,25-25 0,-25 25 0,0 0 0,0 0 0,24 0 0,-24 0 0,0 0 0,0 0 0,0 0 0,25 0 0,-25 0 16,0 0-16,0 0 16,0 0-16,0 25 0,0-25 0,25 0 15,-25 0-15,0 24 0,0-24 0,0 25 0,0-25 0,0 0 0,0 25 16,0-25-16,0 25 0,0-25 0,0 0 0,0 25 0,0-25 15,0 24-15,0-24 0,0 0 0,0 25 0,0-25 0,0 25 16,0-25-16,0 0 0,0 25 0,0-25 0,0 0 0,0 0 16,0 0-16,0 0 0,0 25 0,0-25 0,0 0 0,0 0 15,0 0 1,0 0-16,0 0 0,0 0 0,0 0 0,0 0 0,25 0 15,-25 0-15,0 0 0,0 0 0,25 0 0</inkml:trace>
  <inkml:trace contextRef="#ctx0" brushRef="#br0" timeOffset="129780.423">4837 7243 0,'0'0'0,"0"0"0,0 0 0,0 0 0,0 0 0,-25 0 0,25 0 0,0 0 0,0 0 0,0 25 0,-25-25 0,25 0 0,0 0 0,-25 0 0,25 0 0,0 25 0,0-25 0,-24 0 0,24 0 0,0 0 0,0 24 0,-25-24 0,25 0 0,0 0 0,0 25 0,0-25 0,-25 0 0,25 25 0,0-25 0,0 0 0,0 25 0,-25-25 0,25 25 0,0-25 0,0 0 15,0 24-15,0-24 0,0 25 0,0-25 0,0 0 16,0 25-16,0-25 0,25 0 0,-25 25 0,0-25 15,0 0-15,0 0 0,0 25 0,25-25 0,-25 0 16,0 0-16,0 0 0,0 0 0,0 0 0,25 0 0,-25 0 0,0 0 16,0 0-16,0 0 0,24 0 0,-24 0 0,0 0 0,0 0 0,0 0 15,25 0-15,-25 0 16,0 0-16,0 0 15,25 0-15,-25 0 0,0-25 0,0 25 0,25 0 0,-25 0 0,0 0 16,0-25-16,0 25 0,25 0 0,-25 0 0,0-25 0,0 25 0,25 0 0,-25-25 0,0 25 16,0 0-16,0-24 0,24 24 0,-24-25 0,0 25 0,0 0 0,0-25 31,0 25-31,0 0 0,0 0 0,0-25 0,0 25 0,0 0 0,0-25 47,0 25-47,0 0 0,0 0 0,0 0 0,0-24 0,0 24 0,0 0 0,0 0 0,0 0 0,0 0 0,0 0 0,0 0 0,0 0 0,0 0 0,0 0 0,0 0 0,0 0 0,0 0 0,0 0 0,0 0 15,0 0-15,0 0 0,0 0 0,0 0 0,0 0 16,0 0-16,0 0 0,0 0 0,0 0 15,0 0 1,0 0-16,-24 24 0,24-24 0,0 0 0,0 0 0,0 0 0,0 0 0,0 0 16,0 0-16,0 0 0,0 0 0,24 0 0,-24 0 0,0 0 15,0 0-15,0 0 0,0 0 0,0 0 0,0 25 0,0-25 16,0 0-16,0 0 0,0 0 0,0 0 0,0 0 0,0 0 0,0 25 15,0-25-15,0 0 0,0 0 0,0 0 0,0 25 0,0-25 16,0 0-16,0 0 0,0 0 16,0 25-16,0-25 0,0 0 15,0 0-15,0 24 0,0-24 0,0 0 0,0 25 0,0-25 0,0 0 47,0 25-47,0-25 0,0 25 16,0-25-16,0 0 0,0 25 0,25-25 0,-25 0 0,0 0 0,0 24 0,0-24 0,0 0 0,0 0 0,0 0 0,0 0 0,0 0 0,0 0 0,0 0 0,0 0 0,25 0 0,-25 0 0,0 0 46,0-24-46,0 24 0,25 0 0,-25 0 0,0 0 0,0-25 16,25 25-16,-25 0 16,0-25-16,0 25 0,24 0 0,-24 0 0,0-25 15,0 25-15,25 0 0,-25 0 0,0-25 0,0 25 0,0 0 0,0 0 0,25-24 0,-25 24 0,0 0 0,0 0 0,0-25 0</inkml:trace>
  <inkml:trace contextRef="#ctx0" brushRef="#br0" timeOffset="130374.457">5085 7268 0,'25'0'15,"-25"0"-15,0 0 0,0 0 0,0 0 0,0 0 0,0-25 0,0 25 16,-25 0-16,25 0 0,0 0 0,0 0 0,0 0 0,0 0 15,0 0 1,0 0-16,0 0 0,0 0 0,0 0 0,0 0 0,0 0 0,0 0 16,0 0-16,0 0 0,0 0 0,0 0 0,0 0 0,0 0 0,0 0 46,25 0-46,-25 0 0,0 25 0,0-25 0,0 0 0,0 25 0,0-25 0,0 0 0,0 0 0,0 24 0,0-24 0,0 0 0,0 25 0,0-25 0,0 0 16,0 25-16,-25-25 16,25 0-16,0 25 0,0-25 0,0 0 15,0 25-15,0-25 0,0 0 0,0 24 0,0-24 0,0 0 0,0 0 0,0 25 0,0-25 0,0 0 16,0 0-16,0 0 0,25 25 0,-25-25 0,0 0 0,0 0 15,0 0-15,0 0 0,0 0 0,0 0 0,0 0 0,0 0 16,0 0-16,0 0 0,0 0 0,0 0 0,0 0 0,0 0 16,0 0-16,0 0 0,0 0 0,0 0 0,0 0 15,0-25-15,0 25 0,0 0 0,0 0 0,0 0 0,0 0 0,0-25 16,25 25-16,-25 0 15,0 0-15,0-24 0,0 24 0,0 0 0,0 0 0,24-25 16,-24 25-16,0 0 0,0-25 0,25 25 0,-25 0 16,0-25-16,0 25 0,25-25 0,-25 25 0,0 0 0,25-24 0,-25 24 0,0 0 93,0-25-93,25 25 0,-25 0 0,0 0 0,0 0 0,0-25 0,24 25 0,-24 0 0,0 0 0,0 0 0,0 0 0,0 0 16,0 0-16,0 0 0,0 0 0,0 0 0,0 0 0,0 0 0,0 0 0,0 25 0,0-25 0,0 0 0,0 0 0,0 0 0,0 25 0,0-25 0,0 0 15,0 24-15,0-24 0,0 25 0,0-25 0,0 25 0,0-25 0,0 25 16,0-25-16,0 25 0,0-25 0,0 24 0,0-24 0,25 0 0,-25 25 0,0-25 16,0 25-16,0-25 0,0 0 0,0 0 0,0 25 0,0-25 0,0 0 0,0 0 0,25 0 0,-25 0 15,0 0-15,0 0 0,0 0 0,25 0 0,-25 0 0,0 0 0,0 0 16,25 0-16,-25-25 0,0 25 0,24 0 0,-24 0 0,0-25 15,25 25-15,-25 0 0,0-25 0,25 25 0,-25 0 0,0-24 16,0 24 0,25-25-16,-25 25 0</inkml:trace>
  <inkml:trace contextRef="#ctx0" brushRef="#br0" timeOffset="132721.5912">4738 7020 0,'0'0'0,"0"0"16,0 0-16,0 0 0,0 0 0,0 0 0,0 0 0,0 0 15,0 0-15,0 0 0,0 0 0,0 0 0,0 0 0,0 0 16,0 0-16,0 0 0,0-25 0,0 25 0,0 0 0,0 0 15,0 0-15,0 0 0,0 0 0,0 0 16,0 0-16,0 0 0,0 0 0,0 0 16,0 0-16,0 0 0,0 0 0,0 0 0,0 0 0,0 0 15,0 0-15,0 0 0,0 0 0,0 0 0,0 0 0,0 0 16,0 0-16,0 0 0,24 0 0,-24 0 0,0 0 0,0 0 0,0 0 15,0 0-15,0 0 0,25 0 0,-25-25 0,0 25 0,0 0 0,0 0 16,25 0-16,-25 0 16,0-25-16,0 25 0,25 0 0,-25 0 0,0 0 0,0 0 15,25 0-15,-25-24 0,0 24 0,0 0 0,25 0 0,-25 0 31,0 0-31,0 0 0,0 0 0,24 0 0,-24-25 0,0 25 0,0 0 0,0 0 0,0 0 0,0 0 0,0 0 16,0 0-16,0 0 0,0 0 0,0 0 0,0 0 0,0 0 16,0 0-16,0 0 0,0 0 0,0 0 0,25 0 0,-25 0 0,0 0 31,0 0-31,0 0 0,0 0 0,0 0 0,0 0 0,0 0 0,0 0 15,0 0-15,0 0 0,0 0 0,0 0 0,0 0 0,0 25 16,0-25-16,0 0 0,0 0 0,0 0 0,0 0 0,25 0 0,-25 0 16,0 24-16,0-24 0,0 0 0,0 0 0,0 0 0,0 0 15,0 0-15,25 0 0,-25 25 0,0-25 0,0 0 16,0 0-16,0 0 15,0 0-15,0 0 0,25 0 0,-25 25 0,0-25 0,0 0 16,0 0-16,0 0 0,0 0 0,0 0 0,0 0 0,0 0 0,0 0 62,0 0-62,0 0 0,0 0 0,0 0 0,0 0 0,0 0 0,0 0 0,0 0 0,24 25 0,-24-25 16,0 0-16,0 0 0,0 0 0,0 0 0,0 0 0,0 0 0,0 0 0,0 0 0,0 0 16,0 0-16,0 0 0,0 0 0,0 0 0</inkml:trace>
  <inkml:trace contextRef="#ctx0" brushRef="#br0" timeOffset="133307.6245">4787 8012 0,'0'0'16,"0"0"-16,0 0 0,0 0 0,0-25 0,0 25 0,0 0 15,0 0-15,0 0 0,0 0 0,0 0 0,25 0 0,-25 0 0,0 0 16,0-25-16,0 25 0,0 0 0,0 0 0,0 0 0,0 0 15,0 0-15,0 0 0,0 0 0,0 0 0,0-25 0,0 25 16,0 0-16,0 0 16,0 0-16,0 0 0,0 0 0,0 0 0,0 0 0,0 0 0,0 0 0,0 0 0,0 0 15,0 0-15,0 0 0,0 0 16,0 0-16,0 0 0,0 0 0,0 0 0,0 0 0,0 0 15,0 0-15,0 0 0,0 0 0</inkml:trace>
  <inkml:trace contextRef="#ctx0" brushRef="#br0" timeOffset="136162.7881">6028 7169 0,'0'-25'16,"0"25"-16,0 0 0,0 0 0,0 0 0,0 0 0,0 0 0,0 0 31,24 0-31,-24 0 0,0 0 0,0 0 0,0 0 0,0 0 16,0-25-16,0 25 0,0 0 0,0 0 0,0 0 0,0 0 15,0 0-15,0 0 0,0 0 0,0 0 0,0 0 0,0 0 0,0 0 16,0 0-16,0-25 0,0 25 0,0 0 0,0 0 0,0 0 15,0 0-15,0 0 0,0 0 0,0 0 0,0 0 0,0 0 0,0 0 16,0 0-16,0 0 16,0 0-16,0 0 0,0 0 0,0 0 0,0 0 0,0 0 0,0 0 0,0 0 0,0 0 15,0 0-15,0 0 0,0 0 0,0 0 0,0 25 109,0-25-109,0 0 0,0 0 0,0 0 0,0 25 0,0-25 0,0 0 0,0 0 0,0 25 0,0-25 16,0 24-16,0-24 0,0 0 0,25 25 0,-25-25 0,0 25 0,0-25 0,0 0 0,0 25 16,0-25-16,0 25 15,0-25-15,0 0 0,0 24 0,0-24 0,0 25 0,0-25 0,0 0 0,0 25 0,0-25 0,0 0 0,0 0 0,0 25 0,0-25 0,0 0 16,0 0-16,0 0 0,0 0 0,0 25 0,-25-25 0,25 0 0,0 0 0,0 0 0,0 0 0,0 0 0,0 0 0,0 0 15,0 0-15,0 0 0,0 0 0,0 0 0,0 0 0,0 0 0,0 0 16,0 0-16,0 0 0,0 0 0,0 0 0,0 0 0,0 0 0,0 0 0,0 0 0,0 0 0,0-25 0,0 25 0,0 0 16,0 0-16,0-25 0,0 25 0,0 0 0,0 0 0,0-25 0,0 25 0,0 0 15,0-25-15,0 25 0,0 0 16,25 0-16,-25-24 0,0 24 15,0 0-15,0 0 0,0-25 0,0 25 0,0 0 0,25 0 0,-25-25 16,0 25-16,0 0 0,0 0 0,0 0 0,25 0 0,-25-25 16,0 25-16,0 0 0,0 0 0,25 0 0,-25-25 0,0 25 46,0 0-46,24 0 0,-24 0 0,0-24 0,0 24 0,25 0 0,-25 0 0,0 0 16,0 0-16,25-25 16,-25 25-16,0 0 15,0 0-15,0 0 0,0 0 0,0 25 0,25-25 0,-25 0 0,0 0 0,0 0 0,0 0 0,0 0 0,0 24 0,0-24 0,0 0 0,0 0 0,0 25 0,25-25 0,-25 0 0,0 0 0,0 25 0,0-25 0,0 0 16,0 25-16,0-25 0,0 0 0,0 0 0,0 25 0,0-25 15,0 0-15,0 24 0,0-24 0,0 25 0,0-25 0,0 0 32,0 25-32,0-25 0,0 0 0,0 25 0,0-25 0,0 0 0,0 0 0,0 0 0,0 25 0,0-25 15,0 0-15,0 0 0,0 0 0,0 0 0,0 0 0,0 0 16,0 0-16,0 0 0,0 0 15,0 0-15,0 0 0,0 0 0,0 0 16,0 0-16,0 0 0,0 0 0,0 0 16,0 0-16,0 0 0,0 0 0,0 0 0,0 0 0,0 0 0,0 0 0,0 0 15,0 0-15,0 0 0</inkml:trace>
  <inkml:trace contextRef="#ctx0" brushRef="#br0" timeOffset="137197.8473">6524 7218 0,'0'0'15,"0"-25"1,0 25-16,0 0 0,0 0 0,0 0 0,0 0 0,-25 0 15,25 0-15,0 0 0,0-24 0,0 24 0,0 0 0,0 0 16,0 0-16,0 0 0,0 0 0,0 0 0,0 0 0,0-25 0,0 25 16,0 0-16,0 0 0,-25 0 0,25 0 0,0 0 0,0 0 0,0 0 15,0 0-15,-25 0 16,25 0-1,0 0-15,0 0 0,0 0 0,0-25 0,0 25 0,0 0 0,0 0 0,0 0 0,0 0 0,-25 0 0,25 0 16,0 0-16,0 0 0,0 0 0,0 0 0,0 0 0,-24 0 16,24 0-16,0 0 0,0 0 0,0 0 0,0 25 0,0-25 0,0 0 15,0 0-15,-25 0 0,25 0 0,0 25 16,0-25-16,0 0 0,0 24 15,0-24-15,0 0 0,0 25 0,0-25 0,0 0 0,0 0 16,0 25-16,0-25 0,0 25 0,0-25 0,-25 0 0,25 25 0,0-25 0,25 0 16,-25 0-16,0 24 0,0-24 0,0 0 0,0 0 0,0 0 15,0 0 1,0 25-16,0-25 0,0 0 0,0 0 0,0 0 0,25 0 0,-25 0 15,0 0-15,0 0 0,0 0 0,0 0 0,24 0 0,-24 0 0,0 0 16,0 0-16,0 0 0,25 0 0,-25 0 0,0 0 0,0 0 0,0 0 16,25 0-1,-25 0-15,0 0 0,0 0 0,0 0 0,25 0 0,-25 0 0,0 0 16,0-25-16,0 25 0,0 0 0,25 0 0,-25 0 0,0 0 15,0-24-15,0 24 0,0 0 0,0 0 0,24-25 0,-24 25 16,0 0-16,0 0 0,0-25 0,0 25 0,0 0 0,0 0 0,0-25 16,0 25-1,0 0-15,0 0 0,0 0 0,0 0 0,0-25 0,0 25 0,0 0 0,0 0 16,0 0-16,0 0 0,25 0 0,-25 0 0,0 0 0,0 0 0,0 0 15,0 0-15,0 0 0,0 0 0,0 0 0,0 0 16,0 0 62,-25 0-78,25 0 16,0 0-16,0 0 0,0 0 0,0 0 0,0 25 0,0-25 0,0 0 0,0 0 0,0 25 0,0-25 0,0 0 0,0 25 0,0-25 15,0 0-15,0 25 0,0-25 0,0 24 0,0 1 0,0-25 0,0 25 0,0-25 0,0 25 0,0 0 0,0-25 0,0 24 0,0-24 0,25 25 0,-25 0 0,0-25 0,0 25 0,0-25 0,0 25 0,0-25 0,0 24 0,25-24 0,-25 25 0,0-25 0,0 25 0,0-25 0,0 0 16,0 25-16,25-25 0,-25 25 15,0-25-15,0 0 0,0 24 0,0-24 0,0 25 0,0-25 0,0 0 0,0 25 16,0-25-16,0 0 0,0 0 0,0 25 0,0-25 0,0 0 16,0 0-1,0 0-15,0 25 0,0-25 0,0 0 0,0 0 0,0 0 16,-25 0-16,25 0 0,0 0 0,0 0 0,-25 24 0,25-24 15,0 0-15,-25 0 0,25 0 0,0 0 0,0 0 0,-24-24 0,24 24 16,0 0-16,0 0 0,0 0 0,0-25 0,0 25 0,0 0 16,0-25-16,0 25 0,0 0 0,0-25 0,0 25 0,0 0 0,0-25 15,0 25-15,0-24 0,24 24 0,-24 0 16,0-25-16,0 25 0,0-25 15,25 25-15,-25 0 0,0-25 0,0 25 0,25 0 0,-25-25 16,0 25-16,0 0 0,25-24 0,-25 24 0,0 0 0,0 0 16,25-25-16,-25 25 0,0 0 0,0 0 0,24 0 0,-24-25 15,0 25-15,0 0 0,0 0 0,0 0 0,25-25 0,-25 25 16,0 0-16,0 0 0,0 0 0,0-25 0,0 25 0</inkml:trace>
  <inkml:trace contextRef="#ctx0" brushRef="#br0" timeOffset="139606.9848">6598 7144 0,'0'0'15,"0"-25"-15,0 25 0,0 0 0,-25 0 0,25 0 0,0 0 16,0 0-16,0 0 0,0 0 0,0 0 0,0 0 0,0-25 16,25 25-16,-25 0 0,0 0 0,0 0 0,0 0 0,0 0 15,0 0-15,0 0 0,-25 0 0,25-25 0,0 25 0,0 0 16,0 0-16,0 0 15,0 0-15,25 0 0,-25-24 0,0 24 0,0 0 16,0 0-16,25 0 0,-25-25 0,0 25 0,0 0 0,25 0 0,-25-25 16,0 25-16,0 0 0,0-25 0,24 25 0,-24 0 0,0-25 0,25 25 15,-25 0-15,0-24 0,0 24 0,25 0 0,-25-25 0,0 25 16,0 0-16,25 0 0,-25 0 0,0-25 0,0 25 0,0 0 15,0 0-15,25-25 0,-25 25 0,0 0 0,0 0 0,0 0 32,0 0-32,24-25 0,-24 25 0,0 0 0,0 0 0,0 0 15,25-25-15,-25 25 0,0 0 16,0 0-16,0 0 0,0-24 0,0 24 0,0 0 0,0 0 0,0 0 0,0-25 0,0 25 0,25 0 0,-25 0 15,0 0-15,0 0 0,0-25 0,0 25 0,0 0 16,0 0-16,0 0 0,0 0 0,0 0 0,0-25 16,0 25-16,-25 0 0,25 0 0,0 0 0,0 0 0,0-25 0,0 25 15,0 0 1,0 0-16,0 0 0,0 0 0,0 0 0,0 0 0,-25 0 15,25 0-15,0-24 0,0 24 0,0 0 0,0 0 0,0 0 0,-24 0 16,24 0-16,0 24 0,0-24 0,0 0 0,0 0 0,0 0 16,0 0-16,0 0 0,-25 0 0,25 0 0,0 0 0,0 0 0,0 0 15,0 0-15,0 0 0,0 0 0,0 0 0,0 0 0,0 0 16,0 0-1,0 0-15,0 0 0,0 0 0,0 0 0,0 0 0,0 0 16,-25 0-16,25 0 0,0 0 0,0 0 0,0 25 0,0-25 16,0 0-16,0 0 0,0 0 0,0 0 0,0 0 0,0 0 93,0 0-93,0 25 0,0-25 0,0 0 0,0 0 0,0 0 0,0 25 16,0-25-16,0 0 0,0 25 0,0-25 0,0 0 0,0 0 0,0 24 0,0-24 0,-25 0 0,25 25 0,0-25 0,0 0 0,0 25 15,0-25-15,0 0 0,0 25 0,0-25 16,0 25-16,0-25 0,0 25 0,0-25 0,0 24 0,0-24 0,0 25 0,25-25 16,-25 0-16,0 25 0,0-25 0,0 25 0,0-25 0,0 25 0,0-25 0,0 0 0,0 24 0,0-24 0,0 25 15,0-25-15,0 0 0,0 25 0,0-25 0,0 25 0,0-25 0,0 0 0,0 25 0,0-25 0,0 0 0,0 24 0,0-24 0,0 0 0,0 25 0,0-25 0,0 0 0,0 25 0,0-25 0,0 0 16,0 0-16,0 25 0,0-25 0,0 0 0,0 0 0,0 0 31,0 25-31,0-25 0,0 0 0,-25 0 0,25 0 0,0 0 0,0 0 16,0 0-16,0 0 0,0 0 0,0 0 0,0 0 0,0 0 15,0 0-15,0 0 0,0 0 0,0 0 0,0 0 0,0 0 16,0 0-16,0 0 0,0 0 0,0 0 0,0 0 0,0 0 0,0 0 0,0 24 15,0-24 1,0 0-16,0 0 0,0 0 0,0 0 0,0 0 31,0 0-31,0 0 0,0 0 0,0 0 0,0 0 0,0 0 0,0 0 0,0 0 16,0 0-16,0 25 0,0-25 0,0 0 0,0 0 0,0 0 0,0 0 0,0 0 0,0 0 0,0 0 15,0 0-15,0 0 0,0 0 0,0 0 0,0 0 0,0 0 0,0 0 16,0 0-16,0 0 0,0 0 0,0 0 0,0 0 0,0 0 16,0 0-16,0 0 0,0 0 0,0 0 15,0 0-15,0-25 0,0 25 16,0 0-16,0 0 0,0 0 0,0 0 0,0 0 0,0 0 15,0-24-15,0 24 0,0 0 0,0 0 0,0 0 0,0 0 0,25-25 16,-25 25-16,0 0 0,0 0 0,0-25 0,0 25 0,25 0 0,-25-25 16,0 25-16,0 0 0,25 0 0,-25-25 0,0 25 0,0 0 15,0 0-15,24 0 0,-24-24 0,0 24 16,0 0-16,0 0 0,0-25 15,25 25-15,-25 0 0,0 0 0,0 0 0,0 0 0,0 0 47,0 0-47,0 0 0,0 0 0,0 0 0,0 0 0,0 0 0,0 0 0,0 0 0,0 0 0,0 0 0,0 0 0,0 0 0,25 0 0,-25 0 0,0 25 0,0-25 0,0 0 0,0 0 16,0 0-16,0 0 0,0 0 0,0 24 0,0-24 0,0 0 0,0 0 15,0 0-15,0 25 0,0-25 0,0 0 0,0 0 16,0 25-16,0-25 16,0 0-16,0 25 0,0-25 0,0 0 0,0 0 15,0 25-15,25-25 0,-50 0 0,25 0 0,25 24 0,-25-24 16,0 0-16,0 0 0,0 25 0,0-25 0,0 0 0,0 25 0,0-25 15,0 0-15,0 0 0,0 25 0,0-25 0,0 0 0,0 0 16,0 0-16,0 25 0,25-25 0,-25 0 0,0 0 0,0 0 0,0 0 16,0 0-16,0 0 0,0 0 0,0 0 0,25 0 0,-25-25 31,0 25-31,0 0 0,0 0 0,0 0 0,0 0 0,0-25 15,24 25-15,-24 0 0,0 0 0,0 0 0,0-25 0,25 25 0,-25 0 16,0-25-16,25 25 0,-25 0 0,0-24 0,0 24 0,25 0 0,-25-25 16,0 25-16,25 0 0,-25-25 0,0 25 0,0 0 0,0-25 15,0 25-15,0 0 0,0-25 0,24 25 0,-24 0 16,0 0-16,0 0 15,0-24-15,0 24 0,0 0 0,0 0 0,0 0 0,0 0 0,0 0 16,0 0-16,0 0 0,0 0 0,0 0 0,0 0 0,0 0 47</inkml:trace>
  <inkml:trace contextRef="#ctx0" brushRef="#br0" timeOffset="141111.0711">7094 7243 0,'0'0'31,"0"0"-31,0 0 16,0 0-16,0 0 0,0 0 0,0 0 0,0 0 0,0 0 0,0 0 0,0 0 0,0 0 15,0 0-15,0 0 0,0 0 0,0 0 0,0 0 0,0 0 0,0 0 0,0 0 0,0 0 16,0 0-16,0 0 0,0-25 0,0 25 0,0 0 0,0 0 0,0 0 16,0 0-16,0 0 0,0 0 0,0 0 0,0 0 15,0 0 1,0 0-16,0 0 0,0 0 0,0 0 0,0 0 0,0 0 15,0 0-15,0 0 0,0 0 0,0 0 0,0 0 0,0 0 16,0 0-16,0 0 0,0 0 0,0 0 0,0 0 0,0 0 0,0 0 16,0-25-16,0 25 0,0 0 0,0 0 0,0 0 0,0 0 31,0 0-31,0 0 0,0 0 0,0 0 15,-25 0-15,25 0 0,0 0 0,0 0 0,0 0 0,0 0 0,0 0 0,0 0 0,0 0 0,0 0 16,0 0-16,0 0 0,0 0 0,0 0 0,0 0 0,0 0 16,0-24-16,0 24 0,0 0 0,0 0 0,0 0 0,0 0 15,0 0-15,0 0 0,0 0 0,0 0 0,0 0 0,0 0 0,0 0 0,0 0 16,0 0-16,0 0 15,0 24 1,0-24-16,0 0 0,0 0 0,0 0 16,0 0-16,0 0 0,0 25 0,0-25 0,-24 0 0,24 0 0,0 25 0,0-25 0,0 0 0,0 25 0,0-25 0,0 0 0,-25 25 0,25-25 15,0 24 1,0-24-16,0 0 0,0 25 0,0-25 0,0 0 0,0 25 0,25-25 15,-25 0-15,0 25 0,0-25 0,0 0 0,0 0 0,0 25 47,0-25-47,0 0 0,0 0 16,0 0-16,0 0 0,0 24 0,0-24 0,0 0 0,24 0 0,-24 0 0,0 0 15,0 0-15,0 0 0,0 0 0,0 0 0,25 0 0,-25 0 0,0 0 0,0 0 0,25-24 0,-25 24 0,0 0 0,0 0 0,25-25 0,-25 25 0,0 0 0,0 0 0,25-25 16,-25 25-16,0 0 0,0 0 0,0 0 0,0-25 0,0 25 47,24 0-47,-24 0 0,0 0 0,0-25 0,0 25 0,0 0 0,0 0 0,0 0 0,0 0 0</inkml:trace>
  <inkml:trace contextRef="#ctx0" brushRef="#br0" timeOffset="141646.1017">7094 6970 0,'0'0'0,"0"0"16,0-25-16,0 25 0,0 0 0,0 0 0,0 0 16,0 0-16,0 0 0,0 0 0,0 0 0,0 0 0,0 0 0,0 0 15,0 0-15,0 0 0,0 0 0,0-24 0,0 24 0,0 0 16,0 0-16,0 0 15,0 0-15,0 0 0,0 0 0,0 0 0,0 0 16,0 0-16,0 0 0,0 0 0,0 0 0,0 0 0,0 0 31,0 0-31,0 0 0,0 0 0,0 24 0,0-24 0,0 0 0,0 0 0,0 0 0,-25 0 0,25 0 0,0 0 0,0 0 0,0 0 0,0 0 16</inkml:trace>
  <inkml:trace contextRef="#ctx0" brushRef="#br0" timeOffset="142490.15">7367 7169 0,'0'0'15,"0"0"-15,0 0 0,0 0 0,0 0 0,0 0 0,0 0 0,0 0 0,0-25 16,0 25-16,0 0 15,0 0-15,0 0 0,0 0 0,0 0 16,0 0-16,0 0 0,0 0 0,0-25 16,0 25-16,0 0 0,0 0 0,0 0 0,0 0 0,0 0 0,0 0 0,0 0 0,0 0 0,0 0 0,0 0 15,0 0-15,0-25 0,0 25 0,0 0 0,0 0 31,0 0-31,0 0 0,0 0 0,0 0 0,0 0 0,0 0 0,0 0 0,0 0 0,0 0 0,-25 0 0,25 0 0,0 0 16,0 0 0,0 0-16,0 0 0,0 25 0,0-25 0,0 0 0,0 0 15,-25 0-15,25 0 0,0 0 0,0 0 0,0 0 0,0 0 0,-24 25 16,24-25-16,0 0 0,0 0 0,0 0 0,0 0 0,0 0 0,0 25 15,0-25-15,0 0 0,-25 0 0,25 0 0,0 24 0,0-24 16,0 0-16,0 25 0,0-25 0,0 25 0,0-25 0,0 0 16,0 25-16,0-25 15,0 25-15,0-25 0,0 0 0,0 24 16,0-24-16,0 25 0,0-25 0,25 0 0,-25 25 0,0-25 0,0 25 15,0-25-15,24 0 0,-24 25 0,0-25 0,0 0 0,0 0 0,25 24 16,-25-24-16,0 0 0,0 0 0,25 0 0,-25 0 0,0 0 16,0 0-16,25 0 0,-25 0 15,0 0 1,25 0-16,-25 0 0,0 0 0,24-24 0,-24 24 0,25 0 0,-25-25 0,0 25 0,25-25 0,-25 25 0,25-25 0,-25 25 15,0-25-15,25 1 0,-25 24 16</inkml:trace>
  <inkml:trace contextRef="#ctx0" brushRef="#br0" timeOffset="144435.2612">7565 6772 0,'0'0'0,"0"0"0,0 24 0,0-24 0,0 0 15,0 0-15,0 0 0,0 0 16,0 0-1,0 0-15,0 0 16,0 0 0,25 0-16,-25 0 0,0 0 0,0 0 0,0 0 0,0-24 0,0 24 0,0 0 0,0 0 0,0-25 0,25 25 0,-25 0 0,0 0 0,0-25 0,0 25 0,0 0 15,0 0 1,0-25-1,0 25-15,0 0 16,0 0-16,0-25 0,0 25 0,0 0 0,0 0 0,0-24 0,0 24 0,0 0 0,0 0 0,0 0 0,0 0 0,0-25 0,0 25 16,0 0-16,0 0 0,0 0 0,0 0 0,0 0 0,0 0 0,0 0 0,0 0 0,0 0 0,0 0 0,0 0 0,0 0 0,0 0 15,0 0-15,0 0 0,0 0 0,0-25 0,0 25 16,0 0-16,0 0 0,-25 0 0,25 0 0,0 0 0,0 0 0,0 0 0,0 0 0,0 0 0,0 0 0,0 0 0,-25 0 0,25 0 0,0 0 0,0 0 0,0 0 0,0 0 0,0 0 0,0 25 15,0-25-15,0 0 0,0 0 0,0 0 0,0 0 0,0 0 32,0 0-32,-24 25 0,24-25 0,0 0 0,0 0 0,0 0 0,0 0 0,0 24 15,0-24-15,0 0 0,0 0 0,0 0 0,0 0 0,0 25 0,0-25 16,24 0-16,-24 0 0,0 0 0,0 25 0,0-25 0,0 0 15,0 0-15,0 25 0,0-25 0,25 0 0,-25 25 16,0-25-16,0 0 0,0 24 0,0-24 0,0 25 0,0-25 16,0 0-16,0 25 0,0-25 0,0 25 0,0-25 0,0 25 15,0-25-15,0 25 0,0-25 16,0 0-16,25 24 0,-25-24 0,0 25 0,0-25 0,0 0 0,0 25 0,0-25 0,0 25 15,0-25 1,0 0-16,0 25 0,0-25 0,0 0 0,0 24 0,0-24 0,0 0 16,0 25-16,25-25 0,-25 0 0,0 25 0,0-25 0,0 0 15,0 0-15,0 25 0,0-25 0,0 0 16,0 0-16,0 0 0,0 0 0,0 0 0,0 0 0,0 0 0,0 25 15,0-25 1,-25 0-16,25 0 0,0 0 0,0 0 0,0 0 0,0 0 16,0 0-16,0 24 0,0-24 0,0 0 0,0 0 0,0 0 0,0 0 0,0 0 0,0 0 15,0 0-15,0 0 0,0 0 0,0 0 0,0 0 0,0 0 0,0 0 16,0 0-16,0 25 0,0-25 0,0 0 0,0 0 15,0 0 1,0 0-16,0 0 0,0 0 0,0 0 0,0 0 0,0 0 0,0 0 234,124-198-234,-124 198 406</inkml:trace>
  <inkml:trace contextRef="#ctx0" brushRef="#br0" timeOffset="146073.3547">7665 7268 0,'0'0'0,"0"0"16,0 0-16,0 0 0,0 0 0,24 0 0,-24 0 0,0 0 31,0 0-31,0 0 0,0 0 0,0 0 0,0 0 0,0 0 0,0 0 0,0 0 0,0 0 0,0 0 16,0 0-16,0 0 0,0 0 0,0 0 0,0-25 0,0 25 0,0 0 15,0 0-15,0 0 0,0 0 0,0 0 0,0 0 0,0 0 47,-24 0-47,24 0 0,0 0 0,0 0 0,0 0 0,0 0 0,0 0 0,0 0 0,0 0 0,0 0 0,0 0 0,24 0 0,-24 0 16,0 0-16,0 0 0,0 0 0,0 0 0,0 0 0,0 0 0,0-25 15,0 25-15,0 0 0,0 0 0,0 0 0,0 0 0,0 0 16,0-25-16,0 25 0,0 0 0,0 0 0,0 0 0,0 0 0,0 0 15,0 0-15,0 0 0,0-24 0,0 24 16,0 0-16,0 0 16,0 0-16,25 0 0,-25 0 0,0 0 0,0 0 0,0 0 0,0 0 15,0 0-15,0 0 0,0 0 0,0 0 0,0 0 16,0 0-16,0-25 0,0 25 0,0 0 0,25 0 0,-25 0 0,0 0 15,0 0-15,0 0 0,0 0 0,0-25 0,25 25 0,-25 0 0,0 0 16,0 0-16,0 0 0,0 0 0,0 0 0,0 0 0,0 0 16,0 0-1,25 0-15,-25 0 0,0 0 0,0 0 0,0 0 16,0 0-16,0 0 0,0 0 0,0 0 0,0 0 0,24 0 15,-24 0-15,0 0 0,0 0 0,0 0 0,0 0 0,0 0 0,25 25 0,-25-25 16,0 0-16,0 0 0,0 0 0,25 0 0,-25 0 0,0 0 16,0 0-16,0 0 0,0 0 0,0 0 0,25 0 15,-25 0-15,0 0 16,0 0-16,0 25 0,0-25 0,0 0 0,0 0 0,0 0 0,0 0 0,0 24 78,0-24-78,0 0 0,0 0 0,0 25 0,0-25 0,0 0 0,0 0 0,0 25 0,0-25 0,0 25 0,0-25 0,0 0 0,0 0 0,0 25 0,0-25 0,0 24 0,0-24 0,0 0 15,0 25-15,0-25 0,0 0 0,0 25 0,0-25 0,0 0 0,0 0 0,0 0 0,0 0 0,0 25 0,0-25 0,0 0 0,0 0 0,0 0 0,0 0 0,0 0 16,25 25-16,-25-25 0,0 0 0,0 0 0,0 0 0,0 0 16,0-25-1,0 25-15,24 0 0,-24 0 0,0 0 0,0 0 0,0 0 16,0 0-16,25-25 0,-25 25 0,0 0 0,0 0 0,25-25 0,-25 25 15,0 0-15,0-25 0,25 25 0,-25 0 0,0-24 0,0 24 0,0 0 16,0 0 0,25-25-16,-25 25 0,0 0 0,0 0 31,0 0-31,0 0 0,25 0 0,-25-25 15,0 25-15,0 0 0</inkml:trace>
  <inkml:trace contextRef="#ctx0" brushRef="#br0" timeOffset="146811.3971">7144 7689 0,'0'0'16,"0"0"-16,0 0 0,0 0 0,0 0 0,0 0 0,0 0 15,0 0-15,0 0 0,0 0 0,0 0 0,0 0 0,0 0 0,0 0 16,0 0 0,0 0-16,0 0 0,0 0 0,0 0 0,0 0 0,0 0 15,0 0-15,0 0 0,0 0 0,0 0 0,0 0 16,0 0-16,0 0 0,0 0 0,0 0 0,0 0 0,0 0 0,0 0 0,0 0 0,0 0 0,0 0 15,0 0 1,0 0-16,0 0 0,0 0 0,0 0 0,0 0 0,0 0 0,0 0 0,0 0 16,0 0-16,0 0 0,0 0 0,0 0 0,0 0 0,0 0 15,0 0-15,0 0 0,0 0 0,0 0 0,0 0 0,0 0 47,0 0-47,0 0 0,0 0 0,0 0 0,0 0 0,0 0 0,0 0 0,0 0 0,0 0 0,0 0 16,0-24-16,0 24 0,0 0 0,0 0 15,0 0-15,-25 0 0</inkml:trace>
  <inkml:trace contextRef="#ctx0" brushRef="#br0" timeOffset="150771.6236">9079 7119 0,'0'0'0,"0"0"16,0 0-16,-25 0 0,25 0 0,0 0 0,0 0 15,0 0-15,0 0 0,0 0 0,0 0 0,0 0 0,0 0 16,0 0-16,0 0 0,0 0 0,0 0 0,0 0 0,0 0 0,0 0 15,0 0-15,0 0 0,0 0 0,0 0 0,0 0 0,0 0 47,0 0-47,0 0 16,0 0-16,0 0 0,0 0 0,0 0 0,0 0 0,0 0 0,0 0 0,0 0 0,0 0 0,0 0 0,0 0 0,0 0 0,0-25 0,0 25 0,0 0 0,0 0 0,0 0 15,0 0-15,0 0 0,0 0 0,-25 0 0,25 0 0,0 0 0,0 0 16,0 0-16,0 0 0,0 0 0,0 0 0,0 0 0,-25 0 16,25 0-16,0 0 0,0 0 0,0 0 0,0-25 0,0 25 31,-25 0-31,25 0 0,0 0 0,0 0 0,0 0 0,0 0 0,0 0 15,0 0-15,-25 0 0,25 0 0,0 0 0,0 0 0,0 0 16,0 25-16,0-25 0,-24 0 0,24 0 0,0 0 0,0 0 0,0 0 16,0 0-16,0 0 0,-25 0 0,25 0 0,0 0 0,0 0 15,0 0-15,0 0 0,0 0 0,-25 0 0,25 0 0,0 25 16,0-25-16,0 0 0,0 0 0,0 0 0,-25 0 0,25 0 15,0 0-15,0 0 0,0 0 16,0 25-16,0-25 0,-25 0 0,25 0 16,0 0-16,0 0 0,0 0 0,0 0 0,-24 0 0,24 0 0,0 0 15,0 0-15,0 0 0,0 25 0,0-25 0,0 0 0,-25 0 0,25 0 16,0 24-16,0-24 0,0 0 0,0 0 0,0 25 15,0-25-15,-25 0 16,25 0-16,0 0 0,0 25 0,0-25 0,0 0 0,0 0 0,0 0 0,0 25 16,0-25-16,0 0 0,0 0 0,0 0 0,0 25 0,0-25 46,0 0-46,0 0 0,0 24 0,0-24 0,0 0 0,0 0 0,25 0 0,-25 25 0,0-25 0,0 0 0,0 0 0,0 0 0,0 0 16,0 0-16,0 0 16,0 25-16,25-25 0,-25 0 0,0 0 0,0 0 0,0 0 0,0 0 15,0 0-15,24 0 0,-24 0 0,0 0 0,0 0 16,0 0-16,0 0 0,25 0 0,-25 0 0,0 0 0,0 0 0,0 0 0,0 0 0,0 0 0,0 0 15,0 0-15,25 0 16,-25-25-16,0 25 0,0 0 0,0 0 0,25 0 16,-25 0-16,0 0 0,0 0 0,0 0 0,0 0 0,0 0 0,0 0 0,0 0 0,25 0 15,-25 0-15,0-25 0,0 25 0,0 0 0,0 0 0,0 0 16,0 0-16,0 0 0,0-24 0,24 24 0,-24 0 0,0 0 0,0 0 15,0-25-15,0 25 0,25 0 0,-25 0 0,0-25 0,0 25 16,0 0 0,0-25-16,0 25 0,0 0 0,0-25 0,25 25 46,-25 0-46,0-24 0,0 24 0,0 0 0,0-25 0,0 25 16,0 0 0,25-25-16,-25 25 0,0 0 0,0-25 0,0 25 0,0-25 0,0 25 0,0-24 0,0 24 0,25-25 0,-25 25 0,0-25 0,0 25 0,0-25 15,0 25-15,0-25 0,0 25 0,25 0 0,-25-24 0,0 24 0,0 0 0,0-25 0,0 25 0,0 0 0,0 0 0,0-25 0,0 25 0,0 0 0,0 0 16,0 0-16,0 0 0,0-25 0,0 25 0,0 0 0,0 0 0,-25 0 31,25 0-31,0 0 0,0 0 0,0-25 0,0 25 0,0 0 16,0 0-16,25 0 0,-25 0 0,0 0 0,0 0 0,0 0 0,0 0 15,0 0-15,0 0 0,0 0 0,0 0 0,0 0 0,0 0 16,0 0-16,0 0 0,0 0 15,0 0-15,0 0 0,0 0 0,0 0 0,0 0 0,0 0 0,0 0 0,0 0 0,0 0 16,0 0-16,0 25 0,0-25 0,0 0 0,0 0 16,0 0-16,0 25 0,0-25 15,-25 0-15,25 0 0,0 0 0,0 25 0,0-25 0,0 0 16,0 0-16,0 0 0,0 0 0,0 0 0,0 0 0,0 0 15,0 0-15,0 0 0,0 0 0,0 0 0,0 0 0,0 0 0,0 0 78,0 0-78,0 0 0,0 0 0,0 0 0,0 0 0,0 0 0,0 0 16,0 0-16,0 0 0,0 0 0,0 0 0,0 0 0,25 0 0,-25 0 0,0 0 0,0 0 0,0 25 0,-25-25 16,25 0-16,0 0 0,0 0 0,0 0 0,0 0 0,0 24 0,0-24 0,0 0 0,0 25 15,0-25-15,0 0 0,0 25 0,0-25 0,0 25 0,0-25 0,0 0 0,0 25 0,0-25 0,0 24 0,0-24 0,0 25 0,0-25 0,0 25 0,0-25 0,0 25 16,0-25-16,0 25 15,0-25-15,0 0 0,0 24 0,0-24 0,0 25 0,0-25 16,0 25-16,0-25 0,0 0 0,0 25 0,0-25 0,0 0 0,0 25 16,0-25-16,0 0 0,0 24 0,0-24 0,0 0 0,25 0 15,-25 25-15,0-25 0,0 0 0,0 0 0,0 0 0,0 25 0,0-25 16,0 0-16,0 0 0,0 0 0,0 0 0,0 0 0,0 0 15,0 0 1,0 0-16,0 0 0,0 0 0,0 0 0,0 0 0,0 0 0,0 0 16,0 0-16,0 0 0,0 0 0,0 0 0,0 0 0,0 0 0,0 0 15,0 25-15,0-25 0,0 0 0,0 0 16,0 0-16,0 0 0,0 0 0,0 0 0,0 0 0,0 0 0,0 0 0,0 0 15,0 0 1,0 25-16,0-25 0,0 0 0,0 0 0,0 0 16,0 0-16,-25 0 0,25 0 0,0 0 0,0-25 0,0 25 0,0 0 608</inkml:trace>
  <inkml:trace contextRef="#ctx0" brushRef="#br0" timeOffset="151798.6824">8954 6846 0,'0'0'0,"0"0"0,0 0 0,0 0 47,0 0-47,0 0 0,0 0 0,0 0 0,0 0 0,0 0 0,0 0 0,0 0 0,0 0 0,-24 0 0,24 0 0,0 0 0,0 0 0,0 0 0,0 0 0,0 0 0,0 0 0,0 0 0,0 0 0,0 0 0,0 0 0,0 0 0,0 0 0,0 0 0,0 0 0,0 0 0,0 0 0,0 0 0,0 0 0,0 0 0,0 0 0,0 0 0,0 0 0,0 0 0,0 0 0,0 0 0,0 0 0,0 0 15,0 0-15,0 0 0,0 25 0,24-25 0,-24 0 16,0 0-16,0 0 15,0 0-15,0 0 0,0 0 0,0 0 0,0 0 0,0 0 16,0 0-16,0 0 0,0 0 0,0 0 0,0 0 0,0 0 0,0 0 16,0 0-16,0 0 0,0 0 0,0 0 0,0 0 0,0 0 0,0 0 31,25 0-31,-25 0 0,0 0 0,0 0 0,0 0 0,25 0 0,-25 0 0,0 0 0,0 0 0,25 0 0,-25 0 0,0 25 15,0-25 1,0 0-16,25 0 0,-25 0 0,0 0 0,25 0 0,-25 0 0,0 0 16,24 0-16,-24 0 0,0 0 0,25 0 0,-25 0 0,0 0 15,25 0-15,-25 0 0,0 0 0,25 0 0,-25 0 0,0 0 0,0 0 16,0 0-1,0 0-15,0 0 0,0 0 0,0 0 0,0 0 16,0 0-16,0 0 0,0 0 0,0 0 0,0 0 0,0 0 0,0 0 0,0 0 16,0 0-16,0 0 0,0 0 0,0 0 0,0 0 0,0 0 0,0 0 15,0 0-15,0 0 16,0 0-16,0 0 0,0 0 0,0 0 0,0 0 15,0 0-15,0 0 0,-25 0 0,25 0 0,0 0 0,0 0 0,0 0 16,0 0-16</inkml:trace>
  <inkml:trace contextRef="#ctx0" brushRef="#br0" timeOffset="154624.8439">9451 7169 0,'0'0'15,"0"0"-15,0 0 0,0 0 0,0 0 0,0 0 0,0 0 0,0 0 0,0-25 0,0 25 0,0 0 0,0 0 0,0 0 16,0 0-1,0 0-15,0 0 0,0 0 0,0 0 0,0 0 16,0 0-16,0 0 0,0 0 0,0 0 0,0 0 0,0 0 0,0 0 16,0-25-16,0 25 0,0 0 0,0 0 0,0 0 0,0 0 15,0 0-15,0 0 0,0 0 0,0 0 0,0 0 0,0 0 0,0 0 16,-25 0-16,25 0 0,0 0 0,0 0 0,0 0 0,0 0 15,0 0-15,0 0 0,0-25 0,0 25 16,0 0-16,0 0 16,0 0-16,0 0 0,0 0 0,0 0 0,0 0 0,0 0 0,-25 0 62,25 0-62,0 0 0,0 0 0,0 0 0,0 0 0,0 0 0,0 0 0,0 0 0,0-25 0,0 25 0,0 0 0,0 0 0,0 0 0,0 0 0,0 0 0,-25 0 0,25 0 0,0 0 16,0 0-16,0 0 0,0 25 0,0-25 0,0 0 0,0 0 0,0 0 0,-25 0 0,25 0 0,0 0 0,0 0 0,0 0 15,0 0-15,0 0 0,-24 0 0,24 0 0,0 0 0,0 0 16,0 0-1,0 0-15,0 0 0,0 0 0,0 0 0,0 0 0,-25 0 16,25 0-16,0 0 0,0 0 0,0 25 0,0-25 0,0 0 16,0 0-16,0 0 0,0 0 0,0 0 0,0 0 0,0 0 15,-25 0-15,25 0 0,0 0 0,0 25 0,0-25 0,0 0 0,0 0 16,0 0-16,-25 25 0,25-25 0,0 0 0,0 0 15,0 24-15,0-24 16,0 0-16,0 0 0,0 25 0,-25-25 0,25 0 0,0 0 0,0 25 16,0-25-16,0 0 0,0 0 0,0 25 0,0-25 0,0 0 15,0 0-15,0 0 0,0 25 0,0-25 0,0 0 16,0 0-16,0 0 15,0 0-15,0 24 16,0-24-16,0 0 0,0 0 0,0 0 0,0 0 0,0 0 0,0 0 16,0 0-16,0 25 0,0-25 0,25 0 0,-25 0 0,0 0 0,0 0 0,0 25 0,0-25 0,0 0 0,0 0 0,0 0 0,0 0 0,25 0 15,-25 0-15,0 0 16,0 0-16,0 0 0,0 0 0,0 0 15,0 0-15,25 0 0,-25 0 0,0 0 0,0 0 0,0 0 0,0 0 16,25 0-16,-25 0 0,0 0 0,0 0 0,0 25 0,24-25 16,-24 0-16,0 0 0,0 0 0,0 0 0,0 0 0,0 0 0,0 0 15,0-25-15,0 25 0,0 0 0,25 0 0,-25 0 0,0 0 31,0 0-31,0 0 0,0 0 0,0 0 0,25 0 0,-25-25 0,0 25 0,0 0 47,0 0-47,0 0 0,0-25 16,0 25-16,0 0 0,25 0 0,-25-24 0,0 24 0,0 0 0,0 0 0,0-25 0,0 25 0,0 0 0,25 0 0,-25 0 0,0 0 0,0 0 0,0-25 0,0 25 0,0 0 0,0 0 0,0 0 0,0 0 15,0 0-15,0 0 0,0 0 0,0 0 0,0 0 78,0 0-78,0 0 0,0-25 0,0 25 0,0 0 0,0 0 32,0 0-32,0 0 0,0 0 0,0 0 0,0-25 0,0 25 0,0 0 0,0 0 0,0 0 0,0 0 15,0-24-15,0 24 0,0 0 0,0 0 0,0 0 0,0 0 0,0 0 0,0 0 0,0-25 0,0 25 0,0 0 0,0 0 0,0 0 0,0 0 0,0 0 0,0 0 0,0 0 0,0 0 0,0 0 0,0 0 0,0 0 0,0 0 0,0 0 0,0 0 0,0 0 0,0 0 0,0 0 0,0 0 16,0 0-16,0 0 15,0 0-15,0 0 0,0 0 0,0 0 0,0 0 0,0 25 0,0-25 16,0 0-16,0 0 0,0 0 0,0 0 0,0 0 0,0 0 0,0 24 16,0-24-16,0 0 0,0 0 0,0 25 0,0-25 0,0 0 15,0 0-15,0 25 16,0-25-16,0 0 0,0 0 0,0 25 0,0-25 0,0 0 15,0 0-15,0 25 0,0-25 0,0 0 0,0 0 0,0 24 0,0-24 16,0 0-16,24 0 0,-24 25 0,0-25 0,0 0 0,0 0 16,0 0-16,0 0 0,0 25 0,0-25 0,0 0 0,0 0 0,0 0 15,0 0-15,0 0 0,25 0 0,-25 0 0,0 0 0,0 25 484</inkml:trace>
  <inkml:trace contextRef="#ctx0" brushRef="#br0" timeOffset="155997.9226">9723 7144 0,'0'0'0,"0"0"0,0 0 0,0 0 0,0 0 16,0 0-16,0-25 0,0 25 0,0 0 0,0 0 0,0 0 0,0 0 0,0 0 0,0 0 0,0 0 0,0 0 0,0 0 0,0 0 0,0 0 0,0 0 0,0 0 0,0 0 0,0 0 16,0 0-16,0 0 0,0 0 0,0 0 0,0 0 0,-24 0 0,24 0 15,0 0-15,0 0 0,0 0 0,0 0 0,0 0 0,0 0 16,0 0-16,0 0 0,0 0 0,-25 0 0,25 0 0,0 0 31,0 0-31,0 0 0,0 0 0,0 0 0,0 0 0,0 0 0,0 0 16,0 0-16,0 0 0,0 0 0,0 0 0,0 0 0,0 0 0,0 0 0,0 0 0,0 0 15,-25 0 1,25 0-16,0 25 0,0-25 0,0 0 0,0 0 0,-25 0 0,25 25 15,0-25-15,0 0 0,0 0 0,0 0 0,0 24 0,0-24 0,0 0 16,-25 0-16,25 0 0,0 25 0,0-25 0,0 0 0,0 0 16,0 25-16,0-25 0,0 0 0,0 0 0,0 25 0,0-25 15,0 0-15,0 0 16,0 25-16,0-25 0,0 0 0,0 0 0,0 0 15,0 0-15,0 24 0,0-24 0,0 0 0,0 0 0,0 0 0,0 0 16,0 25-16,0-25 0,0 0 0,0 0 0,0 0 0,0 25 0,0-25 16,25 0-16,-25 0 0,0 0 0,0 0 0,0 0 0,0 25 15,0-25-15,0 0 16,0 0-16,25 0 0,-25 0 0,0 25 0,0-25 15,0 0-15,0 0 0,0 0 0,0 0 0,25 0 0,-25 0 16,0 0-16,0 0 0,0 24 0,0-24 0,0 0 0,25 0 0,-25 0 16,0 0-16,0 0 0,0 0 0,0 0 0,0 0 0,0 25 0,0-25 15,24 0-15,-24 0 0,0 0 16,0 0-16,0 0 0,25-25 0,-25 25 15,0 0-15,0 0 0,0 0 0,0 0 0,25 0 0,-25 0 16,0 0-16,0 0 0,0-24 0,25 24 0,-25 0 0,0 0 0,0 0 31,0 0-31,0-25 0,25 25 0,-25 0 0,0 0 0,0 0 0,0 0 0,0-25 0,24 25 0,-24 0 0,0 0 0,0 0 16,0-25-16,0 25 0,0 0 0,0 0 0,0 0 0,25 0 15,-25-25-15,0 25 0,0 0 0,0 0 0,0 0 16,0 0-16,0-24 16,0 24-16,0 0 0,0 0 0,0-25 0,0 25 0,0 0 15,0 0-15,0-25 0,0 25 0,0 0 0,0 0 0,0-25 16,0 25-16,0 0 0,0 0 0,0-25 0,0 25 0,0 0 15,0 0-15,-25-24 0,25 24 0,0 0 0,0 0 16,0 0-16,0-25 0,-24 25 0,24 0 0,0 0 0,0 0 0,-25 0 0,25 0 16,0-25-16,0 25 0,0 0 15,-25 0-15,25 0 0,0 0 16,0 0-16,0 0 0,-25 0 0,25 0 0,0 0 0,0 0 0,0 0 93,-25-25-93,25 25 0,0 0 0,0 0 0,0 0 0,0 0 0,0 0 0,0 0 0,0 0 0,0 0 0,0 0 0,0 0 0,0 0 0,0 0 0,-24 0 0,24 0 0,0 0 16,0 0-16,0 0 0,0 0 0,0 0 0,0 0 0,0 0 0,0 0 0,0 0 0,0 0 0,0 0 0,0 25 0,0-25 0</inkml:trace>
  <inkml:trace contextRef="#ctx0" brushRef="#br0" timeOffset="157734.0219">9798 6648 0</inkml:trace>
  <inkml:trace contextRef="#ctx0" brushRef="#br0" timeOffset="159371.1155">9723 6573 0,'100'0'0,"-100"0"0,0 25 0,0-25 0,0 0 0,0 0 0,0 25 0,0-25 0,0 0 0,0 25 0,0-25 0,0 0 0,0 24 0,0-24 0,0 0 0,0 0 0,-25 25 0,25-25 0,0 0 0,0 0 0,0 25 0,0-25 0,0 0 0,0 0 16,-25 0-16,25 25 0,0-25 0,0 0 0,0 0 0,0 0 0,-25 0 0,25 25 0,0-25 0,0 0 0,0 0 0,0 0 0,0 0 0,0 0 0,-25 0 15,25 0-15,0 0 0,0 0 0,0 0 0,0 0 0,-24 0 0,24 0 16,0 0-16,0 0 0,0 0 0,-25 0 16,25 0-16,0 0 0,0 0 0,0 0 15,0 0-15,-25 0 0,25 0 0,0 0 0,0 0 16,0 0-16,0 0 0,0 0 0,0 0 0,-25 0 0,25 0 0,0 0 15,0 0-15,0 0 0,0 0 0,0 0 0,0 0 0,0 0 0,0 0 16,0 0-16,0 0 0,0 0 62,0 0-62,0 0 0,0 0 0,0 0 0,0 0 0,0 0 0,0 0 0,25 0 0,-25 0 0,0 0 0,0 0 16,0 0-16,0 0 16,0 0-16,0 0 0,0 0 0,0 0 0,0 0 0,25 0 0,-25 0 0,0 0 0,0-25 0,0 25 0,25 0 15</inkml:trace>
  <inkml:trace contextRef="#ctx0" brushRef="#br0" timeOffset="160245.1655">10517 7045 0,'0'0'0,"0"0"15,0 0-15,0 0 0,0 0 0,0 0 0,0 0 16,0 0-16,0-25 0,0 25 0,0 0 0,0 0 0,0 0 0,0 0 15,0 0-15,0 0 0,0 0 0,0 0 0,0 0 0,0 0 0,0 0 16,0 0-16,0 0 0,0 0 0,0 0 16,0 0-16,0 0 0,0 0 15,0 0-15,0 0 0,0 0 0,0 0 0,0 0 0,0 0 16,0 0-16,0 0 0,0 0 0</inkml:trace>
  <inkml:trace contextRef="#ctx0" brushRef="#br0" timeOffset="165897.4888">10567 7417 0,'0'0'0,"25"0"0,-25 0 16,0 0-16,0 0 0,0 0 0,0 0 0,0 0 0,0 0 0,0 0 0,0 0 0,0 0 0,0 0 31,0-25-16,0 25 1,0 0-16,0 0 0,0 0 0,0 0 0,0 0 16,0 0-16,0 0 0,0 0 0,0 0 0,0 0 0,0 0 0,-25 0 0,25 0 0,0 0 0,0 0 0,0 0 15,0 0-15,0 0 0,0 0 0,0 0 0,0 0 0,0 0 0,0 25 16,0-25-16,0 0 15,25 0 48</inkml:trace>
  <inkml:trace contextRef="#ctx0" brushRef="#br0" timeOffset="166848.5432">11708 6896 0,'0'0'15,"0"0"-15,0 0 0,0 0 0,0 0 16,0 0-16,0 0 0,0 0 16,0 0-16,0 0 0,0 0 0,0 0 0,0 0 0,0 0 0,0 0 15,0 0-15,0 0 0,0 0 0,0 0 0,0 0 0,0 0 16,-25 0-16,25 0 0,0 0 0,0 0 0,0 0 47,0 0-47,0 0 0,0 0 0,0 0 0,0 0 0,0 0 0,0 0 0,0 0 0,0 0 0,0 0 0,0 0 0,-25 0 0,25 0 0,0 0 0,0 0 0,0 0 0,0 0 15,-25 0-15,25 0 0,0 0 0,0 0 0,-24 25 16,24-25-16,0 0 0,0 0 0,0 0 0,-25 0 0,25 0 0,0 24 15,0-24 1,0 0-16,-25 0 0,25 0 0,0 25 0,0-25 0,-25 0 0,25 0 0,0 0 16,0 25-16,-25-25 0,25 0 0,0 25 0,0-25 0,-24 0 15,24 0-15,0 25 0,0-25 0,-25 0 0,25 24 0,0-24 16,0 0-16,-25 25 0,25-25 0,0 0 0,-25 25 0,25-25 31,0 0-31,-25 25 0,25-25 0,0 0 0,-24 25 0,24-25 0,0 0 16,0 0-16,0 24 0,0-24 0,-25 0 0,25 25 0,0-25 0,0 0 15,-25 25-15,25-25 0,0 0 0,0 0 0,-25 25 0,25-25 0,0 0 63,0 0-63,0 0 0,0 0 0,0 0 0,0 25 0,0-25 0,0 0 0,0 0 0,0 0 0,0 0 0,0 0 0,0 0 0,0 0 0,0 0 0,0 0 0,0 0 0,0 0 0,0 0 15,0 0-15,0 0 0,0 0 0,0 0 0,0 0 0,0 0 0,0-25 0,0 25 0,0 0 0,0 0 16,0 0-16,0 0 0,25 0 15,-25 0-15,0 0 0,0 0 0,0-25 16,25 25-16,-25 0 0,0-25 0,0 25 0,25 0 0,-25-25 0,0 25 0</inkml:trace>
  <inkml:trace contextRef="#ctx0" brushRef="#br0" timeOffset="167416.5757">11708 6921 0,'0'0'0,"0"0"16,0 0-16,0 0 0,0 0 0,0 0 0,0 0 0,0 0 15,0 0-15,0 0 0,0 0 0,0 0 0,0 0 0,0 0 47,0 0-47,0 0 0,0 0 0,0 0 0,0 0 0,0 0 0,0 0 0,0 0 0,0 0 0,0 0 0,0 0 16,0 0-16,0 0 0,0 0 0,0 0 0,0 0 0,0 0 0,0 0 0,25 0 0,-25 0 0,0 0 0,0 0 15,0 0-15,0 0 0,0 0 0,0 0 0,0 0 0,0 24 16,0-24-16,0 0 0,0 0 0,0 0 0,0 0 0,0 25 15,0-25-15,0 0 16,0 25-16,0-25 0,0 0 0,0 25 0,24-25 0,-24 0 16,0 25-16,0-25 0,0 0 0,0 24 0,0-24 0,0 0 0,0 25 15,0-25-15,25 25 0,-25-25 0,0 0 0,0 25 0,0-25 0,0 0 16,0 25-16,0-25 15,0 0-15,0 24 0,0-24 0,0 0 0,25 25 0,-25-25 16,0 0-16,0 25 0,0-25 0,0 0 0,0 25 0,0-25 0,0 0 16,0 25-16,0-25 0,0 0 0,0 24 0,25-24 0,-25 0 15,0 0-15,0 25 0,0-25 0,0 0 16,0 0-16,0 25 0,0-25 0,0 0 78,0 0-78,0 25 15,0-25-15,0 0 0,0 0 0,0 0 0,0 0 0,0 25 0,0-25 0,0 0 0,0 0 0,0 0 0,0 0 0,0 0 16,0 0-16,0 0 0,0 0 0,0 0 16,0 0-16,0 0 0,0 0 0,0 0 0,0 0 0,0 0 0,0 0 0,0 0 0,0 0 0,0 0 0,0-25 0,0 25 0,0 0 0,0 0 0,0 0 0,0 0 0,0 0 0,0 0 0,0 0 0,0 0 0,0-25 0,-25 25 0,25 0 0,0 0 0,0 0 0,0 0 0,0 0 0,-25-25 0</inkml:trace>
  <inkml:trace contextRef="#ctx0" brushRef="#br0" timeOffset="168209.6209">11410 7119 0,'0'0'16,"0"0"-16,0 0 0,0 0 0,0 0 0,0 0 0,0 0 0,0 0 15,0 0-15,-25 0 0,25 0 0,0 0 0,0 0 0,0 0 31,0 0-31,0 0 0,0 0 0,0 0 0,0 0 16,0 0-16,0 0 0,0 0 16,0 0-16,0 0 0,0 0 0,0 0 0,0 0 0,0 0 0,0 0 0,0 0 15,0 0-15,0 0 0,0 0 0,0 0 0,0 0 0,0 0 0,0 0 0,0 0 0,0 0 16,0 0-16,0 0 0,0 0 0,0 0 0,0 0 15,0 0-15,0 0 0,0 0 0,0 0 16,0 0-16,0 0 0,0 0 0,0 0 0,0 0 0,0 0 16,0 0-16,25 0 0,-25 0 0,0 0 0,0 0 0,0 0 0,0 0 15,0 0-15,0 0 0,25 0 0,-25 0 0,0 0 16,0 0-16,0 0 0,0 0 0,25 0 0,-25 0 0,0 0 0,25 0 0,-25 0 15,0 0-15,24 0 0,-24 0 0,25 0 0,-25 0 16,25 0-16,-25 0 47,25 0-47,-25 0 0,25 0 0,-25 0 0,24 0 0,-24 0 0,25 0 0,-25 0 0,25 0 0,-25 0 0,25 0 0,-25 0 0,0 0 0,25 0 15,-25-25-15,0 25 0,24 0 0,-24 0 0,0 0 0,0 0 0,0 0 0,0 0 16,0 0-16,0 0 0,0 0 0,0 0 0,0 0 0,0 0 0,0 0 16,0 0-16,0 0 0,0 0 0,0 0 0,0 0 0,0 0 15,0 0-15,0 0 0,0 0 0,0 0 0,0 0 0,0 0 31,0 0-15,0 0-16,-24 0 0,24 0 0,0 0 16,0 0-16,0 0 0,0 0 0,0 0 15,0 0-15,0 0 0,0 0 0,0 0 0</inkml:trace>
  <inkml:trace contextRef="#ctx0" brushRef="#br0" timeOffset="169062.6698">11857 6524 0,'0'0'0,"0"0"0,-25 0 0,25 0 0,0 0 0,0 0 0,0 0 0,0 0 0,0 0 0,0 0 0,0 0 0,-25 0 0,25 0 0,0 0 0,0 0 0,0 0 15,0 0-15,0 0 0,0 0 0,0 0 16,0 0-16,0 0 0,0 0 0,0 0 0,0 0 0,0 0 0,0 0 0,0 0 0,0 0 0,0 0 15,0 0-15,0 0 0,0 0 0,0 0 0,0 0 0,0 0 0,0 0 0,0 0 0,0 0 0,0 0 0,0 0 0,0 0 0,0 0 16,0 0-16,0 0 0,0 0 0,0 0 0,0 0 0,0 0 0,0 0 47,0 0-47,0 0 0,0 0 0,0 0 0,25 0 0,-25 0 0,0 0 0,0 0 0,25 0 0,-25 0 0,0 0 0,0 0 0,24 0 0,-24 0 0,0 0 0,25 0 15,-25 0-15,0 0 0,0 0 0,25 0 0,-25 0 0,0 0 16,25 0 0,-25 0-16,0 0 0,0 0 0,25 0 0,-25 0 0,0 0 0,0 0 15,0 0-15,0 0 0,0 0 0,0 0 0,24 0 0,-24 0 16,0 0-16,0 0 0,0 0 0,0 0 0,0 0 0,0 0 15,0 0-15,0 0 0,0 0 0,-24 0 0,24 0 0,0 0 16,0 0-16,0 0 0,0 0 16,0 0-16,0 0 0,0 0 0,0 0 0,0 0 15,0 0-15,0 0 0,0 0 0,0 0 0,0 0 0,0 0 16,0 0-16</inkml:trace>
  <inkml:trace contextRef="#ctx0" brushRef="#br0" timeOffset="170070.7275">12229 6548 0,'0'0'16,"0"0"-16,0 0 0,0 0 0,0 0 0,0 0 0,0 0 16,0 0-16,0 0 0,0 0 0,0 0 0,0 0 0,0 0 0,0 0 15,0 0-15,0 0 0,0 0 0,0 0 0,0 0 0,0 0 16,0-24-16,0 24 0,25 0 0,-25 0 0,0 0 0,0 0 31,0 0-31,0 0 0,0 0 0,0 0 0,0 0 0,0 0 16,0 0-16,0 0 0,0-25 0,0 25 15,0 0-15,0 0 0,24 0 0,-24 0 0,0 0 0,0 0 0,0 0 0,0 0 0,0-25 0,0 25 16,0 0-16,25 0 0,-25 0 0,0 0 0,0-25 0,0 25 15,0 0-15,0 0 0,0-25 16,25 25-16,-25 0 0,0-24 16,0 24-16,0 0 0,0 0 0,0-25 0,0 25 0,0 0 0,25 0 15,-25 0-15,0 0 0,0 0 0,0 0 0,0 0 0,0 0 16,0 0-16,0 0 0,0 0 0,0 0 0,0 0 0,0 0 0,0 0 31,0 0-31,0-25 0,0 25 0,0 0 0,0 0 0,0 0 0,0 0 0,0 0 0,0 0 0,0 0 0,0 0 0,0 0 16,0 0-16,0 0 0,0 0 0,0 0 0,0 0 0,0 0 15,0 0-15,0 0 16,0 0-16,0 0 0,0 0 0,0 0 0,0 0 15,0 0-15,0 0 0,0 0 0,0-25 0,0 25 0,0 0 16,0 0-16,0 0 0,0 0 0,0 0 0,0 0 0,0 0 0,0 0 16,0 25-16,0-25 0,0 0 0,0 0 0,0 0 0,0 0 15,0 0-15,0 0 0,0 0 0,0 0 0,0 25 0,0-25 16,0 0-16,0 0 0,25 0 0,-25 0 15,0 25-15,0-25 47,0 0-47,0 24 0,0-24 0,0 0 0,0 25 0,0-25 0,0 0 0,0 25 0,-25-25 16,25 0-16,0 25 0,0-25 0,0 25 0,0-25 0,0 0 0,25 24 0,-25-24 0,0 0 0,0 25 0,0-25 0,0 25 0,0-25 0,0 0 0,0 25 15,0-25-15,0 0 0,0 25 0,-25-25 0,25 0 0,0 0 16,0 0-16,0 24 0,0-24 0,0 0 0,0 0 0,0 0 0,25 25 16,-25-25-16,0 0 0,0 0 0,0 0 0,0 0 15,0 0-15,-25 0 16,25 0-1,0 25-15,0-25 0,0 0 0,0 0 0,0 0 16,0 0-16,0 0 0,0 0 0,0 0 0,0 0 0,0 0 16,0 0-16,0 0 0,-25 0 0,25 0 15,0 0-15,0 0 0,0 0 0,0 0 16,0 0-16</inkml:trace>
  <inkml:trace contextRef="#ctx0" brushRef="#br0" timeOffset="170722.7648">12254 6772 0,'0'0'577,"198"-25"-577,-173 25 0,-25 0 0,25 0 0,-25 0 0,24 0 0,-24-25 16,25 25-16</inkml:trace>
  <inkml:trace contextRef="#ctx0" brushRef="#br0" timeOffset="179680.2771">3101 8905 0,'0'0'16,"0"0"-16,0 0 0,0 0 0,0 0 0,0 0 0,0 0 0,0 0 15,0 0-15,0 0 0,0 0 16,0 0-16,0 0 0,0-25 0,0 25 16,0 0-16,0 0 0,0 0 0,0 0 0,0 0 0,0 0 0,0 0 15,0 0-15,0 0 0,0 0 0,0 0 0,0 0 0,0 0 0,0 0 94,0 0-94,0 0 0,0 0 0,0 0 15,0 0-15,0 0 0,0 0 0,0 0 0,0 25 16,0-25-16,0 0 0,0 0 0,0 0 0,0 0 0,0 0 0,0 0 0,0 0 0,0 0 0,0 0 0,0 0 0,0 0 0,-25 25 0,25-25 0,0 0 0,0 0 0,0 24 0,0-24 0,0 0 0,0 0 0,0 25 16,0-25-16,0 0 0,0 25 0,25-25 0,-25 0 0,0 0 0,0 25 0,0-25 0,0 0 15,0 0-15,0 25 0,0-25 0,0 0 0,0 0 0,0 0 0,0 0 0,0 25 0,0-25 0,0 0 0,0 0 0,0 0 0,0 0 0,0 0 16,0 0-16,0 0 0,0 24 0,0-24 0,0 0 15,0 0-15,0 0 0,0 0 0,0 0 0,0 0 0,0 0 0,0 0 16,0 25-16,0-25 0,0 0 16,0 0-16,0 25 0,0-25 0,0 0 0,0 0 0,0 25 15,0-25-15,0 0 16,0 0-16,0 25 0,0-25 0,24 0 15,-24 24-15,0-24 0,0 0 0,0 0 0,0 0 16,0 0-16,0 25 0,-24-25 0,24 0 0,0 0 0,0 0 0,0 0 0,0 0 0,24 0 0,-24 0 0,0 0 0,0 25 16,0-25-16,0 0 0,0 0 0,-24 0 0,24 0 0,0 0 15,0 0-15,0 0 0,0 0 0,0 0 0,0 0 0,0 25 0,0-25 390,-25-447-109,25 447-281,0 0 0,0 0 0,0 0 0,0 0 16,0 0-16,0 0 0,0 0 0,0 0 0,0 0 0,0-25 0,0 25 0,0 0 0,0 0 0,0 0 0,0 0 0,0 0 0,0 0 0,0 0 0,0 0 0,0 0 0,0 0 0,0 0 0,0 0 0,0 0 15,0 0-15,0 0 0,0 0 0,0 0 0,0 0 0,0 0 0,0 0 0,0 0 0,0 0 0,0 0 0,0 0 0,0 0 16,0 0-16,0 0 15,0-24-15,0 24 0,0 0 0,0 0 0,0 0 0,0 0 0,0 0 0,0 0 16,0 0-16,0 0 0,0 0 0,0 0 0,0 0 0,0 0 0,0 0 0,0 0 0,0 0 0,0 0 0,0 0 0,0 0 0,0-25 16,0 25-16,0 0 0,0 0 0,0 0 0,0 0 0,0 0 0,0 0 0,0 0 0,0 0 31,0 0-31,0 0 0,0 0 0,0 0 0,0 0 0,0-25 0,0 25 0,0 0 15,0 0-15,0 0 0,0 0 0,0 0 0,0 0 0,0 0 16,0 0-16,0 0 0,0 0 0,0 0 94,0 0-94,0 0 0,0 0 0,0-25 0,0 25 0,0 0 31,0 0-31,0 0 0,0 0 0,0 0 0,0 0 15,0 0-15,0 0 0,0 0 0,0 0 0,0 0 0,0 0 0,0 0 0,0 0 0,0 0 0,0 0 16,0 0-16,0 0 0,0 0 0,25 0 0,-25 0 0,0 0 0,0 0 0,0 0 0,0 0 0,0 0 16,0 0-16,0 0 0,0 0 0,0 0 0,0 0 0,0 0 0,0 0 0,0 0 15,0-25-15,0 25 0,24 0 0,-24 0 0,0 0 0,0 0 0,0 0 0,25 0 0,-25 0 0,0 0 0,0 0 0,0 0 0,25 0 0,-25 0 0,0 0 0,0 0 0,0 0 0,0 0 0,0 0 0,0 0 0,0 0 0,0 0 0,0 0 0,0 0 16,25 0-16,-25 0 0,0 0 15,0 0-15,0 0 0,0 0 0,0 0 0,0 0 0,0 0 0,0 0 0,0 0 16,0 25 0,0-25-16,0 0 0,0 0 0,0 0 0,0 0 0,0 0 0,0 0 62,0 0-62,25 0 0,-25 25 0,0-25 0,0 0 0,0 0 0,0 0 0,0 0 0,0 0 0,0 0 16,0 0-16,0 0 0,0 25 0,0-25 0,24 0 0,-24 0 0,0 0 0,0 0 0,0 0 0,0 0 0,0 0 0,0 25 0,0-25 0,0 0 0,0 0 0,0 0 15,0 0-15,0 0 0,0 24 0,0-24 0,0 0 0,0 0 16,0 0-16,0 0 0,0 25 0,0-25 0,0 0 0,0 0 0,0 0 15,0 25-15,0-25 0,0 0 0,0 0 0,0 0 0,0 0 16,0 0-16,0 25 0,0-25 0,0 0 0,0 0 16,0 0-1,0 0-15,0 0 0,0 0 0,0 0 16,0 0-16,0 25 0,0-25 0,0 0 0,-24 0 0,24 0 0,0 0 0,0 0 0,0 0 0,0 0 15,0 0-15,-25 0 0,25 0 0,0 24 0,0-24 0,0 0 0,0 0 16,0 0-16,0 0 0,0 25 0,0-25 0,0 0 0,0 0 16,0 0-16,0 0 0,0 25 15,-25-25-15,25 0 0,0 0 0,0 0 0,0 0 109,-25 25-109,25-25 0,0 0 0,0 0 16,0 0-16,0 0 0,0 0 0,0 0 0,0 0 16,0 0-16,0 0 0,0 0 0,0 0 0,0 0 0,0 0 0,25 0 0,-25 0 0,0-25 0,0 25 0,0 0 0,0 0 0,0 0 0,0 0 0,0 0 0,0 0 0,0 0 0,0 0 15,0 0-15,0 0 0,0-25 0,25 25 0,-25 0 0,0 0 0,0 0 0,0 0 0,0 0 0,0 0 0,0 0 0,0 0 0,25-25 0,-25 25 0,0 0 0,0 0 0,0 0 16,0 0-16,0 0 0,0 0 0,24 0 0,-24 0 0,0 0 0,0 0 15,0 0-15,0 0 0,0 0 0,0 0 0,0 0 0,0 0 16,25 0-16,-25 0 0,0 0 0,0 0 0,0 0 0,0 0 0,0 0 16,0 0-16,0 0 0,0 0 0,25 0 0,-25 25 0,0-25 0,0 0 15,0 0-15,0 0 0,25 0 0,-25 25 0,0-25 0,0 0 16,0 0-16,0 25 0,25-25 0,-25 0 15,0 0-15,0 25 0,0-25 16,0 0-16,0 0 0,0 0 0,0 25 0,0-25 0,24 0 16,-24 0-16,0 0 0,0 0 0,0 24 0,0-24 0,0 0 0,0 0 15,0 0-15,0 0 0,0 25 0,0-25 0,0 0 0,0 0 453</inkml:trace>
  <inkml:trace contextRef="#ctx0" brushRef="#br0" timeOffset="185330.6003">3373 9103 0,'0'0'0,"0"0"15,0 0-15,0 0 0,0 0 0,0 0 0,0 0 16,0 0-16,0 0 0,0 0 0,0 0 16,0 0-16,0 0 0,0 0 0,0 0 0,0 0 0,0 0 0,0 0 15,0 0-15,0 0 16,0 0-16,0 0 0,0 0 0,0 0 0,0 0 0,0 0 15,0 0-15,0 0 0,0 0 0,0 0 0,0 0 0,0 0 16,0 0-16,0 0 0,0 0 0,0 0 0,0 0 0,0 0 0,0 0 0,0 0 31,0 0-31,0 0 0,0 0 0,0 0 0,0 0 16,0 0-16,0 0 0,0 0 0,25 0 0,-25 0 0,0 0 0,0 0 0,0 0 15,0 0-15,0 0 16,0 0-16,0 0 0,0 0 0,0 0 0,0 0 0,0 0 16,0 0-16,0 0 0,0 0 0,0 0 0,0 0 0,0 0 0,0 0 0,0 0 0,0 0 0,0 0 15,0 0-15,0 0 0,0 0 0,0 0 0,0 0 0,0 0 0,0 0 16,0 0-16,0 0 0,-25 0 0,25 0 0,0 0 0,0 0 31,0 0-31,0 0 0,0 0 0,0 25 0,0-25 0,0 0 0,0 0 0,0 0 0,0 0 16,0 0-16,0 0 0,0 0 0,0 0 0,0 0 0,0 25 0,0-25 15,0 0-15,0 0 0,0 0 0,0 25 16,0-25-16,0 0 0,0 0 0,-24 0 15,24 25-15,0-25 0,0 0 0,0 0 0,0 0 0,0 24 94,0-24-94,0 0 0,0 0 0,0 0 0,0 25 0,-25-25 0,25 0 0,0 0 0,0 0 0,0 0 0,0 0 0,0 25 16,0-25-16,0 0 0,0 0 0,0 0 0,0 0 0,0 0 0,0 0 0,0 0 0,0 0 0,0 0 0,0 0 0,0 25 0,0-25 0,0 0 15,-25 0-15,25 0 0,0 0 0,0 0 0,0 0 0,0 0 0,0 0 0,-25 0 0,25 0 0,0 25 0,0-25 0,0 0 0,0 0 0,-25 0 0,25 0 0,0 0 0,0 0 0,0 0 16,0 0-16,-24 24 0,24-24 0,0 0 0,0 0 0,0 0 15,0 0-15,-25 0 0,25 0 0,0 0 0,0 0 0,0 0 16,0 0-16,0 0 0,0 0 0,0 0 0,-25 0 0,25 0 16,0 0-1,0 0-15,0 0 0,0 0 0,0 0 0,0 0 0,0 0 16,0 0-16,-25 0 0,25 0 0,0 0 0,0 0 0,0 0 15,0 0-15,0 0 0,0 0 0,0 0 0,0 0 0,0 0 0,0 0 0,0 0 16,0 0-16,0 0 16,0 0-16,0 0 0,0 0 0,0 0 0,0 0 0,0 0 15,0 0-15,0 0 0,0 0 0,0 0 0,0 0 0,0 0 0,0 0 0,-25 0 453</inkml:trace>
  <inkml:trace contextRef="#ctx0" brushRef="#br0" timeOffset="187274.7115">3597 9401 0,'0'0'31,"0"0"-31,0 0 0,0 0 0,0 0 0,0 0 0,0 0 15,0 0-15,0 0 0,0 0 0,0 0 0,0 0 0,-25 0 0,25 0 16,0 0-16,0 0 0,0 0 0,0 0 0,0 0 0,0 0 16,0 0-16,0 0 0,0 0 0,0 0 0,0 0 0,0 0 0,0 0 78,0 0-78,0 0 0,0 0 0,0 0 0,0 0 0,0 0 0,0 0 0,0-25 0,0 25 0,25 0 0,-25 0 0,0 0 0,0 0 0,0 0 0,0 0 0,0 0 0,0 0 0,0 0 0,0-25 0,0 25 15,24 0-15,-24 0 0,0 0 0,0-24 0,0 24 0,0 0 0,0 0 0,25-25 0,-25 25 0,0 0 0,0 0 0,0-25 0,0 25 16,0 0-1,0-25-15,25 25 0,-25 0 0,0 0 0,0-25 0,0 25 0,0 0 16,0 0-16,0 0 0,0 0 0,0 0 0,0 0 0,0 0 0,0 0 16,0 0-16,0 0 0,0 0 0,0 0 0,0 0 0,0 0 15,0 0-15,0 0 0,0 0 0,0-24 0,0 24 0,0 0 16,0 0-1,0 0-15,0 0 0,0 0 0,0 0 0,0 0 0,0 0 16,0 0-16,0 0 0,0 0 0,0 0 0,0 0 47,0 0-47,0 0 0,0 0 0,0 0 0,0 0 0,0 0 0,0 0 0,0 0 0,0 0 0,0 0 15,0 0-15,0 0 0,0 0 0,0 0 0,0 0 0,0 0 0,0 0 0,0 0 0,0 0 0,0 0 0,0 0 0,0 0 0,0 0 0,0 0 16,0 0-16,0 0 0,0 0 0,0 0 0,0 0 0,0 0 0,0 0 78,0 0-78,0 0 0,0 0 0,0 0 0,0 0 0,0 0 0,0 24 0,0-24 16,0 0-16,0 0 0,0 0 0,0 0 0,0 0 0,0 0 0,0 0 0,0 0 15,0 0-15,0 0 0,0 0 0,0 25 0,0-25 0,0 0 0,0 0 0,0 25 0,0-25 0,0 0 0,0 0 0,0 25 0,0-25 0,0 0 0,0 25 0,0-25 0,0 0 0,0 24 0,0-24 0,0 0 16,0 25-16,0-25 0,0 0 0,25 25 0,-25-25 0,0 0 0,0 0 15,0 25-15,0-25 0,0 0 0,0 25 0,0-25 16,0 0-16,0 24 0,0-24 0,0 0 16,0 0-16,0 25 0,0-25 0,0 0 15,0 0-15,0 0 0,0 0 0,0 25 0,0-25 0,0 0 16,0 0-16,0 0 0,0 0 0,0 25 0,0-25 0,0 0 15,0 0-15,0 0 0,0 0 0,0 0 0,0 0 0,0 0 16,0 0-16,0 0 0,0 0 0,0 0 0,0 0 0,0 0 0,0 0 0,0 0 31,0 0-31,0 0 0,0 0 0,0 0 0,0 0 0,0 0 0,0 0 47,0 0-47,0 0 47</inkml:trace>
  <inkml:trace contextRef="#ctx0" brushRef="#br0" timeOffset="187912.748">4514 9128 0,'0'0'16,"0"0"-16,0 0 0,0 0 0,0 0 0,-24 0 15,24 0-15,0 0 0,0 0 16,0-25-16,0 25 0,0 0 0,0 0 16,0 0-16,0 0 0,0 0 0,0 0 0,0 0 15,0 0-15,0 0 0,0 0 0,0 0 0,0 0 0,0 0 0,0 0 0,0 0 16,0 0-16,0 0 0,0 0 0,0 0 0,0 0 0,0 0 62,0 0-62,0 0 0,0 0 0,0 0 0,0 0 0,0 0 0,0 0 0,0 0 0,0 0 0,0 0 0,0 0 0,0 0 0,0 0 0,0 0 0,0 0 0,0 0 0,0 0 0,0 0 0,0 0 0,0 0 0,0 0 16</inkml:trace>
  <inkml:trace contextRef="#ctx0" brushRef="#br0" timeOffset="190227.8803">4564 9550 0,'0'-25'31,"0"25"-31,-25 0 0,25 0 0,0 0 0,0 0 0,0 0 0,0 0 15,0 0-15,0 0 0,0 0 0,0 0 0,0 0 0,0 0 0,0 0 16,0 0-16,0 0 0,0 0 0,0 0 0,0 0 0,0 0 0,0 0 16,0 0-16,0 0 0,0 0 0,0 0 0,0 0 0,0 0 31,0 0-31,0 0 0,0 0 0,0 0 0,0 0 0,0 0 0,0 0 0,0 0 0,0 0 15,0 0-15,0 0 0,0 0 0,0 0 0,0 0 0,0 0 0,0 0 16,0 0-16,0 0 0,0-25 16,0 25-16,0 0 0,0 0 0,0 0 15</inkml:trace>
  <inkml:trace contextRef="#ctx0" brushRef="#br0" timeOffset="191565.9569">5779 8756 0,'0'0'0,"0"0"16,0 0-16,0-25 0,0 25 0,0 0 0,0 0 0,0 0 0,0 0 0,0 0 0,0 0 0,0 0 0,0 0 0,0 0 0,0 0 0,0 0 0,0 0 0,0 0 0,0 0 0,0 0 0,0 0 0,0 0 0,0 0 0,0 0 0,0 0 0,0 0 0,0 0 0,-24 0 15,24 0-15,0 0 0,0 0 0,0 0 0,0 0 31,0 0-31,0 0 16,0 0 15,0 0-31,0 0 0,0 0 0,0 0 0,0-25 0,0 25 16,0 0-1,0 0-15,0 0 0,0 0 0,0 0 0,0 0 0,0 0 0,0 0 16,0 0-16,0 0 0,0 0 0,0 0 0,0 0 16,0 0-16,0 0 0,0 0 0,0 0 15,0 0-15,0 0 0,0 0 16,0 0-16,0 0 0,0 0 0,0 0 0,0 0 15,0 0 1,0 0-16,0 0 16,0 0-1,0 0-15,-25 25 16,25-25-1,0 0-15,0 0 0,0 0 16,25 0-16,-25 25 0,0-25 0,-25 0 0,25 0 0,0 25 0,0-25 0,0 0 0,0 25 0,0-25 0,0 0 0,0 24 0,0-24 0,25 25 0,-25-25 0,0 25 0,0-25 0,0 0 0,0 25 0,0-25 0,0 25 0,24-25 0,-24 24 0,0-24 0,0 25 0,0-25 0,0 0 0,-24 25 0,24-25 0,0 25 0,0-25 0,0 0 0,0 25 0,0-25 0,0 0 16,0 25-1,0-25-15,0 0 0,0 24 16,0-24-16,0 0 0,0 25 0,0-25 0,0 0 0,0 25 0,0-25 0,0 0 15,0 0-15,0 25 0,24-25 0,-24 0 0,0 0 0,0 25 0,0-25 16,0 0 0,0 0-1,0 24-15,0-24 0,0 0 0,0 0 0,-24 0 16,24 0-16,0 25 0,24-25 0,-24 0 0,0 0 0,0 0 0,0 0 15,0 0 1,0 0 0,0 0-16,0 25 0,0-25 0,0 0 0,0 0 0,0 0 0,-24 0 0,24 0 0,0 0 0,0 0 0,0 0 0,0 25 0,0-25 0,0 0 0,0 0 0,24 0 0,-24 0 0,0 0 0,0 0 0,0 0 0,0 0 0,-24 0 0,24 0 46,0 0-46,0 0 0,0 0 0,0 0 0,0 0 0,0 0 0,0 0 0,0 0 0,0 0 0,0 0 0,0 0 0,0 0 0,0 0 0,0 0 0,0 0 0,0 0 0,0 0 16,0 0 0,0 0-16,0-25 0,0 25 0,0 0 0,0 0 0,0-25 0,0 25 15,0 0-15,0 0 0,0-25 0,0 25 0</inkml:trace>
  <inkml:trace contextRef="#ctx0" brushRef="#br0" timeOffset="192542.0128">5556 8756 0,'0'0'16,"0"0"-1,0 0-15,0 0 0,0 0 0,0 0 0,0 0 0,0 0 16,0 0-16,0 0 0,0 0 0,0 0 0,0 0 0,0 0 15,0 0-15,0 0 0,0 0 0,0 0 0,0 0 0,0 0 16,0 0-16,0-25 0,0 25 0,0 0 0,0 0 0,0 0 16,0 0-16,0 0 0,0 0 0,0 0 0,0 0 0,0 0 0,0 0 46,0 0-46,0 0 0,0 0 0,0 25 0,0-25 16,0 0-16,0 0 0,0 0 0,0 0 0,0 0 0,0 0 0,0 0 0,0 0 0,0 0 0,25-25 0,-25 25 0,0 0 0,0 0 0,0 0 16,0 0-16,0 0 0,0 0 0,0 0 0,25 0 0,-25 0 0,0 0 0,0 0 15,0 0-15,0 0 0,25 0 0,-25 0 0,0 0 0,0 0 16,0 0-16,24 0 0,-24 0 0,0 0 0,0 0 15,25 0-15,-25 0 16,0 0-16,25-25 0,-25 25 0,0 0 0,0 0 16,25 0-16,-25 0 0,0 0 0,25 0 0,-25 0 0,0 0 46,24 0-46,-24 0 0,0 0 16,0 0-16,0 0 0,25 0 0,-25 0 0,0 0 0,0 0 0,0 0 0,0 0 0,0 0 0,0 0 0,0 0 0,0 0 0,0 0 0,0 0 0,0 0 16,0 0-16,0 0 0,0 0 0,0 0 0,0 0 0,0 0 0,0 0 0,0 0 0,0 0 0,0 0 0,0 0 15,0 0-15,0 0 0,25 0 0,-25 0 0,0 0 0,0 0 0,0 0 16,0 0-16,0 0 0,0 0 0,0 0 0,0 0 15,0 0 48,0 0-48,0 0-15,0 0 0,0 0 0,0 0 0,0 0 0,25 0 0,-25 0 0,0 0 0,0 0 0,0 0 0,0 0 0,0 0 16,0 0-16,0 0 0,0 0 0,0 0 0,0 0 0,0 0 0,0 0 0,0 0 0,0 0 0,0 0 0,0 0 0,-25 0 0,25 0 0,0 0 0,0 0 0,0 0 0</inkml:trace>
  <inkml:trace contextRef="#ctx0" brushRef="#br0" timeOffset="193980.095">6028 9128 0,'0'0'0,"0"0"0,0 0 0,0 0 0,0 0 0,0 0 0,0 0 16,0 0-16,0 0 0,0 0 0,0 0 0,0 0 0,0 0 0,0 0 0,0 0 0,0 0 0,0 0 0,0 0 0,0 0 0,0-25 0,0 25 0,0 0 16,0 0-16,0 0 0,0 0 0,0 0 0,0 0 0,0 0 0,0 0 0,0 0 0,0 0 0,0 0 15,0 0-15,0 0 0,0 0 0,0 0 0,0 0 0,0 0 0,0 25 0,0-25 0,0 0 0,0 0 0,0 0 0,0 0 0,0 0 16,0 0-16,0 0 0,0 0 0,0 0 0,0 0 0,0 0 0,0 0 15,0 0-15,0 0 0,0 0 0,0 25 0,0-25 0,0 0 16,0 0-16,0 0 0,0 25 0,0-25 0,0 0 0,0 25 16,0-25-16,0 0 0,0 24 0,0-24 0,0 0 0,0 25 0,0-25 15,0 0 32,0 0-31,0 25 15,0-25-31,0 25 0,0-25 0,0 0 0,0 25 0,0-25 15,0 0-15,0 24 0,0-24 0,0 0 0,0 25 0,0-25 0,0 0 0,0 0 0,0 0 0,24 25 0,-24-25 0,0 0 0,0 0 0,0 0 0,0 0 0,0 0 0,0 0 16,0 0-16,0 0 0,0 0 0,0 0 0,0 0 0,0 0 16,0 0-16,0 0 0,0 0 0,0 0 0,0 0 0,0 0 0,0 0 0,0 0 0,25 0 0,-25 0 0,0 0 0,0 0 0,0 25 0,0-25 0,0 0 0,0 0 0,25 0 0,-25 0 0,0-25 0,0 25 15,0 0-15,0 0 16,0 0-16,0 0 0,0 0 0,0 0 0,0 0 0,25 0 0,-25 0 0,0 0 0,0 0 15,0 0-15,0 0 16,0 0-16,0 0 0,0 0 0,0 0 0,0 0 0,0 0 16,0 0-16,0 0 0,25 0 0,-25 0 0,0 0 0,0 0 15,0 0-15,0-25 0,0 25 0,0 0 0,0 0 0,0 0 0,24 0 63,-24 0-63,0 0 0,0 0 0,0-25 0,0 25 0,0 0 0,25 0 0,-25 0 0,0 0 0,0 0 0,0 0 15,0 0-15,0 0 0,0 0 0,0 0 0,0 0 0,0 0 0,0 0 0,0-24 0,0 24 0,0 0 0,0 0 0,0 0 0,0 0 0,0 0 0</inkml:trace>
  <inkml:trace contextRef="#ctx0" brushRef="#br0" timeOffset="196004.2108">6251 9128 0,'0'0'0,"0"0"31,0 0-31,0 0 0,0 0 0,0 0 0,0 0 0,0 0 0,0 0 16,0 0-16,0 0 0,0 0 0,0 0 0,0 0 0,0 0 0,0 0 16,0 0-16,0 0 0,0 0 0,0 0 0,0 0 0,0 0 15,0 0-15,0 0 0,0 0 0,0 0 0,0 0 0,0 0 16,0 0-16,0 0 0,0 0 0,0 0 0,0 0 0,0 0 15,0 0-15,0 0 0,0 0 16,0 0-16,0 0 0,0 0 0,0 0 16,0 25-16,0-25 0,0 0 0,0 0 0,0 0 0,0 0 15,0 0-15,0 0 0,0 0 0,0 0 0,0 25 0,0-25 0,0 0 16,0 0-16,0 0 0,0 0 0,0 0 0,0 25 0,0-25 47,25 0-47,-25 0 0,0 0 0,0 0 0,0 0 0,0 0 0,0 24 0,0-24 0,-25 0 0,25 0 0,0 0 0,0 0 0,0 0 0,25 25 0,-25-25 0,0 0 15,0 0-15,0 0 0,0 0 0,0 25 0,0-25 0,0 0 0,0 0 31,0 0-31,0 0 0,0 0 0,0 25 0,0-25 0,0 0 0,0 0 16,0 0-16,0 0 0,0 25 0,0-25 0,0 0 0,0 0 16,0 0-16,0 24 0,0-24 0,0 0 0,0 0 0,0 0 0,0 0 15,0 25-15,0-25 0,0 0 0,0 0 0,0 0 0,0 0 16,0 25-16,0-25 0,0 0 0,0 0 0,0 0 0,0 0 0,0 0 31,0 0-31,0 0 0,0 0 0,0 25 0,0-25 0,0 0 16,24 0-16,-24 0 0,0 0 0,0 0 0,0 0 0,0 0 0,-24 0 15,24 0-15,0 0 0,0 0 0,0 0 0,0 0 0,0 0 94,0 0-94,0 0 0,0 0 0,0 0 0,0 0 0,0 25 0,0-25 0,0 0 0,0 0 0,0 0 0,0 0 0,0 0 0,0 0 0,0 0 15,0 0-15,0 0 0,0 0 0,0 0 0,0 0 0,0 0 0,0-25 0,0 25 0,0 0 0,0 0 0,0 0 0,0 0 0,0 0 0,0 0 0,0 0 0,0 0 0,0-25 0,0 25 16,0 0-16,0 0 0,0 0 0,0-25 0,0 25 0,0 0 0,24 0 0,-24-25 0,0 25 16,0 0-16,0-24 0,0 24 0,0 0 0,0 0 0,0 0 0,0-25 15,0 25-15,0 0 0,0 0 0,0-25 0,0 25 0,0 0 16,0 0-16,0 0 0,0-25 0,0 25 0,0 0 0,0 0 15,0 0-15,0-25 0,0 25 0,25 0 0,-25 0 0,0 0 16,0 0-16,0-24 0,0 24 0,0 0 0,0 0 16,0 0-16,0 0 0,0 0 15,0-25-15,0 25 0,25 0 0,-25 0 0,0 0 16,0 0-16,0 0 0,0 0 0,0-25 0,0 25 0,25 0 0,-25 0 15,0 0-15,0 0 0,0 0 0,0 0 0,0 0 0,0 0 0,0 0 531,124 347-188,-124-347-343,0 0 0,0 25 16,0-25-16,0 0 15,0 0-15,0 0 0,0 0 0,0 0 0,0 0 0,0 0 0,0 0 0,0 0 16,0 0-16,0 0 0,0 0 0,0 0 0,0 0 0,0 0 15,0 0-15,0 0 0,0 0 0,0 0 0,0 0 0,0 0 0,0 0 0,0 0 0,0 0 0,0 0 0,0 0 16,0 0-16,0 0 0,0 0 16,0 0-1,0 0-15,0 0 0,0 0 0,0 0 0,0 0 0,0-25 0,0 25 0,0 0 0,0 0 0,0 0 0,0 0 0,0 0 0,0-25 0,0 25 0,0 0 0,0 0 0,0-24 0,0 24 0,0 0 0,0-25 0,0 25 0,0 0 0,0-25 0</inkml:trace>
  <inkml:trace contextRef="#ctx0" brushRef="#br0" timeOffset="204456.6942">6102 9550 0</inkml:trace>
  <inkml:trace contextRef="#ctx0" brushRef="#br0" timeOffset="228466.0675">6598 9277 0,'0'0'16,"0"0"-16,0 0 0,-25 0 0,25 0 0,0 0 47,0 0-47,0 0 0,0 0 0,0 0 0,0 0 0,25 0 0,-25 0 0,0 0 0,0 0 0,0 0 0,0 0 0,0 0 0,0 0 0,0 0 0,0 0 0,0 0 0,-25 0 0,25 0 0,0 0 0,0 0 15,0 0-15,0 0 16,25 0-16,-25 0 0,0 0 0,0 0 0,0 0 0,0 0 0,0 0 16,0 0-16,0 0 0,0 0 0,-25 0 0,25 0 0,0 0 0,0 0 15,0 0-15,0 0 0,0 0 0,0 0 0,0 0 0,0 0 16,0 0-16,0 0 15,0 0-15,0 0 0,0 0 0,-25 0 16,25 0-16,0 0 0,0 0 0,0 0 0,0 0 0,0 0 0,0 0 16,0 0-16,0 25 0,0-25 0,0 0 0,0 0 0,0 0 31,0 0-31,0 0 0,0 0 0,0 0 0,0 0 0,0 0 0,0 0 0,0 0 0,0 0 0,0-25 15,0 25-15,0 0 0,0 0 0,0 0 0,0 0 0,0 0 0,0-25 0,0 25 0,0 0 16,0 0-16,0 0 16,0 0-16,0 0 0,0 0 0,0 0 0,0 0 0,0 0 0,0 0 15,0 0-15,0 0 0,0 0 0,0 0 0,0 0 0,0 0 16,0 0-16,0 0 0,0 0 0,0 0 0,0 0 0,0 0 15,0 0-15,0 0 0,0 0 0,0 0 0,0 0 0,0 0 16,0 0-16,0 0 0,0 0 16,0 0-16,0 0 0,0 0 0,0-25 15,0 25-15,0 0 0,0 0 0,0 0 0,0-24 0,0 24 16,0 0-16,0 0 0,0 0 0,0-25 0,0 25 0,0 0 0,0 0 15,0 0-15,0 0 0,0-25 0,0 25 0,0 0 0,0 0 63,0 0-63,0 0 0,25 0 0,-25-25 0,0 25 0,0 0 0,0 0 0,0 0 0,0 0 0,25-25 0,-25 25 0,0 0 0,0 0 0,0 0 0,0 0 0,25 0 0,-25 0 0,0 0 0,0 0 0,0 0 0,0-24 0,0 24 0,25 0 15,-25 0-15,0 0 0,0 0 16,0 0-16,0 0 0,0 0 0,24 0 0,-24 0 16,0 0-16,0 0 0,0 0 0,0 0 0,0 0 0,0 0 15,0 0-15,0 24 0,25-24 0,-25 0 0,0 0 0,0 0 16,0 0-16,0 0 0,0 0 0,0 0 0,0 0 0,0 0 0,25 0 15,-25 0-15,0 0 16,0 25-16,0-25 0,0 0 0,0 0 0,0 0 0,0 25 16,0-25-16,25 0 0,-25 0 0,0 25 0,0-25 0,0 0 0,0 25 15,0-25-15,0 0 0,0 24 0,25-24 0,-25 25 0,0-25 16,0 0-16,0 25 0,0-25 0,0 25 0,0-25 0,0 25 15,0-25 1,0 0-16,0 24 0,0-24 0,24 0 0,-24 25 0,0-25 47,0 0-47,0 0 0,0 25 0,0-25 0,0 0 0,0 0 0,0 25 0,0-25 0,0 0 0,0 0 0,0 0 0,25 0 0,-25 0 0,0 25 31,0-25-31,0 0 16,0 0-16,0 0 0,0 0 0,0 0 0,0 0 0,25 0 0,-25 0 0,0 0 0,0 24 0,0-24 0,0 0 0,0 0 0,0 0 0,25 0 0,-25 0 0,0 0 0,0 0 0,0 0 0,0 0 0,0 0 0,25 0 15,-25-24-15,0 24 16,0 0-16,0 0 0,25 0 0,-25-25 15,0 25-15,24-25 0,-24 25 0,25 0 0,-25-25 0,0 25 16,0-25-16,25 1 0,-25 24 0,0-25 0,0 25 0</inkml:trace>
  <inkml:trace contextRef="#ctx0" brushRef="#br0" timeOffset="229078.1025">6052 8954 0,'0'0'0,"0"0"0,0 0 0,0 0 0,0 0 0,0 0 16,0 0-16,0 0 0,0-24 0,0 24 0,0 0 0,0 0 0,0 0 0,0 0 0,0 0 0,0 0 0,0 0 0,0 0 0,0 0 15,0 0-15,0 0 0,0 0 0,0 0 0,0 0 0,0 0 0,0 0 0,0 0 0,0 0 0,0 0 0,0 0 0,0 0 0,0 0 0,0 0 0,0 0 0,0 0 0,0 0 0,0 0 0,0 0 16,0 0-16,0 0 0,0 0 0,0 0 0,0 0 0</inkml:trace>
  <inkml:trace contextRef="#ctx0" brushRef="#br0" timeOffset="229494.1263">6276 8682 0,'0'0'0,"0"0"0,0 0 0,0 0 0,0 0 15,0 0-15,0 0 0,0 0 0,0 0 0,0 0 0,0 0 0,0 0 16,0 0-16,0 0 0,0 0 0,24 0 0,-24 0 0,0 0 0,0 0 15,0 0-15,25 0 0,-25 0 0,0 0 16,25 0-16,-25 0 16,25 0-16,-25 0 0,25 0 0,-25 0 0,24 0 0,-24 0 0,25 0 15,0 0-15,-25 0 0,25 0 0,-25 0 0,25 0 16,-1 0-16,-24 0 0,25 0 0,-25 0 0,0 0 15,0 0-15,0 0 0,0 0 0,0 0 0,0 0 0</inkml:trace>
  <inkml:trace contextRef="#ctx0" brushRef="#br0" timeOffset="239309.6877">10021 8781 0,'-25'0'0,"25"0"0,0 0 15,0 0-15,0 0 0,0 0 16,0 0-16,0 0 0,0-25 0,0 25 0,0 0 16,-25 0-16,25 0 0,0 0 0,0 0 0,0 0 0,0 0 0,0 0 0,0 25 0,0-25 15,0 0-15,0 0 0,0 0 0,0 0 0,0 0 0,-24 0 0,24 0 16,0 0-16,0 0 0,0 0 0,0 0 0,-25 25 0,25-25 15,0 0 63,0 24-78,-25-24 0,25 0 16,0 25-16,0-25 0,0 0 0,-25 25 0,25-25 0,0 0 0,0 25 0,0-25 0,-25 25 0,25-25 16,0 0-1,0 24-15,0-24 0,0 25 0,0-25 0,-24 25 0,24-25 0,0 25 0,0-25 0,0 25 0,24-25 0,-24 25 0,0-25 0,0 24 0,0-24 0,0 25 0,0-25 0,0 25 0,0-25 0,0 25 0,0 0 0,0-25 0,25 24 0,-25-24 0,0 25 0,0-25 0,0 25 0,25-25 0,-25 25 0,0-25 0,0 25 0,25-25 0,-25 24 0,0-24 16,25 0-16,-25 25 0,0-25 0,24 0 0,-24 0 0,0 25 31,25-25-31,-25 0 0,0 0 0,25 0 0,-25 0 0,0 0 0,25 0 16,-25 0-16,0-25 0,0 25 0,25 0 0,-25 0 0,0-25 0,25 25 15,-25 0-15,0 0 0,0-24 0,0 24 0</inkml:trace>
  <inkml:trace contextRef="#ctx0" brushRef="#br0" timeOffset="239930.7232">10443 8830 0,'0'0'15,"0"0"-15,0 0 0,-25 0 0,25 0 0,0 0 0,0 0 16,0 0-16,0 0 0,0 0 0,0 0 0,0 0 0,0 0 0,0 0 16,0 0-16,0 0 0,-25 0 0,25 25 0,0-25 0,0 0 15,0 0-15,0 0 16,0 0-16,0 0 0,-25 25 0,25-25 0,0 0 15,0 0-15,0 25 0,0-25 0,-24 0 0,24 25 0,0-25 0,0 24 16,0-24-16,-25 25 0,25-25 0,0 0 0,0 25 0,-25-25 16,25 25-16,0-25 0,-25 25 46,25-25-46,0 25 0,-25-1 0,25-24 0,0 25 0,0-25 0,-24 0 0,24 25 0,0-25 0,0 25 0,0-25 0,0 0 0,-25 25 0,25-25 0,0 0 0,0 24 0,0-24 16,0 0-16,0 0 0,0 25 0,0-25 0,0 0 16,-25 0-16,25 0 0,0 0 0,0 25 0,0-25 15,0 0-15,0 0 0,0 0 0,0 0 0,0 0 0,0 0 0,0 0 16,0 0-16,0 0 0,0 0 0,25 0 0,-25 0 0,0 0 15,0 0-15,0-25 0,0 25 0,0 0 0,25 0 0,-25-25 16,0 25-16,0-24 0,0 24 16,0-25-16,0 25 0,24-25 0</inkml:trace>
  <inkml:trace contextRef="#ctx0" brushRef="#br0" timeOffset="240312.7451">10393 8905 0,'0'0'15,"0"0"-15,0 0 0,0 0 0,0 0 0,25 0 0,-25 0 16,0 0-16,0 0 0,0 0 0,0 0 0,0 0 0,0 0 0,0 0 31,25 0-31,-25 0 0,0 0 0,0 0 0,0 0 0,25 0 0,-25 0 16,0 0-16,0 0 0,0 0 15,24 25-15,-24-25 0,0 0 0,0 0 0,0 0 0,0 24 0,0-24 0,0 0 0,0 25 0,0-25 0,0 0 16,0 25-16,25-25 0,-25 25 0,0-25 0,0 0 0,0 25 0,0-25 16,0 25-16,0-25 0,25 0 15,-25 24-15,0-24 0,0 25 0,0-25 0,0 25 0,25-25 16,-25 0-16,0 25 0,0-25 0,0 25 0,0-25 0,0 0 0,0 24 15,0-24-15,0 0 0,0 25 0,0-25 0,0 0 0,25 25 16,-25-25-16,0 0 0,0 0 0,0 0 0,0 25 0,0-25 16,0 0-16,0 0 15,0 0-15,24 0 0,-24 0 0,0 0 0,0 25 16,0-25-16,0 0 0,0 0 0,0 0 0,0 0 0,0 0 15,0 0-15,0 0 0,0 0 0,0-25 0,0 25 0,0 0 0,0 0 16,0 0-16,0 0 0,0 0 0,0 0 0,0 0 0,-24 0 0,24-25 16</inkml:trace>
  <inkml:trace contextRef="#ctx0" brushRef="#br0" timeOffset="240568.7597">10170 9153 0,'0'0'0,"0"0"16,0 0-16,0 0 0,0 0 0,0 0 0,0 0 15,0 0-15,0 0 0,25 0 0,-25 0 0,0 0 0,0 0 0,25 0 16,-25 0-16,0 0 0,24 0 0,1 0 0,-25 0 0,25 0 15,-25 0-15,25 25 0,0-25 0,-25 0 0,24 0 0,1 0 0,-25 0 16,25 0-16,-25 0 0,25 0 0,-25 0 0,25-25 16,-25 25-1,24 0-15,-24 0 0,25 0 0,-25 0 0,0 0 0,25 0 0,-25-25 16,0 25-16</inkml:trace>
  <inkml:trace contextRef="#ctx0" brushRef="#br0" timeOffset="240973.7829">10567 8781 0,'0'0'15,"0"0"-15,0 0 16,0 0-16,0 0 0,0 0 0,0 0 0,0 0 16,25 0-16,-25 0 0,0 0 0,0 0 0,0 0 0,24 0 0,-24 0 0,0 25 0,25-25 15,-25 0-15,25 24 16,-25-24-16,0 0 0,25 25 0,-25-25 0,0 25 15,25-25-15,-25 25 0,0-25 0,0 25 0,24-1 0,-24-24 16,0 25-16,0 0 0,25-25 0,-25 25 0,0 0 0,0 0 16,0-25-16,0 24 0,25 1 0,-25-25 0,0 25 0,0 0 0,0-25 15,0 25-15,0-25 0,0 24 0,0 1 0,0-25 0,0 25 0,0 0 16,0-25-16,-25 25 15,25-25-15,0 24 0,0 1 0,-25-25 0,25 25 0,-24-25 16,24 25-16,0-25 0,-25 0 0,25 25 0,-25-25 0,0 0 0,25 24 0</inkml:trace>
  <inkml:trace contextRef="#ctx0" brushRef="#br0" timeOffset="323331.4935">8781 9153 0,'0'0'0,"0"0"16,0 0-16,0 0 0,0 0 0,0 0 0,0 0 15,0 0 1,0 0-16,0 0 0,0 0 0,0 0 0,0 0 15,0 0-15,0 0 0,0 0 0,0 0 0,0 0 0,0 0 0,0 0 0,0 0 0,0 0 16,0 0-16,0 0 0,0 0 0,0 0 0,0 0 0,0 0 16,0 0-1,0 0-15,0 0 0,0 0 0,0 0 0,0 0 0,0 0 0,0 0 16,0 0-16,0 0 0,0-25 0,0 25 0,-25 0 0,25 0 15,0 0-15,0 0 0,0 0 0,0 0 0,0 0 0,0 0 0,0 0 16,0 0-16,0 0 0,-25 0 0,25 0 0,0-25 0,0 25 16,0 0 30,0 0-46,0 0 0,0 0 0,0 0 0,0 0 0,-25 0 0,25 0 0,0 0 0,0 0 0,0 0 0,0 0 0,0 0 0,-24 0 0,24 0 16,0 0 0,0 0-16,0 0 0,0 0 0,0 0 0,0 0 0,-25 0 0,25 0 0,0 0 0,0 0 0,0 0 0,0 0 0,0 0 15,-25 0-15,25 0 0,0 0 0,0 0 0,0 0 0,0 0 0,-25 0 0,25 0 0,0 0 0,0 0 0,-25 0 31,25 0-31,0 0 0,0 0 0,-24 0 0,24 0 0,0 25 0,0-25 32,-25 0-32,25 0 0,0 0 0,0 0 0,0 0 0,-25 0 0,25 25 0,0-25 0,0 0 0,0 0 0,0 0 15,0 0-15,0 0 0,0 0 0,-25 0 0,25 0 0,0 25 16,0-25-16,0 0 0,0 0 0,0 0 0,0 0 0,0 0 0,0 0 0,0 0 31,0 25-31,-25-25 0,25 0 0,0 0 0,0 0 0,0 0 0,0 24 16,0-24-16,0 0 0,0 0 0,0 25 0,0-25 0,0 0 46,0 0-46,0 0 0,0 25 0,0-25 0,0 0 0,0 0 16,0 0-16,0 0 0,0 0 0,0 25 0,0-25 0,0 0 0,0 0 0,0 0 0,0 0 0,0 0 0,0 25 0,0-25 0,0 0 0,0 0 0,0 0 0,0 0 0,0 0 16,0 24-16,0-24 0,0 0 15,0 0-15,0 0 0,0 0 0,0 25 0,0-25 0,25 0 16,-25 0-16,0 0 0,0 25 0,0-25 0,0 0 0,0 0 0,0 0 47,25 0-47,-25 0 0,0 0 0,0 25 0,0-25 0,0 0 0,0 0 0,0 0 0,25 0 0,-25 0 0,0 0 0,0 25 0,0-25 0,0 0 0,0 0 0,0 0 0,0 0 15,0 0-15,0 0 0,25 0 0,-25 0 0,0 0 0,0 0 0,0 0 16,0 0-1,0 0-15,0 0 0,0 0 0,24 0 0,-24 0 0,0 0 0,0 0 16,0 0-16,0 0 0,0 0 0,25 0 0,-25 0 0,0 0 0,0 0 0,0 0 31,0 0-31,25 0 0,-25 0 0,0 0 0,0 0 0,0 0 0,0 0 0,0 0 0,25 0 16,-25 0-16,0 0 0,0 0 0,0 0 0,0 0 0,0 0 0,25 0 15,-25 0-15,0 24 16,0-24-16,0 0 0,0 0 0,0 0 0,0 0 16,0 0-16,0 0 0,24 0 0,-24 0 0,0 0 0,0 0 0,0 0 15,0 0-15,0 0 0,0 0 0,0 0 0,0 0 0,0 0 0,0 0 31,0 0-31,25 0 0,-25-24 0,0 24 0,0 0 0,0 0 0,0 0 0,0 0 0,0-25 16,0 25-16,0 0 0,0 0 0,0-25 0,0 25 0,0 0 234,50-1042 499</inkml:trace>
  <inkml:trace contextRef="#ctx0" brushRef="#br0" timeOffset="327352.7235">8806 8558 0,'0'0'0,"0"0"15,0 0-15,0 0 0,0 0 0,0 0 0,0 0 0,0 0 0,0 0 32,0 0-32,0 0 0,0 0 0,0 0 0,0 0 0,0 0 0,0 0 0,0 0 15,0 0-15,0 0 0,0 0 0,0 0 0,0 0 0,0 0 0,0 0 16,0 0-16,0 0 0,0 0 0,0 0 0,0 0 0,0 0 31,0 0-31,0 0 0,0 0 0,0 0 0,0 0 0,0 0 0,0 0 0,0 0 16,0 0-16,0 0 0,0 0 0,0 0 0,0 0 0,0 0 0,0 0 15,0 0-15,0 0 0,0 0 0,0 0 0,0 0 0,0 0 0,0 0 437,0 124-437,0-50 265,0 75-265,0-149 0,24 0 0,-24 0 0,0 0 0,0 0 0,0 0 0,0 0 16,0 0-16,0 25 0,0-25 31,0 0-31,-24 24 16,24-24-16,0 0 0,0 0 0,0 0 0,0 0 0,0 0 0,0 25 0,0-25 0,0 0 0,0 50 78,0-25-78,0-25 0,0 0 0,0 0 0,0 25 15,24-25 16,-24 24-31,0-24 0,0 0 0,0 0 0,0 0 0,0 0 0,0 0 0,0 25 0,0-25 16,0 0-16,0 0 0,0 0 0,0 0 0,0 0 0,0 25 0,0-25 0,0 0 0,0 0 0,0 0 0,0 0 0,0 25 0,0-25 0,0 0 16,0 0-16,0 0 0,0 25 0,0-25 0,0 0 0,0 0 0,0 0 0,0 0 0,0 24 31,0-24-16,0 0-15,0 0 0,25 0 16,-25 25 0,0-25-16,0 0 0,0 0 0,0 0 0,0 0 0,0 25 0,0-25 0,0 0 0,0 0 0,0 0 0,0 0 0,0 0 0,0 0 0,0 0 0,0 25 0,0-25 0,0 0 0,0 0 0,0 0 0,0 0 0,0 0 0,0 0 0,0 0 0,0 0 0,0 0 0,0 0 0,0 0 15,0 0-15,0 25 0,0-25 16,0 0-16,0 0 0,0 0 0,0 0 0,0 0 0,0 0 0,0 0 0,0 24 0,0-24 0,0 0 0,0 0 0,0 0 0,0 0 0,0 0 15,0 0-15,0 0 0,0 0 0,0 0 0,0 25 0,0-25 47,0 0-31,0 0-1,0 0 17,0 0-32,0 0 0,0 0 0,0 0 0,0 0 0,0 25 0,0-25 0,0 0 15,0 0 1,0 25-1,0-25-15,0 0 0,25 0 0,-25 0 0,0 0 0,0 0 0,0 0 0,0 25 0,0-25 0,0 0 0,0 0 0,0 0 0,0 0 0,0 0 0,0 0 0,0 0 0,0 0 0,0 0 0,0 0 0,0 0 0,0 0 16,0 0-16,0 0 0,25 0 0,-25 24 0,0-24 16,0 0-16,0 0 0,0 0 0,0 0 0,0 0 0,0 0 0,0 0 0,0 0 0,25 0 0,-25 0 0,0 0 15,0 0-15,0 0 0,0 0 0,0 0 0,0 0 0,0 0 0,0 0 0,0 0 0,0 0 0,0 0 16,0 0-16,0 0 0,0 0 0,0 0 0,0 0 0,0 0 0,24 0 0,-24 0 0,0 0 15,0 0 32,0 0-47,0 0 0,0 0 0,0 0 0,0 0 0,0 0 0,0 0 0,0 0 16,0 0-16,0 0 15,0 0-15,0 0 0,0 0 0,0 0 0,0 0 0,25 0 0,-25 0 0,0 0 0,0 0 16,0 0-16,0 0 0,0 0 0,0 0 0,0 0 0,0 0 0,0 0 0,25 0 0,-25 0 0,0 0 0,0 0 0,0 0 16,0 0-16,0 0 0,0 0 0,0 0 0,25 0 0,-25 0 0,0 0 0,0-24 0,0 24 0,0 0 15,0 0 16,25 0-15,-25 0-16,0 0 0,0 0 47,0 0-47,0 0 0,0 0 0,0 0 0,0 0 15,0 0 1,0 0-16,0 0 0,0 0 0,0 0 0,0 0 0,25 0 0,-25 0 0,0-25 0,0 25 16,0 0-16,0 0 0,0 0 0,0 0 0,0 0 0,0 0 0,24-25 0,-24 25 0,0 0 0,0 0 0,0 0 0,0 0 0,0 0 0,0 0 0,0 0 15,0 0-15,0-25 47,0 25-47,0 0 0,0 0 0,0 0 0,0 0 0,0 0 0,0 0 0,25 0 16,-25-25-16,0 25 0,0 0 0,0 0 0,0 0 0,0 0 0,0 0 0,0 0 0,0 0 0,25-24 0,-25 24 0,0 0 0,0 0 0,0 0 0,0 0 0,0 0 0,0-25 0,0 25 0,0 0 0,0 0 0,0 0 0,0 0 0,0 0 0,0 0 0,0 0 0,0-25 0,0 25 0,0 0 0,0 0 15,0 0-15,0 0 0,0 0 0,0-25 0,0 25 0,0 0 16,0 0-16,0 0 31,0 0-31,0 0 0,0 0 0,0 0 0,0-25 0,0 25 0,0 0 0,0 0 0,0 0 0,0 0 0,0 0 0,0-24 0,0 24 16,0 0-16,0 0 0,0 0 0,-25 0 0,25 0 0,0 0 0,0 0 0,0-25 0,0 25 0,0 0 0,0 0 15,0 0 1,0 0-16,0 0 0,0 0 0,0 0 0,0 0 0,0 0 780,50 273-765,-50-273-15,0 0 0,0 0 0,0 0 0,0 0 0,0 0 0,0 0 0,0 0 0,0 0 0,0 0 0,0 0 0,0 0 0,0 0 0,0 0 0,0 0 0,0 0 0,0 0 0,0 24 0,0-24 0,0 0 0,0 0 0,0 0 0,0 0 0,0 0 0,0 0 0,25 0 16,-25 0 0,0 0-16,0 0 0,0 0 0,0 0 0,0 0 0,0 0 15,0 0-15,0 0 0,0 0 0,0 0 0,0 0 0,0 0 0,0 0 0,0 0 0,24 0 0,-24 0 0,0-24 0,0 24 0,0 0 0,0 0 0,0 0 0,25 0 47,-25 0-47,0-25 0,0 25 0,0 0 0,0 0 0,0 0 0</inkml:trace>
  <inkml:trace contextRef="#ctx0" brushRef="#br0" timeOffset="377939.6167">9103 9302 0,'0'0'0,"0"0"16,0 0-16,0 0 0,0 0 0,0 0 0,0 0 0,0 0 16,-24 0-16,24 0 0,0 0 0,0 0 0,0 0 0,0 0 15,0 0-15,0 0 0,0 0 0,0 0 0,0 0 16,0 0-16,0 0 0,0 0 0,0 0 0,24 0 15,-24 0-15,0 0 0,0 0 0,0 0 0,0 0 0,0 0 16,0 0-16,0 0 0,0 0 0,0 0 0,0 0 16,0 0-16,0 0 0,0 0 0,0 0 0,0 0 0,0 0 15,0 0-15,0 0 0,0 0 0,0 0 0,0 0 16,0 0-16,0 0 0,0 0 0,0 0 0,25 0 0,-25 0 15,0 0-15,0 0 0,0 0 0,0 0 0,0 0 16,0 0-16,25 0 0,-25 0 0,0 0 0,0-25 16,0 25-16,0 0 0,0 0 0,25 0 0,-25 0 0,0 0 15,0 0-15,0-25 0,25 25 0,-25 0 0,0 0 16,0 0-16,0 0 0,24-25 0,-24 25 0,0 0 15,0 0-15,0 0 0,0 0 0,25 0 0,-25-24 0,0 24 16,0 0-16,0 0 0,0 0 0,0 0 16,0 0-16,25 0 0,-25 0 0,0 0 0,0 0 0,0 0 0,0-25 15,0 25-15,25 0 0,-25 0 0,0 0 0,0 0 16,0-25-16,0 25 0,0 0 0,0 0 0,0 0 0,0 0 15,0-25-15,0 25 0,0 0 0,0 0 0,0 0 16,0 0-16,25 0 0,-25 0 0,0-25 0,0 25 16,0 0-16,0 0 0,0 0 0,0 0 0,0-24 0,0 24 15,0 0-15,0 0 0,0 0 0,0 0 0,0 0 16,0 0-16,0 0 0,0 0 0,0 0 0,0 0 0,0 0 15,0 0-15,0 0 0,0 0 0,0-25 0,0 25 16,-25 0-16,25 0 0,0 0 0,0 0 0,0 0 16,0 0-16,0 0 0,0 0 0,-25 0 0,25 0 0,0 0 15,0 0-15,0 0 0,0 0 0,0 0 0,0 0 16,-25 0-16,25 0 0,0 0 0,0 0 0,0 0 0,0 0 15,0 0-15,0 0 0,0 0 0,0 0 0,-25 0 16,25 0-16,0 0 0,0 0 0,0 0 0,0 0 16,0 0-16,0 0 0,0 0 0,0 0 0,0 0 0,0 0 15,0 0-15,-24 0 0,24 0 0,0 0 0,0 0 16,0 0-16,0 0 0,0 0 0,0 0 0,0 0 0,0 0 15,0 0-15,-25 0 0,25 0 0,0 0 0,0 25 16,0-25-16,0 0 0,0 0 0,0 0 0,0 0 0,0 0 16,0 24-16,0-24 0,0 0 0,0 0 0,0 0 15,0 0-15,0 0 0,0 0 0,0 0 0,0 0 16,-25 0-16,25 25 0,0-25 0,0 0 0,0 0 0,0 0 15,0 0-15,0 25 0,0-25 0,0 0 0,0 0 16,0 0-16,0 25 0,0-25 0,0 0 0,0 0 16,0 25-16,0-25 0,0 0 0,0 24 0,0-24 0,0 0 15,0 0-15,0 25 0,0-25 0,0 0 0,0 25 16,0-25-16,0 0 0,0 25 0,0-25 0,0 0 0,0 25 15,0-25-15,25 0 0,-25 0 0,0 24 0,0-24 16,0 0-16,0 25 0,0-25 0,0 0 0,0 25 0,0-25 16,0 0-16,0 25 0,25-25 0,-25 0 0,0 25 15,0-25-15,0 0 0,0 0 0,24 24 0,-24-24 16,0 0-16,0 0 0,0 0 0,0 0 0,0 25 0,25-25 15,-25 0-15,0 0 0,0 0 0,0 0 0,0 0 16,0 0-16,0-25 0,0 25 0,0 0 0,25 0 0,-25-24 16,0 24-16,0 0 0,0 0 0,25-25 0</inkml:trace>
  <inkml:trace contextRef="#ctx0" brushRef="#br0" timeOffset="378782.6651">9500 8706 0,'0'0'0,"0"0"16,0 0-16,0 0 0,0 0 0,0 0 0,0 0 0,0 0 15,0 0-15,0 0 0,0 0 0,25 0 0,-25 0 16,0 0-16,0 25 0,0-25 0,0 0 0,0 0 16,0 0-16,0 25 0,0-25 0,0 0 0,0 0 0,-25 25 15,25-25-15,0 0 0,0 25 0,0-25 0,25 24 16,-25-24-16,0 0 0,0 25 0,0-25 0,0 0 0,0 25 15,0-25-15,0 0 0,0 0 0,0 25 0,0-25 16,0 25-16,0-25 0,0 24 0,-25-24 0,25 25 0,0-25 16,0 25-16,0 0 0,0-25 0,0 25 0,0-25 15,0 25-15,0-25 0,0 24 0,-25-24 0,25 25 16,0 0-16,0-25 0,0 25 0,0-25 0,0 25 0,0-25 15,0 24-15,0 1 0,0-25 0,0 25 0,0-25 16,0 0-16,0 25 0,0-25 0,25 25 0,-25-25 16,0 0-16,0 24 0,0-24 0,0 25 0,0-25 0,0 0 15,0 25-15,0-25 0,0 0 0,0 0 0,0 25 16,0-25-16,0 0 0,0 0 0,0 0 0,0 25 0,25-25 15,-25 0-15,0 0 0,0 0 0,0 24 0,0-24 16,0 0-16,0 0 0,0 0 0,0 0 0,0 0 0,0 25 16,0-25-16,0 0 0,0 0 0,0 0 0,0 0 15,0 0-15,0 0 0,0 0 0,0 0 0,0 0 16,0 0-16,0 0 0,0 0 0,0 0 0,0 25 0,0-25 15,0 0-15,0 0 0,0 0 0,0 0 0,0 0 16,0 0-16,25 0 0,-25 0 0,0 0 0,0 0 0,0 0 16,0-25-16,0 25 0,25 0 0,-25 0 0,0 0 15,0 0-15,0 0 0,0-25 0,24 25 0,-24 0 0,0 0 16,0 0-16,0 0 0,0 0 0,0 0 0,0-24 15,0 24-15,0 0 0,0 0 0,25 0 0,-25-25 16,0 25-16,0 0 0,0-25 0,0 25 0,0 0 0</inkml:trace>
  <inkml:trace contextRef="#ctx0" brushRef="#br0" timeOffset="379324.6961">9426 8930 0,'0'0'0,"0"0"0,0 0 0,0 0 0,0 0 16,0 0-16,0 0 0,0 0 0,0 0 0,0 0 15,0 0-15,0 0 0,0 0 0,0 0 0,0 0 0,0 0 16,0 0-16,0 0 0,0 0 0,0 0 0,0 0 16,0 0-16,0 0 0,0 0 0,0 0 0,0 0 15,0 0-15,0 0 0,0 0 0,0 0 0,0 0 0,0 0 16,0 0-16,0 0 0,0 0 0,0 0 0,0 0 15,0 0-15,0 0 0,0 0 0,0 0 0,0 0 16,0 0-16,0 0 0,0 0 0,0 0 0,0 0 0,0 0 16,0 0-16,0 0 0,0 0 0,0 0 0,0 0 15,0 0-15,-25 0 0,25 0 0,0 0 0,0 0 0,0 0 16,0 0-16,0 0 0,0 0 0,0 0 0,0 0 15,0 0-15,-25 0 0,25-25 0,0 25 0,0 0 0,0 0 16,0 0-16,0 0 0,0 0 0,0 0 0,0 0 16,0 0-16,0 0 0,0 0 0,0 0 0,0 0 15,25 0-15,-25 25 0,0-25 0,0 0 0,0 0 0,0 0 16,0 0-16,0 0 0,0 0 0,0 0 0,0 0 0,0 0 15,0 0-15,0 0 0,0 0 0,0 0 0,25 0 16,-25 0-16,0 0 0,25 0 0,-25 0 0,0 0 16,24 0-16,-24 0 0,0 0 0,25 0 0,-25 0 0,25 0 15,-25 0-15,25 0 0,-25 0 0,25 0 0,-1 0 16,-24 0-16,25 0 0,0 0 0,0-25 0,-25 25 0,25 0 15,-1 0-15,-24 0 0,25 0 0,-25 0 0,25 0 16,-25 0-16,0 0 0,25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28.34025" units="1/cm"/>
          <inkml:channelProperty channel="Y" name="resolution" value="28.33948" units="1/cm"/>
          <inkml:channelProperty channel="T" name="resolution" value="1" units="1/dev"/>
        </inkml:channelProperties>
      </inkml:inkSource>
      <inkml:timestamp xml:id="ts0" timeString="2021-10-22T00:37:30.291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19893 15974 0</inkml:trace>
  <inkml:trace contextRef="#ctx0" brushRef="#br0" timeOffset="7330.4193">3026 10244 0,'0'0'0,"0"0"0,0 0 16,0 0-16,0 25 0,0-25 0,0 0 0,0 0 15,0 0-15,0 0 0,0 0 0,0 0 0,0 0 0,0 0 0,0 0 16,0-25-16,0 25 0,0 0 0,0 0 0,0 0 15,0 0-15,0 0 0,0 0 0,0 0 0,0 0 16,0 0-16,0 0 0,0 0 0,0 0 0,0 0 0,0 0 16,0 0-16,0 0 0,0 0 0,0 0 0,0 25 0,0-25 0,0 0 15,0 0-15,0 0 16,0 0-16,0 0 0,0 25 0,0-25 0,0 0 0,25 25 15,-25-25-15,0 25 0,0-25 0,0 24 0,0 1 0,0-25 0,-25 25 16,25 0-16,0-25 0,0 25 0,0-1 0,0 1 16,0-25-16,0 25 0,0 0 0,0 0 0,0-1 15,0-24-15,0 25 0,0 0 0,0 0 0,0-25 0,0 25 0,0-1 16,0-24-16,0 25 0,0-25 0,0 25 0,0-25 15,0 25-15,0-25 0,0 25 0,0-25 0,0 0 16,0 0-16,0 24 0,0-24 0,0 0 0,0 0 16,0 0-16,0 0 0,0 25 0,25-25 0,-25 0 0,0 0 0,0 0 15,0 0-15,0-25 0,0 25 0,0 0 0,0 0 0,0 0 16,0 0-16,0 0 0,0-24 0,0 24 15,-25 0-15,25 0 0,0 0 0</inkml:trace>
  <inkml:trace contextRef="#ctx0" brushRef="#br0" timeOffset="8122.4646">3026 10393 0,'0'-25'0,"0"25"16,0 0-16,0 0 0,0 0 0,0 0 15,0 0-15,0 0 0,0 0 0,0-24 0,0 24 0,0 0 16,0 0-16,0 0 0,0 0 0,0 0 0,0 0 0,0-25 16,0 25-16,0 0 0,0 0 0,0 0 0,0-25 15,25 25-15,-25 0 0,0 0 0,0 0 0,0 0 16,0 0-16,0 0 0,0 0 0,0 0 0,0 0 0,0 0 15,0 0-15,25 0 0,-25 0 0,0 0 0,0 0 0,0 0 0,0 0 16,25 0-16,-25 0 0,0 0 0,0 25 0,0-25 16,24 0-16,-24 0 0,0 25 0,0-25 15,25 0-15,-25 0 0,0 24 0,0-24 0,25 0 0,-25 25 16,0-25-16,0 25 0,0-25 0,0 0 0,0 25 0,0-25 0,0 25 15,0-25-15,0 24 0,0-24 16,0 25-16,0 0 0,0-25 0,0 25 0,0-25 0,0 25 16,0-25-16,0 24 0,-25-24 0,25 0 0,0 25 0,0-25 0,0 0 15,0 25-15,0-25 0,0 0 0,0 0 0,0 0 16,0 0-16,0 0 0,0 0 0,0 25 15,0-25-15,0 0 0,0 0 0,0-25 0,0 25 0,-25 0 0,25 0 16,0 0-16,0 0 0,0 0 0,0-25 0,0 25 16,0 0-16,0 0 0,0-25 0,0 25 15,0 0-15,0 0 0,0-24 0,0 24 0,25 0 0,-25 0 0,0 0 16,0 0-16,0 0 0,0-25 0,0 25 0,25 0 0,-25 0 15,0 0-15,0 0 0,25 0 0,-25 0 0,0 0 0,0 0 16,25 0-16,-25 0 0,0 25 0,0-25 16,0 0-16,24 0 0,-24 24 0,0-24 0,0 0 0,0 25 0,0-25 15,0 25-15,25-25 0,-25 0 0,0 25 16,0-25-16,0 25 0,0-25 0,0 24 15,25-24-15,-25 25 0,0-25 0,0 0 0,0 25 0,0-25 0,0 25 16,0-25-16,0 25 0,0-25 0,0 24 0,-25-24 0,25 0 16,0 25-16,0-25 0,0 0 0,0 0 15,-25 25-15,25-25 0,0 0 0,0 0 0,-24 0 0,24 0 0,0 0 16,-25 0-16,25 0 0,0 0 15,-25 0-15,25 25 0,0-25 0,-25 0 0,25 0 0,0 0 0,0 0 16,-25 0-16,25 0 0,0 0 0,0 0 0,0 0 0,0 0 0,-24 0 16,24 0-16,0 0 0,0 0 0,0 0 15,0 0-15,0 0 0,0 0 0,0 0 0,0 0 16,0 0-16,0 0 0,0 0 0,0 0 0,0 0 0,0 0 15,0 0-15,24 0 0,-24 0 0,0-25 0,0 25 0,0 0 0,0 0 16</inkml:trace>
  <inkml:trace contextRef="#ctx0" brushRef="#br0" timeOffset="8813.5041">3448 10468 0,'0'0'0,"0"0"0,0 0 0,0 0 16,0-25-16,-25 25 0,25 0 0,0 0 15,0 0-15,0 0 0,0 0 0,0-25 0,0 25 0,0 0 0,0 0 16,0 0-16,0 0 0,-25 0 0,25-25 0,0 25 0,0 0 16,0 0-16,0 0 0,0-25 0,0 25 0,0 0 0,0 0 15,0-24-15,0 24 0,0 0 0,0-25 16,0 25-16,0 0 0,25 0 0,-25-25 0,0 25 0,0 0 0,0 0 15,0 0-15,0-25 16,25 25-16,-25 0 0,0 0 0,0 0 0,0 0 0,25 0 16,-25 0-16,0 0 0,24 25 0,-24-25 0,0 0 0,25 25 15,-25-25-15,0 0 0,25 25 0,-25-25 0,0 24 0,25-24 16,-25 25-16,0 0 0,0-25 0,0 25 0,25-25 15,-25 25-15,0-1 0,0-24 0,0 25 0,0 0 0,0-25 16,0 25-16,0 0 0,0-25 0,0 24 0,0 1 16,0-25-16,-25 25 0,25-25 0,0 25 0,0-25 15,0 25-15,0-25 0,-25 24 0,25-24 0,0 25 0,0-25 0,-25 0 16,25 25-16,0-25 0,0 0 0,-25 25 15,25-25-15,0 0 0,0 0 0,0 0 0,-24 0 0,24 0 16,0 0-16,0 0 0,0 0 0,0 0 0,0-25 0,0 25 16,0 0-16,0 0 0,0 0 0,0-25 0,0 25 15,0 0-15,0 0 0,0-25 0,0 25 0,0 0 0,0 0 16,0-24-16,0 24 0,0 0 0,0 0 15,0 0-15,0 0 0,24 0 0,-24 0 0,0 0 16,0 0-16,0 0 0,0 0 0,0 0 0,25 0 0,-25 0 0,0 0 16,0 0-16,25 24 0,-25-24 0,0 0 0,0 25 15,25-25-15,-25 25 0,0-25 0,0 25 0,25-25 16,-25 0-16,0 25 0,24-25 0,-24 24 0,0-24 15,25 0-15,-25 25 0,0-25 0,0 0 0,25 25 0,-25-25 0,0 0 16,0 0-16,25 0 0,-25 0 16,0 0-16,0 0 0,25 0 0,-25 0 0,0 0 0,0 0 0,25 0 15,-25-25-15,0 25 0,0 0 0,0-25 0,0 25 0,0-24 16,0 24-16,0-25 0,0 25 0,0 0 0,0-25 15,0 25-15</inkml:trace>
  <inkml:trace contextRef="#ctx0" brushRef="#br0" timeOffset="9191.5257">3125 11237 0,'0'24'0,"0"-24"16,-24 0-16,24 0 0,0 0 0,0 0 0,0 0 0,0 0 15,0 0-15,0 0 0,0 0 0,0 0 0,0 0 0,0 0 0,0 0 16,24 0-16,-24 0 0,0 0 0,0 0 15,25 0-15,-25 25 0,0-25 0,25 0 0,-25 0 0,0 0 16,25 0-16,-25 0 0,25 0 0,-25 0 0,24 0 0,-24 25 16,25-25-16,-25 0 0,25 0 0,0 0 0,-25 0 15,25 0-15,-1 0 0,-24 0 0,25 0 16,0 0-16,0 0 0,-25 0 0,25 0 0,-1 0 0,-24 0 0,25 0 15,0 0-15,0 0 0,0 0 0,-25 0 0,24 0 16,1 0-16,-25 0 0,25 0 0,0 0 0,-25 0 16,25 0-16,-25 0 0,0 0 0,25 0 0,-25 0 0,24 0 15,-24 0-15,0 0 0,25-25 0,-25 25 0,0 0 0,0 0 16,25 0-16,-25-25 0</inkml:trace>
  <inkml:trace contextRef="#ctx0" brushRef="#br0" timeOffset="9432.5395">4118 10517 0,'0'0'0,"0"0"15,0 0-15,0 0 0,0 0 0,0 0 0,0 0 0,0 0 16,0 0-16,0 0 0,0 0 0,0 0 16,0 0-16,0 0 0,0 0 0,0 0 0,0 0 15,0 0-15,0 0 0,0 0 0,0 0 0,0 0 0,0 0 16,0 25-16,0-25 0,0 0 0,0 0 0,0 0 0,0 25 15</inkml:trace>
  <inkml:trace contextRef="#ctx0" brushRef="#br0" timeOffset="9600.5491">4192 10815 0,'0'0'0,"0"0"0,-25 25 0,25-25 16,0 0 0,0 0-16,0 0 0,0 0 0,0 0 0,0 0 0,0 0 0,0 0 0,0 0 0,0 0 15,0 0-15,0 0 0,0 0 0,0 0 16,0 0-16,0 0 0,0 0 0,-25 0 0,25 24 0,0-24 15,0 0-15,0 0 0,0 0 0,0 0 0,0 0 0</inkml:trace>
  <inkml:trace contextRef="#ctx0" brushRef="#br0" timeOffset="12473.7135">5457 10319 0,'0'25'0,"0"-25"15,0 0-15,0 0 0,0 0 0,0 0 0,0 0 16,0 0-16,0 0 0,0 0 0,0 0 0,0 0 15,0 0-15,0 24 0,0-24 0,0 0 0,0 0 16,0 0-16,0 0 0,0 0 0,0 25 0,0-25 0,25 0 0,-25 0 16,0 0-16,0 0 0,0 25 15,0-25-15,0 0 0,0 0 0,0 0 0,0 0 0,0 0 16,0 0-16,0 0 0,0 0 0,0 0 0,0 0 15,0 25-15,0-25 0,0 0 0,0 0 0,0 25 0,0-25 0,0 24 16,0-24-16,0 0 0,0 25 0,0-25 16,0 25-16,0 0 0,0-25 0,0 25 0,0-25 0,0 24 0,0-24 15,0 25-15,0-25 0,0 25 0,0-25 16,0 25-16,0 0 0,0-25 0,0 24 0,0-24 15,0 25-15,0-25 0,0 25 0,0-25 0,25 0 0,-25 25 0,0-25 16,0 0-16,0 25 0,0-25 0,0 0 0,0 24 16,0-24-16,0 0 0,0 0 0,0 0 0,0 25 15,0-25-15,0 0 0,0 0 0,0 0 0,0 0 0,0 0 16,0 0-16,0 0 0,0 0 0,0 0 0,0 0 0</inkml:trace>
  <inkml:trace contextRef="#ctx0" brushRef="#br0" timeOffset="12759.7298">5259 10319 0,'0'0'16,"0"0"-16,0-25 0,0 25 0,0 0 0,0 0 0,0 0 0,0-25 16,0 25-16,0 0 0,0 0 0,0 0 0,0-25 0,24 25 15,-24 0-15,0 0 0,0 0 0,25-24 16,-25 24-16,25 0 0,-25 0 0,0 0 0,25 0 0,-25-25 15,25 25-15,-25 0 0,24 0 0,-24 0 0,0 0 0,25 0 16,-25 0-16,25 0 0,-25 0 0,0 0 16,0 25-16,25-25 0,-25 0 0,25 0 0,-25 24 0,0-24 15,24 0-15</inkml:trace>
  <inkml:trace contextRef="#ctx0" brushRef="#br0" timeOffset="13591.7774">5680 10567 0,'0'0'16,"0"0"-16,0 0 0,0 0 0,0 0 0,0 0 0,0 0 0,0 0 16,0 0-16,0 0 0,0 0 0,0 0 0,0 0 0,0 0 15,0 0-15,-25 0 0,50 0 0,-25 0 16,0 0-16,0 0 0,0 25 0,0-25 0,0 0 0,25 0 15,-25 24-15,0-24 0,0 0 0,0 25 0,0-25 0,0 25 16,25-25-16,-25 0 0,0 25 0,0-25 0,0 25 16,0-1-16,0-24 0,0 25 0,0-25 0,0 25 15,0 0-15,0-25 0,0 25 0,0-1 0,0-24 0,0 25 16,0-25-16,25 25 0,-25-25 0,0 25 0,0-25 0,0 0 15,0 0-15,0 25 0,0-25 0,24 0 0,-24 0 16,0 0-16,0 0 0,0 0 0,0 0 0,0 0 16,25 0-16,-25-25 0,0 25 0,0 0 0,0 0 0,25-25 15,-25 25-15,0 0 0,0-25 0,25 25 0,-25-25 0,0 25 16,0 0-16,0-24 0,0 24 0,0-25 15,0 25-15,0 0 0,0-25 0,0 25 0,0-25 0,0 25 16,0 0-16,0-25 0,0 25 0,0 0 0,0-24 0,0 24 16,0-25-16,0 25 0,0 0 0,0-25 15,0 25-15,0 0 0,0 0 0,0-25 0,0 25 0,0 0 16,0 0-16,0 0 0,0 0 0,25 0 0,-25 0 0,0 0 0,0 0 15,0 0-15,0 0 16,0 0-16,0 0 0,0 0 0,0 0 0,0 0 0,0 0 0,0 0 16,0 0-16,0 25 0,0-25 0,0 0 0,0 0 0,0 0 15,0 25-15,25-25 0,-25 0 0,0 25 0,0-25 0,0 24 16,0-24-16,0 0 0,0 25 0,0-25 15,0 25-15,0-25 0,0 25 0,0-25 0,24 25 0,-24-25 16,0 24-16,0-24 0,0 0 0,0 25 0,0-25 0,0 0 16,0 25-16,0-25 0,0 0 0,0 0 15,0 0-15,0 25 0,0-25 0,0 0 0,0 0 0,0 0 16,0 0-16,0 0 0,0-25 0,25 25 0,-25 0 0,0 0 15,0 0-15,0-25 0,0 25 0,0 0 0,0-25 0,0 25 16,0-24-16,0 24 0,0 0 0,25-25 16,-25 25-16,0 0 0,0-25 0,0 25 0,0 0 0,0 0 0,25 0 15,-25 0-15,0 0 0,0 0 0,0 0 16,0 0-16,0 0 0,0 0 0,0 0 0,0 0 15,0 0-15,0 0 0,0 0 0,0 0 0,25 0 0,-25 0 16,0 0-16,0 0 0,0 25 0,0-25 0,24 0 0,-24 0 16,0 25-16,0-25 0,0 0 0,25 24 0,-25-24 15,0 25-15,0-25 0,0 25 0,0-25 0,25 0 16,-25 25-16,0-25 0,0 0 0,0 0 0,25 25 0,-25-25 15,0 0-15,0 0 0,0 0 0,0 0 0,0 0 0,25 0 16,-25 0-16,0-25 0,0 25 16,0 0-16,24 0 0</inkml:trace>
  <inkml:trace contextRef="#ctx0" brushRef="#br0" timeOffset="14228.8138">6201 10740 0,'0'0'0,"0"0"16,0 0-16,0 0 0,0 0 0,0 0 0,0 0 0,0-24 15,0 24-15,0 0 0,25 0 0,-25-25 16,0 25-16,0-25 0,0 25 0,25 0 0,-25-25 0,0 25 15,25-25-15,-25 1 0,0 24 0,24-25 0,-24 25 0,25-25 16,-25 0-16,0 25 0,25-25 0,-25 1 16,0 24-16,25-25 0,-25 0 0,0 25 0,0-25 0,25 25 15,-25-25-15,0 25 0,0-24 0,24 24 0,-24 0 0,0-25 16,0 25-16,0 0 0,0-25 0,0 25 15,0 0-15,0-25 0,0 25 0,-24 0 0,24 0 0,0-25 0,0 25 0,-25 0 16,25 0-16,0 0 0,0 0 0,-25 0 16,25-24-16,0 24 0,0 0 0,0 0 0,-25 0 0,25 0 15,0 0-15,0 0 0,0 0 16,-25 0-16,25 0 0,0 0 0,0 24 0,0-24 0,0 0 0,0 0 15,0 0-15,0 0 0,0 0 0,0 0 0,0 0 0,0 0 16,0 25-16,0-25 0,0 0 0,0 0 0,0 25 0,0-25 16,0 25-16,0-25 0,0 25 0,0-1 15,25-24-15,-25 25 0,0 0 0,0-25 0,0 25 0,0 0 16,0-1-16,0-24 0,0 25 0,0 0 0,0 0 15,0 0-15,25-25 0,-25 24 0,0 1 0,0-25 0,0 25 16,0-25-16,0 25 0,0-25 0,0 25 0,0-25 16,0 24-16,0-24 0,0 0 0,0 0 0,0 25 15,0-25-15,0 0 0,0 0 0,0 0 0,0 0 0,0 0 16,25 0-16,-25 0 0,0 0 0,0 0 0,0 0 0,0-25 15,25 25-15,-25 0 16,0-24-16,0 24 0,0 0 0,0-25 0,0 25 0,24 0 0,-24 0 0,0 0 0,0-25 16,0 25-16,0 0 0,0 0 0,25 0 0,-25 0 15,0 0-15,0 0 0,0 0 0,0 25 16,0-25-16,25 0 0,-25 0 0,0 25 0,0-25 0,0 0 0,0 24 15,0-24-15,0 0 0,25 25 0,-25-25 0,0 25 0,0-25 16,0 0-16,0 25 0,0-25 0,0 0 0,0 0 16,0 25-16,0-25 0,0 0 0,0 0 15,0 0-15,0 24 0,0-24 0,0 0 0,-25 0 0,25 0 16,0 0-16,0 0 0</inkml:trace>
  <inkml:trace contextRef="#ctx0" brushRef="#br0" timeOffset="14446.8263">6003 10120 0,'-25'0'0,"25"-24"0,0 24 16,0 0-16,0 0 0,0 0 0,-25 0 0,25 0 15,0 0-15,0 0 0,0 0 0,0 24 0,0-24 0,0 0 0,0 25 16,25-25-16,-25 25 0,0 0 0,0 0 16,0-1-16,0-24 0,0 25 0,0 0 0,0 0 0,0 0 0,0-1 15,0-24-15,0 25 0,0 0 0</inkml:trace>
  <inkml:trace contextRef="#ctx0" brushRef="#br0" timeOffset="15253.8725">7913 10269 0,'0'0'0,"0"0"0,0 0 0,0-25 0,0 25 16,-25 0-16,25 0 0,0 0 0,0 0 0,0 0 0,0 0 16,-25 0-16,25 0 0,0-24 15,0 24-15,-25 0 0,25 0 0,0 0 0,0 0 0,-25 0 16,25 0-16,0 0 0,0 0 0,-24 0 0,24 0 0,0 0 0,0 0 15,0 24-15,-25-24 0,25 0 0,0 0 16,-25 25-16,25-25 0,0 25 0,-25-25 0,25 25 0,-25-25 16,25 25-16,-24-25 0,24 24 0,0 1 0,0 0 15,-25-25-15,25 25 0,0 0 0,0-1 0,0 1 16,0-25-16,0 25 0,0 0 0,25 0 0,-25-1 0,0 1 0,0-25 15,24 25-15,-24 0 0,0 0 0,25-25 16,-25 24-16,25-24 0,-25 25 0,25 0 0,-25-25 0,25 0 0,-25 25 16,24-25-16,-24 0 0,0 25 0,25-25 15,-25 0-15,25 0 0,-25 0 0,25 24 0,-25-24 0,0 0 0,25 0 16,-25 0-16,0 0 0,24 0 0,-24-24 0,0 24 15,0 0-15,0 0 0,25 0 0,-25-25 16,0 25-16,0 0 0,0-25 0,25 25 0,-25 0 16,0-25-16,0 25 0,0 0 0,0-25 0,0 25 0,0 0 0,0 0 15,0-24-15,0 24 0,0 0 0,0 0 0,0 0 0,0-25 16,0 25-16,0 0 0,0 0 0,0 0 15,25 0-15,-25-25 0,0 25 0,0 0 0,0 0 0,0 0 16,0 0-16,0 0 0,0 0 0,0 0 0,0 0 0,0 0 16,0 0-16,0 0 0,0 0 15,0 0-15,0 0 0,0 0 0,0 0 0,0 0 0,0 0 0,0 0 16,0 25-16,0-25 0,0 0 0,0 25 0,25-25 0,-25 0 15,0 24-15,0 1 0,0-25 0,0 25 0,0-25 16,0 0-16,0 25 0,0-25 0,0 25 0,0-25 16,0 24-16,25-24 0,-25 0 0,0 0 0,0 25 0,0-25 15,0 0-15,0 0 0,0 0 0,0 0 0,0 0 0,0 0 16,0 0-16,0-25 0,0 25 15,0 0-15,0-24 0,0 24 0</inkml:trace>
  <inkml:trace contextRef="#ctx0" brushRef="#br0" timeOffset="15413.8816">8086 10542 0,'0'0'0,"0"0"16,0 0-16,0 0 0,0 0 0,0 0 0,0 0 16,0 0-16,0 0 0,0 0 0,0 0 0,0 0 0,0 0 0,0 0 15,-24 0-15,24 0 0,24 0 16,-24 0-16,0 0 0,0 25 0,0-25 0,0 0 0,0 0 0,0 0 15,0 0-15,0 25 0,0-25 0</inkml:trace>
  <inkml:trace contextRef="#ctx0" brushRef="#br0" timeOffset="15844.9063">8359 10740 0,'0'0'0,"0"0"16,0 0-16,-25 0 0,25 0 0,0 0 0,0 0 0,0 0 16,0 0-16,0 0 0,0 0 0,0 0 15,0 0-15,0 0 0,25 0 0,-25 25 0,0-25 0,0 0 16,0 0-16,0 0 0,0 0 0,0 25 15,0-25-15,0 0 0,0 25 0,0-25 0,25 0 16,-25 25-16,0-25 0,0 24 0,0 1 0,0-25 0,25 25 0,-25-25 16,0 25-16,0 0 0,0-25 0,0 24 15,0-24-15,0 25 0,0-25 0,25 25 0,-25-25 0,0 25 16,0-25-16,0 25 0,0-25 0,0 24 0,0-24 15,0 0-15,24 25 0,-24-25 0,0 0 0,0 25 16,0-25-16,0 0 0,0 25 0,0-25 0,0 0 0,0 0 16,0 0-16,0 25 0,0-25 0,0 0 0,0 0 0,0 0 15,0 25-15,-24-25 0,24 0 0,0 0 0,0 0 0,0 0 16,0 0-16,-25 0 0,25 0 0,0 0 0,0 0 15,-25 0-15,25 0 0,0 0 0,-25 0 0,25 0 0,0 0 16,0-25-16,-25 25 0,25 0 0,0 0 0,0-25 0,-24 25 16,24 0-16,0-25 0,0 25 15,-25 0-15,25-25 0,0 25 0</inkml:trace>
  <inkml:trace contextRef="#ctx0" brushRef="#br0" timeOffset="16030.9168">8359 10567 0,'0'0'0,"0"0"16,-25 0-16,25 0 0,0 0 0,0 0 0,-24 0 0,24-25 0,0 25 16,0 0-16,0 0 0,0 0 0,0 0 15,0 0-15,0 0 0,0 25 0,0-25 0,0 0 0,0 0 16,0 0-16,0 0 0,0 0 0,0 0 0,24 0 0,-24 0 15</inkml:trace>
  <inkml:trace contextRef="#ctx0" brushRef="#br0" timeOffset="16358.9357">9575 10567 0,'0'0'0,"0"0"0,-25 0 0,25 0 0,0 0 16,0 0-16,0 0 0,0 0 15,0 0-15,0 0 0,25 0 0,-25 0 0,0 0 0,0 0 0,0 0 16,24 0-16,-24 0 0,0 0 0,25 0 0,-25 0 0,25 0 16,-25 0-16,25 0 0,-25 0 15,25 0-15,-25 0 0,24 0 0,-24 25 0,25-25 0,-25 0 0,25 0 16,-25 0-16,0 24 0,0-24 0,25 0 0,-25 0 0,0 0 15,0 0-15,25 25 0,-25-25 16,0 0-16,0 0 0,0 0 0</inkml:trace>
  <inkml:trace contextRef="#ctx0" brushRef="#br0" timeOffset="16574.948">9575 10914 0,'-25'0'0,"25"0"0,0 0 0,0 0 0,0 0 0,0 0 16,0 0-16,0 0 0,0 0 0,0 0 15,0 0-15,25 0 0,-25 0 0,0 0 0,24 0 16,-24 0-16,0 0 0,25 0 0,-25 0 0,25 0 0,-25 0 0,25 0 16,-25 0-16,25 0 0,-25 0 0,24 0 0,1 0 15,0 0-15,-25 0 0,25 0 0,0 0 0,-1 0 16,1 0-16,0 0 0,0 0 0,-25 0 0,25 0 0</inkml:trace>
  <inkml:trace contextRef="#ctx0" brushRef="#br0" timeOffset="16909.9672">11013 10592 0,'-25'-25'0,"25"25"0,0 0 0,0 0 0,0 0 15,0 0-15,0 0 0,0 0 0,0 0 0,0 0 16,0 0-16,0 0 0,0 0 0,0 0 16,0 0-16,0 0 0,25 0 0,-25 0 0,0 0 0,25 0 15,-25 0-15,25 0 0,0 0 0,-25 0 0,24 0 0,1 25 0,-25-25 16,25 0-16,0 0 0,0 0 0,0 0 15,-1 0-15,-24 0 0,25 0 0,0 0 0,-25 0 0,25 0 16,0 0-16,-25 0 0</inkml:trace>
  <inkml:trace contextRef="#ctx0" brushRef="#br0" timeOffset="17339.9918">11584 10815 0,'0'0'0,"0"0"0,0 0 0,0 0 15,0 0-15,0 0 0,0 0 0,0 0 16,0 0-16,0 0 0,0 0 0,0 0 0,0-25 0,0 25 16,0 0-16,0 0 0,0-25 0,25 25 0,-25-25 0,0 25 15,0-24-15,0 24 0,0 0 0,24-25 16,-24 0-16,0 25 0,0-25 0,0 25 0,25-25 0,-25 25 0,0-24 15,0-1-15,0 25 0,0-25 0,0 25 0,0-25 0,0 25 16,0-25-16,0 25 0,0 0 16,0-24-16,0 24 0,0 0 0,0-25 0,0 25 0,0 0 15,0 0-15,0 0 0,0 0 0,0 0 0,0 0 0,0 0 0,0 0 16,0 0-16,0 0 0,0 0 0,0 0 15,0 0-15,0 0 0,0 25 0,0-25 0,0 0 16,0 0-16,0 24 0,25-24 0,-25 25 0,0-25 0,0 25 16,25-25-16,-25 25 0,0-25 0,0 25 0,0-25 0,0 24 0,0 1 15,0-25-15,0 25 0,25 0 16,-25-25-16,0 25 0,0-25 0,0 24 0,0 1 0,0-25 0,0 25 15,0-25-15,0 25 0,0-25 0,0 25 0,0-25 0,0 0 16,0 24-16,0-24 0,0 0 0,0 0 16,0 0-16,0 0 0,0 0 0,0 0 0,0 0 0,0 0 15,0 0-15,0 0 0,0 0 0,0 0 0,0-24 0,0 24 16</inkml:trace>
  <inkml:trace contextRef="#ctx0" brushRef="#br0" timeOffset="17808.0186">11832 10269 0,'0'0'0,"0"0"0,0 0 0,0 0 0,0 0 16,0 0-16,0 0 0,25 0 0,-25 0 15,0 0-15,0 0 0,0 0 0,24 0 0,-24 0 16,0 0-16,25 0 0,-25 25 0,0-25 0,25 0 0,-25 25 16,25-25-16,-25 25 0,25-25 0,-25 24 0,0-24 0,24 25 0,-24 0 15,25-25-15,-25 25 0,0 0 0,25-25 16,-25 24-16,25 1 0,-25 0 0,0-25 0,25 25 0,-25 0 15,0-25-15,0 24 0,0 1 0,0 0 0,0-25 0,0 25 16,0 0-16,0-25 0,0 24 0,-25 1 0,25 0 0,-25 0 16,25-25-16,0 25 0,-25-1 0,25 1 15,-25 0-15,25-25 0,-24 25 0,24 0 0,-25-1 0,0-24 16</inkml:trace>
  <inkml:trace contextRef="#ctx0" brushRef="#br0" timeOffset="18286.0459">10964 10244 0,'-25'0'0,"25"0"0,0 0 0,-25 0 0,25 0 15,0 0-15,-25 25 0,25-25 16,-25 0-16,25 0 0,0 25 0,-24-25 0,24 0 0,-25 25 0,25-25 16,0 25-16,-25-25 0,25 24 0,0 1 0,0-25 0,-25 25 15,25 0-15,0 0 0,-25-25 0,25 24 0,0 1 0,0 0 16,-24 0-16,24 0 0,0-1 0,0 1 15,0 0-15,0 0 0,0 0 0,24-1 0,-24 1 0,0 0 0,25 0 16,-25 0-16,25-1 0,-25 1 16,25 0-16,-25-25 0,25 25 0,-1 0 0,-24-1 0,25-24 15,0 25-15,0-25 0,0 25 0,-1-25 0,1 0 0,0 25 0,0-25 16,0 0-16,-1 0 0,1 0 0</inkml:trace>
  <inkml:trace contextRef="#ctx0" brushRef="#br0" timeOffset="18832.0771">12154 9922 0,'0'0'0,"0"0"15,0 0-15,0 0 0,0 0 0,-25 0 0,25 0 0,0 0 16,0 0-16,0 0 0,0 25 0,0-25 16,0 0-16,0 0 0,0 24 0,25-24 0,-25 25 0,0-25 15,0 0-15,0 25 0,0-25 0,0 25 16,0-25-16,0 25 0,0-25 0,0 25 0,0-25 0,0 24 15,0-24-15,0 25 0,0-25 0,0 0 0,0 25 16,0-25-16,0 25 0,0-25 0,0 25 0,25-25 0,-25 0 16,0 24-16,0-24 0,0 0 0,0 0 0,0 25 15,0-25-15,0 0 0,0 0 0,0 0 0,0 0 0,0 0 16,0 0-16,0 0 0,0 0 0,0 0 0,0-25 0</inkml:trace>
  <inkml:trace contextRef="#ctx0" brushRef="#br0" timeOffset="19011.0874">12204 9872 0,'0'0'16,"0"0"-16,0 0 0,-25 0 0,25-25 0,0 25 0,0 0 15,0 0-15,0 0 0,0 0 0,0 0 0,0 0 16,0 0-16,0 0 0,0 0 0,0 0 0,25 0 0,-25 0 15,0 0-15,0 0 0,0 0 0,0 0 0,25 25 16</inkml:trace>
  <inkml:trace contextRef="#ctx0" brushRef="#br0" timeOffset="19259.1014">12353 10046 0,'0'0'0,"0"0"0,0 0 0,0 0 0,0 0 16,0 0-16,0 0 0,0 0 0,0 0 0,25 0 16,-25 0-16,0 0 0,0 0 0,24 0 0,-24 0 0,25 0 15,-25 0-15,0 0 0,25 0 0,-25 0 0,25 0 16,-25 0-16,25 0 0,-25 0 0,24 0 0,-24 0 15,25 0-15,-25 0 0,25 0 0,-25 0 0,25 0 0,-25 0 16,0 0-16,25 0 0,-25 0 0,0 0 0,0 0 0,0 0 16,0 0-16</inkml:trace>
  <inkml:trace contextRef="#ctx0" brushRef="#br0" timeOffset="19494.1148">12477 9947 0,'0'0'15,"0"0"-15,0 0 0,0 0 0,0 0 0,0 24 0,0-24 16,0 0-16,0 0 0,0 0 0,0 0 16,0 25-16,0-25 0,0 0 0,0 0 0,0 25 0,0-25 15,25 0-15,-25 25 0,0-25 0,0 25 16,0-25-16,0 25 0,0-25 0,0 24 0,0-24 0,24 25 15,-24-25-15,0 25 0,0-25 0,0 25 0,0-25 0,0 25 16,0-25-16,0 0 0,0 24 0,0-24 0,0 0 0,0 25 0</inkml:trace>
  <inkml:trace contextRef="#ctx0" brushRef="#br0" timeOffset="19961.1417">12898 9847 0,'0'0'0,"0"-24"15,0 24-15,0 0 0,0 0 0,0 0 0,0 0 0,0 24 16,0-24-16,0 0 0,0 0 16,0 0-16,0 0 0,0 0 0,0 0 0,0 0 0,0 0 0,0 25 15,0-25-15,0 0 0,0 25 0,0-25 16,0 25-16,0-25 0,0 0 0,0 25 0,0-25 0,0 0 15,25 24-15,-25-24 0,0 0 0,0 25 0,0-25 0,0 0 16,0 25-16,0-25 0,25 25 0,-25-25 0,0 0 0,0 25 16,0-25-16,0 25 0,25-25 0,-25 24 15,0-24-15,0 0 0,0 25 0,0-25 0,25 25 0,-25-25 16,0 0-16,0 25 0,0-25 0,0 0 0,0 0 15,0 25-15,0-25 0,0 0 0,0 0 16,0 24-16,0-24 0,0 0 0,0 0 0,0 0 0,0 25 16,0-25-16,0 0 0,0 0 0,0 0 0,-25 25 0,25-25 0,0 0 15,0 0-15,0 0 0,-25 0 0,25 0 0,0 0 16,0 0-16,-25 25 0,25-25 0,0 0 0,0 0 15,-25 0-15,25 0 0,0-25 0,0 25 0,-24 0 0,24 0 16,0-25-16,0 25 0,0 0 0,0-25 0,0 25 0</inkml:trace>
  <inkml:trace contextRef="#ctx0" brushRef="#br0" timeOffset="20135.1517">12923 9624 0,'0'0'0,"0"0"0,0 0 0,0 0 0,0 0 16,0 0-16,0 0 0,0 0 0,0 0 15,0 0-15,0 0 0,0 0 0,0 0 0,0 0 0,0 0 16,0 0-16,0 0 0,0 0 0,0 0 0,0 25 0,0-25 0,0 0 16,0 0-16,0 0 0,0 0 0,0 0 0,0 0 0</inkml:trace>
  <inkml:trace contextRef="#ctx0" brushRef="#br0" timeOffset="20755.1871">13692 10616 0,'0'0'0,"0"0"0,-25-24 0,25 24 0,0 0 16,0 0-16,0 0 0,0 0 0,0 0 0,0 0 0,-24 0 16,24-25-16,0 25 0,0 0 0,0 0 15,-25 0-15,25 0 0,0 0 0,-25 0 0,25 0 16,0 0-16,0 0 0,-25 0 0,25 0 0,0 0 0,-25 0 15,25-25-15,0 25 0,0 25 0,-24-25 0,24 0 0,-25 0 0,25 0 16,0 0-16,-25 0 0,25 25 16,-25-25-16,25 0 0,0 24 0,-25-24 0,25 0 0,-24 25 0,24-25 15,0 25-15,0-25 0,-25 25 0,25-25 0,0 0 0,0 25 16,0-25-16,0 24 0,0-24 15,0 25-15,0-25 0,0 25 0,0-25 0,0 25 0,25-25 0,-25 25 16,0-25-16,0 0 0,0 24 0,24-24 0,-24 0 0,0 25 16,0-25-16,25 0 0,-25 0 0,0 0 0,0 0 0,25 0 15,-25 0-15,0 0 0,0 0 0,25 0 16,-25 0-16,0 0 0,0 0 0,25 0 0,-25 0 0,0 0 15,0 0-15,24 0 0,-24 0 0,0-25 0,25 25 16,-25 0-16,0 0 0,0 0 0,0-24 16,25 24-16,-25-25 0,0 25 0,0 0 0,0-25 0,0 25 0,25-25 15</inkml:trace>
  <inkml:trace contextRef="#ctx0" brushRef="#br0" timeOffset="21451.2269">13643 10269 0,'0'-25'15,"0"25"-15,0 0 0,0 0 0,0 0 0,0 0 0,0 0 0,0 0 16,0 25-16,0-25 0,0 0 0,0 0 0,0 25 0,0-25 0,0 0 16,0 25-16,24-25 0,-24 25 15,0-25-15,0 24 0,0 1 0,0-25 0,0 25 0,0 0 16,25-25-16,-25 25 0,0-1 0,0 1 0,0-25 0,0 25 0,0 0 15,0 0-15,0-25 0,0 24 16,25 1-16,-25 0 0,0-25 0,0 25 0,0 0 0,0-1 16,0-24-16,0 25 0,0-25 0,25 25 0,-25 0 0,0-25 0,0 25 15,0-25-15,0 24 0,0-24 0,0 25 0,0-25 0,0 25 16,25-25-16,-25 0 0,0 25 15,0-25-15,0 0 0,0 25 0,24-25 0,-24 0 0,0 0 0,0 0 16,0 24-16,0-24 0,0 0 0,0 0 16,25 0-16,-25 0 0,0 0 0,0 0 0,0 0 0,0 0 15,25-24-15,-25 24 0,0 0 0,0 0 0,25 0 0,-25-25 0,0 25 16,0 0-16,0 0 0,25-25 0,-25 25 15,0 0-15,0 0 0,0-25 0,24 25 0,-24 0 0,0-25 16,0 25-16,0 0 0,25-24 0,-25 24 16,0 0-16,0-25 0,0 25 0,0-25 0,0 25 0,0 0 0,25-25 15,-25 25-15,0 0 0,0-25 0,0 25 16,0 0-16,0-24 0,0 24 0,0 0 0,0-25 0,0 25 15,0 0-15,0-25 0,0 25 0,-25 0 0,25 0 0,0 0 16,0-25-16,0 25 0,0 0 0,-25 0 0,25 0 16,0 0-16,0 0 0,0-25 0,0 25 0,-24 0 15,24 0-15,0 0 0,0 0 0,0 0 0,0 0 0,0 0 16,-25 0-16,25 25 0,0-25 0,0 0 0,0 0 15,0 0-15,0 0 0,0 0 0,0 25 16,0-25-16,0 0 0,0 25 0,0-25 0,0 0 0,0 25 0,0-25 16,0 24-16,0-24 0,0 0 0,0 25 0,0-25 0,0 25 0,0-25 15,0 25-15,25-25 0,-25 25 0,0-25 0,0 24 16,0-24-16,0 0 0,24 25 0,-24-25 15,0 25-15,0-25 0,0 0 0,25 0 0,-25 25 0,0-25 16,0 0-16,0 0 0,25 0 16,-25 0-16,0 25 0,0-25 0,0 0 0,25 0 0,-25 0 0,0 0 15,0 0-15,25 0 0,-25-25 0,0 25 0,24 0 0,-24 0 0,0 0 16,25 0-16,-25 0 0,0-25 0,25 25 15,-25 0-15,0 0 0,25-25 0,-25 25 0,25-25 0,-25 25 0,24-24 16,-24 24-16,25-25 0,-25 25 0,25-25 16,-25 25-16,25-25 0</inkml:trace>
  <inkml:trace contextRef="#ctx0" brushRef="#br0" timeOffset="21736.2432">14312 10294 0,'0'0'0,"-25"0"0,25 0 0,0 0 16,0 0-16,0 0 0,0 0 0,0 0 15,0 0-15,0 0 0,0 0 0,0 0 0,0 0 0,0 0 16,0 25-16,0-25 0,0 25 16,0-25-16,25 24 0,-25-24 0,0 25 0,0 0 0,0-25 0,0 25 15,0 0-15,0-1 0,0 1 0,25 0 0,-25-25 0,0 25 16,0 0-16,0-1 0,0 1 0,0-25 0,0 25 0,0 0 15,0-25-15,0 25 0,0-1 0,0-24 0,0 25 0,0-25 16,0 25-16,0 0 0,0-25 0,0 25 16,-25-25-16,25 24 0,0-24 0,0 25 0,0-25 15,0 25-15,0-25 0,0 0 0,0 0 0,0 25 0,0-25 16,0 0-16,0 0 0,0 0 0,0 0 0,0 0 0,0 0 0,0 0 15,0 0-15,0-25 0,-25 25 16</inkml:trace>
  <inkml:trace contextRef="#ctx0" brushRef="#br0" timeOffset="21903.2528">14139 10666 0,'0'0'0,"0"0"16,0 0-16,0 0 0,0 0 0,24 0 16,-24 0-16,0 0 0,0 0 0,25 0 15,-25 0-15,0 0 0,25 0 0,-25 0 0,0-25 0,25 25 0,-25 0 16,25 0-16,-25 0 0,24 0 0,1 0 0,-25 0 0,25-25 15,0 25-15,-25 0 0,25 0 0,0 0 0,-25 0 16,24 0-16,-24 0 0,25 0 0</inkml:trace>
  <inkml:trace contextRef="#ctx0" brushRef="#br0" timeOffset="22436.2833">14908 10443 0,'0'0'0,"0"0"16,0 0-16,0 0 0,0 0 0,0 0 0,0 0 0,0 0 15,0 0-15,0 0 0,0 0 0,0 25 0,0-25 0,0 0 16,0 0-16,0 0 0,0 24 0,0-24 16,0 25-16,0-25 0,0 25 0,0-25 0,0 25 0,24-25 15,-24 25-15,0-1 0,0-24 0,0 25 0,0 0 16,0-25-16,0 25 0,0 0 0,0-1 0,0-24 15,0 25-15,0 0 0,0-25 0,0 25 0,0 0 0,0-25 16,0 24-16,25 1 0,-25-25 0,0 25 0,0-25 0,0 25 0,0-25 16,0 25-16,0-25 0,0 0 0,0 24 15,0-24-15,0 0 0,0 0 0,0 0 0,0 0 16,0 0-16,0 0 0,0 0 0,0 0 0,0 0 0,0 0 0,0 0 15,0 0-15,-25-24 0,25 24 16,0-25-16</inkml:trace>
  <inkml:trace contextRef="#ctx0" brushRef="#br0" timeOffset="23073.3195">14957 10393 0,'0'0'0,"0"-25"0,0 25 0,0 0 0,0 0 16,0 0-16,0 0 0,0 0 0,25 0 0,-25 0 0,0 0 15,0-24-15,0 24 0,25 0 0,-25 0 16,0 24-16,0-24 0,0 0 0,25 0 0,-25 0 16,0 0-16,0 25 0,0-25 0,0 25 0,24-25 0,-24 0 0,0 25 15,0-25-15,25 25 0,-25-25 0,0 24 16,0-24-16,0 25 0,0 0 0,0-25 0,0 25 0,0 0 15,25-25-15,-25 24 0,0-24 0,0 25 0,0 0 0,0-25 16,0 25-16,0-25 0,0 25 16,25-25-16,-25 24 0,0-24 0,0 25 0,0-25 0,0 0 0,0 25 15,0-25-15,0 0 0,0 0 0,25 25 0,-25-25 0,0 0 16,0 0-16,0 0 0,0 0 0,24 0 15,-24 0-15,0 0 0,0 0 0,0 0 0,25 0 0,-25 0 16,0 0-16,0 0 0,0 0 0,25 0 0,-25 0 0,0 0 0,0-25 16,25 25-16,-25 0 0,0 0 0,0 0 15,0-25-15,0 25 0,25 0 0,-25 0 0,0 0 16,0-25-16,0 25 0,0 0 0,0-24 0,0 24 0,24 0 15,-24-25-15,0 25 0,0-25 0,0 25 0,0 0 0,0-25 0,0 25 16,0-25-16,0 25 0,0-24 16,25 24-16,-25-25 0,0 25 0,0-25 0,0 25 0,0-25 0,0 25 15,25 0-15,-25 0 0,0-25 0,0 25 0,0 0 0,0 0 16,0 0-16,0 0 0,0 0 0,0 0 15,0 0-15,0 25 0,0-25 0,0 0 0,0 0 16,0 0-16,0 25 0,0-25 0,0 0 0,0 25 0,0-25 16,0 25-16,0-25 0,0 24 0,0-24 0,0 25 0,0-25 15,25 25-15,-25-25 0,0 25 0,0-25 0,0 25 16,0-1-16,0-24 0,0 25 0,0 0 0,0-25 0,0 25 15,0 0-15,25-25 0,-25 24 0,0-24 0,0 25 16,0 0-16,0-25 0,0 25 0,0-25 0,0 0 16,0 25-16,25-25 0,-25 0 0,0 24 0,0-24 0,0 0 15,0 0-15,0 0 0,24 0 0,-24 25 16,0-25-16,0 0 0,0 0 0,0 0 0,0 0 0,0 0 15,25-25-15,-25 25 0,0 0 0,0 0 0,0 0 0,25-24 16,-25 24-16,0 0 0,0-25 0</inkml:trace>
  <inkml:trace contextRef="#ctx0" brushRef="#br0" timeOffset="23379.3371">15677 10840 0,'0'0'0,"0"0"0,0 0 16,0 0-16,0 0 0,0 0 0,0 0 0,0 0 15,0 0-15,0 0 0,0 0 0,0 0 0,0 0 0,0 0 16,0 0-16,0 0 0,0 0 0,0 0 0,0 0 0,0 24 16,0-24-16,0 0 15,0 0-15,0 25 0,0-25 0,0 0 0,0 0 0,0 25 0,0-25 0,0 0 0,0 25 16,0-25-16,0 0 0,0 25 0,0-25 0,0 24 15,0-24-15,0 0 0,0 25 0,24-25 16,-24 0-16,0 0 0,0 0 0,0 25 0,0-25 0,0 0 16,0 0-16,0 0 0,0 0 0,0 0 0,0 0 0,0 0 15,25 0-15,-25 0 0,0 0 0,0 0 16,25-25-16,-25 25 0,0 0 0,0-25 0,25 25 0,-25-24 0,0 24 15,25-25-15,-25 25 0,0-25 0,24 0 0,-24 0 16,0 25-16</inkml:trace>
  <inkml:trace contextRef="#ctx0" brushRef="#br0" timeOffset="23521.3454">15850 10641 0,'0'0'16,"-25"0"-16,25 0 0,0 0 0,0 0 0,0 0 0,0 0 16,0 0-16,0 0 0,0 0 0,0 0 15,0 0-15,0-25 0,0 25 0,0 0 0,0 0 0,0 0 0,25 0 16,-25 0-16,0 0 0,0 0 0,0 0 15,0 25-15</inkml:trace>
  <inkml:trace contextRef="#ctx0" brushRef="#br0" timeOffset="23971.3711">16049 10889 0,'0'0'16,"0"0"-16,0 0 0,-25 0 0,25 0 0,0 0 0,0 0 0,0 0 15,0 25-15,0-25 0,-25 0 0,25 0 16,0 0-16,0 25 0,0-25 0,0 0 0,0 25 0,0-25 15,0 0-15,0 24 0,0-24 0,0 25 0,0-25 0,0 0 16,0 25-16,0-25 0,0 25 16,0-25-16,0 0 0,0 25 0,0-25 0,0 24 0,25-24 0,-25 0 15,0 25-15,0-25 0,0 25 0,0-25 0,0 25 0,0-25 16,0 0-16,0 25 0,0-25 0,0 25 0,0-25 0,0 24 15,0-24-15,25 0 0,-25 25 0,0-25 16,0 25-16,0-25 0,0 25 0,0-25 0,0 0 0,-25 25 16,25-25-16,0 0 0,0 0 0,0 24 0,0-24 0,0 0 15,0 0-15,0 0 0,0 25 16,-25-25-16,25 0 0,0 0 0,0 0 0,0 0 0,0 0 0,-25 0 15,25 0-15,0 0 0,0 0 0,0 0 0,0 0 0,0 0 16,-25 0-16,25 0 0,0-25 0,0 25 0,0 0 0,-24-24 16,24 24-16,0-25 0,0 25 0,-25-25 15,25 25-15,0-25 0,0 0 0,0 25 0,0-24 0,0-1 16,0 25-16</inkml:trace>
  <inkml:trace contextRef="#ctx0" brushRef="#br0" timeOffset="24373.3941">16173 10616 0,'0'0'0,"0"0"0,0 0 0,-25 0 0,25 0 15,0 0-15,0 0 0,0 0 0,0 0 16,0 0-16,0 0 0,0 0 0,0 0 0,0 0 15,0 0-15,0 0 0,0 0 0,0 0 0,0 0 0,0 0 0,0 0 16,0 0-16,0 0 0,0 0 0,0 0 0,0 0 0,0 0 16,0 0-16,0 0 0,0 0 0,25 0 15,-25 0-15,0 0 0,0 0 0,0 0 0,0 25 0,0-25 16,0 0-16,0 0 0,0 0 0,0 0 0,0 0 0,0 0 15,0 0-15,0 0 0,0 0 16,0 0-16,0 0 0,0 0 0,0 0 0,0 0 0,0-25 16,0 25-16,0 0 0,0 0 0,0 0 0,0 0 0,0 0 15,0 0-15,0 0 0,0 0 0,0 0 0,0 0 0,0-24 16,0 24-16,0 0 0,0 0 0,0 0 15,0 0-15,0 0 0,0 0 0,0 0 0,0 0 0,0 0 16,0 0-16,0 0 0,0 0 0,0 0 0,0 0 0,0 0 0,0 0 16,0 0-16,0 0 0,0 0 0,-25 0 0,25 0 15,0 0-15,0 0 0,0 0 0,0 0 16,-25 0-16,25 0 0,0 0 0,0 0 0,-25 24 0</inkml:trace>
  <inkml:trace contextRef="#ctx0" brushRef="#br0" timeOffset="25772.4741">3175 12229 0,'0'0'16,"0"0"-16,0 0 0,-25 0 0,25 0 16,0 0-16,0 0 0,0 0 0,0 0 0,25 0 0,-25 0 15,0 0-15,0 0 0,0 0 0,0 0 0,0 0 0,25 25 16,-25-25-16,0 0 0,0 0 0,0 0 0,25 24 0,-25-24 15,0 0-15,24 0 0,-24 25 0,0-25 16,25 0-16,-25 25 0,0-25 0,0 25 0,25-25 0,-25 25 0,0-1 16,0-24-16,0 25 0,25 0 0,-25-25 15,0 25-15,0 0 0,0-25 0,0 24 0,0 1 16,25 0-16,-25-25 0,0 25 0,0-25 0,0 25 0,0-25 0,0 24 15,0-24-15,0 25 0,0-25 0,0 25 0,0-25 0,0 25 16,0-25-16,0 0 0,0 25 16,0-25-16,0 0 0,0 24 0,24-24 0,-24 0 0,0 0 0,0 0 15,0 25-15,0-25 0,0 0 0,0 0 0,0 0 0,0 0 16,0 0-16,0 0 0,0 0 0</inkml:trace>
  <inkml:trace contextRef="#ctx0" brushRef="#br0" timeOffset="26324.5057">3349 12328 0,'0'0'15,"0"0"-15,0 0 0,0 0 0,0-25 0,0 25 0,0 0 16,0 0-16,0 0 0,0 0 0,0 0 16,0 0-16,0-25 0,0 25 0,0 0 0,0 0 0,0 0 0,0 0 15,24 0-15,-24-24 16,0 24-16,0 0 0,0 0 0,25 0 0,-25 0 0,0 0 0,0 0 15,25 0-15,-25 0 0,0 24 0,25-24 0,-25 0 0,0 0 16,0 25-16,0-25 0,25 0 0,-25 25 0,0-25 0,0 0 16,0 25-16,0-25 0,0 25 0,0-25 0,0 24 15,0 1-15,0-25 0,0 25 0,0 0 0,0-25 0,0 25 16,0-25-16,-25 24 0,25 1 0,0-25 0,0 25 0,0-25 15,0 25-15,0-25 0,0 0 16,0 25-16,-25-25 0,25 0 0,0 24 0,0-24 0,0 0 16,0 0-16,0 0 0,0 0 0,0 0 0,25 25 0,-25-25 0,0 0 15,0 0-15,0 0 0,25 0 0,-25 0 0,0 0 16,0 0-16,24 0 0,-24 0 0,0 0 15,25 0-15,-25 0 0,0 25 0,25-25 0,-25 0 0,0 0 0,0 0 16,25 25-16,-25-25 0,0 0 16,0 25-16,25-25 0,-25 0 0,0 24 0,0-24 0,0 0 15,0 25-15,0-25 0,0 0 0,0 0 0,0 25 0,0-25 0,0 0 16,0 25-16,0-25 0,0 0 0,-25 25 0,25-25 0,0 0 15,0 0-15,-25 24 0,25-24 0,0 0 16,-25 0-16,25 0 0,0 25 0,0-25 0,-25 0 0,25 0 16,0 0-16,0 0 0,-24 0 0,24 0 0,0-25 0,0 25 15,0 0-15,-25 0 0,25-24 0,0 24 16,0 0-16,0-25 0,0 25 0,0-25 0,0 25 0,0 0 15,25-25-15</inkml:trace>
  <inkml:trace contextRef="#ctx0" brushRef="#br0" timeOffset="26845.5355">3770 12576 0,'0'0'16,"0"-25"-16,0 25 0,-24 0 0,24-25 0,0 25 0,0 0 0,0-24 16,0 24-16,0 0 0,0 0 0,0-25 15,0 25-15,0 0 0,0 0 0,0-25 0,24 25 0,-24 0 16,0 0-16,0 0 0,0 0 0,0 0 0,25 0 0,-25 0 15,0 0-15,0 0 0,0 0 16,25 0-16,-25 0 0,0 0 0,0 25 0,0-25 0,25 0 0,-25 25 16,0-25-16,0 24 0,0-24 0,0 0 0,0 25 0,0-25 15,0 25-15,0-25 0,0 0 0,-25 25 16,25-25-16,0 25 0,0-25 0,0 24 0,0-24 0,0 25 15,0-25-15,0 0 0,0 25 0,0-25 0,0 0 0,0 0 16,0 25-16,0-25 0,0 0 16,0 0-16,0 0 0,0 0 0,0 0 0,0 0 0,0 0 0,25 0 15,-25 0-15,0-25 0,0 25 0,25 0 0,-25 0 16,0 0-16,24 0 0,-24-25 0,0 25 0,0 0 0,25 0 0,-25 0 15,0 0-15,0 0 0,25 0 0,-25 0 16,0 0-16,0 25 0,25-25 0,-25 0 0,0 0 0,0 25 16,0-25-16,0 0 0,0 25 0,0-25 0,0 24 0,0-24 15,0 0-15,0 25 0,0-25 0,0 0 16,-25 25-16,25-25 0,0 25 0,0-25 0,0 0 0,-25 25 0,25-25 15,0 24-15,0-24 0,0 25 0,0-25 16,0 0-16,-25 25 0,25-25 0,0 25 0,-24-25 0,24 0 0,0 25 16,0-25-16,-25 0 0,25 0 0,0 24 15,-25-24-15</inkml:trace>
  <inkml:trace contextRef="#ctx0" brushRef="#br0" timeOffset="27139.5523">3423 13146 0,'0'0'0,"0"0"0,-25 0 0,25 0 16,0 0-16,0 0 0,0 0 0,0 0 0,0 0 0,0 0 15,0 0-15,0 0 0,25 0 0,-25 0 16,0 0-16,0 0 0,25 0 0,-25 0 0,0 0 0,25 0 15,-25 0-15,24 0 0,-24 0 16,25 0-16,0 0 0,-25 0 0,25 0 0,0 0 0,-1 0 16,1 0-16,0 0 0,0 0 0,-25 0 0,25 0 0,0 0 0,-1 0 15,1 0-15,0 0 0,0 0 0,0 0 0,-1 0 0,1 0 16,-25 0-16,25 0 0,0 0 0,0 0 15,-25 0-15,24 0 0,-24 0 0,25 0 0,-25 0 0,25 0 16,-25 0-16,25 0 0,-25 0 0,0 0 0,0-24 0,25 24 16,-25 0-16</inkml:trace>
  <inkml:trace contextRef="#ctx0" brushRef="#br0" timeOffset="27333.5634">4564 12750 0,'25'0'0,"-25"0"0,0 0 0,0 0 0,0 0 15,0 0-15,0 0 0,0-25 0,0 25 0,0 0 0,0 0 16,0 0-16,0 0 0,0 0 16,0 0-16,0 0 0,0 0 0,0 0 0,0 0 0,0 0 15,0 0-15,0 0 0,0 0 0,0 0 0,25 0 0,-25 25 16,0-25-16,0 0 0,0 0 0,0 0 0,0 24 0</inkml:trace>
  <inkml:trace contextRef="#ctx0" brushRef="#br0" timeOffset="27468.5711">4638 12948 0,'0'0'0,"25"0"0,-25 0 0,0 0 15,0 0-15,0 0 0,0 0 0,0 0 0,0 0 0,0 0 16,0 0-16,0 0 0,0 0 0,0 0 0,0 0 0,0 0 16,0 0-16,0 0 0,0 0 0,0 0 0,0 0 0,0 0 15,0 0-15</inkml:trace>
  <inkml:trace contextRef="#ctx0" brushRef="#br0" timeOffset="27928.5974">5655 12427 0,'0'0'0,"0"0"0,0 0 0,0 0 16,0 0-16,-24 0 0,24 25 0,0-25 0,0 0 0,0 0 0,0 0 15,0 0-15,24 25 0,-24-25 16,0 25-16,0-25 0,25 0 0,-25 24 0,0 1 0,25-25 0,-25 25 15,25-25-15,-25 25 0,0-25 0,25 25 0,-25-1 0,24-24 16,-24 25-16,0 0 0,25-25 0,-25 25 16,0-25-16,25 25 0,-25-25 0,0 24 0,0-24 0,25 0 0,-25 25 15,0-25-15,0 0 0,0 0 0,0 0 0,0 0 16,25 0-16,-25 0 0,0 0 0,0 0 15,0 0-15,0 0 0,0 0 0,0 0 0,0-25 0,0 25 16,0 0-16,0-24 0,0 24 0,0-25 0,0 25 0,0-25 16,0 0-16,0 25 0,0-25 0,0 1 0,0-1 15,0 0-15,0 25 0,0-25 0,0 0 0,0 1 0,0 24 16,0-25-16,0 25 0,25-25 0,-25 25 15,0 0-15,0 0 0,0 0 0,0 0 0,0 0 0,0 0 0,0 0 16,0 0-16,0 0 0,0 0 0,0 0 16,0 0-16,0 0 0,0 0 0,0 0 0</inkml:trace>
  <inkml:trace contextRef="#ctx0" brushRef="#br0" timeOffset="28689.641">6201 12576 0,'0'0'16,"0"0"-16,0 0 0,0 0 0,0 0 15,0 0-15,0 0 0,0 0 0,0 0 0,0 0 0,0 25 16,-25-25-16,25 0 0,0 0 0,0 0 0,0 25 0,25-25 15,-25 0-15,0 24 0,0-24 16,0 0-16,0 25 0,0-25 0,0 25 0,25-25 0,-25 25 0,0-25 16,0 25-16,0-25 0,25 24 0,-25-24 0,0 0 0,0 25 15,0-25-15,0 25 0,25-25 0,-25 0 0,0 0 0,0 25 16,0-25-16,0 0 0,24 0 0,-24 0 15,0 0-15,25 0 0,-25 0 0,0 0 0,0 0 0,25 0 16,-25 0-16,0 0 0,25 0 0,-25 0 0,0-25 16,0 25-16,25 0 0,-25-25 0,24 25 0,-24 0 15,0-25-15,25 25 0,-25-24 0,0 24 0,25 0 0,-25-25 0,0 25 16,0-25-16,0 25 0,25 0 0,-25-25 0,0 25 0,0-25 15,0 25-15,0 0 0,0 0 16,0-24-16,0 24 0,0 0 0,-25 0 0,25-25 0,0 25 0,0 0 16,0 0-16,0 0 0,-25 0 0,25 0 0,0-25 0,0 25 15,-25 0-15,25 0 0,0 0 0,0 0 16,0 0-16,0 0 0,-24 0 0,24 0 0,0 25 0,0-25 15,0 0-15,0 0 0,0 0 0,0 0 16,0 25-16,0-25 0,0 0 0,0 24 0,0-24 0,0 0 0,0 25 16,0-25-16,0 0 0,0 25 0,24-25 15,-24 0-15,0 0 0,0 25 0,25-25 0,-25 0 0,0 25 0,0-25 16,25 0-16,-25 24 0,0-24 0,25 0 15,-25 25-15,0-25 0,0 0 0,25 0 0,-25 25 0,0-25 0,24 0 16,-24 0-16,0 0 0,25 0 16,-25 0-16,0 0 0,25 0 0,-25 0 0,0 0 0,25-25 0,-25 25 15,0 0-15,0 0 0,25-25 0,-25 25 0,0 0 0,24 0 16,-24-24-16,0 24 0,0 0 0,25-25 15,-25 25-15,0-25 0,25 25 0,-25-25 0,0 25 0,0 0 0,0-25 16,25 25-16,-25-24 0,0 24 0</inkml:trace>
  <inkml:trace contextRef="#ctx0" brushRef="#br0" timeOffset="28982.6577">6796 12328 0,'0'0'0,"0"0"0,0-25 0,0 25 15,0 0-15,0 0 0,0 0 0,-24 0 0,24 0 0,0 0 16,0 0-16,0 0 0,0 0 0,0 0 0,0 0 0,0 0 15,24 0-15,-24 0 0,0 0 0,0 25 0,0-25 16,0 0-16,0 25 0,0-25 0,0 0 0,0 25 16,25-25-16,-25 24 0,0 1 0,0-25 0,0 25 0,0 0 15,25-25-15,-25 25 0,0-1 0,0-24 0,0 25 0,0 0 16,25-25-16,-25 25 0,0 0 0,0-25 15,0 24-15,0-24 0,25 25 0,-25 0 0,0-25 0,0 25 0,0-25 16,0 25-16,0-25 0,0 0 0,25 24 0,-25-24 16,0 0-16,0 0 0,0 25 0,0-25 15,0 0-15,0 0 0,0 0 0,0 0 0,-25 0 0,25 0 16,0 0-16,0 0 0,0-25 0,0 25 0,0 0 0,-25 0 15,25 0-15</inkml:trace>
  <inkml:trace contextRef="#ctx0" brushRef="#br0" timeOffset="29164.6681">6846 12725 0,'0'0'0,"0"0"0,0 0 0,0 0 15,0 0-15,0 0 0,0 0 0,0 0 0,0 0 0,0 0 16,0-25-16,0 25 0,0 0 0,0 0 0,0 0 0,25 0 16,-25 0-16,0 0 0,0 0 0,25 0 0,-25-25 0,0 25 15,25 0-15,-25 0 0,0 0 0,24 0 16,-24-25-16,0 25 0,0 0 0,25 0 0,-25 0 0,0-24 15,0 24-15,0 0 0,0 0 0,0-25 0,0 25 0,0 0 16,0 0-16,0-25 0,0 25 0</inkml:trace>
  <inkml:trace contextRef="#ctx0" brushRef="#br0" timeOffset="29424.683">6424 12452 0,'0'0'15,"0"0"-15,-24 0 0,24 0 0,0-25 0,0 25 0,0 0 0,0 0 16,0 0-16,0-25 0,0 25 0,0 0 0,0 0 0,0 0 16,0-24-16,24 24 0,-24 0 0,0 0 15,0-25-15,25 25 0,-25 0 0,0 0 0,25 0 0,-25 0 0,0 0 16,25 0-16,-25 0 0,0 0 0,0 0 15,25 0-15,-25 0 0,0 0 0,24 0 0,-24 25 16,0-25-16,0 0 0,25 0 0,-25 0 0,0 24 0,0-24 16,25 0-16,-25 0 0,0 25 0,0-25 0,0 0 0,25 0 15,-25 0-15,0 0 0,0 0 0</inkml:trace>
  <inkml:trace contextRef="#ctx0" brushRef="#br0" timeOffset="29608.6935">6772 12005 0,'0'0'0,"0"0"0,0 0 0,0 0 16,0 0-16,0 0 0,0 25 0,-25-25 16,25 0-16,0 25 0,0-25 0,0 0 0,0 25 0,0-25 15,0 25-15,0-25 0,-25 24 0,25-24 0,0 0 0,0 25 16,0-25-16,-25 25 0,25-25 0,0 25 15,0-25-15</inkml:trace>
  <inkml:trace contextRef="#ctx0" brushRef="#br0" timeOffset="29775.7031">6375 12303 0,'0'0'0,"0"0"0,0 0 0,0 0 16,-25 0-16,25 0 0,0 0 0,0 0 0,0 0 0,-25 0 0,25 0 15,0 0-15,0 0 0,0 0 0,0 0 16,0 0-16,0 0 0,0 0 0,25 0 0,-25 0 15,0 0-15,0 0 0,0 0 0,25 0 0,-25 0 16,0 25-16,0-25 0</inkml:trace>
  <inkml:trace contextRef="#ctx0" brushRef="#br0" timeOffset="30741.7583">8136 12353 0,'0'0'16,"0"0"-16,0-25 0,0 25 0,0 0 15,0 0-15,0 0 0,0 25 0,0-25 0,0 0 0,0 0 0,0 0 16,0 25-16,0-25 0,0 24 0,0-24 0,0 25 0,0-25 16,0 25-16,0-25 0,0 25 15,0 0-15,0-25 0,0 24 0,0 1 0,0-25 0,25 25 16,-25 0-16,0-25 0,0 25 0,0-1 0,0-24 0,0 25 0,0 0 15,0-25-15,0 25 0,0 0 0,0-25 16,25 24-16,-25-24 0,0 0 0,0 25 0,0-25 0,0 0 16,0 25-16,0-25 0,0 0 0,0 0 0,0 0 0,0 0 15,0 0-15,0 0 0,0 0 0,0 0 0,-25 0 16,25 0-16,0 0 0,0 0 0,0 0 15,-25-25-15,25 25 0,0 0 0,0-25 0,0 25 0,0-24 16,0 24-16,-25-25 0,25 25 0,0-25 0,0 25 16,0-25-16,25 25 0,-25-25 0,0 25 0,0-24 0,0-1 15,0 25-15,25-25 0,-25 25 0,0-25 16,0 25-16,25-25 0,-25 25 0,0-24 0,24 24 0,-24-25 0,0 25 0,25 0 15,-25-25-15,0 25 0,25 0 16,-25-25-16,0 25 0,0 0 0,25 0 0,-25 0 0,0 0 0,25 0 16,-25 0-16,0 0 0,0 0 0,24 25 15,-24-25-15,0 0 0,0 25 0,0-25 0,25 25 0,-25-25 0,0 24 16,0-24-16,0 25 0,0-25 0,0 25 0,0-25 0,25 25 15,-25-25-15,0 25 0,0-25 0,0 24 0,0-24 16,0 25-16,0-25 0,0 25 0,0-25 0,0 25 0,0-25 16,0 25-16,0-25 0,0 0 15,0 24-15,0-24 0,0 0 0,0 0 0,0 0 0,0 0 0,0 0 16,0 0-16,0 0 0,0 0 0,0 0 15,0 0-15,0 0 0,0 0 0,0-24 0,0 24 0,0 0 0,0-25 16,0 25-16,0 0 0,0-25 0,0 25 16,0-25-16,0 0 0,0 25 0,0-24 0,0 24 0,0-25 15,25 25-15,-25-25 0,0 25 0,0-25 0,0 25 0,25 0 0,-25-25 16,0 25-16,0 0 0,24 0 0,-24 0 15,0 0-15,0 0 0,25 0 0,-25 0 0,0 0 16,25 0-16,-25 0 0,0 0 0,25 0 0,-25 25 0,0-25 16,25 0-16,-25 0 0,0 25 0,0-25 0,24 25 0,-24-25 15,0 25-15,0-25 0,0 24 0,0-24 16,0 25-16,0-25 0,25 0 0,-25 25 0,0-25 0,0 25 0,0-25 15,0 0-15,0 25 0,0-25 0,0 0 16,0 0-16,0 24 0,0-24 0,0 0 0,0 0 16,0 0-16,0 0 0,25 0 0,-25 0 0,0 0 0,0 0 0,25-24 15,-25 24-15</inkml:trace>
  <inkml:trace contextRef="#ctx0" brushRef="#br0" timeOffset="31243.787">8979 12526 0,'0'-24'0,"0"24"0,0 0 15,0 0-15,0 0 0,0 0 0,-25-25 0,25 25 16,0 0-16,0 0 0,-24 0 0,24-25 0,0 25 0,0 0 16,-25 0-16,25 0 0,-25 0 0,25 0 0,0 0 0,-25 0 15,25 0-15,0 0 0,0 0 0,-25 0 16,25 0-16,0 0 0,0 0 0,0 0 0,0 25 0,0-25 0,0 0 15,-24 25-15,24-25 0,0 24 0,0-24 0,0 25 0,0-25 16,0 25-16,0 0 0,0-25 0,0 25 16,0-25-16,0 24 0,0 1 0,0-25 0,0 25 15,0-25-15,0 0 0,24 25 0,-24-25 0,0 0 0,0 25 16,25-25-16,-25 0 0,0 0 0,0 0 0,25 0 0,-25 24 15,0-24-15,0 0 0,25 0 0,-25 0 0,0-24 16,0 24-16,0 0 0,0 0 0,25 0 0,-25 0 16,0 0-16,0 0 0,0-25 0,24 25 0,-24 0 0,0-25 15,0 25-15,25 0 0,-25-25 0,0 25 16,0-25-16,0 25 0,0-24 0,0 24 0,0-25 0,0 25 15,0 0-15,0-25 0,0 25 0,0 0 0,0-25 0,0 25 0,0 0 16,0 0-16,0 0 0,0 0 0,0 0 16,0 0-16,0 0 0,0 0 0,0 0 0,0 0 15,0 0-15,0 25 0,0-25 0,0 0 0,0 0 0,0 25 0,0-25 16,0 0-16,0 25 0,0-25 0,0 24 15,0-24-15,0 25 0,0-25 0,0 25 0,0-25 16,0 0-16,25 25 0,-25-25 0,0 25 0,0-25 0,0 0 0,25 0 16,-25 0-16,0 24 0,0-24 0,25 0 0,-25 0 15,0 0-15,0 0 0,0 0 0,0 0 0,25 0 0,-25 0 16,0 0-16,0 0 0,0 0 0,24 0 0,-24-24 15,0 24-15,0 0 0</inkml:trace>
  <inkml:trace contextRef="#ctx0" brushRef="#br0" timeOffset="31863.8225">10269 12254 0,'-25'-25'0,"25"25"0,0 0 0,0 0 0,0 0 16,0 0-16,0 0 0,0 0 15,0 0-15,0-25 0,0 25 0,-24 0 0,24 0 0,0 0 0,0 0 0,0 0 16,0 0-16,0 0 0,0 0 0,0 0 0,0 0 15,0 25-15,0-25 0,0 0 0,0 25 0,0-25 0,0 24 16,0 1-16,0 0 0,24-25 0,-24 25 0,0 0 16,0-1-16,0 26 0,0-25 0,0 0 0,0-1 0,0 1 15,0-25-15,0 25 0,25 0 0,-25 0 16,0-1-16,0 1 0,0-25 0,0 25 0,0 0 15,0-25-15,0 25 0,0-1 0,0-24 0,0 25 0,0-25 0,0 0 16,0 25-16,0-25 0,0 0 0,0 25 0,0-25 0,0 0 16,0 0-16,0 0 0,0 25 15,0-25-15,0 0 0,0 0 0,0 0 0,0-25 0,-25 25 0,25 0 16,0 0-16,0-25 0,-24 25 0,24 0 0,0-25 0</inkml:trace>
  <inkml:trace contextRef="#ctx0" brushRef="#br0" timeOffset="32031.8321">10071 12601 0,'0'0'0,"0"0"0,0-25 0,0 25 16,25 0-16,-25 0 0,0 0 0,24 0 15,-24-25-15,0 25 0,25 0 0,-25 0 0,25 0 0,-25 0 0,25 0 16,-25 0-16,25 0 0,-25 0 0,24 0 0,-24 0 15,25 0-15,-25 0 0,25 0 0</inkml:trace>
  <inkml:trace contextRef="#ctx0" brushRef="#br0" timeOffset="32348.8503">10468 12849 0,'0'0'0,"0"0"16,0 0-16,0 0 0,0-25 0,0 25 15,0 0-15,0 0 0,0-25 0,-25 25 0,25 0 16,0-25-16,0 25 0,0-24 0,0 24 0,0-25 0,25 25 15,-25-25-15,0 25 0,0 0 0,0-25 0,0 25 0,0-25 16,24 25-16,-24 0 0,0 0 0,0-24 0,25 24 0,-25 0 16,0 0-16,25-25 0,-25 25 0,0 0 15,25 0-15,-25 0 0,0 0 0,25 0 0,-25 0 0,0 0 16,24 0-16,-24 0 0,0 0 0,25 0 0,-25 25 0,0-25 0,25 0 15,-25 24-15,0-24 0,0 25 16,0-25-16,25 0 0,-25 25 0,0-25 0,0 25 16,0 0-16,0-25 0,0 24 0,0-24 0,0 0 0,0 25 0,0-25 0,0 25 15,0-25-15,0 0 0,0 25 16,0-25-16,0 0 0,0 0 0,25 0 0,-25 0 0,0 25 0,0-25 15,0-25-15,24 25 0,-24 0 0,0 0 0,0 0 16,25 0-16,-25-25 0</inkml:trace>
  <inkml:trace contextRef="#ctx0" brushRef="#br0" timeOffset="32899.8818">11013 12650 0,'0'-24'16,"0"24"-16,0 0 0,0 0 0,0-25 0,-25 25 0,25 0 0,0 0 15,0-25-15,-24 25 0,24 0 0,0-25 16,-25 25-16,25 0 0,0 0 15,0 0-15,-25-25 0,25 25 0,0 0 0,0 0 0,-25 0 0,25 0 0,0 0 0,0 0 16,-25 0-16,25 0 0,0 0 0,0 0 16,0 0-16,0 25 0,-24-25 0,24 0 0,0 0 0,0 25 15,0-25-15,0 0 0,0 25 0,0-25 0,0 0 16,0 25-16,0-25 0,0 24 0,0-24 0,0 25 0,0-25 15,24 25-15,-24-25 0,0 25 0,0 0 0,25-25 0,-25 24 16,0-24-16,0 25 0,25-25 0,-25 0 0,0 25 16,0-25-16,25 0 0,-25 25 0,0-25 15,0 0-15,0 0 0,25 0 0,-25 0 0,0 0 0,0 0 16,0 0-16,24 0 0,-24 0 0,0 0 0,0 0 0,0-25 0,25 25 15,-25 0-15,0-25 0,0 25 0,25 0 16,-25-25-16,0 25 0,0-24 0,0 24 0,25-25 0,-25 25 16,0 0-16,0-25 0,0 25 0,0-25 0,0 25 0,0 0 15,0-25-15,0 25 0,0 0 0,0-24 0,0 24 16,0 0-16,0 0 0,-25-25 0,25 25 15,0 0-15,0 0 0,0 0 0,0-25 0,0 25 0,0 0 16,0 0-16,0 0 0,0 0 0,0 0 0,0 0 0,0 25 16,0-25-16,0 0 0,0 0 0,0 0 15,0 0-15,0 25 0,0-25 0,0 0 0,0 24 0,0-24 16,0 0-16,0 25 0,0-25 0,0 25 0,0-25 0,0 0 0,0 25 15,0-25-15,0 25 0,25-25 16,-25 0-16,0 24 0,0-24 0,0 25 0,0-25 0,0 0 0,0 25 0,25-25 16,-25 0-16,0 25 0,0-25 0,0 0 0,0 0 15,24 0-15,-24 0 0,0 25 0,0-25 0,0 0 16,0 0-16,0 0 0,25 0 0,-25 0 0,0-25 0,0 25 15,0 0-15,25-25 0,-25 25 0,0 0 16,0-25-16,25 25 0,-25-25 0</inkml:trace>
  <inkml:trace contextRef="#ctx0" brushRef="#br0" timeOffset="33305.905">11237 12576 0,'0'0'0,"0"0"0,0 0 0,0 0 16,0 0-16,0 25 0,0-25 0,-25 0 15,25 0-15,0 0 0,0 25 0,0-25 0,0 0 0,0 24 16,0-24-16,25 25 0,-25-25 0,0 25 0,0-25 0,0 25 15,0-25-15,0 25 0,0-25 0,0 24 0,0-24 16,0 0-16,0 25 0,0-25 0,0 25 0,0-25 16,0 0-16,0 0 0,24 25 0,-24-25 0,0 0 0,0 0 15,0 0-15,0 0 0,0 0 0,0 0 0,0 0 0,0 0 16,0 0-16,25 0 0,-25 0 0,0 0 0,0-25 15,0 25-15,0 0 0,25-25 0,-25 25 0,0-25 16,0 25-16,25-24 0,-25 24 0,0-25 0,0 25 0,25-25 16,-25 25-16,0-25 0,0 25 15,24 0-15,-24-25 0,0 25 0,0 0 0,0 0 0,25 0 0,-25 0 16,0 0-16,0 0 0,0 0 0,25 0 0,-25 0 0,0 0 15,0 0-15,0 0 0,0 25 0,0-25 0,0 0 16,0 0-16,0 25 0,0-25 0,25 25 0,-25-25 0,0 0 16,0 25-16,0-25 0,0 24 0,0-24 0,0 0 15,0 25-15,0-25 0,0 0 0,0 25 0,0-25 0,0 0 16,0 0-16,25 25 0,-25-25 0,0 0 15,0 0-15,0 0 0,0 0 0,0 0 0,0 0 16,0 0-16,0 0 0,0 0 0,0 0 0,0 0 16,0-25-16,0 25 0,0 0 0</inkml:trace>
  <inkml:trace contextRef="#ctx0" brushRef="#br0" timeOffset="33570.9202">10840 12328 0,'0'0'0,"0"0"0,0 0 0,0 0 0,0-25 15,0 25-15,0 0 0,0 0 0,0 0 0,0 0 0,0 0 16,0-25-16,24 25 0,-24 0 0,0 0 15,0 0-15,25 0 0,-25 0 0,25 0 0,-25 0 0,0 0 16,25 0-16,-25 0 0,25 0 0,-25 25 0,24-25 16,-24 0-16,25 25 0,-25-25 0,25 25 0,-25-25 0,25 25 15,-25-1-15,25-24 0,-25 25 0,0 0 0,24-25 16,-24 25-16,25 0 0</inkml:trace>
  <inkml:trace contextRef="#ctx0" brushRef="#br0" timeOffset="33731.9292">11162 13146 0,'0'0'15,"0"25"-15,0-25 0,0 0 0,0 0 0,0 25 0,0-25 0,0 0 16,0 0-16,-25 0 0,25 0 0,0 0 0,0 0 0,0 0 16,0 0-16,25 0 0,-25 0 0,0 0 15,0 0-15,0 0 0,0 0 0,0 0 0,0 0 16,0 0-16,0-25 0,0 25 0,0 0 15,0 0-15,0 0 0</inkml:trace>
  <inkml:trace contextRef="#ctx0" brushRef="#br0" timeOffset="52638.0107">12998 12229 0,'0'0'0,"0"0"16,0 0-16,0 0 0,0 0 15,0 0-15,0 0 0,0 0 0,0 0 0,0 0 0,0 0 16,-25 0-16,25 0 0,0-25 0,0 25 0,0 0 0,0 0 0,0 0 15,0 0-15,0 0 0,0 0 16,0 0-16,0 0 0,0 0 0,0 0 0,0 0 0,0 0 16,0 0-16,0 0 0,0 0 0,0 0 0,-25 0 0,25 0 15,0-25-15,0 25 0,0 0 0,0 0 0,-25 0 16,25 0-16,0 0 0,0 0 0,0 0 0,0 0 0,0 0 15,0 0-15,-25 0 0,25 0 0,0 0 0,0 0 0,0 0 16,-24 0-16,24 0 0,0 0 0,0 0 0,0 0 16,0 0-16,-25 0 0,25 0 0,0 0 15,0 25-15,0-25 0,0 0 0,-25 0 0,25 0 0,0 0 0,0 0 16,0 0-16,0 0 0,0 0 0,0 25 0,-25-25 0,25 0 15,0 0-15,0 0 0,0 0 0,0 25 16,0-25-16,0 0 0,-25 0 0,25 0 0,0 24 0,0-24 16,0 0-16,0 0 0,0 25 0,0-25 0,-24 0 0,24 25 15,0-25-15,0 0 0,0 25 16,0-25-16,0 0 0,-25 25 0,25-25 0,0 24 0,0-24 0,0 0 15,0 25-15,0-25 0,0 25 0,-25-25 0,25 0 0,0 25 16,0-25-16,0 0 0,0 25 0,0-25 0,0 0 16,0 24-16,25-24 0,-25 25 0,0-25 0,0 0 15,0 25-15,0-25 0,0 25 0,0-25 0,0 25 0,0-25 16,25 0-16,-25 24 0,0-24 15,0 0-15,0 25 0,24-25 0,-24 25 0,0-25 0,0 0 0,0 25 16,25-25-16,-25 25 0,0-25 0,0 0 0,0 24 0,25-24 16,-25 0-16,0 0 0,0 25 0,25-25 0,-25 0 0,0 0 15,0 0-15,0 25 0,25-25 0,-25 0 0,0 0 16,0 0-16,24-25 0,-24 25 0,0 0 0,25 0 15,-25-25-15,0 25 0,25 0 0,-25-24 0,0 24 0,25-25 16,-25 25-16,0-25 0,0 25 0,0 0 16,0-25-16,25 25 0,-25 0 0,0 0 0,0 0 0,0 0 0,0 0 15,0 0-15,0 0 0</inkml:trace>
  <inkml:trace contextRef="#ctx0" brushRef="#br0" timeOffset="54391.111">15354 12303 0,'0'0'0,"0"0"0,0 0 0,0 0 16,0 0-16,0 0 0,0 0 0,0 0 0,0 0 0,0 0 0,25 0 15,-25 0-15,0 0 0,0 0 0,0 0 0,25 0 0,-25 0 16,0-25-16,25 25 0,-25 0 47,24 0-47,-24 0 0,25 0 0,-25 0 0,25 0 0,0 0 0,-25 0 0,25 0 0,-25 0 0,24 0 0,-24 0 0,25 25 0,-25-25 0,0 0 0,25 0 15,-25 0-15,0 0 0,0 0 0,0 0 0,0 25 0,0-25 0</inkml:trace>
  <inkml:trace contextRef="#ctx0" brushRef="#br0" timeOffset="54592.1225">15453 12626 0,'0'24'0,"0"-24"0,0 0 0,0 0 15,0 0-15,0 0 0,-24 0 0,24 0 0,0 0 0,0 0 16,24-24-16,-24 24 0,0 0 0,0 0 0,0 0 0,25 0 0,-25 0 15,0 0-15,25 0 0,-25 0 47,25 0-47,-25 0 0,25 0 0,-25 0 0,24 0 0,-24 0 0,25 0 0,-25 0 0,25 0 0,0 0 0,-25 0 0,25 0 0,-1 0 0,1 0 0,0-25 0</inkml:trace>
  <inkml:trace contextRef="#ctx0" brushRef="#br0" timeOffset="54972.1442">17264 12005 0,'0'0'16,"-25"0"-16,25 0 16,-25 0-16,25 0 0,-24 25 0,24-25 0,-25 25 0,25-25 0,0 25 0,-25-25 0,25 25 15,0-25-15,-25 24 0,25 1 0,0 0 16,0 0-16,0 0 0,-25-25 0,25 25 0,0-1 0,25 1 15,-25 0-15,0 0 0,0 0 0,0-1 0,0-24 0,25 25 16,-25 0-16,0-25 0,25 25 0,-25 0 0,25-25 0,-25 0 16,24 24-16,-24-24 0,0 0 0,25 25 15,0-25-15,-25 0 0,25 0 0</inkml:trace>
  <inkml:trace contextRef="#ctx0" brushRef="#br0" timeOffset="55545.177">17835 12328 0,'0'0'0,"0"-25"0,0 25 0,0 0 0,0 0 16,-25-25-16,25 25 0,0 0 31,0 0-31,0 0 0,0 0 0,-25 0 0,25-24 16,0 24-16,0 0 0,0 0 0,0 0 0,0 0 0,-25 0 0,25 0 0,0 0 0,0 0 0,0 24 0,0-24 0,0 0 0,-25 0 15,25 0-15,0 0 0,0 0 0,0 25 0,0-25 0,0 0 0,0 0 16,0 25-16,0-25 0,0 0 0,0 25 16,0-25-16,0 25 0,0-25 0,0 0 0,0 24 0,0-24 15,0 25-15,0-25 0,0 25 0,0-25 0,25 25 0,-25-25 16,0 25-16,0-25 0,25 24 0,-25-24 15,0 0-15,0 0 0,25 25 47,-25-25-47,0 0 0,0 0 0,0 0 0,25 0 0,-25 0 0,0 0 0,0 0 0,0 0 0,0 0 0,24 0 0,-24 0 0,0 0 0,0 0 0,0-25 0,25 25 0,-25 0 0,0 0 0,25-24 0,-25 24 16,0 0-16,0-25 0,25 25 0,-25 0 15,0-25-15,0 25 0,25 0 0,-25-25 0,0 25 0,0 0 0,0-25 16,0 25-16,24 0 0,-24 0 47,0 0-47,0 0 0,0-24 0,0 24 0,0 0 0,0 0 0,0 0 0,0 24 0,0-24 0,0 0 15,0 0-15,0 0 0,0 0 0,0 0 0,-24 0 0,24 25 0,0-25 0,0 0 0,0 0 0,0 25 0,0-25 0,0 0 0,0 0 0,0 25 16,0-25-16,0 0 0,0 25 0,0-25 16,0 0-16,0 0 0,0 24 0,0-24 0,0 0 0,0 0 15,0 0-15,0 0 0,0 0 16,0 0-16,0 0 0,0 0 0,0 0 0,0 0 0,0 0 0,24 0 0,-24 0 0,0 0 15,0 0-15</inkml:trace>
  <inkml:trace contextRef="#ctx0" brushRef="#br0" timeOffset="55734.1878">18157 12179 0,'0'0'0,"-25"0"0,25 0 0,0 0 16,0 0-16,0 0 0,0 0 0,0 0 15,0 0-15,0 0 0,0 0 0,0 0 0,0 0 0,0 0 47,0 0-47,25 0 0,-25 0 0,0 0 0,0 25 0,0-25 0,25 0 0</inkml:trace>
  <inkml:trace contextRef="#ctx0" brushRef="#br0" timeOffset="56112.2093">18355 12427 0,'0'0'0,"0"0"0,0 0 0,-24 25 16,24-25-16,0 0 0,0 0 0,0 0 0,0 0 0,0 0 15,0 0-15,0 0 0,0 25 0,0-25 0,0 0 0,0 0 16,0 0-16,0 25 0,0-25 0,0 0 15,0 24-15,0-24 0,0 0 0,0 25 0,0-25 0,0 25 16,0-25-16,0 0 0,24 25 0,-24-25 0,0 25 0,0-25 16,0 0-16,0 24 0,0-24 15,0 25-15,0-25 0,0 0 0,0 25 0,25-25 0,-25 0 16,0 25-16,0-25 0,0 0 0,0 0 0,0 25 0,0-25 0,0 0 15,0 0-15,0 24 0,0-24 0,0 0 0,-25 0 0,25 0 16,0 0-16,0 0 0,0 0 16,0 0-16,-24 0 0,24 0 0,0 0 0,-25 0 0,25 0 15,0 0-15,-25 0 0,25 0 0,0 0 0,-25 0 0,25 0 0,0 0 16,-25 0-16,25-24 0,0 24 15,-24 0-15,24 0 0,0-25 0,0 25 0,-25 0 0,25-25 0,0 25 16,0-25-16</inkml:trace>
  <inkml:trace contextRef="#ctx0" brushRef="#br0" timeOffset="56268.2184">18405 12179 0,'0'0'0,"0"0"15,0 0-15,0 0 0,0 25 0,0-25 0,0 0 16,-25 0-16,25 0 0,0 0 0,0 0 15,0 0-15,0 0 0,0 0 0,0 0 0,0 0 0,25 0 16,-25 0-16,0 0 0,0 0 0,0 0 0</inkml:trace>
  <inkml:trace contextRef="#ctx0" brushRef="#br0" timeOffset="56555.2348">18752 12030 0,'0'0'0,"25"0"0,-25 0 0,0 25 0,25-25 15,-25 0-15,25 0 0,-25 25 0,25-25 0,-25 25 16,0-25-16,24 24 0,-24 1 0,25-25 0,-25 25 15,0 0-15,25-25 0,-25 25 0,0 0 0,0-1 0,0-24 0,0 25 16,0 0-16,0 0 0,0 0 0,-25-25 16,25 24-16,0 1 0,-25-25 0,25 25 0,-24 0 0,24-25 0,-25 25 15,25-1-15,-25-24 0,0 25 0,25-25 16,-25 25-16,25-25 0,-24 0 0,24 25 0</inkml:trace>
  <inkml:trace contextRef="#ctx0" brushRef="#br0" timeOffset="57132.2678">19124 12526 0,'0'0'0,"0"0"0,0 0 16,0 0-16,0 0 0,0 0 0,0 0 16,0 0-16,0 25 0,0-25 0,0 0 0,0 0 0,0 25 0,0-25 15,0 0-15,0 25 0,0-25 0,0 25 0,0-25 0,0 0 0,25 24 16,-25-24-16,0 0 0,0 25 15,0-25-15,0 0 0,0 25 0,0-25 0,0 0 0,0 25 0,0-25 16,0 0-16,0 0 0,0 0 0,0 25 16,0-25-16,0 0 0,0 0 0,0 0 0,0 0 15,0 0-15,0 0 0,0 0 0,0 0 0,0 0 16,0 0-16,0-25 0,0 25 0,25 0 0,-25 0 0,0-25 0,0 25 0,0-25 15,0 25-15,25 0 0,-25-25 0,0 25 0,0-24 16,0 24-16,25-25 0,-25 25 0,0-25 16,0 25-16,24-25 0,-24 25 0,0 0 0,0-25 0,25 25 0,-25 0 15,0 0-15,25 0 0,-25-24 0,0 24 16,0 0-16,0 24 0,25-24 0,-25 0 0,0 0 15,0 0-15,0 0 0,0 25 0,0-25 0,25 0 0,-25 25 0,0-25 16,0 25-16,0-25 0,0 0 0,0 25 16,0-25-16,0 24 0,-25-24 0,25 25 0,0-25 0,0 25 15,0-25-15,0 0 0,0 25 0,0-25 0,0 0 0,0 25 16,0-25-16,0 0 0,0 0 0,0 0 0,0 0 15,0 0-15,0 0 0,0 0 0,0 0 0,25 0 16,-25 0-16,0 0 0,24 0 0,-24 0 0</inkml:trace>
  <inkml:trace contextRef="#ctx0" brushRef="#br0" timeOffset="57412.2838">19993 12551 0,'0'0'0,"0"0"0,0 0 0,0 0 0,0 0 16,0 0-16,0 0 0,-25 0 0,25 0 0,0 0 0,0 0 15,0 0-15,0 0 0,0 0 16,-25 25-16,25-25 0,0 0 0,0 25 0,0-25 0,0 0 0,-25 25 15,25-25-15,0 0 0,0 24 0,0-24 0,0 25 0,-25-25 16,25 25-16,0-25 0,0 0 0,0 25 16,0-25-16,-24 0 0,24 25 0,0-25 0,0 0 0,0 0 15,0 24-15,0-24 0,0 0 0,-25 0 0,25 0 0,0 0 0,0 0 16,0 0-16,0 0 0,-25 0 0</inkml:trace>
  <inkml:trace contextRef="#ctx0" brushRef="#br0" timeOffset="57616.2953">19769 12576 0,'0'0'0,"0"0"0,0 0 0,0 0 16,0 0-16,0 0 0,0 0 0,0 0 16,0 0-16,0 0 0,0 0 0,0 0 0,0 25 0,25-25 15,-25 0-15,0 0 0,0 25 0,25-25 0,-25 0 0,0 24 16,25-24-16,-25 0 0,0 25 15,25-25-15,-25 0 0,0 0 0,24 25 0,-24-25 16,25 0-16,-25 25 0,25-25 0,-25 0 0,25 0 0,-25 25 0,0-25 0,25 0 16,-25 0-16,0 0 0,24 0 0,-24 0 15,0 0-15</inkml:trace>
  <inkml:trace contextRef="#ctx0" brushRef="#br0" timeOffset="58029.3191">20315 12576 0,'0'0'0,"0"0"0,0 0 0,0 0 16,0 0-16,0 0 0,0 0 0,0 0 16,0 0-16,0 0 0,0 0 0,0 25 0,0-25 0,0 0 15,0 0-15,0 0 0,0 25 0,0-25 0,0 0 0,0 24 16,0-24-16,0 25 0,0-25 0,0 0 0,0 25 0,0-25 15,0 0-15,0 0 0,0 25 0,0-25 0,0 0 16,0 25-16,0-25 0,0 0 0,0 0 0,0 24 0,0-24 16,0 0-16,0 0 0,0 0 0,0 0 0,0 0 15,0 0-15,0 0 0,25 0 0,-25 0 16,0 0-16,0-24 0,0 24 0,0 0 0,0 0 0,0-25 15,0 25-15,25 0 0,-25-25 0,0 25 0,0-25 0,24 25 16,-24-25-16,0 25 0,25 0 0,-25-24 0,0 24 16,25 0-16,-25-25 0,0 25 0,25 0 0,-25 0 0,0 0 0,25-25 15,-25 25-15,0 25 0,24-25 0,-24 0 16,0 0-16,25 0 0,-25 0 0,0 25 0,0-25 0,0 0 15,25 24-15,-25-24 0,0 0 0,0 25 16,0-25-16,0 0 16,0 0-16,25 25 0,-25-25 0,0 0 0,0 25 0,0-25 0,0 0 0,0 0 0,0 0 0,0 25 0,0-25 15,0 0-15,0 0 0,0 0 0,0 0 16,0 0-16,0 24 0</inkml:trace>
  <inkml:trace contextRef="#ctx0" brushRef="#br0" timeOffset="59163.384">3448 14635 0,'0'0'0,"0"25"16,-25-25-16,25 0 0,0 0 0,0 24 0,0-24 0,0 0 0,0 25 0,0-25 15,25 25-15,-25-25 0,0 25 0,0-25 0,0 25 0,25-25 16,-25 24-16,0-24 0,0 25 16,0 0-16,24-25 0,-24 25 0,0 0 0,0-25 0,0 24 0,25-24 15,-25 25-15,0 0 0,0-25 0,0 25 0,0-25 0,0 25 16,0-25-16,0 24 0,0-24 0,0 0 15,0 25-15,0-25 0,0 0 0,0 25 0,0-25 0,0 0 16,0 0-16,0 0 0,0 0 0,0 0 0,0 0 0</inkml:trace>
  <inkml:trace contextRef="#ctx0" brushRef="#br0" timeOffset="59671.413">3522 14635 0,'0'0'16,"0"-25"-16,25 25 0,-25 0 0,0-25 16,0 25-16,0 0 0,0 0 0,0-25 0,0 25 0,0 0 0,25 0 15,-25 0-15,0 0 0,0 0 0,25 0 0,-25 0 16,0 0-16,0 25 0,24-25 0,-24 0 15,0 0-15,25 25 0,-25-25 0,0 25 0,0-25 0,0 25 0,25-25 16,-25 24-16,0-24 0,0 25 0,0-25 0,0 25 16,0-25-16,0 25 0,0 0 0,0-25 0,0 24 0,0 1 15,0-25-15,0 25 0,0-25 0,0 25 16,-25-25-16,25 25 0,0-25 0,0 24 0,0-24 0,0 0 0,0 25 15,0-25-15,0 0 0,0 0 0,0 0 16,0 0-16,0 25 0,0-25 0,0 0 0,0 0 16,0 0-16,0 0 0,0 0 0,0 0 0,0 0 0,0 0 0,0 0 15,25 0-15,-25 0 0,0 0 0,0 0 0,0 0 16,25 0-16,-25 0 0,0 25 0,0-25 15,0 0-15,25 0 0,-25 0 0,0 25 0,25-25 0,-25 24 0,0-24 16,0 0-16,0 25 0,24-25 0,-24 25 0,0-25 0,0 25 16,0-25-16,0 25 0,0-25 0,0 0 15,0 24-15,0-24 0,0 25 0,0-25 0,0 25 16,0-25-16,0 25 0,-24-25 0,24 0 0,0 25 0,0-25 0,0 0 15,0 24-15,-25-24 0,25 0 0,0 0 0,0 0 0,0 0 16,0 0-16,-25 0 0,25 0 0,0 0 16,0 0-16,0 0 0,-25 0 0,25 0 0,0-24 0,0 24 15,0 0-15,0-25 0,0 25 0,-25 0 16,25-25-16,0 25 0,0-25 0,0 25 0,0 0 0</inkml:trace>
  <inkml:trace contextRef="#ctx0" brushRef="#br0" timeOffset="60080.4364">4043 14833 0,'0'0'16,"0"0"-16,0 0 0,0 0 0,0 0 0,0 0 0,0 0 15,0 0-15,0 0 0,0 0 0,0 0 0,0 0 0,0 0 16,0 0-16,0 0 0,0 0 0,0 0 16,0 25-16,0-25 0,0 0 0,0 0 0,0 0 0,0 25 15,0-25-15,-25 0 0,25 25 16,0-25-16,0 24 0,0-24 0,-24 0 0,24 25 0,0-25 0,0 0 15,0 25-15,-25-25 0,25 25 0,0-25 0,0 0 0,0 25 0,0-25 16,0 0-16,0 24 0,0-24 0,0 0 16,0 25-16,0-25 0,0 0 0,0 0 0,0 0 15,0 0-15,0 25 0,0-25 0,0 0 0,0 0 0,0 0 0,0 0 31,25 0-31,-25 0 0,0 0 0,0 0 0,24 0 0,-24-25 0,0 25 0,25 0 0,-25 0 0,0 0 16,25 0-16,-25 0 0,25 0 0,-25 0 16,25 0-16,-25 0 0,24 0 0,-24 0 0,25 0 0,-25 0 15,25 0-15,-25 0 0,0 0 0,25 0 0,-25 0 0,0 0 16,25 0-16,-25 0 0,0 0 0,24 0 0,-24 0 0,0 0 15,25 0-15,-25 0 0,0 0 0,0 0 0,0-25 16</inkml:trace>
  <inkml:trace contextRef="#ctx0" brushRef="#br0" timeOffset="60328.4506">4242 14784 0,'-25'0'0,"25"0"0,0 0 0,0 0 0,0 0 16,0 0-16,0 24 0,0-24 0,0 0 0,0 0 15,0 25-15,0-25 0,0 25 0,0-25 16,0 25-16,25-25 0,-25 25 0,0-25 0,0 24 0,0-24 0,0 25 16,0 0-16,0-25 0,24 25 0,-24 0 0,0-25 0,0 24 15,0 1-15,0 0 0,0-25 16,0 25-16,0-25 0,25 25 0,-25-1 0,0-24 0,0 25 0,0-25 15,0 25-15,0-25 0,0 0 0,0 25 0,0-25 0,0 0 16,0 25-16,-25-25 0</inkml:trace>
  <inkml:trace contextRef="#ctx0" brushRef="#br0" timeOffset="60672.4703">3671 15677 0,'0'0'15,"0"24"-15,0-24 0,-25 0 0,25 0 0,0 0 0,0 0 16,0 0-16,0 0 0,0 0 0,0 0 15,0 0-15,0 0 0,0 0 0,0 0 0,25 0 0,-25 0 0,0 0 16,25 0-16,-25 0 0,25 0 0,-25 25 16,25-25-16,-25 0 0,24 0 0,-24 0 0,25 0 15,-25 0-15,25 0 0,0 0 0,-25 25 0,25-25 0,-1 0 16,1 0-16,-25 0 0,25 0 0,0 0 0,0-25 0,-1 25 15,1 0-15,0 0 0,0 0 0,0 0 0,-1 0 0,1 0 0,0-25 16,-25 25-16,25 0 0,0 0 16,-1 0-16,1 0 0,-25 0 0,25 0 0,0 0 0,-25 0 0,25-24 15,-1 24-15,-24 0 0,25 0 16</inkml:trace>
  <inkml:trace contextRef="#ctx0" brushRef="#br0" timeOffset="60873.4818">4862 15081 0,'0'0'16,"0"0"-16,0 0 0,0-25 0,0 25 0,0 0 0,0 0 15,0 0-15,-25 25 0,25-25 0,0 0 0,0 0 0,0 0 0,0 0 16,0 0-16,0 0 0,0 25 0,0-25 15,0 0-15,0 0 0,0 0 0,25 25 0,-25-25 16,0 0-16,0 0 0</inkml:trace>
  <inkml:trace contextRef="#ctx0" brushRef="#br0" timeOffset="61031.4908">4961 15354 0,'0'25'0,"0"-25"0,0 0 0,0 0 16,0 0-16,0 0 0,-25 0 0,25 0 0,0 0 0,0 0 15,0 0-15,0 0 0,0 0 0,0 0 0,0 0 16,0 0-16,0 0 0,0 0 0,0 0 0,0 0 0,0 0 15,0 0-15,0 0 0,0 0 0,25 0 0,-25 0 0,0 0 16,0 0-16,25 0 0</inkml:trace>
  <inkml:trace contextRef="#ctx0" brushRef="#br0" timeOffset="61505.5179">6524 14858 0,'0'0'0,"0"-25"0,-25 25 0,25 0 0,0 0 15,0 0-15,0 0 0,0 0 0,0 0 0,0 0 0,0 0 16,0 25-16,25-25 0,-25 0 0,0 0 16,0 0-16,0 25 0,24-25 0,-24 25 0,0-25 15,0 24-15,25-24 0,-25 25 0,0-25 0,25 25 0,-25 0 0,25-25 16,-25 25-16,25-25 0,-25 24 0,0 1 0,24-25 15,-24 25-15,25-25 0,-25 25 0,25-25 0,-25 25 0,0-25 16,0 24-16,25-24 0,-25 0 0,0 25 0,25-25 0,-25 0 16,0 0-16,0 0 0,0 0 15,24 0-15,-24 0 0,0 0 0,0 0 0,0 0 0,0 0 16,0 0-16,0 0 0,0-25 0,0 25 0,25-24 0,-25 24 0,0-25 15,0 25-15,0-25 0,0 0 16,0 25-16,0-25 0,0 1 0,0-1 0,0 25 0,0-25 0,0 0 16,0 0-16,-25 25 0,25-24 0,0 24 0,0-25 0,0 25 15,0 0-15,0-25 0,0 25 0,0 0 0,0 0 0,0 0 16,25 0-16,-25 0 15,0 0-15,0 0 0,0 0 0,0 0 0,0 0 0,0 0 0,0 0 16,0 0-16,0 0 0,25 0 0,-25 0 0,0 0 0,0 0 0</inkml:trace>
  <inkml:trace contextRef="#ctx0" brushRef="#br0" timeOffset="62116.5529">6995 14982 0,'0'0'0,"0"-25"16,0 25-16,0 0 0,0 0 0,0 0 0,0 0 0,-25 0 16,25 0-16,0 0 0,0 0 0,0 0 0,0 0 0,0 0 0,0 0 15,0 0-15,0 0 0,0 0 0,0 0 0,0 25 0,0-25 16,25 0-16,-25 0 0,0 25 15,0-25-15,0 0 0,0 25 0,0-25 0,0 0 0,0 24 0,0-24 16,0 25-16,0 0 0,0-25 0,25 25 0,-25-25 0,0 25 16,0-1-16,0-24 0,0 25 0,0-25 15,25 25-15,-25-25 0,0 25 0,0-25 0,0 25 0,24-25 16,-24 0-16,0 0 0,0 24 0,25-24 0,-25 0 0,0 0 15,0 0-15,0 0 0,25 0 0,-25 0 0,0 0 16,0 0-16,25 0 0,-25 0 0,0 0 0,0 0 16,25 0-16,-25-24 0,0 24 0,24 0 0,-24 0 0,25-25 15,-25 25-15,0 0 0,25 0 16,-25-25-16,25 25 0,-25 0 0,0-25 0,25 25 0,-25 0 0,0-25 15,24 25-15,-24 0 0,0-24 0,0 24 0,25 0 0,-25-25 16,0 25-16,0 0 0,0-25 0,0 25 0,0 0 0,0-25 16,0 25-16,0 0 0,-25-25 0,25 25 0,0 0 15,0 0-15,0-24 0,0 24 0,-24 0 0,24 0 16,0-25-16,0 25 0,0 0 0,-25 0 0,25 0 0,0 0 15,0 0-15,0 0 0,-25 0 16,25 0-16,0 0 0,0 0 0,0 0 0,0 0 0,0 25 0,0-25 16,0 0-16,0 0 0,0 24 0,0-24 0,0 0 0,0 25 15,0-25-15,0 25 0,0-25 0,0 25 0,0-25 0,0 25 16,25-25-16,-25 24 0,0-24 0,0 25 15,25-25-15,-25 0 0,0 25 0,24-25 0,-24 25 0,0-25 0,0 25 16,25-25-16,-25 0 0,0 24 16,25-24-16,-25 0 0,0 0 0,0 0 0,0 0 0,25 0 0,-25 0 15,0 0-15,0 0 0,0 0 0,25 0 16,-25 0-16,0 0 0,24-24 0,-24 24 0,0 0 0,25-25 15,-25 0-15,0 25 0,25-25 0,-25 25 0,25-25 0,-25 1 16,0-1-16</inkml:trace>
  <inkml:trace contextRef="#ctx0" brushRef="#br0" timeOffset="62358.5667">7590 14784 0,'0'0'0,"0"0"0,0 0 0,0 0 16,0 0-16,0 0 0,0 0 0,0 0 0,0 0 0,-25 0 15,25 0-15,0 0 0,0 24 0,0-24 0,25 25 0,-25-25 16,0 25-16,0-25 0,0 25 0,0-25 15,0 25-15,25-1 0,-25 1 0,0-25 0,0 25 0,0 0 0,0 0 16,0-1-16,0-24 0,25 25 16,-25 0-16,0 0 0,0 0 0,0-25 0,0 24 0,0 1 0,0-25 15,0 25-15,25 0 0,-25-25 0,0 25 0,0-25 16,0 0-16,0 24 0,0-24 0,-25 0 0,25 25 0,0-25 15,0 0-15,0 0 0,0 0 0,0 0 0,0 0 0,0 0 16,0 0-16,-25 0 0,25 0 0,0 0 16,0-25-16</inkml:trace>
  <inkml:trace contextRef="#ctx0" brushRef="#br0" timeOffset="62519.5759">7541 15205 0,'0'0'0,"0"0"16,0 0-16,0 0 0,0 0 0,0 0 0,0 0 0,0-25 16,24 25-16,-24 0 0,0 0 0,0 0 0,0 0 0,0 0 15,0 0-15,25-24 0,-25 24 0,0 0 0,0 0 16,25-25-16,-25 25 0,0 0 0,25-25 0,-25 25 15,0 0-15,0-25 0,25 25 0,-25-25 0,0 25 0,0 0 16,0-24-16,0 24 0,0-25 0,0 25 16,0 0-16,0-25 0,0 25 0</inkml:trace>
  <inkml:trace contextRef="#ctx0" brushRef="#br0" timeOffset="62768.5902">7169 14808 0,'0'0'15,"0"0"-15,0-24 0,0 24 0,0 0 0,0-25 0,0 25 0,0 0 16,0-25-16,0 25 0,0 0 0,0-25 0,0 25 0,0 0 16,0-25-16,24 25 0,-24 0 15,0 0-15,0-24 0,25 24 0,-25 0 0,0 0 0,25 0 0,-25 0 16,0-25-16,25 25 0,-25 0 0,0 0 0,0 0 15,25 0-15,-25 0 0,0 0 0,24 0 0,-24 0 16,0 0-16,0 25 0,25-25 0,-25 0 0,0 0 0,0 24 16,0-24-16,0 0 0,0 0 0,0 25 0,0-25 0</inkml:trace>
  <inkml:trace contextRef="#ctx0" brushRef="#br0" timeOffset="62947.6004">7565 14362 0,'0'0'15,"0"25"-15,0-25 0,0 0 0,-24 0 0,24 0 0,0 25 16,0-25-16,0 0 0,0 24 0,0-24 16,0 25-16,0 0 0,0-25 0,0 25 0,-25-25 0,25 25 15,0-25-15,0 24 0,-25-24 0,25 25 0,0-25 0,-25 25 16,25-25-16,-25 25 0</inkml:trace>
  <inkml:trace contextRef="#ctx0" brushRef="#br0" timeOffset="63082.6081">6970 14709 0,'0'0'16,"0"0"-16,0 0 0,0 0 0,0 0 0,0 0 0,0 0 0,0 0 15,0 0-15</inkml:trace>
  <inkml:trace contextRef="#ctx0" brushRef="#br0" timeOffset="63635.6398">9128 14610 0,'0'0'16,"0"0"-16,0 0 0,0 0 0,0 25 0,0-25 0,0 25 0,0-25 15,0 24-15,0-24 0,0 25 0,0 0 0,0-25 0,0 25 16,0 0-16,0-1 0,0-24 0,0 25 15,25 0-15,-25 0 0,0-25 0,0 25 0,0-1 0,0 1 0,0-25 16,0 25-16,25 0 0,-25-25 0,0 25 0,0-1 16,0-24-16,0 25 0,0 0 0,0-25 15,0 25-15,0-25 0,0 25 0,0-25 0,0 24 0,0-24 16,0 25-16,0-25 0,0 0 0,-25 25 0,25-25 0,0 0 0,0 25 15,0-25-15,0 0 0,0 0 0,-25 0 16,25 0-16,0 0 0,0 0 0,0 0 0,0 0 16,0 0-16,0-25 0,0 25 0,0 0 0,-25-25 0,25 25 15,0-25-15,0 1 0,0 24 16,0-25-16,0 0 0</inkml:trace>
  <inkml:trace contextRef="#ctx0" brushRef="#br0" timeOffset="64079.6652">9203 14833 0,'0'0'15,"0"0"-15,0 0 0,24-25 0,-24 25 0,0 0 0,0 0 16,0-24-16,0 24 0,25 0 0,-25 0 0,0 0 0,0 0 15,0 0-15,0 0 0,25 0 0,-25 0 0,0 24 16,0-24-16,25 0 0,-25 0 0,0 25 0,0-25 0,25 25 16,-25-25-16,0 0 0,0 25 15,24-25-15,-24 25 0,0-25 0,0 24 0,0-24 0,25 25 16,-25-25-16,0 25 0,0-25 0,0 25 0,25-25 0,-25 25 0,0-25 15,0 24-15,0-24 0,0 25 16,25-25-16,-25 25 0,0-25 0,0 25 0,0-25 0,0 0 0,25 25 16,-25-25-16,0 0 0,0 0 0,0 0 0,0 0 0,0 0 15,0 0-15,24 0 0,-24 0 0,0 0 0,0 0 16,0 0-16,0-25 0,25 25 15,-25 0-15,0-25 0,0 25 0,25-25 0,-25 25 0,0-25 0,0 25 16,0-24-16,25-1 0,-25 0 0,0 25 0,0-25 0,0 0 0,0 25 16,25-24-16,-25-1 0,0 25 0,0-25 15,0 25-15,0-25 0,0 25 0,24-25 0,-24 25 0,0 0 16,0-24-16,0 24 0,0 0 0,0 0 0,0 0 0,25 24 15,-25-24-15,0 0 0,0 0 16,0 25-16,0-25 0,0 0 0,0 25 0,0-25 0,0 25 16,0-25-16,25 25 0,-25-25 0,0 24 0,0 1 0,0-25 0,0 25 15,0 0-15,0-25 0,0 25 0,0-25 0,0 24 16,25-24-16,-25 25 0,0 0 0,0-25 0,0 25 15,0-25-15,0 25 0,0-25 0,0 24 0,0-24 0,0 25 16,0-25-16,0 0 0,0 25 0,0-25 0,-25 0 0,25 25 16,0-25-16</inkml:trace>
  <inkml:trace contextRef="#ctx0" brushRef="#br0" timeOffset="64670.6989">10220 15131 0,'0'-25'0,"0"25"0,-25 0 0,25 0 16,0-25-16,0 25 0,-25 0 0,25 0 15,0-25-15,-25 25 0,25 0 0,0-24 0,-25 24 0,25 0 16,0 0-16,-24-25 0,24 25 0,0 0 0,-25 0 0,25-25 16,0 25-16,-25 0 0,25 0 0,0 0 0,0 0 0,0 0 15,-25 0-15,25 0 0,0 0 0,0 0 0,0 0 16,-25 25-16,25-25 0,0 0 0,0 25 0,0-25 0,0 0 15,0 24-15,0-24 0,0 25 0,0-25 16,0 25-16,0-25 0,0 25 0,0-25 0,0 25 16,0-1-16,25-24 0,-25 25 0,0-25 0,0 25 0,25-25 15,-25 25-15,0-25 0,0 0 0,0 25 0,25-25 0,-25 0 0,0 24 16,0-24-16,0 0 0,0 25 15,25-25-15,-25 0 0,0 0 0,0 0 0,0 25 0,24-25 0,-24 0 16,0 0-16,0 0 0,0 0 0,0 0 0,25-25 16,-25 25-16,0 0 0,0 0 0,0 0 15,0-25-15,25 25 0,-25 0 0,0-24 0,0 24 0,0-25 0,0 25 16,0-25-16,0 25 0,0-25 0,0 25 0,0 0 0,0-25 15,0 25-15,0 0 0,25-24 0,-25 24 0,0 0 16,0 0-16,0 0 0,0 0 0,0 0 0,0 0 16,0 0-16,0 0 0,0 0 0,0 0 0,0 0 0,0 0 15,0 0-15,0 0 0,0 0 0,0 0 0,0 24 0,0-24 16,0 0-16,0 25 0,0-25 15,0 25-15,0-25 0,0 0 0,0 25 0,0-25 0,0 25 16,25-25-16,-25 0 0,0 24 0,0-24 0,0 0 0,0 0 0,24 25 16,-24-25-16,0 0 0,0 0 0,0 0 0,0 0 0,25 0 15,-25 0-15,0 0 0,0 0 0,25 0 16,-25 0-16,0 0 0,25 0 0,0-25 0,-25 25 0,24 0 0</inkml:trace>
  <inkml:trace contextRef="#ctx0" brushRef="#br0" timeOffset="65030.7196">11237 14560 0,'0'0'0,"-25"0"15,25 0-15,0 0 0,0 25 0,-25-25 0,25 0 16,0 25-16,0-25 0,0 25 0,0 0 0,0-25 15,0 24-15,0 1 0,0 0 0,0 0 0,0-25 0,0 25 16,25-1-16,-25 1 0,0 0 16,0-25-16,25 25 0,-25 0 0,0-1 0,0 1 0,0 0 15,0-25-15,24 25 0,-24 0 0,0-1 0,0 1 0,0-25 0,0 25 16,0 0-16,0 0 0,0-25 0,0 24 0,25-24 0,-25 25 15,0-25-15,0 25 0,-25-25 16,25 25-16,0-25 0,0 0 0,0 25 0,0-25 0,0 0 0,-24 0 16,24 0-16,0 0 0,-25 24 0,25-24 0,0 0 0,-25-24 15,25 24-15</inkml:trace>
  <inkml:trace contextRef="#ctx0" brushRef="#br0" timeOffset="65175.7276">11088 15131 0,'0'0'0,"0"-25"16,24 25-16,-24 0 0,0 0 15,0 0-15,0-25 0,0 25 0,25 0 0,-25-25 0,0 25 0,0 0 16,25 0-16,-25-24 0,25 24 0,-25 0 0,25-25 0,-25 25 15,25 0-15,-25 0 0,24 0 16,-24 0-16,25 0 0,-25 0 0,25 0 0,0 0 0,-25 0 16,0 0-16,25 0 0</inkml:trace>
  <inkml:trace contextRef="#ctx0" brushRef="#br0" timeOffset="65450.7436">11485 15329 0,'0'0'15,"0"0"-15,0 0 0,0 0 0,0 0 0,0-25 0,0 25 16,0 0-16,24-24 0,-24 24 0,0 0 0,0-25 0,0 25 0,0-25 15,0 0-15,0 25 0,25-25 16,-25 25-16,0-24 0,0 24 0,0-25 0,25 25 0,-25 0 0,0-25 16,0 25-16,0 0 0,0 0 0,0 0 0,25 0 0,-25 0 15,0 0-15,0 0 0,0 0 0,0 0 16,0 0-16,0 25 0,25-25 0,-25 0 0,0 25 0,0-25 15,0 24-15,0-24 0,0 25 0,0-25 0,0 25 0,0-25 16,0 25-16,24-25 0,-24 25 16,0-25-16,0 24 0,0-24 0,0 25 0,0-25 0,0 25 0,0 0 15,0-25-15,0 0 0,0 25 0,0-25 0,0 25 0,0-25 16,25 0-16,-25 0 0,0 0 0,0 0 0,0 0 0</inkml:trace>
  <inkml:trace contextRef="#ctx0" brushRef="#br0" timeOffset="65980.7739">12005 15180 0,'0'0'0,"0"-24"0,0 24 0,-24 0 15,24 0-15,0 0 0,0-25 0,-25 25 0,25 0 0,0-25 0,-25 25 16,25 0-16,-25 0 0,25-25 0,0 25 15,-25 0-15,25 0 0,0-25 0,-24 25 0,24 0 0,0 0 16,0 0-16,0 0 0,0 0 0,0 0 0,0 0 0,0 25 16,0-25-16,0 0 0,0 25 15,0-25-15,0 0 0,0 25 0,0-25 0,0 25 0,0-1 16,0-24-16,0 25 0,0-25 0,0 25 0,0-25 0,0 25 0,0-25 0,0 25 15,0-25-15,0 24 0,24-24 16,-24 25-16,0-25 0,0 25 0,25-25 0,-25 0 0,0 25 0,0-25 16,25 0-16,-25 0 0,0 0 0,0 0 15,25 0-15,-25 0 0,0 0 0,0 0 0,0 0 0,25 0 16,-25 0-16,0 0 0,0-25 0,24 25 0,-24 0 0,0-25 15,0 25-15,25-25 0,-25 25 0,0-24 16,0 24-16,25-25 0,-25 25 0,0-25 0,0 25 0,0-25 16,0 0-16,0 25 0,0-24 0,0 24 0,0-25 15,0 25-15,0 0 0,0-25 0,0 25 0,0 0 0,0 0 16,0-25-16,0 25 0,0 0 0,0 0 0,0 0 15,0 0-15,0 0 0,0 0 0,0 25 0,0-25 0,0 0 0,0 0 16,0 25-16,0-25 0,0 25 16,0-25-16,0 0 0,0 24 0,25-24 0,-25 25 0,0-25 31,0 25-31,0-25 0,0 0 0,0 25 0,0-25 0,25 25 15,-25-25-15,0 0 0,0 24 0,0-24 0,0 0 0,0 25 0,24-25 0,-24 0 0,0 0 0,0 25 0,0-25 16,25 0-16,-25 0 0,0 0 0,0 0 0,0 0 0,25 0 16,-25 0-16,0-25 0,0 25 0,0 0 0,25 0 15,-25-25-15,0 25 0,0-24 0,25 24 0,-25-25 0</inkml:trace>
  <inkml:trace contextRef="#ctx0" brushRef="#br0" timeOffset="66356.7954">12303 15056 0,'0'0'15,"0"0"-15,0 0 0,0 0 0,0 25 0,-25-25 16,25 0-16,0 0 0,0 0 0,0 25 0,0-25 0,0 0 15,0 25-15,0-25 0,25 0 0,-25 25 0,0-25 0,0 24 16,0-24-16,0 0 0,0 25 16,0-25-16,0 0 0,0 25 0,0-25 0,0 0 0,0 25 0,0-25 15,0 0-15,0 0 0,0 25 0,0-25 0,0 0 0,0 0 16,0 0-16,0 0 0,0 0 0,0 0 0,0 0 0,25 0 15,-25-25-15,0 25 0,0 0 0,0 0 16,0 0-16,0-25 0,0 25 0,0-25 0,0 25 0,25-25 16,-25 25-16,0-24 0,0 24 0,25-25 0,-25 25 0,0-25 15,24 25-15,-24-25 0,0 25 0,0 0 16,25 0-16,-25 0 0,0 0 0,0 0 15,25 0-15,-25 0 0,0 25 0,0-25 0,0 0 0,25 25 16,-25-25-16,0 25 0,0-25 0,0 24 0,25 1 0,-25-25 0,0 25 16,0-25-16,0 25 0,0 0 0,24-25 15,-24 24-15,0-24 0,0 25 0,0 0 0,0-25 0,0 25 16,0-25-16,0 25 0,0-25 0,0 0 0,0 25 15,0-25-15,0 0 0,0 24 0,0-24 0,0 0 16,0 0-16,0 0 0,0 0 0,0 0 0,0 0 0,-24 0 16,24-24-16,0 24 0,0 0 0,0-25 0,-25 25 0,25 0 0</inkml:trace>
  <inkml:trace contextRef="#ctx0" brushRef="#br0" timeOffset="66574.8079">11931 14957 0,'0'0'0,"0"0"0,0-25 0,0 25 15,0 0-15,-25 0 0,25-24 0,0 24 16,0 0-16,0-25 0,25 25 0,-25 0 0,0-25 0,0 25 16,25 0-16,-25 0 0,0-25 0,25 25 15,-25 0-15,24 0 0,-24 0 0,25 0 0,-25 0 0,25 0 16,0 0-16,-25 0 0,25 0 0,-1 25 0,-24-25 0,25 25 0,0-25 15,-25 25-15,25-1 0,-25-24 16,0 25-16,25 0 0,-25 0 0,0 0 0,0-1 0</inkml:trace>
  <inkml:trace contextRef="#ctx0" brushRef="#br0" timeOffset="66723.8164">12229 15751 0,'0'25'0,"0"-25"0,0 0 0,0 25 15,0-25-15,0 0 0,0 0 16,-25 24-16,25-24 0,0 0 0,0 0 0,0 0 0,0 0 0,0 0 15,0 0-15,0 0 0,0 0 0,0 0 0,0 0 0,0-24 16,0 24-16,25 0 0,-25-25 0</inkml:trace>
  <inkml:trace contextRef="#ctx0" brushRef="#br0" timeOffset="67300.8494">14560 14957 0,'0'0'16,"0"0"-16,0 0 0,0 0 0,0 0 0,0 0 0,0-25 15,0 25-15,0 0 0,0 0 0,0 0 0,-24 0 0,24 0 0,0-24 16,0 24-16,0 0 0,-25 0 0,25 0 0,0-25 15,0 25-15,0 0 0,-25 0 0,25 0 0,0-25 16,0 25-16,0 0 0,-25 0 0,25 0 0,0 0 16,0 0-16,-25 0 0,25 0 0,0 0 15,-24 0-15,24 25 0,0-25 0,-25 0 0,25 0 0,0 0 16,0 25-16,-25-25 0,25 24 0,0-24 0,0 25 0,0-25 0,-25 25 15,25 0-15,0 0 0,0-1 0,0-24 0,0 25 0,0 0 16,0 0-16,0 0 0,0-1 0,0 1 16,0 0-16,0 0 0,0 0 0,25-1 0,-25-24 0,0 25 0,25 0 15,-25-25-15,0 25 0,25 0 0,-25-25 0,24 0 16,-24 25-16,0-25 0,25 0 0,-25 0 0,25 0 0,0 0 15,-25 0-15,25 24 0,-25-24 16,24-24-16,-24 24 0,25 0 0,-25 0 0,25 0 0,0 0 0,-25 0 16,25 0-16,-25 0 0,24 0 0,-24 0 0,25 0 0,-25-25 15,25 25-15,-25 0 0,0 0 0</inkml:trace>
  <inkml:trace contextRef="#ctx0" brushRef="#br0" timeOffset="84764.8483">14883 14213 0,'0'0'0,"0"0"0,0 25 0,0-25 0,0 0 16,0 0-16,0 0 0,0 0 0,0 0 0,0 0 0,0 0 16,0 0-16,0 0 0,0 0 15,0 0-15,0 0 0,0 0 0,0 0 0,0 0 0,0 0 16,0 0-16,0 0 0,0 0 0,0 0 0,0 0 0,0 0 15,0 0-15,0 0 0,0 0 0,0 0 0,0 0 0,0 0 16,0 0-16,0 0 0,0 0 0,0 0 0,0 0 0,0 0 16,0 0-16,0 0 0,0 0 0,0 0 15,0 0-15,0 0 0,0 0 0,0 0 0,0 0 0,0 0 0,0 0 16,0 0-16,0 0 0,0 0 0,0 0 0,0 0 15,0 0-15,0 0 0,0 0 0,0 0 16,0 0-16,0 0 0,0 0 0,0 0 0,0 25 0,0-25 16,0 0-16,0 0 0,0 24 0,0-24 0,0 0 0,0 0 15,0 25-15,-25-25 0,25 25 0,0-25 16,0 0-16,0 25 0,0-25 0,0 25 0,0-25 0,0 25 0,0-25 15,0 24-15,0-24 0,0 25 0,0 0 16,0-25-16,0 25 0,0 0 0,0-25 0,0 24 16,0 1-16,0-25 0,0 25 0,0-25 0,0 25 0,0-25 15,0 0-15,0 25 0,0-25 0,0 0 0,0 0 0,25 0 16,-25 24-16,0-24 0,0 0 0,0 0 0,25 0 0,-25 0 0,0 0 15,0 0-15,24 0 0,-24 0 16,0 0-16,0-24 0,25 24 0,-25 0 0,0 0 0,0 0 0,25 0 16,-25 0-16,0 0 0,0 0 0,0 0 15,25 0-15,-25-25 0,0 25 0,0 0 0,0 0 16,0 0-16,0-25 0,0 25 0,25 0 0,-25 0 0,0-25 15,0 25-15</inkml:trace>
  <inkml:trace contextRef="#ctx0" brushRef="#br0" timeOffset="85382.8836">14784 14287 0,'0'0'0,"0"0"16,0 0-16,0 0 0,0 0 0,0 0 0,0 0 0,0 0 15,0 0-15,0 0 0,0 0 0,0 0 0,0 0 16,0 0-16,0 0 0,0 0 0,0 0 0,0 0 16,0 0-16,0 0 0,0 0 0,0 0 0,0 0 0,0 0 0,0 0 15,0 0-15,0 0 0,0 0 0,0 0 0,0 0 16,0 0-16,0 0 0,0 25 0</inkml:trace>
  <inkml:trace contextRef="#ctx0" brushRef="#br0" timeOffset="85712.9023">14709 14412 0,'0'0'0,"0"0"15,0 0-15,0 0 0,0 0 0,0 0 0,0 0 16,0 0-16,0 0 0,0 0 0,0 0 0,0 0 0,0 0 0,0 0 16,0 0-16,0 0 0,0 0 0,0 0 0,0 0 0,0 0 15,0 0-15,0 0 0,0 0 0,0 0 16,0 0-16,0 0 0,0 0 0,25 0 15,-25 0-15,0 0 0,0 0 0,25 0 0,-25 0 0,0 0 0,25 0 0,-25 0 16,24 0-16,-24 0 0,25 0 0,-25 24 16,25-24-16,-25 0 0,25 0 0,-25 0 0,25 0 0,-1 0 15,-24 0-15,25 0 0,0 0 0,-25 0 0,25-24 0,-25 24 16,25 0-16,-1 0 0,-24 0 0,25 0 15,0-25-15,-25 25 0,25 0 0</inkml:trace>
  <inkml:trace contextRef="#ctx0" brushRef="#br0" timeOffset="87898.0275">3572 16570 0,'-25'0'0,"25"-25"15,0 25-15,0 0 0,-25 0 0,25 0 0,0 25 0,0-25 16,0 0-16,0 0 0,-25 0 0,25 0 0,0 0 0,0 0 16,0 0-16,0 0 0,0 0 0,0 0 0,0 0 0,0 24 15,0-24-15,0 0 0,0 0 0,0 0 16,0 25-16,25-25 0,-25 25 0,0-25 0,0 25 0,0-25 0,25 25 0,-25-1 15,0-24-15,0 25 0,0 0 0,0-25 16,0 25-16,25 0 0,-25-25 0,0 24 0,0 1 0,0-25 16,0 25-16,0-25 0,0 25 0,25-25 0,-25 25 0,0-1 15,0-24-15,0 25 0,0-25 0,0 0 0,0 25 0,0-25 16,0 0-16,0 0 0,0 25 0,0-25 15,0 0-15,0 0 0,0 0 0,0 0 0,0 0 0,0 0 0,0-25 16</inkml:trace>
  <inkml:trace contextRef="#ctx0" brushRef="#br0" timeOffset="88440.0585">3522 16619 0,'0'0'15,"0"0"-15,0 0 0,0-25 0,0 25 0,0 0 0,0 0 0,0 0 16,25-24-16,-25 24 0,0 0 0,0 0 0,0 0 0,0-25 16,0 25-16,25 0 0,-25 0 0,0 0 15,25 0-15,-25 0 0,0 0 0,24 0 0,-24 0 0,0 0 16,0 25-16,0-25 0,25 0 0,-25 0 0,0 24 0,0-24 0,0 0 15,0 25-15,0-25 0,0 25 0,0-25 16,0 25-16,0-25 0,0 25 0,0-25 0,0 24 16,0 1-16,0-25 0,0 25 0,0-25 0,0 25 0,0 0 0,-25-25 15,25 24-15,0-24 0,0 0 0,0 25 0,0-25 16,0 25-16,0-25 0,0 0 0,-24 0 0,24 25 0,0-25 15,0 0-15,0 0 0,24 0 0,-24 0 0,-24 0 16,24 0-16,0 0 0,0 0 0,24 0 0,-24 0 0,0 0 0,0 0 16,0 0-16,0 0 0,25 0 0,-25 0 0,0 0 15,25 0-15,-25 0 0,0 0 0,0 0 16,0 0-16,25 0 0,-25 0 0,0 0 0,0 0 0,25 0 0,-25 25 15,0-25-15,0 0 0,0 24 0,25-24 0,-25 0 0,0 25 16,0-25-16,0 0 0,0 25 0,0-25 0,0 25 16,0-25-16,0 25 0,0-25 0,0 24 0,0-24 0,0 0 15,0 25-15,0-25 0,0 25 0,0-25 16,0 25-16,0-25 0,-25 0 0,25 25 0,0-25 0,0 0 0,-25 24 0,25-24 15,0 0-15,0 0 0,-25 0 0,25 0 16,0 25-16,0-25 0,0 0 0,-25 0 0,25 0 0,0 0 16,-25 0-16,25 0 0,0 0 0,0-25 0,0 25 0,-24 0 0,24 0 15,0 0-15,0 0 0,0 0 0,0-24 16,0 24-16,0 0 0,0 0 0,0 0 0,0-25 0,0 25 15,24 0-15</inkml:trace>
  <inkml:trace contextRef="#ctx0" brushRef="#br0" timeOffset="88866.0827">3919 16793 0,'0'0'15,"-25"0"-15,25 0 0,0 0 0,0 0 0,0 0 0,0 0 16,0 0-16,-24 0 0,24 0 0,0 0 0,0 0 0,0 0 0,0 0 16,0 0-16,0 0 0,0 0 0,24 0 15,-24 0-15,0 0 0,0 25 0,0-25 0,0 0 0,0 0 0,0 0 16,25 0-16,-25 24 0,0-24 0,0 0 0,0 25 15,0-25-15,25 0 0,-25 25 0,0-25 16,0 0-16,25 25 0,-25-25 0,0 25 0,0-25 0,25 0 0,-25 24 16,0-24-16,24 0 0,-24 25 0,0-25 0,25 0 0,-25 25 0,0-25 15,25 0-15,-25 25 0,0-25 0,25 0 16,-25 0-16,0 25 0,25-25 0,-25 0 0,0 0 15,0 24-15,24-24 0,-24 0 0,0 0 0,0 25 0,0-25 0,0 0 16,0 0-16,0 0 0,0 25 0,0-25 0,0 0 0,0 0 16,0 0-16,0 25 0,0-25 15,0 0-15,0 0 0,0 0 0,0 25 0,0-25 0,0 0 0,-24 0 16,24 0-16,0 0 0,0 0 0,0 24 0,-25-24 0,25 0 15,0 0-15,0 0 0,-25 0 0,25 0 0,0 0 16,-25 0-16,25 0 0,0 0 0,-25-24 0,25 24 0,0 0 16,-24 0-16,24 0 0,0 0 0,0-25 0</inkml:trace>
  <inkml:trace contextRef="#ctx0" brushRef="#br0" timeOffset="89091.0957">3919 16743 0,'0'0'15,"0"0"-15,0 0 0,-25 0 0,25 0 0,0 0 0,0-25 16,0 25-16,0 0 0,0 0 0,0 0 0,0 0 0,0 0 0,25-24 16,-25 24-16,0 0 15,25 0-15,-25-25 0,0 25 0,25 0 0,-25 0 0,25-25 0,-25 25 0,24 0 16,-24 0-16,25 0 0,-25 0 0,25 0 15,-25 0-15,25 0 0,-25 0 0,25 0 0,-25 0 0,24 0 0,-24 0 16,0 25-16,25-25 0,-25 0 0,0 0 0,25 25 16,-25-25-16,0 0 0,0 24 0</inkml:trace>
  <inkml:trace contextRef="#ctx0" brushRef="#br0" timeOffset="89461.1167">3646 17636 0,'0'0'16,"0"0"-16,0 0 0,0 0 0,0-25 0,25 25 16,-25 0-16,0 0 0,0 0 0,0 0 0,0 0 0,25 0 15,-25 0-15,0 0 0,0 0 0,0 0 0,25 0 0,-25 0 16,0 0-16,25 0 0,-25 0 0,0 0 15,24 0-15,-24 0 0,25 0 0,0 0 0,-25 0 0,25 0 0,-25 0 16,25 0-16,-1 0 0,1 0 0,-25 0 0,25 0 16,0 0-16,0 0 0,-1-24 0,1 24 0,0 0 0,-25 0 0,25 0 0,0 0 15,-1 0-15,1 0 0,0 0 0,0 0 16,0 0-16,-25 0 0,24-25 0,1 25 0,0 0 0,-25 0 0,25 0 15,0 0-15,-25-25 0,24 25 0,-24 0 0,0 0 16,25 0-16</inkml:trace>
  <inkml:trace contextRef="#ctx0" brushRef="#br0" timeOffset="89661.1283">4762 16991 0,'0'0'16,"-24"0"-16,24-25 0,0 25 0,0 25 0,0-25 16,0 0-16,0 0 0,0 0 0,-25 0 0,25 0 0,0 0 15,0 0-15,0 0 0,0 0 0,0 25 0,0-25 0,0 0 16,0 0-16</inkml:trace>
  <inkml:trace contextRef="#ctx0" brushRef="#br0" timeOffset="89819.1374">4837 17289 0,'0'0'16,"0"0"-16,0 0 0,0 0 0,0 0 0,0 0 16,0 25-16,-25-25 0,25 0 0,0 0 0,0 0 0,0 0 15,0 0-15,0 0 0,0 0 0,0 0 0,0 0 0,0 0 0,0 0 16</inkml:trace>
  <inkml:trace contextRef="#ctx0" brushRef="#br0" timeOffset="91298.222">6995 16520 0,'0'-25'0,"0"25"0,0 0 0,0 0 0,0 0 15,0 0-15,0-25 0,0 25 0,0 0 0,0 0 0,0 0 0,0 0 16,0 0-16,0 0 0,0 0 15,0-24-15,0 24 0,0 0 0,0 0 0,0 0 0,0 0 16,0 0-16,0 0 0,0 0 0,0 0 0,0 0 0,0 0 0,0 0 16,0 0-16,0 0 0,0 0 0,0 0 0,0 0 0,0 0 15,0 24-15,-25-24 0,25 0 0,0 0 16,0 0-16,0 25 0,0-25 0,0 0 0,0 25 0,0-25 15,0 0-15,0 25 0,0-25 0,-25 25 0,25-25 16,0 24-16,0-24 0,0 25 0,0 0 0,0-25 16,0 25-16,0-25 0,0 25 0,-24-1 0,24-24 0,0 25 0,0 0 15,-25-25-15,25 25 0,0 0 0,0-25 0,0 24 0,0-24 16,0 25-16,-25 0 0,25-25 0,0 25 15,0-25-15,0 25 0,0-25 0,0 0 0,0 24 0,0-24 0,0 0 16,0 0-16,0 0 0,0 0 0,0 25 16,0-25-16,0 0 0,0-25 0,25 25 0,-25 0 0,0 0 15,0 0-15,0 0 0,0 0 0,0-24 0,0 24 0,0 0 16,0-25-16</inkml:trace>
  <inkml:trace contextRef="#ctx0" brushRef="#br0" timeOffset="91595.239">6970 16520 0,'0'0'16,"0"0"-16,0 0 0,0 0 0,0 0 0,0 0 0,0 0 0,0 0 15,0 25-15,0-25 0,25 0 0,-25 0 0,0 0 0,0 25 16,0-25-16,0 0 0,25 0 0,-25 24 15,0-24-15,0 0 0,25 25 0,-25-25 0,0 25 0,0-25 0,24 0 16,-24 25-16,0-25 0,0 25 0,25-25 0,-25 24 16,25 1-16,-25-25 0,0 25 0,25-25 0,-25 25 15,25 0-15,-25-25 0,0 24 0,24 1 0,-24-25 0,0 25 0,25-25 16,-25 25-16,0-25 0,25 25 0,-25-25 0,0 24 15,0-24-15,25 0 0,-25 25 0,0-25 0,0 0 0,0 25 16,0-25-16,0 0 0,0 25 0,0-25 0,0 0 16,0 0-16,0 0 0,0 0 0,0 0 0,0 0 0</inkml:trace>
  <inkml:trace contextRef="#ctx0" brushRef="#br0" timeOffset="91809.2512">6945 16892 0,'-24'0'0,"24"0"0,0 0 0,0 0 16,0 0-16,0 0 0,0 0 0,0 0 0,0 0 0,0 0 0,0 0 16,0 0-16,0 0 0,0 0 0,0 0 0,0 0 0,24 0 15,-24 0-15,0 0 0,0 0 16,25 0-16,-25 0 0,0 0 0,25 0 0,-25 0 0,25 0 15,-25 0-15,25 0 0,-25 0 0,24 0 0,-24 0 0,25 0 0,-25 0 16,25 0-16,-25-25 0,0 25 0,25 0 16</inkml:trace>
  <inkml:trace contextRef="#ctx0" brushRef="#br0" timeOffset="92052.2651">7069 16371 0,'0'0'0,"0"-25"15,0 25-15,0 0 0,0 0 0,0 0 0,0 0 0,25-25 0,-25 25 16,0 0-16,0 0 0,25 0 0,-25 0 15,0-24-15,25 24 0,-25 0 0,0 0 0,25 0 0,-25 0 0,24 0 16,-24 0-16,25 0 0,-25 0 16,25 0-16,-25 0 0,0 0 0,25 0 0</inkml:trace>
  <inkml:trace contextRef="#ctx0" brushRef="#br0" timeOffset="92390.2844">7541 16470 0,'0'0'0,"0"0"16,0 0-16,0-24 0,0 24 0,0 0 0,0 0 0,0 0 16,0-25-16,0 25 0,0 0 0,0-25 0,0 25 15,24-25-15,-24 25 0,0-25 0,0 25 0,0-25 0,0 25 16,25 0-16,-25-24 0,0 24 0,0-25 0,0 25 0,0 0 15,0-25-15,0 25 0,0 0 0,0-25 0,0 25 0,0 0 16,0 0-16,0 0 0,0 0 16,0 0-16,0 0 0,0 0 0,0 0 0,0 0 0,0 0 0,0 0 15,0 0-15,0 0 0,0 0 0,0 0 0,25 0 0,-25 0 16,0 25-16,0-25 0,0 25 0,0-25 15,0 25-15,0-25 0,25 24 0,-25-24 0,0 25 0,0 0 16,0-25-16,25 25 0,-25-25 0,0 25 0,0-25 0,24 25 0,-24-1 16,0-24-16,0 25 0,25-25 15,-25 0-15,0 25 0,0-25 0,25 25 0,-25-25 0,0 0 0,0 0 16,25 25-16</inkml:trace>
  <inkml:trace contextRef="#ctx0" brushRef="#br0" timeOffset="92710.3027">8359 16743 0,'0'0'0,"0"0"0,0 0 0,0 0 0,25 0 0,-25 0 15,0 0-15,0 0 0,25 0 16,-25 0-16,0 0 0,25 0 0,-25 0 0,0 0 0,24 0 0,-24-25 16,25 25-16,-25 0 0,25 0 0,-25 0 0,25 0 0,-25 0 15,25 0-15,-1 0 0,-24 0 0,0 25 16,25-25-16,-25 0 0,25 0 0,-25 0 0,0 0 0</inkml:trace>
  <inkml:trace contextRef="#ctx0" brushRef="#br0" timeOffset="92929.3153">8558 17016 0,'0'0'0,"0"0"0,0 0 0,0 0 15,0 0-15,0 0 0,0 0 0,0 0 16,0 0-16,0 0 0,0 0 0,0 0 0,24 0 0,-24 0 0,0-25 0,0 25 15,25 0-15,-25 0 0,0 0 16,25 0-16,-25 0 0,25 0 0,-25 0 0,25 0 0,-1 0 0,-24 0 16,25 0-16,-25 0 0,25 0 0,0 0 0,-25 0 0,25 0 15,-1 0-15</inkml:trace>
  <inkml:trace contextRef="#ctx0" brushRef="#br0" timeOffset="93477.3464">10443 16272 0,'0'0'16,"0"0"-16,0 0 0,0 0 0,0 0 0,0 0 0,0 0 0,0 0 15,0 0-15,0 0 0,25 0 0,-25-25 0,0 25 16,0 0-16,24 0 0,-24-25 0,0 25 0,0 0 15,25-25-15,-25 25 0,0 0 0,25-24 0,-25 24 0,0 0 0,0-25 16,25 25-16,-25-25 0,0 25 0,0 0 0,0-25 16,0 25-16,0 0 0,0 0 0,0-25 15,0 25-15,0 0 0,0 0 0,0 0 0,0 0 0,0 0 16,0 0-16,0 0 0,0 0 0,0 0 0,0 0 0,0 0 15,0 0-15,0 0 0,0 0 0,-25-24 0,25 24 16,0 0-16,0 0 0,0 0 0,0 0 0,0 0 0,0 0 16,0 0-16,0 0 0,0 24 0,0-24 0,0 0 0,0 0 15,0 25-15,0-25 0,0 25 16,25-25-16,-25 25 0,0 0 0,0-25 0,0 24 0,0 1 0,0-25 15,0 25-15,0 0 0,0 0 0,25-25 0,-25 24 0,0-24 16,0 25-16,0 0 0,0-25 0,0 25 0,0-25 16,0 0-16,0 25 0,0-25 0,0 25 0,0-25 0,0 0 15,0 24-15,24-24 0,-24 0 0,0 0 0,0 0 0</inkml:trace>
  <inkml:trace contextRef="#ctx0" brushRef="#br0" timeOffset="93860.3685">10269 16793 0,'0'0'0,"0"0"15,0 0-15,0 0 0,0 0 0,0 0 16,0 0-16,0 0 0,0 0 0,0 0 0,0 0 0,0 0 0,0 0 16,0 0-16,0 0 0,0 0 0,25 0 0,-25 0 15,0 0-15,25 0 0,-25 0 0,0 0 16,25 0-16,-25 0 0,0 0 0,24 0 0,-24 0 0,25 0 15,-25 0-15,25 0 0,0 0 0,-25 0 0,25 0 0,-1 0 0,1 0 16,-25 0-16,25 0 0,0 0 0,0 0 0,-1 0 16,-24 0-16,25 0 0,0 0 0,0 0 0,0 0 0,-1-25 15,1 25-15,0 0 0,0 0 0,0 0 16,-1 0-16,-24 0 0,25 0 0,0 0 0,0 0 0,0 0 0,-1 0 15,-24 0-15,25 0 0,-25 0 0,25 0 16,-25 0-16,25 0 0,-25 0 0,25 0 0,-25 0 0,0 0 16,24 0-16,-24 0 0,0 0 0,0 0 0,0 0 0,0 0 0,0 0 15,0 0-15</inkml:trace>
  <inkml:trace contextRef="#ctx0" brushRef="#br0" timeOffset="94441.4017">10120 17562 0,'0'0'0,"0"0"0,0 0 0,-24 0 0,24-25 16,0 25-16,0 0 0,0 0 0,-25 0 16,25 0-16,0 0 0,0 0 15,0 0-15,0 0 0,0 0 0,-25 0 0,25 0 0,0 0 0,0 0 0,0 0 0,0 0 16,-25 0-16,25 0 0,0 0 0,0 0 0,0 25 0,0-25 0,0 0 0,-25 0 15,25 0-15,0 25 0,0-25 0,0 0 16,0 0-16,0 24 0,0-24 0,0 0 0,-25 0 0,25 25 16,0-25-16,0 0 0,0 25 0,0-25 0,0 25 15,0-25-15,0 0 0,0 25 0,0-25 0,0 0 0,0 24 16,0-24-16,0 0 0,0 25 0,0-25 0,0 0 0,0 0 0,25 25 0,-25-25 15,0 0-15,0 0 0,0 0 0,0 0 16,0 0-16,25 0 0,-25 0 0,0 0 0,0 0 16,0 0-16,0 0 0,25 0 0,-25-25 0,0 25 0,0 0 0,25 0 0,-25-25 15,0 25-15,25-24 0,-25 24 0,0 0 16,24-25-16,-24 25 0,0 0 0,0-25 0,0 25 0,25-25 15</inkml:trace>
  <inkml:trace contextRef="#ctx0" brushRef="#br0" timeOffset="95111.4399">10170 17239 0,'0'0'0,"0"0"0,0 0 0,0 0 16,0 0-16,-25 0 0,25 0 0,0 0 15,0 0-15,0 0 0,0 25 0,0-25 0,0 0 0,0 0 16,0 0-16,0 0 0,0 25 0,0-25 0,0 0 0,0 25 0,25-25 15,-25 24-15,0-24 0,0 0 0,0 25 0,25-25 16,-25 25-16,0-25 0,0 25 0,0-25 0,0 25 16,0-25-16,0 24 0,0-24 0,0 25 0,0-25 0,0 25 15,0 0-15,0-25 0,0 25 0,25-25 0,-25 25 0,0-25 0,0 24 16,0-24-16,0 25 0,0-25 0,0 25 15,24-25-15,-24 0 0,0 25 0,0-25 0,0 0 0,0 25 0,0-25 0,0 0 16,0 24-16,25-24 0,-25 0 16,0 0-16,0 0 0,0 25 0,0-25 0,25 0 0,-25 0 0,0 0 0,0 0 15,0 0-15,25 0 0,-25 0 0,0 25 16,0-25-16,0 0 0,25 0 0,-25 0 0,0 0 0,0-25 0,0 25 0,24 0 15,-24 0-15,0 0 0,0 0 0,0-25 16,25 25-16,-25 0 0,0 0 0,0 0 0,25-24 0,-25 24 0,0 0 16,0-25-16,0 25 0,25 0 0,-25 0 15,0-25-15,0 25 0,0 0 0,0 0 0,25-25 0,-25 25 0,0 0 16,0 0-16,0 0 0,0-25 0,0 25 0,0 0 0,24 0 0,-24 0 15,0 0-15,0-24 0,0 24 0,0 0 16,0 0-16,-24 0 0,24-25 0,0 25 0,0 0 0,0 0 0,0 0 0,0-25 16,0 25-16,0 0 0,-25 0 0,25-25 15,0 25-15,0 0 0,0 0 0,0-25 16,0 25-16,-25 0 0,25 0 0,0 0 0,0 0 0,0 0 0,0 0 0,-25 0 15,25-25-15,0 25 0,0 0 0,0 25 0,0-25 0,0 0 0,0 0 16,0 0-16,0 0 0,-25 0 0,25 0 16,0 0-16,0 0 0,0 0 0,0 0 0,0 25 0,0-25 15,0 0-15,0 0 0,0 0 0,25 25 0,-25-25 0,0 0 16,0 25-16,0-25 0,0 0 0,0 25 0,0-25 0,0 0 15,25 24-15,-25-24 0,0 0 0,0 25 0,0-25 0,25 25 0,-25-25 16,0 0-16,0 25 0,0-25 0,0 0 16,25 25-16,-25-25 0,0 0 0,0 24 0,24-24 0,-24 0 0,0 0 0,25 0 15,-25 25-15,0-25 0,0 0 0,25 0 16,-25 0-16,0 0 0,0 0 0,0-25 0,25 25 0,-25 0 0,0 0 15,25 0-15,-25 0 0,0 0 0,24-24 0,-24 24 16,25 0-16,-25 0 0,0 0 0,25-25 0,-25 25 0,0 0 0,25 0 16,-25 0-16,0-25 0,0 25 15,25 0-15,-25 0 0,0-25 0</inkml:trace>
  <inkml:trace contextRef="#ctx0" brushRef="#br0" timeOffset="95385.4557">10691 17214 0,'0'0'0,"0"0"0,0 0 0,0 25 0,0-25 16,0 0-16,0 25 0,0-25 0,0 0 0,25 25 0,-25-25 15,0 25-15,0-25 0,0 24 0,24-24 16,-24 25-16,0 0 0,0-25 0,25 25 0,-25-25 0,0 25 0,0-1 15,25-24-15,-25 25 0,0-25 0,0 25 0,0-25 16,0 25-16,0 0 0,25-25 0,-25 25 0,0-25 0,0 24 0,0-24 16,0 25-16,0-25 0,0 0 0,0 25 15,0-25-15,0 25 0,0-25 0,0 0 0,0 25 0,0-25 0,0 0 0,0 0 16,0 0-16,0 24 0,0-24 15,0 0-15,0 0 0,-25 0 0,25 0 0,0 0 0,0 0 0,0 0 16,-25-24-16</inkml:trace>
  <inkml:trace contextRef="#ctx0" brushRef="#br0" timeOffset="95555.4654">10666 17562 0,'0'0'0,"0"-25"0,0 25 0,0 0 0,0 0 16,0 0-16,25 0 0,-25 0 0,0 0 0,0 0 0,0 0 0,0 0 15,25 0-15,-25 0 0,0 0 16,0 0-16,24 0 0,-24 0 0,0 0 0,25-25 0,-25 25 0,0 0 0,25 0 15,-25 0-15,0 0 0,25 0 0,-25 0 0,25 0 0,-25 0 16,0-25-16,24 25 0,-24 0 0,25 0 0,-25 0 16,25 0-16</inkml:trace>
  <inkml:trace contextRef="#ctx0" brushRef="#br0" timeOffset="95965.4889">11385 17388 0,'0'-25'0,"0"25"0,0 0 0,-24 0 16,24 0-16,0-25 0,0 25 0,-25 0 16,25 0-16,0 0 0,0 0 0,-25 0 0,25 0 0,0 0 0,-25 0 15,25 0-15,0 0 0,-25 0 0,25 0 16,0 0-16,0 25 0,-24-25 0,24 0 0,0 0 0,0 25 15,0-25-15,-25 0 0,25 25 0,0-25 0,0 25 0,0-25 0,0 24 16,0-24-16,0 25 0,0-25 0,-25 25 16,50-25-16,-25 25 0,0 0 0,0-25 0,0 25 0,0-1 15,0-24-15,0 25 0,25-25 0,-25 25 0,0 0 0,0-25 0,24 25 16,-24-25-16,25 24 0,-25-24 0,0 25 0,25-25 15,-25 0-15,25 25 0,-25-25 0,0 0 0,25 25 0,-25-25 0,0 0 16,24 0-16,-24 0 0,0 0 0,0 0 16,25 0-16,-25 0 0,0-25 0,25 25 0,-25 0 0,0 0 0,25-25 0,-25 25 15</inkml:trace>
  <inkml:trace contextRef="#ctx0" brushRef="#br0" timeOffset="96270.5064">11609 17338 0,'0'0'15,"0"0"-15,0 0 0,-25 0 0,25 0 0,0 0 0,0 0 0,0 25 16,0-25-16,-25 0 0,25 0 0,0 0 0,0 0 0,0 0 16,-25 25-16,25-25 0,0 0 15,0 25-15,0-25 0,0 25 0,-25-25 0,25 0 0,0 24 0,0-24 0,0 25 16,0-25-16,0 25 0,0 0 0,-24-25 0,24 25 15,0-25-15,0 25 0,0-1 0,0-24 0,0 25 0,0-25 0,-25 25 16,25-25-16,0 25 0,0-25 0,0 0 0,0 25 16,0-25-16,0 0 0,0 24 0,0-24 0,0 0 0,0 0 15,0 0-15,0 0 0,0 0 0,0 25 0,0-25 16,0 0-16,0 0 0,0 0 0,0-25 0,0 25 15,-25 0-15,25 0 0,0 0 0,25-24 0,-25 24 0,0 0 0,0-25 16,0 25-16,0 0 0,0-25 0,0 0 0,0 25 0,0-25 16</inkml:trace>
  <inkml:trace contextRef="#ctx0" brushRef="#br0" timeOffset="96478.5183">11509 17363 0,'0'0'0,"25"0"0,-25 0 0,0 0 16,0 0-16,0 0 0,0 0 0,0 0 0,0 0 16,0 0-16,25 0 0,-25 25 0,0-25 0,0 0 0,0 25 0,25-25 15,-25 0-15,0 25 0,0-25 16,25 0-16,-25 24 0,0-24 0,0 25 0,24-25 0,-24 25 0,0-25 0,0 25 15,0-25-15,0 0 0,25 25 0,-25-25 0,0 25 0,0-25 0,0 24 16,0-24-16,25 25 0,-25-25 16,0 25-16,0-25 0,0 0 0,0 25 0,0-25 0,25 25 0,-25-25 0,0 0 15,0 0-15,0 24 0,0-24 0,0 0 16,0 0-16,0 25 0,0-25 0,0 0 0,0 0 0,0 0 15,-25 0-15,25 0 0,0 0 0,-25 0 0,25 0 0,0 0 16</inkml:trace>
  <inkml:trace contextRef="#ctx0" brushRef="#br0" timeOffset="96659.5286">11460 17661 0,'0'0'0,"0"0"0,0 0 0,0 0 0,0 0 16,0-25-16,25 25 0,-25 0 15,0 0-15,0 0 0,24 0 0,-24 0 0,0 0 0,25 0 0,-25 0 0,0 0 16,25 0-16,-25-25 0,25 25 0,-25 0 0,25 0 0,-1 0 15,-24-24-15,25 24 0,-25 0 0,25 0 0,-25 0 16,25-25-16,-25 25 0,25 0 0,-25 0 0,0-25 0,24 25 0,-24 0 16,0 0-16,0-25 0,0 25 0</inkml:trace>
  <inkml:trace contextRef="#ctx0" brushRef="#br0" timeOffset="96929.5441">11757 17264 0,'0'0'15,"0"0"-15,0 0 0,0 0 0,0 0 16,25 0-16,-25 0 0,0 25 0,0-25 0,25 0 0,-25 25 0,0-25 16,25 0-16,-25 24 0,0-24 0,25 25 0,-25-25 0,24 25 15,-24-25-15,0 25 0,25 0 0,-25-25 16,0 24-16,25 1 0,-25-25 0,0 25 0,0 0 0,0-25 0,0 25 15,0 0-15,0-25 0,0 24 0,0 1 0,0-25 0,0 25 16,0 0-16,0-25 0,0 25 0,0-25 0,0 24 16,-25-24-16,25 25 0,0-25 0,0 25 0,0-25 0,-25 0 15,25 0-15,0 25 0,0-25 0,-24 0 0,24 0 16,0-25-16,0 25 0,-25 0 0,25 0 0,-25 0 0,25-25 15</inkml:trace>
  <inkml:trace contextRef="#ctx0" brushRef="#br0" timeOffset="97316.5661">12254 17041 0,'0'0'203</inkml:trace>
  <inkml:trace contextRef="#ctx0" brushRef="#br0" timeOffset="98261.6203">13816 16321 0,'0'0'0,"0"0"0,0-24 0,0 24 15,0 0-15,0 0 0,0 0 0,0 0 16,0 0-16,0 0 0,0 0 0,0 0 0,0 0 0,0 0 16,0 0-16,0 0 0,-25-25 0,25 25 0,0 0 15,0 0-15,0 0 0,0 0 0,0 0 0,-24 0 0,24 0 297</inkml:trace>
  <inkml:trace contextRef="#ctx0" brushRef="#br0" timeOffset="100110.726">13370 16321 0,'-25'0'78,"25"0"-78,0-24 0,0 24 0,0 0 0,0 0 0,0 0 16,0 0-16,0 0 0,0 0 0,0 0 0,0 0 0,0 0 0,0 0 0,0 0 0,0 0 0,0 0 0,0 0 0,0 0 0,0 0 0,0 0 0,0 0 0,0 0 0,0 0 0,0 0 0,0 0 0,0 0 0,0 0 0,0 0 0,0 0 0,0 0 0,0 0 0,0 0 0,0 0 0,0 0 0,0 0 15,0 0-15,0-25 0,-25 25 0,25 0 0,0 0 0,0 0 0,0 0 0,0 0 0,0 0 16,0 0-16,0 0 0,0 0 0,0 0 0,0 0 468,75 521-468,-75-521 0,24 25 0,-24-25 0,0 0 0,0 0 0,0 0 0,0 0 0,0 0 0,0-25 0,0 25 0,25 0 16,-25 0-16,0 0 0,0 0 0,0 0 0,0 0 0,0 0 0,0 0 0,0 0 0,0 0 0,0 0 0,0 0 0,0 0 0,0 0 0,0 0 0,0 0 0,0 0 0,0 0 0,0-25 0,0 25 0,0 0 15,0 0-15,0 0 0,0 0 0,0 0 0,0 0 0,0 0 0,0 0 0,-25 0 0,25-25 0,0 25 0,0 0 16,0 0-16</inkml:trace>
  <inkml:trace contextRef="#ctx0" brushRef="#br0" timeOffset="104530.9788">13767 16421 0,'0'0'0,"0"0"0,0 0 0,0 0 0,0 0 437,-174-100-390,174 100-47,0 0 0,0 0 0,0 0 0,0 0 0,0 0 0,0 0 0,0 0 0,0 0 0,-25 0 0,25 0 15,0 0-15,0 0 0,0 0 0,0 0 0,0 0 0,0 0 0,0 0 0,0 0 0,0 0 0,0 0 0,0-24 0,-25 24 0,25 0 0,0 0 0,0 0 0,0 0 0,0 0 0,-24 0 0,24 0 0,0 0 0,0 0 0,0 0 0,0 0 0,0 0 0,0 0 0,0 0 0,0 0 0,-25 0 0,25 0 16,0 0-16,0-25 0,0 25 0,0 0 15,0 0-15,-25 0 0,25 0 0,0 0 0,0 0 16,0 0-16,0 0 0,0 0 0,0 0 0,0 0 0,0 0 0,0 0 16,0 0-16,0 0 0,0 0 0,0 0 15,0 0-15,0 0 0,0 0 0,0 0 0,0 0 0,0 0 0,0 0 16,0 0-16,-25 0 0,25 0 0,0 0 0,0 0 0,0 0 15,0 0-15,0 0 47,0 0-47,0 0 0,0 0 0,0 0 0,0 0 0,-25 0 0,25 0 0,0 0 0,0 0 0,0 0 0,0 0 0,0 0 0,-24 0 0,24 0 0,0 0 0,0 0 0,0 0 0,0 0 16,0 0-16,-25 0 0,25 0 0,0 0 0,0 0 0,0 0 15,0 0-15,0 0 0,0 0 0,0 0 0,0 0 0,0 0 0,25 0 16,-25 0-16,0 0 0,0 25 0,0-25 16,-25 0-16,25 0 0,0 0 0,0 0 0,0 0 0,0 0 15,0 0-15,0 24 0,0-24 0,0 0 0,0 0 0,0 0 0,0 0 16,0 0-16,0 0 0,0 0 234,0 224-219,0-224-15,0 0 0,0 0 0,0 25 0,0-25 0,0 0 0,0 0 0,0 0 0,0 24 0,0-24 0,0 0 0,0 0 0,0 0 0,0 25 0,0-25 0,0 0 0,0 0 0,0 0 0,0 25 0,0-25 0,0 0 0,0 0 0,0 0 0,0 25 0,0-25 0,0 0 0,25 0 0,-25 25 0,0-25 0,0 0 0,0 0 0,0 0 0,0 24 0,0-24 0,0 0 0,0 0 0,0 25 47,0-25-47,0 0 0,0 0 0,0 0 0,0 25 0,0-25 0,0 0 0,0 0 0,0 0 0,0 25 0,0-25 0,0 0 0,24 0 0,-24 0 0,0 25 0,0-25 0,0 0 16,0 0-16,0 0 0,0 24 0,0-24 15,25 0-15,-25 0 0,0 25 0,0-25 0,0 0 0,0 0 0,0 0 16,0 25-16,0-25 0,0 0 125,25 50-125,-25-50 0,25 0 0,-25 24 0,0-24 0,0 0 0,0 0 0,0 0 0,0 0 0,0 0 0,25 25 0,-25-25 0,0 0 0,0 0 0,0 0 0,0 25 0,0-25 0,0 0 0,24 0 0,-24 0 0,0 0 15,0 25-15,0-25 0,0 0 0,0 0 0,0 0 0,0 0 0,0 0 0,0 0 0,0 25 0,0-25 0,0 0 0,25 0 0,-25 0 0,0 0 0,0 0 0,0 0 0,0 0 0,0 0 0,0 0 0,0 0 16,0 0-16,0 0 0,0 0 0,0 0 0,0 0 16,25 0-16,-25 0 0,0 0 0,0 0 0,0 0 0,0 0 0,0 0 15,0 0-15,0 0 0,0 0 0,25 0 0,-25 0 16,0 0-16,0 0 0,0 0 0,0 0 15,0 0-15,0 0 0,0 0 0,25 0 0,-25 0 0,0 0 0,0 0 47,0 0-47,24 0 0,-24 0 0,0 0 0,0 0 0,0 0 0,0 0 0,25 0 0,-25 0 0,0 0 0,0 0 0,0-25 0,0 25 0,25 0 0,-25 0 0,0 0 0,0 0 16,0 0-16,0 0 0,0 0 0,0 0 0,25 0 0,-25 0 15,0 0-15,0 0 0,0 0 0,0 0 16,0 0-16,0 0 0,0 0 0,0 0 47,0-25 78,49-99 343</inkml:trace>
  <inkml:trace contextRef="#ctx0" brushRef="#br0" timeOffset="108685.2164">14015 15949 0,'0'0'0,"0"0"0,0 0 0,0 0 0,24 0 15,-24 0-15,0 0 0,0 0 0,0 0 16,0 0-16,0 0 0,0 0 0,0 0 0,0 0 16,0 0-16,0 0 0,0 0 0,0 0 0,0 0 0,0 0 0,0 0 0,0 0 15,0 0-15,0 0 0,0 0 0,0 0 0,0 0 16,0 0-16,0 0 0,0 0 0,0 0 0,0 0 15,0 0-15,0 0 0,0 0 0,0 0 0,0 0 0,0 0 16,0 0-16,0 0 0,0 0 0,0 0 0,0 0 0,0 0 16,0 0-16,0 0 0,0 25 15,0-25-15,0 0 0,0 0 0,0 0 0,0 0 0,0 0 0,0 0 16,0 0-16,0 0 0,0 25 0,0-25 0,0 0 0,0 0 15,0 0-15,0 25 0,0-25 0,0 0 16,0 25-16,0-25 0,0 0 0,0 24 0,0-24 0,0 25 16,0-25-16,0 25 0,0-25 0,0 0 0,0 25 0,0-25 15,0 25-15,0-25 0,0 24 0,25 1 16,-25-25-16,0 25 0,0-25 0,0 25 0,0-25 0,0 25 15,0-25-15,0 0 0,0 24 0,0-24 0,0 25 0,0-25 0,0 0 16,0 0-16,0 25 0,0-25 0,0 0 0,0 0 16,0 25-16,25-25 0,-25 0 0,0 0 15,0 0-15,0 25 0,0-25 0,0 0 0,0 0 0,0 0 0,0 0 16,0 0-16,25 25 0,-25-25 0,0 0 0,0 0 0,0 0 15,0 0-15,0 0 16,25 0-16,-25 0 0,0 0 0,0 0 0,0 0 0,0 0 0,0 0 16,24 0-16,-24 0 0,0 0 0,0 0 0,0 0 0,0 0 15,0-25-15,0 25 0,0 0 0,0 0 0,25 0 0,-25 0 0,0 0 16,0-25-16,0 25 0,0 0 0,0 0 15,0 0-15,0-25 0,0 25 0,0 0 0</inkml:trace>
  <inkml:trace contextRef="#ctx0" brushRef="#br0" timeOffset="109143.2424">13841 16148 0,'0'0'0,"-25"0"0,25 0 15,0 0-15,0 0 0,0 0 0,0 0 0,0 0 0,0 0 16,0 0-16,0 0 0,0 0 0,0 0 0,0 0 16,0 0-16,0 0 0,0 0 0,0 0 0,0 0 0,0 0 0,0 0 15,0 0-15,0 0 0,25 0 0,-25 0 16,0 0-16,0 0 0,0 0 0,25 0 0,-25 0 0,0 0 0,0 0 15,25 0-15,-25 0 0,24 0 0,-24-25 0,25 25 0,-25 0 16,25 0-16,-25 0 0,25 0 16,-25 0-16,25 0 0,-1 0 0,-24 0 0,25 0 0,0 0 0,-25 0 15,25-25-15,0 25 0,-25 0 0,24 0 0,-24 0 0,25 0 16,0 0-16,-25 0 0,0 0 0,25-25 15,-25 25-15</inkml:trace>
  <inkml:trace contextRef="#ctx0" brushRef="#br0" timeOffset="290219.5996">15032 14436 0,'0'25'0,"0"-25"0,24 25 16,-24-25-16,0 25 0,0 0 0,0-25 0,0 24 0,0-24 15,0 25-15,0-25 0,0 25 0,0-25 16,0 25-16,0-25 0,0 25 0,0-25 0,25 0 0,-25 24 0,0-24 16,0 0-16</inkml:trace>
  <inkml:trace contextRef="#ctx0" brushRef="#br0" timeOffset="337339.2947">21282 4887 0,'0'0'0,"0"0"16,0 0-16,0 0 0,0 0 0,0 0 0,0 0 0,0 0 16,0 0-16,0 0 0,0 0 0,0 0 0,0 0 15,0 0-15,0 0 0,0 0 0,0 0 0,0 0 0,0 0 16,0 0-16,0 0 0,0 0 0,0 0 15,0 0-15,0 0 0,0 0 47,0 0-47,0 0 0,0 0 0,0 0 0,0 0 0,0 0 0,0 0 0,0 0 0,0 0 0,0 0 0,0 0 0,0 0 0,0 0 0,0 0 16,0 0-16,0 0 0,0 0 0,0 0 0,0 0 0,0 0 0,0 0 0,0 0 0,0 0 0,0 0 0,0 0 15,0 24-15,0-24 0,0 0 0,0 0 0,0 0 0,0 0 16,0 0-16,0 0 0,0 25 0,0-25 0,0 0 16,0 0-16,0 0 0,0 0 0,0 0 0,0 25 0,0-25 15,0 0-15,0 0 0,0 25 0,0-25 16,0 0-16,0 0 0,0 0 0,0 25 0,0-25 0,0 0 15,0 0-15,0 24 0,0-24 0,0 0 0,0 25 16,0-25-16,0 0 0,0 0 0,0 25 0,0-25 0,0 0 16,25 0-16,-25 25 0,0-25 0,0 0 0,0 0 15,0 0-15,0 25 0,0-25 0,0 0 0,0 0 0,0 0 16,0 24-16,0-24 0,0 0 0,0 0 0,0 25 15,0-25-15,0 0 0,0 0 0,0 0 0,0 25 0,0-25 16,0 0-16,0 0 0,0 0 0,0 25 0,0-25 16,0 0-16,0 0 0,0 0 0,0 0 0,0 25 0,0-25 15,0 0-15,0 0 0,0 0 0,0 24 0,0-24 16,0 0-16,0 0 0,0 0 0,0 25 0,0-25 15,0 0-15,0 0 0,0 0 0,0 25 0,0-25 0,0 0 16,0 0-16,0 0 0,0 25 0,0-25 0,0 0 16,0 0-16,0 0 0,0 25 0,0-25 0,0 0 15,0 0-15,0 0 0,0 0 0,0 0 0,0 24 16,0-24-16,0 0 0,0 0 0,0 0 0,0 0 0,0 25 15,0-25-15,0 0 0,0 0 47,0 0-31,0 25-16,0-25 0,0 0 0,0 0 0,0 25 0,0-25 0,0 0 0,0 0 0,0 0 0,0 25 0,0-25 15,0 0-15,0 0 0,0 0 0,0 24 0,0-24 0,0 0 0,0 0 0,-25 0 0,25 25 0,0-25 0,0 0 0,0 0 0,0 25 0,0-25 0,0 0 0,0 0 0,25 0 0,-25 25 16,0-25-16,0 0 0,0 0 0,0 0 0,0 0 16,0 25-16,0-25 0,0 0 0,0 0 0,0 24 15,0-24-15,0 0 0,0 0 0,0 25 0,0-25 0,0 0 16,0 0-16,0 25 0,0-25 0,0 0 0,0 0 0,0 0 15,0 25-15,0-25 0,0 0 0,0 0 0,0 25 16,0-25-16,0 0 0,0 0 0,0 24 0,0-24 16,0 0-16,0 25 0,0-25 0,0 0 0,0 0 0,0 25 15,0-25-15,0 0 0,0 0 0,0 25 0,0-25 16,0 0-16,0 0 0,0 0 0,0 25 0,0-25 15,0 0-15,0 25 0,0-25 0,0 0 0,0 24 0,-25-24 16,25 0-16,0 0 0,0 25 0,0-25 0,0 0 16,0 0-16,0 25 0,0-25 0,0 0 0,0 0 15,0 25-15,0-25 0,0 0 0,0 25 0,0-25 16,0 0-16,0 24 0,0-24 0,0 0 0,0 25 0,0-25 15,0 0-15,0 0 0,0 25 0,0-25 0,0 0 0,0 0 16,0 25-16,0-25 0,0 0 0,0 25 0,0-25 16,0 0-16,0 24 0,0-24 0,0 0 0,-24 25 0,24-25 15,0 0-15,0 25 0,0-25 0,0 0 0,0 25 16,0-25-16,0 0 0,0 0 0,0 25 0,0-25 0,0 24 15,0-24-15,0 0 0,0 25 0,0-25 0,0 25 16,0-25-16,0 0 0,0 25 0,0-25 0,0 0 16,0 25-16,0-25 0,0 0 0,0 24 0,0-24 0,0 0 15,0 25 32,0-25-47,0 25 0,0-25 0,0 0 0,0 25 0,0-25 0,0 25 0,0-25 0,0 24 16,0-24-16,0 0 0,0 25 0,0-25 0,0 0 0,0 25 0,0-25 0,0 0 0,0 25 0,0-25 0,0 0 15,0 25-15,0-25 0,0 0 0,0 24 0,0-24 0,0 25 0,0-25 0,0 25 0,0-25 0,0 25 0,0-25 0,0 25 16,0-25-16,0 24 0,0-24 15,0 0-15,0 25 0,0-25 0,0 25 0,0-25 0,0 0 0,0 25 16,0-25-16,0 25 0,0-25 0,0 25 0,0-25 0,0 24 16,0-24-16,0 25 0,0 0 0,0-25 0,0 25 15,0-25-15,0 25 0,0-25 0,0 24 0,0-24 0,0 25 16,0-25-16,0 25 0,0-25 0,0 0 0,0 25 15,0-25-15,0 25 0,0-25 0,0 24 16,0-24-16,0 0 0,0 25 0,0-25 0,-25 25 0,25-25 16,0 25-16,0-25 0,0 25 0,0-25 0,0 0 0,0 24 15,0-24-15,0 25 0,0-25 0,0 25 0,0-25 0,0 25 16,0-25-16,0 0 0,0 25 0,0-25 0,0 24 15,0-24-15,0 25 0,0-25 0,0 25 0,0-25 16,0 25-16,0-25 0,0 25 0,0-25 0,0 24 0,0-24 16,0 25-16,0-25 0,0 25 15,0-25-15,0 25 0,0 0 0,0-25 0,0 0 0,0 24 0,0-24 16,0 25-16,0-25 0,0 25 0,0-25 0,0 25 0,0-25 15,0 25-15,0-25 0,0 24 0,0-24 0,0 25 0,0-25 16,0 25-16,0-25 0,0 25 0,0-25 16,0 25-16,0-25 0,-25 24 0,25-24 0,0 0 0,0 25 15,0-25-15,0 25 0,0-25 0,0 25 0,0-25 0,0 25 16,0-25-16,0 25 0,0-25 0,0 24 15,0-24-15,0 25 0,0-25 0,0 25 0,0-25 16,0 25-16,0-25 0,0 0 0,0 25 0,0-25 0,0 24 16,0-24-16,0 0 0,0 25 0,0-25 0,0 25 0,0-25 0,0 0 15,0 25-15,0-25 0,0 25 0,-25-25 16,25 0-16,0 24 0,0-24 0,0 25 0,0-25 0,0 25 15,0-25-15,0 0 0,0 25 0,0-25 47,0 25-47,0-25 0,0 24 0,0-24 0,0 25 0,0-25 0,0 25 0,0-25 16,0 0-16,0 25 0,0-25 0,0 25 0,0-25 0,0 24 0,0-24 0,0 0 0,-25 25 0,25-25 0,0 25 0,0-25 0,0 0 0,0 25 0,0-25 15,0 0-15,0 25 0,0-25 0,0 24 0,0-24 0,0 25 16,0-25-16,0 25 0,0-25 0,-24 25 16,24-25-16,0 0 0,0 25 0,0-25 0,0 24 0,0-24 0,0 25 15,0-25-15,0 25 0,0-25 0,0 0 0,0 25 16,0-25-16,0 25 0,0-25 0,0 0 0,0 24 15,0-24-15,0 25 0,0-25 0,0 0 0,-25 25 16,25-25-16,0 25 0,0-25 0,0 25 0,0-25 0,0 25 16,0-25-16,0 24 0,0-24 0,0 25 0,0-25 0,0 25 15,0-25-15,0 25 0,0-25 0,0 25 0,0-25 16,0 24-16,0-24 0,0 25 0,0-25 0,0 25 0,0-25 15,0 25-15,0-25 0,0 25 16,0-25-16,-25 0 0,25 24 0,0-24 0,0 25 0,0-25 0,0 0 16,0 25-16,0-25 0,0 25 0,0-25 0,0 0 0,0 25 15,0-25-15,0 0 0,0 24 0,0-24 0,0 0 16,0 25-16,0-25 0,0 0 0,0 25 0,0-25 15,-25 0-15,25 25 0,0-25 0,0 0 0,0 25 47,0-25-47,0 24 0,0-24 0,0 0 0,0 25 0,0-25 0,0 25 0,0-25 0,0 0 0,0 25 0,0-25 0,0 25 0,0-25 0,0 0 0,0 24 0,0-24 0,0 0 16,0 25-16,0-25 0,0 25 0,0-25 15,0 0-15,0 25 0,0-25 0,0 0 0,0 25 0,0-25 0,0 24 16,0-24-16,0 25 0,0-25 0,0 0 16,0 25-16,0-25 0,0 25 0,0-25 0,0 25 0,0-25 0,0 24 15,0-24-15,0 25 0,-25-25 0,25 25 0,0-25 16,0 25-16,0-25 0,0 25 0,0-25 0,0 25 0,0-25 15,0 24-15,0-24 0,0 25 0,0-25 0,0 25 16,0-25-16,0 25 0,0-25 0,0 25 0,0-25 16,0 24-16,0-24 0,0 25 0,0-25 0,0 25 0,0-25 15,0 25-15,0-25 0,0 25 0,0-25 0,0 24 0,0-24 16,0 0-16,0 25 0,0-25 0,0 25 0,0-25 15,0 25-15,0-25 0,0 25 0,0-25 0,0 24 16,0-24-16,0 0 0,-24 25 94,48 1885 405,-24-1910-499,0 0 0,0 25 0,0-25 0,0 0 0,0 0 0,0 0 0,0 25 0,0-25 0,0 0 0,0 0 0,0 25 0,0-25 0,0 0 0,0 0 0,0 0 0,0 24 0,0-24 0,0 0 0,0 0 0,0 0 0,0 0 109,0 50-109,0-50 0,0 0 0,0 0 0,0 25 0,0-25 0,0 0 0,0 0 0,0 0 0,0 0 0,0 0 0,0 0 0,0 0 0,0 0 0,0 0 0,0 0 0,0 0 0,0 0 0,0 0 0,0 0 0,0 0 0,0 0 0,0 0 0,0 0 0,0 0 0,0 0 0,0 0 0,0 0 16,0 0-16,0 0 0,0 0 0,0 0 0,0 0 0,0 0 0,0 0 0,0 0 0,0 0 0,0 0 0,0 0 0,0 0 0,0 0 0,0 0 15,0 0-15,0 0 0,0 0 0,0 0 0,0 0 0,0 0 16,0 0-16,0 0 0,0 0 0,0 0 0,0 0 15,0 0-15,0 0 0,0 0 0,0 0 0,0 0 16,0 0-16,0 0 0,0 0 0,0 0 0,0 0 0,0 0 16,0 0-16,0 0 0,0 0 0,0 0 15,0 25-15,0-25 0,0 0 0,0 0 0,0 0 16,0 0-16,0 0 0,0 0 0,0 0 0,0 0 0,-24 0 0,24 0 15,0 0-15,0 24 0,0-24 0,0 0 0,0 0 0,0 0 16,0 0-16,0 0 0,0 0 0,0 0 0,0 0 16,0 0-16,0 0 0,0 25 0,0-25 0,0 0 15,0 0-15,0 0 0,0 0 0,0 25 0,0-25 0,0 0 16,0 0-16,0 0 0,0 0 0,0 25 0,0-25 15,0 0-15,0 0 0,0 0 0,0 25 0,0-25 16,0 0-16,0 0 0,0 24 0,0-24 0,0 0 0,0 0 16,0 0-16,0 25 0,0-25 46,0 0-46,0 25 0,0-25 0,0 0 0,0 0 0,0 25 0,0-25 0,0 0 0,0 0 0,0 25 0,0-25 0,0 0 0,0 0 0,0 0 0,0 24 0,0-24 0,0 0 0,0 25 16,0-25-16,0 0 0,0 0 0,0 25 0,0-25 0,0 0 16,0 0-16,0 0 0,0 25 0,0-25 0,0 0 15,0 0-15,0 25 0,0-25 0,0 0 47,0 0-47,0 0 0,0 24 0,0-24 0,0 0 0,0 0 0,0 25 0,0-25 0,0 0 0,0 0 0,0 0 0,0 25 0,0-25 0,0 0 0,0 0 0,0 25 0,0-25 0,0 0 16,0 0-16,0 0 0,0 0 0,0 0 0,0 25 0,0-25 15,0 0-15,0 0 0,0 0 0,0 24 0,0-24 16,0 0-16,0 0 0,0 0 0,0 25 0,0-25 15,0 0-15,0 0 0,0 0 0,0 25 47,0-25-47,0 0 0,0 0 0,0 0 0,0 25 0,0-25 0,0 0 0,0 0 0,0 25 0,0-25 0,0 0 0,0 0 0,0 0 0,0 25 0,0-25 0,0 0 0,0 0 0,0 24 16,0-24-16,0 0 0,0 0 0,0 0 0,0 25 15,0-25-15,0 0 0,0 0 0,0 0 0,0 25 16,0-25-16,0 0 0,0 0 0,0 0 0,0 25 0,0-25 16,0 0-16,0 25 78,0-25-78,0 0 0,0 0 0,0 24 0,0-24 0,0 0 0,0 0 0,0 25 0,0-25 0,0 0 0,0 0 0,0 25 0,0-25 0,0 0 0,0 0 0,0 25 0,0-25 0,0 0 0,0 0 0,0 25 0,0-25 0,0 0 0,0 0 0,0 24 0,0-24 0,0 0 15,0 0-15,0 25 0,0-25 0,0 0 0,0 0 0,0 25 0,0-25 0,0 0 0,0 0 16,0 0-16,0 25 0,0-25 0,0 0 0,0 0 0,0 25 0,0-25 15,0 0-15,0 0 0,0 24 47,0-24-47,0 0 0,0 0 0,0 25 0,0-25 0,0 0 0,24 0 0,-24 25 0,0-25 0,0 0 0,0 25 0,0-25 0,0 0 0,0 0 0,0 25 0,0-25 0,0 0 0,0 0 16,-24 24-16,24-24 0,0 0 0,0 25 0,0-25 0,0 0 15,0 0-15,0 25 0,0-25 0,24 0 0,-24 25 16,0-25-16,0 0 0,0 0 0,0 25 125,0 49-125,0-74 0,0 25 0,0-25 0,0 0 0,0 25 0,0-25 0,0 0 0,0 24 0,0-24 0,0 0 0,0 25 0,0-25 0,0 0 0,0 0 0,0 25 15,0-25-15,0 0 0,0 25 0,0-25 0,0 0 0,0 25 0,0-25 0,0 0 0,0 0 0,0 24 0,0-24 0,0 0 0,0 25 0,0-25 0,0 0 0,0 0 0,0 25 0,0-25 0,0 0 0,0 25 0,0-25 0,0 0 0,0 0 0,0 25 16,0-25-16,0 0 0,0 0 0,0 24 0,0-24 0,0 0 16,0 25-16,0-25 0,0 0 0,-24 25 15,24-25-15,0 0 0,0 0 0,0 25 0,0-25 0,0 0 16,0 25-16,0-25 0,0 0 0,0 25 0,0-25 0,0 0 15,0 24-15,0-24 0,0 0 0,0 0 0,0 25 0,24-25 16,-24 0-16,0 25 0,0-25 16,0 0-16,0 25 0,-24-25 0,24 0 0,0 25 0,0-25 0,0 24 15,0-24-15,0 0 0,0 25 0,0-25 0,0 25 0,0-25 16,0 0-16,0 25 0,0-25 0,0 25 0,0-25 15,0 0-15,0 24 0,0-24 0,0 0 16,0 25-16,0-25 0,0 25 0,0-25 0,0 0 0,0 25 16,0-25-16,0 25 0,0-25 0,0 0 0,0 24 0,0-24 15,0 25-15,0-25 0,0 0 0,0 25 0,0-25 16,0 25-16,0-25 0,0 0 0,0 25 0,0-25 0,0 24 15,0-24-15,-25 0 0,25 25 0,0-25 0,0 25 0,0-25 16,0 25-16,0-25 0,0 25 0,0-25 0,0 0 16,0 24-16,0-24 0,0 25 0,0-25 0,0 25 15,0-25-15,0 0 0,0 25 0,0-25 0,0 25 0,0-25 16,0 0-16,0 24 0,0-24 0,0 25 0,0-25 15,0 0-15,0 25 0,0-25 0,0 25 0,0-25 0,0 25 16,0-25-16,0 0 0,0 24 0,0-24 0,0 25 16,0-25-16,0 0 0,0 25 0,0-25 0,0 25 15,0-25-15,0 25 0,0-25 0,0 0 0,0 25 0,0-25 16,0 24-16,0-24 0,0 0 0,0 25 0,0-25 15,0 0-15,-25 25 0,25-25 0,0 0 0,0 25 0,0-25 16,0 25-16,0-25 0,0 24 0,0-24 16,0 0-16,0 25 0,0-25 0,0 0 0,0 25 0,0-25 15,0 25-15,0-25 0,0 0 0,0 25 0,0-25 0,0 24 16,0-24-16,0 0 0,0 25 0,0-25 0,0 25 15,0-25-15,0 0 0,0 25 0,0-25 0,0 0 16,0 25-16,0-25 0,0 24 0,0-24 0,0 0 0,0 25 16,0-25 15,0 0-31,0 25 15,0-25-15,0 25 0,0-25 0,0 0 0,0 25 0,0-25 0,0 0 0,0 24 0,0-24 0,0 0 0,0 25 0,-25-25 0,25 25 0,0-25 0,0 0 0,0 25 0,0-25 0,0 0 0,0 25 16,0-25-16,0 24 0,0-24 0,0 0 0,0 25 0,0-25 16,0 0-16,0 25 0,0-25 0,0 0 0,0 25 15,25-25-15,-25 0 0,0 25 94,50 1587 717,-75-1562-811,25-50 0,0 0 0,-25-25 0,25 25 0,0 0 0,-25-25 0,25 25 0</inkml:trace>
  <inkml:trace contextRef="#ctx0" brushRef="#br0" timeOffset="339668.4279">22299 3820 0,'0'0'0,"0"0"0,0 0 0,0 0 0,0 0 16,0 0-16,0 0 0,0 0 0,0 0 0,0 0 15,0 0-15,0-25 0,0 25 0,0 0 16,0 0-16,0 0 0,0 0 0,0 25 0,25-25 0,-25 0 0,0 0 15,0 0-15,0 0 0,0 0 0,0 0 0,0 0 16,0 0-16,0 0 0,0 0 0,0 0 0,0 0 0,0 0 16,0 0-16,0 0 0,0 0 0,0 0 0,0 0 15,0 0-15,0 0 0,0 0 0,0 0 0,0 0 16,0 0-16,0 0 0,0 0 0,0 0 125,0 25 46</inkml:trace>
  <inkml:trace contextRef="#ctx0" brushRef="#br0" timeOffset="340943.5009">22349 3919 0,'0'0'16,"0"0"-16,0 0 0,0 0 0,0 0 0,0 0 15,0 0-15,0 0 0,0 0 0,0 0 0,0 0 0,0 0 16,0 0-16,0 0 0,0 0 0,0 0 0,0 0 47,0 0-47,0 0 0,0 0 0,0 0 0,0 0 0,0 0 0,0 0 0,0 0 0,0 0 0,0 0 0,0 0 0,0 0 0,0 0 0,0 0 15,0 0-15,0 0 0,0 0 0,0 0 0,0 0 0,0 0 0,0 0 0,0 0 16,0 0-16,0 0 0,0 0 0,0 0 0,0 0 16,0 0-16,0 0 0,0 0 0,0 0 0,0 0 0,0 0 15,0 0-15,0 0 31,0 0 16,0 0-47,0 0 0,0 0 0,0 0 0,0 0 0,0 0 0,0 0 0,0 0 0,0 0 0,0 0 0,0-25 0,0 25 0,0 0 0,0 0 0,0 0 0,0 0 0,0 0 0,0 0 0,0 0 16,-25-24 93,25 24-109,0 0 0,0 0 0,0 0 16,0 0-16,0 0 0,0 0 0,0 0 0,0 0 0,0 0 0,0 0 0,0 0 0,0 0 0,0 0 0,0 0 0,0 0 0,0 0 0,0 0 0,0 24 15,0-24-15,0 0 0,0 0 0,0 0 0,0 0 0,0 25 0,0-25 0,0 0 0,0 0 0,0 0 0,-25 25 0,25-25 0,0 0 0,0 25 0,0-25 0,0 0 0,0 25 0,-24-25 0,24 24 0,0-24 0,0 25 0,0 0 0,-25-25 0,25 25 0,0-25 16,0 25-16,-25-1 0,25-24 0,0 25 0,0-25 0,-25 25 15,25 0-15,0-25 0,0 25 0,-25-25 0,25 24 16,0-24-16,0 25 0,0-25 0,0 25 0,-24-25 16,24 0-16,0 25 0,0-25 0,0 0 0,-25 25 0,25-25 15,0 24-15,0-24 0,0 0 0,-25 25 0,25-25 16,0 0-16,0 25 0,0-25 0,0 0 0,-25 0 0,25 25 15,0-25-15,0 0 0,0 0 0,0 0 0,0 0 16,0 0-16,0 0 0,0 0 0,0 0 0,0 0 16,0 0-16,0 0 0,0 0 0,0 0 0,0 0 0,0 0 15,-25 0-15,25 0 0,0 0 0,0 0 0,0 0 16,0 0-16,0 0 0,0 0 0,0 0 0,0 0 0,0 0 15,0 0-15,0 0 0,0-25 0,25 25 0,-25 0 16,0 0-16,0 0 0,0 0 0,0-25 0,0 25 16,0-25-16,0 25 0,25 0 0,-25-24 0,0 24 0</inkml:trace>
  <inkml:trace contextRef="#ctx0" brushRef="#br0" timeOffset="341587.5377">22349 3894 0,'0'0'0,"0"0"16,0 0-16,0 0 0,0 0 0,0 0 0,0 0 0,0-24 16,0 24-16,0 0 0,0 0 0,0 0 0,0 0 15,0 0-15,0 0 0,0 0 0,0 0 0,0 0 16,0 0-16,0 0 0,0 0 0,0 0 0,0 0 0,0 0 15,0 0-15,0 0 0,0 0 0,0 0 0,0 0 16,0 0-16,0 0 0,0 0 0,0 0 0,0 0 16,0 0-16,0 0 0,0 0 0,0 0 0,0 0 0,0 0 15,0 0-15,0-25 0,0 25 0,0 0 0,0 0 0,25 0 16,-25 0-16,0 0 0,0 0 0,0 0 0,0 0 15,0 0-15,0 25 0,0-25 0,0 0 0,25 24 16,-25-24-16,0 25 0,0-25 0,0 0 16,0 25-16,0-25 0,24 25 0,-24-25 0,0 25 0,0-25 15,0 24-15,0-24 0,0 25 0,25-25 0,-25 25 0,0 0 16,0-25-16,0 25 0,0-25 0,0 24 0,0-24 0,25 25 15,-25-25-15,0 25 0,0-25 0,0 25 0,0-25 16,0 25-16,25-25 0,-25 24 0,0-24 0,0 25 0,0-25 16,0 25-16,0-25 0,0 25 0,25-25 0,-25 25 15,0-25-15,0 24 0,0-24 0,0 25 0,0-25 0,0 0 16,0 25-16,0-25 0,0 25 0,0-25 15,0 0-15,0 25 0,24-25 0,-24 0 0,0 0 0,0 24 16,0-24-16,0 0 0,0 0 0,0 0 0,0 0 0,0 25 16,0-25-16,0 0 0,0 0 0,0 0 0,0 0 15,0 0-15,0 0 0,0 0 0,0 0 0,0 0 16,0 0-16,0 0 0,0 0 0,0 0 0,0 0 0,0 0 15,0 0-15,0 0 0,0 25 0,0-25 0,0 0 16,0 0-16,0-25 0,0 25 0,0 0 0,-24 0 16,24 0-16,0 0 0,0 0 0,0 0 0,0 0 0,0 0 15,0-25-15,0 25 0,0 0 0,0 0 0,-25-24 0</inkml:trace>
  <inkml:trace contextRef="#ctx0" brushRef="#br0" timeOffset="342056.5645">22175 4242 0,'0'0'0,"0"0"15,0 0-15,0 0 0,0 0 0,0 0 0,0 0 0,0 0 16,0 0-16,0 0 0,0 0 0,0 0 0,0 0 16,0 0-16,0 0 0,0 0 0,0 0 0,0 0 0,0 0 15,0 0-15,0 0 0,0 0 0,0 0 0,0 0 16,0 0-16,0 0 0,0 0 0,0 0 0,0 0 0,0 0 15,0 0-15,0 0 0,25 0 0,-25 0 16,0 0-16,0 0 0,0 0 16,0 0-16,25 0 0,-25 0 0,0 0 0,0 0 0,25 0 0,-25 0 0,0 0 0,25 0 15,-25 24-15,0-24 0,24 0 0,-24 0 0,25 0 16,-25 0-16,0 0 0,25 0 0,-25 0 0,0 0 15,25 0-15,-25 0 0,25 0 0,-25 0 0,0 0 0,24 0 16,-24 0-16,0 0 0,25 0 0,-25 0 0,0 0 16,0 0-16,25 0 0,-25 0 0,0-24 0,0 24 15,25 0-15,-25 0 0,0 0 0,0-25 0,0 25 0</inkml:trace>
  <inkml:trace contextRef="#ctx0" brushRef="#br0" timeOffset="342472.5883">22944 4118 0,'0'0'0,"0"0"16,0 0-16,0 0 0,0 0 0,0 0 0,0 0 15,0 0-15,0 0 0,0 0 0,0 0 0,0 0 16,25 0-16,-25 0 0,0 0 0,0 0 0,25-25 0,-25 25 15,25 0-15,-25 0 0,0 0 0,25 0 0,-25 0 16,24 0-16,-24 0 0,25 0 0,-25 0 0,25 0 16,-25 0-16,25 0 0,-25 0 0,25 0 0,-25 0 0,24-25 15,-24 25-15,25 0 0,-25 25 0,25-25 0,-25 0 16,0 0-16,25 0 0,-25 0 0,0 0 0,0 0 0,0 0 15,0 0-15,0 0 0,0 0 0,0 0 0</inkml:trace>
  <inkml:trace contextRef="#ctx0" brushRef="#br0" timeOffset="342720.6025">22944 4440 0,'0'0'0,"0"0"0,0 0 15,-24 0-15,24 0 0,0 0 0,0 0 0,0 0 16,0 0-16,0 0 0,0 0 0,0 0 0,0 0 16,24 0-16,-24 0 0,0 0 0,0 25 0,25-25 15,-25 0-15,0 0 0,25 0 0,-25-25 0,25 25 0,-25 0 16,25 0-16,-25 0 0,24 0 0,-24 0 0,25 0 0,-25 0 15,0 0-15,25 0 0,-25 0 0,25 0 0,0 0 16,-25 0-16,24 0 0,-24 0 0,25 0 0</inkml:trace>
  <inkml:trace contextRef="#ctx0" brushRef="#br0" timeOffset="343880.6687">24309 3274 0,'-224'1364'0,"224"-1364"0,0 25 0,0-25 0,0 25 0,0-25 0,0 25 0,0-25 0,0 25 0,0-25 0,0 24 0,0-24 0,0 25 0,0-25 0,0 25 0,0-25 0,0 25 0,0-25 0,25 25 0,-25-25 0,0 0 0,0 25 0,0-25 0,0 24 47,0-24-47,0 25 0,0-25 0,0 0 0,0 25 0,0-25 0,0 25 0,0-25 0,0 0 0,0 25 0,0-25 0,0 0 16,0 24-16,0-24 0,0 0 0,0 25 0,0-25 0,0 0 0,0 0 0,0 0 0,0 25 0,0-25 0,0 0 0,0 0 0,0 25 0,0-25 0,0 0 0,0 0 0,0 0 0,0 0 0,0 25 0,0-25 0,0 0 0,0 0 15,0 0-15,0 0 0,0 0 0,0 24 0,0-24 0,0 0 16,0 0-16,0 0 0,0 0 0,0 0 0,0 0 0,0 0 15,0 0-15,0 0 0,0 25 0,0-25 0,0 0 16,0 0-16,0 0 0,0 0 0,0 0 0,0 0 16,0 0-16,0 0 0,0 0 0,0 0 0,0 0 0,0 0 15,0 0-15,0 0 0,0 0 0,0 0 0,0 0 16,0 0-16,0 0 0,0 0 0,0 0 0,0-25 0,0 25 15,0 0-15,-25-24 0,25 24 0,0-25 0,0 25 16</inkml:trace>
  <inkml:trace contextRef="#ctx0" brushRef="#br0" timeOffset="346599.8244">24879 3572 0,'0'0'0,"0"0"0,0 0 0,0 0 15,0 0 16,0 0-31,0 0 0,0 0 0,0 0 0,0 0 0,0 0 0,0 0 0,0 0 0,0 0 0,0 0 0,0 0 0,0 0 0,0 0 0,0 0 0,0 0 0,0 0 0,0 0 16,0 0-16,0 0 0,0 0 0,25 0 0,-25 0 0,0 0 0,0 0 0,0 0 0,0 0 0,0 0 0,0-25 0,0 25 16,0 0-16,0 0 0,0 0 0,0 0 0,0 0 0,0 0 0,0 0 0,25 0 0,-25 0 0,0 0 0,0 0 0,0 0 0,0-25 0,0 25 0,0 0 0,0 0 0,0 0 15,0 0-15,0 0 0,25 0 0,-25 0 0,0 0 16,0-25-16,0 25 0,0 0 0,24 0 0,-24 0 0,0 0 15,0 0-15,25-24 0,-25 24 0,0 0 0,0 0 16,0 0-16,25-25 0,-25 25 0,0 0 0,0 0 16,0 0-16,25-25 0,-25 25 0,0 0 0,0 0 0,0-25 15,25 25-15,-25 0 0,0 0 0,0 0 0,0 0 16,0-25-16,0 25 0,0 0 0,0 0 0,24 0 15,-24 0-15,0 0 0,0 0 0,0-24 0,0 24 16,0 0-16,0 0 0,0 0 0,0 0 0,0-25 0,0 25 16,25 0-16,-25 0 0,0 0 0,0 0 0,0 0 0,0 0 15,0-25-15,0 25 0,0 0 0,0 0 0,0 0 16,0 0-16,0 0 0,-25 25 0,25-25 0,0 0 15,0 0-15,0 0 0,0 0 0,0 0 0,0 0 0,25-25 16,-25 25-16,0 0 0,0 0 0,0 0 0,0 0 0,0 0 16,0 0-16,0 0 0,0 25 0,0-25 15,0 0-15,0 0 0,0 0 0,0 0 0,0 0 0,0 0 16,0 0-16,0 0 0,0 0 0,0 0 0,0 0 0,0 0 15,0 0-15,0 0 0,0 0 0,0 0 0,-25 0 16,25 25-16,0-25 47,0 0-47,0 0 0,0 24 0,0-24 0,0 0 0,0 0 0,0 25 0,0-25 0,0 0 0,0 0 0,0 0 0,0 25 0,0-25 0,0 0 0,0 25 0,0-25 0,0 0 0,0 25 0,0-25 0,0 0 15,0 24-15,0-24 0,0 0 0,0 0 16,0 25-16,0-25 0,0 0 0,0 25 0,0-25 0,0 0 16,0 25-16,0-25 0,0 0 0,0 25 0,0-25 0,0 0 15,0 24-15,0-24 0,0 0 0,0 0 16,-24 25 15,24-25-31,0 0 0,0 0 0,0 0 0,0 25 0,24-25 0,-24 0 0,0 0 0,0 0 0,0 0 0,0 25 16,0-25-16,0 0 0,0 0 0,0 0 0,0 0 0,0 0 0,0 0 0,0 0 0,0 0 0,0 0 0,0 0 15,0 0-15,0 0 0,0 0 0,0 0 0,0 0 16,0 0-16,0 0 0,0 0 0,0 0 0,0 0 0,0 0 47,0 0-16,0 0-31,0 0 15,0 0-15,0 0 0,0 0 0,0 0 0,0 0 0,0 0 0,0 0 0,0 0 0,0 0 0,0-25 0,0 25 0,0 0 0,0 0 0,0-25 0,0 25 0,0 0 0,0-25 0,0 25 0,0 0 0,0 0 0</inkml:trace>
  <inkml:trace contextRef="#ctx0" brushRef="#br0" timeOffset="348525.9346">26467 3373 0,'0'0'16,"0"0"-16,0 0 0,0-24 0,0 24 0,0 0 16,0 0-16,0 0 0,0 0 0,-25 0 0,25 0 0,0 0 15,0 0-15,0 0 0,0 0 0,0 0 0,0 0 16,0-25-16,0 25 0,0 0 0,0 0 0,0 0 0,0 0 15,0 0-15,0 0 0,0 0 0,0 0 0,0 0 16,0 0-16,0 0 0,0 0 0,0 0 0,0 0 0,0 0 16,0 0-16,0 0 0,0 0 0,0 0 0,0-25 15,0 25-15,0 0 0,0 0 0,0 0 0,0 0 0,0 0 16,0 0-16,0 0 0,0 0 0,0 0 0,0 0 15,0 0-15,0 0 0,0 0 0,0 0 0,0 0 16,0 0-16,0-25 0,0 25 0,25 0 0,-25 0 0,0 0 16,0 0-16,0 0 0,0 0 0,0-25 0,24 25 15,-24 0 16,0 0-15,0 0-16,0 0 0,0 0 0,25 0 0,-25 0 0,0 0 0,0 0 0,0 0 0,0 0 0,0 0 0,0 0 0,25 0 0,-25 0 0,0 0 0,0 0 0,0 0 0,0 0 0,0 25 0,0-25 16,0 0-16,0 0 0,0 0 0,25 0 0,-25 0 0,0 0 15,0 0-15,0 0 0,0 0 0,0 0 0,0 0 0,0 0 16,0 0-16,0 25 0,0-25 0,0 0 47,0 0-47,0 0 0,0 0 0,0 0 0,0 25 0,0-25 0,0 0 0,0 0 0,0 0 0,0 25 0,0-25 0,0 0 0,0 0 0,0 24 0,0-24 15,0 0-15,0 0 0,0 25 0,-25-25 0,25 0 0,0 25 0,0-25 0,0 0 16,0 25-16,-25-25 0,25 0 0,0 0 0,0 25 0,-25-25 15,25 0-15,0 0 0,0 0 0,0 24 47,-24-24-47,24 0 0,0 0 0,0 0 0,-25 25 0,25-25 0,0 0 0,0 0 0,0 25 0,-25-25 16,25 0-16,0 0 0,0 0 0,0 25 0,0-25 0,-25 0 0,25 0 0,0 0 0,0 0 0,0 0 0,0 0 0,0 0 15,0 0-15,0 0 0,0 0 0,0 0 0,0 0 0,-25 0 16,25 0-16,0 0 0,0 0 0,0 0 0,0 0 16,0 25-16,0-25 0,0 0 0,0 0 0,0 0 15,0 0-15,0 0 0,0 0 0,0 0 0,0 0 16,0 24-16,0-24 0,0 0 0,0 0 0,0 0 0,0 0 0,0 0 15,0 0-15,0 0 0,0 0 0,0 0 16,0 0-16,0 0 0,0 0 0,0 0 0,0 0 0,0 0 16,0 0-16,0 0 0,0 0 0,0 0 0,0 0 15,0 0-15,0 0 0,25 0 0,-25 0 0,0 0 0,0 0 47,0 0-47,0 0 47,0 0-47,0 0 0,0 25 0,25-25 0,-25 0 0,0 0 0,0 0 0,25 0 0,-25-25 0,0 25 0,0 0 0,25 0 0,-25 0 0,24 0 0,-24 0 0,0 0 0,25 0 0,-25 0 0,25 0 0,-25 0 0,0 0 0,25 0 0,-25 0 0,25 0 15,-25 0-15,0 0 0,24 0 0,-24 0 0,0 0 0,25 0 0,-25 0 0,0 0 0,0-24 0,0 24 0,25 0 0,-25 0 16,0 0-16,0 0 0,0 0 0,0 0 16,0 0-16,0 0 0,0 0 0,0 0 0,0 0 0,0 0 15,0 0-15,0 0 0,0 0 0,0 0 0,0 0 0,0 0 16,0 0-16,0 0 0,0 0 0,0 0 0,0 0 0,0 0 15,0-25-15,0 25 0,0 0 0,-25 0 0,25 0 16,0 0 31,0 0 343</inkml:trace>
  <inkml:trace contextRef="#ctx0" brushRef="#br0" timeOffset="349516.9912">27781 3398 0,'0'0'0,"0"0"0,0 0 15,0 0-15,0 0 0,0 0 0,0 0 0,0 0 16,0 0-16,0 0 0,0 0 0,0 0 0,0 0 0,0 0 15,0 0-15,0 0 0,0 0 0,0 0 0,0 0 16,0 0-16,0 0 0,0 0 0,-25 0 0,25 0 0,0 0 16,0 0-16,0 0 0,0 0 0,0 0 0,0 0 15,0 0-15,0 0 0,0 25 0,25-25 0,-25 0 16,0 0-16,0 0 0,0 0 0,0 0 0,0 0 0,0 0 15,0 0-15,0-25 0,0 25 0,0 0 0,0 0 16,0 0-16,0 0 0,0 0 0,0 0 0,0 0 0,0 0 16,0 0-16,0 0 0,0 0 0,0 0 0,0-25 15,0 25-15,0 0 0,0 25 0,0-25 0,0 0 0,0 0 16,0 0-16,0 0 0,0 0 0,0 0 0,0 0 15,25 0-15,-25 0 0,0 0 0,0 0 0,0 0 16,0 0-16,25 0 0,-25 0 0,0 0 0,0 0 0,0 0 16,25 0-16,-25 0 0,0 0 0,0 0 0,24 0 15,-24 0-15,0 0 0,25 0 0,-25 0 0,0 0 16,25 0-16,-25 0 0,0 0 0,25 0 0,-25 0 0,0 0 15,0 0-15,25 0 0,-25 0 0,0 0 0,24 0 16,-24 0-16,0 0 0,0 0 0,25 0 0,-25 0 16,0 0-16,0 0 0,0 0 0,0 0 0,0 0 0,0 0 0,0 0 15,0 0-15,0 0 0,0 0 0,0 0 0,0 0 16,0-25-16,0 25 0,0 0 0,0 0 15,0 0-15,0 0 0,0 0 0,0 0 0,0 0 0,0 0 16,0 0-16,0 0 0,0 25 0,0-25 0,0 0 0,0 0 16,0 0-16,0 0 0</inkml:trace>
  <inkml:trace contextRef="#ctx0" brushRef="#br0" timeOffset="350462.0453">28352 3448 0,'0'0'0,"0"0"16,0 0-16,0 0 0,0 0 0,0 0 0,0 0 15,0 0-15,0 0 0,0-25 0,0 25 0,0 0 0,0 0 16,0 0-16,0 0 0,0 0 0,0 0 0,25 0 15,-25 0-15,0 0 0,0 0 0,0 0 0,0 0 0,0 0 16,0 0-16,0 0 0,0 0 0,0 0 0,0 0 16,0 0-16,24 0 0,-24-25 0,0 25 0,0 0 15,0 0-15,0 0 0,0 0 0,0-25 0,25 25 0,-25 0 16,0 0-16,0-24 0,0 24 0,0 0 0,25 0 15,-25-25-15,0 25 0,0 0 0,0 0 0,0 0 0,25 0 16,-25-25-16,0 25 0,0 0 0,0 0 0,0-25 16,25 25-16,-25 0 0,0-25 0,0 25 0,0 0 0,0 0 15,0-24-15,0 24 0,0 0 0,0 0 16,0 0-16,0 0 0,0 0 0,0-25 0,0 25 0,0 0 15,0 0-15,0 0 0,0 0 0,0 0 0,0 0 0,0 0 16,24 0-16,-24 0 0,0 0 0,0 0 0,0 0 16,0 0-16,0 0 0,0 0 0,0 0 0,0 0 15,0 0-15,0 0 0,0 0 0,0 0 0,0 0 0,0 0 16,0 0-16,0 0 0,0 0 0,0 0 0,0 0 15,0 0-15,0 0 32,0 0-32,0 0 0,0 0 0,0 0 0,0 25 15,0-25-15,0 0 0,0 0 0,0 0 0,0 0 0,0 0 0,0 24 0,0-24 0,0 0 0,0 0 0,0 25 0,0-25 0,0 0 0,0 25 0,0-25 16,0 0-16,0 25 0,0-25 0,0 0 0,0 25 15,0-25-15,0 24 0,0-24 0,0 0 0,-24 25 0,24-25 16,0 25-16,0-25 0,0 0 0,0 25 0,0-25 16,0 0-16,0 25 0,0-25 0,0 0 0,0 24 0,0-24 15,0 0-15,0 0 0,-25 25 0,25-25 0,0 0 16,0 0-16,0 25 0,0-25 0,0 0 0,0 0 15,0 0-15,0 25 0,0-25 0,0 0 0,0 0 16,0 25-16,0-25 0,0 0 0,0 0 0,-25 0 0,25 0 16,0 0-16,0 0 0,0 0 0,0 0 0,0 0 0,0 0 15,0 0-15,0 0 0,0 0 0,0 0 0,0 0 16,0 0-16,0 0 0,0 0 0,0 0 0,0 0 15,0 0-15,0 0 0,0 0 0,0 0 0,0-25 0,0 25 16,0 0-16,0 0 0,0 0 0,0 0 16,0 0-16,0 0 0,0-25 0,0 25 0,0 0 0</inkml:trace>
  <inkml:trace contextRef="#ctx0" brushRef="#br0" timeOffset="352496.1616">25003 4390 0,'0'0'0,"0"0"16,0 0-16,0 0 0,0 0 0,0 0 0,0 0 15,0 0-15,0 0 0,0 0 0,0 0 0,0 0 16,0 0-16,25 0 0,-25-24 0,0 24 0,0 0 0,0 0 16,0 0-16,0 0 0,0 0 0,0 0 0,0 0 15,0 0-15,0 0 0,0 0 0,0 0 0,0-25 0,0 25 16,0 0-16,0 0 0,0 0 0,0 0 0,0 0 15,0 0-15,0 0 0,0 0 0,0 0 0,25 0 16,-25 0-16,0-25 0,0 25 0,0 0 0,0 0 0,0 0 16,0 0-16,0 0 0,25 0 0,-25 0 0,0-25 15,0 25-15,0 0 0,0 0 0,0 0 0,24 0 0,-24 0 16,0-25-16,0 25 0,0 0 0,25 0 0,-25 0 15,0 0-15,0 0 47,0 0-31,25 0-16,-25 0 0,0 0 0,0 0 0,0 0 0,0 0 0,25 0 0,-25 0 0,0 0 0,0 0 0,0 0 0,0 0 0,0 0 0,0 0 0,0 0 0,25 0 0,-25 0 15,0 0-15,0 0 0,0 25 0,0-25 0,0 0 0,0 0 0,0 0 0,0 0 0,0 25 0,0-25 0,0 0 0,0 0 16,0 0-16,0 0 0,0 25 0,0-25 0,0 0 0,-25 0 16,25 25-16,0-25 0,0 0 0,0 0 0,0 24 15,0-24-15,0 0 0,0 25 0,0-25 0,-25 0 0,25 0 16,0 25-16,0-25 0,0 0 0,0 0 15,0 0-15,0 25 0,-25-25 0,25 0 0,0 0 0,0 0 0,0 0 16,0 25-16,0-25 0,0 0 0,-25 0 0,25 0 16,0 0-16,0 24 0,0-24 0,0 0 0,0 0 15,0 0-15,0 0 0,0 0 0,0 0 0,0 0 0,0 0 16,0 0-16,0 0 0,0 0 0,0 0 0,0 0 15,-24 0-15,24 0 0,0 0 0,0 0 0,0 0 0,0-24 16,0 24-16,24 0 0,-24 0 0,0 0 16,0 0-16,0 0 0,0-25 0,0 25 0,0 0 0,0 0 15,0 0-15,0-25 0,0 25 0,25 0 0,-25 0 0,0 0 16,0 0-16,0-25 0,0 25 0,25 0 0,-25 0 15,0 0-15,0 0 0,0 0 0,0 0 0,0 0 0,25 0 16,-25 0-16,0 0 0,0 25 0,0-25 0,0 0 16,0 0-16,0 0 0,0 0 0,25 0 0,-25 0 0,0 0 15,0 0-15,0 25 0,0-25 0,0 0 0,0 0 16,0 0-16,0 25 0,24-25 0,-24 0 0,0 24 15,0-24-15,0 25 0,0-25 0,0 0 0,-24 25 0,24-25 16,0 0-16,0 25 0,0-25 0,0 25 0,0-25 16,0 0-16,0 24 0,-25-24 0,25 0 0,0 0 0,0 25 15,0-25-15,0 0 0,-25 0 0,25 25 0,0-25 16,0 0-16,0 0 0,-25 0 0,25 0 0,0 25 15,0-25-15,0 0 0,0 0 0,-25 0 0,25 0 0,0 25 16,0-25-16,0 0 0,0 0 0,-24 0 0,24 0 16,0 0-16,0 0 0,0-25 0,0 25 0,0 0 0,-25 0 15,25 0 375</inkml:trace>
  <inkml:trace contextRef="#ctx0" brushRef="#br0" timeOffset="353570.2231">26491 4167 0,'0'0'0,"0"0"0,0 0 0,0 0 0,0 0 0,0 0 0,0 0 0,0 0 0,0 0 0,0 0 0,0 0 0,0 0 0,0 0 0,0 0 0,0 0 0,0 0 0,0 0 0,0 0 0,0 0 15,0 0-15,0 0 0,0 0 0,0 0 0,0 0 0,0 0 16,0 0-16,0 0 0,0 0 0,0 0 0,0 0 15,0 0-15,0 0 0,0 0 0,0 0 0,0 0 0,0 0 16,-24 0-16,24 0 0,0 0 0,0 0 16,0 25-16,0-25 0,0 0 0,0 0 0,0 0 0,-25 25 15,25-25-15,0 0 0,0 25 0,-25-25 0,25 24 0,0 1 16,-25-25-16,25 25 0,-25-25 0,25 25 0,0-25 15,-24 0-15,24 0 0,0 25 0,-25-25 0,25 0 16,0 0-16,0 0 0,0 0 0,0 24 0,0-24 0,0 0 16,0 0-16,-25 0 0,25 0 0,0 0 15,0 0-15,0 25 0,0-25 0,0 0 0,0 0 0,0 0 0,0 0 16,0 0-16,0 0 0,0 0 0,0 0 0,0 0 15,0 0-15,25 0 0,-25 0 0,0 0 0,0 0 0,0 0 16,0 0-16,0 0 0,0 0 0,0 0 0,25 0 16,-25 0-16,0 0 0,0 25 0,0-25 0,0 0 0,0 0 15,24 0-15,-24 0 0,0 0 0,0 0 0,25 0 16,-25-25-16,0 25 0,0 0 0,25 0 0,-25 0 15,0 0-15,25 0 0,-25 0 0,0 0 0,0 0 16,25 0-16,-25 0 0,0 0 0,0 0 0,0 0 0,24 0 16,-24 0-16,0 0 0,0-25 0,0 25 0,0 0 0,25 0 15,-25 0-15,0 0 0,0 0 47,0 0-47,0 0 0,0 0 0,0 0 0,0 0 0,25 0 0,-25 0 0,0 0 0,0 0 0,0 0 0,0 25 0,0-25 0,25 0 0,-25 0 0,0 0 0,0 0 0,0 0 0,0 0 16,0 0-16,25 0 0,-25 0 0,0 0 0,0 0 0,0 0 15,0 0-15,0 0 0,0 0 0,0 0 0,0 0 16,0 0-16,0 0 0,0 0 47,0 0-47,0 0 0,0 0 0,0 0 0,0 0 0,0 0 0,0 0 0,0-25 0,0 25 0,0 0 0</inkml:trace>
  <inkml:trace contextRef="#ctx0" brushRef="#br0" timeOffset="354038.2498">26640 4167 0,'0'0'0,"0"0"0,0 0 0,0 0 0,0 0 0,0 0 16,0 0-16,0 0 0,0 0 0,0 0 0,0 0 15,0 0-15,0 0 0,0 0 0,0 0 0,0 0 0,0 0 0,0 0 16,0 0-16,0 0 0,0 0 0,0 25 15,0-25-15,0 0 0,0 0 0,0 0 0,0 0 0,0 25 16,0-25-16,0 0 0,0 0 0,0 0 0,0 25 0,0-25 16,0 0-16,0 24 0,0-24 0,0 0 15,0 25-15,0-25 0,0 25 203,-49 322-203,49-347 0,0 25 0,0-25 0,0 0 0,0 0 0,0 0 0,0 0 0,0 0 0,0 0 0,0 0 0,0 0 0,0 0 0,0 0 0,0 0 0,0 0 0,0 0 0,0 0 16,0 0-16,0 0 0,0 0 0,0-25 0,0 25 0,0 0 0,0 0 0,0 0 0,0 0 0,0 0 0,0 0 0,0 0 0,0-25 0,0 25 0,0 0 0,0 0 0,0 0 0</inkml:trace>
  <inkml:trace contextRef="#ctx0" brushRef="#br0" timeOffset="356199.3734">28178 4415 0,'0'0'0,"0"25"0,0-25 0,0 0 0,0 0 0,0 0 0,0 0 0,0 0 0,0 0 0,0 0 15,0 0-15,0 0 0,0 0 0,0 0 0,0 0 0,0 0 16,0 0-16,25 0 0,-25 0 0,0-25 0,0 25 15,0 0-15,0 0 0,0 0 0,0 0 0,0 0 16,0 0-16,0 0 0,0 0 47,0 0-47,0 0 0,0 0 0,0 0 0,0 0 0,0 0 0,0 0 78,0 0-78,0 0 0,0 0 0,0 0 0,0 0 0,0 0 0,0 0 0,0 0 15,0 0-15,0 0 0,0 0 0,0-25 0,0 25 0,0 0 0,0 0 0,0 0 0,0 0 0,0 0 0,0 0 0,0 0 0,0 0 0,0 0 0,0 0 0,0-24 0,0 24 0,0 0 0,0 0 0,0 0 0,0 0 0,0 0 0,25 0 0,-25 0 0,0 0 0,0 0 0,0 0 0,0 0 0,0 0 0,0 0 0,0 0 16,0 0-16,0-25 0,0 25 0,0 0 0,0 0 0,25 0 16,-25 0-16,0 0 0,0 0 0,0 0 0,0 0 15,0 0-15,0 0 0,0 0 0,24 0 0,-24 0 16,0 0-16,0 0 0,0 0 0,0 0 0,0 0 0,25 0 15,-25 0-15,0 0 0,0 0 0,0 0 0,0 25 0,0-25 16,25 0-16,-25 0 0,0 0 0,0 0 0,0 0 16,0 0-16,0 0 0,0 0 0,0 0 0,25 0 15,-25 0-15,0 0 0,0 0 0,0 0 0,0 0 0,0 24 16,0-24-16,0 0 0,0 0 0,0 0 0,0 0 15,0 0-15,0 25 0,0-25 0,0 0 0,0 0 0,0 25 16,0-25-16,0 0 0,-25 0 0,25 25 16,0-25-16,0 0 0,0 0 0,0 25 0,0-25 0,0 0 0,0 0 15,-25 24-15,25-24 0,0 0 0,0 0 0,0 25 16,0-25-16,-25 0 0,25 0 0,0 25 0,0-25 15,0 0-15,-24 0 0,24 0 0,0 25 0,0-25 16,0 0-16,-25 0 0,25 0 47,0 25-47,0-25 0,0 0 0,-25 0 0,25 0 0,0 24 0,0-24 0,0 0 0,0 0 0,-25 0 0,25 25 0,0-25 0,0 0 0,0 0 0,-25 0 0,25 25 0,0-25 0,0 0 0,0 0 15,-24 0-15,24 0 0,0 0 0,0 0 0,0 0 16,-25 25-16,25-25 0,0 0 0,0 0 0,0 0 0,0 0 16,0 0-16,-25 25 0,25-25 0,0 0 0,0 0 0,0 0 15,0 0-15,0 0 0,0 0 0,0 0 0,0 0 16,0 0-16,0 0 0,0 0 0,0 0 0,0 0 15,0 0-15,0 0 0,0 0 0,0 0 0,0 0 16,0 0-16,0 0 0,0 0 31,0 0-15,0 0-16,0 0 0,0 0 0,0 0 0,0 0 0,0 0 0,0 0 0,0 0 0,0 0 0,0 0 0,25 0 0,-25 0 0,0 0 0,0 0 0,0 0 0,0 0 0,25 0 0,-25 0 15,0 0-15,0 0 0,24 0 0,-24-25 0,0 25 16,25 0-16,-25 0 0,0 0 0,25 0 0,-25 0 0,25 0 16,-25 0-16,0 0 0,25 0 0,-25 0 0,24 0 0,-24 0 15,0 0-15,25 0 0,-25 0 0,0 0 0,25 0 16,-25 0-16,0 0 0,25 0 0,-25 0 0,0 0 15,25 0-15,-25 0 0,0 0 0,0 0 0,0 0 0,0-25 16,0 25-16,0 0 0,0 0 0,0 0 0,24 0 16,-24 0-16,0 0 0,0 0 0,0 0 0,0 0 0,0 0 15,0 0-15,0 0 0,0 0 0,0 0 0,0 0 16,0 0-16,0 0 0,0 0 0,0 0 0,0 0 0,0 0 15,0 0-15,0 0 0,0 0 0,0 0 0,0 0 16,0 0-16,0 0 0,0 0 0,0 0 0,25 0 16,-25-25-16,0 25 0,0 0 0,0 0 0,-25 0 0</inkml:trace>
  <inkml:trace contextRef="#ctx0" brushRef="#br0" timeOffset="358324.495">25102 4986 0,'0'0'0,"0"0"15,0 0 469,50 347-484,-50-347 0,0 0 0,0 0 0,0 0 0,0 0 0,0 0 0,25 0 0,-25 0 0,0 25 0,0-25 15,0 0-15,0 0 0,0 0 0,0 0 0,0 0 0,0 0 0,0 0 0,25 0 0,-25 0 0,0 0 0,0 0 0,0 25 0,0-25 0,0 0 0,0 0 0,0 0 0,24 0 0,-24 0 0,0 0 0,0 0 0,0 0 0,0 0 0,0 0 0,0 0 0,0 0 0,0 0 0,0 0 16,0 0-16,0 0 0,25 0 0,-25 0 0,0 0 0,0 0 16,0 0-16,0 0 0,0 0 0,0 0 0,0 0 0,0 0 15,0 0-15,25 0 0,-25 0 0,0 0 0,0 0 0,0 0 16,0 0-16,0 0 0,0 0 0,0 0 0,0 0 15,0 0-15,0 0 0,0 0 0,25 0 0,-25 0 16,0 0-16,0 0 0,0 0 0,0 24 0,0-24 0,0 0 16,0 0-16,0 0 0,0-24 0,0 24 0,25 0 15,-25 0-15,0 0 0,0 0 0,0 0 0,0 0 16,0 0-16,0 0 0,0 0 0,0 0 0,0 0 0,0 0 15,24 0-15,-24 0 0,0 0 0,0 0 0,0 0 16,0 0-16,0 0 0,0 0 0,0 0 0,0 0 0,0 0 16,0 0-16,0 0 0,25 0 0,-25 0 0,0-25 78,0 25-78,0 0 0,0 0 0,0 0 0,0 0 0,0 0 0,0 0 0,0 0 0,0-25 15,0 25-15,0 0 0,0 0 0,0 0 0,0 0 0,0 0 0,0 0 0,0 0 0,0 0 0,0 0 0,25 0 0,-25 0 0,0 0 0,0 0 0,0 0 0,0 0 0,0-25 0,0 25 0,0 0 0,0 0 0,0 0 0,0 0 0,0 0 0,0-25 16,0 25-16,0 0 0,-25 0 0,25 0 0,0 0 15,0 0-15,0 0 0,0-24 0,0 24 0,0 0 0,0 0 16,0 0 62,0 0-62,0-25-16,0 25 0,0 0 0,0 0 0,-25 0 0,25 0 0,0 0 0,0-25 0,0 25 0,0 0 0,0 0 0,0 0 0,0 0 0,0 0 0,0 0 0,0-25 0,0 25 0,0 0 0,-24 0 0,24 0 0,0 0 0,0-25 0,0 25 0,0 0 0,0 0 0,0 0 0,0 0 0,0-24 0,0 24 0,0 0 0,0 0 0,-25 0 0,25 0 0,0 0 0,0 0 0,0 0 15,0 0-15,0-25 0,0 25 0,0 0 0,0 0 16,0 0-16,0 0 0,0 0 0,0 0 0,0 0 15,0-25-15,0 25 0,0 0 0,0 0 0,0 0 16,0 0-16,0 0 0,-25 0 0,25 0 0,0-25 0,0 25 16,0 0-16,0 0 0,0 0 0,0 0 0,0 0 0,0 0 15,0 0-15,0 0 0,0 0 0,0 0 16,0 0-16,0 0 0,0 0 0,0 0 0,0 0 47,0 0-47,0 0 0,0 0 0,0 0 78,-25 0-78,25 0 0,0 0 0,0 0 0,0 0 0,0-25 0,0 25 0,0 0 0,0 0 0,0 0 0,0 0 0,0 0 0,0 0 0,-25 0 0,25 0 0,0 0 0,0 0 0,0 0 0,0 0 0,0 0 0,0 0 0,0 0 0,0 0 0,0 0 0,0 0 15,0 0-15,0 0 0,0 0 0,0 0 0,0 0 0,0 0 0,0 0 0,0 0 0,-24 0 0,24 0 0,0 0 0,0 0 0,0 0 0,0 0 0,0 0 0,0 0 16,0 0-16,0 0 0,0 0 0,0 0 0,-25 0 15,25 0-15,0-24 0,0 24 0,0 0 0,0 0 0,0 0 16,0 0 15,0 0-31,0 0 0,0 0 0,0 0 0,0 0 0,0 0 0,0 0 16,0 0-16,0 0 0,0 0 0,0 0 0,0 0 0,0 0 0</inkml:trace>
  <inkml:trace contextRef="#ctx0" brushRef="#br0" timeOffset="361364.6687">26491 4911 0,'0'0'0,"0"0"0,0 0 0,0 0 0,0 0 0,0 0 0,0 0 0,0 0 0,0 0 0,0 0 0,0 0 0,0 0 0,0 0 0,0 0 0,0 0 0,0 0 0,0 0 0,0 0 16,0 0-16,0 0 0,0 0 0,0 0 0,0 0 0,0 0 0,0 0 0,0 0 0,0 0 0,0 0 0,0 0 0,0 0 0,0 0 0,0 0 0,0 0 0,0 0 0,0 0 0,0 0 0,0 0 0,0 0 0,0 0 0,0 0 0,0 0 0,0 0 15,0 0-15,0 0 0,0 0 0,0 0 0,0 0 16,0 0-16,0 0 0,0 0 0,0 0 0,0 0 0,0 0 16,0 0 62,0 0-78,0 0 0,0 0 0,0 0 0,0 0 0,0 0 0,0 0 0,0 0 0,0 0 0,0 0 0,0 0 0,0 0 0,0 0 0,0 0 0,0 0 0,0 0 0,0 0 0,0 0 0,0 0 0,0 0 0,0 0 0,0 0 0,0 0 0,0 0 0,0 0 0,0 0 0,0 0 0,0 0 0,0 0 0,0 0 0,0 0 0,0 0 15,0 0-15,0 0 0,0 0 0,0 0 16,0 0-16,0 0 0,0 0 0,0 0 0,0 0 0,0 0 15,0 0-15,0 0 0,0 0 0,0 0 0,-24 0 16,24 0-16,0 0 0,0 0 0,0 0 0,0 0 16,0 0-16,0 0 0,0 0 0,0 0 0,0 0 0,0 0 15,0 0-15,0 0 0,0 0 0,0 0 0,0 0 0,0 0 16,0 0-16,0 0 0,0 0 0,0 0 0,0 0 0,0 0 15,0 0-15,0 0 0,0 0 0,0 0 0,0 0 16,0 0-16,0 0 0,0 0 0,0 0 0,0 0 16,0 0-16,0 0 0,0 0 0,0 0 0,0 0 0,0 0 15,24 0-15,-24 0 0,0 0 0,0 0 0,0 0 16,0 0-16,0 25 0,0-25 0,-24 0 0,24 0 15,0 0-15,0 0 0,0 0 78,0 0-78,0 0 0,0 0 0,0 0 0,0 0 0,0 0 0,0 0 0,0 0 0,0 0 0,0 0 0,0 0 0,0 0 0,0 0 0,0 0 0,0 0 16,0 0-16,0 0 0,0 0 0,0 0 0,0 0 0,0 0 0,0 0 0,0 0 0,0 0 0,0 0 0,0 0 0,0 0 0,0 0 0,0 0 0,0 0 0,0 0 0,0 0 0,0 0 0,24 0 0,-24 0 16,0 0-16,0 0 0,0 0 0,0 0 0,0 0 0,0 0 15,0 0-15,0 0 0,0 0 0,0 0 359,199 372 31,-199-372-390,0 25 0,0-25 0,0 0 0,0 0 0,0 0 0,0 25 0,0-25 0,0 0 0,0 0 0,0 0 0,0 0 0,0 25 0,0-25 0,0 0 0,0 0 0,0 0 140,-50 124-140,50-124 0,0 24 0,0-24 0,-25 0 0,25 0 0,0 0 0,0 0 0,0 0 0,0 25 0,0-25 0,0 0 0,-24 0 0,24 0 0,0 0 0,0 0 0,0 0 0,0 0 0,0 0 0,0 0 0,-25 25 16,25-25-16,0 0 0,0 0 0,0 0 0,0 0 0,0 0 0,0 0 0,-25 0 0,25 0 0,0 0 0,0 0 0,0 0 0,0 0 0,0 0 0,0 0 0,0 0 0,0 0 0,0 0 0,0 0 0,0 0 16,-25 0-16,25 0 0,0 0 0,0 0 0,0 0 15,-25 0-15,25 0 0,0-25 47,0 25-47,0 0 0,0 0 0,0 0 0,-24 0 0,24 0 0,0 0 0,0 0 0,0 0 0,0 0 0,0 0 0,0 0 0,-25 0 0,25 0 0,0 0 0,0-25 0,0 25 0,0 0 0,0 0 16,0 0-16,0 0 0,0 0 0,0 0 0,0 0 15,0 0-15,0 0 0,0 0 0,0 0 0,0 0 16,0 0-16,0 0 0,0-24 0,0 24 47,0 0-47,0 0 0,0 24 0,0-24 0,0 0 0,0 0 0,0 0 0,0 0 0,0 0 0,0 0 0,0-24 0,0 24 0,0 0 0,0 0 0,0 0 0,0 0 0,0 0 0,0 0 15,0 0-15,25 0 0,-25-25 0,0 25 0,0 0 0</inkml:trace>
  <inkml:trace contextRef="#ctx0" brushRef="#br0" timeOffset="362579.7384">26541 5060 0,'0'0'0,"0"0"0,0 0 0,0 0 0,0 0 0,-25 0 0,25 0 0,0-25 0,0 25 0,0 0 0,0 0 0,0 0 0,0 0 0,0 0 15,0 0-15,0 0 0,0 0 0,0 0 0,0 0 0,0 0 16,0 0-16,0 0 0,0 0 0,0 0 0,0 0 0,0 0 16,0 0-16,0 0 0,0 0 0,25 0 0,-25 0 15,0 0-15,0 0 0,0 0 0,0 0 0,0 0 16,0 0-16,0 0 0,0 0 0,0 0 0,0 0 0,0 0 15,0 0-15,0 0 0,-25-24 0,25 24 0,0 0 16,0 0-16,0 0 0,0 0 0,0 0 0,0 0 16,0 0-16,0 0 0,0 0 0,0 0 0,0 0 0,0-25 15,0 25-15,0 0 0,0 0 0,0 0 0,0 0 0,0 0 16,0 0-16,0 0 0,0 0 0,0 0 15,0 0-15,-25 0 0,25 0 0,0 0 0,0 0 0,0 0 16,0 0-16,0 0 0,0 0 0,0 0 0,0 0 0,25 0 16,-25 0-16,0 0 0,0 0 0,0 0 0,0 0 15,0 0-15,0 0 0,0 0 0,0-25 0,0 25 16,0 0-16,0 0 0,0 0 0,0 0 0,0 0 0,0 0 15,0 0-15,0 0 0,0 0 0,0 0 0,0 0 0,0 0 16,0 0-16,0 0 0,0 0 0,0 0 0,0 0 16,0 0-16,0 0 0,0 0 0,0 0 0,0 0 15,0 0-15,0 0 0,0 0 0,0 0 0,0 0 0,0 0 16,0 25-16,0-25 0,0 0 0,0 0 0,0 0 0,0 0 15,0 0-15,0 0 0,0 0 0,0 0 16,0 0-16,0 0 0,0 0 0,0 0 0,0 0 0,0 0 16,0 0-16,0 0 0,0 0 0,0 0 0,0 0 15,0 0-15,0 0 0,0 0 0,0 0 0,25 0 0,-25 0 16,0 0-16,0 0 0,0 0 0,0 0 0,0 0 0,0 0 15,25 0-15,-25 0 0,0 0 0,0 0 0,0 0 16,0 0-16,25 0 0,-25 0 0,0 0 0,0 0 16,24 0-16,-24 0 0,0 0 0,25 0 0,-25 0 15,0 0-15,0 0 0,0 0 0,25 0 0,-25 0 16,0 0-16,0 0 0,25 0 0,-25 0 0,0 0 0,0 0 0,0 0 15,25 0-15,-25 0 0,0 0 0,0 0 0,0 0 16,0 0-16,24 0 0,-24 0 0,0 0 0,0 0 16,0 0-16,0 0 0,25 0 0,-25 0 0,0 0 15,0 0-15,0 0 0,0 0 0,25 0 0,-25 0 0,0 0 16,0 0-16,0 0 0,0 0 0,25 0 0,-25 0 0,0 0 15,0 0-15,0 0 0,0 0 0,0 0 16,0 0-16,0 0 0,0 0 0,0 0 0,0 0 0,0 0 0,0 0 16,0 0-16,0 0 0,0 0 0,0 0 0,0 0 15,0 0-15,0 0 0,0 0 0,0 0 0,0 0 16,0 0-16,0 0 0,0 0 0,0 0 0,0 0 15,0 0-15,-25 0 0,25 0 0,0 0 0,0 0 0,0 0 16,0 0-16,0 0 0</inkml:trace>
  <inkml:trace contextRef="#ctx0" brushRef="#br0" timeOffset="366132.9416">28451 5308 0,'0'0'0,"0"0"0,0 0 16,0 0-16,0 0 0,0 0 0,0 0 0,0 0 0,0 0 0,0 0 0,0 0 0,0 0 0,0 0 0,0 0 0,0 0 0,0 0 0,0 0 0,0 0 0,0 0 0,0 0 0,0 0 0,0 0 47,0 0-47,0 0 0,0 0 0,0 0 0,0 0 0,0 0 0,0 0 0,0 0 0,0 0 0,0 0 0,0 0 0,0 0 0,0 0 0,0 0 0,0 0 0,0 0 0,0 0 0,0 0 0,0 0 15,0 0-15,0 0 0,0 0 0,0 0 0,0 0 0,0 0 0,0 0 0,0 0 0,0 0 0,0 0 0,0 0 0,0 0 0,0 0 0,0 0 0,0 0 0,0 0 0,0 0 0,0 0 0,0 0 0,0 0 16,0 0-16,0 0 0,0-25 0,0 25 0,0 0 16,0 0-16,0 0 0,0 0 0,0 0 46,0 0-46,0 0 0,0 0 0,0 0 0,0 0 0,0 0 0,0 0 0,0 0 0,0 0 0,0 0 0,0 0 0,0 0 0,0 0 0,0 0 0,0 0 0,0 0 0,0 0 0,0 0 16,0 0-16,0 0 0,0 0 0,0 0 0,0 0 0,0 0 16,0 0-16,0 0 0,0 0 0,0 0 0,0 0 15,0 0-15,0 0 0,0 0 0,0 0 0,0 0 16,0 0-16,0 0 0,0 0 0,0 0 0,0 0 15,0 0-15,0 0 0,0 0 0,0 0 0,0 0 0,0 0 16,0 0-16,0 0 0,0 0 0,0 0 0,0 0 16,0 0-16,0 0 0,0 0 0,0 0 0,0 0 15,0 0-15,0 0 0,0 0 0,0 0 0,0 0 0,0 0 16,0 0-16,0 0 0,0 0 0,0 0 0,0 0 0,0 0 15,0 0-15,0 0 0,0 0 0,0 0 0,0 0 16,0 0-16,0 0 0,0 0 0,0-24 0,0 24 0,0 0 16,0 0-16,0 0 0,0 0 0,0 0 0,0 0 15,0 0 32,0 0-47,0 0 0,0 0 0,0 0 0,0 0 0,0 0 0,0 0 0,0 0 0,0 0 0,0 0 0,0 24 0,0-24 0,0 0 0,0 0 0,0 0 0,0 0 0,0 0 0,0 0 0,0 0 0,0 0 0,0 0 16,0 0-16,0 0 0,0 0 0,0 0 0,0 0 15,0 0-15,0 0 0,0 0 0,0 0 0,0 0 16,0 0-16,0 0 0,0 0 47,0 0-47,0 0 0,0 0 0,0 0 0,0 0 0,0 0 0,0 0 0,0 0 0,0 0 0,0 0 0,0 0 0,0-24 0,0 24 0,0 0 0,0 0 0,0 0 0,0 0 0,0 0 15,0 0-15,0 0 0,0 0 0,0 0 0,0 0 16,0 0-16,0 0 0,0 0 0,-25 0 0,25 0 0,0 0 0,0 0 15,0 0-15,0 0 0,0 0 78,0 0-78,0 0 16,0-25-16,0 25 0,0 0 0,0 0 0,0 0 0,0 0 0,0 0 0,0 0 0,0 0 0,-25 0 0,25 0 0,0 0 0,0 0 0,0 0 0,0 0 0,0 0 0,0 0 0,0 0 0,0 0 0,0 0 0,0 0 0,0 0 0,0-25 0,0 25 0,0 0 0,0 0 0,0 0 0,0 0 0,0 0 0,0 0 0,0 0 0,0 0 16,0 0-16,0 0 0,0 0 0,0 0 0,0 0 0,0 0 15,0 0-15,0 0 0,0 0 0,0 0 0,0 0 16,0 0-16,0 0 0,0 0 0,0 0 0,0 0 47,0 0-47,0 0 0,0-25 15,0 25-15,0 0 0,0 0 156,100-25-156,-100 25 0,24 0 0,-24 0 0,0 0 0,0 0 0,0 0 0,0 0 0,0 0 0,0 0 0,0 0 0,0 0 0,0 0 0,25 0 0,-25 0 0,0 25 0,0-25 0,0 0 0,0 0 0,0 0 0,0 0 0,0 0 0,0 0 0,0 0 0,0 0 0,0 25 16,0-25-16,0 0 0,25 0 0,-25 0 0,0 0 0,0 0 0,0 25 0,0-25 0,0 0 0,0 0 0,0 0 0,0 0 0,0 0 0,0 0 0,0 0 15,0 25-15,0-25 0,0 0 0,0 0 0,0 0 0,0 0 16,0 0-16,0 0 0,0 24 0,0-24 0,0 0 16,0 0-16,0 0 0,0 0 0,0 0 0,0 0 0,0 0 15,0 0-15,0 25 0,0-25 0,0 0 0,0 0 16,0 0-16,-25 25 0,25-25 0,0 0 0,0 0 0,0 0 15,0 0-15,0 25 0,0-25 0,0 0 0,0 0 16,0 0-16,0 0 0,-25 0 0,25 0 0,0 25 0,0-25 16,0 0-16,0 0 0,0 0 0,-24 0 0,24 0 15,0 24-15,0-24 0,0 0 0,0 0 16,0 0-16,-25 0 0,25 0 0,0 0 0,0 0 0,0 0 0,0 0 15,0 0-15,0 0 0,0 0 0,0 0 0,0 0 16,-25 0-16,25 0 0,0 0 0,0 0 0,0 0 0,0 0 16,0 0-16,0 0 0,0 0 0,0 0 0,0 0 15,0 0-15,0 0 0,0 0 0,0 0 0,0 0 0,0 0 16,0 0-16,0 0 0,0 0 15,0 0-15,0 0 0,0 0 0,0 0 0,0 0 0,0 0 0,0 0 16,0 0-16,0 0 0,0 0 0,0 0 0,0 0 0,0 0 94,0 0-94,0 0 0,0 0 0,0 0 0,0 0 0,0 0 0,0 0 0,0 0 0,0 0 0,0 0 0,0 0 0,0 0 0,0 0 0,0 0 0,0 0 0,0 0 0,0 0 0,0 0 0,0 0 0,0 0 0,0 0 0,0 0 0,0 0 0,0 0 0,0 0 0,0 0 0,0 0 0,0 0 0,0 0 0,0 0 15,0 0-15,0 0 0,25 0 0,-25 0 0,0 0 0,0 0 0,0 0 16,0 0-16,0 0 0,0 0 0,0 0 0,0 0 0,25 0 15,-25 0-15,0 0 0,0 0 0,0 0 16,0 0-16,0 0 0,24 0 0,-24 0 0,0 0 125,50-24-125,-50 24 0,0 0 0,25 0 0,-25 0 0,0 0 0,0 0 0,0 0 0,0 0 0,0 0 0,0 0 0,25 0 0,-25 0 0,0 0 15,0 0-15,0 24 0,0-24 0,0 0 0,0 0 0,0 0 0,0 0 0,0 0 0,0 0 0,0 0 0,0 0 0,0 0 0,0 0 0,0 0 0,0 25 0,0-25 0,0 0 0,24 0 0,-24 0 0,0 0 0,0 0 0,0 0 0,0 25 0,0-25 0,0 0 16,0 0-16,0 0 0,0 25 0,0-25 0,0 0 0,0 0 0,0 0 16,0 0-16,0 0 0,0 25 0,0-25 0,0 0 15,0 0 32,0 0-47,0 24 0,0-24 0,0 0 0,0 0 0,0 25 0,0-25 0,0 0 0,-24 0 0,24 0 0,0 25 0,0-25 0,0 0 0,0 0 0,0 0 0,0 25 0,0-25 0,0 0 0,0 0 0,-25 0 0,25 0 16,0 25-16,0-25 0,0 0 0,0 0 0,0 0 15,0 0-15,-25 24 0,25-24 0,0 0 0,0 0 0,0 0 16,0 0-16,0 0 0,0 0 47,0 25-47,-25-25 0,25 0 0,0 0 0,0 0 0,0 0 0,0 0 0,0 0 0,0 0 0,0 0 0,0 0 0,-25 0 0,25 0 0,0 0 0,0 0 0,0 0 0,0 0 0,0 0 15,0 0-15,0 0 0,-24 0 0,24 0 0,0 0 0,0-25 16,0 25-16,0 0 0,-25 0 0,25 0 0,0 0 15,0 0-15,0 0 0,0 0 47,-25-24-16,25 24-31,0 0 0,0 0 0,0 0 0,0 0 0,0 0 0,0 0 0,0 0 0,0 0 0,-25 0 0,25 0 16,0 0-16,0 0 0,0 0 0,0 0 0,0 0 0,0 0 0,0 0 0,0 0 0,0 0 0,0 0 0,0 0 0,0 0 0,0 0 0,0 0 0,0 0 0,0 0 0,0 0 0,0 0 0,0 0 0,25 0 0,-25 0 0,0 0 0,0-25 16,0 25-16,0 0 0,0 0 0,25 0 15,-25-25-15,0 25 0,0 0 0,25 0 0</inkml:trace>
  <inkml:trace contextRef="#ctx0" brushRef="#br0" timeOffset="370495.1911">29195 3497 0,'75'0'0,"-51"0"0,-24 0 0,0 0 0,0 0 0,0 0 0,0 0 0,0 0 0,0 0 0,0 0 0,0 0 0,0 0 0,0 0 0,0 0 0,0 0 0,0 0 0,0 0 0,0 0 0,0 0 0,0 0 0,0 0 0,0 0 0,0 0 0,0 0 0,0 0 0,0 0 0,0 0 16,0 0-16,0 0 0,0 0 0,0 0 0,0 0 0,0 0 0,0 0 0,0 0 0,0 0 0,0 0 0,0 0 0,0 0 0,0 0 0,0 0 0,0 0 16,0 0-16,0 0 0,25 0 0,-25 0 0,0 0 15,0 0-15,0 0 0,0 0 0,0 0 0,0 0 16,0 0-16,0 0 0,0 0 0,0 0 0,0 0 0,0 0 15,0 0-15,0 0 0,0 0 0,0 0 0,0 0 16,0 0-16,0 0 0,0 0 0,25 0 0,-25 0 0,0 0 47,0 0-47,0 25 15,0-25-15,0 0 0,0 0 0,0 0 0,0 0 0,0 0 0,0 0 0,0 0 0,0 0 0,0 0 0,0 0 0,0 0 0,0 0 0,0 0 0,0 0 0,0 0 0,0 0 0,0 0 0,0 0 16,0 0-16,0 0 0,0 0 0,0 0 0,0 0 16,0 0-16,0 0 0,0 0 0,0 0 0,0 0 0,0 0 15,0 0-15,0 0 0,0 0 0,0 0 0,0 0 16,0 0-16,0 0 0,0 0 0,0 0 0,0 0 0,0 0 15,0 0-15,0 0 0,0 0 0,0 0 0,0 0 16,0 0-16,0 0 0,0 0 47,0 0-47,0 0 0,0 0 0,0 0 0,0 0 0,0 0 0,0 0 0,0 0 0,0 0 0,0 0 0,0 0 0,0 0 0,0 0 0,0 0 0,0 0 0,0 0 0,0 0 15,0 0-15,0 0 0,0 0 0,0 0 0,0 0 0,0 0 0,0 0 0,0 0 16,0 0-16,0 0 0,0 0 0,0 0 0,0 0 16,0 0-16,0 0 0,0 0 0,0 0 0,0 0 15,0 25-15,0-25 0,0 0 0,0 0 0,0 0 0,0 0 16,0 0-16,0 25 0,-25-25 0,25 0 0,0 0 15,0 0-15,0 0 0,0 25 0,0-25 0,0 0 16,0 0-16,0 0 0,0 0 0,0 0 0,0 24 0,0-24 16,0 0-16,0 0 0,0 0 0,0 25 0,0-25 15,0 0-15,0 0 0,0 0 0,0 25 0,0-25 16,0 0 265,-74 447-235,74-447 32,-25 124-78,25-100 0,0-24 0,0 0 0,0 0 0,0 25 0,0-25 0,0 0 0,0 0 0,0 25 0,0-25 0,0 0 0,0 0 0,0 0 16,0 25-16,-25-25 0,25 0 0,0 0 0,0 0 0,0 25 0,0-25 0,0 0 0,0 0 0,0 0 0,0 0 0,0 24 0,0-24 0,0 0 0,0 0 0,0 0 0,0 0 0,0 25 0,0-25 0,0 0 78,0 25-78,0-25 0,0 0 0,0 0 0,0 0 0,0 0 0,0 25 0,0-25 0,0 0 16,0 0-16,0 25 0,0-25 0,0 0 0,0 0 0,0 0 0,0 0 0,0 24 0,0-24 0,0 0 0,0 0 0,0 0 0,0 0 0,0 0 0,0 25 0,0-25 0,0 0 0,0 0 0,0 0 0,0 0 0,0 0 0,0 25 0,0-25 0,0 0 0,0 0 0,0 0 0,0 0 0,0 0 0,0 25 0,0-25 15,0 0-15,0 0 0,0 0 0,0 0 0,0 0 16,0 0-16,0 0 0,0 0 0,0 25 0,0-25 15,0 0-15,0 0 0,0 0 0,0 0 0,0 0 0,0 0 16,0 24-16,0-24 0,0 0 0,0 0 0,0 0 16,0 0-16,0 0 0,0 0 0,0 0 0,0 25 0,0-25 15,0 0-15,0 0 0,0 0 0,0 0 0,0 0 16,0 0-16,0 0 0,0 0 0,0 0 0,0 0 15,0 0-15,0 0 0,0 25 0,0-25 0,0 0 0,0 0 16,0 0-16,0 0 0,0 0 47,0 0-47,0 0 0,0 0 0,0 25 0,0-25 0,0 0 0,0 0 0,0 0 0,0 0 0,0 0 0,0 0 0,0 25 0,0-25 0,0 0 0,0 0 0,0 0 0,0 0 0,0 0 0,0 0 15,0 0-15,0 24 0,0-24 0,0 0 16,0 0-16,0 0 0,0 0 0,0 25 0,0-25 0,0 0 0,0 0 16,0 0-16,0 25 0,0-25 0,0 0 0,0 0 15,0 0-15,0 25 0,0-25 0,0 0 0,0 0 16,0 0-16,0 25 0,0-25 0,0 0 0,0 0 15,25 25-15,-25-25 0,0 0 0,0 0 0,0 0 0,0 0 16,0 24-16,0-24 0,0 0 0,0 0 0,0 25 0,0-25 16,0 0-16,0 0 0,0 25 0,0-25 0,0 0 15,0 0-15,0 0 0,0 25 0,0-25 0,0 0 16,0 0 93,0 49-109,0-49 0,0 0 0,0 0 0,0 0 0,0 0 0,0 25 0,0-25 0,0 0 0,0 0 0,0 25 0,0-25 16,0 0-16,0 0 0,0 0 0,0 0 0,0 25 0,0-25 0,0 0 0,0 0 0,0 0 0,0 0 0,0 25 0,0-25 0,0 0 0,0 0 0,0 0 0,0 0 0,0 24 0,0-24 0,0 0 0,0 0 0,0 0 0,-25 0 0,25 0 0,0 25 0,0-25 0,0 0 0,0 0 0,0 0 15,0 0-15,0 25 0,0-25 0,0 0 0,0 0 16,0 0-16,0 0 0,0 25 0,0-25 0,0 0 515,-99 471-157,99-471-358,0 0 16,0 0-16,0 0 0,0 0 0,0 0 0,0 0 0,0 0 0,0 0 0,0 0 0,0 0 0,0 0 0,0 0 0,0 0 0,0 0 0,0 0 0,0 0 0,0 0 0,0 0 0,0 0 0,0 0 0,0 0 0,0 0 0,0 0 0,0 0 0,0 0 0,0 0 0,0 0 0,0 0 0,0 0 0,0 0 0,0 0 0,0 0 0,0 0 0,0 0 0,0 0 0,0 0 0,0 0 16,0 0-16,0 0 0,0 0 0,0 0 0,0 0 0,0 0 15,0 0-15,0 0 0,0 0 0,0 0 0,0 0 16,0 0-16,0 0 0,0 0 47,0 0-47,0 0 31,0 0-31,0 0 0,0 0 0,0 0 0,0 0 0,0 0 0,0 0 0,0 0 0,0 0 0,0 0 0,0 0 0,0 0 0,0 0 0,0 0 0,0 0 0,0 0 0,0 0 0,0 0 0,0 0 15,0 0-15,0 0 0,0 0 0,0 0 0,0 0 0,0 0 0,0 0 0,0 0 0,0 0 0,0 0 0,0 0 0,0 0 0,0 0 0,0 0 16,0 0-16,0 0 0,0 0 0,0 0 0,0 0 16,0 0-16,0 0 0,0 0 0,0 0 0,0 0 0,0 0 15,0-25-15,0 25 0,0 0 0,0 0 0,0 0 16,0 0-16,0 0 0,0 0 0,0 0 0,0 0 0,0 0 15,0 0-15,0 0 0,0 0 0,0 0 0,0 0 16,0 0-16,0 0 31,0 0-31,0 0 0,0 0 0,0 0 0,0 0 0,0 0 0,0 0 0,0 0 0,0 0 16,0 0-16,0 0 0,0 0 0,0 0 0,0 0 0,0 0 0,0 0 0,0 0 0,0 0 0,0 0 15,0 0-15,0 0 0,0 0 0,0 0 0,0 0 0,0 0 0,0 0 16,0 0-16,0 0 0,0 0 0,0 0 0,0 0 16,0 0 15,0 0-31,0 0 0,0 0 0,0 0 0,0 0 15,0 0-15,0 0 0,0 0 0,0 0 0,0 0 0,0 0 0,0 0 0,0 0 0,0 0 0,0 0 0,0 0 0,0 0 0,0 0 0,0 0 0,0 0 16,0 0-16,0 0 0,0 0 0,0 0 0,0 0 0,0 0 16,0 0-16,0 0 0,0 0 0,0 0 0,0 0 15,0 0-15,0 0 0,0 0 0,0 0 0,0 0 0,0 0 16,0 0-16,0 0 0,0 0 0,0 0 0,0 0 15,0 0-15,0 0 0,0 0 0,0 0 0,0 0 0,0 0 16,0 0-16,0 0 0,0 0 0,0 0 562,-248 50-562,248-50 0,0 0 0,0 0 0,0 0 0,0 0 0,0 0 0,0 0 0,0 0 0,0 0 0,0 0 0,0 0 0,0 0 0,0 0 0,0 0 15,0 0-15,0 0 0,0 0 0,0 0 0,0-25 0,25 25 0,-25 0 0,0 0 0,0 0 0,0 0 0,0 0 0,0 0 0,0 0 0,0-25 16,24 25-16,-24 0 0,0 0 0,0 0 0,0-25 0</inkml:trace>
  <inkml:trace contextRef="#ctx0" brushRef="#br0" timeOffset="372720.3184">24358 3349 0,'0'0'0,"0"0"0,0 0 0,0 0 16,0 0-16,0 0 0,0 0 0,0 0 0,0 0 0,0 0 15,0 0-15,0 0 0,0 0 0,0 0 0,0 0 0,0 0 16,0 0-16,0 0 0,0 0 0,0 0 15,0 0-15,0 0 0,0 0 0,0 0 0,0 0 0,0 0 16,0 0-16,0 0 0,0 0 0,0 0 0,0 0 0,0 0 16,0 0-16,0 0 0,0 0 0,0 0 0,0 0 15,0 0-15,0 0 0,0 0 0,0 0 0,0 0 16,0 0-16,0 0 0,0 0 0,0 0 0,0 0 15,0 0-15,0 0 0,0 0 0,0 0 0,0 0 0,0 0 16,0 0-16,0 0 0,0 0 0,0 0 0,0 0 16,0 0-16,0 0 0,0 0 0,0 0 0,0 0 15,0 0-15,0 0 0,0 0 0,0 0 0,0 0 0,0 0 16,0 0-16,0 0 0,0 0 0,0 0 0,0 0 0,0 0 15,0 0-15,0 0 0,0 0 0,0 0 0,0 0 16,0 0-16,0 0 0,0 0 0,0 0 0,0 0 16,0 0-16,0 0 0,0 0 0,0 0 0,0 0 0,0 0 15,0 0 48,0 0-48,0 0-15,0 0 0,0 0 0,0 0 0,0 0 0,0 0 0,0 0 0,0 0 0,0 0 0,0 0 0,0 0 0,0 0 0,0 0 0,0 0 0,0 0 0,0 0 0,0 0 0,0 0 0,25 0 0,-25 0 0,0 0 0,0 0 0,0 0 0,0 0 0,0-25 0,25 25 0,-25 0 16,0 0-16,0 0 0,25 0 0,-25 0 0,0 0 0,0 0 0,24 0 0,-24 0 0,0 0 15,0 0-15,0 0 0,25 0 0,-25 0 0,0-25 16,0 25-16,25 0 0,-25 0 0,0 0 0,0 0 16,0 0-16,25 0 0,-25 0 0,0 0 0,0 0 0,0 0 15,0 0-15,0 0 0,0 0 0,0 0 0,0 0 16,0 0-16,0 0 0,25 0 0,-25 0 0,0 0 0,0 0 15,0 0-15,0 0 0,0 0 0,0 0 0,0 0 0,0 0 16,0 0-16,0 0 0,0 0 0,0 0 0,0 0 16,0 0-16,0 0 0,0 0 0,0 0 0,0 0 15,0 0-15,0 0 0,0 0 0,0 0 0,0 0 16,0 0-16,0 0 0,0 0 0,0 0 0,0 0 0,0 0 15,0 0-15,-25 0 0,25 0 0,0 0 0,0 0 16,0 0-16,0 0 0,-25-25 0,25 25 0,0 0 0</inkml:trace>
  <inkml:trace contextRef="#ctx0" brushRef="#br0" timeOffset="373957.3891">24110 5085 0,'0'0'0,"25"0"15,-25 0-15,0 0 0,0 0 0,0 0 0,0 0 16,0 0-16,0 0 0,0 0 0,0 0 0,0 0 0,0 0 47,0 0-32,0 0-15,0 0 0,0 0 0,0 0 0,0 0 0,0 0 0,0 0 0,0 0 0,0 0 0,0 0 0,0 0 0,0 0 0,0 0 0,0 0 0,0 0 16,0 0-16,0 0 0,0 0 0,0 0 0,0 0 0,0 0 0,0 0 0,0 0 0,0 0 0,0 0 16,0 0-16,0 0 0,0 0 0,0 0 0,0 0 0,0 0 15,0 0-15,0 0 0,0 0 0,0 0 0,0 0 16,0 0-16,0 0 0,0 0 0,0 0 0,0 0 15,0 25-15,0-25 0,0 0 0,0 0 0,0 0 0,0 0 16,0 0-16,0 25 0,0-25 0,0 0 0,0 0 16,0 0-16,0 0 0,0 0 0,0 0 0,0 0 0,0 0 15,25 0-15,-25 0 0,0 0 0,0 24 0,0-24 0,0 0 16,0 0-16,0 25 0,25-25 0,-25 0 0,0 0 15,0 25-15,0-25 0,0 0 0,24 0 0,-24 0 16,0 25-16,0-25 0,0 0 0,0 0 0,25 25 0,-25-25 16,0 0-16,0 0 0,0 24 0,0-24 0,0 0 15,0 0-15,0 0 0,25 25 0,-25-25 0,0 0 16,0 0-16,0 0 0,0 0 0,0 0 0,0 0 0,0 0 15,0 0-15,0 25 0,0-25 0,0 0 0,0 0 16,0 0-16,0 0 0,0 0 0,0 0 0,0 0 0,0 0 16,0 0-16,0 0 0,0 0 0,0 0 0,0 0 15,0 0-15,0 0 0,0 0 0,0 0 0,0 0 0,0-25 16,-25 25-16,25 0 0,0 0 0,0-25 15,0 25-15,0 0 0,0 0 0,-25-24 0,25 24 0</inkml:trace>
  <inkml:trace contextRef="#ctx0" brushRef="#br0" timeOffset="390966.3618">21803 6722 0,'0'0'0,"0"0"0,0 0 0,0 0 0,0 0 0,0 0 0,0 0 0,0 0 0,0 0 0,0 0 0,0 0 0,0 0 0,0 0 0,0 0 0,0 0 0,0 0 0,0 0 0,0 0 0,0 0 0,0 0 0,0 0 0,0 0 0,0 0 0,0 0 0,0 0 0,0 0 0,0 0 0,0 0 0,0 0 0,0 0 0,0 0 0,0 0 16,0 0-16,0 0 0,0 0 0,0 0 0,0 0 0,0 0 0,0 0 0,0 0 0,0 0 0,0 0 15,0 0-15,0 0 0,0 0 0,0 0 0,0 0 16,0 0-16,0 0 0,0 0 0,0 0 0,0 0 15,0 0-15,0 0 0,0 0 0,0 0 0,0 0 16,0 0-16,0 0 0,25 0 0,-25 0 0,0 25 0,0-25 16,0 0-16,0 0 0,0 0 0,0 0 0,0 0 15,25 0-15,-25 0 0,0 0 0,0 0 0,0 0 0,25 0 16,-25 0-16,0 0 0,0 0 0,0 0 0,25 0 15,-25 0-15,0 0 0,0 0 0,0 0 0,24 0 0,-24 0 16,0 0-16,0 0 0,0 0 0,25 0 94,-25 0-94,0 0 0,0 0 0,25 0 0,-25 25 0,0-25 0,0 0 0,0 0 0,25 0 0,-25 0 0,0 0 0,0 0 0,25 0 0,-25 0 0,0 0 15,0 0-15,0 0 0,0 0 0,24 0 0,-24 0 0,0 0 0,0 0 0,25 0 0,-25 0 0,0 0 0,0 0 0,25 0 0,-25 0 0,0 0 0,0 0 0,0 0 0,25 0 0,-25 0 0,0 0 0,0 0 0,0 0 0,0 0 0,0 0 0,0 0 16,25 0-16,-25 0 0,0 0 0,0 0 15,0 0-15,0 0 0,0 0 0,0 0 0,0 0 0,0 0 0,0 0 16,0 0-16,0 0 0,0 0 94,0 0-94,0 0 0,0 0 0,0 0 0,0 0 0,0 0 0,0 0 0,0 0 0,0 0 0,0 0 0,0 0 0,0 0 0,0 0 0,0 0 0,0 0 0,0 0 0,0 0 0,0 0 0,0 0 0,0 0 0,0 0 0,0 0 0,0 0 0,0 0 0,0-25 0,0 25 0,0 0 0,0 0 0,0 0 0,-25 0 0,25 0 0,0 0 0,0 0 0,0 0 15,0 0-15,0-25 0,0 25 0</inkml:trace>
  <inkml:trace contextRef="#ctx0" brushRef="#br0" timeOffset="392264.4362">21927 6921 0</inkml:trace>
  <inkml:trace contextRef="#ctx0" brushRef="#br0" timeOffset="394518.5652">21878 6573 0,'0'0'0,"0"0"0,0 0 16,0-25-16,0 25 0,0 0 0,0 0 0,0 0 15,0 0-15,25 0 0,-25 0 0,0 0 0,0 0 16</inkml:trace>
  <inkml:trace contextRef="#ctx0" brushRef="#br0" timeOffset="395940.6463">21878 6573 0,'0'0'0,"0"0"0,0 0 0,0 0 0,0 0 0,0 0 16,25 0-16,-25 0 0,0-25 0,0 25 0,0 0 16,0 0-16,0 0 0,0 0 0,0 0 15,0 0-15,0 0 0,0 0 0,0 25 0,0-25 0,0 0 0,0 0 16,0 0-16,0 0 0,0 0 0,0 0 0,0 0 15,0 0-15,0 0 78,0 0-78,0 0 0,0 0 0,0 0 0,0 0 0,0 0 0,0 0 0,24 0 0,-24 0 0,0 0 0,0 0 0,0 0 0,0 0 0,0 0 0,0 0 16,0 0-16,0 0 0,0 0 0,0 0 0,0 0 0,0 0 0,0 0 0,0-25 0,0 25 0,0 0 0,0 0 0,25 0 0,-25 0 0,0 0 0,0 0 0,0 0 0,0 0 0,0 0 0,0 0 0,0 0 16,0 0-16,0 0 0,0 0 0,0 0 0,0 0 0,0 0 0,0 0 15,25 0-15,-25 0 0,0 0 0,0 0 0,0 0 16,0 0-16,0 0 0,0 0 0,0 0 0,0 0 15,0 0-15,0 0 0,0 0 0,0 0 0,0 0 16,0 0-16,0 0 0,0 0 0,0 0 0,0 0 0,0 0 16,0 0-16,0 0 0,0 0 0,0 0 0,0 0 0,0 0 15,0 0-15,0 0 0,0 0 0,0 0 0,0 0 16,0 0-16,0 0 0,0 0 0,0 0 0,0 0 0,0 0 15,0 0-15,0 0 0,0 0 0,0 0 0,0 0 16,0 0-16,0 0 0,0 0 0,0 0 0,0 0 16,0 0-16,0 0 0,0 0 0,0 0 0,0 0 15,0 0-15,0 0 0,0 0 0,0 0 0,0 0 0,0 0 16,0 0-16,0 0 0,0 0 0,0 0 0,0 0 15,0 0-15,0 0 0,0 0 0,0 25 0,0-25 0,0 0 16,0 0-16,0 25 0,0-25 0,-25 0 0,25 0 16,0 25-16,0-25 0,0 0 0,0 25 0,0-25 0,0 0 15,0 24-15,0-24 0,0 25 0,0-25 0,0 0 16,0 25-16,-25-25 0,25 0 0,0 25 0,0-25 15,0 0-15,0 0 0,0 25 0,0-25 0,-24 0 16,24 0-16,0 24 0,0-24 47,0 0-47,0 0 0,0 0 0,0 25 0,0-25 0,0 0 0,0 0 0,0 0 0,0 25 0,0-25 0,0 0 0,0 0 0,0 25 0,0-25 0,0 0 0,0 0 0,-25 0 0,25 0 0,0 0 0,0 25 15,0-25-15,0 0 0,0 0 0,0 0 16,0 0-16,0 0 0,0 25 0,0-25 0,0 0 16,0 0-16,0 0 0,0 0 0,0 0 0,0 0 0,0 0 0,0 24 15,0-24-15,0 0 0,0 0 0,0 0 0,0 0 0,0 0 16,0 0-16,0 0 0,0 0 0,0 0 0,0 0 15,0 0-15,0 0 0,0 0 0,0 0 0,0-24 16,0 24-16,0 0 0,0 0 593</inkml:trace>
  <inkml:trace contextRef="#ctx0" brushRef="#br0" timeOffset="399228.8346">22275 6548 0,'0'0'0,"0"0"0,0 0 16,0 0-16,0 0 0,24 0 0,-24 0 0,0 0 0,0 0 16,0 0-16,0 0 0,0 0 0,0 0 0,0 0 15,0 0-15,0 0 0,0 0 0,0 0 0,0 0 16,0 0-16,0 0 0,0 0 0,0 0 0,0 0 0,0 0 15,0 0-15,0 0 0,0 0 16,0 0-16,0 0 0,0 0 0,0 0 0,0 0 0,0 0 0,0 0 0,0 0 16,0 0-16,0 0 0,0 0 0,0 0 0,0 0 15,0 0-15,0 0 0,0 0 0,0 0 0,0 0 0,0 0 16,0 0-16,0 0 0,0 0 0,0 0 0,0 0 0,0 0 15,0 0-15,0 0 0,0 0 0,0 0 16,0 0-16,0 0 0,0 0 0,0 0 0,0 0 0,0 0 0,0 0 16,0 0-16,0 0 0,0 0 0,0 0 0,0 0 46,0 0-46,0 0 0,0 0 0,0 0 0,0 0 0,0 0 0,0 0 0,0 0 0,0 0 16,0 0-16,0 0 0,0 0 0,0 0 0,0 0 0,0 0 0,0 0 0,0 0 0,0 0 0,0 0 0,0 0 0,0 0 16,0 0-16,0 0 0,0 0 0,0 0 0,0 0 0,0 0 15,0 0-15,0 0 0,0 0 0,0 0 0,0 25 16,0-25-16,0 0 1419,273 223-1403,-273-223-16,0 0 0,0 0 0,0 0 0,0 0 0,0 0 0,0 0 0,0 0 0,0 0 0,0 0 0,0 0 0,0 0 0,0 0 0,0 0 0,0 0 0,0 0 0,0 0 0,0 0 0,0 0 0,0 0 0,0 0 16,0 0-16,0 0 0,0 0 0,0 0 0,0 0 0,0 0 0,0 0 0,0 0 0,0 0 0,0 0 0,0 0 0,0 0 0,0 0 0,0 0 0,0 0 0,0 0 0,0 0 0,0 0 0,0 0 0,0 0 0,0 0 0,0 0 15,0 0-15,0 0 0,0 0 0,0 0 0,0 0 16,0 0-16,0 0 0,0 0 0,0 0 15,0 0-15,0 0 0,0 0 0,0 0 0,0 0 0,0 0 16,0 0-16,0 0 0,0 0 0,0 0 0,0 0 0,0 0 16,0 0-16,0 0 0,0 0 0,0 0 0,0 0 15,0 0-15,-25 0 0,25 0 0,0 0 0,0 0 47,0 0-47,0 0 0,0 0 0,0 0 0,0 0 0,0 0 0,0 0 0,0 0 0,0 0 0,0 0 0,0 0 0,0 0 0,0 0 0,0 0 0,0 0 0,0 0 0,0 0 16,0 0-16,0 0 0,0 0 0,0 0 15,0 0-15,0 0 0,0 0 0,0 0 0,0 0 0,0 0 16,0 0-16,0 0 0,0 0 0,0 0 47,0 0-47,0 0 0,0 0 0,0 0 0,0 0 0,0 0 0,0 0 0,0 0 0,0 0 0,0 0 0,0 0 15,0 0-15,0 0 0,0 0 0,0 0 0,0 0 0,0 0 0,0 0 0,0 0 0,0 0 0,0 0 0,0 0 0,0 0 0,0 0 16,0 0-16,0 0 0,0 0 0,0 0 0,0 0 0,0 0 15,0 0-15,0 0 0,0 0 0,0 0 47,0 0-47,0 0 0,0 0 47,0 0-47,0 0 0,0 0 0,0 0 0,0 0 0,0 0 0,0 0 0,0 0 0,0 0 0,0 0 0,0 0 0,0 0 0,0 0 0,0 0 0,0 0 0,0 0 0,0 0 0,0 0 0,0 0 0,0 0 0,0 0 0,0 0 0,0 0 0,0 0 0,0 0 0,0 0 0,0 0 0,0 0 0,0 0 0,0 0 16,0 0-16,0 0 0,0 0 0,0 0 0,0 0 0,-24 0 15,24 0-15,0 0 0,0 0 0,0 0 0,0 0 63,0 0-63,0 0 0,0 0 0,0 0 0,0 0 0,0 0 0,0 0 0,0 0 0,-25 0 0,25 0 0,0 0 0,0 0 0,0 0 0,0 0 0,0 0 0,0 0 0,0 0 0,0 0 0,-25 25 0,25-25 0,0 0 15,0 0-15,0 0 0,0 0 0,0 0 0,0 0 0,0 0 16,-25 0-16,25 0 0,0 0 0,0 0 0,0 0 0,0 0 15,0 25 17,0-25-32,-25 0 0,25 0 0,0 0 15,0 0-15,0 0 0,0 0 0,0 0 0,0 0 0,0 0 0,0 0 0,0 0 0,0 0 0,-24 0 0,24 0 0,0 0 0,0 0 0,0 25 0,0-25 0,-25 0 16,25 0-16,0 0 0,0 0 0,0 0 0,0 0 0,0 0 15,0 0-15,0 25 0,0-25 0,0 0 0,0 0 16,0 0-16,-25 0 0,25 0 0,0 0 0,0 0 250,0 0-250,0 0 0,0 0 0,0 0 0,0 0 0,0 0 0,0 0 0,0 0 0,0 0 0,0 0 0,0 0 0,0 0 0,0 0 0,0 0 15,25-25-15,-25 25 0,0 0 0,0 0 0,0 0 0,0-25 0,25 25 0,-25 0 0,0 0 0</inkml:trace>
  <inkml:trace contextRef="#ctx0" brushRef="#br0" timeOffset="403709.0908">23540 6648 0,'0'0'0,"0"0"0,0 0 0,0 0 0,0 0 16,0 0-16,0 0 0,0 0 0,0 0 0,0 0 0,0 0 16,0 0-16,0 0 0,0 0 0,0 0 0,0 0 15,0 0-15,0 0 0,0 0 0,0 0 0,0 0 0,0 0 265,-50 0-265,50 0 0,0 0 0,0 0 0,0 0 0,0 0 0,0 0 0,0 0 0,0 0 0,0 0 0,0 0 0,0 0 0,0 0 0,0 0 0,-25 0 0,25 0 0,0 0 0,0 0 0,0 0 0,0 0 0,0 0 0,0 0 0,0-25 0,0 25 0,0 0 0,0 0 0,0 0 0,-25 0 16,25 0-16,0 0 0,0 0 0,0 0 0,0 0 0,0 0 0,0 0 0,0 0 0,0 0 0,0 0 0,-24 0 0,24 0 0,0 0 0,0 0 16,0 0-16,0 0 0,0 0 0,0 0 0,0 0 15,0 0-15,0 0 0,-25 0 0,25 0 0,0 0 0,0 0 16,0 0-16,0 0 0,0 0 0,0 0 0,0 0 15,0 0-15,0 0 0,0 0 0,0 0 0,-25 0 0,25 0 16,0 0-16,0-25 0,0 25 0,0 0 0,0 0 16,0 0-16,0 0 0,-25 0 0,25 0 0,0 0 15,0 0-15,0 0 0,0 0 0,0 0 0,0 0 16,0 0-16,-25 0 0,25 0 0,0 25 0,0-25 0,0 0 15,0 0-15,0 0 0,0 0 0,0 0 16,-24 0-16,24 0 0,0 0 0,0 0 0,0 0 0,0 0 0,0 0 16,0 0-16,0 0 0,0 0 0,0 0 0,0 0 15,0 0-15,0 0 0,0 0 0,0 0 0,0 0 16,-25 0-16,25 0 0,0 0 0,0 0 0,0 0 15,0 0-15,0 0 0,0 0 0,0 0 0,0 0 0,0 0 0,0 0 16,0 0-16,0 0 0,0 0 0,0 0 0,0 0 16,0 0-16,0 0 0,0 25 0,0-25 0,0 0 15,0 0-15,0 0 0,0 0 0,0 0 0,0 0 0,0 24 16,0-24-16,0 0 0,0 0 0,0 0 0,0 0 15,0 0-15,0 25 0,0-25 0,0 0 0,0 0 0,0 0 16,0 0-16,25 0 0,-25 0 0,0 25 16,0-25-16,0 0 0,0 0 0,0 0 46,0 0-46,0 0 0,0 0 0,0 0 0,0 25 0,0-25 0,0 0 0,0 0 0,0 0 0,0 0 0,0 0 0,0 0 0,0 0 0,0 25 0,0-25 0,0 0 0,0 0 0,0 0 0,0 0 16,0 0-16,0 0 0,0 0 0,0 0 0,0 0 16,0 0-16,0 24 0,0-24 0,0 0 0,0 0 15,0 0-15,24 0 0,-24 0 0,0 0 0,0 0 0,0 0 936</inkml:trace>
  <inkml:trace contextRef="#ctx0" brushRef="#br0" timeOffset="406635.2582">23515 6672 0,'0'0'0,"0"0"0,0 0 0,0 0 0,0 0 46,0 0-46,0 0 0,0 0 0,0 0 0,0 0 16,0 0-16,0 0 0,0 0 0,0 0 0,0 0 0,0 0 0,0 0 0,0 0 0,0 0 0,0 0 0,0 0 0,0 0 0,0 0 0,0 0 0,0 0 0,0 0 16,0-24-16,0 24 0,0 0 0,0 0 0,0 0 0,0 0 15,0 0-15,0 0 0,0 0 0,0 0 0,0 0 16,0 0-16,0 0 47,0 0-47,0 0 0,0 0 0,0 0 0,0 0 0,0 0 0,0 0 0,0 0 0,0 0 0,0 0 0,0 0 0,0 0 0,-25 0 0,25 0 0,0 0 0,0 0 0,0 0 0,0 0 0,0 0 0,0 0 15,0 0-15,0 0 0,0 0 0,0 0 0,0 0 0,0 0 16,0-25-16,0 25 0,0 0 0,0 0 0,-25 0 15,25 0-15,0 0 0,0 0 0,0 0 0,0 0 32,0 0-32,0 0 0,0 0 0,0 0 0,0 0 0,-25 0 15,25 0-15,0 0 0,0 0 0,0 0 0,0 0 0,0 0 0,0 0 141,-24 0-141,24 0 0,0 0 0,0 0 0,0 0 0,0 0 0,-25 0 0,25 0 0,0 0 0,0 0 0,0 0 0,0 0 0,0 0 0,0 0 0,0 0 0,0 0 0,0 0 0,0 0 0,0 0 0,0 0 0,-25 0 0,25 0 0,0 0 0,0 0 0,0 25 0,0-25 0,0 0 0,0 0 0,0 0 0,0 0 0,0 0 0,0 0 0,0 0 15,0 0-15,0 0 0,0 0 0,0 0 0,-25 0 0,25 0 0,0 0 0,0 24 0,0-24 16,0 0-16,0 0 0,0 0 0,0 0 0,0 0 0,0 0 15,0 0-15,0 0 0,0 25 0,0-25 0,0 0 16,-25 0-16,25 0 0,0 0 0,0 25 0,0-25 0,0 0 16,0 0-16,0 0 0,0 0 0,0 0 0,0 0 15,0 0-15,0 0 0,0 0 0,0 0 0,0 0 0,0 0 16,0 25-16,0-25 0,0 0 0,0 0 0,0 0 15,0 0-15,0 0 0,0 25 0,0-25 0,0 0 16,0 0-16,0 0 0,0 0 0,0 0 0,0 24 0,0-24 47,0 0-47,0 0 0,0 0 0,25 0 0,-25 25 15,0-25-15,0 0 0,0 0 0,0 0 0,0 0 0,0 0 0,0 0 0,0 0 0,0 25 0,0-25 0,0 0 0,0 0 0,0 0 0,0 0 0,0 0 0,0 0 0,0 0 16,0 25-16,0-25 0,25 0 0,-25 0 0,0 0 16,0 0-16,0 0 0,0 0 0,0 0 0,0 25 15,0-25-15,0 0 156,74 25-156,-49-25 0,-25 0 0,0 0 0,0 0 0,0 0 0,0 0 0,25 24 0,-25-24 0,0 0 0,0 0 0,0 0 0,25 0 0,-25 0 0,0 0 0,0-24 0,0 24 0,25 0 0,-25 0 0,0 0 0,0 0 0,0 0 0,0 0 0,24 0 0,-24 0 0,0 0 0,0 0 0,0 0 0,0 0 0,25 0 0,-25 0 0,0 0 0,0-25 0,0 25 0,0 0 0,0 0 0,25 0 16,-25-25-16,0 25 0,0 0 0,0 0 0,0 0 15,0 0-15,25 0 0,-25-25 0,0 25 0,0 0 0,0 0 16,0 0-16,0 0 0,0-25 78,0 25-78,0 0 0,0 0 0,0 0 0,0-25 0,0 25 0,0 0 0,0 0 0,0 0 0,0-24 0,0 24 0,0 0 16,0 0-16,-25-25 0,25 25 0,0 0 0,0 0 0,0 0 0,0 0 0,0-25 0,0 25 0,0 0 0,0 0 0,0 0 0,0 0 0,0-25 0,0 25 0,0 0 0,0 0 0,0 0 0,0 0 0,0 0 0,0 0 0,0 0 0,0 0 15,0 0-15,0 0 0,0-25 0,0 25 16,0 0-16,0 0 0,0 0 0,0 0 0,0 0 0,0 0 15,0 0-15,0-24 0,-25 24 0,25 0 0,0 0 0,0 0 16,0 0-16,0 0 0,0 0 0,0 0 0,0 0 16,0 0-16,0 0 0,-25 0 0,25 0 0,0-25 15,0 25-15,0 0 109</inkml:trace>
  <inkml:trace contextRef="#ctx0" brushRef="#br0" timeOffset="409072.3976">23713 6102 0,'0'0'0,"0"0"16,0 0-16,0 0 0,0 0 0,0 0 0,0 0 0,0 0 16,0 0-16,0 0 0,0 0 0,0 0 0,0 0 0,0 0 15,0 0-15,0 0 0,0 0 0,0 0 0,0 0 16,0 0-16,0 0 0,0 0 0,0 0 0,0 0 15,0 0-15,0 0 0,0 0 0,0 0 0,0 0 0,-25 0 16,25 0-16,0 0 0,0 0 0,0 0 0,0 0 16,0 0-16,0 0 0,0 0 0,0 0 0,0 0 15,0 0-15,0 0 0,0 0 0,0 0 0,0 0 0,0 0 16,0 0-16,0 0 0,0 0 0,0 0 0,0 0 15,0 0-15,0 0 0,0 0 0,0 0 0,0 0 0,0 0 16,0 25-16,0-25 0,0 0 0,0 0 0,0 0 16,0 0-16,0 0 0,0 25 0,0-25 0,0 0 0,0 0 15,0 0-15,0 0 0,0 24 0,0-24 0,0 0 16,0 0-16,0 25 0,0-25 0,0 0 0,0 0 15,0 25-15,0-25 0,0 25 0,0-25 0,0 0 0,0 25 16,0-25-16,0 0 0,0 24 0,0-24 16,25 0-16,-25 0 0,0 0 0,0 25 0,0-25 0,0 0 15,0 0-15,0 0 0,0 0 0,0 25 0,0-25 0,0 0 16,0 0-16,0 25 0,0-25 0,0 0 0,0 0 15,0 0-15,0 25 0,0-25 0,0 0 0,0 0 0,0 0 16,0 24-16,0-24 0,0 0 0,0 0 0,0 0 16,0 25-16,0-25 0,0 0 0,0 0 0,0 0 0,-25 0 15,25 25-15,0-25 0,0 0 0,0 0 0,0 0 16,0 0-16,0 25 0,0-25 0,0 0 0,0 0 15,0 0-15,0 25 0,0-25 0,0 0 0,0 0 0,0 0 16,0 0-16,0 24 0,0-24 0,0 0 0,0 0 16,0 0-16,0 25 15,0-25-15,0 0 0,0 0 0,0 0 0,0 25 0,0-25 0,0 0 0,0 0 0,0 0 16,0 0-16,0 0 0,0 25 0,0-25 0,0 0 0,0 0 15,0 0-15,0 0 0,0 25 0,0-25 0,0 0 16,0 0-16,0 0 0,0 0 0,0 0 0,0 0 16,0 0-16,0 0 0,0 24 0,0-24 0,-24 0 0,24 0 15,0 0-15,0 25 0,0-25 0,0 0 0,0 0 16,0 25-16,0-25 0,0 0 0,0 0 0,0 0 0,0 0 15,0 25-15,0-25 0,0 0 0,0 0 0,0 0 16,0 0-16,0 25 0,0-25 0,0 0 0,0 0 0,0 0 16,0 0-16,0 0 0,0 0 0,0 0 15,0 0-15,0 0 0,0 0 0,0 24 0,0-24 0,0 0 16,0 0-16,0 0 0,0 0 0,0 25 0,0-25 0,0 0 15,0 0-15,0 0 0,0 25 0,0-25 0,0 0 0,0 0 16,0 0-16,0 0 0,0 25 0,0-25 0,0 0 16,0 0-16,0 0 0,0 0 0,24 0 0,-24 0 15,0 25-15,0-25 0,0 0 0,0 0 0,0 0 16,0 25-16,0-25 0,0 0 0,0 0 0,0 0 15,0 0-15,0 0 0,25 0 0,-25 0 0,0 0 0,0 0 16,0 24-16,0-24 0,0 0 0,0 0 0,0 0 0,0 0 16,0 0-16,0 0 0,0-24 0,25 24 0,-25 0 15,0 0-15,0 0 0,0 0 0,0 0 0,25 0 16,-25 0-16,0 0 0,0-25 0,0 25 0,25 0 0,-25 0 15,0 0-15,0 0 0,0 0 0,24 0 0,-24 0 0,0 0 16,0 0-16,0-25 0,0 25 0,25 0 0,-25 0 16,0 0-16,0 0 0,0 0 0,0 0 0,0 0 15,0 0-15,0 0 0,0 0 0,25-25 0,-25 25 0,0 0 531</inkml:trace>
  <inkml:trace contextRef="#ctx0" brushRef="#br0" timeOffset="411190.5186">23986 6846 0,'0'0'0,"0"0"0,0 0 0,0 0 0,0 0 15,0 0-15,0 0 0,0 0 0,0 0 16,0 0-16,0 0 0,0 0 0,0 0 0,0 0 0,0 0 0,0 0 16,0 0-16,0 0 0,0 0 0,0 0 0,0 0 15,0 0-15,0 0 109,0 0-109,0 0 16,0 0-16,0 0 0,0 0 0,0 0 0,0 0 0,0 0 0,0 0 0,0 0 0,0 0 0,0 0 16,0 0-16,0 0 0,0 0 0,0 0 0,0 0 0,0 0 0,0 0 0,0 0 0,0 0 0,0 0 0,0 0 0,0 0 0,0 0 0,0 0 0,0 0 0,0 0 0,0 0 0,25 0 0,-25 0 0,0 0 0,0 0 0,0 0 0,0 0 0,0 0 0,0 0 0,0 0 0,0 0 0,0 0 0,0 0 0,0 0 0,25 0 0,-25 0 15,0 0-15,0 0 0,0 0 0,0 0 0,0 0 16,0 0-16,25 0 0,-25 0 0,0 0 0,0 0 0,0 0 15,24 0-15,-24 0 0,0 0 0,0 0 0,0 0 16,25 0-16,-25 0 0,0 0 0,0 0 0,0 0 0,25 0 16,-25 0-16,0 0 0,0 0 0,0 0 0,25 0 15,-25 0-15,0 0 0,0 0 0,0 0 47,25 0-47,-25 0 0,0 0 0,0 0 0,0 0 0,0 0 0,0 0 0,0 0 0,24 0 0,-24 0 0,0 0 0,0 0 0,0 0 0,0 0 0,0 0 0,0 0 0,0 0 0,0 0 16,0 0-16,0 0 0,0 0 0,25 0 0,-25 0 15,0 0-15,0 0 0,0 0 0,0-25 0,0 25 16,0 0-16,0 0 0,0 0 0,0 0 0,0 0 47,25 0-47,-25 0 0,0 0 0,0 0 0,0 0 0,0-25 0,0 25 0,0 0 0,0 0 0,0 0 0,0 0 0,0 0 0,0 0 0,0 0 0,0 0 0,0 0 0,0 0 15,25 0-15,-25 0 0,0 0 0,0 0 0,0 0 16,0-24-16,0 24 0,0 0 0,0 0 0,0 0 0,0 0 15,0 0-15,0 0 0,0 0 0,0 0 47,0 0-47,0 0 0,0 0 0,0-25 0,0 25 0,0 0 0,0 0 0,0 0 0,0 0 0,0 0 16,-25 0-16,25 0 0,0-25 0,0 25 0,0 0 0,0 0 0,0 0 0,0 0 0,0 0 0,0 0 0,0 0 0,0 0 0,0-25 15,-25 25-15,25 0 0,0 0 0,0 0 0,0 0 16,0 0-16,0 0 0,0 0 0,0 0 0,-25 0 452,-148 199-452,173-199 0,0 25 0,0-25 0,25 0 0,-25 0 0,0 0 0,0 0 0,0 0 0,0 24 0,0-24 78,49 50-31,-49-25-47,0-25 0,25 0 0,-25 0 0,0 0 0,0 0 0,0 0 0,0 0 0,0 0 0,0 0 0,0 0 0,0 0 16,0 0-16,0 0 0,0 0 0,0 0 0,0 0 0,0 0 0,0 0 0,0 0 0,0 0 0,0 0 0,0 0 0,0 0 0,0 0 0,0 0 0,0 0 0,0 0 0,0 0 0,0 0 0,0 0 0,0 0 0,0 0 0,0 0 0,0 0 0,0 0 0,0 0 0,0 0 15,0 0-15,0 0 0,0 0 0,0 0 0,0 0 0,0 0 16,0 0-16,0 0 0,0 0 0,0 0 16,0 0-16,0 0 0,0-25 0,0 25 0,0 0 0,0 0 15,25 0-15,-25 0 0,0-25 0,0 25 0,0 0 0,0 0 16,0 0-16,0 0 0,0-25 0</inkml:trace>
  <inkml:trace contextRef="#ctx0" brushRef="#br0" timeOffset="413714.6631">24507 6400 0,'0'0'0,"0"0"0,0 24 15,0-24-15,0 25 0,0-25 0,0 0 0,0 25 0,0-25 0,0 0 0,0 25 0,0-25 0,0 25 0,0-25 0,0 0 0,0 24 0,0-24 0,0 0 0,0 25 0,0-25 0,0 25 0,-25-25 0,25 0 0,0 25 0,0-25 0,0 0 0,0 25 0,0-25 0,0 0 0,0 24 0,0-24 0,0 0 0,0 0 0,0 25 0,-25-25 0,25 0 0,0 0 0,0 25 16,0-25-16,0 0 0,0 0 0,0 0 0,0 25 16,0-25-16,0 0 0,0 0 0,0 25 0,0-25 0,0 0 15,0 0-15,0 0 0,0 24 0,0-24 0,0 0 16,0 0-16,0 0 0,0 0 0,0 0 0,0 0 15,0 0-15,0 0 0,0 0 0,0 25 0,0-25 16,0 0-16,0 0 0,0 0 0,0 0 0,0 0 0,0 0 0,0 0 16,0 0-16,0 0 0,0 0 0,0 0 0,0 0 15,0 0-15,0 0 0,0 0 0,0 0 0,0 0 16,0 0-16,0 0 0,0 0 0,25 0 0,-25 25 0,0-25 15,0 0-15,0 0 0,0 0 0,0 0 0,0 0 16,0 0-16,0 0 0,0 0 0,0 0 0,0 0 16,0 0-16,0 0 0,0 0 0,0 0 0,0 0 0,0 0 15,0 0-15,0 0 31,0 0-31,0 0 16,0 0-16,0 0 0,0 0 0,0 0 0,0 0 0,0 0 0,0 0 0,0 0 0,0 0 0,0 0 0,0 0 0,0 0 0,0 0 0,0 0 0,0 0 0,0 0 0,0 0 0,0 0 16,0 0-16,0 0 0,0 0 0,0 0 15,0 0-15,0 0 0,0 0 0,25 0 0,-25 0 0,0 0 16,0 0-16,0 0 0,0 0 0,0 0 0,0 0 0,0 0 15,0 0 110,0 25-125,0-25 0,0 0 0,0 0 0,0 0 0,0 0 0,0 0 0,0 0 0,0 0 0,0 0 0,0 0 0,0 0 0,0 0 0,0 0 0,25 0 0,-25 0 0,0 0 0,0 0 0,0 0 0,0 0 0,0 0 0,0 0 0,0 0 0,0 0 0,25 0 0,-25 0 0,0 0 0,0 0 0,0 0 0,0 0 0,0 0 0,24 0 0,-24-25 0,0 25 0,0 0 0,0 0 0,0 0 16,25 0-16,-25-25 0,0 25 0,0 0 0,0 0 0,0 0 15,25-25-15,-25 25 0,0 0 0,0 0 0,0 0 16,0-24-16,0 24 0,0 0 78,25 0-78</inkml:trace>
  <inkml:trace contextRef="#ctx0" brushRef="#br0" timeOffset="415791.7819">24309 6573 0,'0'0'0,"0"0"16,24 25-16,-24-25 0,0 0 0,0 0 0,0 0 0,0 0 15,0 0-15,0 0 0,0 0 0,0 0 16,0 0-16,0 0 0,0 0 0,0 0 0,0 0 0,0 0 16,0 0-16,0 0 0,0 0 0,0 0 0,0 0 0,0 0 15,0 0-15,0 0 0,0 0 0,0 0 0,0 0 16,0 0-16,0 0 0,0 0 0,0 0 0,0 0 15,0 0-15,0 0 0,0 0 0,0 0 0,0 0 0,0 0 16,0 0-16,0 0 0,25 0 0,-25 0 0,0 0 16,0 0-16,0 0 0,0 0 0,0 0 0,0 0 15,25 25-15,-25-25 0,0 0 0,0 0 0,25 0 0,-25 0 16,0 0-16,25 0 0,-25 0 0,0 0 0,24 0 0,-24 0 15,0 0-15,25 0 0,-25 0 0,0 25 0,25-25 16,-25 0-16,0 0 0,25 0 0,-25-25 16,0 25-16,0 0 0,25 0 0,-25 0 0,0 0 0,0 0 0,0 0 15,0 0-15,0 0 0,0 0 0,-25 0 0,25 0 16,0 0-16,0 0 0,0-25 0,-25 25 0</inkml:trace>
  <inkml:trace contextRef="#ctx0" brushRef="#br0" timeOffset="416918.8464">25127 6524 0,'0'0'15,"0"0"-15,0 0 0,0 0 0,-25 0 0,25 0 16,0 0-16,0 0 0,0 0 0,0 0 0,0 0 0,0 0 16,0 0-16,0 0 0,0 0 0,0 0 0,0 0 0,0 0 15,0 0-15,0 0 0,0 0 0,0 0 0,0 0 16,0 0-16,0 0 0,0 0 0,0 0 0,0 0 15,0 0-15,0 0 0,0 0 0,0 0 0,0 0 0,0 0 16,0 0-16,0 0 0,0 0 0,0 0 0,0 24 16,0-24-16,0 0 0,0 0 0,0 0 0,0 0 15,0 0-15,0 0 0,0 0 0,0 0 0,0 0 16,0 0-16,0 0 0,0-24 0,0 24 0,0 24 156,-49 1-156,49 0 0,0-25 0,0 0 0,0 0 0,0 0 0,0 25 0,-25-25 0,25 0 0,0 0 0,0 0 0,0 25 0,0-25 0,0 0 0,0 0 0,0 24 0,0-24 0,0 0 0,0 25 15,-25-25-15,25 0 0,0 25 0,0-25 0,0 0 0,0 0 0,0 25 0,0-25 0,0 0 0,0 25 0,0-25 0,0 24 0,0-24 0,0 0 0,0 25 0,0-25 0,0 0 0,0 25 0,0-25 0,0 25 0,0-25 0,0 0 0,25 25 16,-25-25-16,0 25 0,0-25 0,0 0 0,0 24 16,0-24-16,0 0 0,25 25 0,-25-25 0,0 0 0,0 25 15,0-25-15,0 0 0,0 0 0,25 0 0,-25 25 16,0-25-16,0 0 0,0 0 0,0 0 0,24 0 0,-24 0 15,0 0-15,0 0 0,0 0 0,0 0 0,25 0 16,-25 0-16,0 0 0,0 0 0,0 0 0,0 0 0</inkml:trace>
  <inkml:trace contextRef="#ctx0" brushRef="#br0" timeOffset="417898.9025">25623 6623 0,'0'0'0,"0"0"0,0 0 0,0 0 16,0 0-16,0 0 0,0 0 0,0 0 0,0 0 15,0 0-15,0 0 0,0 0 0,0 0 0,0 0 0,0 0 16,0 0-16,0 0 0,0 0 0,0 0 0,0 0 0,0 0 15,0 0-15,0-25 0,0 25 0,0 0 0,0 0 16,0 0-16,0 0 0,0 0 0,0 0 0,0 0 16,0 0-16,0 0 0,0 0 0,0 0 15,0 0-15,0 0 0,0 0 0,-25 0 0,25 0 0,0 0 16,0 0-16,0 0 0,0 0 0,0 0 0,0 0 0,0 0 15,0 0-15,0 0 0,0 0 0,0 0 0,0 0 0,0 0 16,0 0 15,0 0-31,0 0 0,0 0 0,-24 0 0,24 0 16,0 0-16,0 0 0,0 25 0,0-25 0,0 0 0,0 0 0,-25 0 0,25 0 0,0 25 0,0-25 0,0 0 0,-25 0 0,25 0 0,0 24 0,0-24 0,-25 0 15,25 0-15,0 25 0,-25-25 0,25 0 16,0 0-16,0 25 0,-24-25 0,24 0 0,0 0 0,0 25 0,-25-25 16,25 0-16,0 25 0,0-25 0,-25 0 0,25 0 46,0 24-46,0-24 0,0 0 0,-25 25 0,25-25 0,0 0 0,0 0 0,0 25 0,0-25 0,-25 0 0,25 0 0,0 0 0,0 25 16,0-25-16,0 0 0,0 0 0,0 0 0,0 0 0,-24 0 0,24 25 0,0-25 0,0 0 16,0 0-16,0 0 0,0 0 0,0 0 0,0 0 15,0 0-15,0 0 0,0 0 0,0 0 0,0 0 16,0 0-16,0 0 0,0 0 0,0 0 0,0 0 0,0 0 15,0 0-15,0 0 0,0 0 0,0 0 0,0 0 16,0 0-16,0 0 0,0 0 0,0 0 0,0 0 16,24 0-16,-24 0 0,0-25 0,0 25 0,0 0 15,0 0-15,0 0 0,25 0 0,-25 0 0,0-25 0,0 25 16,0 0-16,25 0 0,-25-25 0,0 25 0,0 0 0</inkml:trace>
  <inkml:trace contextRef="#ctx0" brushRef="#br0" timeOffset="418505.9372">25673 6623 0,'0'0'0,"0"0"0,0 0 0,0 0 0,0 0 0,0 0 0,0 0 47,0 0-47,0 0 0,0 0 16,0 0-16,0 0 0,0 0 0,0 0 0,0 0 0,0 0 0,0 0 0,0 0 0,0 0 0,0 0 0,0 0 0,0 0 0,0 0 0,0 0 15,0 0-15,0 0 0,0 0 0,0 0 0,0 0 0,0 0 0,0 0 0,0 0 0,0 0 0,0 0 0,0 0 0,0 0 0,0 0 0,0 0 0,25 0 0,-25 0 0,0 25 0,0-25 0,0 0 0,0 0 0,0 0 0,0 0 0,0 0 0,0 0 16,0 0-16,0 0 0,0 0 0,0 24 0,0-24 16,0 0-16,0 0 0,0 0 0,24 0 0,-24 25 15,0-25-15,0 0 0,0 0 0,0 25 0,0-25 0,0 0 16,0 0-16,0 25 0,0-25 0,25 0 0,-25 25 15,0-25-15,0 0 0,0 0 0,0 24 0,0-24 16,0 0-16,0 0 0,0 25 0,0-25 0,0 0 16,0 0-16,0 25 0,0-25 0,25 0 0,-25 0 0,0 0 15,0 25-15,0-25 0,0 0 0,0 0 0,0 0 0,0 25 16,0-25-16,0 0 0,0 0 0,0 0 0,0 0 15,0 0-15,0 25 0,0-25 0,0 0 0,0 0 16,0 0-16,0 0 0,0 24 0,0-24 0,0 0 0,0 0 16,0 0-16,0 0 0,0 0 0,0 0 15,0 0-15,0 0 0,0 0 0,0 0 0,0 0 0,0 0 0,0 0 16,0 0-16,0 0 0,0 0 0,0 0 0,0 0 15,0 0-15,0 0 0,0 0 0,0 0 0,0 0 16,0 0-16,0 0 0,0 0 0,0 0 0,0 0 0,-25-24 16,25 24-16,0 0 0,0 0 0,0 0 0,0 0 15,-25 0-15,25 0 0,0 0 0,0 0 0</inkml:trace>
  <inkml:trace contextRef="#ctx0" brushRef="#br0" timeOffset="418828.9557">25450 6722 0,'0'0'0,"0"0"15,0 0-15,0 0 0,0 0 0,0 0 0,0 0 16,0 0-16,0 0 0,0 0 0,0 0 0,0 0 0,0 0 16,0 0-16,0 0 0,0 0 0,0 0 0,0 0 15,24 0-15,-24 0 0,0 0 0,0 0 0,0 0 0,25 0 16,-25 0-16,0 0 0,0 0 0,25 0 0,-25 0 15,0 0-15,0 0 0,25 0 0,-25 0 0,0 0 0,0 0 16,0 0-16,25 0 0,-25 0 0,0 0 0,0 0 16,24 0-16,-24 0 0,0 0 0,0 0 0,0 0 0,0 0 15,0 0-15,0 0 0,25 0 0,-25 0 16,0 0-16,0 0 0,0 0 0</inkml:trace>
  <inkml:trace contextRef="#ctx0" brushRef="#br0" timeOffset="419813.0119">25971 6474 0,'0'0'0,"0"0"0,0 0 0,0 0 0,0 0 16,0 0-16,0 0 0,0 0 0,0 0 0,0 0 15,0 0-15,0 0 0,0 0 0,0 0 0,0 0 0,0 0 16,0 0-16,0 0 0,0 0 0,0 0 16,0 0-16,0 0 0,0 0 0,0 25 0,0-25 0,24 0 15,-24 0-15,0 0 0,0 0 0,0 0 0,0 0 0,0 0 16,0 0-16,0 25 0,0-25 0,0 0 0,0 0 16,0 0-16,0 0 0,0 0 0,0 0 0,0 24 15,0-24-15,0 0 0,25 0 0,-25 0 0,0 0 0,0 0 16,0 25-16,0-25 0,0 0 0,0 0 0,0 0 15,0 0-15,0 0 0,0 25 0,0-25 0,0 0 16,0 0-16,0 0 0,0 0 0,0 25 0,25-25 0,-25 0 16,0 0-16,0 0 0,0 0 0,0 25 0,0-25 0,0 0 15,0 0-15,0 0 0,0 0 0,0 0 0,0 0 16,0 24-16,0-24 0,0 0 0,0 0 0,25 0 15,-25 0-15,0 25 0,0-25 0,0 0 0,0 0 0,0 25 16,0-25-16,0 0 0,0 0 0,0 25 0,0-25 16,0 0-16,0 0 0,0 25 0,0-25 0,0 0 0,0 24 15,0-24-15,0 0 0,0 25 0,0-25 0,0 25 16,0-25-16,0 25 0,0-25 0,0 0 0,-25 25 15,25-25-15,0 0 0,0 25 0,0-25 0,0 0 0,0 24 16,-25-24-16,25 0 0,0 0 0,0 0 0,0 0 16,-25 25-16,25-25 0,0 0 0,0 0 15,0 0-15,-24 25 0,24-25 0,0 0 0,0 0 0,0 0 16,-25 0-16,25 0 0,0 0 0,0 25 0,0-25 0,0 0 15,0 0-15,-25 0 0,25 0 0,0 0 0,0 0 0,0 0 16,0 0-16,0 0 0,0 0 0,0 0 0,0 0 16,0 0-16,0-25 0,0 25 0,0 0 0,0 0 0,0 0 62,0 0-62,0 0 0,0-25 0,0 25 0,0 0 47,25 0-47,-25-25 0,0 25 0,0 0 0,0 0 0</inkml:trace>
  <inkml:trace contextRef="#ctx0" brushRef="#br0" timeOffset="420577.0556">26591 6747 0,'0'0'0,"0"0"0,0 0 0,0 0 0,0 0 16,0 0-16,0 0 0,0 0 0,0 0 0,0 0 15,0 0-15,0 0 0,0 0 0,0 0 0,0 0 0,0 0 16,0 0-16,0 0 0,0 0 0,0 0 0,0 0 16,0 0-16,0 0 0,0 0 0,0 0 0,0 0 0,0 0 15,0 0-15,0 0 0,0 0 0,0 0 0,0 0 16,0 0-16,0 0 0,0 0 0,24 0 0,-24 0 0,0 0 15,0 0-15,0 0 156,149 0-156,-149 0 0,25 0 203</inkml:trace>
  <inkml:trace contextRef="#ctx0" brushRef="#br0" timeOffset="421141.0879">26442 7020 0,'0'0'0,"0"0"0,0 0 0,0 0 0,0 0 0,0 0 0,0 0 0,0 0 0,0 0 0,0 0 0,0 0 0,0 0 16,0 0-16,0 0 0,0 0 0,0 0 0,0 0 0,0 0 0,0 0 0,0 0 0,0 0 0,0 0 0,0 0 0,0 0 0,0 0 0,0 0 0,0 0 0,0 0 0,0 0 0,0 0 0,0 0 0,0 0 0,0 0 0,0 0 0,0 0 0,0 0 0,0 0 0,0 0 16,0 0-16,0 0 0,0 0 0,0 0 0,0 0 0,0 0 15,0 0-15,0 0 0,0 0 0,0 0 0,0 0 0,0 0 16,0 0-16,0 0 0,0 0 0,0 0 0,0 0 15,0 0-15,0 0 0,0 0 0,0 0 0,0 0 0,0 0 16,0 0-16,0 0 0,25 0 0,-25 0 16,0 0-16,0 0 0,0 0 0,0 0 0,0 0 0,0 0 15,0 0-15,0 0 0,0 0 0,24 0 0,-24 0 16,0 25-16,0-25 0,0 0 0,0 0 0,25 0 0,-25 0 15,0 0-15,0 0 0,0 0 0,25 0 0,-25 0 47,0 0-47,0 0 0,0 0 0,25 0 0,-25 0 0,0 0 0,25 0 0,-25 0 0,0 0 0,24 0 0,-24 0 0,0 0 0,0 0 0,25 0 0,-25 0 0,0 0 0,0 0 16,25 0-16,-25 0 0,0 0 0,0 0 0,0 0 15,25 0-15,-25 0 0,0 0 0,0 0 0,0 0 16,0 0-16,25 0 0,-25 0 0,0-25 0,0 25 0,0 0 47,0 0-47,24 0 0,-24-25 0,0 25 0,0 0 0</inkml:trace>
  <inkml:trace contextRef="#ctx0" brushRef="#br0" timeOffset="422655.1745">27260 6846 0,'0'0'0,"0"0"0,0 0 0,0 0 0,0 0 16,0 0-16,0 0 0,0 0 0,0 0 0,0 0 15,0 0-15,0 0 0,0 0 0,0 0 0,0 0 0,0 0 16,0 0-16,0 0 0,0 0 0,0 0 0,0 0 15,0 0-15,0 0 0,0 0 0,0 0 0,0 0 0,0 0 16,0 0-16,25 0 0</inkml:trace>
  <inkml:trace contextRef="#ctx0" brushRef="#br0" timeOffset="423284.2105">27285 6896 0,'0'0'0,"0"0"15,0 0-15,0 0 0,-25 0 0,25 0 0,0 0 0,0 0 16,0 0-16,0 0 0,0 0 0,0 0 0,0 0 15,0 0-15,0 0 0,0 0 0,0 0 0,0 0 16,0 0-16,0 0 0,0 0 0,0 0 0,0 0 0,0 0 16,0 0-16,0 0 0,0 0 0,0 0 0,0 0 0,0 0 15,0 0-15,0 0 0,0 0 0,0 0 16,0 0-16,0 0 0,0 0 0,0 0 0,0 0 0,0 0 15,0 0-15,0 0 0,25 0 0,-25 0 0,0 0 0,0 25 16,0-25-16,0 0 0,0 0 0,0 0 0,0 0 16,0 0-16,0 0 0,0 0 0,0 0 0,0 0 0,0 0 15,0 0-15,0 0 0,0 0 0,0 0 0,0 0 16,25 0-16,-25 0 0,0 0 0,0 0 15,0 0-15,25 0 0,-25 0 0,0 0 0,25 0 0,-25 0 16,0 0-16,0 0 0,24 0 0,-24 0 0,0 0 0,25 0 16,-25 0-16,0 0 0,25 0 0,-25 0 0,0 0 0,25 0 15,-25 24-15,0-24 0,0 0 0,25 0 16,-25 0-16,0 0 0,0 0 0,0 0 0,24 0 0,-24 0 62,0 0-62,0-24 0,0 24 0,0 0 0,0 0 0,0 0 0,0 0 0,0 0 0,0 0 0,0 0 0,0 0 0,0 0 0,0 0 0,0 0 0,0 0 0,0 0 0,0 0 0,0 0 0,0 0 0,0 0 0,0 0 0,0 0 16,0 0-16,0 0 0,0 0 0,0 0 0,0 0 0,0 0 15,0 0-15,0 0 0,0 0 0,0 0 0,0 0 16,0 0-16,0 0 0,0 0 0,25 0 0</inkml:trace>
  <inkml:trace contextRef="#ctx0" brushRef="#br0" timeOffset="424524.2814">27806 6846 0,'0'0'0,"0"0"0,0 0 0,0 0 15,0 0-15,0 0 0,0 0 0,0 0 0,0 0 0,0 0 16,0 0-16,0 0 0,0 0 0,0 0 0,0 0 16,0 0-16,0 0 0,0 0 0,0 0 0,0 0 0,0-25 15,0 25-15,0 0 0,0 0 0,0 0 0,0 0 16,0 0-16,0 0 0,0 0 0,0 0 0,0 0 0,0 0 15,0 0-15,0 0 0,0 0 0,0 0 0,0 0 16,0 0-16,0 0 0,0 0 0,0 0 0,0-25 16,0 25-16,0 0 0,0 0 0,0 0 0,0 0 15,0 0-15,0 0 0,0 0 0,0-24 0,0 24 0,0 0 16,0 0-16,0 0 0,25 0 15,-25 0-15,0 0 0,0 0 0,0 0 0,0 0 0,25 0 0,-25 0 0,0 0 16,0 0-16,0 0 0,0 0 0,24-25 0,-24 25 16,0 0-16,0 25 0,0-25 0,0 0 0,0 0 15,0 0-15,25 0 0,-25 0 0,0 0 0,0 0 16,0 0-16,0 0 0,0-25 0,0 25 0,0 0 0,0 0 0,0 0 15,25 0-15,-25 0 0,0 0 0,0 25 0,0-25 16,0 0-16,0 0 0,0 24 0,0-24 16,0 0-16,0 0 0,0 25 0,0-25 0,-25 0 0,25 25 0,0-25 15,0 0-15,0 0 0,0 25 0,0-25 16,0 0-16,0 0 0,0 0 0,-25 25 0,25-25 0,0 0 15,0 0-15,0 25 0,0-25 0,0 0 0,-24 0 0,24 0 16,0 24-16,0-24 0,0 0 0,0 0 0,0 0 16,0 25-16,0-25 0,-25 0 0,25 0 0,0 0 15,0 0-15,0 0 0,0 0 0,0 0 0,0 0 0,0 0 16,0 0-16,0 0 0,0 0 0,0 0 0,0 0 15,0 0-15,0 0 0,0 0 0,0 0 0,0 0 0,0 0 16,0 0-16,0 0 0,0 0 0,0 0 0,0 0 16,0 0-16,0 0 0,0 0 0,0 0 0,0 0 0,0 0 15,0 0-15,0 0 0,0 0 0,0 0 0,0 0 16,0 0-16,0 0 0,0 0 0,0 0 0,0 0 0,0 0 15,25 0-15,-25 0 0,0 0 0,0 0 0,0 0 16,0 0-16,0 0 0,0 0 0,0 0 0,24 0 16,-24-25-16,0 25 0,0 0 0,0 0 0,25 0 0,-25 0 15,0 0-15,0 0 0,25 0 0,-25 0 0,0 0 16,0 0-16,0 0 0,0 0 0,0 0 0,25 0 15,-25 0-15,0 0 0,0 0 0,0 0 0,0 25 0,0-25 16,0 0-16,0 0 0,25 0 0,-25 0 0,0 0 16,0 0-16,0 0 0,0 25 0,0-25 0,0 0 15,0 0-15,0 0 0,0 25 0,0-25 0,0 0 0,0 0 16,0 0-16,0 0 0,0 25 0,24-25 0,-24 0 0,0 0 15,0 0-15,0 0 0,0 24 0,0-24 0,0 0 16,0 25-16,0-25 0,-24 0 0,24 0 172,-100 75-172,100-75 0,0 0 0,-24 0 15,24 0-15,0 0 0,0 0 0,-25 0 0,25 0 0,0 0 0,0 0 0,-25 0 0,25 0 0,0 0 0,0 0 0,-25 0 0,25 0 0,0 0 0,0 0 0,0 0 0,0 0 0,0-25 0,0 25 0,0 0 0,-25 0 0,25 0 0,0 0 0,0 0 0,0 0 0,0 0 0,0 0 0,0-25 0,0 25 0,0 0 0,0 0 0,0 0 0,25 0 0,-25 0 0,0 0 16,0-25-16,0 25 0,0 0 0,0 0 0,25 0 0,-25 0 15,0 0-15,0 0 0,0 0 0,25-25 0,-25 25 16,0 0-16,0 0 0</inkml:trace>
  <inkml:trace contextRef="#ctx0" brushRef="#br0" timeOffset="425575.3415">28327 6995 0,'0'0'15,"-25"0"-15,25 0 0,0 0 0,0 0 0,0 0 16,0 0-16,0 0 0,0 0 0,0 0 0,0 0 0,0 0 16,0 0-16,0 0 0,0 0 0,0 0 0,0 0 0,0 0 15,0 0-15,0 0 0,25 0 0,-25 0 16,0 0-16,0-25 0,0 25 0,0 0 0,0 0 0,0 0 15,0 0-15,25 0 0,-25 0 0,0 0 0,0 0 16,25-25-16,-25 25 0,0 0 0,0 0 0,24 0 0,-24 0 47,0 0-47,0-24 0,25 24 0,-25 0 0,0 0 0,0-25 0,25 25 0,-25 0 0,0 0 0,0-25 0,25 25 0,-25 0 0,0-25 0,0 25 0,25 0 0,-25-25 15,0 25-15,0 0 0,0-25 0,0 25 0,24 0 0,-24-24 16,0 24-16,0 0 0,0-25 0,0 25 0,0 0 16,0 0-16,0-25 0,0 25 0,0 0 0,0 0 0,0-25 15,0 25-15,0 0 0,0 0 0,0 0 0,0 0 16,0 0-16,0 0 0,0 0 0,0 0 0,0 0 15,0 0-15,0 0 0,0 0 0,0 0 0,0 0 0,0 0 16,0 0-16,0 0 0,0 0 0,0 0 16,0 0-16,0 0 0,0 0 31,0 0 16,0 0-47,0 25 0,0-25 0,0 0 0,0 0 0,0 0 0,0 0 0,0 0 0,0 0 0,0 0 0,0 25 0,0-25 0,0 0 15,0 0-15,0 0 0,0 25 0,0-25 0,0 0 0,0 24 0,0-24 0,0 0 0,0 0 0,0 25 0,0-25 0,0 25 0,0-25 0,0 25 0,0-25 0,0 0 0,0 25 47,0-25-47,0 25 16,0-25-16,0 24 0,0-24 0,0 0 0,0 25 0,0-25 0,0 25 0,0-25 0,0 0 0,0 25 0,0-25 0,0 25 0,-24-25 0,24 0 0,0 24 0,0-24 0,0 25 0,0-25 0,0 0 0,0 0 0,0 25 0,0-25 0,0 0 0,0 25 0,0-25 15,0 0-15,0 0 0,0 25 0,0-25 0,0 0 16,0 0-16,0 0 0,0 24 0,0-24 0,0 0 15,0 0-15,0 0 0,0-24 0,0 24 0,0 0 0,0 0 16,0 0-16,0 0 0,0 0 0,0 0 0,0 0 16,-25 0-16,25 0 0,0 0 0,0 0 0,-25-25 15,25 25-15,0 0 0,-25 0 0,25-25 0</inkml:trace>
  <inkml:trace contextRef="#ctx0" brushRef="#br0" timeOffset="428618.5156">21754 8260 0,'273'25'0,"-273"-25"0,0 0 0,0 0 0,0 0 0,0 0 0,0 0 0,0 0 0,-25 0 0,25 0 0,0 0 0,0 0 15,0-25-15,0 25 0,0 0 0,0 0 0,0 0 0</inkml:trace>
  <inkml:trace contextRef="#ctx0" brushRef="#br0" timeOffset="430029.5963">21952 8136 0,'0'0'0,"0"-25"0,0 25 0,0 0 0,0 0 0,0 0 0,0 0 0,25 0 0,-25 0 0,0 0 16,0 0-16,0 0 0,0 0 0,0 0 0,0 0 0,0 0 0,0 0 0,0 0 0,0 0 0,0 0 0,0 0 0,0 0 0,0 0 15,0 0-15,0 0 0,0 0 0,0 0 0,0 0 16,0 0-16,0 0 0,0 0 0,0 0 0,0 0 0,0 0 15,0 0-15,0 0 0,0 0 0,0 0 0,0 0 16,0 0-16,0 0 0,0 0 0,0 0 16,0 0-16,0 0 0,0 0 0,0 0 0,0 0 0,0 0 0,0 0 15,0 0-15,0 0 0,0 0 0,0 0 0,0 0 16,0 0-16,0 0 0,0-25 0,0 25 0,0 0 0,0 0 15,0 0-15,0 0 0,0 0 0,0 0 0,0 0 16,0 0-16,0 0 0,0 0 0,0 0 0,0 0 0,0 0 16,0 0-16,0 0 46,0 0-46,0 0 0,0 0 0,0 0 0,0 0 0,0 0 0,0 0 0,0 0 0,0 0 0,0 0 0,0 0 0,0 0 0,0 0 0,0 25 0,0-25 0,0 0 0,0 0 0,0 0 0,0 0 16,0 0-16,0 0 0,0 0 0,0 0 0,0 25 0,0-25 16,0 0-16,0 0 0,0 25 0,0-25 0,0 0 15,0 0-15,0 25 0,0-25 0,0 0 0,0 24 47,0-24-47,0 0 0,0 25 0,0-25 0,0 0 0,0 25 0,0-25 0,0 25 0,0-25 0,0 0 0,0 25 0,0-25 0,0 0 0,0 24 0,0-24 0,-25 0 0,25 0 16,0 25-16,0-25 0,0 0 0,0 25 0,0-25 15,0 0-15,0 0 0,0 25 0,0-25 0,0 0 16,0 0-16,0 25 0,0-25 0,0 0 0,0 0 0,0 0 468</inkml:trace>
  <inkml:trace contextRef="#ctx0" brushRef="#br0" timeOffset="432006.7094">22324 8086 0,'0'0'0,"0"0"0,0 0 0,0 0 0,0 0 0,0 0 0,0 0 0,0 0 0,0 0 0,0 0 0,0 0 0,0 0 0,0 0 0,0 0 0,0 0 0,0 0 0,0 0 0,0 0 0,0 0 0,0 0 0,0 0 0,0 0 0,0 0 0,0 0 0,0 0 0,0 0 0,0 0 0,25 0 0,-25 0 0,0 25 0,0-25 0,0 0 0,0 0 0,0 0 0,0 0 0,25 0 0,-25 0 16,0 25-16,0-25 0,0 0 0,0 0 0,0 0 16,0 0-16,25 0 0,-25 25 0,0-25 0,0 0 0,0 0 15,0 0-15,0 0 0,24 0 0,-24 25 47,0-25-47,0 0 0,0 0 0,0 0 0,0 0 0,0 24 0,0-24 0,25 0 0,-25 0 0,0 0 0,0 0 0,0 0 0,0 0 0,0 0 0,0 25 0,0-25 0,25 0 16,-25 0-16,0 0 0,0 0 0,0 0 0,0 0 0,0 0 15,0 0-15,0 0 0,0 0 0,0 0 0,0 0 16,0 0-16,0 0 0,0 0 0,0 0 0,25 0 0,-25 0 47,0 0-47,0 0 15,0 0-15,0 0 0,0 0 0,0 0 0,0 0 0,0 0 0,0 0 0,0 0 0,0 0 0,0 0 0,0 0 0,0 0 0,0 0 0,0 0 0,0 0 0,0 0 0,0 0 0,0 0 0,0 0 16,0 0-16,0 0 0,0 0 0,0 0 0,0 0 0,0 0 15,0 0-15,0 0 0,0 0 16,0 0-16,0 0 0,0 0 0,0 0 0,0 0 0,0 0 0,0 0 16,0 0-16,0 0 46,0 0 32,-50 50-78,50-25 0,0-25 0,-25 0 0,25 24 0,0-24 0,0 0 0,-24 0 0,24 25 0,0-25 0,-25 0 0,25 25 0,0-25 0,0 0 0,-25 0 16,25 25-16,0-25 0,0 0 0,-25 0 0,25 25 0,0-25 0,0 0 0,0 0 0,0 0 0,-25 24 0,25-24 0,0 0 0,0 0 0,0 0 0,0 0 0,0 0 0,0 0 0,0 25 0,0-25 0,-24 0 0,24 0 0,0 0 0,0 0 0,0 0 0,0 0 0,0 0 16,0 0-16,0 0 0,0 0 0,0 0 0,0 0 15,0 0-15,0 0 0,0 25 0,0-25 16,0 0-16,0 0 0,0 0 0,0 0 0,0 0 0,0 0 15,0 0-15,0 0 0,0 0 0,0-25 0,0 25 0,0 0 16,0 0-16,0 0 0,0 0 0,0 0 0,0 0 0,0 0 16,0 0-16,0 0 0,0 0 0,0-25 0,24 25 15,-24 0-15,0 0 655</inkml:trace>
  <inkml:trace contextRef="#ctx0" brushRef="#br0" timeOffset="446811.5562">23416 7987 0,'0'0'0,"0"0"0,0 0 0,0 0 0,0 0 15,0 0-15,0 0 0,0 0 0,0 0 0,0 0 16,0 0-16,0 0 0,0 0 0,0 0 0,0 0 0,0 0 16,0 0-16,0 0 0,0 0 0,0 0 0,0 0 15,0 0-15,0 0 0,0 0 0,0 0 0,0 0 16,0 0-16,0 0 0,0 0 0,0 0 0,0 0 0,0 0 15,0 0-15,0 0 0,0 0 0,0 0 0,0 0 0,0 0 16,0 0-16,0 0 0,0 0 0,0 0 16,0 0-16,0 0 0,0 0 0,0 0 0,0 0 15,0 0-15,0 0 0,0 0 0,0 0 0,0-25 0,0 25 0,0 0 16,0 0-16,0 0 0,0 0 0,0 0 0,0 0 15,0 0-15,0 0 0,0 0 0,0 0 0,0 0 16,0 0 31,0 0-47,0 0 0,0 0 0,0 0 0,0 0 0,0 0 0,0 0 0,0-25 0,-25 25 0,25 0 0,0 0 0,0 0 0,0 0 0,0 0 0,0 0 0,0 0 0,0 0 0,0 0 15,0 0-15,0 0 0,0 0 0,0 0 0,0 0 0,0-24 0,-25 24 0,25 0 0,0 0 16,0 0-16,0 0 0,0 0 0,0 0 16,0 0-16,0 0 0,0 0 0,0 0 0,-25 0 0,25 0 15,0 0-15,0 0 0,0 0 297,-248 99-48,174 149-249,74-248 0,0 0 0,0 0 0,0 0 0,0 0 0,0 25 16,0-25-16,0 0 0,25 0 0,-25 0 0,0 0 0,0 0 0,0 25 0,0-25 0,0 0 0,0 0 0,0 0 0,0 0 15,0 24-15,0-24 0,0 0 0,0 0 0,0 0 0,0 0 0,0 0 0,0 25 0,0-25 0,0 0 0,0 0 0,0 0 0,0 0 0,24 0 0,-24 0 0,0 0 0,0 0 0,0 25 0,0-25 0,0 0 0,0 0 0,0 0 0,0 0 0,0 0 0,0 0 0,0 0 16,25 0-16,-25 0 0,0 0 0,0 0 0,0 0 16,0 0-16,0 0 0,0 0 0,25 0 0,-25 0 0,0 25 15,0-25-15,0 0 0,0 0 16,0 0-16,0 0 0,0 0 0,0 0 0,25 0 0,-25 0 0,0 0 0,0 0 15,0 0-15,0 0 0,0 0 0,25 0 0,-25 0 16,0 0-16,0 0 0,0 0 0,0 0 0,0 0 16,0 0-16,0 0 0,0 0 0,0 0 0,24 0 0,-24 0 15,0 0-15,0 0 0,0 0 0,0 0 0,0 0 16,0 0-16,0 0 0,0 0 0,0 0 0,0 0 0,0 0 15,0 0-15,0 0 0,0 0 0,0 0 0,0 0 16,0 0-16,0 0 0,0 0 0,0 0 0,0 0 0,0 0 16,0 0-16,0 0 0,0 0 0,0 0 0,0 0 15,0 0-15,0 0 0,25-25 0,-25 25 0,0 0 16,0 0-16,0 0 0,0 0 0,0 0 0,0 0 15,0 0-15,0 0 0,0 0 0,25 0 0,-25 0 0,0 0 16,0 0-16,0 0 0,0-25 0,0 25 0,0 0 0,25 0 16,-25 0-16,0 0 0,0 0 0,0 0 0,0-25 15,0 25 32,0 0 639</inkml:trace>
  <inkml:trace contextRef="#ctx0" brushRef="#br0" timeOffset="448467.6507">23465 8533 0,'0'0'0,"0"0"0,0 0 0,0 0 0,0 0 16,-25 0-16,25 0 0,0 0 0,0 0 15,0 0-15,0 0 0,0 0 0,0 0 0,0 0 0,0 0 47,0 0-47,0 0 31,0 0-31,0 0 16,0 0-16,0 0 0,0 0 0,0 0 0,0 0 0,0 0 0,0 0 0,0 0 0,0 0 0,0 0 0,0 0 0,0 0 0,0 0 0,0 0 0,0 0 0,0 0 0,0 0 0,0 0 0,0 0 0,0 0 0,0 0 0,0 0 0,0 0 0,0 0 0,0 0 0,0 0 0,0 0 0,0 0 0,0 0 15,0 0-15,0 0 0,0 0 0,0 0 0,0 0 0,0 0 16,0 0-16,0 0 0,25 0 0,-25 0 0,0 0 16,0 0-16,0 0 0,0-25 0,0 25 0,0 0 0,0 0 15,0 0-15,25-25 0,-25 25 0,0 0 0,0 0 16,0 0-16,0-25 0,0 25 0,0 0 0,0 0 15,25 0-15,-25 0 0,0-24 0,0 24 0,0 0 0,0 0 16,25 0-16,-25 0 0,0-25 0,0 25 0,0 0 16,0 0-16,0 0 0,0 0 0,0 0 0,0 0 15,0 0-15,0 0 0,0-25 0,0 25 0,24 0 687</inkml:trace>
  <inkml:trace contextRef="#ctx0" brushRef="#br0" timeOffset="449690.7208">23639 8458 0</inkml:trace>
  <inkml:trace contextRef="#ctx0" brushRef="#br0" timeOffset="451566.8282">23589 8359 0,'0'0'0,"0"0"0,0 0 0,0 0 0,0 0 0,-25 0 0,25 0 0,0 0 0,0 0 0,0 0 0,0 0 0,0 0 15,0 0-15,0 0 0,0 0 0,0 0 0,0 0 0,0 0 0,0-25 0,0 25 0,0 0 0,0 0 0,0 0 0,0 0 16,0 0-16,0 0 0,0 0 0,-24 0 0,24 0 0,0 0 0,0 0 0,0 0 0,0 0 0,0 0 0,0 0 0,0 0 0,0 0 0,0 0 0,0 0 0,0 0 0,0 0 0,0 0 0,0 0 0,0 0 0,0 0 16,0 0-16,0 0 0,0 0 0,0 0 0,0 0 0,0 0 15,0 0-15,0 0 0,0 0 0,0 0 0,0 0 0,0 0 16,0 0-16,0 0 0,0 0 0,0 0 0,0 0 15,0 0-15,0 0 0,0 0 0,0 0 0,0 0 16,0 0-16,0 0 0,0 0 0,0 0 0,0 0 0,0 0 16,0 0-16,0 0 0,0 0 0,0 0 15,0 0-15,0 0 0,0 0 0,0 0 0,0 0 0,0 0 16,0 0-16,0 0 0,0 0 0,0 0 0,0 0 0,0 0 15,0 0-15,0 0 0,0 0 0,0 0 47,0 0-47,0 0 0,0 0 0,0 0 0,0 0 0,0 0 0,0 0 0,0 0 0,0 0 0,0 0 0,0 0 0,0 0 0,0 0 0,0 0 0,0 0 0,0 0 0,0 0 16,0 0-16,0 0 0,0 0 0,0 25 0,0-25 0,0 0 15,0 0-15,0 0 0,0 0 0,0 0 0,0 0 16,0 0-16,0 0 0,0 0 0,0 0 0,0 0 0,0 0 16,0 0-16,0 0 0,0 0 0,0 0 0,0 0 15,0 0-15,0 0 0,0 0 0,0 0 0,0 0 0,0 0 16,0 0-16,0 0 0,0 0 0,0 0 0,0 0 15,0 0-15,0 0 0,0 0 0,0 0 0,0 0 16,0 0-16,0 0 0,0 0 0,0 0 0,0 0 0,0 0 16,0 0-16,0 0 0,0 0 0,0 0 0,0 0 15,0 0-15,0 0 0,0 0 0,0 0 0,0 0 0,0 0 16,0 0-16,0 0 0,0 0 0,0 0 0,0 0 15,0 0-15,0 0 0,0 0 0,0 0 0,0 0 0,0 0 16,0 0-16,0 0 0,0 0 0,0 0 0,0 0 16,0 0-16,0 0 46,0 0 32,0 0-78,0 0 0,0 0 0,0 0 0,0 0 0,0 0 0,0 0 0,0 0 0,0 0 0,0 0 0,0 0 0,0 0 0,0 0 0,0 0 0,0 0 0,0 0 0,0 0 0,0 0 0,0 0 0,0 0 0,0 0 16,0 0-16,0 0 0,0 0 0,0 0 0,0 0 0,0 0 0,0 0 0,0 0 0,0 0 0,0 25 0,0-25 0,0 0 0,0 0 0,0 0 0,0 0 0,0 25 0,0-25 0,0 0 0,0 0 0,0 0 16,0 25-16,0-25 0,24 0 0,-24 0 0,0 0 15,0 24-15,0-24 0,-24 0 0,24 0 0,0 25 0,0-25 47,0 0-47,0 0 0,0 25 0,0-25 0,0 0 0,0 25 0,0-25 0,0 0 0,0 0 0,0 25 0,0-25 0,0 0 0,0 0 0,0 0 0,0 24 16,0-24-16,0 0 0,0 0 0,0 0 0,0 25 0,0-25 15,0 0-15,0 0 0,-25 0 0,25 0 0,0 0 0,0 0 16,0 0-16,0 0 0,0 0 0,0 0 0,0 0 15,0 0-15,0 0 0,0 0 0,0 0 0,0 0 16,0 0-16,0 0 0,0 0 0,0 0 0,0 0 0,0 0 16,0 0-16,0 0 0,0 0 0,0 0 0,0 0 0,0 0 15,0 0-15,0 0 0,0 0 0,0 0 0,0 0 16,0 0-16,0 0 0,0 0 0,0 0 0,0 0 15,0 0-15,25-25 0,-25 25 0,0 0 0,0 0 0,0 0 16,0 0-16,0-24 0,0 24 0,0 0 0,0 0 0</inkml:trace>
  <inkml:trace contextRef="#ctx0" brushRef="#br0" timeOffset="452962.908">23738 8558 0,'0'0'0,"0"0"0,0 0 0,0 0 0,0 0 15,0 0-15,0 0 0,0 0 0,0 0 16,0 0-16,0 0 0,0 0 0,0 0 0,0 0 0,0 0 0,0 0 15,0 0-15,0 0 0,0 0 0,0 0 0,0 0 16,0 0-16,0 0 0,0 0 0,0 0 0,0 0 16,0 0-16,0 0 0,0 0 0,0 0 0,0 0 15,0 0-15,0-25 0,0 25 0,0 0 0,0 0 0,0 0 16,0 0-16,0 0 0,0 0 0,0 0 0,0 25 15,0-25-15,0 0 0,0 0 0,0 0 0,0 0 0,0 0 16,0 0-16,0 0 0,0 0 0,0 0 0,0 0 16,0 0-16,0 0 0,0 0 0,0 0 0,0 0 0,0 0 15,0 0-15,0 0 0,0 0 0,0 0 0,0 0 16,0 0-16,0 0 0,0 0 0,0 0 0,0 0 0,0 0 15,0 0-15,0 0 0,0 0 0,0 0 0,0 0 16,0 0-16,0 0 0,0 0 0,0-25 0,0 25 16,0 0-16,0 0 0,0 0 0,0 0 0,0 0 0,25 0 15,-25 0 16,0 0-15,0 0-16,0 0 0,0 0 0,0-25 0,0 25 0,0 0 0,0 0 0,0 0 0,25 0 0,-25-25 0,0 25 0,0 0 0,0 0 0,24 0 0,-24-25 0,0 25 0,0 0 0,0 0 0,0 0 0,25-24 16,-25 24-16,0 0 0,0 0 0,0 0 0,0 0 15,25 0-15,-25-25 0,0 25 0,0 0 0,0 0 16,0 0-16,0 0 0,0 0 0,0 0 0,0 0 15,0 0-15,25-25 0,-25 25 0,0 0 0,0 0 0,0 0 16,0 0-16,0 0 0,0 0 0,0 0 0,0 0 0,0 0 16,0 0-16,0 0 0,0 0 0,0 0 0,0 0 15,0 0-15,0 0 0,0 0 0,0 0 0,0 0 0,0 0 16,0 0-16,0 0 0,0 0 0,0 0 0,0 0 15,0 0-15,0 0 0,0 0 0,0 0 0,0 0 16,0 0-16,0 0 0,0 0 0,0 0 0,0 0 16,0 0-16,0 0 0,0 0 0,0 0 0,0 0 0,0 0 15,0 0-15,0 0 0,0 0 0,0 0 0,0 0 0,0 0 16,0 0-16,0 0 0,0 0 0,0 0 0,0 0 15,0 0-15,0 25 0,0-25 0,0 0 0,0 0 0,0 0 16,0 0-16,0 25 0,0-25 0,0 0 0,-25 0 16,25 0-16,0 24 0,0-24 0,0 0 0,0 0 15,0 25-15,0-25 0,0 0 0,0 0 0,0 25 47,0-25-47,0 0 0,0 25 0,0-25 0,0 0 0,0 25 0,0-25 0,0 0 0,0 24 0,0-24 0,-25 0 0,25 0 0,0 25 0,0-25 0,0 0 16,0 0-16,0 0 0,0 25 0,0-25 0,0 0 0,0 0 0,0 0 15,0 0-15,0 25 0,0-25 0,0 0 0,0 0 0,0 0 16,0 0-16,0 0 0,0 0 0,0 0 0,0 0 15,0 0-15,0 25 0,0-25 0,0 0 0,0 0 16,0 0-16,0 0 0,0 0 0,0 0 0,0 0 0,0 0 16,0 0-16,0 0 0,0 0 0,0 0 0,0 0 15,0 0-15,0 0 0,0 0 0,0 0 0,0 0 0,0 0 16,0 0-16,0-25 0,0 25 0,0 0 15,0 0-15,0 0 0,25-25 0,-25 25 0,0 0 16,0 0-16,0-25 0,0 25 0,0 0 0</inkml:trace>
  <inkml:trace contextRef="#ctx0" brushRef="#br0" timeOffset="454401.9903">24383 8062 0,'0'0'0,"0"0"16,0 0-16,0 0 0,0 0 0,0 0 0,0 0 15,0 0-15,0 0 0,0 0 0,0 0 0,0 0 0,0 0 16,0 0-16,0 0 0,0 0 0,0 0 0,0 0 16,0 0-16,0 0 0,0 0 0,0 0 0,0 0 0,0 0 15,0 0-15,0 0 0,0 0 0,0 0 0,0 0 16,0 0-16,0 0 0,0 0 0,0 0 0,0 0 15,0 0-15,0 0 0,0 0 0,0 0 0,0 0 0,0 0 16,0 0-16,0 0 0,0 0 0,0 0 0,0 0 16,0 0-16,0 0 0,0 0 0,25 0 0,-25 0 15,0 0-15,0 0 0,0 0 0,0 0 0,0 0 0,0 0 16,0 0-16,25 0 0,-25 0 0,0 0 0,0 0 0,24 0 15,-24 0-15,0 0 0,0 0 0,25 0 16,-25 0-16,0 0 0,25 0 0,-25 0 0,25 0 0,-25 0 16,0 0-16,25 0 0,-25 0 0,0 0 0,24 0 0,-24 0 15,0 0-15,0 24 0,25-24 0,-25 0 16,0 0-16,0 0 0,0 0 0,25 0 0,-25 0 0,0 0 15,0 0-15,0 0 0,0 0 0,0 0 0,0 0 0,0 0 16,0 0-16,0 0 0,0 0 0,0 0 0,0 0 0,0 0 16,0 0-16,0 0 0,0 0 0,0 0 0,0 0 93,0 0-93,0 0 0,0 0 0,0 0 0,0 0 0,0 0 0</inkml:trace>
  <inkml:trace contextRef="#ctx0" brushRef="#br0" timeOffset="454995.0242">24358 8260 0,'0'0'0,"0"0"0,0 0 0,0 0 0,0 0 0,0 0 15,0 0-15,0 0 0,0 0 0,0 0 16,0 0-16,0 0 0,0 0 0,0 0 0,0 0 0,0 0 15,0 0-15,0 0 0,0 0 0,0 0 0,25 0 0,-25 0 16,0 0-16,0 0 0,0 0 0,0 0 0,0 25 16,0-25-16,0 0 0,0 0 0,0 0 0,0 0 15,0 0-15,0 0 0,0 0 0,0 0 0,0 0 0,25 0 16,-25 0-16,0 0 0,0 0 0,0 0 0,0 0 15,0 0-15,0 0 0,0 0 0,0 0 0,0 0 0,25 0 16,-25 0-16,0 0 0,0 0 0,0 0 0,24 0 16,-24 0-16,0 0 0,0 0 0,25 0 0,-25 0 0,0 0 15,0 0-15,25 0 0,-25 0 0,0 0 16,0 0-16,25 0 0,-25 0 0,0 0 0,25 0 0,-25 0 15,0 0-15,0 0 0,24 0 0,-24 0 0,0 0 0,0 0 16,25 0-16,-25 0 0,0 0 0,0 0 0,0 0 16,0 0-16,0 0 0,0 0 0,0 0 0,0 0 15,0 0-15,0 0 0,0 0 0,0 0 0,0 0 0,0 0 16,0 0-16,0 0 0,0 0 0,0 0 0,0 0 0,0 0 15,0 0-15,0 0 0,0 0 0,25 0 16,-25-25-16,0 25 0,0 0 0,0 0 0,0 0 0</inkml:trace>
  <inkml:trace contextRef="#ctx0" brushRef="#br0" timeOffset="458607.2308">25226 8186 0,'0'-25'0,"0"25"0,0 0 0,0 0 0,0 0 0,0 0 15,0 0-15,0 0 0,0 0 0,0 0 0,0 0 16,0 0-16,0 0 0,0-25 0,0 25 0,0 0 16,0 0-16,0 0 0,0 0 0,0 0 0,0 0 15,0 0-15,0 0 0,0 0 0,0 25 0,0-25 0,0 0 0,0 0 16,0 0-16,0 0 0,0-25 0,0 25 0,0 0 15,0 0-15,-24 0 344,222 25-344,-198-25 0,0 0 0,0 0 15,0 0-15,0 0 0,0 0 0,-25 0 0,25 0 0,0 0 0</inkml:trace>
  <inkml:trace contextRef="#ctx0" brushRef="#br0" timeOffset="459863.3026">25524 8235 0,'0'0'0,"0"0"0,0 0 0,0 0 0,0 0 0,0 0 15,0 0-15,25 0 0,-25 0 0,0 0 0,0 0 16,0 0-16,0 0 0,0 0 0,0 0 0,0 0 0,0 0 15,0-25-15,0 25 0,0 0 0,0 0 16,0 0-16,0 0 0,0 0 0,0 0 0,0 0 0,0 0 0,0 0 16,0 0-16,0 0 0,25 0 0,-25 0 0,0-24 15,0 24-15,0 0 0,0 0 0,0 0 0,0 0 16,0 0-16,24 0 0,-24 0 0,0 0 0,0 0 15,0-25-15,0 25 0,0 0 0,0 0 0,25 0 0,-25 0 0,0-25 16,0 25-16,0 0 0,0 0 0,0 0 16,25 0-16,-25-25 0,0 25 0,0 0 0,0 0 0,0 0 15,0 0-15,25-25 0,-25 25 0,0 0 0,0 0 16,0-24-16,0 24 0,0 0 0,0 0 0,0 0 0,0 0 15,0 0-15,0 0 0,0 0 0,0 0 0,0 0 16,0 0-16,0 0 0,0 0 0,0 0 0,0 0 16,0 0-16,0 0 0,0 0 0,0 0 0,0 0 0,0 0 15,0 0-15,0 0 0,0 0 0,0 0 0,0 0 16,0 0-16,0 0 0,0 0 0,0 0 0,0 0 0,0 0 15,0 0-15,0 0 0,0 0 0,0 0 0,0 0 0,0 0 16,0 0-16,0 0 0,0 0 0,0 0 0,0 0 16,0 0-16,0 0 0,0 0 0,0 0 0,0 0 15,0 0-15,0 0 0,0 0 0,0 24 0,0-24 0,0 0 16,0 0-16,0 0 0,0 25 0,0-25 0,0 0 15,0 25-15,0-25 0,0 0 0,0 0 0,0 25 0,0-25 16,0 0 78,0 0-94,0 25 0,0-25 0,0 0 0,-25 0 0,25 24 0,0-24 0,0 0 0,0 25 0,0-25 0,0 0 0,0 25 0,0-25 0,0 0 0,0 0 0,0 25 0,0-25 0,0 0 0,0 0 0,0 25 0,0-25 0,0 0 0,-25 0 0,25 0 0,0 24 0,0-24 0,0 0 0,0 0 0,0 0 0,0 0 0,0 0 0,0 0 0,0 25 15,0-25-15,0 0 0,0 0 0,0 0 0,0 0 0,0 0 0,0 0 0,0 0 0,0 0 16,0 0-16,0 0 0,0 0 0,0 0 0,0 0 15,0 0-15,0 0 47,0 0-47,0 0 0,0 0 0,0 0 0,0 0 0,0 0 0,0 0 0,0-25 0,0 25 0,0 0 0,0 0 0,0 0 0,0-24 0,0 24 0,0 0 0,0 0 0</inkml:trace>
  <inkml:trace contextRef="#ctx0" brushRef="#br0" timeOffset="460981.3666">25846 7962 0,'0'0'0,"0"0"0,0 0 0,0 0 0,0 0 0,0 0 0,0 0 0,0 0 0,0 0 0,0 0 0,0 0 0,0 0 0,0 0 0,0 0 0,0 0 171,0 0-171,0 0 0,0 0 0,0 0 0,0 0 0,0 0 0,0 0 0,0 0 0,0 0 0,0 0 0,0 0 0,0 0 0,25 0 0,-25 25 0,0-25 0,0 0 0,0 0 16,0 0-16,0 0 0,0 0 0,0 0 0,0 0 0,0 0 0,0 25 0,0-25 0,25 0 0,-25 0 0,0 0 0,0 0 0,0 25 0,0-25 0,0 0 0,0 0 0,0 0 0,0 25 0,25-25 0,-25 0 0,0 0 0,0 0 0,0 0 0,0 24 15,0-24-15,0 0 0,0 0 0,0 0 16,0 0-16,25 0 0,-25 25 0,0-25 0,0 0 0,0 0 47,0 0-47,0 0 15,0 0-15,0 25 0,0-25 0,0 0 0,0 0 0,0 0 0,0 0 0,0 0 0,0 25 0,0-25 0,0 0 0,0 0 0,0 0 0,0 0 0,0 25 0,0-25 0,0 0 0,0 0 0,0 24 0,0-24 16,0 0-16,-25 0 0,25 25 0,0-25 16,0 0-16,0 0 0,0 0 0,0 25 0,0-25 0,0 0 0,0 0 15,0 0-15,-25 25 0,25-25 0,0 0 0,0 0 16,0 0-16,0 25 0,0-25 0,0 0 0,-25 0 15,25 0-15,0 0 0,0 24 0,0-24 0,0 0 0,0 0 16,0 0-16,0 0 0,0 0 0,-25 0 0,25 25 16,0-25-16,0 0 0,0 0 0,0 0 0,0 0 0,0 0 15,0 0-15,-24 0 0,24 0 0,0 0 16,0 0-16,0-25 0,0 25 0,0 0 0,0 0 0,0 0 15,0 0-15,0-24 0,0 24 0</inkml:trace>
  <inkml:trace contextRef="#ctx0" brushRef="#br0" timeOffset="462188.4357">25127 7913 0,'0'0'0,"0"0"15,0 0-15,0 0 0,0 0 0,0 0 0,0 0 0,0 0 16,0 0-16,0 0 0,0 0 0,0 0 16,0 0-16,0 0 0,0 0 46,0 0-46,0 0 0,0 0 0,0 0 0,0 0 0,0 0 0,0 0 0,0 0 0,0 0 0,0 0 0,0 0 0,0 0 0,0 0 0,0 0 0,0 0 0,0 0 0,0 0 0,0 0 0,0 0 16,0 0-16,0 0 0,0 0 0,0 0 0,0 0 0,0 0 16,0 0-16,0 0 0,0 0 0,0 0 0,0 0 0,0 0 15,0 0-15,0 0 0,0 24 94,-198 249 62,198-273 47</inkml:trace>
  <inkml:trace contextRef="#ctx0" brushRef="#br0" timeOffset="463881.5325">25102 7987 0,'0'0'0,"0"0"0,0 0 0,0 0 0,0 0 15,0 0-15,0 0 0,0 0 0,0 0 0,0 0 16,0 0-16,0 0 0,0 0 0,0 0 0,0 0 0,0 0 15,0 0-15,0 0 0,0 0 0,0 0 0,0 0 16,0 0-16,0 0 0,0 0 0,0 0 0,0 0 0,0 0 16,0 0-16,0 0 0,0 0 124,0 0-124,0 0 0,0 0 0,0 0 0,0 0 0,0 25 16,0-25-16,0 0 0,0 0 0,0 0 0,0 0 0,0 0 0,0 0 0,0 0 0,0 0 0,0 0 0,0 0 0,0 0 0,0 0 0,0 0 0,0 0 0,0 0 0,0 0 0,0 0 0,0 0 16,0 0-16,0 0 0,0 0 0,-24 0 0,24 0 0,0 0 0,0 0 0,0 0 0,0 0 0,0 0 0,0 0 0,0 0 0,0 0 0,0 25 0,0-25 0,0 0 0,-25 0 0,25 0 0,0 0 0,0 0 0,0 0 15,0 0-15,0 0 0,0 0 0,0 0 16,-25 0-16,25 0 0,0 0 0,0 25 0,0-25 0,0 0 0,0 0 47,-25 0-47,25 0 0,0 0 0,0 24 15,0-24-15,0 0 0,-25 0 0,25 0 0,0 25 0,0-25 0,0 0 0,0 0 0,-24 25 0,24-25 0,0 0 0,0 0 0,0 0 0,0 25 0,0-25 0,0 0 0,-25 0 16,25 25-16,0-25 0,0 0 0,0 0 0,0 24 15,0-24-15,0 0 0,0 0 0,0 25 0,0-25 0,0 0 16,0 25-16,0-25 0,0 0 0,0 25 0,0-25 0,0 0 16,0 0-16,0 25 0,0-25 0,0 0 0,0 24 15,0-24-15,0 0 0,0 0 0,0 0 0,25 25 0,-25-25 16,0 0-16,0 0 0,0 0 0,0 25 0,0-25 15,24 0-15,-24 0 0,0 0 0,0 0 0,0 0 16,0 0-16,0 0 0,25 25 0,-25-25 0,0 0 16,0 0-16,0 0 0,0 0 0,0 0 0,0 0 0,25 0 0,-25 0 15,0 0-15,0 0 0,0 0 0,0 0 0,0 0 16,0-25-16,0 25 0,0 0 0,0 0 0,0 0 15,0 0-15,0 0 0,0 0 0,0 0 16,0 0-16,0 0 0,25 0 0</inkml:trace>
  <inkml:trace contextRef="#ctx0" brushRef="#br0" timeOffset="466194.6648">25946 7640 0,'0'0'0,"0"0"0,0 0 0,0 0 0,0 0 0,0-25 15,0 25-15,0 0 0,0 0 0,0 0 0,0 0 16,0 0-16,0 0 0,0 0 0,0 0 0,0 0 15,0 0-15,0 0 0,0 0 0,0 0 0,0 0 16,0 0-16,0 0 0,0 0 0,0 0 0,0 0 0,0 0 16,0 0-16,0 0 0,0 0 0,0 0 0,0 0 0,0 0 15,0 0-15,0 0 0,0 0 0,0 0 0,0 0 16,0 0-16,0 0 0,0 0 0,0 0 0,0 0 15,0 0-15,0 0 0,0 0 0,0 0 0,0 0 0,0 0 250</inkml:trace>
  <inkml:trace contextRef="#ctx0" brushRef="#br0" timeOffset="467817.7577">25995 7689 0,'0'0'0,"0"0"16,0 0-16,0 0 0,0 0 0,0 0 0,0 0 15,0 0-15,0 0 0,0 0 0,0 0 0,0 0 16,0 0-16,0 0 0,0 0 0,0 0 0,0 0 0,0 0 15,0 0-15,0 0 0,0 0 0,0 0 0,0 0 16,0 0-16,0 0 0,0 0 0,0 0 0,0 0 0,0 0 16,0 0-16,0 0 0,0 0 0,0 0 0,0 0 15,0 0-15,0 0 0,0 0 0,0 0 0,0 0 0,0 25 16,0-25-16,25 0 0,-25 0 0,0 0 15,0 0-15,0-25 0,0 25 0,0 0 0,0 0 0,0 0 16,0 0-16,0 0 0,0 0 0,0 0 0,0 0 0,0 0 16,0 0-16,0 0 0,25 0 0,-25-24 0,0 24 15,0 0-15,0 0 0,0 0 0,0 0 0,0 0 16,0 0-16,25 0 0,-25-25 0,0 25 0,0 0 15,0 0-15,0 0 0,25 0 0,-25 0 0,0 0 0,0 0 16,0 0-16,24 0 0,-24-25 0,0 25 0,0 0 16,0 0-16,0 0 0,0 0 0,25 0 0,-25 0 0,0 0 15,0-25-15,0 25 78</inkml:trace>
  <inkml:trace contextRef="#ctx0" brushRef="#br0" timeOffset="469275.841">26219 7615 0,'0'-25'0,"0"25"0,0-25 0,0 25 0,0 0 0,0 0 0,0 0 0,0 0 0,0 0 0,0 0 0,0 0 0,0 0 0,0 0 0,0 0 0,0 0 15,0-24 63,24-1-78,-24 25 0,0 0 0,0 0 0,0 0 0,0 0 0,0 0 0,0 0 0,0 0 0,0 0 0,0 0 0,0 0 0,0 0 0,0 0 0,0 0 0,0 0 0,0 0 0,0 0 16,0 0-16,0 0 0,0 0 0,0 0 0,0 0 0,0 0 0,0 0 0,0 0 0,0 0 0,-24 0 0,24 0 0,0 0 0,0 0 0,0 0 0,0 0 0,0 0 0,0 0 0,0 0 0,0 0 0,0 0 0,0 0 15,0 0-15,0 0 0,0 0 0,0 0 0,0 25 16,0-25-16,0 0 0,0 0 0,0 0 0,0 0 0,0 0 16,0 0-16,0 0 0,0 0 0,0 0 0,0 0 15,0 0-15,0 0 0,0 0 0,24 0 0,-24 0 16,0-25-16,0 25 0,-24 0 0,24 0 0,0 0 0,0 0 15,0 0-15,0 0 0,0 0 0,0 0 0,0 0 16,0 0-16,0 0 0,0 0 0,0 0 0,0 0 0,0 0 16,0 0-16,0 0 0,0 0 0,0 0 0,0 0 15,0 0-15,0 0 0,0 0 0,0 0 0,0 0 0,0 0 16,0 0-16,0 0 0,0 0 0,0 0 0,0 25 15,0-25-15,0 0 0,0 0 0,0 0 0,0 0 16,0 0-16,0 0 0,-25 24 0,25-24 0,0 0 16,0 0-16,0 0 0,0 0 0,0 25 0,0-25 15,0 0-15,0 0 0,0 0 0,-25 0 0,25 25 0,0-25 16,0 0-16,0 0 0,0 0 0,0 25 0,0-25 0,0 0 15,0 0-15,0 0 0,0 25 0,-25-25 0,25 0 16,0 0-16,0 0 0,0 24 0,0-24 0,0 0 0,0 0 16,0 0-16,0 25 0,0-25 0,0 0 0,0 0 15,0 0-15,0 25 0,0-25 0,0 0 0,0 0 0,0 0 16,0 25-16,0-25 0,0 0 0,0 0 0,0 0 15,0 0-15,0 0 0,0 25 0,0-25 0,0 0 16,0 0-16,0 0 0,-25 0 0,25 0 0,0 24 16,0-24-16,0 0 0,0 0 0,0 0 0,0 0 0,0 0 15,0 0-15,0 0 0,0 0 0,0 0 0,0 0 16,0 0-16,0 0 0,0 0 0,0 0 0,0 0 15,0 0-15,0 0 0,0 0 0,0 0 0,0 0 0,0 0 16,0 0-16,0 0 0,0 0 0,0 0 0,0 0 0,0 0 16,0 0-16,0 0 0,0 0 0,0 0 0,0 0 15,0 0-15,0 0 0,0 0 0,0 0 0,0 0 16,0 0-16,25 0 0,-25 0 0,0-24 0,0 24 0,0 0 15,0 0-15,0 0 0,25 0 0,-25-25 0,0 25 16,0 0-16,0 0 0,0 0 0,25-25 0,-25 25 0,0 0 16,0 0-16</inkml:trace>
  <inkml:trace contextRef="#ctx0" brushRef="#br0" timeOffset="470141.8906">26343 7689 0,'0'0'0,"0"0"0,0 0 0,0 0 0,0 0 0,0 0 0,0 0 0,0 0 15,24 0-15,-24 0 0,0 0 0,0 0 0,0 0 0,0 0 0,0 0 0,0 0 0,0 0 0,0 0 0,0 0 0,0 0 0,0 0 0,0 0 0,0 0 0,0 0 0,0 0 0,0 0 0,0 0 0,0 0 0,0 0 0,0 0 0,0 0 0,0 0 0,0 0 0,0 0 0,0 0 0,0 0 0,0 0 0,0 0 0,0 0 16,0 0-16,0 0 0,0 0 0,25 25 0,-25-25 0,0 0 0,0 0 15,25 0-15,-25 0 0,0 0 0,0 0 16,25 0-16,-25 0 0,0 0 0,25 0 0,-25 0 0,24 0 0,-24 0 16,0 0-16,25 0 0,-25 0 0,0 0 0,25 0 15,-25 0-15,0 0 0,25 0 0,-25 0 0,0 0 0,0 0 16,25 0-16,-25 0 0,0 0 0,0 0 0,0 0 0,0 0 15,0 0-15,0 0 0,0 0 0,0 0 16,0 0-16,0 0 0,0 0 0,0 0 0,0 0 0,0 0 16,0 0-16,0 0 0,0 0 0,0 0 0,0 0 15,0 0-15,0 0 0,0 0 0,0 0 16,0 0-16,0 0 0,0 0 0,0 0 0,0 0 0,0 0 0,0 0 15,0 0-15,0 0 0,0 0 0,0 0 0,0 0 0,0 0 16,-25 0-16,25 0 0,0 0 0,0 0 0,0 0 16,0 0-16,-25 0 0,25 0 0,0-25 0</inkml:trace>
  <inkml:trace contextRef="#ctx0" brushRef="#br0" timeOffset="470677.9212">26442 7615 0,'0'0'0,"0"0"15,0 0-15,0 0 0,0 0 0,0 0 0,0 0 16,0 0-16,0 0 0,0 0 0,0 0 0,0 0 16,0 0-16,0 0 0,0 0 0,0 0 0,0 0 0,0 0 46,0 0-46,0 0 0,0 0 0,0 0 0,0 0 0,0 0 0,0 0 0,0 0 0,0 0 0,0 0 0,0 0 0,0 0 0,0 0 0,0 0 0,0 0 0,0 0 16,0 0-16,0 0 0,0 0 0,0 0 0,25 0 0,-25 0 16,0 0-16,0 0 0,0 0 0,0 0 15,0 25-15,0-25 0,0 0 0,0 0 0,0 0 0,0 0 16,0 25-16,0-25 0,0 0 0,0 0 0,0 0 0,0 24 15,0-24-15,0 0 0,0 25 0,0-25 0,0 0 16,0 25-16,0-25 0,0 0 0,-25 25 0,25-25 16,0 0-16,0 25 0,0-25 0,0 0 0,0 0 0,0 24 15,0-24-15,0 0 0,0 25 0,0-25 0,0 0 0,0 0 16,0 0-16,0 25 0,0-25 0,0 0 0,0 0 15,0 0-15,-25 0 0,25 0 0,0 0 0,0 0 16,0 0-16,0 25 0,0-25 0,0 0 0,0 0 16,0 0-16,0 0 0,0 0 0,0 0 0,0 0 0,0 0 15,0 0-15,0 0 0,0 0 0,0 0 0,0 0 47,0 0-47,0 0 0,0 0 0,0 0 0,0 0 0,0 0 0,0 0 0,0 0 0,0 0 0,0 0 0,0 0 0,0-25 0,0 25 0,0 0 0,25 0 0,-25 0 0,0-25 16</inkml:trace>
  <inkml:trace contextRef="#ctx0" brushRef="#br0" timeOffset="471850.9883">26888 7739 0,'0'0'0,"0"0"15,0 0-15,0 0 0,0 0 0,0 0 0,0 0 0,0 0 16,0 0-16,0 0 0,0 0 0,0 0 0,0 0 15,0 0-15,0 0 0,25 0 0,-25 0 0,0 0 16,0 0-16,0 0 0,0 0 0,0 0 0,0 0 0,0 0 0,0 0 16,0 0-16,0 0 0,0 0 0,0-25 0,0 25 15,0 0-15,0 0 0,25 0 0,-25 0 0,0 0 16,0-25-16,0 25 0,0 0 0,0 0 0,25 0 15,-25-24-15,0 24 0,0 0 0,0 0 0,24 0 0,-24-25 16,0 25-16,0 0 0,0 0 0,0 0 0,0-25 16,0 25-16,0 0 0,25 0 0,-25 0 0,0 0 0,0 0 15,0 0-15,0 0 0,0 0 0,0 0 0,0 0 16,0-25-16,0 25 0,0 0 0,0 0 15,0 0-15,0 0 0,0 0 0,0 0 0,0 0 0,0 25 0,0-25 16,0 0-16,0 0 0,0 0 0,0 0 0,0 0 16,0 0-16,0 0 0,0 0 0,0 0 0,0 0 0,0 0 15,0 0-15,0 0 0,0 0 0,0 0 0,0 0 0,0 0 16,0 0-16,0 0 0,0 0 0,0-25 15,0 25-15,0 0 0,0 0 0,0 0 0,0 0 0,0 0 16,0 0-16,0 0 0,0 0 0,0 0 0,0 0 0,0 0 16,0 0-16,0 0 0,0 25 0,0-25 15,0 0-15,0 0 0,0 0 0,0 0 0,0 0 0,0 0 16,0 0-16,0 0 0,0 0 0,0 0 0,0 0 0,0 0 15,-25 0-15,25 0 0,0 0 0,0 0 0,0 0 16,0 0-16,0 0 0,0 25 0,0-25 0,0 0 16,0 25-16,0-25 0,0 0 0,0 24 0,0-24 0,-24 0 15,24 25-15,0-25 0,0 0 0,0 25 0,0-25 0,0 0 16,0 25-16,0-25 0,0 0 0,0 25 15,-25-25-15,25 0 0,0 24 0,0-24 0,0 0 0,0 0 16,0 25-16,0-25 0,0 0 0,0 0 0,0 25 0,0-25 16,0 0-16,0 25 0,0-25 0,0 0 0,-25 0 15,25 25-15,0-25 0,0 0 0,0 0 0,0 24 16,0-24-16,0 0 0,0 0 0,0 0 0,0 25 15,0-25-15,0 0 0,0 0 0,0 0 0,0 0 0,0 0 16,0 0-16,0 0 0,0 0 0,0 0 0,0 25 0,0-25 16,0 0-16,0 0 0,0 0 0,0 0 0,0 0 15,0 0-15,0 0 0,0 0 0,0 0 0,0 0 0,0 0 16,0 0-16,0-25 0,0 25 0,0 0 0,0 0 15,0 0-15,0 0 0,0 0 0,0 0 0,-25 0 16,25 0-16,0-25 0,0 25 0,0 0 0,0 0 0,0 0 16,0 0-16</inkml:trace>
  <inkml:trace contextRef="#ctx0" brushRef="#br0" timeOffset="474923.1641">27508 7665 0,'0'0'0,"0"0"0,0 0 0,0 0 0,0 0 16,0 0-16,0 0 0,0 0 0,0 0 0,0 0 0,0 0 15,0 0-15,0 0 0,0 0 0,0 0 0,0 0 0,0 0 16,0 0-16,0 0 0,0 0 0,0 0 0,0 0 16,0 0-16,0 0 0,0 0 0,0 0 15,0 0-15,0 0 0,0 0 0,0 0 0,0 0 0,0 0 0,0 0 16,0 0-16,0 0 0,0 0 0,0 0 0,0 0 15,0 0-15,0 0 0,0 0 0,0 0 0,0 0 0,0 0 16,0 0 31,0 0-47,0 0 0,0 0 0,0 0 0,0 0 0,0 0 0,0 0 15,0 0-15,0 0 0,0 0 0,-24 0 0,24 0 0,0 0 0,0 0 0,0 0 0,0 0 0,0 0 0,0 0 0,0 0 0,0 0 0,0 24 0,0-24 0,0 0 0,0 0 0,0 0 0,0 0 16,0 0-16,0 0 0,0 0 0,0 0 0,0 0 16,0 0-16,0 0 0,0 0 0,0 0 0,0 0 15,0 0-15,0 0 0,0 0 0,0 0 0,0 0 0,0 0 47,0 0-47,0 25 0,0-25 0,0 0 0,0 0 0,-25 0 0,25 0 0,0 0 0,0 0 0,0 25 16,0-25-16,0 0 0,0 0 0,0 0 0,0 0 0,0 0 0,0 0 0,0 25 0,0-25 0,0 0 0,0 0 0,0 0 15,0 0-15,0 0 0,0 0 0,0 25 0,0-25 16,-25 0-16,25 0 0,0 0 0,0 0 0,0 24 0,0-24 15,0 0-15,0 0 47,0 0-47,0 0 0,0 0 0,0 0 0,0 25 0,-25-25 0,25 0 0,0 0 0,0 0 0,0 0 0,0 25 0,0-25 0,0 0 0,0 0 0,0 0 0,0 0 0,0 0 0,0 25 0,0-25 16,0 0-16,0 0 0,-25 0 0,25 0 0,0 0 15,0 25-15,0-25 0,0 0 0,0 0 0,0 0 0,0 0 16,0 0-16,0 0 0,0 24 0,0-24 0,0 0 0,0 0 16,0 0-16,0 0 0,0 0 0,0 25 15,0-25 32,0 0-47,0 0 0,0 0 0,-24 0 0,24 25 0,0-25 0,0 0 0,0 0 0,0 0 94,0 25-94,0 0 0,-25-25 0,25 0 0,0 0 0,0 0 0,0 0 0,0 25 0,0-25 0,0 0 0,0 0 0,0 0 0,0 0 0,0 24 0,0-24 0,0 0 0,0 0 0,0 0 0,0 0 15,0 25-15,0-25 0,0 0 0,0 0 0,0 0 0,0 0 0,0 0 0,0 0 0,0 25 0,0-25 0,0 0 0,-25 0 0,25 0 0,0 0 0,0 0 0,0 25 0,0-25 0,0 0 0,0 0 0,0 0 0,0 0 0,0 0 0,0 25 16,0-25-16,0 0 0,0 0 0,0 0 15,0 0-15,0 24 0,0-24 0,0 0 0,0 0 0,0 0 16,0 0-16,0 0 0,0 0 0,0 0 16,0 0-16,0 0 0,0 0 0,0 25 0,0-25 0,-25 0 0,25 0 15,0 0-15,0 0 0,0 0 0,0 0 0,0 0 0,0 25 16,0-25-16,0 0 0,0 0 0,0 0 15,0 0-15,0 0 0,0 25 0,0-25 0,0 0 0,0 0 16,0 0-16,0 0 0,0 25 0,0-25 0,0 0 0,0 0 16,0 0-16,0 0 0,0 0 0,0 24 0,0-24 15,-25 0-15,25 0 0,0 0 0,0 0 0,0 25 16,0-25-16,0 0 0,0 0 0,0 0 0,0 25 0,0-25 15,0 0-15,0 0 0,0 0 0,0 0 16,0 0-16,0 0 0,0 25 0,0-25 0,0 0 0,0 0 0,0 0 16,0 0-16,0 0 0,0 0 0,-24 25 15,24-25-15,0 0 0,0 0 0,0 0 0,0 0 0,0 0 0,0 24 16,0-24-16,0 0 0,0 0 0,0 0 15,0 0-15,0 0 0,0 0 0,0 0 0,0 0 0,0 0 16,0 0-16,0 25 0,0-25 0,0 0 0,0 0 0,0 0 16,0 0-16,0 0 0,0 0 0,0 0 0,0 0 15,0 0-15,0 0 0,0 0 0,0 0 0,0 0 0,0 0 16,0 0-16,0 0 0,0 0 0,0 0 0,0 0 15,0 0-15,0 25 0,0-25 0,0 0 0,0 0 0,0 0 16,0 0-16,0 0 0,0 0 0,0 0 0,0 0 16,0 0-16,0 0 0,0 0 0,0 0 15,0 0-15,0 0 0,0 0 0,0 0 0,0 0 0,0 0 0,0 0 16,0 0-16,0 0 0,0 0 0,0 0 0,0 0 15,0 0-15,-25 0 0,25 25 0,0-25 0,0 0 16,0 0-16,0 0 0,0 0 0,0 0 0,0 0 0,0 0 16,0 0-16,0 25 0,0-25 0,0 0 0,0 0 15,0 0-15,0 0 0,0 0 0,0 0 0,0 0 0,0 24 16,0-24-16,0 0 0,0 0 0,0 0 15,0 0-15,0 0 0,0 0 0,0 0 0,0 0 0,0 0 0,0 0 16,-25 25-16,25-25 0,0 0 0,0 0 0,0 0 16,0 0-16,0 0 0,0 0 0,0 0 0,0 0 0,0 0 15,0 0-15,0 0 0,0 0 0,0 0 0,0 0 16,0 0-16,0 0 0,0 0 0,0 25 0,0-25 31,0 0-31,0 0 0,0 0 0,0 0 0,0 0 0,0 0 0,0 0 0,0 0 0,0 0 0,0 0 0,0 0 16,0 0-16,0 0 0,0 0 0,0 0 0,0 0 15,0 0-15,0 0 0,0 0 0,0 0 0,0 25 0,0-25 16,0 0-16,0 0 0,0 0 0,0 0 0,0 0 15,0 0-15,0 0 0,0 0 0,0 0 0,0 0 0,0 0 16,0 0-16,0 0 0,0 0 0,0 0 0,0 0 16,0 0-16,0 0 0,0 0 0,0 0 0,0 0 15,0 0-15,0 0 0,0 0 0,0 0 0,0 0 0,0 0 16,0 0-16,0 0 0,0 0 0,-25 25 15,25-25-15,0 0 0,0 0 0,0 0 0,0 0 0,0 0 0,0 0 16,0-25-16,25 25 0,-25 0 0,0 0 0,0 0 16,0 0-16,0-25 0,0 25 0,0 0 0,0 0 0,0-25 15,0 25-15,25-25 0,-25 25 0,0 0 0,0-24 16</inkml:trace>
  <inkml:trace contextRef="#ctx0" brushRef="#br0" timeOffset="485688.7798">28277 7640 0,'0'0'15,"0"0"-15,0 0 0,0 0 0,0 0 0,0 0 0,0 0 16,0 0-16,0 0 0,0 0 0,0 0 0,0 0 0,0 0 15,0 0-15,0 0 0,0 0 0,0 0 0,0 0 16,0 0-16,0 0 0,0 0 0,0 0 0,0 0 0,0 0 16,0 0-16,0 0 0,0 0 0,0 0 0,0 0 15,0 0-15,0 0 0,0 0 0,0 0 0,0 0 16,0 0-16,0 0 0,0 0 0,0 0 0,0 0 0,0 0 15,0 0-15,0 0 0,0 0 0,0 0 16,0 0-16,0 0 0,0 0 0,0 0 0,0 0 0,0 0 16,0 0-16,0 0 0,0 0 0,0 0 0,0 0 0,0 0 15,0 0-15,0 0 0,0 0 0,0 0 0,0 0 16,0 0-16,0 0 0,0 0 0,0 0 0,0 0 15,0 0-15,0 25 0,-24-25 0,24 0 0,0 0 0,0 0 16,0 24-16,-25-24 0,25 0 0,0 0 0,0 0 0,-25 25 16,25-25-16,0 0 0,0 0 0,-25 25 0,25-25 15,0 0-15,0 0 0,-25 25 0,25-25 0,0 0 16,0 0-16,-24 25 0,24-25 0,0 0 0,0 0 0,0 0 15,-25 24-15,25-24 0,0 0 0,0 0 16,0 0-16,0 0 0,-25 0 0,25 0 0,0 25 0,0-25 16,0 0-16,0 0 0,0 0 0,0 0 0,0 0 0,-25 0 15,25 0-15,0 0 0,0 25 0,0-25 0,0 0 0,0 0 16,0 0-16,0 0 0,0 0 0,0 0 0,0 0 15,0 0-15,0 0 0,0 0 0,0 0 0,0 0 16,0 0-16,0 0 0,0 0 0,0 0 0,0 0 0,0 0 16,0 0-16,0 0 0,0 0 0,0 0 0,0 0 15,0 0-15,0 0 0,0 0 0,0 0 0,0 0 16,0 0-16,0 0 0,0 0 0,0 0 0,0 0 15,0 0-15,0 0 0,0 0 0,0 0 0,0 0 0,0 0 16,0 0-16,25 0 0,-25 0 0,0 0 0,0 0 0,0 0 16,0 0-16,0 0 0,0 0 0,0 0 0,0 0 15,25 0-15,-25 0 0,0 0 0,0 0 0,0 0 0,25 0 16,-25 0-16,0 0 0,0 0 15,24 0-15,-24 0 0,0 0 0,25 0 0,-25 0 0,25 0 0,-25 0 16,0 0-16,0 0 0,25 0 0,-25 0 0,0 0 0,0 0 16,0 0-16,0 0 0,25 0 0,-25 0 15,0 0-15,0 0 0,0 0 0,0 0 0,0 0 0,0 0 0,0 0 16,0 0-16,0 0 0,0 0 0,24 0 0,-24 0 15,0 0-15,0 0 0,0 0 0,25 0 0,-25 0 0,0 0 16,0 0-16,25 0 0,-25 0 0,0 0 16,25 0-16,-25 0 0,0 0 0,0 0 0,25 0 15,-25 0-15,0 0 0,0 0 0,24 0 0,-24 0 0,0 0 16,0 0-16,0 25 0,0-25 0,0 0 0,0 0 0,0 0 0,0 0 15,0 0-15,0 0 0,0-25 0,0 25 16,0 0-16,0 0 0,0 0 0,0 0 0,0 0 0,0 0 16,0 0-16,0 0 0,0 0 0,0 0 0,0 0 15,0 0-15,0 0 0,0 0 0,0 0 0,0 0 0,0 0 16,0 0-16,0 0 0,0 0 0,0-25 0,0 25 0,0 0 15,0 0-15,-24 0 0,24 0 0,0-25 16</inkml:trace>
  <inkml:trace contextRef="#ctx0" brushRef="#br0" timeOffset="486162.8069">28377 7665 0,'0'0'0,"0"0"0,0 0 16,0 0-16,0 0 0,0 0 0,0 0 0,0 0 15,0 0-15,0 0 0,0 0 0,0 0 0,0 0 0,0 0 16,0 0-16,0 0 0,0 0 0,0 0 0,0 0 16,0 0-16,0 0 0,0 0 0,0 0 0,0 0 15,0 0-15,0 0 0,0 0 0,0 0 0,0 24 0,0-24 16,0 0-16,0 0 0,0 0 0,0 25 0,0-25 0,0 0 15,0 0-15,0 25 0,0-25 0,0 0 16,0 25-16,0-25 0,0 0 0,0 25 0,0-25 0,0 0 16,0 24-16,-25-24 0,25 0 0,0 25 0,0-25 0,0 0 15,0 25-15,0-25 0,0 0 0,0 25 0,0-25 16,0 0-16,0 0 0,0 25 0,0-25 0,0 0 15,0 24-15,0-24 0,0 0 0,-25 0 0,25 25 16,0-25-16,0 0 0,0 0 0,0 25 0,0-25 16,0 0-16,0 0 0,0 0 0,0 0 0,0 25 0,0-25 15,0 0-15,0 0 0,0 0 0,0 0 0,0 0 0,0 25 16,0-25-16,0 0 0,0 0 0,0 0 0,0 0 0,0 0 15,0 0-15,0 0 0,0 25 0,0-25 16,0 0-16,0 0 0,0 0 0,0 0 0,0 0 0,0 0 16,0 0-16,0 0 0,0 0 62,0 0-62,0 0 0,0-25 0,0 25 0,0 0 0,0 0 0,0 0 0,0 0 0,0 0 0,0 0 0,0-25 0,0 25 0,0 0 0,0 0 0,0-25 0,0 25 0,0 0 0,0 0 0</inkml:trace>
  <inkml:trace contextRef="#ctx0" brushRef="#br0" timeOffset="488814.9586">29245 7764 0,'0'0'16,"-25"0"-16,25 0 0,0 0 0,0 0 0,0 0 16,0 0-16,0 0 0,0 0 0,0 0 0,0 0 0,0 0 15,0 0-15,0 0 0,0 0 0,-25 0 0,25 0 16,0 0-16,0 0 0,0-25 0,0 25 0,0 0 15,0 0-15,0 0 0,0 0 0,0 0 0,0 0 0,0 0 16,0 0-16,0 0 0,0 0 0,0 0 0,0 0 16,0 0-16,0 0 0,0 0 0,0 0 0,0 0 514,-74 223-482,74-223-32,0 0 0,0 0 0,0 0 15,0 0-15,0 0 0,0 0 0,0 0 0,0 0 0,0 0 0,0 0 0,0 0 0,0 0 0,0 0 0,0 0 0,0 0 0,0 0 0,0 0 78,0 0-78,0 0 16,0 0-16,0 0 0,0 0 0,0 0 0,0 0 0,0 0 0,0 0 0,0 0 0,0 0 0,0 0 0,0 0 0,0 0 0,0 0 0,0 0 0,0 0 0,0 0 0,0 0 0,0 0 0,0 0 0,0 0 0,0 0 0,0 0 0,0 0 0,0 0 15,0 0-15,0 0 0,0 0 0,0 0 0,0 0 0,0 0 0,0 0 0,0 0 0,0 0 0,0 0 0,0 0 0,0 0 0,0 0 0,0 0 0,0 0 0,0 0 0,0 0 16,0 0-16,0 0 0,0 0 0,0 0 0,0 0 16,0 0-16,0 0 0,0 0 0,0 0 0,0 0 0,0 0 15,0 0-15,0 0 0,0 0 0,0 0 0,0 0 0,0 0 16,0 0-16,0 0 0,0 0 0,0 0 0,0 0 15,0 0-15,0 0 0,0 0 0,0 0 0,0 0 141,0 0-141,0 0 0,0 0 0,0 0 0,0 0 0,0 0 0,0 0 0,0 0 0,0 0 0,0 0 0,0 0 0,0 0 0,0 0 0,0 0 0,0 0 0,0 0 0,0 0 0,0 0 0,0 0 0,0 0 0,0 0 0,0 0 0,0 0 0,0 0 0,0 0 0,0 0 0,0 0 0,0 0 0,0 0 0,0 0 0,0 0 0,0 0 0,0 0 0,0 0 0,0 0 0,0 0 0,0 0 0,0 0 15,0 0-15,0 0 0,0 0 0,0 0 0,0 0 0,0 0 16,0 0-16,0 0 0,0 0 47,0 0 31,0 0-78,0 0 0,0 0 15,0 0-15,0 0 0,0 0 0,0 0 0,0 0 0,0 0 0,0 0 0,0 0 0,0 0 0,0 0 0,0 0 0,25 0 0,-25 0 0,0 0 0,0 0 0,0 0 0,0 0 0,0 0 0,0 0 0,0 0 0,0 0 0,0 0 0,0 0 0,0 0 0,0 0 0,0 0 0,0 0 0,0 0 0,0 0 0,0 0 0,0 0 0,0 0 0,0 0 0,0 0 0,0 0 0,0 0 16,24 0-16,-24 0 0,0 0 0,0 0 0,0 0 16,0 0-16,25 0 0,-25 0 0,0 0 0,0 0 0,0 0 15,25 0-15,-25 0 577</inkml:trace>
  <inkml:trace contextRef="#ctx0" brushRef="#br0" timeOffset="492098.1464">29146 7640 0,'0'0'0,"0"0"0,0 0 0,0 0 0,0 0 0,0 0 0,0 0 0,0 0 15,0 0-15,0 0 0,0 0 0,0 0 0,0 0 0,0 0 16,0 0-16,0 0 0,0 0 0,0 0 0,0 0 0,0 0 15,0 0-15,0 0 0,0 0 0,0 0 0,0 0 0,0 0 16,0 0-16,0 0 0,0 0 0,0 0 0,0 0 16,0 0-16,0 0 0,0 0 0,0 0 0,0 0 15,0 0-15,0 0 0,0 0 0,0 0 0,0 0 0,0 0 16,0 0-16,0 0 0,0 0 0,0 0 0,0 0 15,0 0-15,0 0 0,0 0 0,0 0 0,0 0 0,0 0 16,0 0-16,0 0 0,0 0 0,0 0 47,0 0-47,0 0 0,0 0 0,0 0 0,0 0 0,0 0 0,0 0 0,0 0 0,0 0 0,0 0 0,0 0 15,0 0-15,0 0 0,0 0 0,0 0 0,0 0 0,0 0 0,0 0 0,0 0 0,-25 0 0,25 0 0,0 0 0,0 0 16,0 0-16,0 0 0,0 0 0,0 0 16,0-25-16,0 25 0,0 0 0,0 0 0,0 0 0,0 0 15,0 0-15,-25 0 0,25 0 0,0 0 0,0 0 0,0 0 16,0 0-16,0 0 0,0 0 0,0 0 0,0 0 15,0 0-15,0 0 0,0 0 0,0 0 0,0 0 0,0 0 16,0 0-16,0 0 0,0 0 0,0 0 0,0 0 16,0 0-16,0 0 124,-25 0-124,25 0 0,0 0 0,0 0 0,0 0 0,0 0 0,0 0 0,0 0 0,0 0 0,0 0 0,0-25 0,0 25 0,0 0 0,0 0 0,0 0 0,0 0 0,0 0 0,0 0 0,0 0 16,0 0-16,0 0 0,0 0 0,0 0 0,0 0 0,0 0 0,0 0 0,0 0 0,0 0 0,0 0 0,0 0 0,0 0 0,0 0 0,0 0 0,0 0 0,0 0 0,0 0 0,0 0 0,0 0 0,25 0 0,-25 0 0,0 0 16,0 0-16,0 0 0,0 0 0,0 0 0,0 0 0,0 0 15,0 0-15,0 0 0,0 0 0,0-25 0,25 25 16,-25 0 873</inkml:trace>
  <inkml:trace contextRef="#ctx0" brushRef="#br0" timeOffset="494626.291">29170 7615 0,'0'0'0,"0"0"0,0 0 0,25 0 0,-25 0 0,0 0 0,0 0 0,0 0 0,0 0 0,0 0 0,0 0 0,0 0 0,0 0 0,0 0 0,0 0 0,0 0 0,0 0 0,0 0 0,0 0 0,0 0 0,25 0 0,-25 0 16,0 0-16,0 0 0,0 0 0,0 0 0,0 0 0,0 0 0,0 0 0,0 0 0,0 0 0,0 0 0,0 0 0,0 0 0,0 0 0,0 0 0,0 0 0,0 0 0,25 0 0,-25 0 0,0 0 15,0 0-15,0 0 0,0 0 0,0 0 16,0 0-16,0 0 0,0 0 0,0 0 0,0 0 0,0 0 15,0 0-15,0 0 0,25 0 0,-25 0 0,0 0 0,0 0 125,0 0-125,0 0 0,0 0 0,0 0 0,0 0 0,0 0 0,0 0 0,0 0 0,0 0 0,0 0 0,0 0 0,0 0 0,0 0 0,0 0 0,0 0 0,0 0 0,0 0 0,0 0 0,0 0 0,0 0 0,0 0 0,0 0 0,0 0 0,0 0 0,0 0 0,0 0 16,0 0-16,0 0 0,0 0 0,0 25 0,0-25 0,0 0 0,0 0 0,0 0 0,0 0 0,0 0 0,0 0 0,0 0 0,0 0 0,0 0 0,0 0 15,0 0-15,0 0 0,0 0 0,0 0 0,0 0 0,0 0 16,0 0-16,0 0 0,0 0 0,0 0 0,0 0 16,0 0-16,0 0 0,0 0 0,0 25 140,-25-1-140,25-24 0,0 0 0,0 0 0,0 0 31,-25 50-31,25-50 0,0 0 0,0 0 0,0 25 0,0-25 0,0 0 0,0 0 0,0 0 0,-25 0 0,25 25 0,0-25 0,0 0 0,0 0 16,0 0-16,0 0 0,0 24 0,0-24 0,0 0 0,0 0 0,0 0 0,-25 0 0,25 0 0,0 0 0,0 0 0,0 25 0,0-25 0,0 0 0,0 0 0,0 0 0,0 0 0,0 0 0,0 0 0,0 0 0,0 0 0,0 0 0,-24 25 0,24-25 0,0 0 15,0 0-15,0 0 0,0 0 0,0 0 0,0 0 16,0 0-16,0 0 0,0 0 0,-25 25 0,25-25 0,0 0 16,0 0 62,0 0-78,0 0 0,0 0 0,0 0 0,0 0 0,0 0 0,0 0 0,0 25 0,0-25 0,-25 0 0,25 0 0,0 0 0,0 0 0,0 0 0,0 0 0,0 0 0,0 0 0,0 0 0,0 0 0,0 0 0,-25 24 0,25-24 0,0 0 0,0 0 0,0 0 0,0 0 0,0 0 0,0 0 0,0 0 0,0 0 0,0 25 0,-25-25 15,25 0-15,0 0 0,0 0 0,0 0 0,0 0 0,0 0 16,0 0-16,0 0 0,0 0 0,0 0 0,0 0 15,0 0-15,0 0 0,0 0 78,0 0-78,0 0 0,0 0 0,0 0 0,0 0 0,0 0 0,0 0 0,0 0 0,0 0 0,0 0 0,0 0 0,0 0 0,0 0 16,0 0-16,0 0 0,0 0 0,0 0 0,0 0 0,0 0 0,0 0 0,0 0 0,0 0 0,0 0 0,0 0 0,0 0 0,0 0 0,0 0 0,25 0 0,-25 0 0,0 0 0,0 0 0,0 0 0,0 0 0,0 0 0,0 0 16,0 0-16,0 0 0,25 0 0,-25 0 0,0 0 15,0 0-15,0 0 0,0 0 0,0 0 0,25 0 0,-25 0 16,0 0-16,0 0 639</inkml:trace>
  <inkml:trace contextRef="#ctx0" brushRef="#br0" timeOffset="500133.606">28054 8483 0,'0'-25'0,"0"25"0,0 0 15,0 0-15,0 0 0,0 0 0,0 0 0,0 0 0,0 0 16,0 0-16,0 0 0,0 0 0,0 0 0,0 0 0,0 0 15,0 0-15,0 0 0,0 0 0,0 0 0,0 0 16,0 0-16,0 0 0,0 0 0,0 0 0,0 0 16,0 0-16,0 0 0,0 0 0,0 0 0,0 0 0,0 0 15,0 0-15,0 0 0,0 0 0,0 0 0,0 0 16,0 0-16,0 25 0,0-25 0,0 0 0,0 0 15,0 0-15,0 0 0,0 0 0,0 0 0,0 0 0,0 0 16,0 0-16,0 0 0,0 0 0,0 0 0,0 0 16,0 0-16,0 0 0,0 0 0,0 0 0,0 0 0,0 0 15,0 0-15,0 0 0,0 0 0,0 0 0,0 0 16,0 0-16,0 0 0,0 0 0,0 0 0,0 0 0,0 0 15,0 0-15,0 0 0,0 0 0,0 0 16,0 0-16,0 0 0,0 0 0,0 0 0,0 0 0,0 0 16,0 0-16,0 0 0,0 0 0,0 0 0,0 0 0,0 0 15,0 0-15,0 0 0,0 0 0,0 25 0,0-25 16,0 0-16,0 0 0,0 0 0,0 0 0,0 25 0,0-25 15,0 0-15,-25 0 0,25 25 0,0-25 0,0 0 16,0 0-16,0 24 0,0-24 0,0 0 0,0 0 0,0 25 16,0-25-16,0 0 0,0 0 0,0 0 0,0 0 15,0 0-15,0 25 0,0-25 0,0 0 16,0 0-16,-25 0 0,25 0 0,0 0 0,0 0 0,0 0 0,0 0 15,0 0-15,0 0 0,0 0 0,0 0 0,0 0 16,0 0-16,0 0 0,0 0 0,0 0 0,0 0 16,0 0-16,0 0 0,0 0 0,0 0 0,0 0 0,0 0 15,0 0-15,0 0 0,0 0 0,0 0 0,0 0 16,0 0-16,0 0 0,0 0 0,0 0 0,0 0 0,0 0 15,0 0-15,0 0 0,0 0 0,25 0 0,-25 0 16,0 0-16,0 0 0,0 0 0,0 0 0,0 0 0,0 0 16,0 0-16,0 0 0,0 0 0,0 0 0,0 0 15,0 0-15,0 0 0,0 0 0,0 0 0,0 0 0,0 0 16,0 0-16,0 0 0,0 0 0,0 0 0,0 0 15,25 0-15,-25 0 0,0 0 0,0 0 0,0 0 16,0 0-16,0 0 0,0 0 0,0 0 0,25 0 16,-25-25-16,0 25 0,0 0 0,0 0 0,0 0 0,0 0 15,0 0-15,25 0 0,-25 0 0,0 0 0,0 0 0,0 0 16,0 0-16,0 0 0,0 0 0,0 0 0,0 0 15,0 0-15,25 0 0,-25 0 0,0 0 0,0 0 0,0 0 16,0 0-16,0 0 0,0 0 0,0 0 0,0 0 16,0 0-16,0 0 0,0 0 0,0 0 0,0 0 15,0 25-15,0-25 0,0 0 0,0 0 0,0 0 16,0 0-16,0 0 0,0 0 0,0 0 0,0 0 0,0 25 15,0-25-15,0 0 0,0 0 0,0 25 0,0-25 16,0 0-16,0 0 0,0 0 0,0 0 0,0 24 0,0-24 16,0 0-16,0 0 0,0 0 0,0 0 0,0 25 15,0-25-15,0 0 0,0 0 0,0 0 0,0 0 0,0 25 16,0-25-16,0 0 0,0 0 0,0 0 0,0 0 15,0 25-15,0-25 32,0 0-32,0 0 15,0 0-15,0 0 0,0 0 0,0 0 0,0 25 0,0-25 0,0 0 0,0 0 0,0 0 0,0 0 0,-25 0 0,25 0 0,0 0 0,0 0 0,0 24 0,0-24 0,0 0 0,0 0 16,0 0-16,0 0 0,0 0 0,0 0 0,0 0 0,0 0 15,0 25-15,0-25 0,0 0 0,0 0 0,-25 0 16,25 0-16,0 0 0,0 0 47,0 0-47,0 0 0,-99-25 171,99 25-171,0 0 0,0 0 0,0 0 0,0-24 0,0 24 0,0 0 0,0 0 0,0 0 0,0 0 0,0 0 0,-25 0 0,25 0 0,0 0 0,0 0 0,0 0 0,0 0 0,0 0 0,0 0 0,0 0 0,0 0 0,0 0 0,0 0 0,0 0 0,0 0 0,0 0 0,0-25 0,0 25 16,0 0-16,0 0 0,0 0 0,0 0 0,25 0 0,-25 0 0,0 0 0,0 0 0,0 0 0,0 0 0,0-25 0,0 25 0,0 0 0,24 0 16,-24 0-16</inkml:trace>
  <inkml:trace contextRef="#ctx0" brushRef="#br0" timeOffset="501084.6604">28129 8409 0,'0'0'0,"0"0"15,0 0-15,0 0 0,0 0 0,0 0 0,0 0 16,0 0-16,0 0 0,0 0 0,0 0 0,0 0 0,0 0 16,0 0-16,0 0 0,0 0 0,0 0 0,0 0 15,0 0-15,0 0 0,0 0 0,0 0 0,0 0 0,0 0 16,0 0-16,0 0 0,0 0 0,0 0 0,0 0 15,0 0-15,0 0 0,0 0 0,0 0 0,0 0 16,0 0-16,0 0 0,0 0 0,0 0 47,0 0-47,0 0 0,0 0 0,0 0 0,0 0 0,0 0 0,0 0 0,0 0 0,0 0 0,0 0 0,0 0 0,0 0 0,0 0 0,0 0 0,0 0 0,0 0 0,0 0 0,0 0 15,0 0-15,0 0 0,0 0 0,0 0 0,0 0 16,0 0-16,0 0 0,0 0 0,0 0 0,0 0 16,0 0-16,0 0 0,0 0 0,0 0 0,0 0 0,0 0 0,0 0 15,0 0-15,0 0 0,0 0 47,0 0-47,0 0 16,0 0-16,0 0 0,0 0 0,24 0 0,-24 0 0,0 0 0,0 0 0,0 0 0,0 0 0,0 0 0,25 0 0,-25 0 0,0 0 0,0 0 0,0 0 0,25 0 93,-25 0-93,0 0 0,25 0 0,-25 0 0,0 0 0,0 0 0,25 0 0,-25 0 0,0 0 0,0 0 0,24 0 0,-24 0 0,0 0 0,25 0 0,-25 0 0,0 0 0,0 0 0,25 0 0,-25 0 0,0 0 0,0-25 0,0 25 0,25 0 0,-25 0 0,0 0 0,0 0 0,25 0 16,-25 0-16,0 0 0,0 0 0,0 0 0,0 0 0,0 0 0,24 0 0,-24 0 0,0 0 0,0 0 0,0 0 0,0 0 0,0 0 0,0 0 0,0 0 15,0 0-15,0 0 0,0 0 0,0 0 0,0 0 0,0 0 16,0-25-16,-24 25 0,24 0 0,0 0 0,0 0 16,0 0-16,0 0 0,0 0 0,0 0 0,0 0 0,0 0 15,0 0-15</inkml:trace>
  <inkml:trace contextRef="#ctx0" brushRef="#br0" timeOffset="506000.9416">29121 8434 0</inkml:trace>
  <inkml:trace contextRef="#ctx0" brushRef="#br0" timeOffset="516571.5462">29270 8731 0</inkml:trace>
  <inkml:trace contextRef="#ctx0" brushRef="#br0" timeOffset="551613.5505">29294 8582 0,'0'0'15,"0"0"-15,0 0 0,0 0 0,0 0 0,0 0 0,0 0 0,0 0 16,0 0-16,0 0 0,0 0 0,0 0 0,0 0 15,0 0-15,0 0 0,0 0 0,0 0 0,0 0 16,0 0-16,0 0 47,0 0-47,0 0 0,0 0 0,0 0 0,0 0 0,0 0 0,0 0 0,0 0 0,0 0 0,0 0 0,0 0 0,0 0 0,0 0 0,0 0 0,0 0 0,0 0 0,0 0 0,0 0 0,0 0 0,0 0 15,0 0-15,0 0 0,0 0 0,0 0 0,0 0 16,0 0-16,0 0 0,0 0 0,0 0 0,0 0 16,0 0-16,0 0 0,0 0 0,0 0 0,0 0 0,0 0 15,0 0-15,0 0 0,0 0 0,0 0 0,0 0 16,0 0-16,0 0 0,0 0 0,0 0 0,0 0 0,0 0 15,0 0-15,0 0 0,0 0 0,-24 0 0,24 0 16,0 0-16,0 0 0,0 0 0,0 0 0,0 0 0,0 0 94,0 0-94,0 0 0,0 0 0,0 0 0,0 0 0,0 0 0,0 0 0,0 0 0,0 0 0,0 0 0,0 0 0,-25 0 0,25 0 0,0 0 0,0 0 0,0 0 0,0 0 0,0 0 0,0-24 0,0 24 0,0 0 0,0 0 0,-25 0 0,25 0 0,0 0 0,0 0 0,0 0 0,0 0 15,0 0-15,0 0 0,0 0 0,0 0 0,0 0 0,0 0 0,0 0 0,-25 0 0,25 0 0,0 0 16,0 0-16,0 0 0,0 0 0,0-25 0,0 25 15,0 0-15,-25 0 0,25 0 63,0 0-32,0 0-15,0 0-16,0 0 0,-24 0 0,24-25 0,0 25 0,0 0 0,0 0 0,0 0 0,0 0 0,0 0 0,0 0 0,0 0 0,-25 0 0,25 0 0,0 0 0,0 0 0,0 0 0,0 0 0,0 0 0,0 0 0,0 0 0,0 0 0,0 0 0,0 0 0,0-25 0,0 25 0,0 0 0,0 0 0,0 0 0,0 0 0,0 0 0,0 0 0,0 0 0,0 0 0,0 0 0,0 0 0,0 0 46,0 0-46,0 0 0,0 0 47,0 0-47,0 0 0,0 0 0,0 0 0,0 0 0,0 0 0,25 0 0,-25 0 0,0 0 0,0 0 0,0-25 0,0 25 0,0 0 0,0 0 0,0 0 0,0 0 0,0 0 0,0 0 0,24 0 0,-24 0 0,0-24 0,0 24 0,0 0 0,25 0 0,-25 0 0,0 0 0,0 0 16,0 0-16,25 0 0,-25 0 0,0 0 0,0 0 0,25 0 0,-25 0 15,0-25-15,0 25 0,25 0 0,-25 0 0,0 0 0,0 0 16,24 0-16,-24 0 0,0 0 0,0 0 0,0 0 16,25 0-16,-25 0 0,0 0 0,25 49 124,-25-24-124,0-25 0,0 0 0,0 0 0,0 0 0,0 25 0,0-25 0,0 0 0,0 0 0,0 0 0,0 0 0,0 25 0,0-25 0,0 0 0,0 0 0,0 0 0,0 0 16,0 25-16,0-25 0,0 0 0,0 0 0,0 0 0,0 0 0,0 24 0,-25-24 0,25 0 0,0 0 0,0 0 0,0 0 0,0 25 0,0-25 0,-25 0 0,25 0 0,0 0 0,0 0 0,0 25 0,-24-25 0,24 0 16,0 0-16,0 0 0,0 0 0,0 0 0,-25 0 0,25 0 15,0 0-15,0 0 0,-25 25 0,25-25 0,0 0 0,0 0 172,-124 25-172,124-25 0,0 0 0,0 0 0,0 24 0,0-24 0,0 0 0,0 0 0,0 0 0,-25 0 0,25 0 0,0 0 0,0 0 0,0 0 0,0 0 0,0 0 0,0 0 0,0 0 0,0 0 0,0 0 0,0 0 0,0 0 15,0 0-15,0 25 0,0-25 0,0 0 0,0 0 0,0 0 0,0 0 0,0 0 0,0-25 0,0 25 0,25 0 0,-25 0 0,0 0 0,0 0 0,0 0 0,0 0 0,0 0 0,0 0 0,0 0 16,0 0-16,0 0 0,0 0 0,25 0 0,-25 0 16,0 0-16,0 0 0,0 0 0,0 0 0,25 0 46,-25 0-46,0 0 0,0 0 0,24 0 0,-24 0 0,0-24 0,0 24 0,25 0 0,-25 0 0,0 0 0,0 0 0,25 0 0,-25 0 0,0 0 16,0 0-16,0 0 0,0 0 0,0 0 0,25 0 0,-25 0 0,0 0 0,0 0 16,0 0-16,0 0 0,0 0 0,0 0 0,0 0 0,25 0 15,-25 0-15,0 0 0,0 0 47</inkml:trace>
  <inkml:trace contextRef="#ctx0" brushRef="#br0" timeOffset="553708.6701">29146 8806 0,'0'0'0,"0"0"0,0 0 0,0 0 0,0 0 0,0 0 16,0 0-16,0 0 0,0 0 0,0 0 0,0 0 0,0 0 16,0 0-16,0 0 0,0 0 0,0 0 15,0 0-15,0 0 0,0 0 0,0 0 0,0 0 0,0 0 16,0 0-16,0 0 0,0 0 0,0 0 0,0-25 0,0 25 15,0 0-15,0 0 0,0 0 0,0 0 0,0 0 16,0 0-16,0 0 0,0 0 0,0 0 0,0 0 16,0 0-16,0 0 0,0 0 0,0 0 0,0 0 0,0 0 15,0 0-15,0 0 0,0 0 0,0 0 0,0 0 16,0 0-16,0 0 0,0 0 47,0 0-47,0 0 0,0 0 0,0 0 0,0 0 0,0 0 0,0 0 0,0 0 0,0 0 0,0 0 0,0-25 0,0 25 0,0 0 0,0 0 0,0 0 0,0 0 46,0 0-46,0 0 0,0 0 0,0 0 0,0 0 16,0 0-16,0 0 0,0 0 0,0 0 0,0 0 0,0 0 0,0 0 0,0 0 0,0 0 0,0 0 0,0 0 0,0 0 0,0 0 0,0 0 0,0 0 0,0 0 0,24 0 0,-24 0 0,0-25 0,0 25 16,0 0-16,0 0 0,0 0 0,0 0 15,0 0-15,0 0 0,0 0 0,0 0 0,0 0 0,0 0 0,0 0 16,0 0-16,0 0 0,0 25 0,0-25 0,0 0 15,0 0-15,0 0 0,0 0 0,0 0 0,0 0 16,0 0-16,0 0 0,0 0 0,0 0 0,0 0 0,0 0 16,0 0-16,0 0 0,0 0 0,0 0 0,0 0 15,0 0-15,0 0 0,0 0 0,0 0 0,0 0 16,0 0-16,25 0 0,-25 0 0,0 0 0,0 0 15,0 0-15,0 0 0,0 0 0,0 0 0,0 0 0,0 0 16,25 0-16,-25 0 0,0 0 0,0 0 0,0 0 0,0 0 16,0 0-16,25 0 0,-25 0 0,0 0 0,0 0 15,0 0-15,0 0 0,0 0 0,25 0 0,-25 0 0,0 0 16,0 0-16,0 0 0,0 0 0,0 0 0,0 0 15,24 0-15,-24 0 0,0 0 0,0 0 16,0 0-16,0 0 0,0 0 0,0 0 0,0 0 0,0 0 16,0 0-16,25 0 0,-25 25 0,0-25 0,0 0 0,0 0 0,0 0 15,0 0-15,0 0 0,0 0 0,0 0 0,25 0 16,-25 0-16,0 0 0,0 0 0,0 0 0,0 0 47,0 0-47,0 25 0,0-25 0,0 0 0,0 0 0,0 0 0,0 0 0,25 0 0,-25 0 0,0 0 0,0 0 15,0 24-15,0-24 0,0 0 0,0 0 0,0 0 0,0 0 0,0 0 0,0 25 0,0-25 0,0 0 0,0 0 16,0 0-16,0 0 0,0 0 0,0 0 0,0 0 15,0 25-15,0-25 0,0 0 0,0 0 0,0 0 16,0 0-16,0 0 0,0 0 0,0 25 0,0-25 0,-25 0 16,25 0-16,0 0 0,0 0 0,0 25 0,0-25 15,0 0-15,0 0 0,0 0 0,-25 0 0,25 0 0,0 0 16,0 0-16,0 24 0,0-24 0,0 0 0,0 0 15,-25 0-15,25 0 0,0 0 0,0 25 0,0-25 0,-24 0 16,24 0-16,0 0 0,0 0 0,-25 0 16,25 0-16,0 0 0,0 0 0,0 0 0,-25 0 0,25 0 15,0 0-15,0 0 0,0 0 0,-25 0 0,25 0 0,0 0 16,0 0-16,-25 0 0,25 0 0,0 0 0,0 0 0,0 0 15,-24 0-15,24 0 0,0 0 0,0 0 16,0 0-16,0 0 0,0 0 0,-25 0 0,25 0 0,0 0 16,0 0-16,0 0 0,0 0 0,0 0 0,0 0 15,0 0-15,0 0 0,0 0 0,0 0 0,0 0 0,0 0 16,0 0-16,0 0 0,0 0 0,0 0 0,0 0 15,0 0-15,0 0 0,0 0 0,0 0 0,0 0 16,0 0-16,0 0 0,0 0 0,0-25 0,0 25 0,0 0 16,0 0-16,0 0 0,0 0 0,0 0 0,0 0 15,25 0-15,-25 25 0,0-25 0,0 0 0,0 0 0,0-25 16,0 25-16,0 0 0,0 0 0,0 0 0,24 0 0,-24 0 15,0-24-15</inkml:trace>
  <inkml:trace contextRef="#ctx0" brushRef="#br0" timeOffset="554996.7439">30038 7739 0,'0'0'0,"0"0"16,0 0-16,0 0 0,25 0 0,-25 0 16,0 0-16,0 0 0,0 0 0,0 0 0,0 0 249,-25 149-249,25-149 0,0 0 0,-24 0 16,24 25-16,0-25 0,0 0 0,0 24 0,0-24 0,0 0 0,0 25 0,0-25 0,0 0 0,0 25 0,0-25 0,0 0 0,0 25 0,0-25 0,0 0 0,-25 25 0,25-25 0,0 0 0,0 25 0,0-25 0,0 0 0,0 24 0,0-24 0,0 25 0,0-25 0,-25 25 0,25-25 0,0 25 0,0-25 0,0 0 0,0 25 0,0-25 15,0 24-15,-25-24 0,25 0 0,0 25 0,0-25 0,0 0 0,0 25 0,0-25 0,0 0 16,0 25-16,0-25 0,0 0 0,0 0 0,-25 25 16,25-25-16,0 0 0,0 0 46,0 24-46,0-24 0,0 0 0,0 25 0,0-25 0,0 0 0,0 0 0,0 25 0,0-25 16,0 0-16,0 25 0,0-25 0,-24 0 0,24 25 0,0-25 0,0 0 0,0 24 0,0-24 0,0 25 0,0-25 0,0 0 0,-25 25 0,25-25 0,0 25 16,0-25-16,0 25 0,0-25 0,0 0 0,0 24 15,0-24-15,-25 25 0,25-25 0,0 0 0,0 25 0,0-25 16,0 0-16,0 25 0,0-25 0,0 0 0,0 25 15,0-25-15,0 0 0,-25 24 0,25-24 0,0 0 0,0 25 16,0-25-16,0 0 0,0 0 0,0 25 0,0-25 0,0 0 16,0 0-16,0 25 0,0-25 0,0 0 15,0 25-15,0-25 0,0 0 0,0 0 0,0 0 0,-25 24 16,25-24-16,0 0 0,0 0 0,0 0 0,0 0 0,0 25 15,0-25-15,0 0 0,0 0 0,0 0 0,0 25 16,0-25-16,0 0 156,-24 74-156,24-74 0,0 0 0,0 0 0,0 0 0,24 0 16,-24 0-16,0 0 0,0 0 0,0 0 0,0 0 0,0 0 0,0 0 0,0 0 0,0-24 0,0 24 0,0 0 0,0 0 0,0 0 0,-24 0 0,24 0 0,0 0 0,0-25 0,0 25 0,0 0 0,0 0 0,0-25 0,0 25 15,0-25-15,0 25 0,0 0 0,0-25 0</inkml:trace>
  <inkml:trace contextRef="#ctx0" brushRef="#br0" timeOffset="558305.9333">29121 7516 0,'0'0'0,"25"0"0,-25 0 0,0 0 0,0 0 0,0-25 0,0 25 0,0 0 0,24 0 0,-24 0 0,0 0 0,0 0 0,0 0 0,0 0 0,25 0 0,-25 0 15,0 0 204,124 50-219,-124-50 0,0 0 0,0 0 0,0 0 0,0 0 0,0 0 0,0 0 0,0 0 0,0 0 0,0 0 0,0 0 0,0 0 0,0 0 0,0 0 0,0 0 0,0 0 0,0 0 0,0 0 0,0 0 0,0 0 0,0 0 0,0 0 0,0 0 0,0 0 0,0 0 0,0 0 0,0 0 0,0 0 0,25 0 0,-25 0 0,0 0 0,0 0 0,0 0 0,0 0 0,0 0 0,0 0 0,0 0 15,0 24-15,0-24 0,0 0 0,0 0 0,0 0 16,0 0-16,0 0 0,0 0 0,0 0 0,0 25 0,0-25 16,0 0-16,0 0 0,0 0 124,0 25-124,0 0 0,0-25 0,0 0 0,0 0 0,0 0 0,0 0 0,0 0 0,0 0 0,0 25 0,0-25 0,0 0 0,0 0 0,0 0 0,0 0 0,0 0 0,0 24 0,0-24 0,0 0 0,0 0 0,0 0 0,0 0 0,0 0 0,0 0 16,0 25-16,0-25 0,0 0 0,-25 0 0,25 0 0,0 0 0,0 0 0,0 0 0,0 0 0,0 25 0,0-25 0,0 0 0,0 0 0,0 0 0,0 0 0,0 0 0,0 0 16,0 0-16,0 0 0,0 0 0,0 0 0,0 0 15,0 0-15,0 0 0,0 25 0,0-25 0,0 0 16,0 0-16,0 0 0,0 0 0,0 0 0,-25 0 0,25 0 15,0 0-15,0 0 47,0 0-47,0 0 0,0 0 0,0 0 0,0 0 0,0 0 0,0 25 0,-24-25 0,24 0 16,0 0-16,0 0 0,0 0 0,0 0 0,0 0 0,-25 0 0,25 0 0,0 0 0,0 24 0,0-24 0,0 0 0,0 0 0,0 0 0,-25 0 0,25 0 15,0 0-15,0 25 0,0-25 0,-25 0 0,25 0 0,0 0 0,0 0 16,0 0-16,0 25 0,-25-25 0,25 0 0,0 0 16,0 0-16,0 0 0,0 25 0,-24-25 0,24 0 15,0 0-15,0 0 0,0 0 0,0 0 0,0 0 0,0 25 16,-25-25-16,25 0 0,0 0 0,0 0 0,0 0 15,0 0-15,0 0 0,0 0 0,0 0 16,0 0-16,0 0 0,0 0 0,0 0 0,-25 0 0,25 0 0,0 0 16,0 24-16,0-24 0,0 0 0,0 0 0,0 0 171,-199-74 344,323-50-515,-124 124 16,0 0-16,0 0 0,0 0 0,0 0 0,25 0 0,-25 0 0,0 0 0,0 0 0,0 0 0,0 0 0,0 0 0,0 0 0,0 0 0,0 0 0,0 0 0,0 0 0,25 0 0,-25 0 0,0 0 0,0 0 0,0 0 0,0 0 0,0 0 0,0 0 0,0 0 0,25 0 0,-25 0 0,0 0 0,0 0 0,0 0 0,0 0 0,0 0 0,0 0 0,0 0 0,0 0 0,0 0 15,0 0-15,0 0 0,0 0 0,0 0 0,0 0 16,0 0-16,25 0 0,-25 0 0,0 0 0,0 0 0,0 0 15,0 0-15,0 0 0,0 0 141,25 25-141,-25-25 0,0 25 0,0-25 0,0 0 0,0 0 0,0 0 0,0 0 0,0 0 0,0 0 0,0 0 0,0 0 0,0 0 0,0 0 0,0 0 0,0 0 0,0 24 0,0-24 0,0 0 0,0 0 0,0 0 0,0 0 0,0 0 0,0 0 0,0 0 0,0 0 0,24 0 0,-24 0 0,0 0 0,0 25 0,0-25 0,0 0 0,0 0 0,0 0 15,0 0-15,0 0 0,0 0 0,0 0 0,0 0 0,0 0 0,0 0 0,0 0 0,0 25 16,0-25-16,0 0 0,0 0 0,0 0 16,0 0-16,0 0 0,0 0 0,25 0 93,-25 0-93,0 0 0,0 0 0,0 0 0,0 0 0,0 0 0,0 0 0,0 0 0,0 0 0,0 25 0,0-25 0,0 0 0,0 0 0,0 0 0,0 0 0,0 0 0,0 0 0,0 0 0,0 25 0,0-25 0,0 0 0,0 0 0,0 0 0,0 0 0,0 0 0,0 0 0,0 24 0,0-24 0,0 0 0,0 0 0,0 0 0,0 0 0,0 0 0,0 25 0,0-25 16,0 0-16,0 0 0,0 0 0,0 0 0,0 0 15,25 25-15,-25-25 0,0 0 0,0 0 0,0 0 16,0 0-16,0 0 0,0 0 47,0 0-47,0 0 31,0 0-31,0 0 0,0 0 0,0 0 0,0 0 0,0 0 0,0 0 16,0 0-16,0 0 0,0 0 0,0 0 0,0 0 0,0 0 0,0 0 0,0 25 0,0-25 0,0 0 0,0 0 0,25 0 0,-25 0 0,0 0 0,0 0 0,0 0 0,0 0 0,0 0 0,0 0 0,0 0 0,0 0 0,0 0 0,0 0 0,0 0 0,0 0 0,0 0 15,0 0-15,0 0 0,0 0 0,0 0 0,25 0 0,-25 0 16,0 0-16,0 0 0,0 0 0,0 0 0,0 0 15,0 0-15,0 0 0,0 0 0,0 0 32,0 0-32,0 0 0,0 0 0,0 0 0,0 0 0,0 0 0,24 0 0,-24 0 0,0 0 0,0 0 0,0 0 0,0 0 15,25 0-15,-25 0 0,0 0 0,0 0 0,0 0 0,0 0 16,25 0-16,-25 0 0,0 0 0,0 0 0,0 0 15,0 0-15,0-25 0,25 25 0,-25 0 0,0 0 16,0 0-16,0 0 0,0 0 0,0 0 0,0 0 0,25 0 16,-1-25 108,-24 25-124,0 0 0,0 0 0,0 0 0,0 0 0,0 0 0,0 0 0,0 0 0,0 0 0,0 0 0,0 0 16,0 0-16,0 0 0,0 0 0,25 0 0,-25 0 0,0 0 0,0 0 0,0-25 0,0 25 0,0 0 0,0 0 0,0 0 0,0 0 0,0 0 0,0 0 0,25 0 0,-25 0 0,0 0 0,0 0 0,0-24 0,0 24 0,0 0 0,0 0 0,0 0 0,0 0 0,0 0 0,0 0 0,0 0 0,0 0 16,0 0-16,0 0 0,0 0 0,0 0 15,0 0-15,0 0 0,0 0 0,0 0 0,0 0 0,0 0 0,0 0 16,0 0-16,0 0 0,0 0 0,0 0 0,0 0 15,0 0-15</inkml:trace>
  <inkml:trace contextRef="#ctx0" brushRef="#br0" timeOffset="580745.2167">30386 8260 0,'0'0'0,"0"0"0,0 0 0,0 0 0,0 0 16,0 0-16,0 0 0,0 0 0,0 0 0,0 0 47,0 0-47,0 0 0,0 0 0,0 0 0,0 0 0,0 0 15,0 0-15,0 0 0,0 0 0,0 0 0,0 0 0,0 0 0,0 0 0,0 0 0,0 0 0,0 0 0,0 0 0,0 0 0,0 0 0,0 0 0,0 0 0,0 0 16,0 0-16,0 0 0,0 0 0,0 0 0,0 0 15,0 0-15,0 0 0,0 0 0,0 0 0,0 0 16,0 0-16,0 0 0,0 0 0,0 0 920</inkml:trace>
  <inkml:trace contextRef="#ctx0" brushRef="#br0" timeOffset="582993.3453">30361 8359 0,'0'0'0,"0"0"0,0 0 0,0 0 0,0 0 0,0 0 16,25 0-16,-25 0 0,0 0 0,0 0 0,0 0 15,0 0-15,0 0 0,0 0 0,0 0 16,0 0-16,0 0 0,0 0 0,0 0 0,0 0 0,0 0 15,0 0-15,0 0 0,0 0 0,0 0 0,0 0 0,0 0 16,0 0-16,0-25 0,0 25 0,0 0 0,0 0 16,0 0-16,0 0 0,0 0 0,0 0 0,0 25 0,0-25 15,0 0-15,0 0 0,0 0 0,0 0 0,0 0 16,0 0-16,0 0 0,0 0 0,0 0 0,0 0 0,0 0 15,0 0-15,0 0 0,0 0 0,0 0 0,0 0 16,0 0-16,0 0 0,0 0 0,0 0 0,0 0 16,0 0-16,0 0 0,25 0 0,-25 0 0,0 0 0,0 0 15,0 0-15,0 0 0,0 0 0,0 0 0,0 0 16,0 0-16,0 0 0,0 0 0,0 0 0,0 0 0,0 0 15,0 0-15,0 0 0,0 0 0,0 0 0,0 0 16,0 0 171,0 0-187,0 0 359</inkml:trace>
  <inkml:trace contextRef="#ctx0" brushRef="#br0" timeOffset="588679.6706">30187 8136 0,'0'0'32,"0"0"-32,0 0 15,0 0-15,25 25 0,-25-25 0,0 0 0,0 0 0,0 0 0,0 0 0,0 0 0,0 0 0,0 0 0,0 0 0,0 0 0,0 0 0,0 0 0,0 0 0,0 25 0,0-25 0,0 0 0,0 0 0,0 0 0,0 0 0,0 0 0,0 0 0,0 0 0,0 0 0,0 0 16,0 0-16,0 0 0,0 0 0,0 0 0,0 0 0,0 0 0,0 0 0,0 0 0,0 0 0,0 0 0,0 0 0,0 0 0,0 0 0,0 0 15,0 0-15,0 0 0,0 0 0,0 0 0,0 0 0,0 0 16,0 0-16,0 0 0,0 0 0,0 0 0,0 0 16,0 0-16,0 0 46,0 24-46,0-24 0,0 0 0,0 0 0,0 0 0,25 0 0,-25 0 0,0 0 0,0 0 0,0-24 0,0 24 0,0 0 0,0 0 0,0 0 0,0 0 0,0 0 0,0 24 0,0-24 0,0 0 0,0 0 16,0 0-16,0 0 0,0 0 0,0 0 0,0 0 16,0 0-16,0 0 0,0 0 0,0 0 0,0 0 0,0 0 15,0 0-15,0 0 0,0 0 0,0 0 0,0 0 16,0 0-16,0 0 0,0 0 0,0 0 93,0 0-93,0 0 0,0 0 0,0 0 0,0 0 0,0 0 0,0 0 0,0 0 0,0 0 0,0 0 0,0 0 16,0 0-16,0 0 0,0 0 0,0 0 0,0 0 0,0 0 0,0 0 0,0 0 0,0 0 0,0 0 0,25 0 0,-25 0 0,0 0 0,0 0 0,0 0 0,0 0 0,0 0 0,0 0 0,0 0 0,0 0 0,0 0 0,0 0 0,0 0 0,0 0 0,0 0 16,25 0-16,-25 0 0,0 0 0,0 0 0,0 0 0,0 25 0,0-25 0,24 0 0,-24 0 15,0 0-15,0 0 0,0 0 0,25 0 0,-25 0 0,0 0 16,0 0-16,0 0 0,25 0 0,-25 0 0,0 0 15,0 0-15,25 0 0,-25 0 0,0 0 0,0 0 16,0 0-16,25 0 0,-25 0 0,0-25 0,0 25 0,0 0 16,0 0 155,124 0-171,-124-24 0,0 24 0,0 0 0,0 0 0,0 0 0,0 0 0,0 0 0,0 0 0,0 0 0,0 0 0,0 0 0,0 0 0,0 0 16,0 0-16,0 0 0,0 0 0,0 0 0,0 0 0,0 0 0,0 0 0</inkml:trace>
  <inkml:trace contextRef="#ctx0" brushRef="#br0" timeOffset="589894.74">30113 8508 0,'0'0'0,"0"25"0,0-25 16,0 0-16,0 0 0,0 0 0,0 0 0,0 0 0,0 0 15,0 0-15,0 0 0,0 0 0,0 0 0,0 0 16,0 0-16,0 0 0,0 0 0,0 0 0,0 0 0,0 0 15,0 0-15,0 0 0,0 0 0,0 0 0,0 0 16,0 0-16,0 0 0,0 0 0,0 0 0,0 0 0,0 0 16,0 0-16,0 0 0,0 0 0,0 0 15,25 0-15,-25 0 0,0 0 0,0 0 0,0 0 0,0 0 16,0 0-16,0 0 218,0 0-218,0 0 0,0 0 0,0 0 0,0 0 297,347 25-251,-347-25-46,0 0 0,25 0 0,-25 0 0,0 0 0,0 0 0,0 0 0,0 0 0,0 0 0,0 0 0,0 0 16,0 0-16,0 0 0,0 0 0,0 0 0,0 0 0,-25 0 0,25 0 0,0 0 0,0 0 0,0 0 0,0 0 0,0-25 0,0 25 0,0 0 0,0 0 0,0 0 0,0 0 0,0 0 0,0 0 0,25 0 0,-25 0 0,0 0 0</inkml:trace>
  <inkml:trace contextRef="#ctx0" brushRef="#br0" timeOffset="593004.9179">31031 8161 0,'0'0'0,"0"0"0,0 0 0,0 0 15,0 0-15,0 0 0,0 0 0,0 0 0,-25 0 655,248 49-655,-223-49 0,0 0 0,0 0 0,0 25 0,0-25 16,0 0-16,0 0 0,0 0 0,0 0 0,0 25 0,0-25 0,0 0 0,0 0 0,0 0 0,-25 0 0,25 25 0,0-25 0,0 0 16,0 0-16,0 0 0,0 0 0,0 0 0,0 25 0,0-25 0,0 0 0,0 0 0,-25 0 0,25 0 0,0 24 0,0-24 0,0 0 0,0 0 0,0 0 0,0 0 0,0 0 0,0 0 0,0 0 0,-24 0 0,24 25 0,0-25 0,0 0 0,0 0 0,0 0 0,0 0 0,-25 0 15,25 25-15,0-25 0,0 0 0,0 0 0,0 0 16,0 0-16,0 0 0,-25 0 0,25 0 0,0 25 0,0-25 15,0 0-15,0 0 0,0 0 0,0 0 0,0 0 16,0 0-16,0 0 0,0 0 0,0 0 0,0 0 0,-25 0 16,25 0-16,0 0 0,0 0 0,0 0 0,0 0 15,0 0-15,0 0 0,0 0 0,0 0 0,0 0 0,0 0 16,0 0 140,-49 25-156,49-25 0,0 0 0,0 0 0,0 0 0,0 0 0,0 0 0,0 0 0,0 0 0,-25 0 0,25 0 0,0 0 0,0 0 0,0 0 0,0 0 0,0 0 0,0 0 0,0 0 0,0 0 0,0 0 0,-25 0 0,25 0 0,0 0 0,0 0 0,0 0 0,0 0 0,0 0 0,0 0 0,-25 0 0,25 0 0,0 0 0,0 0 0,0 0 0,0 0 0,-25 0 0,25 0 0,0 0 15,0 0-15,0 0 0,0 0 0,-24 0 0,24 0 16,0 0-16,0 0 0,0 0 0,0 0 0,0 0 0,-25 0 0,25 0 16,0 0-16,0 0 0,0 0 0,0 0 0,0 0 15,0 0-15,0 0 0,-25 0 0,25 0 0,0 0 16,0 0-16,0 0 0,0 0 0,0 0 0,0 0 0,0 0 15,0 0-15,-25-25 0,25 25 0,0 0 0,0 0 0,0 0 16,0 0-16,0 0 0,0 0 0,0 0 0,0 0 16,0 0-16,-25 0 46,25 0 95,0 0-141,0 0 0,0 0 0,0 0 0,0 0 0,0 0 0,0 0 0,0 0 0,0 0 0,0 0 0,0 0 0,25 0 0,-25 0 0,0 0 0,0 0 0,0 0 0,0 0 0,0 0 0,25 0 0,-25 0 0,0 0 0,0 0 0,0 0 0,0 0 0,0 0 0,25 0 0,-25 0 0,0 0 0,0 0 0,0 0 0,0 0 15,25 0-15,-25 0 0,0 0 0,0 0 0,0 25 0,0-25 0,0 0 0,0 0 0,0 0 0,0 0 16,0 0-16,0 0 0,0 0 0,24 0 0,-24 0 0,0 0 16,0 0-16,0 0 0,0 0 46,0 0-46,0 24 0,0-24 0,0 0 0,0 0 0,0 0 0,0 0 0,0 0 0,0 0 0,0 0 0,0 25 0,0-25 0,25 0 0,-25 0 0,0 0 0,0 25 0,0-25 0,0 0 0,0 0 16,0 25-16,0-25 0,0 0 0,0 0 0,0 0 16,0 25-16,0-25 0,0 0 920</inkml:trace>
  <inkml:trace contextRef="#ctx0" brushRef="#br0" timeOffset="599217.2731">21630 9327 0,'0'0'0,"0"0"16,0 0-16,0 0 0,0 0 0,24 0 0,-24 0 0,0 0 15,0 0-15,0 0 0,0 0 0,0 0 0,0 0 0,0 0 16,0 0-16,0 0 0,0 0 0,0 0 0,0 0 0,0 0 15,0 0-15,0 0 0,0 0 0,0 0 0,0 0 0,25 0 16,-25 0-16,0 0 0,0 0 0,0 0 0,0 0 0,0 24 16,0-24-16,0 0 0,0 0 0,0 0 0,0 0 0,0 0 15,0 0-15,0 0 0,0 0 0,0 0 0,0 0 0,0 0 16,0 0-16,0 0 0,0 0 0,0 0 0,0 0 15,0 0-15,0 0 16,0 0-16,0 0 0,0 0 0,0 0 0,0 0 16,0 0-16,0 0 0,0 0 0,0 0 0,0 0 0,0 0 0,0 0 15,0 0-15,0 0 0,0 0 0,0 0 0,0 0 0,0 0 16,0 0-16,0 0 0,0 0 0,0 0 0,0 0 0,0 0 0,0 0 15,0 0 17,0 0-32,0 0 0,0 0 0,0 0 0,0 0 0,0 0 0,0 0 0,0 0 0,0 0 0,0 0 0,0 0 0,0 0 15,0 0-15,0 0 0,0 0 0,0 0 0,0 0 0,0 0 0,0 0 0,0 0 0,0 0 16,0 0-16,0 0 0,0 0 15,0 0-15,0 0 0,0 0 0,0 0 0,0 0 0,0 0 16,0 0-16,0 0 0,0 0 0,0 0 16,0 0-16,0 0 0,0 0 0,0 0 0,0 0 0,0 0 15,0 0-15,0 0 0,0 0 0,0 0 0,0 0 0,0 0 16,0 0-16,0 0 0,0 0 0,0 0 0,0 0 0,0 0 0,0 0 15,0 0-15,0 0 0,0 0 0,0 0 0,0 0 0,0 0 16,0 0-16,0 0 0,0 0 0,0 0 0,0 0 16,0 0-16,0 0 0,0 0 0,0 0 0,0 0 15,0 0-15,0 0 0,0 0 0,0-24 0,25 24 0,-25 0 16,0 0-16,0 0 15,0 0-15,0 0 0,0 0 0,0 0 0,0 0 0,0 0 0,0 0 16,0 0-16,0-25 0,0 25 0,0 0 0,0 0 0,0 0 16,0 0-16,0 0 0,0 0 0,25 0 0,-25 0 15,0 0-15,0 0 0,0 0 0,0 0 0,0 0 0,0 0 0,0 0 16,0 0-16,0 0 15,0 0-15,0 0 0,0 0 0,0 0 0,0 0 0,0 0 16,0 0-16,0 0 0,0 0 0,0 0 0,0 0 0,0 0 16,0 0-16,0 0 0,0 0 0,0 0 0,0 0 0,-25 0 0,25 0 0,0 0 15,0 0-15,0 0 0,0 0 0,0 0 0,0-25 16,0 25-16,0 0 0,0 0 15,0 0-15,0 0 0,-25 0 0,25 0 0,0 0 16,0 0-16,0 0 0,0 0 0,0 0 0,0 0 16,0-25-16,-25 25 0,25 0 0,0 0 0,0 0 0,0 0 31,0 0-31,0 0 0,0 0 0,0 0 0,0 0 0,0 0 0,-24 0 0,24 0 0,0 0 0,0 0 0,0 0 15,0 0 1,0 0-16,0 0 0,0 0 0,0 0 0,0 0 0,0 0 0,0 0 0,0 0 0,0 0 0,0 0 0,-25 0 16,25 0-16,0 0 0,0 0 0,0 0 0,0 0 0,0 0 15,0 0-15,0 0 0,0 0 0,0 0 0,0 0 0,-25 0 16,25 0-16,0 0 0,0 0 0,0 0 0,0 0 0,0 0 15,0 0-15,0 0 0,0 0 0,0 0 0,-25 0 16,25 0-16,0 0 0,0 0 16,0 0-16,0 0 0,0 0 0,0 0 0,0 0 15,0 0-15,0 0 0,0 0 0,0 0 0,0 0 0,0 25 16,0-25-16,0 0 0,-25 0 0,25 0 0,0 0 0,0 0 0,0 0 15,0 0-15,0 0 0,0 0 0,0 0 0,0 0 0,0 25 16,0-25-16,-24 0 0,24 0 0,0 0 0,0 0 16,0 0-16,0 0 0,0 0 0,0 0 0,0 25 0,0-25 15,0 0-15,-25 0 0,25 0 0,0 0 0,0 0 16,0 0-16,0 0 0,0 24 0,0-24 0,0 0 15,-25 0-15,25 0 0,0 0 47,0 25-47,0-25 0,0 0 0,0 0 0,0 0 0,0 0 0,0 0 0,0 25 0,0-25 0,0 0 0,0 0 0,0 0 0,0 0 0,0 0 0,0 0 0,0 25 0,0-25 0,0 0 0,0 0 0,0 0 16,0 0-16,0 0 0,0 25 0,0-25 0,-25 0 15,25 0-15,0 0 0,0 0 0,0 0 0,0 24 16,0-24-16,0 0 0,0 0 0,0 0 16,0 25-16,0-25 0,0 0 0,0 0 0,0 0 15,0 25-15,25-25 0,-25 0 0,0 0 0,0 0 0,0 25 0,0-25 16,0 0-16,0 0 0,0 25 0,0-25 0,0 0 0,0 0 15,0 0-15,0 24 0,0-24 0,0 0 0,0 0 16,0 0-16,0 0 0,0 25 16,0-25-16,25 0 0,-25 0 0,0 0 0,0 25 15,0-25-15,0 0 0,0 0 0,25 0 0,-25 0 0,0 25 16,0-25-16,0 0 0,0 0 0,0 0 0,0 0 0,24 0 0,-24 0 15,0 25-15,0-25 0,0 0 0,0 0 0,0 0 0,25 0 16,-25 0-16,0 0 16,0 0-16,0 0 0,0 0 0,0 0 0,0 0 0,0 0 0,25 0 0,-25 0 15,0 0-15,0 0 0,0 0 0,25 0 0,-25 24 0,0-24 0,0 0 16,0-24-16,25 24 0,-25 0 0,0 0 0,0 0 15,0 0-15,0 0 0,24 0 0,-24 0 0,0 0 0,0 0 16,0 0-16,0 0 16,0 0-16,25 0 0,-25 0 0,0-25 0,0 25 0,0 0 15,0 0-15,25 0 0,-25 0 0,0 0 0,0 0 0,0 0 16,0 0-16,0 0 0,25-25 0,-25 25 0,0 0 0,0 0 0,0 0 15,0 0-15,0-25 0,25 25 0,-25 0 0,0 0 16,0 0-16,0 0 0,0 0 0,25-25 16,-25 25-16,0 0 0,0 0 0,0 0 0,0 0 0,0 0 0,0 0 15,0-24-15,0 24 0,24 0 16,-24 0-16,0 0 0,0 0 0,0 0 0,0 0 15,0 0-15,0 0 0,0 0 0,0 0 0,0 0 0,0 0 0,0 0 16,0 0-16,0 0 0,0 0 0,0 0 0,0 0 0,0 0 16,0 0-16,0 0 0,0 0 0,-24 0 0,24 0 15,0 0-15,0 0 0,0 0 0,0 0 0,0 0 0,0 0 0</inkml:trace>
  <inkml:trace contextRef="#ctx0" brushRef="#br0" timeOffset="606724.7026">21903 9847 0,'0'0'0,"0"0"0,0 0 0,0 0 0,0 0 0,0 0 0,0 0 0,0 0 0,0 0 0,0 0 0,0 0 0,0 0 0,0 0 0,0 0 0,0 0 0,0 0 0,0 0 0,0 0 0,0 0 0,0 0 47,0 0-47,0 0 0,0 0 0,0 0 0,0 0 0,0 0 0,0 0 16,0 0-16,0 0 0,0 0 0,0 0 0,0 0 0,24 0 0,-24 0 0,0 0 0,0 0 0,0 0 0,0 0 0,0-24 0,0 24 0,0 0 0,25 0 0,-25 0 0,0 0 0,0 0 0,0 0 0,0 0 0,25 0 0,-25-25 0,0 25 0,0 0 0,0 0 0,0 0 0,25 0 0,-25 0 15,0 0-15,0-25 0,0 25 0,0 0 0,0 0 0,25 0 0,-25 0 16,0 0-16,0 0 0,0 0 0,0-25 0,0 25 0,0 0 0,0 0 16,0 0-16,24 0 0,-24 0 0,0 0 0,0 0 0,0-25 15,0 25-15,0 0 0,0 0 0,0 0 0,0 0 0,0 0 16,25 0-16,-25 0 0,0-24 0,0 24 0,0 0 15,0 0-15,0 0 0,0 0 0,0 0 0,0 0 16,0 0-16,0 0 0,0 0 0,0 0 0,0 0 0,0 0 16,0 0-16,0 0 0,0 0 0,0 0 0,0-25 0,0 25 15,0 0-15,0 0 0,0 0 0,0 0 0,0 0 16,0 0-16,0 0 0,0 0 0,0 0 0,0 0 15,0 0-15,0 0 0,0 0 0,0 0 0,0 0 0,0 0 16,0 0-16,0 0 0,0 0 0,0 0 0,0 0 16,0 0-16,0 0 15,0 0-15,0 0 0,0 0 0,0 0 0,0 0 0,0 0 16,0 0-16,0 0 0,0 0 0,0 0 0,0 0 0,0 0 15,0 0-15,0 0 0,0 0 0,0 0 0,0 0 16,0 0-16,0 0 0,0 0 0,0 0 0,0 0 0,0 0 0,0 0 62,0 0-62,0 0 0,0 0 0,0 0 0,0 0 0,0 0 0,0 0 0,0 0 0,0 0 0,0 0 0,0 0 0,0 0 0,0 0 0,0 0 0,0 25 0,0-25 0,0 0 16,0 0-16,0 0 0,0 0 0,0 0 0,0 0 0,0 0 0,0 0 0,0 24 0,0-24 0,0 0 0,0 0 16,0 0-16,0 0 0,0 0 0,0 0 0,0 0 0,0 25 15,0-25-15,0 0 0,0 0 0,0 0 16,0 25-16,0-25 0,0 0 156,-25 124-156,25-124 0,0 0 0,0 25 0,0-25 0,0 0 0,0 0 0,0 0 0,0 0 16,0 0-16,0 0 0,0 25 0,0-25 0,0 0 0,0 0 0,0 0 0,0 0 0,0 0 0,0 0 0,0 0 0,0 0 0,0 0 0,0 24 0,0-24 0,0 0 0,0 0 0,0 0 0,0 0 0,0 0 0,0 0 0,0 0 0,0 0 0,0 0 0,0 0 0,0 0 0,0 0 0,0 0 0,0 0 0,0 0 15,0 0-15,0 0 0,0 0 0,0 0 0,0-24 16,0 24-16,0 0 0,0 0 0,0 0 0,0 0 0,0 0 15,0 0-15,0 0 0,0 0 0,0 0 0,0 0 16,0-25-16,0 25 0,0 0 0,-24 0 0,24 0 0,0-25 16,0 25-16,0 0 0,0 0 0,0 0 15</inkml:trace>
  <inkml:trace contextRef="#ctx0" brushRef="#br0" timeOffset="610826.9373">22324 9773 0,'0'0'0,"0"0"16,0 0-16,0 0 0,0 0 0,0 0 0,0 0 0,0 0 15,0 0-15,0 0 0,0 0 0,0 0 0,0 0 0,0 0 16,-25 0-16,25 0 0,0 0 0,0 0 0,0 0 94,0 0-94,0 0 0,0 0 0,0 0 0,0 0 0,0 0 0,0 0 0,0 0 0,0 0 0,0 0 0,0 0 0,0 0 0,0 0 0,0 0 0,0 0 0,0 0 0,0 0 0,0 0 0,0 0 0,0 0 0,0 0 0,0 0 0,0 0 0,0 0 0,0 0 0,0 0 0,0 0 0,0 0 0,0 0 0,0 0 0,0 0 0,0 0 15,0 0-15,0 0 0,0 0 0,0 0 0,0 0 0,0 0 0,0 0 0,0 0 16,0 0-16,0 0 0,0 0 0,0 0 0,0 0 15,0 0-15,0 0 0,0 0 0,0 0 0,0 0 0,0 0 16,0 0-16,0 0 0,0 0 0,0 0 0,0 0 16,0 0-16,0 0 0,0 0 0,0 0 15,0 0-15,0 0 0,-24 0 0,24 0 0,0 0 0,0 0 16,0 0-16,0 0 0,0 0 0,0 0 0,0 0 0,0 0 15,0 0-15,0 0 0,0 0 0,0 0 0,0 0 0,0 0 16,0 0-16,0 0 0,0-25 0,0 25 0,0 0 16,0 0-16,0 0 0,0 0 0,0 0 0,0 0 15,0 0-15,0 0 0,0 0 1451,74 174-1357,-74-174-94,0 0 0,0 0 0,0 0 0,0-25 0,0 25 0,0 0 0,0 0 0,0 0 0,0 0 0,0 0 0,0 0 0,0 0 0,0 0 0,0 0 0,0 0 0,0 0 0,0 0 0,0 0 0,0 0 0,0 0 15,25 0-15,-25 0 0,0 0 0,0 0 0,0 0 0,0 0 0,0 0 0,0 0 0,0 0 0,0 0 0,0 0 0,0 0 0,0 0 0,0 0 0,0 0 0,0 0 16,0 0-16,0 0 0,0 0 0,0 0 0,0 0 0,0 0 0,0-25 15,0 25-15,0 0 0,0 0 0,0 0 0,0 0 16,0 0-16,25 0 0,-25 0 0,0 0 0,0 0 0,0 0 16,0 0-16,0 0 0,0 0 0,0 0 0,0 0 0,0 0 15,0 0-15,0 0 0,24 0 0,-24 0 0,0 0 0,0 0 0,0 0 16,0 0-16,0 0 0,0 0 0,0 0 0,0 0 15,0-25-15,0 25 0,0 0 0,25 0 0,-25 0 0,0 0 16,0 0-16,0 0 0,0 0 0,0 0 0,0 0 16,0 0-16,0 0 0,0 0 0,0 0 0,25 0 15,-25 0-15,0 0 0,0 0 0,0 0 0,0 0 0,0 0 16,0 0-16,0 0 15,0 0-15,0 0 0,0 0 0,0 0 0,0 0 0,0 0 16,0 0-16,0 0 0,0 0 0,0 0 0,0 0 0,0 0 16,0 0-16,0 0 0,0 0 0,0 0 0,0 0 0,0 0 15,0 0-15,0 0 0,0 0 0,25 0 0,-25 0 0,0 0 16,0 0-16,0 0 0,0 0 0,0 0 0,0 0 0,0 0 15,0 0-15,0 0 0,0 0 0,0 0 0,0 0 0,0 0 16,0 0-16,0 0 0,0 0 0,25 0 0,-25 0 0,0 0 16,0 0-16,0 0 0,0 0 0,0 0 0,0 0 15,0 0-15,0 0 0,0 0 0,0 0 0,0 0 16,0 0-16,0 0 0,0 0 15,0 0-15,0 0 0,0 0 0,0 0 0,0 0 16,0 0-16,0 0 0,0 0 0,0 0 0,0 0 0,0 0 0,0 0 16,24 0-16,-24 0 0,0 0 0,0 0 0,0 0 15,0 0-15,0 0 0,0 0 0,0 0 0,0 0 0,0 0 16,0 0-16,0 0 0,0 0 0,0 0 0,0 0 0,0 0 15,0 0-15,0 0 0,0 0 0,0 0 0,0 0 0,0 0 16,0 0-16,0 0 0,0 0 0,0 0 0,0 0 0,0 0 16,0 0-16,0 0 0,0 0 15,0 0-15,0 0 0,0 0 0,0 0 0,0 0 16,0 0-16,0 0 0,0 0 0,0 0 0,0 0 0,0 0 15,0 0-15,0 0 0,0 0 0,0 0 0,0 0 0,0 0 16,0 0-16,0 0 0,0 0 0,0 0 0,0 0 0,0 0 16,0 0-16,0 0 0,0 0 0,0 0 0,0 0 0,0 0 15,0 0-15,0 0 0,0-24 0,0 24 0,-24 0 16,24 0-16,0 0 0,0 0 0,0 0 0,0 0 0,0 0 15</inkml:trace>
  <inkml:trace contextRef="#ctx0" brushRef="#br0" timeOffset="613288.078">22175 9922 0,'0'0'0,"0"25"0,0-25 0,0 0 0,0 0 0,0 0 16,0 0-16,0 0 0,25 0 0,-25 0 15,0 0-15,0 0 0,0 0 16,0 0-16,0 0 0,0 0 0,0 0 0,0 0 0,0 0 16,0 0-16,0 0 0,0 0 0,0 0 0,0 0 0,0 0 0,0 0 15,0 0-15,0 0 0,0 0 0,0 0 0,0 0 0,0 0 16,0 0-16,0 0 0,0 0 0,0 0 0,0 0 0,0 0 15,0 0-15,0 0 0,0 0 0,0 0 0,0 0 0,0 0 16,0 0-16,25 0 0,-25 0 0,0 0 0,0 0 0,0 0 16,0 0-16,0 0 15,0 0-15,0 0 0,0 0 0,0 0 0,0 0 0,0 0 16,25 0-16,-25 0 0,0-25 0,0 25 93,0 0-93,0 0 0,0 0 0,0 0 0,0 0 0,0 0 0,0 0 0,0 0 0,0 0 0,0 0 0,25 0 0,-25 0 0,0 0 0,0 0 0,0 0 0,0 0 0,0 0 0,0 0 0,0 0 0,0 0 0,0 0 0,0 0 0,0 0 0,0 0 16,0 0-16,0 0 0,0 0 0,0 0 0,0 0 0,24 0 0,-24 0 0,0 0 0,0 0 0,0 0 0,0 0 0,0 0 0,0 0 0,0 0 0,0 0 0,0 0 16,0 0-16,25 0 0,-25 0 0,0 0 0,0 0 15,0 0-15,0 0 0,0 0 0,0 0 0,0 0 0,0 0 16,0 0-16,0 0 0,0 0 0,0 0 0,0 0 0,0 0 15,0 0-15,0 0 0,0 0 0,0 0 0,0 0 0,0 0 16,0 0-16,0 0 0,0 0 0,0 0 0,0 0 0,0 0 16,0 0-16,0 0 0,0 0 0,0 0 0,0 0 15,0 0-15,0 0 0,0 0 0,0 0 0,0 0 0,0 0 16,0 0-1,0 0-15,0 0 0,0 0 0,0 0 0,0 0 0,0 0 16,0 0-16,0 0 0,0 0 0,0 0 0,0 0 0,0 0 0,0 0 16,0 0-16,0 0 0,0 0 0,0 0 15,0 0-15,0 0 0,0 0 0,0 0 0,0 0 0,0 0 0,0 0 16,0 0-16,0 0 0,0 0 0,0 0 0,0 0 0,0 0 0,-25 0 15,25 0-15,0 0 0,0 0 0,0 0 0,0 0 16,0 0-16,0 0 0,0 0 0,0 0 0,0 0 16,0 0-16,0 0 0,0 0 0,0-25 0,0 25 0,0 0 15,0 0-15,0 0 0,0 0 0,0 0 0,0 0 16,0 0-16,0 0 0,0 0 0,0 0 0,0 0 0,0 0 15,0 0-15,0-25 0,0 25 0,0 0 16,0 0-16,0 0 0,0 0 920,273 99-904,-273-99-16,0 0 0,0 25 0,0-25 0,0 0 0,-25 0 0,25 0 0,0 0 0,0 0 0,0 0 0,0 0 0,0 0 0,0 0 0,0 25 0,0-25 0,0 0 0,0 0 0,0 0 0,0 0 0,0 0 0,0 0 0,0 0 0,0 0 0,-24 0 94,24 25-94,0-25 15,-25 0-15,25 0 0,0 0 0,0 0 0,0 0 0,0 0 0,0 0 0,0 0 0,0 0 0,0 0 0,0 0 0,0 0 0,0 0 0,0 0 0,0 0 0,0 25 0,0-25 0,-25 0 0,25 0 0,0 0 0,0 0 0,0 0 0,0 0 0,0 0 0,0 0 0,0 0 0,0 0 0,0 0 0,0 0 0,0 0 0,0 25 0,0-25 0,0 0 0,0 0 0,0 0 0,0 0 0,0 0 16,-25 0-16,25 0 0,0 0 0,0 0 0,0 0 15,0 0-15,0 0 0,0 0 0,0 0 0,0 0 0,0 0 16,0 0 0,0 0-16,0 0 0,0 0 0,0 24 0,0-24 0,0 0 0,0 0 15,0 0-15,0 0 0,0 0 0,25 0 0,-25 0 0,0 0 0,0 0 16,0 0-16,0 0 0,0 0 0,0 0 0,0 0 0,0 0 15,0 0-15,0 0 0,0 0 0,0 0 0,25 0 0,-25 0 16,0 0-16,0 0 0,0 0 0,0 0 0,0 0 16,0 0-16,0 0 0,0 0 0,0 0 0,0 0 0,25 0 15,-25 0-15,0 0 0,0 0 0,0 0 0,0 0 16,0 0-16,0 0 0,0 0 0,0 0 15,24 0-15,-24 0 0,0 0 16,0 0-16,0 0 0,0 0 0,0 0 0,0 0 0,25 0 0,-25 0 16,0 0-16,0 0 0,0 0 0,0 0 0,0 0 0,25 0 0,-25 0 15,0-24-15,0 24 0,0 0 0,0 0 0,0 0 0,0 0 16,0 0-16,0 0 0,0 0 0,0 0 0,0 0 15,0 0-15,0 0 0,25 0 0,-25 0 0,0 0 0,0 0 16,0 0 31,0 0-47,0 0 0,0 0 0,0 0 0,0 0 0,0 0 0,25 0 0,-25 0 0,0 0 0,0 0 0,0 0 0,0 0 0,0 0 0,0 0 0,0 0 0,0 0 0,0 0 0,0 0 0,0 24 0,0-24 0,0 0 15,24 0-15,-24 0 0,0 0 0,0 0 0,0 0 16,0 0-16,0 0 0,0 0 0,0 0 0,0 0 16,0 0-16,0 0 15,0 0-15,0 0 0,0 0 0,0 0 0,0 0 0,0 0 16,25 0-16,-25 0 0,0 0 0,0 0 0,0 0 0,0 0 0,0 0 15,0 0-15,0 0 0,0 0 0,0 0 0,0 0 0,0-24 16,0 24-16,-25 0 0,25 0 0,0 0 0,0 0 0,0 0 16,-24-25-16,24 25 15,0 0-15,0 0 0,-25 0 0,25-25 0</inkml:trace>
  <inkml:trace contextRef="#ctx0" brushRef="#br0" timeOffset="618585.3811">22473 9674 0,'0'0'0,"0"0"15,0 0-15,0 0 0,0 0 0,0 0 0,0 0 16,0 0-16,0 0 0,0 0 0,0 0 0,0 0 15,0 0-15,0 0 0,0 0 0,0 0 0,0 0 0,0 0 16,0 0-16,0 0 16,0 0-16,0 0 0,0 0 0,0 0 0,0 0 0,0 0 0,0 0 15,0 0-15,0 0 0,0 0 0,0 0 0,0 0 16,0 0-16,0 0 0,0 0 0,0 0 15,0 0-15,0 0 0,0 0 0,0 0 0,0 0 0,0 0 16,0 0-16,0 0 0,0 0 0,0 0 0,0 0 0,0 0 16,0 0-16,0 0 0,0 0 0,0 0 0,0-25 0,0 25 15,0 0-15,0 0 0,0 0 0,0 0 0,0 0 0,0 0 1607</inkml:trace>
  <inkml:trace contextRef="#ctx0" brushRef="#br0" timeOffset="648466.09">22324 9699 0,'0'-25'31,"0"25"-31,0 0 0,-25 0 0,25 0 0,0 0 0,0 0 0,0 0 0,0 0 0,0 0 0,0 0 16,0 0-16,0 0 16,0-25-16,0 25 0,0 0 0,0 0 0,-24 0 0,24 0 15,0 0-15,0 0 0,0 0 0,0 0 0,0 0 0,0 0 0,0 0 16,0 0-16,0-25 0,24 25 0,-24 0 0,0 0 0,0 0 0,0 0 15,0 0 1,0 0-16,0 0 0,0 0 0,0 0 0,0 0 0,0 0 0,0 0 0,0 0 0,0 0 0,0 0 31,0 0-31,0 0 0,0 0 0,0 0 0,25-25 0,-25 25 0,0 0 0,0 0 16,0 0-16,0 0 0,0 0 0,25 0 0,-25-24 0,0 24 0,0 0 15,25 0 1,-25 0-16,0 0 0,0 0 0,0 0 0,25 0 0,-25-25 0,0 25 0,0 0 0,24 0 16,-24 0-16,0 0 0,0 0 0,25 0 0,-25 0 0,0 0 0,0 0 15,25 0 1,-25 0-16,0 0 0,0 0 0,0 0 0,25 25 0,-25-25 0,0 0 0,0 0 15,0 0-15,0 0 0,25 0 0,-25 0 0,0 0 0,0 0 0,0 24 0,24-24 32,-24 0-32,0 0 0,0 0 0,0 0 0,0 0 0,0 25 0,0-25 0,0 0 0,0 0 0,0 25 15,0-25-15,0 0 0,0 25 0,0-25 0,0 25 0,0-25 16,0 0-16,0 24 0,0-24 15,0 25-15,-24-25 0,24 0 0,0 25 0,0-25 16,0 25-16,0-25 0,-25 25 0,25-25 0,0 0 0,0 24 0,0-24 0,0 25 31,-25-25-31,25 0 0,0 25 0,0-25 0,0 0 0,-25 25 0,25-25 0,0 0 0,0 0 16,0 25-16,-25-25 0,25 0 0,0 24 0,0-24 0,-24 0 0,24 0 15,0 0 1,0 25-16,-25-25 0,25 0 0,0 0 0,0 0 0,-25 0 0,25 25 0,0-25 31,0 0-31,-25 0 0,25 0 0,0 0 0,0 0 0,-25 0 0,25 0 0,0 0 0,0 0 0,0 0 0,0-25 0,0 25 0,-24 0 16,24 0-1,0 0-15,0 0 0,0 0 0,0 0 0,0 0 0,0 0 0,0-25 0,0 25 0,0 0 16,0 0-16,0 0 16,0 0-16,0 0 0,0 0 0,0 0 0,0 0 0,0 0 15,0 0-15,0 0 0,0 0 0,0 0 0,0-24 0,0 24 0,24 0 0,-24 0 16,0 0-16,0 0 0,0 0 0,0 0 0,0 0 15,0 0-15,0 0 0,0 0 0,0 0 16,0 0-16,25 0 0,-25 0 0,0 0 0,0 0 0,0 0 0,0 0 0,0 0 31,0 0-31,25 0 0,-25 0 0,0 0 0,0 24 0,0-24 0,0 0 0,25 0 0,-25 0 0,0 25 0,0-25 16,0 0-16,25 0 15,-25 25-15,0-25 0,0 0 0,24 25 0,-24-25 0,0 0 0,0 0 16,0 25-16,25-25 0,-25 0 0,0 0 0,0 0 0,0 25 16,25-25-16,-25 0 0,0 0 0,0 0 0,0 0 0,25 24 15,-25-24-15,0 0 0,0 0 0,25 0 0,-25 0 16,0 0-16,0 0 0,0 0 0,24 0 15,-24 0-15,0 0 0,0 0 0,0 0 0,25 0 0,-25 0 0,0 0 0,0 0 32,0 0-32,25-24 15,-25 24-15,0 0 0,0 0 0,0 0 0,0 0 0,0 0 16,0-25-16,0 25 0,0 0 0,25-25 0,-25 25 0,0 0 0,0-25 0,0 25 0,0 0 0,0-25 0,0 25 15,0 0-15</inkml:trace>
  <inkml:trace contextRef="#ctx0" brushRef="#br0" timeOffset="649089.1258">23267 9674 0,'0'0'0,"0"0"0,0 0 16,0 0-16,0 0 0,0 0 0,0 0 0,0 0 0,0 0 15,0 0 1,0 0-16,0 0 0,0 0 0,0 0 0,0 0 0,0 0 0,0 0 0,0 0 15,0 0-15,0 0 0,0 0 0,0 0 0,0 0 0,0 0 0,0 0 0,25 0 47,-25 0-47,0 0 0,0 0 0,24 0 0,-24 0 0,0 0 0,0 0 0,25 0 0,-25 0 0,25 0 0,-25 0 0,0 0 0,25 25 0,-25-25 31,25 0-31,-25 0 0,0 0 0,24 0 0,-24 0 0,25 0 0,-25 0 0,0 0 0,25 0 0,-25 0 0,0 0 0,25 0 32,-25 0-32,0 0 0,25 0 0,-25 0 0,0 0 0,0 0 0,0 0 0,0 0 0,24 0 0,-24 0 15,0 0-15,0 0 0,0 0 0,0 0 0,0 0 0,0 0 0,0 0 31,0 0-31,0 24 0,-24-24 0,24 0 0</inkml:trace>
  <inkml:trace contextRef="#ctx0" brushRef="#br0" timeOffset="649438.1457">23316 9971 0,'0'25'0,"0"-25"16,0 0-16,0 0 0,0 0 0,0 0 0,0 0 0,0 0 15,0 0-15,0 0 16,0 0-16,0 0 0,0 0 0,0 0 0,0 0 0,0 0 0,0 0 0,0 0 0,0 0 15,25 0-15,-25 0 0,0 0 0,0 0 0,25 0 16,-25 0-16,0 0 16,25 0-16,-25 0 0,0 0 0,25 0 0,-25 0 0,24 0 0,-24 0 0,0 0 0,25 0 15,-25 0-15,0 0 16,25 0-16,-25 0 0,25 0 15,-25 0-15,25 0 0,-25 0 0,24 0 0,-24 0 0,25 0 0,0 0 0,-25 0 0,25 0 16,-25 0-16,25 0 0,-25 0 0,0 0 0,24 0 0,-24 0 0,0 0 0,0 0 31,0 0-31,0 0 0</inkml:trace>
  <inkml:trace contextRef="#ctx0" brushRef="#br0" timeOffset="652543.3234">24259 9748 0,'0'0'31,"0"0"-31,0 0 0,0 0 0,0 0 0,0 25 0,0-25 0,0 0 0,-25 0 0,25 0 0,0 0 0,0 0 16,0 0-16,0 0 0,0 0 15,0 0-15,25 0 0,-25 0 0,0 0 0,0 0 16,0 0-16,0 0 0,0 0 0,0 0 0,0 0 0,0 0 0,0 0 15,0 0-15,0 0 0,25 0 16,-25 0-16,0 0 0,0 0 0,0 0 0,25 0 0,-25 0 0,0 0 0,24 0 16,-24 0-16,0 0 0,25 0 0,-25 0 0,25 0 0,-25 0 0,25 0 31,-25 0-31,25 0 0,-25 0 0,24 0 0,-24 0 0,0 0 0,25 0 0,-25 0 0,25 0 0,-25 0 15,0 0-15,25 0 0,-25 0 0,0 0 0,0 0 0,25 0 16,-25 0 0,0 0-16,0 0 0,0 0 0,0 0 0,0 0 0</inkml:trace>
  <inkml:trace contextRef="#ctx0" brushRef="#br0" timeOffset="653099.3552">24631 9922 0,'0'0'0,"0"0"16,0 0-16,0 0 0,0-25 0,0 25 0,0 0 0,0 0 0,25 0 16,-25 0-16,0-25 0,0 25 15,0 0-15,0 0 0,25-25 0,-25 25 0,0 0 0,0 0 16,24-24-16,-24 24 15,0 0-15,0-25 0,25 25 0,-25-25 0,0 25 0,25 0 0,-25-25 0,0 25 0,0 0 0,0-25 16,25 25-16,-25 0 0,0-24 0,0 24 0,0 0 0,25-25 0,-25 25 16,0 0-16,0 0 15,0 0-15,0-25 0,0 25 0,0 0 0,0 0 0,0 0 16,0 0-16,0 0 0,0 0 0,0 0 0,0 0 0,0 0 0,0 0 0,0 0 15,0 0-15,0 0 16,0 0-16,0 0 0,0 0 0,0 0 0,0 0 0,0 0 0,0 0 0,0 0 16,0 0-16,0 0 0,0 25 0,0-25 0,0 0 0,0 0 15,0 25-15,0-25 0,0 24 16,0-24-16,0 0 0,-25 25 0,25-25 0,0 25 0,0-25 15,0 25-15,0-25 0,0 25 0,0-25 16,0 24-16,0-24 0,0 25 0,-25-25 0,25 0 0,0 25 0,0-25 0,0 25 16,0-25-16,0 25 0,0-25 0,0 0 0,0 24 0,0-24 15,0 0-15,0 25 0,0-25 16,0 0-16,0 0 0,0 25 0,0-25 0,0 0 0,0 0 0,0 0 0,0 0 31,0 0-31,0 0 0,0 0 0,0 0 0,0 0 0,0 0 0,0 0 0,0 0 0,-25 0 0,25 0 16,0 0-16,0 0 0,0-25 0,0 25 0</inkml:trace>
  <inkml:trace contextRef="#ctx0" brushRef="#br0" timeOffset="653528.3796">25003 9525 0,'0'0'0,"0"0"32,0 0-32,0 0 0,0 0 0,0 0 0,0 0 0,0 0 0,0 0 0,0 0 15,25-25-15,-25 25 0,0 0 0,0 0 0,0 0 0,0 0 0,0 0 0,0 25 16,0-25-16,25 0 0,-25 0 15,0 0-15,0 0 0,0 0 0,25 0 0,-25 0 16,0 25-16,0-25 0,0 0 0,24 25 0,-24-25 0,0 0 0,0 24 0,25-24 16,-25 25-16,0-25 0,0 0 15,25 25-15,-25-25 0,0 25 31,0-25-31,0 25 0,0-25 0,0 24 0,0-24 0,0 25 0,0 0 0,0-25 0,0 25 0,0-25 0,0 25 0,0-25 0,0 0 0,0 24 0,0-24 0,-25 25 16,25-25 0,0 25-16,0-25 0,-25 0 0,25 25 0,0-25 0,-24 25 0,24-25 0,0 0 0,-25 24 0,25-24 15,0 0-15,-25 0 0,25 25 16,-25-25-16,25 0 0,-25 25 0,25-25 15,-24 0-15,-1 0 0,25 25 0</inkml:trace>
  <inkml:trace contextRef="#ctx0" brushRef="#br0" timeOffset="654108.4129">24110 9426 0,'0'0'0,"0"0"16,0 0-16,0 0 0,0 0 0,0 0 0,0 0 0,0 0 0,-25 0 0,25 25 16,0-25-16,0 0 31,0 0-31,0 0 0,0 0 0,-24 24 0,24-24 0,0 0 0,0 0 0,0 25 0,-25-25 0,25 0 0,0 25 0,0-25 0,0 25 0,-25-25 15,25 25-15,0-1 0,0-24 0,0 25 0,0 0 0,-25-25 0,25 25 32,0 0-32,0-1 0,0-24 0,0 25 0,0 0 0,-25 0 0,25 0 0,0-25 31,0 24-31,0 1 0,0 0 0,0-25 0,0 25 0,25 0 0,-25-25 0,0 24 0,25 1 0,-25-25 0,25 25 0,-25-25 0,25 25 15,-25-25-15,24 0 16,1 25-16,0-25 0,0 0 0,0 25 0,-25-25 0,24 0 0,1 0 16,0 0-16,0 0 0,0 0 0,-1 0 0</inkml:trace>
  <inkml:trace contextRef="#ctx0" brushRef="#br0" timeOffset="654967.462">25127 9252 0,'0'0'0,"0"0"15,0 0-15,0 0 0,0 0 16,25 0-16,-25 0 0,0 0 0,0 0 0,0 0 0,0 0 0,0 0 0,0-25 0,25 25 15,-25 0-15,0 0 0,0 0 0,0-24 0,25 24 0,-25 0 0,0 0 0,24 0 32,-24-25-32,0 25 0,0 0 0,25-25 0,-25 25 0,0 0 0,0 0 0,0 0 0,25-25 0,-25 25 15,0 0 1,0 0-16,0 0 0,0-25 0,0 25 0,0 0 0,0 0 0,0 0 15,0 0-15,0 0 0,0-24 0,0 24 0,0 0 0,0 0 0,0 0 0,0 0 16,0 0-16,0 0 0,0 0 0,0 0 16,0 0-16,0 0 0,0 0 0,0 0 15,0 0-15,0 0 0,0 0 0,0 0 0,0 0 0,0 0 0,0 24 0,0-24 16,0 0-16,0 0 0,0 0 0,0 25 0,0-25 0,0 0 15,0 25-15,0-25 16,0 25-16,0-25 0,0 0 0,0 25 0,0-25 0,0 24 0,0-24 0,-25 25 0,25-25 16,0 0-1,0 25-15,0-25 0,0 0 0,0 25 0,0-25 0,0 0 0,0 0 16,0 25-16,0-25 0,-25 0 0,25 24 0,0-24 0,0 0 0,0 0 15,0 25-15,0-25 0,0 0 0,0 0 0,0 0 16,0 0-16,0 0 0,0 0 0,0 25 0,0-25 16,0 0-16</inkml:trace>
  <inkml:trace contextRef="#ctx0" brushRef="#br0" timeOffset="655218.4764">25375 9302 0,'0'0'0,"0"0"0,25 0 0,-25 0 0,0 0 0,0 0 0,0 0 15,0 0-15,25 0 0,-25 0 0,0 0 0,0 0 16,25 0-16,-25 0 0,0 0 15,24 0-15,-24 0 0,0 0 0,25 0 0,-25 0 0,0 0 0,0 0 0,25 0 0,-25 0 16,0 0 0,0 0-16,25 0 0,-25 0 0,0 0 0,0 0 0,0 0 0,0 0 15,0 0-15,0 0 0,0 0 0,0 0 0,0 0 0</inkml:trace>
  <inkml:trace contextRef="#ctx0" brushRef="#br0" timeOffset="655507.4929">25549 9203 0,'0'0'0,"0"0"0,0 0 0,0 0 0,0 24 0,0-24 16,0 0-16,0 0 0,0 0 0,-25 0 15,25 0-15,0 0 0,0 0 0,0 0 0,0 0 16,0 0-16,0 25 0,0-25 0,0 0 0,0 0 0,0 25 0,0-25 15,0 0-15,0 0 0,0 25 0,0-25 0,0 0 0,0 25 0,0-25 16,0 0 0,0 24-16,0-24 0,0 0 0,-25 25 0,25-25 0,0 0 0,0 0 0,0 25 0,0-25 15,0 0 1,0 25-16,-25-25 0,25 0 0,0 25 0,0-25 0,0 0 0,0 0 0,0 24 15,0-24-15,0 0 0,0 0 0,-24 0 0,24 25 0</inkml:trace>
  <inkml:trace contextRef="#ctx0" brushRef="#br0" timeOffset="656155.53">25797 9128 0,'0'0'0,"0"0"32,0-25-32,0 25 0,0 0 0,0 0 0,0 0 0,0 0 0,0 0 0,0-24 0,0 24 15,0 0-15,0 0 0,0 0 0,0 0 0,0 0 0,0 0 0,0 0 31,0 0-31,0 0 0,0 0 0,0 0 0,0 0 0,25 0 0,-25 0 0,0 0 16,0 0-16,0 0 0,0 0 0,24 0 0,-24 0 0,0 0 0,0 0 0,0 0 16,25 0-16,-25 0 15,0 0-15,0 0 0,0 0 0,0 0 0,25 0 0,-25 0 0,0 0 47,0 0-47,0 24 0,0-24 0,0 0 0,0 0 0,0 0 0,0 0 0,0 25 0,0-25 0,0 0 0,0 0 0,0 25 0,0-25 0,0 0 0,0 0 0,0 25 0,-25-25 0,25 0 16,0 25-1,0-25-15,0 0 0,-25 24 0,25-24 0,0 25 0,-24-25 0,24 0 0,0 25 16,-25-25-16,25 0 0,0 25 0,-25-25 0,25 0 0,0 25 0,0-25 15,-25 0-15,25 0 16,0 24-16,0-24 0,0 0 0,0 0 0,0 0 0,0 0 0,0 0 16,0 0-16,0 25 0,0-25 0,0 0 0,0 0 0,0 0 0,0 0 0,0 0 15,0 0-15,0 0 16,0 0-16,25 0 0,-25 0 0,0 0 0,0 0 0,25 0 15,-25 0-15,0 0 0,25 0 0,-25 0 0,24 0 0,-24 0 0,0 0 0,25 0 16,-25-25-16,25 25 0,-25 0 0,25 0 16,-25 0-16,25 0 0,-25 0 0,0 0 0,25 0 0,-25 0 0,0 0 15</inkml:trace>
  <inkml:trace contextRef="#ctx0" brushRef="#br0" timeOffset="657020.5792">26293 9277 0,'0'0'0,"0"0"15,0 0-15,0 0 0,0 0 0,0 0 0,0 0 0,0 0 0,0 0 0,0 0 16,0 0-16,0 0 0,0 0 0,0 0 0,0 0 0,0 0 0,0 0 15,0 0 1,0 0-16,0 0 0,0 0 0,0 0 0,0 0 0,0 0 0,0 25 0,0-25 16,25 0-16,-25 0 0,0 0 0,0 0 0,0 25 0,0-25 0,0 0 31,0 0-31,0 24 0,0-24 0,0 0 0,-25 25 0,25-25 0,0 0 0,0 25 0,0-25 0,0 0 15,0 25-15,0-25 16,0 25-16,0-25 0,0 24 0,0-24 0,0 25 0,0-25 0,-25 25 16,25-25-16,0 25 0,0-25 0,0 25 0,0-25 15,0 24-15,0-24 0,0 25 0,0-25 0,0 25 0,0-25 0,0 25 16,0-25-16,0 25 0,-25-25 0,25 24 15,0 1-15,0-25 0,0 25 0,0-25 0,0 25 0,0-25 16,0 25-16,-24-1 0,24-24 0,0 25 0,0-25 0,0 25 0,0 0 16,0-25-16,0 25 0,-25-25 0,25 24 0,0-24 0,0 25 15,0 0-15,0-25 16,-25 25-16,25-25 0,0 25 0,0-25 0,0 0 0,0 25 0,0-25 0,-25 24 0,25-24 15,0 0 1,0 0-16,0 0 0,0 25 0,0-25 0,0 0 0,0 0 0,0 0 16,0 0-16,0 0 0,0 0 0,0 0 0,0 0 0,0 0 0,0 0 0,0 0 31,0 0-31,0 0 0,0 0 0</inkml:trace>
  <inkml:trace contextRef="#ctx0" brushRef="#br0" timeOffset="680962.9489">26789 9426 0,'0'0'0,"0"0"16,0 0-1,0 0-15,0 0 0,0 0 0,0 0 0,0 0 16,0-25-16,-25 25 0,25 0 0,0 0 0,0 0 0,0 0 0,0 0 0,0 0 0,0 0 0,0 0 31,0 0-31,0 0 0,0 0 0,0 0 0,0 0 0,0 0 0,0 0 0,0 0 0,0 0 0,0 0 31,-25 0-31,25 0 0,0 0 0,0 0 0,0 0 0,0 0 0,0 0 0,0 0 0,0 0 0,0 0 16,0 0-16,0 0 0,0 0 0,0 0 0,0 0 0,0 0 0,0 0 31,0 0-31,0 0 0,0 0 0,0 0 0,0 0 0,0 0 0,0 0 0,0 0 0,0 0 16,0 0-16,0 0 0,0 0 0,-24 0 0,24 0 0,0 0 0,0 0 15,0 0 16,0-25-31,0 25 0,0 0 0,0 0 0,-25 0 0,25 0 0,0 0 0,0 0 0,0 0 0,0 0 0,0 0 0,0 0 0,0 0 0,-25 0 0,25 0 0,0-25 32,0 25-32,0 0 0,0 0 0,0 0 0,0 0 0,0 0 0,0 0 0,0 0 0,0 0 15,0 0-15,0 0 0,0 0 0,0 0 0,0 0 0,0 0 0,0 0 31,0 0-31,0 0 0,0 0 0,0 0 0,25 0 0,-25 0 0,0 0 0,0 0 0,0 0 16,0 0-16,0 0 0,0 0 0,0 0 0,0 0 0,0 0 0,0-24 16,25 24-16,-25 0 15,0 0-15,0 0 0,0 0 0,0 0 0,0 0 0,24 0 0,-24 0 16,0 0-16,0 0 0,0 0 0,0-25 0,25 25 0,-25 0 0,0 0 15,0 0-15,0 0 32,0 0-32,25 0 0,-25 0 31,0 0-31,0 0 0,0 0 0,0 0 15,0 0-15,0 0 0,0 0 0,25 0 0,-25 0 0,0 0 0,0 0 0,0 0 0,0 0 0,0 0 0,0 25 0,0-25 0,0 0 0,0 0 0,0 0 0,0 0 0,0 0 0,25 0 0,-25 0 0,0 0 0,0 0 0,0 0 0,0 24 16,0-24-16,0 0 16,0 0-16,0 0 0,0 0 0,0 0 0,0 0 0,0 25 0,0-25 15,0 0-15,0 0 0,0 0 0,0 0 0,0 0 0,0 25 0,0-25 16,0 0-16,0 0 0,-25 0 0,25 25 0,0-25 0,0 0 15,0 0-15,0 0 0,-25 25 16,25-25-16,0 0 0,0 0 0,0 0 0,-25 24 0,25-24 0,0 0 0,0 0 31,0 0-31,-25 0 0,25 25 0,0-25 0,0 0 0,-24 0 0,24 0 0,0 25 0,0-25 16,-25 0-16,25 0 0,0 0 0,0 0 15,0 25-15,0-25 0,-25 0 0,25 0 0,0 0 0,0 0 16,0 0-16,0 0 0,0 0 0,0 0 0,0 0 0,0 0 0,0 0 0,0 0 16,0 0-16,0 0 0,0 0 0,0 0 0,0 0 15,0 0-15,0 0 0,0 0 16,0 0-16,0 0 0,0 0 0,0 0 0,0 0 0,25 0 0,-25 0 0,0 0 15,0 0-15,0 0 0,25-25 0,-25 25 0,0 0 16,0 0-16,24 0 0,-24 0 0,0 0 0,0 0 16,25-25-1,-25 25-15,0 0 0,0 0 0,0 0 0,25 0 0,-25 0 0,0 0 0,0 0 0,0 0 0,0 0 16,25 0-16,-25 0 0,0 0 0,0 0 0,0 0 0,0 25 0,0-25 47,0 0-47,0 0 0,0 0 0,0 25 0,0-25 0,0 0 0,0 0 0,0 0 0,0 25 0,0-25 0,0 0 0,0 0 0,0 24 0,0-24 0,0 0 0,0 0 15,0 25-15,0-25 0,0 0 0,0 25 0,0-25 16,0 0-16,0 25 15,0-25-15,0 0 0,0 0 0,0 25 0,-25-25 0,25 0 0,0 0 16,0 0-16,0 24 0,0-24 0,0 0 0,-25 0 0,25 0 0,0 25 0,0-25 31,0 0-31,0 0 0,-25 0 0,25 0 0,0 25 0,0-25 0,0 0 0,0 0 0,-24 0 0,24 0 16,0 0-16,0 0 15,0 0-15,-25 0 0,25 0 0,0 0 0,0 0 0,0 0 16,0 0-16,-25 0 0,25 0 0,0-25 0,0 25 0,0 0 0,0 0 0,0 0 0,-25 0 16,25 0-16,0 0 0,0 0 0,0 0 0,0 0 15,0 0 16,-25 0-31,25 0 0,0 0 0,0 0 0,0 0 0,0 0 0,0 0 0,0 0 0,0 0 0,0 0 0,0 0 0,0 0 0,0 0 0,0 0 0,0 0 16,0 0-16,25 0 0,-25 0 0,0 0 0,0 0 62,25 0-62,-25-25 0,0 25 0,25 0 0,-25 0 0,0 0 0</inkml:trace>
  <inkml:trace contextRef="#ctx0" brushRef="#br0" timeOffset="682154.017">27608 9525 0,'0'0'0,"0"0"0,0 0 15,0 0-15,0 0 16,0 0-16,0 0 0,0 0 0,0 0 0,0 0 0,0 0 15,0 0-15,0 0 0,0 0 0,0 0 0,0 0 0,0 0 0,0 0 0,0 0 16,0 0 0,0 0-16,-25 0 0,25 0 0,0 0 0,0-25 0,0 25 15,0 0-15,0 0 0,0 0 0,0 0 0,0 0 0,0 0 0,0 0 0,0 0 0,25 0 31,-25 0-31,0 0 0,0-25 0,0 25 0,0 0 0,0 0 0,0 0 0,0 0 0,0 0 16,0 0-16,0-24 0,0 24 0,24 0 0,-24 0 0,0 0 0,0 0 0,0 0 16,0-25-16,25 25 15,-25 0-15,0 0 0,0 0 0,0 0 0,25 0 0,-25 0 0,0 0 0,0 0 31,0-25-31,25 25 0,-25 0 0,0 0 0,0 0 0,25 0 0,-25 0 0,0 0 16,0 0-16,0 0 0,0 0 0,24 0 0,-24 0 0,0 0 0,0 0 0,0 0 47,25 0-47,-25 0 15,0 0-15,0 0 0,0 0 0,0 0 0,0 25 0,0-25 0,0 0 0,0 0 0,0 0 0,0 0 0,0 0 0,0 25 0,0-25 0,0 0 0,0 0 0,0 0 0,-25 24 0,25-24 0,0 0 0,0 25 16,0-25-16,-24 0 0,24 25 0,0-25 0,0 0 0,-25 25 16,25-25-1,0 0-15,0 25 0,-25-25 0,25 0 0,0 24 0,0-24 0,-25 0 0,25 25 0,0-25 16,-25 0-16,25 0 15,0 25-15,0-25 0,-24 0 0,24 25 0,0-25 0,-25 0 16,25 0-16,0 0 0,-25 25 0,25-25 0,0 0 0,-25 0 0,25 0 0,0 0 0,-25 0 31,25 24-31,0-24 0,0 0 0,0 0 0,-24 0 0,24 0 0,0 0 0,0 0 0,0 0 16,0 0-16,0 0 0,0 0 0,0 0 0,0 0 0,0 0 15,-25 0 1,25 0-16,0 0 0,0 0 0,0 0 0,0 0 0,0 0 0,0 0 0,0-24 0,0 24 31,0 0-31,25 0 0,-25 0 0,0 0 0,0 0 0,0 0 0,0-25 0,0 25 0,24 0 0,-24 0 0,0 0 0,0 0 16,25 0-1,-25 0-15,0 0 0,0 0 0,0 0 0,25 0 0,-25 0 0,0 0 0,0 0 0,0 0 16,0 0-16,25 0 0,-25 0 0,0 0 0,0 0 0,0 0 0,0 25 31,0-25-31,0 0 0,0 0 0,0 0 0,0 0 0,0 24 0,0-24 0,0 0 16,0 0-16,0 25 0,0-25 0,0 0 0,0 25 0,25-25 15,-25 0-15,0 0 0,0 25 16,0-25-16,0 0 0,0 0 0,0 25 0,0-25 0,0 0 0,0 0 16,24 24-16,-24-24 0,0 0 0,0 0 0,0 0 0,0 0 0,0 0 15,25 0-15,-25 0 0,0 0 0,0 0 16,0 0-16,25 0 0,-25 0 0,0 0 0,0 0 0,25 0 0,-25 0 0,0 0 15,0-24-15,25 24 16,-25 0-16,0 0 0,0 0 0,0 0 0,24-25 0,-24 25 0,0 0 0,0 0 16,0 0-16,0 0 0,0-25 0,25 25 0,-25 0 0,0 0 15,0 0-15,0 0 16,0 0-16,0-25 0,0 25 0,0 0 0,0 0 0,0 0 0,0 0 0,0 0 15,0 0 1,0 0-16,-25 0 0,25 0 0,0 0 0,0 0 16,0-25-16</inkml:trace>
  <inkml:trace contextRef="#ctx0" brushRef="#br0" timeOffset="683650.1026">26863 10096 0,'0'-25'0,"0"25"0,0 0 16,0 0-16,0 0 0,0 0 0,0 0 0,0 0 0,0 0 0,0 0 15,0 0-15,0 0 16,0 0-16,0 0 0,0 0 0,0 0 0,0 0 0,0 0 0,0 0 0,0 0 16,0 0-16,0 0 0,0 0 0,0 0 0,0-25 0,0 25 0,-24 0 15,24 0-15,0 0 16,0 0-16,0 0 0,0 0 0,0 0 0,0 0 0,0 0 15,-25 0-15,25 0 0,0 0 0,0 0 0,0 0 0,0 25 0,-25-25 0,25 0 0,0 0 47,0 0-47,0 0 0,-25 0 0,25 0 0,0 25 0,0-25 0,-25 0 0,25 0 0,0 0 16,0 24-16,-24-24 0,24 0 0,0 0 0,0 25 0,0-25 0,-25 0 0,25 0 0,0 25 15,0-25-15,0 0 0,0 25 0,0-25 0,0 0 0,0 25 0,0-25 0,0 24 32,0-24-32,0 0 0,0 25 0,0-25 0,0 25 0,0-25 0,0 0 0,0 25 0,0-25 0,0 0 15,25 25-15,-25-25 0,0 0 0,0 0 0,0 0 0,0 24 0,24-24 31,-24 0-31,0 0 0,0 0 0,0 0 0,25 0 0,-25 25 0,0-25 0,0 0 0,0 0 16,25 0-16,-25 0 0,0 0 0,25 0 0,-25 0 0,0-25 0,25 25 16,-25 0-16,0 0 0,24 0 15,-24-24-15,0 24 0,25 0 0,-25-25 0,0 25 0,0 0 0,25-25 31,-25 25-31,0-25 0,25 25 0,-25-25 0,0 25 0,0-24 0,0 24 0,25-25 0,-25 25 0,0-25 0,0 25 0,0-25 16,0 25-16,0 0 0,0-25 16,0 25-16,0 0 0,0-24 0,0 24 0,0 0 0,0-25 0,0 25 0,-25 0 31,25 0-31,0 0 0,0 0 0,0-25 0,0 25 0,0 0 0,-25 0 0,25 0 15,0 0-15,0 0 0,0 0 0,0 0 0,0-25 0,0 25 16,0 0-16,0 0 0,0 0 0,0 0 0,0 0 0,0 0 0,0 0 16,0 0-1,0 0-15,0 0 0,0 0 0</inkml:trace>
  <inkml:trace contextRef="#ctx0" brushRef="#br0" timeOffset="684884.1729">27682 10269 0,'0'0'0,"0"0"31,0 0-31,0 0 0,0 0 0,-25 0 0,25 0 0,0 0 0,0 0 0,0 0 16,0 0-16,0 0 0,0 0 0,0 0 0,0-25 0,0 25 31,0 0-31,0 0 0,0 0 0,0 0 0,0 0 0,0 0 0,0 0 16,0 0-16,0 0 0,0 0 0,0 0 0,0 0 0,0 0 0,25 0 0,-25 0 0,0 0 15,0 0-15,0-24 0,0 24 0,0 0 0,0 0 0,0 0 0,0 0 0,0 0 16,0 0 0,0 0-16,0-25 0,0 25 0,0 0 0,25 0 0,-25 0 0,0 0 0,0 0 15,0 0-15,0 0 0,0-25 0,0 25 0,0 0 0,25 0 0,-25 0 16,0 0-1,0 0-15,0 0 0,0 0 0,0 0 0,0 0 0,24 0 0,-24 0 0,0 0 16,0 0-16,0 0 16,0 0-16,25 0 0,-25 0 0,0 0 0,0 0 0,0 0 0,0 0 0,0 0 15,0 0-15,0 0 0,25 0 0,-25 0 0,0 0 0,0 0 0,0 0 0,0 0 31,0 0-31,0 0 0,0 25 0,0-25 0,0 0 0,0 0 0,0 0 0,0 0 0,0 25 0,0-25 16,0 0-16,0 0 0,0 0 16,0 24-16,0-24 0,0 0 0,0 0 0,-25 0 0,25 25 0,0-25 0,0 0 15,0 0-15,0 0 0,-25 25 0,25-25 0,0 0 0,0 0 16,0 25-16,0-25 15,-24 0-15,24 0 0,0 0 0,0 0 0,0 0 0,0 0 0,0 0 0,0 25 16,0-25-16,-25 0 16,25 0-16,0 0 0,0 0 0,0 0 0,0 0 0,0 0 0,0 0 0,0 0 0,0 0 15,0 0-15,0 0 0,0 0 0,0 0 0,0 0 0,0 0 16,0 0-1,25 0-15,-25 0 0,0 0 0,0 0 0,0 0 0,0-25 0,0 25 0,24 0 16,-24 0-16,0 0 0,0 0 0,0 0 0,0 0 0,25 0 0,-25 0 16,0 0-16,0 0 15,0 0-15,25 0 0,-25 0 0,0 0 0,0 0 0,0 0 0,0 0 0,25 0 16,-25 0-16,0 0 0,0 0 0,0 0 0,0 0 0,0 0 15,0 0-15,0 0 16,25 0-16,-25 0 0,0 25 0,0-25 0,0 0 0,0 0 0,0 0 0,0 24 0,0-24 16,0 0-16,0 0 15,0 0-15,0 25 0,0-25 0,0 0 0,-25 25 0,25-25 16,0 0-16,0 0 15,0 25-15,0-25 0,0 0 0,0 25 0,0-25 0,-25 0 0,25 0 0,0 24 0,0-24 0,0 0 0,0 0 16,-25 0-16,25 0 0,0 25 0,0-25 0,0 0 0,0 0 16,0 0-1,-25 0-15,25 0 0,0 0 0,0 0 0,0 0 0,-24 0 0,24 0 0,0 0 0,0 0 16,0 0-16,0 0 0,-25 0 0,25 0 0,0 0 0,0 0 15,0 0 1,0 0-16,0 0 0,0 0 0,0 0 31,-25 0-15,25 0-16,0 0 0,0 0 0,0 0 0,0 0 0,0 0 0,0 0 0,0-25 0,0 25 15,0 0-15,0 0 0,0 0 0,0 0 0,0 0 0,0 0 0,0-24 0,0 24 0,25 0 0,-25 0 0,0 0 0,0 0 0,0-25 0,25 25 0,-25 0 0,0 0 0,24-25 0</inkml:trace>
  <inkml:trace contextRef="#ctx0" brushRef="#br0" timeOffset="685693.2192">28302 9599 0,'0'0'15,"0"0"-15,0 0 16,0 0-16,0 0 0,0 0 0,0 0 0,0 0 16,0 0-16,0 0 0,0 0 0,0 0 0,0 0 0,0 0 15,0 0-15,0 0 0,0 0 0,0 0 0,0 0 0,0 0 16,0 0-16,25 0 0,-25 0 0,0 0 0,0 0 0,0 0 0,0 0 0,0 0 15,0 0 1,0 0-16,0 0 0,0 0 0,0 0 0,0 0 0,0 0 0,0 0 0,0 0 0,0 0 0,0 0 16,0 0-16,0 0 0,0 25 0,0-25 0,0 0 15,0 0-15,0 0 16,0 0-16,0 0 0,0 0 0,0 25 0,0-25 0,0 0 0,0 0 0,0 25 15,0-25-15,0 0 0,0 25 0,0-25 0,0 0 0,0 24 16,0-24-16,0 25 0,-25-25 0,25 25 0,0-25 0,0 25 16,0-25-16,0 25 0,0-25 0,0 24 0,0-24 0,0 25 15,0-25-15,0 25 0,0 0 0,0-25 0,-25 25 16,25-25-1,0 24-15,0-24 0,0 25 0,0-25 0,0 25 0,0-25 0,0 25 0,-24-25 0,24 25 0,0 0 16,0-25-16,0 24 0,0-24 0,0 25 0,0-25 16,-25 25-16,25-25 15,0 0-15,0 25 0,0-25 0,0 25 0,0-25 0,-25 0 0,25 24 0,0-24 31,0 25-31,0-25 0,0 0 0,0 25 16,0-25-16,0 0 0,-25 25 0,25-25 0,0 0 0,0 0 0,0 25 0,0-25 0,0 0 0,0 0 0,0 24 47,0-24-47,0 0 0,0 0 0,0 25 0,0-25 0,0 0 0,0 0 0,0 0 0,0 0 0,0 25 0,0-25 0,0 0 0,0 0 0,0 0 0,0 0 0,0 0 0,0 0 0,0 0 15,0 0-15,0 0 0,0 0 16,0 0-16,0-25 0,0 25 0,0 0 0,0 0 0,0 0 16,0-25-16,0 25 0,0 0 0,0-24 15,0 24 1,0 0-16</inkml:trace>
  <inkml:trace contextRef="#ctx0" brushRef="#br0" timeOffset="686181.2472">28724 9798 0,'0'0'0,"0"0"16,0 0-16,0 0 0,0 0 0,0 0 0,0 0 0,25 0 0,-25 0 15,0 0 1,0 0-16,0 0 0,0 0 0,0 0 0,0 0 0,0 0 0,24 0 0,-24 0 16,0 0-16,0 0 0,0 0 0,25 0 0,-25 0 0,0 0 0,25 0 15,-25 0-15,0 0 0,0 0 16,25 0-16,-25 0 0,0 0 0,25 0 0,-25 0 0,24 0 0,-24-25 0,0 25 15,0 0-15,25 0 0,-25 0 0,0 0 0,25 0 16,-25 0-16,0 0 0,25 0 16,-25 0-16,0 0 0,0 0 0,0 0 0,0 0 0,0 0 0,25 0 0,-25 0 15,0 0-15,0 0 0,0 0 0,0 0 0,0 0 16,0 0-16,0 0 0,-25 0 0,25 0 0</inkml:trace>
  <inkml:trace contextRef="#ctx0" brushRef="#br0" timeOffset="686503.2657">28724 10046 0,'0'0'0,"0"0"0,0 0 16,0 0-16,0 0 0,0 0 0,0 0 0,0 0 0,0 0 0,0 0 0,0 0 15,0 0-15,0 0 0,25 0 0,-25 0 0,0 0 0,0 0 16,24 0-16,-24 0 0,25 0 15,-25 0-15,0 0 0,25 0 0,-25 0 0,25 0 0,-25 0 0,25 0 16,-25 0-16,24 0 0,-24 0 16,25 0-16,-25 0 0,25 0 0,-25 0 31,25 0-31,-25 0 0,0 0 15,25 0-15,-25 0 0,0 0 0,24 0 0,-24 0 16,0 0-16</inkml:trace>
  <inkml:trace contextRef="#ctx0" brushRef="#br0" timeOffset="693118.644">29468 9823 0,'0'0'0,"0"0"0,0 0 16,0 0-16,0 0 0,0 0 0,0 0 0,0 0 0,0 0 0,0 0 15,0 0-15,0 0 0,0 0 0,0 0 0,0 0 0,0 0 16,0 0-16,0 0 0,0 0 16,0 0-16,0 0 0,0 0 0,0 0 0,0 0 0,0 0 0,0 0 0,0 0 15,0 0-15,0 0 0,0 0 0,0 0 0,0 0 0,0 0 16,0 0-1,0 0-15,0 0 0,0 0 0,0 0 0,0 0 0,0 0 0,0 0 0,0 0 0,0 0 0,0 0 32,0 0-32,0 0 0,0 0 0,0 0 0,0 0 0,0 0 0,0 0 0,0 0 15,0 0-15,0 0 0,0 0 0,0 0 0,0 0 0,0 0 0,0 0 16,0 0-16,0 0 0,0 0 0,0 0 0,0 0 0,0 0 0,0 0 15,0 0-15,0 0 0,0 0 16,0 0-16,0 0 0,0 0 0,0 0 0,0 0 0,0 0 0,0 0 31,0 0-31,0 0 0,0 0 0,0 0 0,0 0 0,0 0 0,0 0 0,25 0 0,-25 0 16,0 0-16,0 0 0,0 0 0,0 0 0,0 0 0,25 0 15,-25 0-15,0 0 0,0 0 16,0 0-16,24 0 0,-24 0 0,0 0 0,25 0 0,-25 0 0,0 0 16,25 0-16,-25 0 0,0 0 0,0 0 0,25 0 0,-25 0 0,0 0 15,25 0 1,-25 0-16,0 0 0,24 0 0,-24 0 0,0 0 0,0 0 0,25 0 0,-25 0 0,25 0 15,-25 0-15,0 0 0,25 0 0,-25 0 0,0 0 0,25 0 0,-25 0 16,0 0 0,24 0-16,-24 0 0,0-25 0,0 25 0,0 0 0,25 0 0,-25 0 0,0 0 15,0 0-15,0 0 0,0 0 0,0 0 0,0 0 0,25 0 0,-25 0 16,0 0-16,0 0 15,0 0-15,0 0 0,0 0 0,0 0 0,0-25 0,0 25 0,0 0 16,0 0-16,0 0 0,0 0 0,0 0 0,0 0 16,0 0-16,0 0 0,0 0 0,0 0 0,0 0 15,-25 0-15,25-25 0,0 25 0,0 0 0,0 0 0,0 0 0,0 0 0</inkml:trace>
  <inkml:trace contextRef="#ctx0" brushRef="#br0" timeOffset="694520.7241">30435 9773 0,'0'0'0,"0"0"16,0 0-1,0 0-15,0 0 0,0 0 0,25 0 0,-25 0 0,0 0 0,0 0 0,0 0 16,0 0-16,0 0 0,0 0 0,0 0 0,0 0 0,0 0 0,0 0 0,0 0 31,0-25-31,0 25 0,0 0 0,0 0 0,0 0 0,0 0 0,0 0 16,0 0-16,0 0 0,0 0 0,0 0 0,0 0 15,0 0-15,0 0 0,0-25 0,0 25 0,0 0 0,0 0 0,0 0 16,-25 0-16,25 0 0,0 0 0,0 0 0,0 0 0,0 0 0,0-24 0,0 24 15,0 0 1,-24 0-16,24 0 0,0 0 0,0 0 0,0-25 0,0 25 0,-25 0 16,25 0-16,0 0 0,0 0 0,0 0 0,-25 0 0,25 0 0,0 0 0,0-25 15,0 25-15,0 0 16,-25 0-16,25 0 0,0 0 0,0 0 0,0 0 0,0 0 15,-25 0-15,25 0 0,0 0 0,0 0 0,0 0 0,0 0 0,0 0 0,0 0 16,0 0-16,-24 0 0,24 0 0,0 0 16,0 0-16,0 0 0,0 0 0,0 0 0,-25 0 0,25 25 0,0-25 15,0 0 1,0 0-16,0 0 0,-25 0 0,25 25 0,0-25 0,0 0 0,0 0 15,-25 0 1,25 0-16,0 24 0,0-24 0,0 0 0,0 0 0,-25 0 0,25 25 0,0-25 0,0 0 0,0 0 16,0 0-16,0 25 0,0-25 0,-25 0 0,25 0 0,0 0 0,0 25 0,0-25 15,0 0-15,0 0 0,0 0 16,0 25-16,0-25 0,0 0 0,0 0 0,0 0 0,0 24 15,0-24-15,0 0 0,0 0 0,0 0 0,25 0 0,-25 25 0,0-25 16,0 0-16,0 0 0,25 0 0,-25 0 16,0 0-16,0 25 0,0-25 0,25 0 15,-25 0-15,0 0 0,0 0 0,25 0 0,-25 0 0,0 0 0,25 0 0,-25 0 0,0 0 16,0 0-1,24 0-15,-24 0 0,0 0 0,0 0 0,25 0 0,-25 0 0,0 0 16,0 0-16,25-25 0,-25 25 0,0 0 0,0 0 0,25 0 0,-25 0 16,0 0-16,0 0 0,25 0 0,-25 0 0,0 0 0,24 0 0,-24 0 15,0 0 1,0 0-16,25-25 0,-25 25 0,0 0 0,0 0 0,0 0 0,25 0 0,-25-24 0,0 24 15,0 0-15,0 0 16,0 0-16,25-25 0,-25 25 0,0 0 16,0 0-16,0 0 0,0-25 0,0 25 0,0 0 0,25 0 0,-25 0 0,0-25 0,0 25 31,0 0-31,0 0 0,0 0 0,0 0 0,0-25 0,0 25 0,0 0 0,0 0 0,0 0 0,0 0 0,0 0 0,0 0 31,0 0-31,0 0 0,0 0 0,0 0 0,0 0 0,0 0 0,0 0 0,0 0 0,0 0 0,0 0 0,0 0 0,0 0 16,0 0-16,0 0 0,0 0 0,0 0 15,0 0-15,0 0 0,0 0 0,0 0 0,0 0 0,0 0 0,0 0 16,0 0-1,0 0-15,0 0 0,0 25 0,0-25 0,-25 0 0,25 0 0,0 25 16,0-25-16,0 0 0,0 0 0,0 25 0,0-25 0,0 0 0,-25 0 0,25 25 16,0-25-16,0 0 0,0 24 15,0-24-15,0 0 0,0 25 0,0-25 0,0 0 0,0 25 0,-25-25 0,25 0 16,0 0-16,0 25 0,0-25 0,0 0 0,0 25 0,0-25 15,0 0-15,0 24 0,0-24 0,0 0 0,0 0 0,-25 25 16,25-25-16,0 0 0,0 25 0,0-25 0,0 0 16,0 0-16,0 25 15,0-25-15,0 0 0,0 0 0,0 25 0,0-25 0,-24 0 0,24 0 0,0 0 16,0 25-16,0-25 0,0 0 0,-25 0 0,25 0 0,0 24 0,0-24 31,0 0-31,-25 0 0,25 0 0,0 25 0,0-25 0,-25 0 0,25 0 0,0 0 0,0 0 0,0 25 16,-25-25-16,25 0 0,0 0 0,0 0 15,0 0-15,-24 0 0,24 0 0,0 0 0,0 0 0,0 0 0,-25 0 16,25 0-1,0 0-15,0 0 0,0-25 0,0 25 0,-25 0 0,25 0 0,0 0 0,0 0 16,0 0-16,0-25 0,0 25 0,0 0 0,0 0 0,0 0 16,0 0-16,0-24 0,0 24 15,0 0-15,0 0 0,0 0 0,0-25 0,0 25 0,0 0 0,0-25 16,0 25-16,0 0 0,0 0 0,0 0 0,0-25 0,0 25 0,0 0 31,0 0-31,0 0 0,0 0 0,0 0 0,0 0 0,0 0 0,0 0 0,0 0 0,0 0 16,0 0-16,0 0 0,0 0 0,0 0 0,0 0 0,0 0 0,0 0 0,0 0 15,0 25-15</inkml:trace>
  <inkml:trace contextRef="#ctx0" brushRef="#br0" timeOffset="696873.8589">21605 10691 0,'0'0'0,"0"0"15,0-25-15,0 25 16,0 0-16,0 0 0,0 0 0,0 0 16,0 0-16,0-25 0,0 25 0,0 0 0,0 0 0,0 0 0,0 0 0,0 0 15,0 0-15,0 0 0,0 0 0,0 0 0,0 0 0,0 0 0,0-25 16,0 25-16,0 0 15,0 0-15,0 0 0,0 0 0,0 0 0,0 0 0,-25 0 0,25 0 0,0 0 16,0-24-16,0 24 0,0 0 0,0 0 0,0 0 0,0 0 0,-25 0 16,25 0-16,0 0 0,0 0 0,0 0 15,-25 0-15,25 0 0,0 0 0,0-25 16,0 25-16,0 0 0,-24 0 0,24 0 0,0 0 0,0 0 0,0 0 0,0 25 15,-25-25-15,25 0 0,0 0 16,0 0-16,0 0 0,0 0 0,0 0 0,0 0 0,-25 0 0,25 0 0,0 0 16,0 0-1,0 24-15,0-24 0,-25 0 0,25 0 0,0 0 0,0 25 0,0-25 0,0 0 16,0 0-16,-25 25 0,25-25 0,0 25 0,0-25 0,0 0 0,0 25 31,-24-25-31,24 24 0,0-24 0,0 25 0,0-25 0,0 25 0,0-25 0,0 0 0,0 25 16,0-25-16,0 25 0,0-25 0,0 0 0,0 24 0,0-24 15,0 0-15,0 25 0,24-25 16,-24 0-16,0 0 0,0 25 0,0-25 0,25 0 0,-25 0 0,0 25 0,0-25 15,25 0-15,-25 0 0,0 0 0,0 0 0,25 0 0,-25 0 0,0 25 16,0-25-16,25 0 0,-25 0 16,0 0-16,24 0 0,-24-25 0,0 25 0,25 0 0,-25 0 0,0 0 0,25-25 15,-25 25 1,25 0-16,-25 0 0,0-25 0,0 25 0,25 0 0,-25 0 0,0 0 0,0 0 15,0-25-15</inkml:trace>
  <inkml:trace contextRef="#ctx0" brushRef="#br0" timeOffset="697321.8844">21679 11038 0,'0'0'15,"0"0"-15,-25 0 0,25 0 16,0-25-16,25 25 0,-25 0 0,0 0 0,0 0 0,0 0 0,0 0 16,0 0-16,0-25 0,0 25 0,25 0 0,-25 0 0,0 0 15,0-24-15,25 24 0,-25 0 0,0 0 16,0 0-16,0-25 0,25 25 0,-25 0 0,0 0 0,0-25 0,0 25 31,25 0-31,-25 0 0,0 0 0,0-25 0,0 25 0,0 0 0,0 0 0,24-25 16,-24 25-16,0 0 0,0 0 0,0-24 0,0 24 15,0 0-15,0 0 0,0 0 0,0-25 0,0 25 0,0 0 0,0 0 0,0 0 0,0 0 16,0 0-16,0 0 0,0 0 0,0 0 0,0 0 0,0 0 15,0 25-15,0-25 0,0 0 16,0 0-16,0 24 0,0-24 0,0 0 0,0 0 0,0 25 0,0-25 0,0 25 31,0-25-31,0 0 0,0 25 0,0-25 0,0 0 0,-24 25 0,24-25 0,0 0 0,0 24 0,0-24 0,0 0 16,0 25-16,0-25 0,0 0 0,0 25 15,-25-25-15,25 0 0,0 25 16,0-25-16,0 0 0,0 25 0,0-25 0,0 0 0,0 0 0,0 0 0,0 24 0,-25-24 16,25 0-1,0 0-15,0 0 0,0 0 0,0 0 0,0 0 0,0 0 0,0 0 16,0 0-16,0 0 0,0 0 0</inkml:trace>
  <inkml:trace contextRef="#ctx0" brushRef="#br0" timeOffset="698082.9281">22002 10790 0,'0'0'0,"0"0"0,0 0 15,0-25-15,0 25 0,0 0 0,25 0 0,-25 0 16,0 0-16,0-25 0,0 25 15,0 0-15,24 0 0,-24 0 0,0 0 0,0 0 0,0 0 0,0-24 0,25 24 16,-25 0-16,0 0 0,0 0 16,0 0-16,0 0 0,0 0 0,25 0 0,-25 24 31,0-24-31,0 0 0,0 0 0,0 0 0,0 0 0,0 25 0,0-25 0,0 0 0,0 0 0,0 25 0,0-25 15,0 0-15,0 25 0,0-25 0,0 0 0,0 0 0,0 25 0,-25-25 0,25 0 16,0 24-16,0-24 0,0 0 0,0 0 16,-25 25-16,25-25 0,0 0 15,0 0-15,0 25 0,-24-25 0,24 0 0,0 0 16,0 25-16,0-25 0,0 0 0,0 0 0,-25 0 0,25 0 0,0 25 15,0-25-15,0 0 0,0 0 0,0 0 0,0 0 0,0 0 0,0 0 0,0 0 16,25 0 0,-25 0-16,0 0 0,0 0 0,0 0 0,0 0 0,24 0 0,-24 0 15,0 0-15,0 0 0,25-25 0,-25 25 0,0 0 0,0 0 0,25 0 0,-25 0 0,0 0 16,0 0-16,0 25 15,25-25-15,-25 0 0,0 0 0,0 0 0,0 0 0,0 0 0,25 0 32,-25 0-32,0 24 0,0-24 0,0 0 0,0 0 0,0 25 0,0-25 0,0 0 0,0 0 0,0 25 0,0-25 0,0 0 15,0 0-15,0 25 0,0-25 0,0 0 0,-25 25 16,25-25-16,0 0 15,0 0-15,0 24 0,-25-24 0,25 0 0,0 0 0,0 25 0,-25-25 0,25 0 16,0 0-16,-25 25 0,25-25 0,0 0 0,0 0 0,-24 0 0,24 0 16,0 0-1,0 0-15,-25 0 0,25 0 0,0 0 0,0 0 0,0 0 0,-25 0 0,25 0 0,0 0 16,0 0-16,0 0 0,0 0 0,0 0 15,0-25-15,0 25 0,0 0 0,0 0 0,0 0 16,0 0-16,0 0 0,0-25 0,0 25 0,0 0 0,0 0 0,0 0 0,0-24 16,25 24-1,-25 0-15,0 0 0,0 0 0,0 0 0</inkml:trace>
  <inkml:trace contextRef="#ctx0" brushRef="#br0" timeOffset="698458.9496">22771 10988 0,'0'0'0,"0"0"15,0 0 1,0 0-16,0 0 0,0 0 0,0 0 0,0 0 0,0 0 0,25 0 15,-25 0-15,0 0 0,0 0 0,24 0 0,-24 0 0,0 0 0,25 0 0,-25 0 16,25 0-16,-25 0 16,25 0-16,-25 0 0,25 0 0,-25 0 0,24 0 0,-24 0 0,25 0 31,-25 0-31,25 0 15,-25 0-15,25 0 0,-25 0 0,0 0 0,25 0 0,-25 0 0,0 0 0,24 0 0,-24 0 0,0 0 0,0 0 0,0 0 0,0 0 0,0 0 0</inkml:trace>
  <inkml:trace contextRef="#ctx0" brushRef="#br0" timeOffset="698660.9611">22920 11187 0,'0'0'0,"0"0"0,0 0 0,0 0 0,0 0 0,0 0 0,0 0 15,0 0-15,0 0 0,24 0 0,-24 0 0,0-25 0,0 25 16,25 0-16,-25 0 16,0 0-16,25 0 0,-25 0 0,25 0 0,-25 0 0,25 0 0,-25 0 0,24 0 0,-24 0 15,25 0-15,0 0 0,-25 0 0,25 0 16,0 0-16,-25 0 0,24 0 0,1 0 15,-25 0-15</inkml:trace>
  <inkml:trace contextRef="#ctx0" brushRef="#br0" timeOffset="699239.9942">23961 11063 0,'0'0'0,"0"0"15,0 0-15,0 0 0,0 0 0,0 0 0,0 0 0,0 0 0,0 0 16,0 0-1,25 0-15,-25 0 0,0 0 0,0 0 0,25 0 0,-25 0 0,25 0 0,-25 0 0,25 0 0,-25 0 16,24 0-16,1 0 0,-25 0 0,25 0 0,-25 0 0,25 0 16,0 0-1,-25 0-15,24 0 0,-24 0 0,25 0 0,-25 0 0,0 0 0,25 0 0,-25 0 16,0 25-16,25-25 0</inkml:trace>
  <inkml:trace contextRef="#ctx0" brushRef="#br0" timeOffset="699622.0161">24333 11237 0,'0'0'0,"0"0"0,0 0 0,0 0 0,0-25 0,0 25 0,0 0 0,0 0 0,25 0 0,-25 0 0,0 0 0,0 0 0,0-25 0,0 25 0,0 0 0,0 0 0,25 0 0,-25-25 0,0 25 0,0 0 16,25 0-16,-25-25 0,0 25 0,0 0 0,25-25 0,-25 25 0,0-24 16,24 24-16,-24 0 15,0-25-15,25 25 0,-25 0 0,0-25 0,0 25 0,25-25 0,-25 25 16,0 0-16,0-25 0,0 25 0,0-24 15,25 24-15,-25 0 0,0 0 0,0 0 0,0-25 16,0 25-16,0 0 0,0 0 0,0 0 0,0 0 0,0 0 0,0 0 0,0 0 0,0 25 16,0-25-16,0 0 0,0 0 0,0 24 0,-25-24 15,25 0-15,0 25 16,0-25-16,0 0 0,0 25 0,0-25 0,0 0 0,0 25 0,0-25 0,-25 25 15,25-25-15,0 24 0,0-24 0,0 0 0,0 25 0,0-25 16,0 25-16,0-25 0,0 0 0,-25 25 16,25-25-16,0 25 0,0-25 0,0 0 0,0 25 0,0-25 0,0 0 31,0 0-31,0 0 0,0 24 0,0-24 0,0 0 0,0 0 0,-24 0 0,24 0 0,0 0 15,0 0-15,0 0 0,0 0 0,0 0 0,0 0 0,0 0 0,0 0 16,0 0 0</inkml:trace>
  <inkml:trace contextRef="#ctx0" brushRef="#br0" timeOffset="700001.0378">24705 10815 0,'0'0'0,"0"0"15,0 0-15,0 0 0,0 0 0,0 0 0,25 0 0,-25 0 0,0 0 0,0 0 16,0 25-16,0-25 0,25 0 0,-25 0 0,0 0 0,0 0 15,0 24-15,25-24 0,-25 0 16,0 0-16,0 25 0,0-25 0,25 0 0,-25 0 0,0 25 0,0-25 0,0 0 31,24 25-31,-24-25 0,0 0 0,0 25 0,0-25 0,0 24 0,25-24 0,-25 0 0,0 25 16,0-25-16,0 25 0,0-25 0,0 25 0,0-25 0,0 25 0,0-25 15,-25 0 1,25 24-16,0-24 0,0 25 0,-24-25 0,24 25 0,0-25 0,0 25 0,-25-25 16,25 25-16,0-25 0,-25 25 0,25-25 0,0 0 0,-25 24 0,25-24 15,0 0 1,-25 25-16,25-25 0,0 0 0,-24 25 0,24-25 0,0 0 0,-25 25 0,25-25 0,0 0 0,-25 0 15,25 0-15,0 25 16,-25-25-16,25 0 0,0 0 0</inkml:trace>
  <inkml:trace contextRef="#ctx0" brushRef="#br0" timeOffset="700535.0683">24061 10716 0,'0'0'0,"-25"0"0,25 24 16,0-24-16,0 0 0,0 0 0,-25 0 0,25 0 0,0 0 16,0 25-1,-25-25-15,25 0 0,0 0 0,0 25 0,-25-25 0,25 0 0,0 0 0,-24 25 16,24-25-16,0 25 0,-25-25 0,25 0 0,0 24 0,-25-24 0,25 25 15,0-25-15,-25 25 0,25 0 16,0-25-16,0 25 0,-25-25 0,25 24 0,0-24 0,0 25 16,0-25-16,0 25 0,-25-25 0,25 25 0,0-25 0,0 25 0,0-25 0,0 24 15,0-24 1,0 25-16,0-25 0,0 25 0,25-25 0,-25 25 0,0-25 0,0 25 0,25-25 15,-25 25-15,0-25 0,25 0 0,-25 24 0,25-24 0,-25 25 16,25-25-16,-25 0 0,24 0 16,1 25-16</inkml:trace>
  <inkml:trace contextRef="#ctx0" brushRef="#br0" timeOffset="701097.1004">25028 10517 0,'0'0'0,"0"25"31,0-25-31,0 0 0,0 0 0,0 0 0,-25 0 0,25 25 0,0-25 0,0 0 15,0 0-15,0 0 0,0 25 0,0-25 0,0 0 0,-25 24 0,25-24 0,0 0 32,0 25-32,0-25 0,0 0 0,0 25 0,0-25 0,0 0 0,0 25 0,-24-25 0,24 0 0,0 25 0,0-25 31,0 0-31,0 0 0,0 24 0,0-24 0,0 0 0,-25 25 0,25-25 15,0 0-15,0 0 16,0 25-16,0-25 0,0 0 0,0 0 16,0 0-16,0 0 0,-25 25 0,25-25 0,0 0 0,0 0 0,0 0 0,0 0 0,0 0 0,0 0 0,0 0 15,0 0-15,0 0 0</inkml:trace>
  <inkml:trace contextRef="#ctx0" brushRef="#br0" timeOffset="701393.1174">25177 10691 0,'25'0'0,"-25"0"15,0 0 1,0 0-16,0 0 0,0 0 0,0 0 0,24 0 0,-24 0 0,0 0 0,0 0 0,25 0 16,-25 0-16,0 25 0,25-25 0,-25 0 0,0 0 0,25 0 0,-25 0 15,0 0 1,0 0-16,25 0 0,-25 0 0,0 0 0,24 0 0,-24 0 0,0 0 0,0 0 15,0 0-15,0 0 0,0 0 0,0 0 0,25 0 0,-25 0 0,0-25 16</inkml:trace>
  <inkml:trace contextRef="#ctx0" brushRef="#br0" timeOffset="701633.1311">25326 10592 0,'0'24'0,"-25"-24"0,25 0 15,0 0-15,0 0 0,0 0 0,0 0 0,0 0 16,0 0-16,0 0 0,0 0 0,0 25 0,0-25 15,0 0 1,0 0-16,0 25 0,0-25 0,0 0 0,0 0 0,0 25 0,0-25 0,0 0 0,0 25 16,-25-25-16,25 0 0,0 0 0,0 24 0,0-24 0,0 0 0,0 0 15,0 25-15,-25-25 0,25 0 16,0 0-16,0 25 0,0-25 0,0 0 0,0 0 15,0 25-15,0-25 0,0 0 0,0 0 0,0 0 0,0 0 0,0 0 0</inkml:trace>
  <inkml:trace contextRef="#ctx0" brushRef="#br0" timeOffset="702113.1586">25524 10641 0,'0'0'16,"0"0"-16,0 0 0,0 0 15,0 0-15,0 0 0,0 0 0,0 0 0,25-25 31,-25 25-31,0 0 0,0 0 0,0 0 0,0 0 0,25 0 0,-25 0 0,0 0 0,0 0 0,0 25 0,24-25 0,-24 0 0,0 0 16,0 0-16,0 0 0,0 0 0,25 0 16,-25 0-16,0 0 0,0 0 0,0 0 15,0 0-15,0 0 0,0 0 0,0 0 0,0 25 0,0-25 0,0 0 0,0 0 16,0 0-16,-25 0 0,25 25 0,0-25 15,0 0-15,0 0 0,-24 25 0,24-25 0,0 0 16,0 0-16,-25 24 0,25-24 0,0 0 0,-25 0 0,25 0 0,0 0 0,0 0 16,0 25-16,0-25 15,0 0-15,-25 0 0,25 0 0,0 0 0,0 0 0,0 0 0,0 25 16,0-25-16,0 0 0,0 0 0,0 0 0,0 0 0,0 0 0,25 0 0,-25 0 15,0 0 1,0 25-16,0-25 0,0 0 0,0 0 0,0 25 0,0-25 0,25 0 0,-25 0 16,0 24-16,0-24 0,0 0 0,0 0 0,0 25 0,0-25 0,0 0 15,25 0 1,-25 0-16,0 25 0,0-25 0,0 0 0,0 0 0,0 0 0,-25 0 0,25 25 0,0-25 15,0 0-15,0 0 0,0 0 0,-25 0 0,25 0 0,0 0 32,0 0-32,-25 0 0,25 0 0,0 0 0,-25-25 0,25 25 0,0 0 0,-24 0 0,24 0 15,0 0-15,0 0 0</inkml:trace>
  <inkml:trace contextRef="#ctx0" brushRef="#br0" timeOffset="702932.2054">26219 10815 0,'0'-25'0,"0"25"0,0 0 16,0 0-16,-25 0 0,25 0 0,0 0 0,0 0 0,0 0 15,0 0 1,0 0-16,0 0 0,0 0 0,0 0 0,0 0 0,0 0 0,0 0 0,0 0 0,0 0 15,0 0-15,0 0 0,0 0 0,0 0 0,0 0 0,0 0 16,0 0 0,0 0-16,0 0 0,0 0 0,0 0 0,0 0 0,0 0 0,0 0 15,25 0-15,-25 0 0,0 25 0,0-25 0,0 0 0,0 0 0,0 25 0,0-25 16,0 24-16,0-24 0,0 0 0,0 25 15,0-25-15,0 25 0,0-25 0,0 25 0,0-25 16,0 0-16,-25 25 0,25-25 0,0 24 0,0-24 0,0 25 0,0-25 0,0 25 31,0-25-31,0 25 0,0-25 0,-25 25 0,25-25 0,0 24 0,0 1 0,0-25 16,0 25-16,-25-25 0,25 25 0,0 0 0,0-25 0,0 25 0,0-25 0,-25 24 15,25-24 1,0 25-16,0-25 0,0 0 0,0 25 0,0-25 0,0 25 0,-24-25 0,24 0 0,0 25 16,0-25-1,0 0-15,0 0 0,0 0 0,0 24 0,0-24 0,0 0 0,0 0 0,0 0 0,0 0 0,0 0 16,0 0-16,0 25 0,0-25 0,0 0 0,0 0 0,0 0 15,0 0 1,0 0-16,0 0 0,0 25 0,0-25 0,-25 0 0,25 0 0,0 0 0,0 25 16,0-25-16,0 0 0,0 0 0,0 0 0,0 25 0,0-25 0,0 0 15,0 0-15,-25 0 16,25 0-16,0 0 0,0 0 0,0 0 0,0 0 0,0 0 0,0 0 0,0 0 15,0 0-15,0-25 16,25 25-16,-25 0 0</inkml:trace>
  <inkml:trace contextRef="#ctx0" brushRef="#br0" timeOffset="705994.3806">26591 10864 0,'0'0'0,"0"0"16,0 0 0,0 0-16,0 25 0,0-25 0,0 0 0,0 0 0,0 0 0,0 0 0,0 0 0,0 0 15,0-25 1,0 25-16,0 0 0,0 0 0,0 0 0,0 0 0,0 0 0,0 0 0,0 0 15,0 0-15,0 0 0,0 0 0,0 0 0,0 0 0,0 0 16,0 0-16,0 0 0,-25 0 0,25 0 0,0 0 0,0 0 16,0 0-16,0 0 0,0 0 0,0 0 0,0 0 0,0 0 0,0 0 31,0 0-31,0 0 0,0 0 0,0 0 0,0 0 0,0 0 0,0 0 0,0-24 0,0 24 15,0 0-15,0 0 0,0 0 0,0 0 0,0 0 0,0 0 0,0 0 16,0 0-16,25 0 16,-25 0-16,0-25 0,0 25 0,0 0 0,0 0 0,0 0 0,0 0 0,0 0 15,0 0-15,0 0 0,24 0 0,-24 0 0,0 0 0,0 0 16,0 0-1,0-25-15,25 25 0,-25 0 0,0 0 0,0 0 0,0 0 0,25 0 0,-25 0 0,0 0 16,0 0-16,25 0 0,-25 0 16,0 25-16,0-25 0,25 0 0,-25 0 0,0 0 0,24 0 15,-24 0-15,0 0 0,0 0 0,0 0 0,0 0 0,0 0 0,0 0 0,25 25 0,-25-25 31,0 0-31,0 0 0,-25 0 0,25 0 0,0 0 0,0 24 0,0-24 0,0 0 16,0 0-16,-24 25 0,24-25 0,0 0 16,0 0-16,0 25 0,-25-25 0,25 0 0,0 0 0,0 25 0,-25-25 15,25 0-15,0 0 0,0 0 0,-25 25 0,25-25 0,0 0 0,0 0 16,-25 0-1,25 0-15,0 0 0,0 24 0,0-24 0,0 0 0,0 0 0,-24 0 0,24 0 16,0 0-16,0 0 0,0 0 0,0 0 0,0 0 0,0 0 0,0 0 0,0 0 16,0 0-16,0 0 0,0 0 0,24 0 0,-24 0 15,0 0-15,0 0 16,0 0-16,0 0 0,25 0 0,-25 0 0,0 0 0,0 0 0,25 0 0,-25 0 15,0 0-15,0 0 0,25 0 0,-25 0 0,0 0 0,0 0 0,0 0 16,25 0-16,-25 0 0,0 0 0,0 0 0,0 0 16,0 0-16,0 0 0,0 0 0,0 25 0,0-25 0,0 0 15,0 0-15,0 0 0,0 25 0,0-25 0,0 0 16,0 25-16,0-25 0,0 0 0,0 0 0,0 25 15,0-25-15,0 0 0,0 24 0,0-24 0,-25 0 0,25 25 16,0-25-16,0 0 0,0 0 0,0 25 0,-25-25 16,25 0-16,0 25 0,0-25 0,-25 0 0,25 0 15,0 0-15,0 0 16,0 25-16,-25-25 0,25 0 0,0 0 0,0 0 0,0 0 0,0 0 0,-24 0 0,24 0 15,0 0 1,0-25-16,0 25 0,0 0 0,-25 0 0,25 0 0,0 0 0,0 0 16,0 0-16,0 0 15,0 0-15,0-25 0,0 25 0,-25 0 0,25 0 0,0 0 0,0 0 0,0 0 0,0 0 16,0 0-16,0 0 0,0 0 0,0 0 0,0 0 0,0 0 0,0 0 15,0 0-15,25 0 0,-25 0 0,0 0 0,0 0 0,0 0 0,0 0 16,25 0 0,-25 0-16,0 0 0,24 0 0,-24 0 0</inkml:trace>
  <inkml:trace contextRef="#ctx0" brushRef="#br0" timeOffset="706900.4324">27707 10914 0,'0'0'0,"0"0"16,0 0-1,0 0-15,0 0 0,0 0 0,0 0 0,0 25 0,0-25 16,-25 0-16,25 0 0,0 0 0,0 0 16,0 0-16,0 0 0,0 0 0,0 0 0,-25 0 0,25 0 15,0 0-15,0 0 0,0 0 0,0 0 0,-25 0 0,25 0 0,0 25 0,0-25 0,0 0 16,-24 0-16,24 0 15,0 0-15,-25 24 0,25-24 0,0 0 0,-25 0 0,25 25 0,0-25 16,-25 0-16,25 0 0,0 0 0,0 25 0,-25-25 0,25 0 0,0 0 0,-24 0 16,24 0-1,0 25-15,0-25 0,0 0 0,0 0 0,0 0 0,0 0 0,0 0 16,-25 0-16,25 0 0,0 0 0,0 25 0,0-25 0,0 0 0,0 0 0,0 0 15,0 0 1,25 0-16,-25 0 0,0 0 0,0 0 0,0 0 0,0 0 0,0 0 16,0 0-16,0 0 15,0 0-15,24 0 0,-24 0 0,0 0 0,0 24 0,0-24 0,25 0 0,-25 0 0,0 0 0,0 0 16,25 0-16,-25 0 0,0 0 0,25 0 0,-25 0 0,0 0 0,25 0 15,-25 0 1,0 0-16,24 0 0,-24 0 0,25 0 0,-25 0 0,0 25 0,25-25 0,-25 0 0,0 0 16,25 0-16,-25 0 0,0 0 0,25 0 0,-25 0 0,0 0 0,0 0 31,24 0-31,-24 0 0,0 0 0,0 0 0,25 0 0,-25 0 0,0 0 0,0 0 0,25 0 15,-25 0-15,0 0 0,0 0 0,0 0 0,25 0 0,-25 0 0,0 0 16,0 0-16,0-25 16,0 25-16,0 0 0,25 0 0,-25 0 0,0 0 0,0 0 0,0 0 0,0 0 15,0 0-15,0 0 0,0 0 16,0 0-16,0 0 0,0-24 0</inkml:trace>
  <inkml:trace contextRef="#ctx0" brushRef="#br0" timeOffset="707160.4473">27856 11013 0,'0'0'0,"0"0"0,0 0 0,0 0 0,0 0 0,0 0 16,0 0-16,0 0 0,0 0 0,0 0 16,-25 0-16,25 0 0,0 0 15,0 0-15,0 0 0,0 0 0,0 25 16,0-25-16,0 0 0,0 0 0,0 25 0,0-25 0,0 0 0,0 25 0,-25-25 0,25 0 0,0 24 15,0-24-15,0 25 0,0-25 0,0 25 0,0-25 0,0 0 0,0 25 16,0-25-16,0 25 16,0-25-16,0 0 0,0 25 0,0-25 0,0 0 0,0 24 0,0-24 0,0 0 0,0 0 15,0 25 1,-25-25-16,25 0 0,0 0 0,0 0 0,0 25 0,0-25 15,0 0-15,0 0 0,-25 0 0,25 0 0,0 0 0,0 0 0,-24 0 0,24 0 16,0 25-16</inkml:trace>
  <inkml:trace contextRef="#ctx0" brushRef="#br0" timeOffset="708005.4956">26715 11435 0,'0'0'0,"0"0"0,0 0 15,0-25 1,0 25-16,0 0 0,0 0 0,0 0 0,0 0 0,0 0 0,0 0 0,0 0 16,-25 0-16,25 0 0,0 0 0,0 0 0,0 0 0,-25 0 0,25-25 15,0 25-15,0 0 16,-25 0-16,25 25 0,0-25 0,0 0 0,-25 0 0,25 0 0,0 0 0,0 0 15,0 0-15,-24 0 0,24 0 0,0 0 0,0 0 0,0 0 0,-25 0 32,25 0-32,0 25 0,0-25 0,0 0 0,-25 0 0,25 25 0,0-25 0,0 0 0,0 25 0,-25-25 15,25 0-15,0 24 0,0-24 0,0 25 16,0-25-16,0 25 0,0-25 0,0 25 15,0-25-15,0 0 0,0 25 0,0-25 0,0 0 0,0 24 0,25-24 0,-25 25 32,0-25-32,0 0 0,0 0 0,25 25 0,-25-25 0,0 0 0,0 0 0,0 0 0,25 25 0,-25-25 15,0 0-15,24 0 0,-24 0 0,0 0 0,25 0 0,-25 0 31,25 0-31,-25 0 0,0 0 0,25-25 0,-25 25 0,0 0 0,25 0 0,-25 0 0,0-25 0,24 25 16,-24 0-16,0 0 0,0-25 0,25 25 0,-25-24 0,0 24 0,0 0 16,0-25-1,0 25-15,25-25 0,-25 25 0,0-25 0,0 25 0,0-25 0,0 25 0,0-24 0,0 24 16,0 0-16,-25-25 0,25 25 15,0-25-15,0 25 0,0 0 0,0-25 0,0 25 0,0 0 16,0 0-16,0 0 0,0-25 0,0 25 0,0 0 0,0 0 0,-25 0 16,25 0-16,0 0 0,0 0 0,0 0 0,0 0 0,-24 0 0,24 0 31,0 0-31,0 0 0,0 0 0,0 0 0,-25 0 0,25 0 0,0 25 0,0-25 0,0 0 0,0 0 15,0 0-15,0 0 16,0 0-16,0 0 0,0 0 0,0 0 0,0 0 0</inkml:trace>
  <inkml:trace contextRef="#ctx0" brushRef="#br0" timeOffset="708797.5409">27558 11485 0,'0'0'0,"0"0"16,0 0-1,0 0-15,0 0 0,0 0 0,0 0 0,0 0 0,0 0 0,25 0 16,-50 0-16,25 0 0,0 0 0,0 0 0,0 0 16,0 24-16,0-24 0,0 0 0,0 0 0,0 25 15,0-25-15,0 0 0,0 25 0,-25-25 0,25 0 0,0 25 0,0-25 16,0 0-16,0 25 0,0-25 0,0 0 0,-25 0 0,25 24 15,0-24-15,0 0 0,0 0 16,0 25-16,0-25 0,0 0 0,0 0 0,0 0 0,0 0 0,0 0 0,0 0 16,0 25-16,0-25 0,0 0 15,25 0-15,-25 0 0,0 0 0,0 0 0,0 0 0,0 0 16,0 0-16,0 0 0,25 0 0,-25 0 0,0 0 0,0 0 0,0 0 0,25 0 15,-25 0 1,0 0-16,0 0 0,25 0 0,-25 0 0,0 0 0,0 25 0,0-25 16,0 0-16,24 0 0,-24 0 0,0 0 0,0 0 0,0 0 0,0 25 0,0-25 0,0 0 31,0 0-31,25 0 0,-25 24 0,0-24 0,0 0 0,0 0 0,0 25 0,0-25 0,0 0 0,0 0 15,0 0-15,0 25 0,0-25 16,0 0-16,0 0 0,0 0 0,0 0 0,-25 25 16,25-25-16,0 0 0,0 0 0,0 0 0,0 0 0,0 0 0,0 0 0,0 0 15,0 25-15,0-25 0,0 0 0,-24 0 0,24 0 16,0 0-16,0 0 0,0 0 0,0 0 15,-25 0-15,25 0 0,0 0 0,0 0 0,0 0 0,-25 0 0,25 0 32,0 0-32,0 0 0,-25 0 0,25 0 0,0 0 0,0 0 0,-25 0 0,25-25 0,0 25 0,0 0 0,0 0 15,-24 0-15,24 0 16,0 0-16,0-25 0,0 25 0,0 0 0,0 0 0,0 0 15,0 0-15,0-25 0,0 25 0,0 0 0,0 0 0,24-25 0,-24 25 0,0 0 16,0-24-16,0 24 0,0 0 16,25-25-16</inkml:trace>
  <inkml:trace contextRef="#ctx0" brushRef="#br0" timeOffset="708995.5522">27657 11559 0,'0'0'0,"0"0"0,0 0 0,0 0 15,0 0-15,0-25 0,25 25 0,-25 0 0,0 0 16,0 0-16,0 0 0,0 0 0,25 0 0,-25 0 15,0 0-15,25 0 0,-25 0 0,0 0 0,24 0 0,-24 0 16,25 0-16,-25 0 0,25 25 0,-25-25 0,0 0 16,25 0-16,-25 0 15,25 0-15,-25 0 0,24 0 0,-24 0 0,25 0 0,-25 0 0,25 0 0,-25 0 16,25 0-16,-25 0 0,0 0 0,25 0 0</inkml:trace>
  <inkml:trace contextRef="#ctx0" brushRef="#br0" timeOffset="709493.5806">28451 11063 0,'0'0'0,"0"0"0,0 0 16,0 0-16,0 0 0,0 0 0,0 0 0,0 0 0,0 0 0,0 0 31,0 0-31,-25 0 0,25 0 0,0 0 0,0 0 0,0 25 0,0-25 0,0 0 0,0 0 16,0 24-16,0-24 0,0 25 0,-25-25 0,25 25 0,0-25 0,0 25 31,0-25-31,0 25 0,-24 0 0,24-25 0,0 24 0,0 1 0,-25 0 0,25-25 31,0 25-31,0 0 0,-25-1 16,25 1-16,0 0 0,-25-25 0,25 25 0,0 0 0,0-1 0,0 1 0,-25 0 0,25-25 0,0 25 0,0 0 0,-24-25 0,24 24 15,0 1-15,0-25 0,0 25 0,-25 0 0,25-25 0,0 25 0,0-25 0,0 0 16,0 24 0,-25-24-16,25 0 0,0 25 0,0-25 0,0 0 0,0 0 0,0 25 0,0-25 0,0 0 15,0 0-15,0 0 0,0 0 0,0 0 0,0 0 16,0 0-16,0 0 0,0 0 15,0 0-15,0-25 0,0 25 0,0 0 0,25 0 0,-25-25 0,0 25 0,0 0 16,0-24-16</inkml:trace>
  <inkml:trace contextRef="#ctx0" brushRef="#br0" timeOffset="709828.5998">28823 11187 0,'0'-25'0,"0"25"0,0 0 16,0 0-16,0 0 0,0 0 0,0 0 0,25 0 0,-25 0 16,0 0-16,0 0 15,0 0-15,25 0 0,-25 0 0,0 0 0,24 0 0,-24 0 0,0 0 0,25 0 0,-25 0 16,25 0-1,-25 0-15,25 0 0,-25 0 0,25 0 0,-25 0 0,24 0 0,-24 0 0,0 0 0,25 0 16,-25 0-16,0 0 0,25 0 0,-25 0 0,0 0 0,0 0 16,0 0-1</inkml:trace>
  <inkml:trace contextRef="#ctx0" brushRef="#br0" timeOffset="710017.6107">28773 11410 0,'0'0'16,"0"0"-16,0 0 0,0 0 15,0 0-15,0 25 0,0-25 0,0 0 0,0 0 0,0 0 0,25 0 0,-25 0 16,25 0-16,-25 0 0,0 0 0,25 0 0,0-25 0,-25 25 16,24 0-16,-24 0 0,25 0 0,0 0 0,0 0 0,-25 0 15,25 0-15,-1 0 16,-24 0-16,25 0 0,-25 0 0,25 0 0,0 0 0,-25 0 15,25 0-15,-25 0 0,25 0 0</inkml:trace>
  <inkml:trace contextRef="#ctx0" brushRef="#br0" timeOffset="712427.7485">29344 11410 0,'0'0'0,"0"0"0,0 0 16,0 0-16,0 0 0,0 0 0,0 0 0,0 0 15,0 0-15,0 0 0,0 0 0,0 0 0,0 0 0,0 0 16,0 0-16,0 0 0,0 0 0,0 0 0,0 0 0,0 0 0,0 0 0,0 0 31,0 0-31,0 0 0,0 0 0,0 0 0,0 0 0,0 0 0,0 0 0,0 0 16,0 0-16,0 0 0,0 0 0,0 0 0,0 0 0,0 0 0,0 0 15,0 0-15,0 0 0,0 0 0,0 0 16,0 0-16,0 0 0,0 25 0,0-25 0,0 0 0,0 0 0,0 0 15,0 0-15,0 0 0,0 0 0,0 0 0,0 0 0,0 0 16,0 0-16,0 0 0,0 0 16,0 0-16,0 0 0,0 0 0,0 0 0,0 0 0,0 0 0,0 0 15,0-25-15,0 25 0,0 0 0,0 0 0,0 0 0,25 0 0,-25 0 16,0 0-1,0 0-15,0 0 0,0 0 0,0 0 0,0-25 0,25 25 0,-25 0 16,0 0-16,0 0 0,24-24 0,-24 24 0,0 0 0,0-25 0,25 25 0,-25 0 16,0-25-1,25 25-15,-25 0 0,0-25 0,25 25 0,-25-25 0,0 25 0,0 0 0,25-24 16,-25 24-16,0 0 0,0-25 0,24 25 0,-24-25 0,0 25 0,0 0 15,0-25 1,25 25-16,-25 0 0,0 0 0,0-25 0,0 25 0,0 0 0,0 0 0,0 0 0,0-25 16,0 25-16,0 0 0,0 0 15,0 0-15,0 0 0,0 0 0,0 0 0,0 0 0,0 0 0,0 0 0,0 0 16,0 0-16,0 0 0,0 0 0,0 0 0,0 0 0,0 0 15,0 0-15,0 0 16,0 0-16,0 0 0,0 0 0,0 0 0,0 0 0,0 0 0,0 0 0,0 0 16,0 0-16,0 0 0,0 0 0,0 0 15,0 0-15,0 0 0,0 25 0,0-25 0,0 0 16,-25 25-16,25-25 0,0 0 0,0 25 0,0-25 0,0 25 0,0-25 15,0 0-15,0 25 0,-24-25 0,24 24 0,0-24 0,0 25 0,0-25 16,0 25 0,0-25-16,0 25 0,-25-25 0,25 25 0,0-25 0,0 0 0,0 24 0,0-24 31,0 0-31,0 25 0,-25-25 0,25 0 0,0 25 0,0-25 0,0 0 0,0 25 0,0-25 0,0 0 0,0 0 15,-25 0-15,25 0 0,0 25 0,0-25 0,0 0 0,0 0 0,0 0 32,0 0-32,0 0 0,0 0 0,0 0 0,0 0 0,0 0 0,0 0 0,0-25 0,25 25 15,-25 0-15,0 0 0,0 0 0,0-25 0,25 25 0,-25 0 0</inkml:trace>
  <inkml:trace contextRef="#ctx0" brushRef="#br0" timeOffset="713228.7942">30038 11063 0,'0'0'0,"0"-25"16,0 25-16,0 0 0,0 0 0,0 0 0,0 0 0,0 0 0,0 0 15,0 0-15,0 0 0,0 0 0,0 0 0,0 0 0,0 0 16,0 0-16,0 0 0,0 0 0,0 0 15,0 0-15,0 0 0,0 0 0,0 0 0,0 0 0,0 0 0,-24 0 16,24 0-16,0 0 0,0 0 16,0 0-16,0 25 0,0-25 0,0 0 15,0 0-15,0 0 16,0 0-16,0 25 0,-25-25 0,25 0 0,0 0 0,0 24 0,0-24 0,0 0 0,-25 0 0,25 25 0,0-25 0,0 0 15,0 0-15,0 0 0,0 25 0,-25-25 16,25 0-16,0 0 0,0 0 0,0 0 0,0 0 16,0 25-16,0-25 0,0 0 0,0 0 0,0 0 0,0 0 0,0 0 15,0 0-15,0 0 0,0 0 0,0 0 0,0 0 0,0 0 0,0 0 16,25 0-1,-25 0-15,0 0 0,0 25 0,0-25 0,0 0 0,25 0 0,-25 0 0,0 0 0,0 0 16,25 0-16,-25 0 0,0 25 0,0-25 0,0 0 0,24 0 16,-24 0-1,0 0-15,0 0 0,25 24 0,-25-24 0,0 0 0,0 0 0,0 0 0,25 0 0,-25 25 16,0-25-16,0 0 15,0 0-15,25 0 0,-25 25 0,0-25 0,0 0 0,0 0 0,0 0 16,0 25-16,25-25 0,-25 0 0,0 0 0,0 25 0,0-25 0,0 0 16,0 0-16,0 0 0,0 0 0,0 24 0,0-24 0,0 0 15,24 0-15,-24 25 16,0-25-16,0 0 0,0 0 0,0 25 0,0-25 0,0 0 0,0 0 0,-24 0 15,24 25-15,0-25 0,0 0 0,0 0 0,0 0 0,0 0 16,0 25-16,0-25 0,0 0 0,0 0 0,0 0 0,0 0 16,0 0-16,-25 24 15,25-24-15,0 0 0,0 0 0,0 0 0,-25 0 0,25 0 0,0 0 0,0 0 16,-25 0-16,25 0 0,0 0 0,0 0 0,0 0 0,-25 0 15,25 0-15,0 0 0,0 0 0,-24 0 16,24 0-16,0 0 0,0 0 0,-25 0 0,25 0 0,0-24 0,0 24 31,0 0-31,0 0 0,0 0 0,-25 0 0,25-25 0,0 25 0,0 0 0,0 0 0,0 0 16,0-25-16,0 25 0,0 0 0,0 0 0,0 0 0,25-25 0,-25 25 0,0 0 31,0 0-31,0 0 0,0-25 0,0 25 0,0 0 0</inkml:trace>
  <inkml:trace contextRef="#ctx0" brushRef="#br0" timeOffset="713486.8091">30162 11112 0,'0'-24'0,"0"24"0,0 0 0,0 0 0,0 0 0,0 0 16,0 0-16,0 0 0,0 0 0,0 0 16,25 0-16,-25 0 15,0 0-15,0 0 0,25 0 0,-25-25 0,25 25 0,-25 0 0,25 0 0,-25 25 0,25-25 0,-1 0 0,-24 0 0,25 0 16,0 0-16,-25 0 0,25 0 0,-25-25 0,25 25 0,-1 0 0,-24 0 15,25 0 1,-25 0-16,25 0 0,-25 0 0,0 0 0,25 0 0,-25 0 0,0 0 0</inkml:trace>
  <inkml:trace contextRef="#ctx0" brushRef="#br0" timeOffset="1.55678E6">21630 12030 0,'0'0'0,"0"0"31,0 0-31,0 0 0,0 0 0,0 0 0,0 0 0,0 0 0,0 0 0,0 0 0,0 0 16,0 0-16,0 0 0,0 0 0,0 0 0,0 0 0,0 0 0,0 0 15,0 0-15,0 0 0,0-25 0,0 25 0,0 0 16,0 0-16,0 0 0,0 0 16,0 0-16,0 0 0,0 0 0,0 0 0,0 0 0,0 0 0,0 0 15,0 0-15,0 0 0,0-24 0,0 24 0,0 0 0,0 0 0,0 0 16,0 0-16,0 0 15,0 0-15,0 0 0,0 0 0,0 0 0,0 0 0,0 0 0,0 0 0,0 0 16,0 0-16,0 0 0,0 0 0,0 0 0,0-25 0,0 25 0,0 0 31,0 0-31,0 0 0,-25 0 0,25 0 0,0 0 0,0 0 0,0 0 0,0-25 16,0 25-16,-25 0 0,25 0 0,0 0 0,0 0 0,0 0 0,0 0 15,-25 0-15,25 0 0,0 0 0,0 0 0,-25 25 16,25-25-16,0 0 0,0 0 0,-24 0 0,24 25 16,0-25-16,-25 0 15,25 24-15,0-24 0,-25 0 0,25 25 0,0-25 0,-25 25 0,25-25 0,0 25 0,-25-25 16,25 25-16,0-25 0,-24 24 0,24-24 0,0 25 0,-25-25 0,25 25 31,0 0-31,0-25 0,0 25 0,0-25 0,0 25 0,-25-25 0,25 24 0,0-24 16,0 0-16,25 25 0,-25-25 0,0 0 0,0 25 0,0-25 0,0 0 0,0 0 15,0 25-15,25-25 16,-25 0-16,0 0 0,0 0 0,24 0 0,-24 0 0,0 0 15,25 0-15,-25 25 0,25-25 0,-25 0 0,25 0 0,-25 0 0,0 0 0,25 0 16,-25 0-16,24-25 0,-24 25 0,0 0 0,25 0 0,-25 0 16,0 0-1,25 0-15,-25 0 0,0 0 0,0 0 0,0 0 0,25 0 0,-25 0 0,0 0 0,0 0 16,0 0-16,0 0 0,0 0 0,0 0 0,0 0 0,0 0 15,0 0-15,0 0 0,0 0 0,0 0 0,0 0 16,0 0-16,0 0 0,0 0 0,25 0 0</inkml:trace>
  <inkml:trace contextRef="#ctx0" brushRef="#br0" timeOffset="1.55754E6">21704 12452 0,'0'0'0,"0"0"16,0 0-16,0 0 0,0 0 0,0 0 0,0 0 0,0 0 15,0 0-15,0 0 16,0 0-16,0-25 0,0 25 0,0 0 0,0 0 0,0 0 0,0 0 0,0 0 16,0 0-16,0 0 0,0 0 0,0 0 0,0 0 0,0 0 15,0 0 1,0 0-16,0 0 0,0 0 0,0 0 0,-25 0 0,25-25 0,0 25 15,0 0-15,0 0 0,0 0 0,0 0 0,0 0 0,25 0 0,-25 0 0,0 0 16,0 0-16,0 0 0,0-24 0,0 24 0,0 0 0,0 0 16,0 0-16,0 0 15,0 0-15,25 0 0,-25-25 0,0 25 0,0 0 0,0 0 0,25 0 0,-25 0 16,0 0-16,0 0 0,0-25 0,25 25 0,-25 0 0,0 0 15,0 0-15,0 0 16,24 0-16,-24 0 0,0 0 0,0 0 0,0 0 0,25 0 0,-25 0 16,0 0-16,0 0 0,0 0 0,0 25 0,0-25 0,25 0 0,-25 0 15,0 0-15,0 25 0,0-25 16,0 0-16,0 0 0,0 0 0,0 24 0,0-24 0,0 0 0,0 25 0,0-25 15,-25 0-15,25 25 0,0-25 16,0 25-16,0-25 0,-25 25 0,25-25 0,0 24 16,-24-24-16,24 0 0,0 25 0,-25-25 0,25 25 0,0-25 0,-25 25 0,25-25 15,0 0-15,-25 25 0,25-25 0,0 0 16,-25 24-16,25-24 0,0 0 0,0 0 15,0 0-15,-25 25 0,25-25 0,0 0 0,0 0 0,0 0 0,0 0 0,0 0 16,0 0-16,0 0 0,0 0 0,0 0 0,0 0 0,0 0 16,0 0-16,0 0 0,0 0 15,0 0-15,0 0 0,0 0 0,0 0 0,0 0 0,0 0 0,0 0 16,0 0-16,0 0 0,0 0 0,25 0 0,-25 0 0,0 0 15,0 0-15,25 0 16,-25 0-16,0 0 0,25 0 0,-25 0 0,0 0 0,25 0 0,-25 0 16,25 0-16,-25 0 0,0 0 0,24 0 0,-24 0 0,0 0 0,25 0 0,-25 0 15,25 0-15,-25 0 16,0 0-16,25 0 0,-25 0 0,25 25 0,-25-25 0,0 0 0,24 0 15,-24 0-15,0 0 16,25 0-16,-25 0 0,0 0 0,0 0 0,25 0 0,-25 0 0,0 0 0,0 0 0,0 0 16,0 0-16</inkml:trace>
  <inkml:trace contextRef="#ctx0" brushRef="#br0" timeOffset="1.55807E6">22076 12750 0,'0'0'0,"0"0"15,0 0-15,0 0 0,0 0 0,0 0 0,0 0 0,0 0 0,0 0 0,0 0 16,0 0-1,0 0-15,0 0 0,0 0 0,0-25 0,25 25 0,-25 0 0,0 0 16,0 0-16,0-25 0,25 25 0,-25 0 0,0-25 0,25 25 0,-25 0 0,0-25 16,24 25-16,-24-24 0,25 24 0,-25 0 0,0-25 0,25 25 15,-25-25-15,0 25 16,25 0-16,-25-25 0,0 25 0,25 0 0,-25-25 0,0 25 0,0 0 0,24 0 15,-24-24-15,0 24 0,0 0 0,0 0 0,0 0 0,0 0 16,0 0-16,0 0 16,0 0-16,0 0 0,0 0 0,0 0 0,0 0 0,0 0 0,0 0 0,0 0 15,0 0-15,0 0 0,0 0 0,0 0 0,0 0 0,0 0 16,0 0-1,0 0-15,0 0 0,0 0 0,0 0 0,0 0 0,0 0 0,0 24 0,0-24 16,0 0-16,0 0 0,0 0 0,0 25 0,0-25 0,0 0 0,-24 25 16,24-25-16,0 0 15,0 25-15,0-25 0,0 0 0,0 25 0,0-25 0,-25 24 0,25-24 31,0 0-31,0 25 0,0-25 0,0 0 0,0 25 0,0-25 0,0 0 0,-25 0 0,25 25 0,0-25 0,0 0 0,0 0 0,0 25 16,0-25-16,0 0 0,0 0 0,0 0 0,0 24 16,0-24-16,0 0 15,0 0-15,-25 0 0,25 0 0,0 25 0,0-25 0,0 0 0,0 0 0,0 0 16,0 0-16,0 25 0,0-25 0,0 0 0,0 0 0,0 0 0,0 0 15,0 0 1,0 0-16,0 0 0,0 0 0,0 0 0</inkml:trace>
  <inkml:trace contextRef="#ctx0" brushRef="#br0" timeOffset="1.55853E6">22820 12328 0,'0'0'15,"0"0"1,0 0-16,0 0 0,0 0 0,0 0 0,0 0 0,0 0 0,0 0 0,0 0 16,0 0-16,0-25 0,0 25 0,25 0 0,-25 0 0,0 0 0,0 0 0,0 0 15,0 0-15,25 0 0,-25 0 0,0 0 0,25 0 16,-25 0-16,0 0 15,0 0-15,25 0 0,-25 0 0,0 0 0,24 0 0,-24 0 0,0 0 0,25-25 16,-25 25-16,0 0 0,25 0 0,-25 0 0,25 0 0,-25 0 16,0 0-16,25 0 15,-25 0-15,0 0 0,0 0 0,24 0 0,-24 25 0,0-25 0,0 0 0,0 0 0,0 0 16,0 0-16,0 0 0,0 0 0,0 0 0,0 25 0,0-25 31,-24 0-31</inkml:trace>
  <inkml:trace contextRef="#ctx0" brushRef="#br0" timeOffset="1.55878E6">22845 12526 0,'0'0'0,"0"0"15,0 0-15,0 0 0,0 0 16,0 0-16,0 0 0,0 0 0,0 0 0,0 0 0,0 0 0,0 0 0,0 0 15,0 0-15,0 0 0,0 0 16,0 0-16,0 0 0,0 0 0,25 0 0,-25 0 0,0 0 16,0 0-16,25 0 0,-25 0 0,0 0 0,25 0 0,-25 0 0,24 0 0,-24 0 15,25 0-15,-25 0 0,25 0 0,0 0 0,-25 0 0,25 0 16,-25 0-1,24 0-15,-24 0 0,25 0 0,0 0 0,-25 0 0,25 0 0,-25 0 0,25 0 0,-25 0 16,0 0-16,24 0 0,-24 0 0</inkml:trace>
  <inkml:trace contextRef="#ctx0" brushRef="#br0" timeOffset="1.56349E6">25648 12427 0,'0'0'0,"0"0"0,0 0 15,25 0-15,-25 0 0,0 0 0,0 0 0,0 0 0,0 0 0,0 0 16,0 0-16,0 0 0,0 0 0,0 0 0,0 0 0,0 0 0,0 0 15,0 0-15,0 0 16,0 0-16,0 0 0,0 0 0,0 0 0,0 0 0,0 0 0,0 0 16,0 0-16,0 0 0,0 0 0,0 0 0,0 0 0,0 0 0,0 0 15,0 0 1,0 0-16,0 0 0,0-25 0,0 25 0,0 0 0,0 0 0,0 0 15,0 0-15,0 0 0,0 0 0,0 0 0,0 0 0,0 0 0,0 0 0,0 0 0,0 0 16,0 0-16,0 0 0,0 0 0,0 0 0,0 0 16,0 0-1,0 25-15,0-25 0,0 0 0,0 0 0,-25 0 0</inkml:trace>
  <inkml:trace contextRef="#ctx0" brushRef="#br0" timeOffset="1.56379E6">25574 12601 0,'0'25'0,"0"-25"0,0 0 31,0 0-31,0 0 0,0 0 0,0 0 0,0 0 0,0 0 0,24 0 15,-24 0-15,0 0 0,0 0 0,0 24 0,0-24 0,0 0 0,0 0 0,0 0 16,0 0-16,25 0 0,-25 25 0,0-25 0,0 0 0,0 0 16,0 0-16,0 0 0,0 25 15,0-25-15,0 0 0,0 0 0,0 25 0,0-25 0,0 0 0,0 0 0,0 25 16,-25-25-16,25 0 15,0 0-15,0 24 0,-24-24 0,24 0 0,0 0 16,-25 25-16,25-25 0,0 0 0,-25 25 0,25-25 0,0 0 0,-25 0 0,25 0 0,0 25 16,0-25-16,0 0 0</inkml:trace>
  <inkml:trace contextRef="#ctx0" brushRef="#br0" timeOffset="1.56459E6">26243 12328 0,'0'-25'0,"0"25"0,0 0 15,0 0-15,0 0 0,0 0 0,0 0 0,0 0 16,0 0-16,0-25 16,0 25-16,0 0 0,0 0 0,0 0 0,0 0 0,0 0 0,0 0 0,0 0 0,0 0 15,0 0-15,0 0 0,0 0 0,0-24 0,0 24 16,0 0-16,0 0 0,0 0 15,0 0-15,0 0 0,0 0 0,0 0 0,0 0 0,0 0 0,0 0 16,0-25-16,-24 25 0,24 0 0,0 0 0,0 0 0,0 0 0,0 0 16,-25 0-16,25 0 0,0 0 15,0 0-15,0 0 0,0 0 0,-25 0 0,25 0 0,0 0 0,0 0 16,-25 0-16,25 0 0,0 25 0,-25-25 0,25 0 0,0 24 15,0-24-15,-24 0 16,24 25-16,0-25 0,-25 0 0,25 25 0,0-25 0,0 25 0,-25-25 0,25 25 0,0-25 16,-25 0-16,25 24 0,0-24 0,0 25 0,0-25 0,-25 25 15,25-25-15,0 0 0,0 25 0,0-25 0,0 0 16,0 25-1,0-25-15,0 0 0,25 24 0,-25-24 0,0 0 0,0 0 0,25 0 16,-25 25-16,25-25 0,-25 0 0,25 0 0,-25 0 0,24 0 0,-24 25 0,25-25 16,-25 0-16,25 0 0,-25 0 0,25 0 0,-25 0 15,25 0-15,-25 0 0,24 0 16,-24 0-16,25 0 0</inkml:trace>
  <inkml:trace contextRef="#ctx0" brushRef="#br0" timeOffset="1.56503E6">26268 12650 0,'0'0'0,"0"-24"15,0 24 1,0 0-16,0 0 0,0 0 0,0 0 0,0 0 0,25 0 0,-25 0 0,0 0 0,0 0 15,0 0-15,0 0 0,0 0 0,0 0 0,25 0 0,-25 0 0,0 0 32,0 0-32,0 0 0,0 0 0,25 0 0,-25 0 0,0-25 0,0 25 0,0 0 0,0 25 0,0-25 15,0 0-15,24 0 0,-24 0 0,0 0 0,0 0 0,0 0 16,0 0-16,0 0 15,0 0-15,0 0 0,-24 0 0,24 24 0,0-24 0,0 0 0,0 0 0,0 25 16,-25-25-16,25 0 0,0 25 0,0-25 0,-25 25 0,25-25 0,-25 0 16,25 25-1,0-25-15,-25 0 0,25 24 0,-24-24 0,24 0 0,0 0 0,-25 25 0,25-25 16,0 0-16,-25 25 0,25-25 0,0 0 0,0 0 0,-25 0 0,25 25 15,0-25 1,0 0-16,0 0 0,0 0 0,0 0 0,0 0 0,0 0 0,0 0 16,0 25-16,0-25 0,0 0 0,0 0 0,0 0 0,0 0 0,0 0 0,25 0 15,-25 0-15,0 0 16,0 0-16,25 0 0,-25 0 0,0 0 0,25 0 0,-25 0 0,24 0 0,-24 0 15,25 0-15,-25 0 0,25 0 0,-25 0 0,25 0 0,-25 0 16,25 0-16,-25 0 16,24 0-16,-24 0 0,25 0 0,-25 0 0,25 0 0</inkml:trace>
  <inkml:trace contextRef="#ctx0" brushRef="#br0" timeOffset="1.56547E6">26491 12725 0,'0'0'0,"0"0"16,0 0-16,25-25 0,-25 25 0,0 0 0,0 0 0,0 0 0,0 0 15,0 0-15,0 0 16,0 0-16,0 0 0,0 0 0,25 0 0,-25 0 0,0 0 0,0 0 0,0 0 15,25 0-15,-25 0 0,0 0 0,0 0 0,0 0 0,25 0 0,-25 0 16,0 0 0,0 0-16,0 0 0,0 0 0,0 0 0,0 0 0,0 0 0,0 0 0,0 0 0,0 0 15,0 0-15,0 0 0,0 0 0,0 25 0,0-25 0,-25 0 16,25 0-1,0 25-15,0-25 0,0 0 0,-25 0 0,25 24 0,0-24 0,-25 0 0,25 0 0,0 25 0,-25-25 16,25 0-16,0 25 16,-24-25-16,24 0 0,0 25 0,-25-25 0,25 0 0,0 0 15,0 25-15,-25-25 0,25 0 0,0 0 0,0 0 0,0 24 0,0-24 16,-25 0-16,25 0 0,0 0 15,0 0-15,0 0 0,0 0 0,0 25 0,0-25 16,0 0-16,0 0 0,0 0 0,0 0 0,25 0 0,-25 0 0,0 0 0,0 0 0,0 0 16,0 0-16,25 0 0,-25 0 15,0 0-15,25 0 0,-25 0 0,24 0 16,-24 0-16,25 0 0,0 0 0,-25 0 0,25 0 0,0 0 0,-1 0 0,-24-25 0,25 25 15,0 0-15,0 0 0,-25 0 0,25-24 0</inkml:trace>
  <inkml:trace contextRef="#ctx0" brushRef="#br0" timeOffset="1.56587E6">26987 12353 0,'0'0'0,"0"0"16,0 0-16,0 0 0,0 0 0,0 0 0,0 0 0,0 0 0,0 0 0,0 0 15,0-25-15,0 25 0,25 0 16,-25 0-16,0 0 0,0 0 0,0 0 0,25 0 0,-25 0 16,0 0-16,25 0 0,-25 0 0,0 0 0,25 0 0,-25 0 0,25 0 15,-25 0-15,24 0 0,-24 0 0,0 0 0,25 0 0,-25 0 0,0 0 16,25 0-1,-25 0-15,0 0 0,25 0 0,-25 0 0,0 0 0,0 0 0,0 0 0</inkml:trace>
  <inkml:trace contextRef="#ctx0" brushRef="#br0" timeOffset="1.56609E6">26938 12526 0,'0'0'0,"0"0"0,0 0 0,0 0 0,0 0 0,25 0 0,-25 0 0,0 0 0,0 0 0,0 0 15,0 0-15,24 0 0,-24 0 0,0 0 0,25 0 16,-25 0-16,0 0 0,25 0 16,-25 0-16,25 0 0,0 25 0,-25-25 0,25 0 0,-1 0 0,-24 0 15,25 0-15,0 0 0,-25 0 0,25 0 0,0 0 0,-1 0 0,-24 0 16,25 0-16,0 0 15,-25 0-15,25 25 0,0-25 0</inkml:trace>
  <inkml:trace contextRef="#ctx0" brushRef="#br0" timeOffset="1.5669E6">29344 12477 0,'0'-25'0,"0"25"16,0 0-16,0 0 0,0 0 0,0 0 0,0 0 0,0 0 0,0 0 15,0 0 1,0 0-16,0 0 0,0 0 0,0 0 0,25 0 0,-25 0 0,0 0 0,0 0 16,0 0-16,0 0 0,0 0 0,0 0 0,0 0 0,0 0 0,0 0 15,0 0 1,0 0-16,0 0 0,0 0 0,0 0 0,0 0 0,0 0 0,0 0 0,0 0 15,0 0-15,0 0 0,0 0 0,0 0 0,0 0 16,0 0-16,0 0 0,0 0 0,0 25 0</inkml:trace>
  <inkml:trace contextRef="#ctx0" brushRef="#br0" timeOffset="1.56713E6">29245 12650 0,'0'25'15,"0"-25"-15,0 0 0,0 0 0,0 0 16,0 0-16,0 0 0,0 0 0,0 0 0,0 0 0,0 0 0,0 0 15,0 0 1,0 0-16,0 25 0,0-25 0,25 0 0,-25 0 0,0 0 0,0 25 0,0-25 16,0 0-16,0 25 0,0-25 0,0 0 0,0 24 0,0-24 0,0 0 15,0 25 1,0-25-16,0 0 0,-25 25 0,25-25 0,0 0 0,0 0 0,0 25 0,-25-25 15,25 0-15,-25 25 0,25-25 0,0 0 0,-25 0 0,25 0 0,-24 0 16,-1 24-16,25-24 16,-25 0-16,25 0 0,-25 0 0</inkml:trace>
  <inkml:trace contextRef="#ctx0" brushRef="#br0" timeOffset="1.56793E6">30038 12254 0,'0'0'0,"0"0"15,0 0-15,0 0 0,0 0 0,0 0 0,0 0 0,0 0 0,0 0 0,0 0 16,0-25-16,0 25 16,0 0-16,0 0 0,0 0 0,0 0 0,0 0 0,0 0 0,0 0 15,0-25-15,0 25 0,0 0 0,0 0 0,0 0 0,0 0 0,0 0 16,0 0-16,0 0 0,0 0 0,0 0 0,0 0 0,0 0 0,-24 0 15,24 0 1,0 0-16,0 0 0,0 0 0,0 0 0,-25 0 0,25 0 0,0 0 0,-25 0 0,25 0 16,0 25-16,-25-25 0,25 0 0,0 0 0,-25 0 15,25 25-15,-24-25 0,24 0 16,0 24-16,-25-24 0,25 25 0,-25-25 0,25 25 0,0-25 0,-25 25 0,25-25 0,-25 25 15,25-25-15,0 24 0,-24-24 0,24 25 0,0-25 16,0 25-16,0-25 0,0 0 0,-25 25 16,25-25-16,0 25 0,0-25 0,25 0 0,-25 24 0,0-24 0,0 0 15,0 0 1,0 25-16,24-25 0,-24 0 0,0 0 0,0 25 0,25-25 0,-25 0 0,0 0 15,25 0-15,-25 0 0,25 0 0,-25 0 0,25 0 0,-1 0 0,-24 0 16,25 0-16,-25 0 16,25 0-16,0 0 0,-25 0 0,25 0 0,-25 0 0,24 0 15,-24 0-15</inkml:trace>
  <inkml:trace contextRef="#ctx0" brushRef="#br0" timeOffset="1.5685E6">30063 12626 0,'0'0'0,"0"0"16,0 0-16,0 0 15,0 0-15,0 0 0,0 0 0,0 0 0,0-25 0,0 25 16,25 0-16,-25 0 0,0 0 0,0 0 0,0 0 0,0 0 0,25 0 0,-25 0 16,0 0-16,0 0 15,0 0-15,25 0 0,-25 0 0,0 0 0,0 0 0,0 0 16,24 0-16,-24 0 0,0 0 0,0 0 0,0 0 0,0 0 0,0 0 0,0 0 15,0 0-15,0 0 16,0 0-16,0 0 0,0 0 0,0 0 0,0 0 0,0 0 0,0 25 16,0-25-16,0 0 0,0 0 15,0 24-15,0-24 0,0 0 0,-24 0 0,24 25 0,0-25 0,0 0 0,-25 0 16,25 25-16,0-25 0,-25 0 0,25 25 0,-25-25 0,25 0 0,0 25 0,-25-25 15,25 0 1,-24 0-16,24 24 0,0-24 0,-25 0 0,25 0 0,0 25 0,0-25 16,-25 0-16,25 0 0,0 0 0,0 0 0,0 0 0,0 0 0,0 0 0,0 0 31,0 0-31,0 25 0,0-25 0,0 0 0,0 0 0,0 0 0,0 0 0,0 0 15,25 0-15,-25 0 0,0 0 0,0 0 0,25 0 0,-25 0 0,0 0 0,24 0 32,-24 0-32,25 0 0,-25 0 0,25 0 0,0 0 0,-25 0 0,25 0 0,-25 0 15,24 0-15,1 0 0,-25 0 0,25 0 0,-25 0 0,25 0 0,0 0 0,-25 0 16,25 0-16,-25 0 15,24 0-15</inkml:trace>
  <inkml:trace contextRef="#ctx0" brushRef="#br0" timeOffset="1.56924E6">30510 12626 0,'0'0'0,"0"0"0,0 0 15,0 0-15,0 0 0,0 0 0,0 0 0,0 0 0,0-25 16,0 25 0,0 0-16,25 0 0,-25 0 0,0 0 0,0 0 0,0 0 0,0 0 0,0 0 0,0 0 15,0 0-15,0 0 0,0 0 0,24 0 0,-24 0 0,0 0 0,0-25 31,0 25-31,0 0 0,0 0 0,0 0 0,25 0 0,-25 0 0,0 0 0,0 0 16,0 0-16,0 0 0,0 0 0,25 0 0,-25 0 0,0 0 0,0 0 0,0 0 16,0 0-16,0 0 15,0 0-15,25 0 0,-25 0 0,0 0 0,0 0 0,0 25 0,0-25 16,0 0-16,0 0 0,0 0 0,0 0 0,0 25 0,0-25 0,0 0 0,0 0 78,-25 0-78,25 24 31,0-24-31,0 0 0,0 0 0,-25 25 0,25-25 0,0 0 16,0 0-16,-25 25 0,25-25 0,0 0 0,-24 0 0,24 25 0,0-25 0,-25 0 0,25 0 0,0 25 0,-25-25 0,25 0 0,0 0 0,0 0 0,-25 0 0,25 24 0,0-24 0,0 0 0,0 0 0,0 0 0,0 0 0,0 0 0,0 0 0,0 0 0,0 0 0,0 0 0,0 0 0,0 0 0,0 25 0,0-25 0,0 0 0,0 0 15,0 0-15,0 0 0,0 0 0,0 0 0,25 0 16,-25 0-16,0 0 0,0 0 0,0 0 0,0 0 0,0 25 0,25-25 0,-25 0 0,0 0 0,0 0 31,0 0-31,0 0 0,0 25 0,0-25 0,0 0 0,0 0 0,0 25 0,0-25 0,0 0 0,0 0 16,0 24-1,0-24-15,0 0 0,0 0 16,0 25-16,-25-25 0,25 0 0,0 0 0,0 25 0,0-25 0,0 0 0,0 0 0,0 0 0,-25 25 0,25-25 0,0 0 31,0 0-31,0 0 0,0 0 0,-25 0 0,25 0 0,0 0 0,0 0 0,-24 0 0,24 0 0,0 0 0,0 0 16,0 0-16,-25 0 0,25 0 0,0 0 0,0 0 0,0 0 15,-25 0 1,25-25-16,0 25 0,0 0 0,0 0 0,0 0 0,0 0 0,0 0 0,0 0 15,0 0 1,0-25-16,0 25 0,0 0 0,0 0 0,0 0 0,0 0 0,0 0 0,0-25 0,25 25 16,-25 0-16,0 0 0,0 0 0,0 0 0,25 0 0</inkml:trace>
  <inkml:trace contextRef="#ctx0" brushRef="#br0" timeOffset="1.56964E6">31031 12353 0,'0'0'0,"0"0"0,0 0 15,0 0-15,0 0 0,0 0 0,0 0 0,0 0 0,0 0 0,0 0 0,0 0 16,0-25-16,24 25 0,-24 0 0,0 0 0,0 0 16,0 0-16,25 0 0,-25 0 15,0 0-15,25 0 0,-25 0 0,0 0 0,25 0 0,-25 0 0,0 0 16,25 0-16,-25 0 0,0 0 0,24 0 0,-24 0 0,0 0 0,25 0 0,-25 0 31,0 0-31,25 0 0,-25 0 0,0 0 0,0 25 0,25-25 0,-25 0 0,0 0 16,25 0-16,-25 0 0,0 0 0,0 0 0,0 0 0,25 25 0,-25-25 0</inkml:trace>
  <inkml:trace contextRef="#ctx0" brushRef="#br0" timeOffset="1.56991E6">30907 12626 0,'0'0'0,"0"0"0,0 0 15,0 0 1,0 0-16,0 0 0,0 0 0,0 0 0,0 0 0,24 0 0,-24 0 15,0 0-15,25 0 0,-25 0 0,0 0 0,0 0 0,25 0 0,-25 0 0,0 0 0,25 0 16,-25 0 0,25 0-16,-25 0 0,0 0 0,24 0 0,-24 0 0,25 0 0,-25 24 15,0-24-15,25 0 0,-25 0 0,0 0 0,25 0 0,-25 25 0,0-25 0,25 0 16,-25 0-1</inkml:trace>
  <inkml:trace contextRef="#ctx0" brushRef="#br0" timeOffset="1.57147E6">21729 13568 0,'25'0'0,"-25"0"0,0 0 16,0 0-16,0 0 0,0 0 0,0 0 0,0 0 0,0 0 0,0 0 15,0 0-15,0 0 0,0 0 0,0 0 0,0 0 0,0 0 16,0 0-16,0 0 16,0 0-16,0 0 0,0-25 0,0 25 0,0 0 0,0 0 0,0 0 0,25 0 15,-25 0-15,0 0 0,0 0 0,0 0 0,0 0 0,0 0 16,0 0-1,0 0-15,0 0 0,0 0 0,0 0 0,0 0 0,0-24 0,24 24 0,-24 0 0,0 0 0,0 0 16,0 0-16,0 0 16,-24 0-16,24-25 0,0 25 0,0 0 0,0 0 0,0 0 0,0 0 15,0 0-15,0-25 0,0 25 0,0 0 0,0 0 0,0 0 0,-25 0 0,25 0 16,0 0-1,0 0-15,0 0 0,0 0 0,0 0 0,0 0 0,0 0 0,0 0 0,0 0 16,-25 0-16,25 0 0,0 0 0,0 0 0,0 0 0,0 0 0,0 0 16,0 0-1,-25 25-15,25-25 0,0 0 0,-25 0 0,25 25 0,0-25 0,-25 0 0,25 24 0,-24-24 16,24 0-16,0 25 0,-25-25 0,25 25 0,-25-25 0,25 25 15,0-25-15,-25 25 16,25-25-16,0 24 0,0-24 0,-25 25 0,25-25 0,0 0 0,0 25 0,0-25 16,0 25-16,0-25 0,0 0 0,0 0 0,0 25 0,0-25 15,0 0-15,0 0 0,0 24 16,0-24-16,0 0 0,0 0 0,25 0 0,-25 25 0,0-25 0,0 0 15,0 0-15,25 0 0,-25 0 0,0 25 0,25-25 0,-25 0 16,25 0-16,-25 0 16,24 0-16,-24 0 0,25 0 0,-25 0 0,25 0 0,-25-25 0,25 25 0,-25 0 0,25 0 15,-25 0-15,25 0 0,-25 0 0,0 0 0,24 0 0,-24-25 16,0 25-1,0 0-15,25 0 0,-25 25 0</inkml:trace>
  <inkml:trace contextRef="#ctx0" brushRef="#br0" timeOffset="1.57223E6">21977 13717 0,'0'0'0,"0"0"16,0 0-16,0 0 15,0 0-15,0 0 0,0-25 0,0 25 0,0 0 0,0 0 16,0 0-16,0 0 0,0 0 0,0 0 0,0 0 0,0 0 0,25 0 0,-25 0 31,0 0-31,0 0 0,0-25 0,0 25 0,0 0 0,0 0 0,0 0 0,0 0 16,0 0-16,0 0 0,25 0 0,-25 0 0,0 0 0,0 0 0,0 0 0,0 0 15,0 0-15,24 0 0,-24 0 16,0 0-16,0 0 0,0 0 0,0 0 0,0 0 0,25 0 16,-25 0-16,0 0 0,0 0 0,0 0 0,0 0 0,0 0 0,0 0 15,0 0-15,0 0 0,0 0 0,0 0 0,0 0 0,0 25 16,0-25-16,0 0 15,0 0 1,0 0-16,0 0 0,0 0 0,0 25 0,0-25 0,0 0 0,0 0 0,0 0 0,0 25 0,-25-25 0,25 0 16,0 0-16,0 25 0,0-25 0,-24 0 0,24 0 0,0 24 0,0-24 15,0 0-15,-25 0 0,25 25 0,0-25 0,0 0 0,0 0 16,-25 0-16,25 0 15,0 25-15,0-25 0,0 0 0,0 0 0,0 0 0,0 0 0,0 0 0,0 0 0,0 0 16,0 0-16,0 0 0,0 0 0,0 0 0,0 0 16,0 0-16,0 0 15,0 0-15,0 0 0,0 0 0,0 0 0,0 0 0,0 0 0,0 0 16,25 0-16,-25 0 0,0 0 0,0 0 0,0 25 0,0-25 0,25 0 15,-25 0 1,0 0-16,0 0 0,0 0 0,0 0 0,24 0 0,-24 0 0,0 25 0,0-25 0,0 0 0,0 0 16,0 0-16,0 0 0,0 24 0,0-24 0,0 0 0,0 0 31,0 25-31,0-25 0,0 0 0,0 0 0,0 0 0,0 0 0,0 25 0,-24-25 15,24 0-15,0 0 0,0 0 0,0 0 0,0 0 0,0 0 0,-25 0 0,25 25 16,0-25-16,0 0 0,0 0 0,0 0 0,-25 0 0,25 0 16,0 0-16,0 0 0,0 0 0,0 0 0,-25 0 15,25 0-15,0 0 0,0 0 0,0 0 0,0 0 16,0 0-16,-25-25 0,25 25 0,0 0 0,0 0 15,0 0-15,0 0 0,0 0 0,0 0 0,0-25 0,0 25 16,0 0-16,25 0 16,-25 0-16,0 0 0,0-25 0,0 25 0,0 0 0,0 0 0,0 0 0,0 0 0,0 0 31,0 0-31,0 0 0,25 0 0</inkml:trace>
  <inkml:trace contextRef="#ctx0" brushRef="#br0" timeOffset="1.57263E6">22250 13965 0,'0'0'0,"0"0"0,0 0 15,0 0-15,0 0 0,0 0 0,0 0 0,0 0 0,0 0 0,0-25 16,0 25-16,0 0 0,0 0 0,0 0 0,25 0 0,-25-25 0,0 25 15,0 0 1,0 0-16,24 0 0,-24-24 0,0 24 0,25 0 0,-25-25 0,0 25 0,25 0 0,-25 0 16,0-25-16,25 25 0,-25 0 15,0-25-15,25 25 0,-25 0 0,0-25 0,24 25 0,-24 0 0,0 0 0,0 0 16,0-24-16,25 24 0,-25 0 0,0 0 0,0 0 15,0 0-15,0 0 0,0 0 16,0 0-16,0 0 0,0 0 0,0 0 0,0 0 0,0 0 0,0 0 16,0 24-16,0-24 0,0 0 0,0 0 0,-25 0 0,25 25 0,0-25 15,0 0 1,0 25-16,0-25 0,0 25 0,0-25 0,-24 0 0,24 25 0,0-25 0,0 24 15,0-24-15,0 0 0,0 25 0,0-25 0,0 0 0,0 25 0,0-25 16,0 0-16,-25 25 16,25-25-16,0 0 0,0 0 0,0 25 0,0-25 0,0 0 0,0 0 15,0 0-15,0 24 0,0-24 0,0 0 0,0 0 0,0 0 0,0 0 0,0 0 16</inkml:trace>
  <inkml:trace contextRef="#ctx0" brushRef="#br0" timeOffset="1.57307E6">22820 13866 0,'0'0'16,"0"0"-1,0 0-15,0 0 0,0 0 0,0 0 0,0 0 0,0 0 0,0 0 0,0 0 16,0 0-16,0 0 0,0 0 0,0 0 0,0 0 0,0 0 0,25 0 16,-25 0-16,0 0 15,0 0-15,25 0 0,-25 0 0,0 0 0,25 0 0,-25 0 0,0 0 16,25 0-16,-25 0 0,0 0 0,24 0 0,-24 0 0,25 0 0,-25 0 15,0 0 1,25 0-16,-25 0 0,25 0 0,-25 25 0,0-25 0,0 0 0,25 0 0,-25 0 0,0 0 16,0 0-16,0 0 0,0 0 0,0 0 0</inkml:trace>
  <inkml:trace contextRef="#ctx0" brushRef="#br0" timeOffset="1.57327E6">22796 14015 0,'0'0'0,"0"0"0,0 0 0,0 0 16,0 0-16,0 0 0,0 0 0,0 0 0,24 0 15,-24 0-15,0 0 0,0 0 16,25 0-16,-25 0 0,0 0 0,25 0 0,-25 0 0,25 0 0,-25 0 16,25 24-16,-25-24 0,24 0 0,1 0 0,-25 0 0,25 0 15,-25 0-15,25 0 0,0 0 16,-25 0-16,24 0 0,-24 0 0,25 0 0,-25 0 0,25 25 0,-25-25 0</inkml:trace>
  <inkml:trace contextRef="#ctx0" brushRef="#br0" timeOffset="1.57401E6">25450 13866 0,'0'0'0,"0"0"0,0 0 16,0-25-16,0 25 0,0 0 0,0 0 0,0 0 0,0 0 0,0 0 31,0 0-31,0 0 0,0 0 0,0 0 0,0 0 0,0 0 0,0 0 0,0 0 0,0 0 16,0 0-16,0 0 0,0 0 0,0 0 0,0 0 0,0 0 16,0 0-1,0 0-15,0 0 0,0 0 0,0 25 0,0-25 0,0 0 0,0 0 0,0 0 0,0 0 0,0 0 0,0 25 16,0-25-1,-25 0-15,25 0 0,0 24 0,0-24 0,0 0 0</inkml:trace>
  <inkml:trace contextRef="#ctx0" brushRef="#br0" timeOffset="1.57425E6">25375 14064 0,'0'0'0,"0"0"0,0 25 0,0-25 0,0 0 0,0 0 16,0 0-16,0 0 0,0 25 0,0-25 0,0 0 15,0 0-15,0 0 16,25 25-16,-25-25 0,0 0 0,0 0 0,0 24 0,0-24 0,0 0 15,0 25-15,25-25 0,-25 0 0,0 25 0,0-25 0,0 0 0,0 25 0,0-25 16,0 0 0,-25 0-16,25 25 0,0-25 0,0 0 0,-25 0 0,25 24 0,0-24 15,-25 0-15,25 0 0,-24 0 0,24 0 0,-25 0 0,25 25 0,-25-25 0</inkml:trace>
  <inkml:trace contextRef="#ctx0" brushRef="#br0" timeOffset="1.57483E6">26169 13717 0,'0'-25'0,"0"25"0,0 0 16,0 0-16,0 0 0,0 0 0,0 0 0,0-25 0,0 25 15,0 0 1,0 0-16,0 0 0,-25 0 0,25 0 0,0 0 0,0 0 0,0 0 0,0-24 0,0 24 15,0 0-15,0 0 0,0 0 0,-25 0 0,25 0 0,0 0 16,0 24 0,0-24-16,-24 0 0,24 0 0,0 0 0,-25 0 0,25 25 0,-25-25 0,25 25 15,-25-25-15,25 25 0,-25-25 0,25 25 0,-24-25 0,24 24 0,-25-24 16,25 25-1,0 0-15,-25-25 0,25 25 0,0-25 0,-25 25 0,25-25 0,0 24 0,0-24 16,0 25-16,0-25 0,0 0 0,0 25 0,0-25 0,0 25 0,0-25 16,0 0-1,0 25-15,0-25 0,0 0 0,25 0 0,-25 24 0,0-24 0,0 0 0,25 0 16,-25 0-16,0 25 0,25-25 0,-25 0 0,0 0 0,24 0 0,-24 0 0,25 0 15,-25 25 1,0-25-16,25 0 0,-25 0 0,25 0 0,-25 0 0,0 0 0,25 0 0,-25 0 16</inkml:trace>
  <inkml:trace contextRef="#ctx0" brushRef="#br0" timeOffset="1.57537E6">26169 14064 0,'0'0'0,"0"0"0,0 0 0,0 0 0,0 0 0,0 0 16,0-25-16,0 25 15,0 0-15,25 0 0,-25 0 0,0 0 0,0 0 0,0 0 0,25 0 0,-25 0 16,0 0-16,0 0 0,24 0 0,-24 0 0,0 0 0,0 0 0,0 0 15,0 0 1,0 0-16,0 0 0,25 0 0,-25 0 0,0 0 0,0 25 0,0-25 0,0 0 16,0 0-16,0 0 0,0 0 0,0 0 0,-25 25 0,25-25 0,0 0 15,0 0 1,0 25-16,-24-25 0,24 0 0,0 0 0,0 25 0,-25-25 0,25 0 0,0 0 15,-25 0-15,25 24 0,0-24 0,-25 0 0,25 0 0,0 25 0,0-25 0,-25 0 16,25 0 0,0 0-16,0 25 0,0-25 0,-24 0 0,24 0 0,0 0 0,0 0 15,0 0-15,24 25 0,-24-25 0,0 0 0,0 0 0,0 0 0,0 0 16,0 0-16,25 0 0,-25 0 0,0 0 0,0 25 0,0-25 15,0 0-15,25 0 16,-25 0-16,0 0 0,0 0 0,0 0 16,0 0-16,0 0 0,0 24 0,0-24 0,0 0 0,0 0 0,0 0 0,0 0 0,0 0 0,0 0 15,0 0-15,0 25 16,0-25-16,0 0 0,0 0 0,0 25 0,0-25 0,0 0 0,-25 0 31,25 0-31,0 0 0,0 0 0,0 25 0,0-25 0,-25 0 0,25 0 0,0 0 0,0 0 0,0 0 0,-24 0 0,24 0 16,0 0-16,0 0 0,0 0 0,-25 0 0,25 0 15,0 0-15,0 0 0,0 0 16,0 0-16,0 0 0,0 0 0,0 0 0,0 0 0,0 0 0,0 0 0,0 0 0,0-25 15,0 25-15,0 0 0,0 0 0,25 0 0,-25-25 0,0 25 16</inkml:trace>
  <inkml:trace contextRef="#ctx0" brushRef="#br0" timeOffset="1.57585E6">26591 14064 0,'0'0'16,"0"0"-1,0 0-15,0 0 0,0 0 0,0 0 0,0 0 0,0 0 0,0 0 16,0 0-16,0 0 0,0 0 0,24 0 0,-24 0 0,0 0 0,0 0 0,0 0 16,25 0-16,-25 0 0,0 0 0,0 0 0,25 25 0,-25-25 15,0 0-15,0 0 16,0 0-16,25 0 0,-25 0 0,0 0 0,0 0 0,0 0 0,0 0 0,0 0 15,0 0-15,0 0 0,0 25 16,0-25-16,0 0 0,0 0 0,0 0 16,0 25-16,-25-25 0,25 0 0,0 0 0,-25 24 0,25-24 0,0 0 0,-25 25 0,25-25 0,0 0 15,-24 25 1,24-25-16,0 0 0,-25 25 0,25-25 0,-25 0 0,25 25 0,0-25 15,-25 0-15,25 0 0,0 24 0,-25-24 0,25 0 0,0 0 0,0 25 0,0-25 16,-24 0 0,24 0-16,0 0 0,0 0 0,0 0 0,0 25 0,0-25 0,0 0 0,0 0 0,0 0 15,0 0-15,0 0 0,0 0 0,0 25 0,0-25 0,0 0 16,0 0-16,24 0 15,-24 0-15,0 0 0,0 0 0,25 0 0,-25 0 0,0 0 0,25 0 16,-25 25-16,25-25 0,-25 0 0,25 0 0,-25-25 0,24 25 0,-24 0 16,25 0-16,0 0 0,-25 0 15,25 0-15,-25 0 0,25-25 0,-1 25 0</inkml:trace>
  <inkml:trace contextRef="#ctx0" brushRef="#br0" timeOffset="1.57618E6">27062 13940 0,'0'-25'0,"0"25"0,0 0 16,0 0-16,0 0 0,0 0 0,0 0 0,0 0 0,0 0 15,0 0 1,0 0-16,0 0 0,25 0 0,-25 0 0,0 0 0,0 0 0,25 0 0,-25 0 15,0 0-15,24 0 0,-24 0 0,0 0 0,25 0 0,-25 0 0,0 0 16,25 0 0,-25 0-16,0 0 0,25 0 0,-25 0 0,0 0 0,25 0 0,-25 25 0,0-25 0,0 0 31,0 0-31,24 0 0,-24 0 0,0 0 0,0 0 0,0 25 0</inkml:trace>
  <inkml:trace contextRef="#ctx0" brushRef="#br0" timeOffset="1.5764E6">27037 14114 0,'0'0'0,"0"0"0,0 0 16,0 0-16,0 0 0,0 0 0,0 0 0,0 0 16,0 0-16,25 0 15,-25 0-15,0 0 0,0 0 0,0 0 0,25 0 0,-25 0 0,0 0 0,25 0 0,-25 0 16,0 0-16,24 0 0,-24 0 0,25 0 15,-25 0-15,25 0 0,-25 25 0,25-25 16,0 0-16,-25 0 0,24 0 0,1 0 0,-25 0 0,25 0 0,0 0 0,-25 0 16,25 0-16,-1 0 0</inkml:trace>
  <inkml:trace contextRef="#ctx0" brushRef="#br0" timeOffset="1.577E6">29220 13940 0,'0'0'0,"0"-25"15,0 25-15,0 0 0,0 0 0,0 0 16,0 0-16,0 0 0,0-24 0,0 24 16,0 0-16,0 0 0,25 0 0,-25 0 0,0 0 0,0 0 0,0 0 0,0 0 0,0 0 31,0 0-31,0 0 0,0 0 0,0 0 0,0 0 0,0 0 0,0 24 0,0-24 15,0 0-15,0 0 0,0 0 0,0 0 0,0 0 0,0 25 0,0-25 16,0 0 0,0 0-16,-25 0 0</inkml:trace>
  <inkml:trace contextRef="#ctx0" brushRef="#br0" timeOffset="1.57723E6">29121 14139 0,'0'0'15,"0"0"-15,0 0 0,0 24 0,0-24 0,0 0 0,0 0 16,0 0-16,25 0 0,-25 0 0,0 25 0,0-25 15,0 0-15,0 0 0,0 25 0,0-25 0,0 0 0,0 0 32,24 25-32,-24-25 0,0 0 0,0 0 0,0 25 0,-24-25 0,24 0 0,0 24 0,0-24 15,0 0-15,0 0 0,-25 25 0,25-25 0,0 0 0,-25 25 16,25-25-1,-25 0-15,25 0 0,-25 0 0,25 25 0,-25-25 0,25 0 0,-24 0 0</inkml:trace>
  <inkml:trace contextRef="#ctx0" brushRef="#br0" timeOffset="1.57786E6">30038 13767 0,'0'0'0,"0"0"0,0 0 16,-24 0-16,24 0 0,0 0 0,0 0 15,-25 0-15,25 0 0,0 0 16,0 0-16,-25 0 0,25 24 0,0-24 0,-25 0 0,25 0 0,-25 0 0,25 25 0,0-25 0,-24 0 16,24 25-16,-25-25 0,25 0 15,0 25-15,-25-25 0,25 0 0,0 25 16,-25-25-16,25 0 0,0 24 0,-25-24 0,25 0 0,0 25 0,0-25 0,0 25 15,-24-25-15,24 0 0,0 25 0,0-25 0,0 0 16,0 25-16,0-25 0,0 0 0,0 0 16,0 24-16,0-24 0,0 0 0,0 0 0,24 25 0,-24-25 0,0 0 15,0 0-15,25 0 0,-25 25 16,0-25-16,25 0 0,-25 0 0,0 0 0,25 0 0,-25 0 15,25 0-15,-25 0 0,24 0 0,-24 0 0,25 0 0,-25 0 0,25 0 0,-25 0 16,25 0 0</inkml:trace>
  <inkml:trace contextRef="#ctx0" brushRef="#br0" timeOffset="1.57851E6">30138 14064 0,'0'-25'0,"0"25"31,0 0-31,0 0 0,0 0 0,24 0 0,-24 0 0,0 0 0,0 0 0,0 0 0,0 0 15,0 0-15,25 0 0,-25 0 0,0-24 0,0 24 0,25 0 0,-25 0 0,0 0 16,0 0 0,0 0-16,25 0 0,-25 0 0,0 0 0,0 0 0,0 0 0,0 0 15,0 24-15,0-24 0,0 0 0,0 0 0,25 0 0,-25 0 0,0 0 0,-25 0 31,25 0-31,0 0 0,0 0 0,0 25 0,0-25 0,0 0 0,0 0 0,-25 0 0,25 25 16,0-25-16,-25 0 0,25 0 0,0 0 0,-25 25 0,25-25 0,0 0 31,-24 0-31,24 25 0,-25-25 0,25 0 0,0 0 0,-25 24 0,25-24 0,0 0 0,0 0 16,-25 0-16,25 0 0,0 25 0,0-25 0,0 0 0,0 0 0,0 0 15,0 0 1,0 0-16,0 25 0,0-25 0,0 0 0,0 0 0,0 0 0,0 0 0,0 0 16,0 25-16,0-25 0,0 0 0,0 0 0,25 0 0,-25 0 0,0 25 0,0-25 31,0 0-31,0 0 0,25 24 0,-25-24 0,0 0 0,0 0 0,0 25 0,0-25 0,0 0 31,0 0-31,0 0 0,0 25 0,0-25 0,0 0 0,0 0 0,0 0 0,0 0 0,0 0 0,-25 25 16,25-25-16,0 0 0,0 0 0,0 0 0,-25 0 0,25 0 0,0 0 0,0 0 15,0 0 1,-25 0-16,25 0 0,0 25 0,0-25 0,-24 0 0,24 0 0,0 0 15,0 0-15,-25 0 0,25 0 0,0 0 0,0-25 0,0 25 0,0 0 0,0 0 16,0 0 0,0 0-16,0 0 0,0 0 0,0 0 0,25 0 0,-25 0 0,0 0 0</inkml:trace>
  <inkml:trace contextRef="#ctx0" brushRef="#br0" timeOffset="1.57922E6">30435 14114 0,'0'0'0,"0"0"16,0 0-16,0 0 0,0 0 0,0 0 0,0 0 0,0 0 0,0 0 16,0 0-16,0 0 0,0 0 0,25 0 0,-25 0 15,0 0-15,0 0 0,0 0 0,0-25 16,0 25-16,25 0 0,-25 0 0,0 0 0,0 0 0,0 0 0,0 0 0,0 0 15,25 0-15,-25 0 16,0 0-16,0 0 0,0 0 0,0 0 0,0 0 0,25 25 16,-25-25-16,0 0 0,0 0 0,0 0 0,0 0 0,0 0 0,0 0 0,0 0 0,24 0 0,-24 25 15,0-25-15,0 0 16,0 0-16,0 0 0,0 0 0,0 0 0,0 24 0,-24-24 15,24 0-15,0 0 0,0 25 0,0-25 0,0 0 0,-25 0 0,25 25 16,0-25 0,0 0-16,-25 0 0,25 25 0,0-25 0,-25 0 0,25 0 0,0 0 0,-25 0 0,25 0 15,0 25-15,-24-25 0,24 0 0,0 0 0,0 0 0,-25 0 0,25 0 31,0 0-31,0 0 0,0 0 0,0 0 0,0 0 0,0 0 0,0 0 0,0 0 16,0 0-16,0 0 0,0 0 0,0 24 0,0-24 0,0 0 0,25 0 0,-25 0 16,0 0-1,0 0-15,0 0 0,0 0 0,24 0 0,-24 0 0,0 25 0,0-25 0,0 0 0,0 0 16,25 0-16,-25 0 0,0 0 0,0 0 0,0 25 0,0-25 15,0 0 1,0 0-16,0 0 0,0 25 0,0-25 0,0 0 0,0 0 0,0 25 0,0-25 0,-25 0 16,25 0-16,0 25 0,0-25 0,0 0 0,0 0 0,-24 0 0,24 24 15,0-24 1,0 0-16,0 0 0,-25 0 0,25 0 0,0 0 0,0 25 0,-25-25 15,25 0-15,0 0 0,-25 0 0,25 0 0,0 0 0,0 0 0,-25 0 0,25 0 16,0 0-16,0 0 16,0-25-16,-24 25 0,24 0 0,0 0 0,0 0 0,0 0 0,0 0 15,0-24-15,0 24 0,0 0 0,0 0 0,0-25 0</inkml:trace>
  <inkml:trace contextRef="#ctx0" brushRef="#br0" timeOffset="1.57965E6">31055 13891 0,'0'-25'0,"0"25"0,0 0 15,0 0-15,0 0 0,0 0 0,0 0 0,0 0 0,0 0 16,0 0-1,25 0-15,-25 0 0,0 0 0,0 0 0,0 0 0,0 0 0,0 0 0,0 0 0,25 0 16,-25 0-16,0 0 0,0 0 0,0 0 0,25 0 0,-25 0 16,25 0-16,-25 0 15,0 0-15,24 0 0,-24 0 0,25 0 0,-25 0 0,25 0 0,-25 25 0,0-25 0,25 0 16,-25 0-16,25 0 0,-25 0 0,0 0 0,25 0 15,-25 0-15,0 24 0,24-24 0,-24 0 16,0 0-16,0 0 0,0 0 0,0 0 0</inkml:trace>
  <inkml:trace contextRef="#ctx0" brushRef="#br0" timeOffset="1.57987E6">31031 14039 0,'0'0'16,"0"0"-16,0 0 0,0 0 0,0 0 0,0 0 0,0 0 0,0 0 0,0 0 15,0 0-15,0 0 0,0 0 0,0 0 0,0 0 0,0 0 0,24 0 16,-24 0-16,0 0 16,25 0-16,-25 0 0,25 25 0,-25-25 0,25 0 0,-25 0 0,25 0 15,-25 0-15,24 0 0,1 0 0,-25 0 0,25 0 0,-25 0 0,25 25 0,0-25 31,-25 0-31,25 0 0,-25 0 0,24 0 0</inkml:trace>
  <inkml:trace contextRef="#ctx0" brushRef="#br0" timeOffset="1.58829E6">23713 12353 0,'0'0'0,"0"0"140,25 0-140,-25 0 0,0 0 0,25 0 0,-25 0 0,0 0 0,0 0 0,0 0 0,0 0 0,0 0 0,0 0 0,0 0 0,0 0 0,0 0 0,0 0 0,0 0 0,0 0 0,0 0 0,0 0 0,0 0 0,0 0 0,0 0 0,0 0 0,0 0 0,0 0 0,0 0 0,0 0 0,0 0 0,0 0 0,0 0 0,0 0 16,0 0-16,0 0 0,0 0 0,0 0 0,0 0 0,25 0 0,-25 0 0,0 0 16,0 0-16,0 0 0,0 0 0,0 0 0,0 0 0,0 0 0,0 0 0,0 0 62,0 0-62,0 0 0,0 0 0,0 0 0,0 0 0,0 0 0,0 0 0,0 0 0,0 0 0,0 0 0,0 0 0,0 0 0,0 0 0,0 0 0,0 0 0,0 0 0,0 0 0,0 0 0,0 0 0,0 0 0,0 0 16,0 0-16,0 0 0,0 0 0,0 0 0,24 0 0,-24 0 0,0 0 15,0 0 110,75 0-78,24 0-47,-99 0 0,25 0 0,-25 0 0,0 0 0,0 0 0,0 0 0,0 0 0,0 0 0,0 0 0,25 0 0,-25 0 0,0 0 0,0 0 0,0 0 0,0 0 0,0 0 0,0 0 0,0 0 0,0 0 15,0 0-15,0 0 0,0 0 0,0 0 0,-25 0 0,25 0 0,0 0 0,0 0 0,0 0 0,0 0 0,0 0 0,0 0 0,0 0 0,-25 0 0,25 0 0,0 0 0</inkml:trace>
  <inkml:trace contextRef="#ctx0" brushRef="#br0" timeOffset="1.59106E6">24309 12378 0,'0'0'0,"0"0"0,0 0 15,0 0-15,0 0 0,0 0 0,0 0 0,0 0 0,0 0 0,0 0 16,0 0-16,0 0 0,0 0 15,0 0-15,0 0 0,0 0 0,0 0 0,0 0 0,0 0 16,0 0-16,0 0 0,0 0 0,0 0 0,0 0 0,0 0 0,0 0 16,0 0-16,0 0 15,0 0-15,0 0 0,0 0 0,0 0 0,0 0 0,0 0 94,0 0-94,0 0 0,0 0 0,0 0 93,0 0-93,0 0 0,0 0 0,0 0 0,0 0 0,0 0 0,0 0 0,0 0 0,24 0 0,-24 0 0,0 0 0,0 0 0,0 0 0,0 0 0,0 0 0,0 0 0,0 0 0,0 0 0,25 0 0,-25 0 0,0-25 0,0 25 0,0 0 0,0 0 0,0 0 0,25 0 0,-25 0 0,0 0 0,0 0 0,0 0 0,25-25 0,-25 25 0,0 0 0,0 0 16,25 0-16,-25 0 0,0-25 0,0 25 0,24 0 16,-24 0-16,0-25 0,0 25 0,0 0 0,25 0 0,-25 0 0,0-24 124,50-26-77,-50 50-47,0 0 0,0 0 0,0 0 0,0 0 0,0 0 0,0 0 0,0 0 0,0 0 0,0 0 0,0 0 0,0 0 0,0 0 0,-25 0 0,25 0 0,0 0 0,0 0 0,0 0 0,0 0 0,0 25 0,0-25 0,0 0 0,-25 0 0,25 25 0,0-25 16,0 0-16,0 0 0,0 24 0,0-24 0,0 0 0,-25 25 15,25-25-15,0 0 0,0 25 0,0-25 0,0 0 0,0 25 0,-24-25 0,24 0 0,0 25 0,0-25 0,0 0 0,0 0 0,0 24 16,0-24-16,0 0 0,0 25 0,-25-25 0,25 0 0,0 0 0,0 25 0,0-25 31,0 0-31,0 0 0,0 25 0,0-25 0,0 0 0,0 0 0,0 0 0,0 25 0,0-25 16,0 0-16,-25 0 0,25 0 0,0 0 47,0 0-47,0 24 0,0-24 0,0 0 0,0 0 0,0 0 0,0 0 0,0 0 0,0 0 0,0 25 0,0-25 15,0 0-15,0 0 0,0 0 0,0 0 0,0 0 0,0 0 0,0 0 0,0 0 0,0 0 0,0 0 0,0 0 0,0 0 0,0 0 0,0 0 16,0 0-16,0 0 0,0 0 0,0 0 0,0 0 15,0 0-15,0 0 125</inkml:trace>
  <inkml:trace contextRef="#ctx0" brushRef="#br0" timeOffset="1.59451E6">24656 12427 0,'0'0'0,"0"0"0,0 0 0,0 0 0,0 0 0,0 0 0,0 0 0,0 0 0,0 0 0,0 0 0,0 0 0,0 0 0,0 0 0,0 0 0,0 0 0,0 0 0,0 0 0,0 0 0,25 0 0,-25 0 0,0-25 0,0 25 0,0 0 0,0 0 0,0 0 0,0 0 0,0 0 0,0 0 0,0 0 0,0 0 0,0 0 0,0 0 0,0 0 0,0 0 0,0 0 0,24 0 0,-24 0 16,0 0-16,0 0 16,0 0-16,0-24 0,0 24 0,25 0 0,-25 0 0,0 0 0,0 0 327,248-174-327,-248 174 0,0 0 0,0 0 0,0 0 0,0 0 0,0 25 0,0-25 0,0 0 0,0 0 16,0 0-16,0 0 15,0 0-15,0 25 0,0-25 0,0 0 0,0 0 0,-24 24 0,24-24 0,0 0 0,0 0 0,0 25 0,0-25 0,0 0 0,0 0 0,0 0 0,0 25 0,0-25 0,0 0 0,0 0 0,0 25 0,0-25 0,0 0 0,0 0 0,-25 0 0,25 25 0,0-25 0,0 0 0,0 0 0,0 0 0,0 0 0,0 0 0,0 24 0,0-24 0,0 0 141,-25 75-141,25-75 0,0 0 0,0 0 0,0 0 0,0 0 0,0 0 0,0 0 0,0 0 0,0 25 0,-25-25 0,25 0 0,0 0 0,0 0 0,0 0 0,0 0 0,0 0 0,0 0 0,0 0 0,0 0 15,0 0-15,0 0 0,0 0 0,0 0 0,0 0 0,0 0 0,0 0 0,0 0 0,0 0 0,0 0 0,0 0 0,0 0 0,0 0 0,0 0 0,0 0 0,0 0 0,0 0 0,0 0 0,0 0 16,0 0-16,0 0 0,0 0 0,0 0 0,0 0 0,0 0 62,0 0-62,0 0 0,0 0 0,0 0 0,0 0 0,0 0 0,25 0 0,-25 0 0,0 0 0,0 0 0,0 0 0,0 0 0,0 0 0,0 0 0,0 0 0,0 0 0,0 0 0,0 0 0,0 0 0,25-25 0,-25 25 0,0 0 0,0 0 16,0 0-16,0 0 0,0 0 16,0 0-16,0 0 0,0 0 0,0 0 0,0 0 15,0 0-15,0 0 0</inkml:trace>
  <inkml:trace contextRef="#ctx0" brushRef="#br0" timeOffset="1.60435E6">27980 12278 0,'0'0'0,"0"0"0,0 0 16,0 0-16,0 0 0,0 0 0,0 0 0,0 0 0,0 0 0,0 0 16,0 0-16,0 0 0,0 0 0,0 0 0,24 0 0,-24 0 15,0 0-15,0 25 0,0-25 16,0 0-16,0 0 0,0 0 0,0 0 0,0 0 0,0 0 0,0 0 15,0 0-15,0 0 0,0 0 0,0 0 16,0 0-16,0 0 0,0 0 0,0 0 16,0 0-16,0 0 0,25 0 0,-25 0 0,0 0 0,0 0 0,0 0 0,0 0 15,0 0-15,0 0 0,0 0 0,0 0 0,0 0 16,0 0-16,0 0 0,0 0 0,0 0 15,0 0-15,0 0 0,0 0 0,0 0 0,0 0 0,0 0 0,0 0 16,0 0-16,0 0 0,0 0 0,0 0 0,0 0 0,0 0 0,0 0 16,0 0-16,0 0 15,0 0-15,0 0 0,0 0 0,0 0 0,0 0 0,0 0 0,0 0 0,0 0 16,-25 0-16,25 0 0,0 0 0,0 0 0,0 0 0,0 0 15,0 0 1,0 0-16,0 0 0,0-25 0,0 25 0,0 0 0,0 0 0,0 0 0,0 0 16,0 0-16,0 0 0,0 0 0,0 0 0,0 0 0,0 0 0,0 0 15,0 0 1,0 0-16,0 0 0,0 0 0,0 0 0,0 0 0,0 0 0,0-24 0,0 24 15,0 0-15,0 0 0,0 0 0,0 0 0,0 0 0,0 0 0,0 0 16,0 0-16,0 0 0,0-25 0,0 25 0,0 0 0,0 0 16,0 0-16,0 0 15,0 0-15,0 0 16,0 0-16,0 0 0,0 0 0,0 0 0,0 0 0,0 0 0,0 0 0,0 0 0,0 0 0,0 0 15,25 0-15,-25-25 0,0 25 0,0 0 0,0 0 0,0 0 0,0 0 16,0 0-16,0 0 0,0 0 16,0 0-16,0 0 0,0 0 0,0-25 0,0 25 0,0 0 0,0 0 15,25 0-15,-25 0 0,0 0 0,0 0 0,0 0 0,0 0 0,0 0 16,0 0-1,0 0-15,25 0 0,-25 0 0,0 0 0,0 0 0,0 0 0,0 0 0,0 0 16,0 0-16,0 0 0,0 0 0,25 0 0,-25 0 0,0 0 0,0 0 16,0 0-1,0 0-15,0 0 0,0 0 0,25 0 0,-25 0 0,0 0 0,0 0 0,0 0 16,0 0-16,0 0 0,0 0 0,0 0 0,0 0 0,0 0 0,24 0 0,-24 0 31,0 0-31,0 0 0,0 0 0,0 0 0,0 25 0,0-25 0,0 0 0,0 0 0,0 0 16,0 0-16,0 0 0,0 0 0,0 25 0,0-25 0,0 0 0,0 0 31,0 0-31,0 0 0,0 0 0,0 0 0,0 0 0,0 0 0,0 25 0,0-25 15,0 0-15,0 0 0,0 0 0,0 0 0,0 0 0,0 0 0,0 0 0,0 24 16,0-24 0,0 0-16,0 0 0,0 0 0,-24 0 0,24 0 0,0 0 0,0 25 15,0-25-15,0 0 0,0 0 0,0 0 0,-25 0 0,25 0 0,0 25 0,0-25 16,0 0-16,0 0 0,-25 0 0,25 0 15,0 25-15,0-25 0,0 0 0,0 0 16,0 0-16,0 0 0,-25 0 0,25 0 0,0 0 0,0 25 0,0-25 0,0 0 16,0 0-16,0 0 0,0 0 0,-25 0 0,25 0 0,0 0 15,0 0-15,0 0 16,0 0-16,0 0 0,0 0 0,0 0 0,0 0 0,0 0 0,0 0 15,0 0-15,0 0 0,0 0 0,0 0 0,0 24 0,0-24 0,-25 0 16,25 0-16,0 0 16,0 0-16,0 0 0,0 0 0,0 0 0,0 0 0,0 0 0,0 0 15,0 0-15,0-24 0,0 24 0,25 0 0,-25 0 0,0 0 0,0 0 16,0 0-16,0 0 0,0 0 15,0 0-15,0 0 0,0 0 0,0 0 0,0 0 0,0 0 16,0 0-16,0 0 0,25 0 0,-25 0 0,0 0 0,0 0 0,0-25 0,0 25 16,25 0-1,-25 0-15,0 0 0,0 0 0,0 0 0,0 0 0,25 0 0,-25 0 16,0 0-16,0 0 0,0 0 0,0 0 0,25 0 0,-25 0 0,0 0 0,0 0 15,0 0 1,0 0-16,24 0 0,-24 25 0,0-25 0,0 0 0,0 0 0,0 0 0,0 0 0,25 0 16,-25 0-16,0 0 0,0 24 0,0-24 0,0 0 0,0 0 15,0 0 1,0 0-16,0 0 0,0 0 0,25 25 0,-25-25 0,0 0 0,0 0 0,0 0 15,0 0-15,0 25 0,0-25 0,0 0 0,0 0 0,0 0 0,0 0 16,0 25-16,0-25 16,0 0-16,0 0 0,0 0 0,0 25 0,0-25 0,0 0 0,0 0 15,0 0-15,0 0 0,0 24 0,0-24 0,0 0 0,0 0 0,-25 25 16,25-25-16,0 0 0,0 0 0,0 0 0,0 0 0,0 25 15,-25-25-15,25 0 16,0 0-16,0 0 0,0 0 0,-24 25 0,24-25 0,0 0 0,0 0 0,0 0 16,-25 0-1,25 0-15,0 25 0,0-25 0,-25 0 0,25 0 0,0 0 0,0 0 0,0 0 16,-25 0-16,25 0 0,0 24 0,0-24 0,0 0 0,-25 0 0,25 0 15,0 0-15,0 0 0,0 0 0,-25 0 0,25 0 0,0 0 0,0 0 16,0 0-16,0 0 16,-24 0-16,24 0 0,0 0 0,0-24 0,0 24 0,0 0 0,-25 0 0,25 0 62,0 0-62,0 0 0,0-25 0,-25 25 0,25 0 0,0 0 0,0 0 0,0 0 0,0 0 0,0 0 0,0 0 0,-25 0 0,25 0 0,0 0 0,0 0 0,0 0 0,0 0 0,0 0 0,0 0 0,0 0 0,0 0 0,0 0 16,0 0-16,25 0 15,-25 0-15,0 0 0,0 0 0,0 0 0,25 0 0,-25 0 0,0 0 16,25 0-16,-25 0 0,24 0 0,-24 0 0,25 0 0,-25 0 0</inkml:trace>
  <inkml:trace contextRef="#ctx0" brushRef="#br0" timeOffset="1.60895E6">31626 12452 0,'0'-25'0,"0"25"0,0 0 16,0 0-16,0 0 0,0 0 0,0 0 0,0 0 0,0 0 0,0 0 0,0 0 15,0 0-15,0 0 0,0 0 0,0 0 16,0 0-16,0 0 0,0 0 0,0 0 0,0 0 0,0 0 16,0 0-16,0 0 0,0 0 0,0 0 0,0 0 0,0 0 0,0 0 15,0 0-15,0 0 0,0 0 16,0 0-16,0 0 0,0 0 0,0 0 0,0 0 15,0 0-15,0 0 0,0 0 0,0 0 0,0 0 0,0 0 0,0 0 0,0 0 0,0 0 0,0 0 16,0 0-16,0 0 0,0 0 0,0 0 0,0 0 16,0 0-16,0 0 15,0 0-15,0 0 0,0 0 0,0 0 0,0 0 0,0 0 0,0 0 0,0 0 0,0 0 16,0 0-16,0 0 0,0 0 0,0 0 0,0 0 15,0 0-15,0 0 16,0 0-16,0 0 0,0 0 0,0 0 0,0 0 0,0 0 0,0 0 0,0 0 0,0 0 16,0 0-16,0 0 0,0 0 0,0 0 0,0 0 0,0 0 0,0 0 15,0 0 1,0 0-16,0 0 0,25 0 0,-25 0 0,0 0 0,0 0 0,0 0 0,0 0 15,0 0-15,25 0 0,-25 0 0,0 0 0,0 0 0,24 0 0,-24 0 16,0 0-16,25 0 16,-25 0-16,0 0 0,25 0 0,-25 0 0,0 0 0,25 0 0,-25 0 15,25 0-15,-25-25 0,0 25 0,0 0 0,24 0 0,-24 0 0,0 0 16,25 0-16,-25 0 0,0 0 0,0 0 0,25 0 0,-25 0 0,0 25 15,0-25 1,0 0-16,0 0 0,0 0 0,25 0 0,-25 0 0,0 0 0,0 0 0,0 0 0,0 0 16,0 0-16,0-25 0,0 25 0,0 0 0,0 0 15,0 0-15,0 0 0,0 0 0,0 0 16,0 0-16,0 0 0,0 0 0,0 0 0,0 0 0,0 0 0,0 0 15,0 0-15,0 0 0,0 0 0,0 0 0,0 0 0,0 0 0,0 0 0,0 0 32,0 0-32,0 0 0,0 0 0,0 0 0,0 0 0</inkml:trace>
  <inkml:trace contextRef="#ctx0" brushRef="#br0" timeOffset="1.61027E6">32147 12105 0,'0'0'0,"0"0"16,-25 0-16,25 0 0,0 0 0,0 0 0,0 0 0,0 0 0,0 0 16,0 0-1,0 0-15,0 0 0,0 0 0,0 0 0,0 0 0,0 0 0,0 0 0,0 0 0,0 0 16,0 0-16,0 0 0,0 0 0,0 0 0,0 0 0,0 0 15,0 0 1,0 0-16,0 0 0,0 0 0,0 0 0,0 0 0,0 0 0,0 0 0,0 0 0,0 0 0,0 0 16,0 0-16,0 0 0,0 0 0,0 0 0,0 0 0,0 0 15,0 0-15,0 0 16,0 0-16,0 0 0,0 0 0,0 0 0,0 0 0,0 0 0,0 0 0,0 0 0,0 0 15,0 0-15,0 0 0,0 0 0,0 0 0,0 0 16,0 0-16,0 0 0,0 0 16,0 0-16,0 0 0,0 0 0,0 0 0,0 0 0,0 24 0,0-24 0,0 0 0,0 0 15,0 0-15,0 0 0,0 0 0,0 0 16,0 0-16,0 0 0,0 0 0,-25 25 15,25-25-15,0 0 0,0 0 0,0 25 0,0-25 0,0 0 0,0 0 0,-25 25 16,25-25-16,0 25 0,0-25 0,0 0 0,0 25 16,0-25-16,0 0 0,-24 24 0,24-24 0,0 0 15,0 0-15,0 25 0,0-25 0,0 0 0,0 0 0,0 25 0,0-25 16,0 0-16,0 0 0,-25 0 0,25 25 0,0-25 15,0 0-15,0 0 0,0 0 16,0 0-16,0 0 0,0 0 0,0 25 0,0-25 0,0 0 0,0 0 0,0 0 16,0 0-16,0 0 0,0 0 0,0 0 0,0 0 0,0 0 0,0 0 15,0 0-15,0 0 16,0 0-16,0 0 0,0 0 0,0 0 0,0 0 0,0 0 0,0 0 0,0-25 15,0 25-15,0 0 0,0 0 0,0 0 0,0 0 0,0 0 0,0 0 16,0 0 0,0 0-16,25 0 0,-25 0 0,0 0 0,0 0 0,0 0 0,0 0 0,0 0 0,0-25 0,0 25 31,0 0-31,24 0 0,-24 0 0,0 0 0,0 0 0,0 0 0,0 0 15,0 0-15,25 0 0,-25 0 0,0 0 0,0 0 0,0 0 0,25 0 0,-25 0 0,0 0 16,0 0-16,0 0 0,25 0 0,-25 0 0,0 0 0,0 0 16,25 0-16,-25 0 0,0 0 0,0 0 0,24 0 15,-24 0-15,0 0 0,0 25 0,25-25 0,-25 0 0,0 0 0,0 0 16,25 0-16,-25 0 0,0 0 0,0 0 0,0 0 0,25 0 15,-25 0-15,0 0 0,0 0 0,0 25 16,0-25-16,0 0 0,0 0 0,0 0 0,0 0 0,0 0 0,0 0 16,0 24-1,0-24-15,0 0 0,0 0 0,0 0 0,0 25 0,0-25 0,0 0 0,0 0 16,0 25-16,0-25 0,0 0 0,0 0 0,0 0 0,0 25 0,0-25 0,0 0 15,0 25-15,0-25 16,0 0-16,0 0 0,-25 0 0,25 24 0,0-24 0,0 0 0,0 0 0,0 0 16,0 25-16,0-25 0,0 0 0,0 0 0,0 0 0,-25 0 0,25 25 15,0-25 1,0 0-16,0 0 0,0 0 0,0 0 0,-25 25 0,25-25 0,0 0 0,0 0 0,0 0 0,-24 0 15,24 0-15,0 0 16,0 0-16,0 0 0,-25 0 0,25 25 0,0-25 0,0 0 0,-25 0 16,25 0-16,0 0 0,0 0 0,-25 0 0,25 0 0,0 0 0,0 0 0,0 0 15,-25 0-15,25 0 0,0 0 0,0 0 0,-24 0 16,24 0-16,0 0 0,0 0 0,-25 0 15,25 0-15,0 0 0,0 0 0,0 0 0,-25 0 0,25 0 0,0 0 0,0 0 32,0 0-32,0 0 0,0 0 0,0 0 0,-25 0 0,25 0 0,0-25 0,0 25 0,0 0 0,0 0 15,0 0-15,0 0 0,0 0 0,0 0 0,0 0 0,0 0 0,0 0 16,0 0-1,0 0-15,0 0 0,0 0 0,0 0 0,0-25 0,0 25 0,0 0 0,0 0 0,0 0 16,25 0-16,-25 0 0,0-25 0,0 25 0</inkml:trace>
  <inkml:trace contextRef="#ctx0" brushRef="#br0" timeOffset="1.61085E6">32122 12154 0,'0'0'0,"0"0"16,0 0 0,0 0-16,0 0 0,0-25 0,0 25 0,0 0 0,0 0 0,0 0 0,0 0 0,0 0 15,0 0-15,25 0 0,-25 0 0,0 0 0,0 0 0,0 0 0,0 0 16,0 0-1,0 0-15,0 0 0,0 0 0,0 0 0,0 0 0,0 0 0,0 0 16,0 0-16,0 0 0,0 0 0,0 0 0,0 0 0,25 0 0,-25 0 0,0 0 16,0 0-16,0 0 0,0 0 15,0 0-15,0 0 0,0 0 0,24-24 0,-24 24 0,0 0 16,0 0-16,0 0 0,0 0 0,25 0 0,-25 0 0,0 0 0,0 0 0,25 0 15,-25 0-15,0 0 0,25 0 0,-25 0 0,0 0 0,0 0 16,25 0-16,-25 0 16,25 0-16,-25 0 0,0 0 0,24 0 0,-24 0 0,0 0 0,25 24 0,-25-24 15,0 0-15,0 0 0,25 0 0,-25 0 0,0 0 0,0 0 0,0 0 0,0 0 16,0 0-16,0 0 15,0 0-15,0 0 0,0 0 0,0 0 0,0 0 0,0 0 0,0 0 16,0 0-16,0 0 0,0 0 0,0 0 0,0 0 0,0 0 0,-25 0 16,25 0-1,0 0-15,0 0 0</inkml:trace>
  <inkml:trace contextRef="#ctx0" brushRef="#br0" timeOffset="1.61729E6">23961 13742 0,'0'0'0,"0"0"0,0 0 16,0 0-16,0 0 0,0 0 0,0 0 0,0 0 0,0 0 0,25 0 15,-25 0 1,0 0-16,0 0 0,0 0 0,0 0 0,0 0 0,0-25 0,0 25 0,0 0 31,0 0-31,0 0 16,0 0-16,0 0 0,0 0 0,0 0 0,0 0 0,0 0 0,0 0 0,0 0 0,0 0 0,0 0 0,0 0 0,0-25 0,0 25 0,0 0 0,0 0 0,0 0 15,0 0-15,0 0 0,0 0 0,0 0 0,0 0 0,0 0 0,0 0 16,0 0 0,0 0-16,0 0 0,0 0 0,0 0 0,0 0 0,0 0 0,0 0 0,0 0 15,0 0-15,0 0 0,0 0 0,0 0 0,0 0 0,0 0 0,0 0 16,0 0-16,0-25 15,0 25-15,0 0 0,0 0 0,0 0 0,0 0 0,0 0 0,0 0 16,0 0-16,0 0 0,-25 0 0,25 0 0,0 0 0,0 0 0,0 0 16,0 0-1,0 0-15,0 0 0,0 0 0,-24 0 0,24 0 0,0 0 0,0 0 0,0 0 0,0 0 16,-25 0-16,25 0 0,0 0 0,0 0 0,0 0 0,0 0 15,0 0-15,-25 25 16,25-25-16,0 0 0,0 0 0,0 0 0,0 0 0,-25 0 0,25 0 16,0 0-16,0 0 0,0 0 0,-25 25 0,25-25 0,0 0 0,0 0 15,0 0 1,0 0-16,0 0 0,0 0 0,0 0 0,0 0 0,-25 0 0,25 25 0,0-25 0,0 0 15,0 0-15,0 0 0,0 0 0,0 0 0,0 0 0,0 0 0,0 25 16,0-25 0,0 0-16,0 0 0,0 0 0,0 0 0,0 24 0,-24-24 0,24 0 0,0 0 15,0 0-15,0 0 0,0 25 0,0-25 0,0 0 0,0 0 0,0 0 16,0 0-1,0 25-15,0-25 0,0 0 0,24 0 0,-24 0 0,0 0 0,0 0 0,0 25 0,0-25 16,0 0-16,0 0 0,25 0 0,-25 0 0,0 0 0,0 25 16,0-25-16,0 0 15,25 0-15,-25 0 0,0 0 0,0 0 0,0 24 0,0-24 0,25 0 0,-25 0 0,0 0 16,0 0-16,0 0 0,0 25 0,25-25 0,-25 0 0,0 0 15,0 0 1,0 0-16,0 25 0,0-25 0,25 0 0,-25 0 0,0 0 0,0 0 0,0 0 16,0 25-16,0-25 0,0 0 0,24 0 0,-24 0 0,0 0 15,0 25-15,0-25 0,0 0 16,0 0-16,0 24 0,0-24 0,0 0 0,0 0 0,0 0 0,0 25 0,0-25 15,0 0-15,0 0 0,0 0 0,0 25 0,0-25 0,0 0 16,0 0-16,0 25 16,0-25-16,0 0 0,0 0 0,0 0 0,0 0 0,0 25 0,0-25 0,0 0 0,0 0 15,0 0-15,0 0 16,0 0-16,0 0 0,0 24 0,0-24 0,0 0 15,0 0-15,0 0 0,0 0 0,0 0 0,0 0 0,0 0 0,0 0 0,0 0 0,0 0 16,-24 0-16,24 0 0,0 0 0,0 0 0,0 0 16,0 0-16,0 0 0,-25 0 15,25 0-15,0 0 0,0 0 0,-25 0 0,25 0 0,0 0 0,0 0 0,-25 0 16,25 0-16,0 0 0,0 0 0,-25 0 15,25 0-15,0 0 0,0 0 0,-25 0 16,25-24-16,0 24 0,0 0 0,0 0 0,0 0 0,0 0 0,0 0 0,0 0 0,-24 0 16,24 0-16,0-25 0,0 25 15,0 0-15,0 0 0,0 0 0,24 0 16,-24-25-16,0 25 0,0 0 0,0 0 0,0-25 0,0 25 0,0 0 0,0 0 0,0 0 15,0-25-15,0 25 16,0 0-16,0 0 0,25-24 0,-25 24 0,0 0 0,0 0 16,0 0-16,0 0 0,0 0 0,25-25 0,-25 25 0,0 0 0,0 0 0,0 0 31,25 0-31,-25 0 0,0 0 0,0-25 0,0 25 0,25 0 0,-25 0 0,0 0 0,25 0 0,-25 0 15,0 0-15,24-25 16,-24 25-16,0 0 0,25 0 0,-25 0 0,0 0 0,25 0 0,-25 0 16,25 0-16,-25-25 0,25 25 0,-25 0 0,0 0 0,24 0 0,-24 0 0,25 0 15,-25 0-15,0-24 16,25 24-16,-25 0 0,0 0 0,25 0 0,-25 0 0,0-25 0,0 25 15,25 0-15,-25 0 0,0 0 0,0 0 0,0-25 0,24 25 0,-24 0 16,0 0-16,0 0 16,0 0-16,0-25 0,0 25 0,0 0 0,0 0 0,0 0 0,25 0 15,-25-25-15,0 25 0,-25 0 0,25 0 0,0 0 0,0 0 0,0 0 0,0 0 31,0 0-31,0 0 0,0 0 0,0 0 0,0 0 0,0-24 0,0 24 0,-24 0 16,24 0-16,0 0 0,0 0 0,0 0 0,0 0 0</inkml:trace>
  <inkml:trace contextRef="#ctx0" brushRef="#br0" timeOffset="1.62273E6">27980 13990 0,'0'0'0,"0"0"0,0 0 16,0 0-16,0 0 0,0 0 0,0 0 0,0 0 0,0 0 0,0 0 31,0-25-31,-25 25 0,25 0 0,0 0 0,0 0 0,0 0 0,0 0 0,0 0 0,0 0 16,0 0-16,0 0 0,0 0 0,0 0 0,0 0 0,0 0 0,0 0 31,0 0-31,0 0 0,0 0 0,0 0 0,0 0 0,0 0 0,0 0 0,0 0 16,0 0-16,0 0 0,0 0 0,0 0 0,0 0 0,0 0 0,0 0 0,0 0 31,0 0-31,0 0 0,0 0 0,0 0 0,0 0 0,0 0 0,0 0 0,0 0 15,0 0-15,0 0 0,0 0 0,0 0 0,0 0 0,0 0 0,0 0 0,0 0 16,0 0-16,0 0 0,0 0 0,0 0 0,0 0 16,0 0-16,0 0 0,0 0 15,0 0-15,0 0 0,0 0 0,0 0 0,0 0 0,0 0 16,0 0-16,0 0 0,0 0 0,0 0 0,0 0 0,0 0 0,0-25 0,0 25 15,0 0 1,0 0-16,0 0 0,0 0 0,0 0 0,0 0 0,0 0 0,0 0 0,25 25 16,-25-25-16,0 0 0,0 0 0,24 0 0,-24 0 0,0 0 0,0 0 31,25 0-31,-25 0 0,0 0 0,25 0 0,-25 0 0,0 0 0,25 0 0,-25 0 0,0 0 0,25 0 15,-25 0-15,0 0 0,25 0 0,-25 0 0,0 0 0,24 0 16,-24 0 0,0 0-16,0 0 0,0 0 0,25 0 0,-25 0 0,0 0 0,0 0 0,0 0 15,0 0-15,0 0 0,0 0 0,0 0 0,0 0 0,0 0 0,0 0 16,0 0-16,0 0 0,0 0 15,0 0-15,0 0 0,0 0 0,0 0 0</inkml:trace>
  <inkml:trace contextRef="#ctx0" brushRef="#br0" timeOffset="1.62401E6">28426 13742 0,'0'0'0,"0"0"15,0 0-15,0 0 0,0-25 0,0 25 0,0 0 0,0 0 0,0 0 0,0 0 16,0 0-16,0 0 0,25 0 0,-25 0 0,0 0 0,0 0 15,0 0-15,0-25 16,0 25-16,0 0 0,0 0 0,0 0 0,0 0 0,0 0 0,0 0 16,0 0-16,0 0 0,0 0 0,0 0 0,0 0 0,0 0 0,0 0 15,0-25 1,0 25-16,0 0 0,0 0 0,0 0 0,0 0 0,0 0 0,0 0 0,0 0 15,0 0 1,0 0-16,0 0 0,0 0 0,0 0 0,0 0 0,0 0 0,0 0 0,0 0 0,0 0 16,0 0-16,0 0 0,0 0 0,0 0 0,0 0 0,0 0 0,0 0 15,0 0 1,0 0-16,0 0 0,0 25 0,0-25 0,0 0 0,0 0 0,0 0 0,0 0 0,0 0 15,0 0-15,0 0 0,0 0 0,0 0 0,0 0 0,0 25 0,0-25 0,-25 0 32,25 0-32,0 0 0,0 25 0,0-25 0,0 0 0,0 0 0,0 25 0,0-25 15,0 0-15,0 0 0,0 0 0,0 24 0,-25-24 0,25 0 0,0 0 0,0 0 16,0 0-1,0 25-15,0-25 0,0 0 0,0 0 0,0 0 0,0 0 0,0 0 16,0 25-16,0-25 0,0 0 0,0 0 0,0 0 0,0 0 0,0 0 0,0 0 31,0 0-31,0 0 0,0 0 0,0 0 0,0 0 0,0 0 0,0 0 0,0 0 0,0 25 0,0-25 16,0 0-16,0 0 0,0 0 0,0 0 0,0 0 0,0 0 0,0 0 31,0 0-31,0 0 0,0 0 0,0 0 0,0-25 0,0 25 0,0 0 0,0 0 16,25 0-16,-25 0 0,0 0 0,0 0 0,0 0 0,25 0 0,-25 0 15,0 0-15,0 0 0,25 0 0,-25 0 0,0 0 0,0 0 16,25 0-16,-25 0 0,0 0 15,0 0-15,24 0 0,-24 0 0,0 0 0,0 0 0,0 0 0,25 0 16,-25 0-16,0 0 0,0 0 0,0 0 0,0 0 0,0 0 16,25 25-16,-25-25 15,0 0-15,0 0 0,0 0 0,0 0 0,0 0 0,0 0 0,0 0 0,0 0 0,0 0 16,0 0-16,0 0 0,0 0 0,25 0 0,-25 0 0,0 0 15,0 0 1,0 25-16,0-25 0,0 0 0,0 0 0,0 0 0,0 0 0,0 0 0,0 24 16,0-24-16,0 0 0,0 0 0,0 0 0,0 0 0,0 0 15,0 25-15,0-25 0,0 0 16,0 0-16,0 0 0,0 25 0,0-25 0,0 0 0,0 0 0,0 25 0,0-25 15,0 0-15,0 0 0,0 25 0,0-25 0,-25 0 0,25 0 16,0 0 0,0 24-16,0-24 0,0 0 0,0 0 0,0 0 0,0 0 0,0 25 0,0-25 0,0 0 15,-25 0-15,25 0 0,0 0 0,0 0 0,0 0 0,0 0 16,0 0-16,0 25 15,0-25-15,0 0 0,-25 0 0,25 0 0,0 0 0,0 0 0,0 0 0,0 0 16,0 0-16,-24 0 0,24 0 0,0 0 16,0 0-16,0 0 0,-25 0 0,25 0 0,0 0 15,0 0-15,0 0 0,-25 0 0,25 0 0,0 0 0,0 25 0,-25-25 0,25 0 16,0 0-16,0 0 0,0 0 0,-25 0 0,25 0 0,0 0 15,0 0-15,-24 0 16,24 0-16,0 0 0,0 0 0,0 0 0,0 0 0,0 0 0,0 0 16,0 0-16,0 0 0,-25 0 0,25 0 0,0 0 0,0 0 0,0-25 15,0 25 1,0 0-16,0 0 0,0 0 0,0 0 0,0 0 0,0 0 0,0 0 0,0 0 0,0-25 15,0 25-15,0 0 0,0 0 0,0 0 0,0 0 0,0-25 16,0 25-16,0 0 16,25 0-16,-25-24 0,0 24 0</inkml:trace>
  <inkml:trace contextRef="#ctx0" brushRef="#br0" timeOffset="1.62456E6">28550 13692 0,'0'-25'0,"0"25"15,0 0 1,0 0-16,0 0 0,0 0 0,0 0 0,0 0 0,0 0 0,0 0 16,0 0-16,0 0 0,0 0 0,0 0 0,0 0 0,0 0 0,0 0 15,0 0-15,0-24 16,0 24-16,0 0 0,0 0 0,0 0 0,0 0 0,0 0 15,0 0-15,0 0 0,0 0 0,0 0 0,0 0 0,0 0 0,0 0 0,0 0 0,0 0 16,0 0 0,0 0-16,0 0 0,0 0 0,0 0 0,0 0 0,0 0 0,0 0 15,0 0-15,25 0 0,-25 0 0,0 0 0,0 0 0,0 0 0,0 0 0,0 0 16,25 0-16,-25 0 0,0 0 0,0 0 0,25 0 0,-25 0 15,0 0 1,24 0-16,-24 0 0,25 0 0,-25 0 0,0 0 0,25 0 0,-25 0 0,25 0 0,-25 0 31,25 0-31,-25 0 0,0 0 0,24 0 0,-24 0 0,0 0 0,25 0 0,-25 0 16,0 0-16,0 0 0,25 0 0,-25 0 0,0 0 0,0 0 0,0 0 0,0 0 15,0 0 1,0 0-16,0 0 0,0 0 0,0 0 0,0 0 0,0 0 0,-25 0 16,25 0-16,0 0 0,0 0 0</inkml:trace>
  <inkml:trace contextRef="#ctx0" brushRef="#br0" timeOffset="1.62885E6">31552 13965 0,'0'0'0,"0"0"0,0 0 16,0 0-16,0 0 0,0 0 0,0 0 0,0 0 0,0 0 0,0 0 16,0 0-1,0 0-15,0 0 0,0 0 0,0 0 0,0 0 0,0 0 0,0 0 0,0 0 0,0 0 16,0 0-16,0 0 0,0 0 0,0 0 0,0 0 0,0 0 0,0 0 31,0 0-31,0 0 0,0 0 0,0 0 0,0 0 0,0 0 0,0 0 0,0 0 16,0 0-16,0 0 0,0 0 0,0 0 0,0 0 0,0 0 0,0 0 0,0 0 15,0 0-15,0 0 0,0 0 16,0 0-16,0 0 0,0 0 0,0 0 0,0 0 0,0 0 15,0 0-15,0 0 0,0 0 0,0 0 0,0 0 0,0 0 0,0 0 0,0 0 16,0 0-16,0 0 0,0 0 0,0-25 16,0 25-16,24 0 0,-24 0 0,0 0 0,0 0 15,0 0-15,25 0 0,-25 0 0,0 0 0,25 0 0,-25 0 0,0 0 0,25 0 0,-25 0 16,25 0-16,-25 0 0,0 0 0,24 0 0,-24 0 15,0 0-15,25 0 16,-25 0-16,0 0 0,25 0 0,-25 0 0,0 0 0,25 0 0,-25 0 0,0 0 16,25 0-16,-25 0 0,0 0 0,0 0 0,0 0 0,24 0 0,-24 0 15,0 0 1,0 0-16,0 0 0,0 0 0,0 0 0,0 0 0,0 0 0,0 0 0,0 0 0,0 0 15,0 0-15,0 0 0,0 0 0,0 0 0,0 0 0,-24 0 16,24 0 0,0 0-16,0 0 0,0-25 0,0 25 0</inkml:trace>
  <inkml:trace contextRef="#ctx0" brushRef="#br0" timeOffset="1.62986E6">32072 13891 0,'0'0'0,"0"-25"15,-24 25-15,24 0 0,0 0 0,0 0 0,0 0 0,0-25 0,0 25 0,0 0 16,0 0-16,0 0 0,0-25 0,0 25 15,0 0-15,0 0 0,0 0 0,0 0 0,0 0 16,0-25-16,0 25 0,0 0 0,0 0 0,0 0 0,0 0 0,0 0 16,0 0-16,24 0 0,-24 0 0,0 0 0,0 0 0,0-24 0,0 24 0,0 0 15,0 0 1,0 0-16,0 0 0,0 0 0,0 0 0,0 0 0,0 0 0,0 0 0,0 0 0,0 0 15,0 0-15,0 0 0,0 0 0,0 0 0,25 0 0,-25 0 16,0 0-16,0-25 16,0 25-16,0 0 0,0 0 0,25 0 0,-25 0 0,0 0 0,0 0 0,0 0 0,0 0 15,0 0-15,25 0 0,-25 0 0,0 0 0,0 0 0,0 0 16,0 0-16,25 0 0,-25 0 15,0 0-15,0 0 0,0 0 0,24 0 0,-24 0 0,0 0 0,0 0 16,0 0-16,0 0 0,25 0 0,-25 25 0,0-25 0,0 0 0,0 0 16,0 0-1,0 0-15,0 0 0,0 0 0,0 0 0,0 0 0,25 0 0,-25 0 0,0 0 0,0 24 16,0-24-16,0 0 0,0 0 0,-25 0 0,25 0 0,0 25 0,0-25 15,0 0-15,0 0 16,0 0-16,0 25 0,-25-25 0,25 0 0,0 0 0,0 0 0,-24 25 16,24-25-16,0 0 0,0 25 0,-25-25 0,25 0 0,0 0 0,-25 24 0,25-24 15,0 0 1,-25 25-16,25-25 0,0 0 0,-25 0 0,25 25 0,0-25 0,-24 0 0,24 25 0,0-25 15,-25 0-15,25 0 0,0 0 0,-25 25 0,25-25 0,0 0 0,0 0 16,-25 24 0,25-24-16,0 0 0,0 0 0,-25 0 0,25 0 0,0 25 0,0-25 0,-24 0 15,24 0-15,0 0 0,0 0 0,0 0 0,0 0 0,0 0 0,0 0 0,0 0 16,0 0-16,0 0 15,0 0-15,0 0 0,0 0 0,0 25 0,0-25 0,0 0 0,0 0 16,0 0-16,0 0 0,0 0 0,0 0 16,0 0-1,0 0-15,0 0 0,0 0 0,0 0 0,0 0 0,0 0 0,0 0 0,0 0 0,24 0 0,-24 0 0,0 0 0,0 0 0,25 0 16,-25 0-16,0 0 0,25 0 0,-25 0 0,0 25 0,25-25 15,-25 0-15,0 0 16,25 0-16,-25 0 0,24 0 0,-24 0 0,25 0 0,-25 25 0,0-25 0,25 0 0,-25 0 16,25 0-16,-25 0 0,25 0 15,-25 0-15,0 0 0,24 24 0,-24-24 0,0 0 0,25 0 16,-25 0-16,0 0 0,0 0 0,25 0 0,-25 0 0,0 0 0,0 0 0,0 0 15,0 0-15,0-24 0,0 24 0,0 0 0,25 0 0,-25 0 0,0 0 16,0 0-16</inkml:trace>
  <inkml:trace contextRef="#ctx0" brushRef="#br0" timeOffset="1.6623E6">21729 15081 0,'0'0'16,"0"0"-16,0 0 0,0 0 0,0 0 0,0 0 0,0 0 0,0 0 0,0 0 0,0 0 15,0 0 1,0 0-16,0 0 0,0 0 0,0 0 0,0 0 0,0 0 0,0 0 0,0 0 0,0 0 15,0 0 1,0 0-16,0 0 0,0 0 0,0 0 0,0 0 0,0 0 0,0 0 0,0 0 0,0 0 16,0 0-16,0 0 0,0 0 0,0 0 0,0 0 0,0 0 0,0 0 31,0 0-31,0 0 0,0 0 0,0 0 0,0 0 0,0 0 0,0 0 0,0 0 15,0 0-15,0 0 0,0 0 0,0 0 0,0 0 0,0 0 0,0 0 0,0 0 16,0 0 0,0 0-16,0 0 0,0 0 0,0 0 0,0 0 0,0 0 0,0 0 0,0 0 15,0 0-15,0 0 0,0 0 0,0 0 0,0 0 0,0 0 0,0 0 63,0 0-63,0 0 0,0 0 0,0 0 0,0 0 0,0 0 0,0 0 0,0 0 0,0 0 0,0 0 0,0 0 0,0 0 0,0 0 15,0 0-15,0 0 0,0 0 0,0 0 0,0 0 0,0 0 0,0 0 0,0 0 0,0 0 0,0 0 0,0 0 16,0 0-16,0-25 0,0 25 0,0 0 0,-25 0 0,25 0 0,0 0 0,0 0 0,0 0 15,0 0-15,0 0 16,0 0-16,0 0 0,0-24 0,0 24 0,0 0 0,0 0 16,0 0-16,0 0 0,0 0 0,-25 0 0,25 0 0,0 0 15,0 0-15,0 0 0,0 0 0,0 0 0,0-25 16,0 25-16,-25 0 0,25 0 0,0 0 0,0 0 0,0 0 0,0 0 15,0 0-15,0 0 0,0 0 16,-24 0-16,24 0 0,0 0 0,0 0 0,0 0 0,0 0 0,0 0 0,0 0 0,-25 0 16,25 0-16,0 0 15,0 0-15,0 0 0,-25 0 0,25 0 0,0 0 16,0 25-16,0-25 0,-25 0 0,25 0 0,0 0 0,0 0 0,0 0 0,0 0 15,-25 0-15,25 0 0,0 0 0,0 0 0,0 0 16,0 0-16,-24 0 0,24 0 0,0 0 16,0 0-16,0 0 0,0 0 0,0 0 0,0 24 0,0-24 0,-25 0 0,25 0 15,0 0-15,0 0 0,0 0 16,0 0-16,0 25 0,0-25 0,-25 0 15,25 0-15,0 0 16,0 0-16,0 25 0,0-25 0,-25 0 0,25 0 0,0 25 0,0-25 0,0 0 0,0 25 0,-25-25 0,25 0 16,0 0-16,0 24 0,0-24 0,0 0 0,0 25 0,0-25 15,0 0-15,-24 25 16,24-25-16,0 0 0,0 0 0,0 25 0,0-25 0,0 0 0,0 25 15,-25-25-15,25 0 0,0 0 0,0 24 0,0-24 0,0 0 0,0 0 16,0 0-16,0 25 0,0-25 16,0 0-16,0 0 0,0 25 0,0-25 15,0 0-15,0 0 0,0 0 0,0 25 16,0-25-16,0 0 0,0 0 0,0 25 0,0-25 0,0 0 0,0 0 0,0 0 0,0 25 0,0-25 15,0 0-15,0 0 0,0 24 0,25-24 0,-25 0 0,0 0 0,0 0 16,0 0-16,0 25 0,0-25 16,24 0-16,-24 0 0,0 25 0,0-25 0,0 0 0,0 0 0,25 0 15,-25 25-15,0-25 0,0 0 0,25 25 0,-25-25 0,0 0 0,0 0 16,25 24-1,-25-24-15,0 0 0,0 0 0,25 25 0,-25-25 0,0 0 0,0 0 0,0 0 0,24 0 16,-24 0-16,0 0 0,0 0 0,25 0 0,-25 0 16,0 0-16,0 0 0,25 0 15,-25 0-15,0 0 0,25 0 0,-25 0 0,0 0 0,25 0 0,-25 0 0,0-25 16,0 25-16,24 0 0,-24 0 0,0 0 0,0 0 15,25 0-15,-25 0 0,0 0 0,0 0 16,0-24-16,25 24 0,-25 0 0,0 0 0,0 0 0,0-25 0,25 25 16,-25 0-1,0 0-15,0 0 0,0 0 0,0-25 0,0 25 0,25 0 0,-25 0 0,0 0 16,0 0-16,0 0 0,0 0 0,0 0 0,0-25 0,0 25 15,0 0-15,0 0 0,0 0 0,0 0 0,0 0 0,0 0 0,0 0 0,0 0 16,0 0 0,0 0-16,0 0 0,-25 0 0,25 0 0,0 0 0,0 0 0</inkml:trace>
  <inkml:trace contextRef="#ctx0" brushRef="#br0" timeOffset="1.6632E6">22448 15255 0,'0'0'0,"0"0"16,0 0-16,0 0 0,0 0 0,0 0 0,0 0 16,-25 0-16,25 0 0,0 0 0,0 0 15,0 0-15,0 0 0,0 0 0,0 0 0,0 0 0,0 0 0,0 0 0,0 0 16,0 0-1,0 0-15,0 0 0,0 0 0,0 0 0,0 0 0,0 0 0,0 0 0,0 0 16,0 0-16,0 0 0,25 0 0,-25 0 0,0 0 0,0 0 0,0 0 0,0 0 16,0 0-1,0 0-15,0 0 0,0 0 0,0 0 0,0 0 0,25 0 31,-25 0-31,0 0 0,0 0 0,0 0 0,25 0 0,-25 0 0,0 0 0,25 0 0,-25 0 0,0 0 0,0 0 0,24 0 0,-24 0 16,0 0-16,25 0 0,-25 0 0,25 0 0,-25 0 0,0 0 31,0 0-31,25 0 0,-25 0 0,0 0 0,25 0 0,-25 0 0,0 0 0,0 0 0,0 0 0,24 0 16,-24 0-16,0 0 0,0 0 0,0 0 0,0 0 0,0 0 15,25 0-15,-25 0 16,0 0-16,0-25 0,0 25 0,0 0 0,0 0 0</inkml:trace>
  <inkml:trace contextRef="#ctx0" brushRef="#br0" timeOffset="1.66367E6">22349 15503 0,'0'0'0,"0"0"0,0 0 15,0 0-15,0 0 0,0 0 0,0 0 0,0 0 0,0 0 0,0 0 16,0 0-16,0 0 0,0 0 0,0 0 16,0 0-16,0-25 0,0 25 0,0 0 0,0 0 15,0 0-15,25 0 0,-25 0 0,0 0 0,0 0 0,0 0 0,25 0 31,-25 0-31,0 0 0,0 0 0,24 0 0,-24 0 0,0 0 0,25 0 0,-25 0 0,0 0 0,25 0 0,-25 0 16,0 0-16,25 0 0,-25 0 0,0 0 16,25 0-16,-25 0 0,24 0 0,-24 0 15,0 0-15,25 0 0,-25 0 0,25-25 0,-25 25 0,25 0 0,0 0 0,-25 0 16,24 0-16,-24 0 0,25 0 0,-25 0 0,0-24 15,25 24-15,-25 0 0,0 0 0,25 0 16,-25 0-16</inkml:trace>
  <inkml:trace contextRef="#ctx0" brushRef="#br0" timeOffset="1.66579E6">23416 14858 0,'0'0'0,"0"0"0,0 0 16,0 0-16,0 0 0,0 0 0,0-25 0,0 25 15,0 0-15,0 0 16,0 0-16,0 0 0,0 0 0,0 0 0,0 0 0,0 0 0,0 0 0,0 0 0,0 0 31,0 0-31,0 0 0,0 0 0,0 0 0,0 0 0,0 0 0,0 0 0,0 0 0,0 0 16,0 0-16,0 0 0,0 0 0,0 0 0,0 0 0,0 0 0,0 0 15,0 0 1,0 0-16,0 0 0,-25 0 0,25 0 0,0 0 0,0 0 0,0 0 0,0 0 15,0 0-15,0 0 0,0 0 0,0 0 0,0 0 0,0 0 0,0 0 16,0 0-16,0 0 0,0 0 16,0 0-16,0 0 0,-25 0 0,25 0 0,0 0 0,0 0 0,0 0 15,0 0-15,0 0 0,0 0 0,0 0 0,0 0 0,0 0 16,0 0-16,0 0 0,0 0 15,-25 0-15,25 0 0,0 0 0,0 0 0,0 0 0,0 0 0,0 0 16,0 0-16,0 0 16,-25 0-16,25 0 0,0 0 0,0 0 0,0 0 0,0 0 0,0 25 15,-24-25-15,24 0 0,0 0 16,0 0-16,0 0 0,0 0 0,-25 0 0,25 0 0,0 0 0,0 0 0,0 0 0,0 0 0,0 0 0,0 0 15,-25 25 1,25-25-16,0 0 0,0 0 0,0 0 0,0 0 16,0 0-16,0 0 0,0 0 0,-25 0 0,25 25 0,0-25 0,0 0 0,0 0 0,0 0 0,0 0 15,0 24-15,-25-24 16,25 0-16,0 0 0,0 0 0,0 25 0,0-25 0,0 0 0,0 0 15,0 25-15,0-25 0,0 0 0,0 0 0,0 25 0,0-25 0,-24 0 0,24 25 16,0-25 0,0 0-16,0 0 0,0 0 0,0 24 0,0-24 0,0 0 0,0 0 15,-25 25-15,25-25 0,0 0 0,0 0 0,0 25 0,0-25 0,0 0 0,0 25 16,0-25-1,0 0-15,0 25 0,0-25 0,0 0 0,0 24 0,-25-24 0,25 0 0,0 25 0,0-25 16,0 0-16,0 0 0,0 25 0,0-25 0,0 0 0,0 25 16,0-25-1,0 0-15,0 25 0,-25-25 0,25 0 0,0 24 0,0-24 0,0 25 0,0-25 16,0 0-16,0 25 0,0-25 0,0 0 0,0 25 15,0-25-15,0 0 0,0 25 0,0-25 0,0 0 16,0 25-16,0-25 0,0 0 0,0 24 0,0-24 0,0 0 16,-25 25-16,25-25 0,0 0 0,0 25 0,0-25 0,0 0 15,0 25-15,0-25 0,0 0 16,0 25-16,0-25 15,0 0-15,0 0 0,0 24 0,0-24 0,0 0 0,0 25 0,0-25 0,0 0 0,0 0 0,0 25 0,0-25 0,0 0 0,0 0 16,0 0-16,0 25 16,0-25-16,0 0 0,0 0 0,0 0 0,0 25 0,0-25 0,0 0 15,0 0-15,0 0 0,0 0 0,0 24 0,0-24 0,0 0 0,25 0 16,-25 0-1,0 25-15,0-25 0,0 0 0,0 0 0,0 0 0,0 0 0,0 0 0,0 25 0,0-25 16,25 0-16,-25 0 0,0 0 0,0 0 0,0 0 0,0 0 16,0 0-1,0 25-15,25-25 0,-25 0 0,0 0 0,0 0 0,0 0 0,0 0 0,0 0 0,0 0 16,0 0-16,25 0 0,-25 25 15,0-25-15,0 0 0,0 0 0,0 0 0,0 0 0,24 0 16,-24 0-16,0 0 0,0 0 0,0 24 0,0-24 0,0 0 0,25 0 0,-25 0 0,0 0 31,0 0-31,0 0 0,0 0 0,25 25 0,-25-25 0,0 0 0,0 0 0,25 0 0,-25 0 0,0 0 16,0 0-16,25 0 0,-25 25 0,0-25 0,24 0 0,-24 0 15,0 0-15,0 0 16,25 0-16,-25 0 0,0 25 0,0-25 0,25 0 0,-25 0 0,0 0 0,0 0 16,0 0-16,25 0 0,-25 0 0,0 0 0,0 0 0,0 0 0,0 0 31,0 0-31,0 0 0,0 0 15,0 0-15,0 0 0,0 0 0,0 0 0,0 0 0,0-25 0,0 25 0,0 0 0,0 0 0,25-25 0,-25 25 0,0-25 0,0 25 0,0-24 16,0 24-16</inkml:trace>
  <inkml:trace contextRef="#ctx0" brushRef="#br0" timeOffset="1.67601E6">23837 14511 0,'0'0'0,"0"25"0,0-25 0,0 0 15,0 0-15,0 0 0,0 0 0,0 0 16,0 0-16,0 0 0,0 0 15,0 0-15,0 0 0,0 0 0,0 0 0,0 0 0,0 0 0,0 0 0,0 0 0,0 0 16,0 0-16,0 0 0,0 0 0,0 0 0,0 0 16,0 0-16,0 0 15,0 0-15,0 0 0,0 0 0,0 0 0,0 0 0,0 0 0,0 0 0,0 0 16,0 0-16,0 0 0,0 0 0,0 0 0,0 0 0,0 0 0,0 0 15,0 0-15,0 24 16,0-24-16,0 0 0,0 0 0,0 0 0,0 0 0,0 0 16,0 0-16,0 0 0,0 0 0,0 0 0,0 0 0,0 0 0,0 0 15,-25 25-15,25-25 16,0 0-16,0 0 0,0 0 0,0 0 0,0 0 0,0 0 0,0 0 0,0 0 0,0 0 0,-24 0 15,24 0 1,0 0-16,0 0 0,0 0 0,0 0 31,0 0-31,0 0 0,0 0 0,0 0 0,-25 0 0,25 0 0,0 0 0,0 0 0,0 0 0,0 0 0,0 0 0,0 25 0,0-25 0,0 0 0,0 0 0,0 0 16,0 0-16,0 0 0,-25-25 0,25 25 0,0 0 15,0 0-15,0 0 0,0 0 16,0 0-16,0 0 0,0 0 0,0 0 0,0 0 0,0 0 0,0 0 0,0 0 0,0 0 31,0 0-31,0 0 0,25-25 0,-25 25 0,0 0 0,0 0 0,0 0 0,0 0 0,0 0 0,0 0 16,0 0-16,0-24 0,0 24 0,0 0 0,25 0 0,-25 0 15,0 0-15,0 0 0,0 0 16,24 0-16,-24-25 0,0 25 0,0 0 0,25 0 0,-25 0 0,0 0 16,0 0-1,0 0-15,0 0 0,0 0 0,25 0 0,-25 0 0,0 0 0,0 0 0,0 0 16,0 0-16,0 0 0,0 0 0,0 0 0,0 0 0,0 0 0,25 0 0,-25 25 15,0-25-15,0 0 16,0 0-16,0 0 0,0 24 0,0-24 0,0 0 0,0 0 16,0 25-16,0-25 0,0 0 0,0 25 0,0-25 0,0 0 0,0 0 0,0 25 15,0-25 1,0 0-16,0 0 0,0 25 0,0-25 0,0 0 0,0 24 0,-25-24 0,25 0 15,0 0-15,0 25 0,0-25 0,0 0 0,-25 0 16,25 25-16,0-25 0,0 0 0,0 0 0,-25 25 0,25-25 0,0 0 0,-24 0 16,24 25-16,0-25 0,-25 0 0,25 24 0,0-24 15,-25 0 16,25 0-31,0 25 0,-25-25 0,25 0 0,0 0 0,0 0 0,-25 25 0,25-25 0,0 0 0,-24 0 0,24 0 0,0 0 0,0 0 0,-25 0 16,25 25-16,0-25 0,0 0 0,-25 0 0,25 0 0,0 0 0,0-25 16,0 25-1,-25 0-15,25 0 0,0 0 0,0 0 0,0 0 0,-25 0 0,25 0 0,0 0 0,0 0 16,0 0-16,0 0 0,0 0 0,0 0 0,0 0 0,-24 0 15,24-25 1,0 25-16,0 0 0,0 0 0,0 0 0,0 0 0,0 0 0,0 0 0,0 0 0,0-25 16,0 25-16,0 0 0,24 0 0,-24 0 0,0 0 0,0 0 15,0 0-15,0 0 16,0-24-16,0 24 0,0 0 0,25 0 0,-25 0 0,0 0 0,0 0 15,0 0-15,0 0 0,25 0 0,-25 0 0,0 0 0,0 0 0,0 0 0,25 0 32,-25 0-32,0 0 0,0 0 0,0 0 0,25 0 0,-25 0 0,0 0 0,0 24 0,24-24 0,-24 0 15,0 0-15,0 0 0,25 0 0,-25 0 0,0 0 0,0 25 16,25-25-16,-25 0 15,0 0-15,0 0 0,0 0 0,0 25 0,0-25 16,25 0-16,-25 0 0,0 25 0,0-25 0,0 0 0,0 0 16,0 25-16,0-25 0,0 0 0,0 0 0,0 0 0,0 24 0,0-24 0,25 0 15,-25 0-15,0 0 0,0 25 16,0-25-16,0 0 0,0 0 0,0 0 0,0 0 0,0 0 15,0 0-15,0 25 0,0-25 0,0 0 0,24 0 0,-24 0 0,0 0 0,0 0 32,0 0-32,0 0 0,0 0 0,0 0 0,25 0 0,-25 0 0,0 0 0,0 0 0,0 0 31,25 0-31,-25 0 0,0-25 0,0 25 0,0 0 0,25 0 0,-25 0 0,0 0 0,0 0 0,25 0 0,-25 0 15,0 0-15,0-25 0,25 25 0,-25 0 0,0 0 0,0 0 0,0 0 16,0 0 0,24 0-16,-24 0 0,0 0 0,0 0 0,0 0 0,0 0 0,0-24 0,0 24 15,0 0-15,0 0 0,0 0 0,0 0 0,0 0 0,0 0 16,0 0-16,0 0 15,0 0-15,0 0 0,0 0 0,0 0 0,0 0 0,0 0 0,0 0 16,0 0-16,0 0 0,0 0 0,0 0 0,0 0 0,0 0 0,0 0 0,0 0 16,0 0-16,0 0 0,0-25 0,0 25 0,0 0 0,0 0 15,0 0-15,0 0 0,0 0 0,0-25 0</inkml:trace>
  <inkml:trace contextRef="#ctx0" brushRef="#br0" timeOffset="1.6779E6">24581 14808 0,'0'0'0,"0"0"16,0 0-16,0 0 0,0 0 0,0 0 0,0 0 0,0 0 0,0 0 0,0 0 15,0 0-15,0 0 0,0 0 16,0 0-16,0 0 0,0 0 0,0 0 0,0 0 0,0 0 15,0 0-15,0 0 0,0 0 0,0 0 0,0 0 0,0 0 0,0 0 0,0 0 16,0 0-16,0-24 0,0 24 0,0 0 0,0 0 0,0 0 16,0 0-16,0 0 15,0 0-15,0 0 0,0 0 0,0 0 0,0 0 0,0 0 0,0 0 0,0 0 0,0 0 16,0 0-1,0 0-15,25 0 0,-25 0 0,0 0 0,0 0 0,0 0 0,25 0 16,-25 0-16,0 0 0,25 0 0,-25 0 0,25 0 0,-25 0 0,0 0 16,24 0-16,-24-25 0,25 25 0,-25 0 15,25 0-15,-25 0 0,25 0 0,-25 0 0,25 0 16,-25 0-16,24 0 0,-24 0 0,25 0 0,-25 0 0,0 0 0,0 0 0,25 0 15,-25 0-15,0 0 0,0 0 0,0 0 0,0 0 0,0 0 16,0 0-16,0 0 0,0 0 0,0 0 16,0 0-16,0 0 0,0 0 0,0 0 0,0 0 0,0 0 15,0 0-15,0 0 16,0 0-16,0 0 0,0 0 0,0 0 0,0 0 0,0 0 0,0 0 15,0 0-15,0 0 0</inkml:trace>
  <inkml:trace contextRef="#ctx0" brushRef="#br0" timeOffset="1.67889E6">25251 14734 0,'25'0'0,"-25"0"15,0-25 1,0 25-16,0 0 0,0 0 0,0 0 0,0 0 0,0 0 0,0 0 15,25 0-15,-25 0 0,0 0 0,0-25 0,0 25 0,0 0 0,0 0 0,0 0 16,0 0-16,0 0 0,0 0 16,0 0-16,0 0 0,0 0 0,0 0 0,0 0 15,0 0-15,0 0 0,-25 0 0,25 0 0,0 0 0,0 0 0,0 0 0,0 0 31,0 0-31,-25-24 16,25 24-16,0 0 16,0 0-16,0 0 0,-25 0 0,25 0 0,0 0 0,0 0 0,-24 0 0,24 0 0,0-25 0,0 25 0,-25 0 0,25 0 0,0 0 15,0 0-15,0 0 0,-25 0 0,25 0 0,0 0 16,0 0-16,0 0 0,0 0 0,0 0 0,-25 25 0,25-25 0,0 0 0,0 0 0,0 0 15,0 0-15,0 0 0,-25 0 0,25 24 0,0-24 0,0 0 0,0 0 16,0 0-16,0 25 16,0-25-16,0 0 0,0 0 0,0 25 0,0-25 0,0 0 0,0 0 0,0 25 15,0-25-15,0 0 0,0 0 0,0 25 0,0-25 0,0 0 16,0 0-16,0 0 15,0 24-15,0-24 0,0 0 0,0 0 0,0 0 0,0 0 0,0 0 0,0 25 16,25-25-16,-25 0 0,0 0 0,0 0 0,0 0 0,25 0 0,-25 0 31,0 0-31,0-25 0,25 25 0,-25 0 0,0 0 0,25 0 0,-25 0 0,0-24 0,24 24 16,-24 0-16,0 0 0,25 0 0,-25 0 0,0-25 0,25 25 0,-25 0 15,0 0 1,0 0-16,0 0 0,25-25 0,-25 25 0,0 0 0,0 0 0,0 0 0,0 0 0,0-25 0,0 25 16,25 0-1,-25 0-15,0 0 0,0 0 0,0 0 0,0 0 0,0 0 0,0-25 16,0 25-16,0 0 0,0 0 0,0 0 0,0 0 0,0 0 0,0 0 15,0 0-15,0 0 16,0 0-16,0 0 0,0 0 0,0 0 0,0 0 0,0 0 0,0 0 16,0 0-16,0 0 0,0 0 0,0 0 0,0 0 15,0 0-15,0 0 0,0 0 0,0 0 0,0 0 0,0 0 0,0 25 16,0-25-16,0 0 0,0 0 0,-25 25 0,25-25 15,0 0-15,0 25 0,0-25 0,0 0 16,0 25-16,0-25 0,0 0 0,-25 24 0,25-24 0,0 25 0,0-25 16,0 0-16,0 25 0,0-25 0,0 25 0,0-25 0,0 0 0,0 25 15,0-25-15,0 0 16,0 24-16,-25-24 0,25 0 0,0 25 0,0-25 0,0 0 0,0 25 0,0-25 0,0 0 15,0 0-15,0 25 0,0-25 0,0 0 16,0 0-16,-25 25 0,25-25 16,0 0-16,0 0 0,0 0 0,0 0 0,0 0 0,0 0 0,0 0 0,0 24 0,0-24 15,-24 0 1,24 0-16,0 0 0,0 0 0,0 0 0,0 0 0,0 0 0,0 0 0,0 0 15,-25 0-15,25 0 0,0 0 0,0 0 0,0-24 0,-25 24 0,25 0 16,0 0-16,0 0 0,0 0 16,0 0-16,0 0 0,-25 0 0,25 0 0,0 0 0,0 0 15,0 0-15,0 0 0,0 0 0,0 0 0,0-25 0,0 25 0,0 0 16,0 0-16,0 0 0,0 0 0,0 0 0,0 0 0,0 0 15,0 0-15,0 0 16,0 0 0,0 0-16,0 0 0,0 0 0,0-25 0,25 25 0,-25 0 0,0 0 0,0 0 0,0 0 0,0 0 0,25 0 0,-25 0 0,0 0 15,0 0-15,0-25 0,0 25 0</inkml:trace>
  <inkml:trace contextRef="#ctx0" brushRef="#br0" timeOffset="1.68126E6">26194 14957 0,'0'0'0,"0"0"31,0 0-31,0 0 0,0 0 0,0 0 0,0 0 0,0 0 0,0 0 0,0 0 16,0 0-16,0 0 0,0 0 0,0 0 0,0 0 0,0 0 0,0 0 0,0 0 15,0 0-15,0 0 16,0 0-16,0 0 0,0 0 0,0 0 0,0 0 0,0 0 15,0 0-15,0 0 0,0 0 0,0 0 0,0 0 0,0 0 0,0 0 0,0 0 16,0 0-16,0 0 0,0 0 16,0 0-16,0 0 0,0 0 0,0 0 15,0 0-15,0-25 0,0 25 0,0 0 0,25 0 0,-25 0 0,0 0 0,0-24 0,0 24 16,24 0-16,-24 0 15,0-25-15,0 25 0,25 0 0,-25 0 0,0-25 16,0 25-16,25 0 0,-25 0 0,0-25 0,0 25 0,25 0 0,-25-25 0,0 25 0,0 0 16,0 0-16,25 0 0,-25-24 0,0 24 0,0 0 0,0 0 15,0 0-15,0 0 0,0 0 16,0-25-16,0 25 0,0 0 0,0 0 0,0 0 0,0 0 0,0 0 15,0 0-15,0 0 0,0 0 0,0 0 0,0 0 32,0 0-32,0 0 0,0 0 0,0 0 0,0 0 0,0 0 0,0 25 0,0-25 0,0 0 15,0 0-15,0 0 0,0 0 0,0 0 0,0 0 0,0 24 0,0-24 0,0 0 16,0 0-16,0 25 15,0-25-15,0 0 0,0 25 0,0-25 0,-25 25 0,25-25 0,0 25 16,0-25-16,0 0 0,0 24 0,0-24 0,0 25 0,0-25 0,0 25 16,0-25-1,0 0-15,-25 25 0,25-25 0,0 0 0,0 25 0,0-25 0,0 0 0,0 24 0,0-24 0,0 0 16,0 0-16,0 25 0,0-25 0,0 0 0,0 0 15,0 0-15,0 0 0,0 0 16,0 0-16,0 0 0,0 0 0,0 0 0,0 0 0,0 0 0,0 0 0,0 0 16,0 0-16,0 0 0,0 0 15,0 0-15,0 0 0,0 0 0,0 0 0,0 0 0,0 0 16,0 0-16,0-25 0,0 25 0,25 0 0,-25 0 0,0-24 0,0 24 15</inkml:trace>
  <inkml:trace contextRef="#ctx0" brushRef="#br0" timeOffset="1.68206E6">26665 14784 0,'0'0'0,"0"0"16,0 0-16,0 0 0,0 0 0,0 0 0,0 0 0,0 0 0,0 0 15,0 0 1,0 0-16,0 0 0,0 0 0,0 0 0,0 0 0,0 0 0,0 0 0,0 0 16,0 0-16,0 0 0,0 0 0,0 0 0,0 0 0,0 0 0,0 0 0,0 0 31,0 0-31,0 0 0,0 0 0,0 0 0,0 0 0,0 0 0,0 0 0,-25 0 15,25 0-15,0 0 0,0 0 0,0 0 0,0 0 0,0 24 0,0-24 0,0 0 16,0 0 0,0 0-16,0 25 0,0-25 0,-25 0 0,25 0 0,0 0 0,0 25 0,0-25 15,0 0-15,0 0 0,0 0 0,0 0 0,0 0 0,0 0 0,0 25 16,0-25-1,0 0-15,0 0 0,0 0 0,0 0 0,-24 0 0,24 0 0,0 0 0,0 0 0,0 0 32,24 0-32,-24 0 0,0 0 0,0 25 0,0-25 0,0 0 0,0 0 0,0 0 0,0 0 0,0 0 15,0 0-15,0 0 0,0 0 16,25 0-16,-25 0 0,0 0 0,0 0 0,0 0 0,25 0 15,-25 0-15,0 0 0,0 0 0,25 0 0,-25 0 0,0 0 0,0 0 0,25 0 16,-25 0-16,0 0 0,0 0 0,0 0 0,24 0 0,-24 0 16,0 0-1,0 0-15,0 0 0,0 0 0,25 0 0,-25 0 0,0 0 0,0 0 0,0 0 0,0 0 0,0 0 16,0 0-16,25 0 0,-25 24 0,0-24 0,0 0 0,0 0 15,0 0 1,0 0-16,0 25 0,0-25 0,0 0 0,0 0 0,0 25 0,0-25 0,0 0 0,0 0 16,0 25-16,0-25 0,0 0 15,0 0-15,0 25 0,0-25 0,0 0 0,0 0 16,0 24-16,0-24 0,0 0 0,0 0 0,0 25 0,0-25 0,0 0 15,0 0-15,0 25 0,0-25 0,0 0 0,0 0 0,0 0 16,0 25 0,0-25-16,0 0 0,0 0 0,0 0 0,0 0 0,0 0 0,-25 25 0,25-25 0,0 0 0,0 0 0,0 0 15,0 0 1,0 0-16,0 0 0,0 0 0,-25 0 0,25 0 0,0 0 0,0 0 15,0 0-15,0 0 0,0 0 0,-24 0 0,24 0 16,0 0-16,0 0 0,0 0 0,-25 0 0,25 0 0,0 0 0,0 0 16,0 0-16,0 0 0,-25 0 0,25 0 0,0 0 0,0 0 0,0 0 15,0 0 1,0 0-16,0 0 0,0 0 0,0 0 0,0 0 0,-25-25 0,25 25 0,0 0 0,0 0 15,0 0-15,0-25 0,25 25 0,-25 0 0,0 0 0,0-25 16,0 25 0</inkml:trace>
  <inkml:trace contextRef="#ctx0" brushRef="#br0" timeOffset="1.68233E6">26764 14759 0,'0'0'0,"0"0"0,0 0 16,0 0-16,0 0 0,0-25 0,0 25 0,0 0 0,0 0 0,25 0 0,-25 0 0,0 0 0,0 0 15,0 0-15,0 0 0,0-25 0,25 25 16,-25 0-16,0 0 0,0 0 15,25 0-15,-25 0 0,24 0 0,-24 0 16,0 0-16,25 0 0,-25 0 0,0 0 0,25 0 0,-25 0 0,25 0 0,-25 0 0,25 0 0,-25 0 0,24 0 16,-24 0-1,0 0-15,25 0 0,-25 0 0,25 0 0,-25-25 0,0 25 0,25 0 0</inkml:trace>
  <inkml:trace contextRef="#ctx0" brushRef="#br0" timeOffset="1.68439E6">23564 15404 0,'0'0'0,"0"0"0,0 0 0,0 0 16,0-25-16,0 25 0,0 0 0,0 0 0,0 0 16,0 0-16,0 0 0,0 0 15,0 0-15,0 0 0,0 0 0,0 0 0,0 0 0,0 0 0,0 0 0,0 0 16,0 0-1,0 0-15,0 0 0,0 0 0,0 0 0,0 0 0,0 0 0,0 0 0,0 0 0,0 0 16,0 0-16,0 0 0,0 0 0,0 0 0,0 0 0,0 0 16,0 0-1,0 0-15,0 0 0,0 0 0,0 0 0,0 0 0,0 0 0,0 0 16,0 0-16,0 0 0,0 0 0,0 0 0,0 0 0,0 0 0,0 0 0,0 0 15,25 0-15,-25 0 16,0 0-16,0 0 0,0 0 0,25 0 0,-25 0 0,0 0 16,25 0-16,-25 0 0,0 0 0,25 0 0,-25 0 0,0 0 0,24 0 0,-24 0 15,0 0-15,25 0 0,-25 0 0,0 0 0,25 0 0,-25 0 16,0 0-16,0 0 15,25 0-15,-25 0 0,0 0 0,0 0 0,0 0 0,0 0 0,0 0 0,0 25 0,0-25 16</inkml:trace>
  <inkml:trace contextRef="#ctx0" brushRef="#br0" timeOffset="1.685E6">23812 15602 0,'0'0'0,"0"0"16,0 0-16,0 0 0,0 0 0,0 0 0,0 0 0,0 0 0,0 0 0,0 0 15,0 0-15,0 0 0,0 0 0,0 0 0,0 0 0,0-25 0,25 25 16,-25 0-1,0 0-15,0 0 0,0 0 0,0 0 0,0 0 0,25 0 0,-25-24 16,0 24-16,0 0 0,0 0 0,0 0 0,25-25 0,-25 25 0,0 0 0,0 0 31,25-25-31,-25 25 0,0 0 0,0-25 0,25 25 0,-25 0 0,0 0 0,0-25 0,0 25 0,24 0 16,-24-24-16,0 24 0,0 0 0,0 0 0,25-25 0,-25 25 15,0 0 1,0 0-16,0-25 0,0 25 0,0 0 0,0 0 0,25 0 0,-25 0 0,0 0 16,0 0-16,0 0 0,0-25 0,0 25 15,0 0-15,0 0 0,0 0 0,0 0 0,0 0 0,0 0 0,0 0 16,0 0-16,0 0 0,0 0 0,0 0 0,0 0 0,0 0 0,0 0 15,0 0 1,0 0-16,0 25 0,0-25 0,0 0 0,0 0 0,0 0 0,0 0 0,0 0 0,0 25 16,0-25-16,0 0 0,0 25 0,-25-25 0,25 0 0,0 24 15,0-24-15,0 0 16,0 25-16,0-25 0,0 0 0,0 25 0,-25-25 0,25 0 0,0 25 31,0-25-31,0 0 0,0 25 0,0-25 0,0 0 0,-24 24 0,24-24 0,0 0 0,0 0 0,0 25 0,0-25 0,0 0 16,0 0-16,0 25 0,0-25 0,0 0 0,-25 0 0,25 0 0,0 0 15,0 25-15,0-25 16,0 0-16,0 0 0,0 0 0,0 0 0,0 0 0,0 0 0,0 0 15,0 0-15,0 0 0</inkml:trace>
  <inkml:trace contextRef="#ctx0" brushRef="#br0" timeOffset="1.68552E6">24036 15677 0,'0'0'0,"0"0"0,0 0 0,0 0 15,0 0-15,0 0 0,0 0 0,0-25 0,0 25 0,0 0 16,25 0 0,-25 0-16,0 0 0,0 0 0,0-25 0,24 25 0,-24 0 0,0 0 0,0 0 15,25-25-15,-25 25 0,0 0 0,25 0 0,-25 0 0,0-25 0,25 25 16,-25 0-1,0 0-15,25-24 0,-25 24 0,0 0 0,24 0 0,-24-25 0,0 25 0,25 0 16,-25 0-16,0-25 0,0 25 0,25 0 0,-25 0 0,0-25 0,0 25 0,0 0 16,0 0-16,25-25 0,-25 25 15,0 0-15,0 0 0,0 0 0,0-24 0,0 24 0,0 0 31,0 0-31,0 0 0,0 0 0,0 0 0,0 0 0,0 0 0,0 0 0,0 0 0,0 0 0,0 0 16,0 0-16,0 0 0,0 0 0,0 0 0,0 0 0,0 0 0,0 0 16,0 0-1,0 0-15,25 0 0,-25 0 0,0 0 0,0 0 0,0 0 0,0 0 0,0 24 16,0-24-16,0 0 0,0 0 0,-25 0 0,25 25 0,0-25 0,0 0 0,0 25 15,0-25-15,0 25 16,0-25-16,0 0 0,0 25 0,0-25 0,0 0 0,0 24 16,-25-24-16,25 25 0,0-25 0,0 0 0,0 25 0,0-25 0,0 0 0,0 25 15,0-25-15,0 0 16,0 25-16,-25-25 0,25 0 0,0 24 0,0-24 0,0 0 0,0 0 0,0 0 0,0 25 15,0-25-15,0 0 0,0 0 16,0 0-16,0 0 0,0 0 0,0 0 0,0 0 16,0 0-16,0 0 0,0 0 0,0 0 0,0 0 0,25 0 0</inkml:trace>
  <inkml:trace contextRef="#ctx0" brushRef="#br0" timeOffset="1.68726E6">25301 15354 0,'-25'0'0,"25"0"0,0 0 15,0 0-15,0 0 0,0-25 0,0 25 0,0 0 0,0 0 0,0 0 31,0 0-31,0 0 0,0 0 0,0 0 0,0 0 0,0 0 0,0 0 0,0 0 0,0 0 16,0 0-16,0 0 0,0 0 0,0 0 0,0 0 0,0 0 0,0 0 16,0 0-16,0 0 15,0 0-15,0 0 0,0 0 0,0 0 0,0 0 0,0 0 16,-25 0-16,25 0 0,0 0 0,0 0 0,0-25 0,0 25 0,0 0 0,0 0 15,0 0 1,0 0-16,0 0 0,0 0 0,0 0 0,0 0 0,0 0 0,0 0 16,0 0-16,0 0 0,0 0 0,0 0 0,0 0 0,0-24 0,0 24 0,0 0 15,0 0-15,0 0 0,0 0 0,0 0 16,0 0-16,0 0 0,0 0 0,0 0 15,0 0-15,0 0 0,0 0 0,0 0 0,0 0 0,0 0 0,0-25 0,0 25 0,25 0 32,-25 0-32,0 0 0,0 0 0,0 0 0,0 0 0,0 0 0,25 0 0,-25 0 15,0 0-15,0 0 0,0 0 0,25 0 0,-25 0 0,0 0 0,0 0 16,0 0-16,24 0 15,-24 0-15,0 0 0,0 0 0,0 0 0,25 0 0,-25 0 0,0 0 0,0 0 0,0 25 0,0-25 32,0 0-32,0 0 0,25 0 0,-25 0 0,0 0 0,0 0 0,0 24 0,0-24 0,0 0 15,0 0-15,0 25 0,-25-25 0,25 0 0,0 25 0,0-25 0,0 0 31,0 0-31,-25 25 0,25-25 0,0 0 0,0 25 0,-24-25 0,24 0 0,0 0 0,0 25 16,0-25-16,-25 0 0,25 0 0,0 24 0,0-24 0,-25 0 0,25 0 16,0 25-1,0-25-15,-25 0 0,25 0 0,0 0 0,0 0 0,-25 25 0,25-25 0,0 0 0,0 0 16,0 0-16,0 0 0,0 0 0,-24 0 0,24 0 0,0 0 15,0 0 1,0 0-16,0 0 0,0 0 0,0 0 0,0 0 0,0 0 0,0 0 0,0 0 0,0 0 16,0 0-16,24 0 0,-24 0 0,0 0 0,0 0 0,0 0 0,0 0 15,25 0 1,-25 0-16,0 0 0,0 0 0,0 0 0,25 0 0,-25-25 0,0 25 0,0 0 15,25 0-15,-25 0 0,0 0 0,0 0 0,25 0 0,-25 0 32,0 0-32,0 0 0,24 0 0,-24 0 0,0 0 0,0 0 0,0 0 0,0 25 0,25-25 0,-25 0 0,0 0 0,0 0 15,0 0 1,0 0-16,25 25 0,-25-25 0,0 0 0,0 0 0,0 0 0,0 25 15,0-25-15,0 0 0,0 24 0,0-24 0,0 0 0,0 0 0,0 25 0,0-25 16,0 0-16,0 25 0,0-25 16,0 0-16,0 0 0,0 25 0,-25-25 0,25 0 15,0 25-15,0-25 0,0 0 0,0 0 0,0 24 0,-25-24 0,25 0 0,0 0 16,0 0-16,0 0 0,0 25 0,-24-25 0,24 0 0,0 0 15,0 0-15,0 0 16,-25 0-16,25 0 0,0 0 0,0 0 0,0 0 0,0 0 0,-25 0 0,25 0 0,0 0 16,0 0-16,0 0 0,0 0 15,-25 0-15,25 0 0,0 0 0,0 0 16,0 0-16,0-25 0,0 25 0,0 0 0,0 0 0,0 0 0,-25 0 0,25 0 15,0 0-15,0 0 0,0 0 0,0 0 0,0 0 0,0 0 0,0 0 16,0 0-16,0 0 16,0 0-16,0 0 0,0 0 0,0-24 0,0 24 0,0 0 0,0 0 0,0 0 15,0 0 1,0 0-16,0 0 0,0 0 0,0 0 0,0 0 0,0 0 0,0 0 0</inkml:trace>
  <inkml:trace contextRef="#ctx0" brushRef="#br0" timeOffset="1.6881E6">26219 15602 0,'0'0'15,"0"0"-15,0 0 16,-25-25-16,25 25 0,0 0 0,0 0 0,0 0 0,0 0 0,0 0 15,0 0-15,0 0 0,0 0 0,0 0 0,0 0 0,0 0 0,0 0 16,0 0 0,0 0-16,0 0 0,0 0 0,25 0 0,-25 0 0,0 0 0,0 0 0,0 0 0,0 0 0,0 0 15,0 0-15,0 0 0,24-24 0,-24 24 0,0 0 0,0 0 16,25 0-16,-25 0 15,0 0-15,25 0 0,-25 0 0,0 0 0,25 0 0,-25 0 0,25 24 16,-25-24-16,0 0 0,24 0 0,-24 0 0,25 0 0,-25 0 0,25 0 16,-25 0-16,0-24 15,25 24-15,-25 0 0,0 0 0,25 0 0,-25 0 0,0 0 0,24 0 16</inkml:trace>
  <inkml:trace contextRef="#ctx0" brushRef="#br0" timeOffset="1.68892E6">26640 15453 0,'0'0'0,"0"0"0,0 0 16,0-24-16,0 24 0,0 0 0,0 0 0,0 0 0,0 0 0,0 0 31,0 0-31,0 0 0,0 0 0,0 0 0,0 0 0,0 0 0,0 0 0,0 0 0,0 0 16,0 0-16,0 0 0,0 0 0,0 0 0,0 0 0,0 24 0,0-24 15,0 0 1,0 0-16,0 0 0,0 0 0,0 0 0,0 25 0,0-25 0,0 0 0,0 0 15,0 0-15,0 25 0,0-25 0,0 0 0,0 0 0,0 0 0,0 25 16,-25-25 0,25 0-16,0 0 0,0 0 0,0 25 0,0-25 0,0 0 0,0 0 0,0 0 0,0 0 15,0 24-15,0-24 0,0 0 0,0 0 0,0 0 0,0 0 16,0 0-16,0 0 15,0 0-15,0 0 0,0 0 32,0 25-32,0-25 0,0 0 0,0 0 0,0 0 0,0 0 0,0 0 0,0 0 0,0 0 0,0 0 0,0 0 0,0 0 0,0 0 0,25-25 0,-25 25 0,0 0 0,0 0 15,0 0-15,0 0 0,25 0 0,-25 0 0,0 0 16,0 0-16,25 0 0,-25 0 0,0 0 0,0 0 0,0 0 15,25 0 1,-25 0-16,0 0 0,0 0 0,0 0 0,24 0 0,-24 0 0,0 0 0,0 0 0,0 0 16,0 0-16,25 0 0,-25 0 0,0 25 0,0-25 0,0 0 15,25 0 1,-25 0-16,0 0 0,0 0 0,0 0 0,0 25 0,0-25 0,0 0 0,25 0 0,-25 0 15,0 25-15,0-25 0,0 0 0,0 0 0,0 0 0,0 25 16,0-25-16,0 0 0,0 0 16,0 0-16,0 24 0,0-24 0,0 0 0,0 0 0,0 0 0,0 25 15,0-25-15,-25 0 0,25 0 0,0 0 0,0 25 0,0-25 0,0 0 16,0 0-1,0 0-15,0 25 0,0-25 0,0 0 0,0 0 0,0 0 0,0 0 0,0 0 0,-25 0 0,25 0 16,0 0-16,0 0 0,0 0 0,0 0 0,0 0 16,0 0-16,0 25 15,0-25-15,-25 0 0,25 0 0,0-25 0,0 25 0,0 0 0,0 0 0,-24 0 16,24 0-16,0 0 0,0 0 0,0 0 0,-25 0 0,25 0 0,0 0 15,0 0-15,0 0 0,0 0 32,-25 0-32,25 0 0,0 0 0,0 0 0,0 0 0,0 0 0,-25 0 0,25 0 0,0 0 0,0 0 0,0-25 0,0 25 15,0 0-15,-25 0 0,25 0 0,0 0 0,0 0 0,0 0 0,0 0 16,0 0-1,0 0-15,0 0 0,0 0 0,0 0 0,0 0 0,0-25 0,25 25 0</inkml:trace>
  <inkml:trace contextRef="#ctx0" brushRef="#br0" timeOffset="1.68918E6">26739 15453 0,'0'0'0,"0"0"16,0 0 0,0 0-16,0 0 0,0-24 0,0 24 0,0 0 0,0 0 0,0 0 15,0 0-15,0 0 0,0 0 0,25 0 0,-25 0 0,0 0 0,0 0 0,25 0 31,-25 0-31,0 0 0,25 0 0,-25 0 0,25 0 0,-25 0 0,0 0 0,24 0 0,-24 0 0,25 0 32,-25 0-32,0 0 0,25 24 0,-25-24 0,0 0 0,25 0 0,-25 0 0,25 0 0,-25 0 0,0 0 0,24 0 0</inkml:trace>
  <inkml:trace contextRef="#ctx0" brushRef="#br0" timeOffset="1.69089E6">23937 16024 0,'0'0'15,"0"0"1,24 0-16,-24 0 0,0-25 0,0 25 0,0 0 0,0 0 0,0 0 0,0 0 16,0 0-16,0 0 0,0 0 0,0-25 0,0 25 0,0 0 0,0 0 0,25 0 31,-25 0-31,0 0 0,0 0 0,0 0 0,0 0 0,0 0 0,0 0 0,0 0 15,0-25-15,0 25 0,0 0 0,0 0 0,-25 0 0,25 0 0,0 0 0,0 0 47,0 0-47,0 0 0,0 0 16,0 0-16,0 0 0,0 0 0,-24 0 0,24 0 0,0 0 0,0 0 0,0 0 0,0 0 0,0 0 0,0 0 0,-25 0 0,25 0 0,0 0 0,0 0 0,0 0 0,0 0 0,-25 0 15,25 0-15,0 0 0,0 0 0,0 0 0,0 0 0,-25 0 16,25 0 0,0 0-16,0 25 0,0-25 0,0 0 0,0 0 0,0 0 15,0 0-15,-25 25 0,25-25 0,0 0 0,0 0 0,0 0 0,0 25 0,0-25 0,0 0 16,0 0-16,0 0 0,0 25 0,25-25 0,-25 0 0,0 0 0,0 24 31,0-24-31,0 0 0,0 0 0,0 25 0,0-25 0,0 0 0,25 25 0,-25-25 0,0 0 0,0 0 16,0 25-16,0-25 0,0 0 0,0 25 0,25-25 0,-25 0 15,0 24 1,0-24-16,0 0 0,0 0 0,0 25 0,0-25 0,0 0 0,25 0 0,-25 25 15,0-25-15,0 0 0,0 25 0,0-25 0,0 0 0,0 0 16,24 25-16,-24-25 0,0 0 0,0 0 16,0 24-16,0-24 0,0 0 0,25 0 0,-25 25 0,0-25 0,0 0 0,0 0 15,0 0-15,0 25 0,0-25 0,0 0 0,0 0 16,0 0-16,0 0 0,0 0 15,0 0-15,0 0 0,0 0 0,-25 25 0,25-25 0,0 0 0,0 0 0,0 0 0,0 0 16,-24 0-16,24 0 0,0 0 0,0 0 16,-25 0-16,25 0 0,0 0 0,0-25 15,-25 25-15,25 0 0,0 0 0,0 0 0,0 0 0,-25 0 0,25 0 16,0 0-16,0 0 0,0-25 0,0 25 0,0 0 0,0 0 0,0-25 15,0 25-15,0 0 0,0 0 0,0 0 16,25-24-16,-25 24 0,0 0 16,0 0-16,0 0 0,25-25 0,-25 25 0,0 0 0,25 0 0,-25-25 0,24 25 0,-24 0 15,25 0-15,-25-25 0,25 25 0,-25 0 0,25-25 0,-25 25 16,25 0-16,-1-24 15,-24 24-15,25 0 0,-25-25 0,25 25 0,-25 0 0,25-25 0,-25 25 0,0-25 0,25 25 16,-25 0-16,0-25 0,0 25 16,0 0-16,24 0 0,-24-24 0,0 24 0,0 0 0,0-25 15,0 25-15,0 0 0,-24 0 0,24-25 0,0 25 0,0 0 0,0 0 0,0 0 31,0-25-31,-25 25 0,25 0 0,0 0 0,0 0 0,0 0 0,-25 0 0,25 0 0,0 0 16,0 0-16,-25 0 0,25 0 0,0 0 0,0 0 0,0 25 0,0-25 16,-25 0-1</inkml:trace>
  <inkml:trace contextRef="#ctx0" brushRef="#br0" timeOffset="1.69183E6">25102 16148 0,'0'0'0,"0"0"31,0 0-31,0 0 0,0 0 0,0 0 0,0 0 0,0 0 0,0 0 0,0 0 16,0 0-16,0 0 0,0 0 0,0 0 0,0 0 0,25 0 0,-25 0 0,0 0 15,0 0 1,0 0-16,25 0 0,-25 0 0,0 0 0,0 0 0,25 0 0,-25 0 0,0 0 15,0 0-15,25 0 0,-25 0 0,0 0 0,24 0 0,-24 0 0,0 0 0,25 0 32,-25 0-32,25 0 0,-25 0 0,0 0 0,25 0 0,-25 0 0,0 0 0,25 0 0,-25 0 15,0 0-15</inkml:trace>
  <inkml:trace contextRef="#ctx0" brushRef="#br0" timeOffset="1.69248E6">25425 16098 0,'0'0'0,"0"0"0,0 0 0,0 0 0,0-25 0,0 25 0,0 0 0,0 0 0,0 0 0,0 0 0,0 0 0,0 0 0,0 0 0,0 0 0,0 0 0,0 0 16,0 0-16,0 0 0,0 0 0,0 25 0,0-25 15,0 0-15,0 0 0,0 0 16,0 0-16,0 0 0,0 0 0,0 25 0,0-25 0,0 0 0,0 0 0,0 0 0,-25 25 16,25-25-1,0 0-15,0 0 0,0 25 0,0-25 0,0 0 0,0 24 16,0-24-16,0 0 0,0 0 0,0 25 0,0-25 0,-25 0 0,25 0 0,0 0 15,0 25-15,0-25 0,0 0 0,0 0 0,0 0 0,0 0 16,0 0-16,0 0 0,0 0 16,25 0-16,-25 0 0,0 25 0,0-25 0,0 0 0,0 0 0,0 0 0,0 0 15,25 0-15,-25 0 0,0 0 0,0 0 0,0 0 16,25 0-16,-25-25 0,0 25 15,0 0-15,24 0 0,-24 0 0,0 0 0,0 0 0,25 0 0,-25 0 0,0 0 16,0 0-16,0 0 0,0 0 0,0 0 0,25 0 0,-25 0 0,0 0 16,0 0-16,0 0 15,0 0-15,0 0 0,0 0 0,0 0 0,0 0 0,25 0 0,-25 25 0,0-25 16,0 0-16,0 0 0,0 0 0,0 0 0,0 0 0,0 25 15,0-25-15,0 0 16,0 0-16,0 0 0,0 24 0,0-24 0,0 0 0,0 0 0,0 0 16,0 25-16,0-25 0,0 0 0,0 0 0,0 25 15,0-25-15,0 0 0,0 0 0,0 25 0,0-25 0,0 0 0,0 0 0,0 0 16,0 25-16,0-25 0,0 0 0,0 0 15,0 0-15,-25 0 0,25 25 0,0-25 16,0 0-16,0 0 0,0 0 0,-25 0 0,25 0 0,0 24 0,0-24 0,0 0 0,-25 0 16,25 0-1,0 0-15,0 0 0,-24 0 0,24 0 0,0 0 0,0 0 0,-25 0 0,25 0 0,0 0 16,-25 0-16,25 0 0,0 0 0,0 0 0,0 0 0,-25-24 0,25 24 15,0 0 1,0 0-16,0 0 0,0 0 0,0 0 0,-25-25 0,25 25 0,0 0 16,0 0-16,0 0 0,0-25 0,25 25 0,-25 0 0,0 0 0,0-25 0,0 25 15,0 0-15,0-25 16,25 25-16,-25 0 0,0-25 0,0 25 0,0 0 0</inkml:trace>
  <inkml:trace contextRef="#ctx0" brushRef="#br0" timeOffset="1.69266E6">25524 16098 0,'0'0'0,"0"0"0,0-25 0,0 25 0,0 0 0,0 0 16,0 0-16,25 0 0,-25 0 0,0 0 0,0 0 15,25 0-15,-25 0 16,0 0-16,24 0 0,-24 0 0,25 0 0,-25 0 0,25 0 0,-25 0 15,25 0-15,-25 0 0,25 0 0,-25 0 0,24 0 0,-24 0 0,25 0 0,-25 0 32,25 25-32,-25-25 0,25 0 0,-25 0 0,25 0 0</inkml:trace>
  <inkml:trace contextRef="#ctx0" brushRef="#br0" timeOffset="1.69337E6">26243 16222 0,'0'0'0,"0"0"16,0 0-16,0 0 0,0 0 0,0 0 0,0 0 15,0 0-15,0 0 0,0 0 0,0 0 16,0 0-16,0 0 0,25 0 0,-25 0 0,0 0 0,0 0 0,0 0 16,25 0-16,-25 0 0,0 0 0,0 0 0,25 0 0,-25 0 0,0 0 15,25 0 1,-25 0-16,0 0 0,0 0 0,24 0 0,-24 0 0,25 0 0,-25 0 0,0 0 15,25 0-15,-25 0 0,0 0 0,25 0 0,-25 0 0,25 0 0,-25 0 16,0 0-16,0 0 16</inkml:trace>
  <inkml:trace contextRef="#ctx0" brushRef="#br0" timeOffset="1.69395E6">26591 16123 0,'0'0'0,"0"0"16,0 0 0,0 0-16,0 0 0,0 0 0,0 0 0,0 0 0,24 0 0,-24 0 0,0 0 15,0 0-15,0-25 0,25 25 0,-25 0 0,0 0 0,25 0 0,-25 0 0,0 0 16,0 0-1,25 0-15,-25 0 0,0 25 0,0-25 0,25 0 0,-25 0 0,0 0 0,0 0 16,0 0-16,0 0 0,0 0 0,0 0 0,0 0 0,0 0 0,0 0 16,0 25-1,0-25-15,0 0 0,0 0 0,0 0 0,0 25 0,0-25 0,0 0 16,0 0-16,0 0 0,0 24 0,-25-24 0,25 0 0,0 25 0,0-25 0,0 0 15,-25 0-15,25 25 0,0-25 0,0 0 16,-25 25-16,25-25 0,0 0 0,-25 25 0,25-25 0,0 0 0,-24 0 0,24 24 16,0-24-16,-25 0 15,25 0-15,0 25 0,0-25 0,0 0 0,-25 0 0,25 0 0,0 25 0,0-25 0,0 0 16,0 0-16,0 0 0,0 0 0,0 0 0,0 0 15,0 25-15,0-25 16,0 0-16,0 0 0,0 0 0,0 0 0,0 0 0,0 0 0,25 0 16,-25 0-16,0 0 0,0 0 0,25 0 0,-25 0 15,24 0-15,-24 0 0,25 0 0,-25-25 0,25 25 0,-25 0 0,25 0 16,0 0-16,-25 0 0,24 0 0,-24 0 0,25 0 0,0 0 0,-25 0 15,25 0-15,-25 0 16,25 0-16,-1 0 0,-24 0 0,25-25 0,-25 25 0,25 0 0,-25 0 0,25 0 0,-25 0 16,25 0-1</inkml:trace>
  <inkml:trace contextRef="#ctx0" brushRef="#br0" timeOffset="1.69533E6">27409 14858 0,'0'0'0,"0"0"0,0 0 0,0 0 0,0 0 0,0 0 0,0 0 0,0 0 0,0 0 0,0 0 0,0 0 0,0 0 0,0 0 0,0 0 31,0 0-31,0 0 0,0 0 0,0 0 0,25 0 0,-25 0 0,0 0 0,0 0 0,0 25 0,0-25 16,0 0-16,0 0 0,0 0 0,0 0 0,0 0 124,25 74-124,-25-74 0,0 25 0,0-25 47,0 99-47,0-99 0,0 25 0,0-25 0,0 25 0,0-25 0,0 0 0,0 25 0,0-25 0,0 0 0,0 24 0,0-24 0,0 25 0,0-25 0,0 0 0,0 25 16,0-25-16,-25 0 0,25 25 0,0-25 0,0 0 0,0 25 0,0-25 0,0 0 0,0 24 0,0-24 0,0 0 0,0 25 0,0-25 0,0 25 0,0-25 0,0 0 0,-25 25 0,25-25 0,0 0 0,0 25 0,0-25 0,0 0 0,0 25 0,0-25 15,0 0-15,0 0 0,0 24 0,0-24 0,0 0 0,0 25 16,0-25 0,0 0-16,0 25 0,0-25 0,0 0 0,0 0 0,0 25 0,0-25 0,0 0 0,0 25 15,0-25-15,0 0 0,0 24 16,0-24-16,0 0 0,0 0 0,0 25 0,0-25 0,0 0 0,0 0 15,0 25-15,0-25 0,0 0 0,0 25 0,0-25 0,0 0 16,0 25-16,0-25 0,0 0 16,0 24-16,0-24 0,0 0 0,0 25 0,0-25 0,0 0 0,0 25 15,0-25-15,0 0 0,-25 25 0,25-25 0,0 0 0,0 25 0,0-25 0,0 24 16,0-24 62,0 0-78,0 25 0,0-25 0,0 0 0,0 25 0,0-25 0,0 25 0,0-25 15,0 0-15,0 25 0,0-25 0,0 0 0,0 24 0,0-24 0,0 25 0,-24-25 0,24 0 0,0 25 0,0-25 0,0 25 0,0-25 0,0 0 0,0 25 0,0-25 0,0 24 0,0-24 0,-25 0 0,25 25 0,0-25 0,0 0 0,0 0 0,0 25 0,0-25 0,0 0 0,0 0 0,0 25 0,-25-25 16,25 0-16,0 0 0,0 0 16,0 0-16,0 25 0,0-25 0,0 0 0,0 0 140,-25 0-140,25 0 0,0 0 0,0 0 0,0 0 0,0 24 0,0-24 0,0 0 0,0 0 0,-25 0 0,25 0 0,0 0 0,0 0 0,0 0 0,0 0 0,0 0 0,0 0 0,0 0 0,0 0 0,-24 0 0,24 0 0,0 0 0,0 0 0,0-24 0,0 24 0</inkml:trace>
  <inkml:trace contextRef="#ctx0" brushRef="#br0" timeOffset="1.69736E6">27608 15304 0</inkml:trace>
  <inkml:trace contextRef="#ctx0" brushRef="#br0" timeOffset="1.69849E6">27335 15429 0,'0'0'16,"0"0"-16,0 0 0,0 0 0,0 0 0,0 0 0,0 0 0,0 0 0,0 0 0,0 0 0,0 0 0,0 0 15,0 0-15,0 0 0,0 0 0,0 0 0,0 0 0,0 0 16,0 0-16,0 0 0,0 0 0,0 0 0,0 0 16,0 0-16,0 0 0,0 0 0,0 0 0,0 0 15,0 0-15,0 0 0,0 0 0,0 0 0,0 0 0,0 0 16,0 0-16,0 0 0,0 0 0,0 0 0,0 0 15,0 0-15,0 0 0,0 0 0,0 0 0,0 0 0,0 0 16,0 0-16,0 0 0,0 0 0,0 0 0,0 0 16,0 0-16,0 0 0,0 0 15,0 0-15,0 0 0,0 0 515</inkml:trace>
  <inkml:trace contextRef="#ctx0" brushRef="#br0" timeOffset="1.70246E6">27583 15602 0,'0'0'0,"0"0"16,0 0-16,0 0 0,0 0 0,0 0 0,0 0 0,0 0 0,0 0 15,0 0 1,0 0-16,0 0 0,0 0 0,0 0 0,0 0 0,0 0 0,0 0 0,0 0 0,0 0 15,0 0-15,0 0 0,0 0 0,0 0 0,0 0 0,0 0 0,0 0 110,0 0-110,0 0 0,0 0 0,0 0 0,0 0 0,0 0 0,25 0 0,-25 0 0,0 0 0,0 0 0,0 0 0,0 0 0,0 0 0,0 0 0,0 0 0,0 0 0,0 0 0,0 0 0,0 0 0,0 0 15,0 0-15,0 0 0,0 0 0,0 0 0,0 0 0,0 0 0,0-25 0,0 25 0,0 0 0,0 0 0,0 0 0,0 0 0,0 0 0,0 0 0,0 0 0,0 0 0,0 0 0,0 0 0,0 0 0,0 0 0,0 0 0,0 0 0,0 0 16,0 0 171,49 0-187,-49 0 0,0 0 0,0 0 0,0 0 0,25 0 0,-25 0 0,0 0 0,0 0 0,25 0 0,-25 0 0,0 0 0,25 0 0,-25 0 0,0 0 0,24 0 0,-24 0 0,0 0 0,25 0 0,-25 0 0,0 0 0,25 0 0,-25 0 0,0 0 0,25 0 0,-25 0 0,0 0 0,25 0 0,-25 0 0,0 0 0,0 0 0,24 0 0,-24 0 0,0 0 0,0 0 0,0 0 0,0 0 16,0 0-16,25 0 15,-25 0-15,0 0 0,0 0 0,0 0 0,0 0 0,0 0 0,0 0 63,25 0-63,-25 0 0,0 0 0,0 0 0,0 0 0,0 0 0,0 0 0,0 0 0,0 0 0,0 0 0,0 0 0,0 0 0,25 0 0,-25 0 0,0 0 0,0 0 0,0 0 0,0 0 0,0 0 0,0 0 0,0 0 0,0 0 0,0 0 0,0 0 15,0 0-15,0 0 16,0 0-16,0 0 0,-25 0 0,25 0 0,0 0 15,0 0-15,0 0 0,0 0 0,0 0 0,0 0 172</inkml:trace>
  <inkml:trace contextRef="#ctx0" brushRef="#br0" timeOffset="1.70427E6">27707 15429 0,'0'0'0,"0"0"0,0 0 0,0 0 0,0 0 0,0 0 0,0 0 0,0 0 0,0 0 0,0 0 0,0 0 0,0 0 0,0 0 0,0 0 0,0 0 0,0 0 0,0 0 0,0 0 0,0 0 0,0 0 0,0 0 0,0 0 31,0 0-31,0 0 0,0 0 0,0 0 0,0 0 0,0 0 0,0 0 0,347 24 1264</inkml:trace>
  <inkml:trace contextRef="#ctx0" brushRef="#br0" timeOffset="1.70852E6">27980 15280 0,'0'0'0,"0"0"0,0 0 0,0 0 16,0 0-16,0 0 0,0 0 0,0 0 0,0 0 0,0 0 0,0 0 16,0 0-16,0 0 15,0 0-15,0 0 0,0 0 0,0 0 0,0 0 0,0 0 0,0 0 16,0 0-16,0 0 0,0 0 0,0 0 0,0 0 0,0 0 0,0 0 0,0 0 31,0 0-31,0 0 0,0 0 0,0 0 0,0 0 0,0 0 0,0 0 0,0 0 0,0 0 16,0 0-16,0 0 0,0 0 0,0 0 0,0 0 0,0 0 0,0 0 31,0 0-31,0 0 0,0 0 0,0 0 0,0 0 0,0 0 0,0 0 0,0 0 15,0 0-15,0 0 0,0 0 0,0 0 0,0 0 0,0 0 0,0 0 0,0 0 32,0 0-32,0 0 0,0 0 0,0 0 0,0 0 0,0 0 0,0 0 0,0 0 0,0 0 15,0 0-15,0 0 0,0 0 0,0 0 0,0 0 0,24 0 0,-24 0 16,0 0-16,0 0 0,0 0 0,0 0 15,0 0-15,0 0 0,0 24 0,0-24 16,25 0-16,-25 0 0,0 0 0,0 0 0,0 0 0,0 0 0,0 25 0,0-25 16,0 0-1,0 0-15,25 0 0,-25 25 0,0-25 0,0 0 0,0 0 0,0 0 0,0 0 16,0 25-16,0-25 0,0 0 0,25 0 0,-25 0 0,0 0 0,0 25 0,0-25 15,0 0 17,0 0-32,0 0 0,0 0 0,0 25 0,0-25 0,0 0 0,0 0 0,0 0 0,25 0 0,-25 24 0,0-24 0,0 0 0,0 0 0,0 0 0,0 0 15,0 0 1,0 25-16,0-25 0,0 0 0,0 0 0,0 0 0,0 0 0,0 0 0,25 0 15,-25 0-15,0 25 0,0-25 0,0 0 0,0 0 0,0 0 0,0 0 16,0 0 0,0 0-16,0 0 0,0 0 0,0 0 0,0 0 0,0 0 0,0 0 0,0 0 15,0 0-15,0 0 0,0 0 0,0 0 0,0 0 0,0 0 0,0 0 16,0 0-16,0 0 0,0 0 0,0 0 0,0 0 0,0 0 15,0 0 1,0 0-16,0 0 0,0 0 0,0 0 0,0 0 0,0 0 0,0 0 0,0 0 0,0 0 16,0 0-16,0 0 0,0 0 0,0 0 15,0 0-15,0 0 0,0 0 0,0 0 16,0 0-16,0 0 0,0 0 0,0 0 0,0 0 0,0 0 0,0 0 0,0 0 15,0 0-15,0 0 0,0 0 0,0 0 0,0 0 16,0 0-16,-25 0 0,25 0 0,0 0 16,0 0-16,0 0 0,0 0 0,0 0 0,0 0 0,0 0 0,0 0 0,0 25 31,0-25-31,0 0 0,-25 0 0,25 0 0,0 0 0,0 0 0,0 0 0,-25 0 0,25 0 0,0 25 15,-25-25-15,25 0 0,0 0 0,-25 24 0,25-24 0,0 0 16,-24 25-16,24-25 16,0 0-16,-25 25 0,25-25 0,-25 0 0,25 0 0,0 25 0,-25-25 0,25 0 15,0 0-15,-25 25 0,25-25 0,0 0 0,0 0 0,-24 0 16,24 24-16,0-24 15,0 0-15,0 0 0,-25 0 0,25 0 0,0 25 0,0-25 0,0 0 0,0 0 16,0 0-16,0 0 0,0 0 0,0 0 0,-25 0 0,25 0 0,0 0 16,0 0-1,0 0-15,0 0 0,0 0 0,0 0 0,0 0 0,0 0 0,0 0 0,0 0 0,0 0 16,0 0-16,0 0 0,0 0 0,0 0 0,0 0 0,0 0 0,0 0 15,0 0 1,0 0-16,0 0 0,0 0 0,0 0 0,0 0 0,0 0 0,0 0 0,0 0 16,0 0-16,0 0 0,0 0 0,0 0 0,0 0 0,0 0 0,0 0 31,0 0-31,0 0 0,0 0 0,0 0 0,25 0 0,-25 0 0,0 0 0,0-25 0,0 25 0,25 0 15,-25 0-15,0 0 0,0-24 0</inkml:trace>
  <inkml:trace contextRef="#ctx0" brushRef="#br0" timeOffset="1.71004E6">28773 15131 0,'0'0'0,"0"0"0,25 0 15,-25 25-15,0-25 0,0 0 0,0 0 0,0 0 0,0 0 0,25 0 16,-25 0-16,0 0 0,0 0 0,0 0 0,0 0 0,0 0 16,0 0-16,25 0 0,-25 0 0,0 0 15,0 0 1,0 0-16,0 0 0,0 0 0,0 0 0,0 0 0,0 0 0,0 0 0,0 0 0,0 0 0,0 0 0,25 0 0,-25 0 31,0 0-31,0 0 0,0 0 0,0 0 0,0 0 0,0 0 0,0 0 0,24 0 16,-24 0-16,0 0 0,0 0 0,0 0 0,0 0 0,0 0 0,0 0 0,0 0 15,0 0 1,0 0-16,0 0 0,0 0 0,0 0 0,0 0 0,0 0 0,0 0 15,0 0-15,0 0 0,0 0 0,25 0 0,-25 0 0,0 0 0,0 0 0,0 0 16,0-25-16,0 25 16,0 0-16,0 0 0,0 0 0,0 0 0,0 0 0,0 0 15,0 0-15,0 0 0,0 0 0,0 0 0,0 0 0,0 0 0,0 0 0,0 0 16,0 0-16,0 0 0,0-25 0,0 25 0,0 0 0,0 0 15,-25 0 1,25 0-16,0 0 0,0 0 0,0 0 0,0 0 0,0-25 0,0 25 0,0 0 0,0 0 16,0 0-1,0 0-15,0 0 0,0 0 0,0 0 0,-24 0 0,24 0 0,0 0 0,0 0 16,0 0-16,0 0 0,0 0 0,0-25 0,0 25 0,0 0 0,0 0 15,0 0-15,0 0 0,0 0 0,-25 0 0,25 0 0,0 0 16,0 0-16,0 0 16,0 0-16,0 0 0,0 0 0,-25 0 0,25 0 0,0 0 0,0 0 0,0 0 15,0 0-15,-25 0 0,25 0 0,0 0 0,0 0 16,0 0-16,-25 0 15,25 0-15,0 0 0,0 0 0,-24 0 0,24 0 0,0 0 0,0 0 0,0 0 16,-25 0-16,25 0 0,0 0 0,0 25 0,-25-25 0,25 0 0,0 0 16,-25 0-1,25 0-15,0 0 0,0 0 0,-25 0 0,25 0 0,0 0 0,0 25 16,-24-25-16,24 0 0,0 0 0,0 0 0,0 0 0,0 0 0,-25 0 0,25 25 0,0-25 15,0 0 1,0 0-16,-25 0 0,25 0 0,0 25 0,0-25 0,0 0 0,0 0 16,-25 24-16,25-24 0,0 0 0,0 0 0,0 0 0,0 25 0,-25-25 15,25 0-15,0 25 0,0-25 0,0 0 0,0 0 0,-24 25 0,24-25 16,0 0-16,0 0 15,0 25-15,0-25 0,-25 0 0,25 24 0,0-24 0,0 0 0,0 25 0,0-25 16,0 0-16,0 25 0,0-25 0,0 0 16,0 0-16,0 25 0,0-25 0,0 0 15,0 25-15,0-25 0,0 0 0,0 25 0,0-25 0,0 0 0,0 24 0,0-24 16,0 0-16,0 25 0,0-25 0,0 0 0,0 25 15,0-25-15,0 0 0,0 25 16,25-25-16,-25 0 0,0 0 0,0 25 0,0-25 0,0 0 0,0 0 0,0 0 16,0 0-16,24 24 0,-24-24 15,0 0-15,0 0 0,0 0 0,0 0 0,25 25 0,-25-25 0,0 0 16,0 0-16,25 0 0,-25 0 0,0 25 0,0-25 0,25 0 0,-25 0 15,0 0 1,0 0-16,25 0 0,-25 0 0,0 0 0,24 0 0,-24 0 0,0 0 0,25 0 16,-25 0-16,25 0 0,-25 0 0,25-25 0,-25 25 0,0 0 15,25 0-15,-25 0 0,0 0 0,24 0 16,-24 0-16,0 0 0,25 0 0,-25 0 0,0-25 0,25 25 0,-25 0 15,0 0-15,0 0 0,25 0 0,-25 0 0,0 0 0,0 0 16,0 0-16,0-24 0,25 24 16,-25 0-16,0 0 0,0 0 0,0 0 0,0 0 0,0 0 0,0-25 0,0 25 15,0 0-15,0 0 0,24 0 0,-24 0 0,0-25 0,0 25 16,0 0-16,0 0 15,0 0-15,0 0 0,0-25 0,0 25 0,-24 0 0,24 0 0,0 0 0,0-25 16,0 25-16,0 0 0,0 0 0,0 0 0,0 0 16,0 0-16,0 0 0</inkml:trace>
  <inkml:trace contextRef="#ctx0" brushRef="#br0" timeOffset="1.71083E6">29245 14808 0,'0'0'0,"0"0"16,0 0-16,0-24 0,0 24 0,0 0 0,0 0 0,0 0 0,0 0 0,0 0 0,0 0 31,25 0-31,-25 0 0,0 0 0,0 0 0,0 0 0,0 0 0,0 0 16,0 0-16,0 0 0,0 0 0,0 0 0,0 0 0,0 0 0,0 0 15,0 0-15,0 0 0,0 0 0,0 0 0,-25 0 0,25 0 0,0 0 16,0 0-16,0 0 15,0 0-15,0 24 0,0-24 0,0 0 0,0 0 0,0 0 0,0 25 0,0-25 0,0 0 16,-25 25-16,25-25 0,0 0 0,0 25 0,0-25 16,0 0-16,0 25 15,0-25-15,0 24 0,-25-24 0,25 0 0,0 25 0,0-25 0,0 25 0,0-25 16,0 0-16,-25 25 0,25-25 0,0 0 0,0 25 0,0-25 15,0 0-15,0 0 16,0 24-16,0-24 0,0 0 0,-24 0 0,24 25 0,0-25 0,0 0 0,0 0 0,0 0 0,0 0 16,0 25-1,0-25-15,0 0 0,0 0 0,0 0 0,0 0 0,0 0 0,0 0 0,0 0 0,0 0 31,0 25-31,0-25 0,0 0 0,0 0 0,0 0 0,0 0 0,0 0 0,0 0 0,0 0 16,-25 0-16,25 0 0,0 0 0,0 0 0,0 0 0,0 0 0,0 0 0,0 0 16,0 0-16,0 0 15,0 0-15,0 0 0,0 0 0,0 0 0</inkml:trace>
  <inkml:trace contextRef="#ctx0" brushRef="#br0" timeOffset="1.71126E6">29096 14858 0,'0'0'0,"0"0"0,0 0 15,0 0-15,0 0 16,0 0-16,0 0 0,0 0 0,0 0 0,0 0 0,0 0 15,0 0-15,0 0 0,0 0 0,0 0 0,0 0 0,0 0 0,0 0 0,25 0 16,-25 0-16,0 0 0,0 0 0,0 0 0,25 0 16,-25 0-16,0 0 0,0 0 0,24 0 0,-24 0 15,0 0-15,0 0 0,25 0 0,-25 0 0,0 0 0,25 0 0,-25 0 31,0 0-31,25 0 0,-25 0 0,0 0 0,25 0 0,-25 0 0,0 0 0,24 0 0,-24 0 16,0 0-16,0 0 0,25 0 0,-25 0 0,0 0 0,0 0 16,0 0-16,25 0 0,-25 0 15,0 0-15,0 0 0,0 25 0,0-25 0,0 0 0,25 0 0,-25 0 16,0 0-16,0 0 0,0 0 0,0 0 0,0 0 0,0 0 0,0 0 15,0 0 1,0 0-16,0 0 0,0 0 0,0 0 0</inkml:trace>
  <inkml:trace contextRef="#ctx0" brushRef="#br0" timeOffset="1.71227E6">29245 15255 0,'0'0'0,"0"0"0,0 0 16,0 0-16,0 0 0,0 0 0,0 0 0,0 0 0,0 0 15,0 0 1,0 0-16,0 0 0,0 0 0,0 0 0,0 0 0,0 0 0,0-25 0,0 25 0,0 0 16,0 0-16,0 0 0,25 0 0,-25 0 0,0 0 0,0 0 15,0 0 1,0 0-16,24 0 0,-24 0 0,0 0 0,0 0 0,25 0 0,-25 0 0,0 0 0,0 25 15,25-25-15,-25 0 16,0 0-16,25 0 0,-25 0 0,0 0 0,25 0 0,-25 0 0,0 0 0,0 0 16,24 0-16,-24 0 0,0 0 0,25 0 0,-25 0 0,0 0 0,0 0 15,0 0-15,25 0 0,-25 0 16,0 25-16,0-25 0,0 0 0,0 0 0,0 0 15,0 0-15,0 0 0,0 0 0</inkml:trace>
  <inkml:trace contextRef="#ctx0" brushRef="#br0" timeOffset="1.71252E6">29245 15404 0,'0'0'0,"0"0"0,0 0 0,0 0 0,0 0 0,0 0 0,0 0 15,0 0-15,25 0 0,-25 0 0,0 0 16,0 0-16,0 0 0,24 0 16,-24 0-16,0 0 0,0 0 0,25 0 0,-25 0 0,25 0 0,-25 0 0,0 0 15,25 0-15,-25 0 0,0 0 0,25 0 0,-25 0 0,24 0 0,-24 0 31,0 0-31,25 0 0,-25 0 0,0 25 0,25-25 0,-25 0 0,0-25 0,25 25 0,-25 0 0,0 0 0,0 0 16,25 0-16,-25 0 16,0 0-16</inkml:trace>
  <inkml:trace contextRef="#ctx0" brushRef="#br0" timeOffset="1.71417E6">30212 14808 0,'0'0'0,"0"0"0,0 0 31,0 0-31,0 0 0,0-24 0,0 24 0,0 0 0,0 0 0,0 0 0,0 0 0,0 0 16,0 0-16,0 0 0,0 0 0,0 0 0,0 0 0,0 0 0,0 0 15,0 0-15,0 0 16,0 0-16,0 0 0,-25 0 0,25 0 0,0 0 0,0 0 15,0 0-15,0 0 0,0 0 0,0 0 0,0 0 0,0 0 0,0 0 0,0 0 16,0 0-16,0 0 16,0 0-16,0 0 0,0 0 0,0 0 0,0 0 0,0 0 15,0 0-15,0 0 0,0 0 0,0 0 0,0 0 0,0 0 0,0 0 0,0 0 16,0 0-16,0 0 0,0 0 0,0 0 15,0 0-15,-25 0 0,25 0 0,0 0 0,0 0 16,0 0-16,0 0 0,0 0 0,0 0 0,-24 0 0,24 0 0,0 0 0,0 0 16,0 24-1,0-24-15,0 0 0,0 0 0,0 0 0,-25 0 0,25 0 0,0 0 16,0 0-16,0 0 0,0 25 0,-25-25 0,25 0 0,0 0 0,0 0 0,0 0 15,0 0 1,-25 25-16,25-25 0,0 0 0,0 0 0,0 0 0,-25 0 0,25 25 0,0-25 16,0 0-16,-24 0 0,24 0 0,0 25 0,0-25 0,0 0 0,-25 0 31,25 0-31,0 0 0,0 24 0,0-24 0,-25 0 0,25 0 0,0 0 0,0 25 0,0-25 0,0 0 0,0 0 15,-25 0-15,25 25 0,0-25 0,0 0 0,0 0 16,0 0-16,0 25 16,-25-25-16,25 0 0,0 0 0,0 0 0,0 25 0,0-25 0,-24 0 0,24 0 15,0 0-15,0 24 0,0-24 0,0 0 0,0 0 16,-25 0-16,25 25 0,0-25 0,0 0 15,0 0-15,0 25 0,-25-25 0,25 0 0,0 0 0,0 25 0,0-25 16,0 0-16,0 0 0,-25 25 0,25-25 0,0 0 0,0 0 0,0 24 16,0-24-1,0 0-15,0 25 0,0-25 0,0 0 0,-25 0 0,25 25 0,0-25 0,0 0 0,0 25 16,0-25-16,0 0 0,0 0 0,0 25 0,0-25 0,0 0 15,0 24 1,0-24-16,0 0 0,-24 25 0,24-25 0,0 0 0,0 0 0,0 25 0,0-25 16,0 0-16,0 25 0,0-25 0,0 0 0,0 25 0,0-25 0,0 0 15,0 25-15,0-25 16,0 24-16,0-24 0,0 0 0,0 25 0,0-25 0,0 0 0,0 25 0,0-25 15,0 0-15,0 25 0,0-25 0,0 0 0,0 25 0,0-25 0,0 0 32,0 24-32,0-24 0,0 0 0,0 25 0,0-25 0,0 0 0,0 25 0,0-25 0,0 25 31,0-25-31,0 0 0,0 25 0,0-25 0,0 0 0,0 24 0,0-24 0,0 0 0,0 25 0,24-25 0,-24 0 0,0 25 0,0-25 31,0 0-31,0 25 0,0-25 0,0 0 0,0 25 0,0-25 0,0 0 0,0 24 0,0-24 16,0 25-16,25-25 0,-25 0 0,0 25 0,0-25 0,0 0 0,0 25 15,25-25-15,-25 0 16,0 0-16,0 25 0,0-25 0,25 0 0,-25 24 0,0-24 0,25 0 0,-25 25 0,0-25 15,24 0-15,-24 0 0,0 25 0,25-25 0,-25 0 0,0 25 16,25-25 0,-25 25-16,0-25 0,25 0 0,-25 24 0,25-24 0,-25 0 0,0 25 0,24-25 15,-24 0-15,25 25 0,-25-25 0,0 0 0,25 25 0,-25-25 0,0 0 16,25 0-16,-25 25 0,0-25 15,25 0-15,-25 0 0,0 0 0,0 0 0,0 0 0,0 0 0,0 0 16,0 24-16,24-24 0,-24 0 0,0 0 0,0 0 0,0 0 0,0 0 16,0 0-16,0-24 15,0 24-15,0 0 0,0 0 0,0 0 0,0 0 0,0 0 0,0 0 0,0 0 16,0 0-16,0 0 0,0 0 0,0 0 0,0 0 0,0 0 15,0-25 1,25 25-16,-25 0 0,0 0 0,0 0 0,0 0 0,0 0 0,0-25 0,0 25 16,0 0-16,0 0 0</inkml:trace>
  <inkml:trace contextRef="#ctx0" brushRef="#br0" timeOffset="1.71741E6">30584 14808 0,'0'0'0,"0"0"16,0 0-1,0 0-15,0 0 0,0 0 0,0 0 0,0 0 0,0 0 0,0 0 16,0 0-16,0 0 0,0 0 0,0 0 0,0 0 0,0 0 0,0 0 0,0 0 15,0 0-15,0 0 16,0 0-16,0 0 0,0 0 0,0 0 0,0 0 0,0 0 0,0 0 0,0 0 16,0 0-16,0 0 0,0 0 0,0 0 0,0 0 0,0 0 0,0 0 15,0 0 1,0 0-16,0 0 0,0 0 0,0 0 0,0 0 0,0 0 0,0 0 0,0 0 0,0 0 15,-25 0-15,25 0 0,0 0 0,0 0 0,0-24 0,0 24 0,0 0 32,0 0-32,0 0 0,0 0 0,0 0 0,0 0 0,-24 0 0,24 0 0,0 0 0,0 0 0,0 0 15,0 0-15,0 0 0,0 0 0,0-25 16,0 25-16,0 0 0,0 0 0,0 0 0,0 0 0,0 0 15,0 0-15,0 0 0,-25 0 0,25 0 0,0 0 0,0 0 0,0 0 32,0 0-32,0 0 0,0 0 0,0 0 0,0 0 0,0 0 0,0 0 0,0 0 0,0 0 15,0 0-15,0 0 0,0 0 0,0 0 0,0 0 0,25 0 0,-25 0 0,0 0 16,0 0-1,0 0-15,0 0 0,0 0 0,0 0 0,0 0 0,0 0 16,0 0-16,24 0 0,-24 0 0,0 0 0,0 0 0,0 0 0,0 0 0,0 0 0,25 0 16,-25 0-1,0 0-15,0 0 0,0 0 0,0 0 0,0 0 0,25 0 0,-25 0 0,0 0 0,0 0 16,0 0-16,0 0 0,0 0 0,0 0 0,25 0 0,-25 0 0,0 0 15,0 0 1,0 0-16,0 0 0,0 0 0,0 0 0,0 0 0,0 0 0,0 0 0,0 0 16,25 0-16,-25 0 0,0 0 0,0 25 15,0-25-15,0 0 0,0 0 0,0 0 0,0 0 0,0 0 16,0 0-16,0 0 0,0 0 0,0 0 0,24 0 0,-24 24 0,0-24 15,0 0-15,0 0 0,0 0 0,0 0 0,0 0 0,0 0 0,0 25 16,0-25 0,0 0-16,0 0 0,0 0 0,0 0 0,0 25 0,0-25 0,0 0 0,0 0 0,-24 0 31,24 0-31,0 25 0,0-25 0,0 0 0,0 0 0,0 0 0,0 25 0,0-25 0,0 0 0,0 0 15,-25 0-15,25 24 0,0-24 0,0 0 0,0 0 0,0 0 0,-25 25 16,25-25-16,0 0 16,0 0-16,-25 0 0,25 25 0,0-25 0,0 0 0,-25 0 0,25 0 0,0 0 15,0 25-15,-24-25 0,24 0 0,0 0 0,0 0 0,-25 0 0,25 25 16,0-25-16,0 0 15,0 0-15,-25 0 0,25 0 0,0 0 0,0 0 0,0 0 0,0 24 0,0-24 16,0 0-16,0 0 0,-25 0 0,25 0 0,0 0 0,0 0 16,0 0-16,0 0 15,0 0-15,0 0 0,0 0 0,0 0 0,0 0 0,0 0 0,0 0 0,0 0 16,0 0-16,0 0 0,0 0 15,0 0-15,0 0 0,0 0 0,0 0 0,0 0 0,0 0 16,0 0-16,0 0 0,0 0 0,0 0 0,0 0 0,25 0 16,-25 0-16,0 0 0,0 0 0,0 0 0,0 0 0,0 0 0,25 0 0,-25 0 31,0 25-31,0-25 0,25 0 0,-25 0 0,0 0 0,0 0 0,24 0 0,-24 0 0,0 0 0,0 0 0,25 0 15,-25 25-15,0-25 16,25 0-16,-25 0 0,0 0 0,0 0 0,25 0 0,-25 0 16,0 0-16,0 0 0,0 0 0,0 0 0,25 0 0,-25 0 0,0 0 0,0 0 15,0 0 1,0 25-16,0-25 0,0 0 0,0 0 0,0 0 0,24 0 0,-24 0 0,0 0 0,0 0 0,0 0 15,0 0-15,0 0 0,0 0 16,0 0-16,0 0 0,0 0 0,0-25 0,0 25 16,0 0-16,0 0 0,0 0 0,0 0 0,0 0 0,0 0 0,0 0 0,0 0 0,0 0 15,0 0-15,0 0 0,0 0 0,0 0 0,0 0 16</inkml:trace>
  <inkml:trace contextRef="#ctx0" brushRef="#br0" timeOffset="1.71825E6">30038 15453 0,'0'0'0,"0"0"15,0 0-15,0 0 0,0 0 0,0 0 0,0 0 0,0 0 0,0-24 0,0 24 32,0 0-32,25 0 0,-25 0 0,0 0 0,0 0 0,0 0 0,0 0 0,0 0 0,0 0 0,0 0 15,0 0-15,0 0 0,0 0 0,0 0 16,0 0-16,0 0 0,0 0 0,0 0 0,0 0 0,0 0 0,0 0 0,0 0 15,0 0-15,0 0 0,0 0 0,0 0 0,0 0 16,0 0-16,0 0 0,0 0 0,0 0 16,0 0-16,0 0 0,0 0 0,0 0 0,0 0 0,0 0 0,0 0 0,0 0 15,0 0 1,0 0-16,0 0 0,0 0 0,0 0 0,0 0 0,0 0 0,25 0 15,-25 0-15,0 0 0,0 0 0,0 0 0,0 0 0,0 0 0,0 0 0,0 0 16,25 0 0,-25 0-16,0 0 0,0 0 0,0 0 0,0 0 0,25 0 0,-25 0 0,0 0 0,0 0 15,24 0-15,-24 0 0,0 0 0,0 0 0,25 0 0,-25 0 0,0 0 31,25 0-31,-25 0 0,0 0 0,25 0 0,-25 0 0,25 0 0,-25 0 0,0 0 16,25 0-16,-25 0 0,0 0 0,0 0 0,24 0 0,-24 0 0,0 0 0,0 0 16,25 0-1,-25 0-15,0 0 0,0 0 0,0 0 0,25 0 0,-25 24 0,0-24 16,0 0-16,0 0 0,0 0 0,0-24 0,0 24 0,25 0 0,-25 0 0,0 0 15,0 0-15,0 0 16,0 0-16,0 0 0,0 0 0,0 0 0,0 0 0,0 0 0,25 0 16,-25 0-16,0-25 0,0 25 0,0 0 0,0 0 0,0 0 0</inkml:trace>
  <inkml:trace contextRef="#ctx0" brushRef="#br0" timeOffset="1.71938E6">30634 15429 0,'0'-25'0,"0"25"16,0 0-1,0 0-15,0 0 0,0 0 0,0 0 0,0 0 0,0 0 0,0 0 16,0 0-16,0 0 0,0 0 0,0 0 0,0 0 0,25-25 0,-25 25 0,0 0 16,-25 0-16,25 0 15,0 0-15,0 0 0,0 0 0,0 0 0,0 0 0,0 0 0,0 0 16,0 0-16,0 0 0,0 0 0,0 0 0,0-25 0,-25 25 0,25 0 0,0 0 15,0 0-15,0 0 16,0 0-16,-25 0 0,25 0 0,0 0 0,0 0 0,-25 0 16,25 0-16,0 0 0,0 0 0,0 0 0,-24 0 0,24 0 0,0 0 0,0 0 0,0 0 15,0 0-15,-25 0 16,25 0-16,0 0 0,0 0 0,0 0 0,0 0 0,0 0 15,-25 0-15,25 0 0,0 25 0,0-25 0,0 0 0,0 0 0,0 0 0,0 0 16,-25 0 0,25 25-16,0-25 0,0 0 0,0 0 0,0 25 0,0-25 0,-25 0 0,25 24 15,0-24-15,0 0 0,0 0 0,0 25 0,0-25 0,0 0 0,0 25 16,-24-25-1,24 0-15,0 0 0,0 25 0,0-25 0,0 0 0,0 0 0,0 0 0,0 0 0,0 25 16,0-25-16,24 0 0,-24 0 0,0 0 0,0 0 0,0 0 16,0 0-16,0 0 0,0 0 15,0 0-15,25 0 0,-25 0 0,0 0 0,0 0 0,0 0 0,25 0 0,-25 0 31,0 0-31,25 0 0,-25 0 0,0 0 0,25 0 0,-25 0 0,0-25 0,0 25 0,24 0 0,-24 0 16,0 0-16,25 0 0,-25 0 0,0 0 0,0-25 0,0 25 0,25 0 16,-25 0-1,0 0-15,0 0 0,0 0 0,0-25 0,0 25 0,0 0 0,0 0 0,25 0 16,-25 0-16,0 0 0,0 0 0,0 0 0,0-25 0,0 25 0,0 0 31,0 0-31,0 0 0,0 0 0,0 0 0,0 0 0,0 0 0,25 0 0,-25-24 0,0 24 0,0 0 16,0 0-16,0 0 0,0 0 0,0 0 0,0 0 0,0 0 0,0 0 15,0 0 1,0 0-16,0 0 0,0 0 0,0 0 0,0 0 0,0 0 0,0 0 0,0 0 15,0 0-15,0 0 0,0 0 0,0 0 0,0 0 0,0 0 0,0 0 0,0 0 16,0 0 0,0 0-16,0 0 0,0 0 0,0 0 0,0 0 0,0 24 0,0-24 0,0 0 15,0 0-15,0 0 0,0 0 0,0 25 0,0-25 0,0 0 0,0 0 16,0 25-16,0-25 15,0 0-15,0 25 0,0-25 0,0 0 0,0 0 0,0 25 0,0-25 0,-25 0 0,25 24 16,0-24-16,0 0 0,0 0 0,0 25 16,0-25-16,0 0 0,0 25 15,-25-25 1,25 0-16,0 25 0,0-25 0,0 0 0,0 0 0,0 25 0,0-25 0,0 0 0,-25 0 0,25 24 0,0-24 0,0 0 0,0 0 0,0 0 15,0 0-15,0 25 16,0-25-16,0 0 0,-25 0 0,25 0 0,0 0 0,0 0 0,0 0 0,0 0 16,0 0-16,0 0 0,-24 0 0,24 0 0,0 0 0,0 25 0,0-25 15,0-25-15,-25 25 16,25 0-16,0 0 0,0 0 0,0 0 0,0 0 0,-25 0 0,25-25 0,0 25 0,0 0 15,0 0-15,0 0 0,0 0 16,-25 0-16,25-24 0,0 24 0,0 0 0,0 0 16,0 0-16,0 0 0,0 0 0,0 0 0,0 0 0,0 0 0,0 0 0,0 0 15,0-25-15,0 25 0,0 0 0,0 0 0,0 0 0,0 0 16,0 0-16,0 0 0,0 0 15,0 0-15,0 0 0,0 0 0,25 0 0,-25 0 0,0 0 0,0 0 16,0 0-16,0 0 0</inkml:trace>
  <inkml:trace contextRef="#ctx0" brushRef="#br0" timeOffset="1.72029E6">30162 16173 0,'0'0'16,"0"-25"-16,0 25 16,0 0-16,0 0 0,0 0 0,0 0 0,0 0 0,0 0 0,0 0 0,0 0 15,0 0-15,25 0 0,-25 0 0,0 0 0,0-25 0,0 25 0,25 0 16,-25 0-1,0 0-15,0 0 0,25 0 0,-25 0 0,0-25 0,0 25 0,25 0 0,-25 0 0,0 0 16,0-25-16,25 25 0,-25 0 0,0-24 0,24 24 0,-24 0 16,0-25-16,0 25 15,25-25-15,-25 25 0,0 0 0,0-25 0,25 25 0,-25-25 0,0 25 0,0-24 16,25 24-16,-25 0 0,0-25 0,0 25 0,0 0 0,0-25 15,25 25-15,-25 0 0,0 0 16,0 0-16,0-25 0,0 25 0,0 0 0,0 0 0,0 0 0,0 0 0,0 0 31,0 0-31,0 0 0,0 0 0,0 0 0,0 0 0,0 0 0,0 0 0,0 0 0,0 0 0,0 0 0,0 0 0,0 0 16,0 0-16,0 0 0,0 0 0,0 0 0,0 25 15,0-25-15,0 0 16,0 0-16,0 0 0,0 0 0,0 0 0,0 0 0,0 25 0,0-25 0,0 0 16,0 0-16,0 0 0,0 25 0,0-25 0,0 0 0,-25 0 15,25 24-15,0-24 0,0 0 16,0 25-16,0-25 0,0 0 0,0 25 0,0-25 0,0 25 0,-25-25 0,25 0 0,0 25 31,0-25-31,0 24 0,0-24 0,0 25 0,-25-25 0,25 0 0,0 25 0,0-25 0,0 0 0,0 25 16,0-25-16,0 0 0,0 25 0,-25-25 0,25 0 0,0 0 15,0 24 1,0-24-16,0 0 0,0 0 0,0 0 0,0 0 0,0 0 0,0 0 0,0 25 0,0-25 15,0 0-15,0 0 0,0 0 0,0 0 0,0 0 0,0 0 0,0 0 16,0 0 0,0 0-16,0 0 0,0 0 0,0 0 0,0 0 0,0 0 0,25-25 0,-25 25 15,0 0-15,0 0 0,0 0 0,25 0 0,-25-24 0</inkml:trace>
  <inkml:trace contextRef="#ctx0" brushRef="#br0" timeOffset="1.72116E6">30634 15949 0,'0'0'0,"0"0"0,0 0 15,0 0 1,0 0-16,0 0 0,0 0 0,0 0 0,0 0 0,0 0 0,0 0 16,0 0-16,0 0 0,0 0 0,0 0 0,0 0 0,0 0 0,0 0 0,0 0 0,0 0 15,0 0-15,0 0 0,0 0 16,0 0-16,0 0 0,0 0 0,0 0 15,0 0-15,0 0 0,0 0 0,0 0 0,0 0 0,0 0 0,-25 0 0,25 0 16,0 25 0,0-25-16,0 0 0,0 0 0,0 0 0,0 0 0,0 25 0,-25-25 0,25 0 0,0 0 15,0 25-15,0-25 0,0 0 0,0 0 0,0 0 0,0 25 0,-25-25 0,25 0 16,0 0-16,0 0 0,0 24 0,0-24 0,0 0 0,0 0 15,0 0-15,0 0 16,0 0-16,0 25 0,0-25 0,0 0 0,-24 0 0,24 0 0,0 0 0,0 0 16,0 0-16,0 0 0,0 0 0,0 0 0,0 0 0,0 0 0,0 0 15,24 0 1,-24 0-16,0 0 0,0 0 0,0 0 0,0 0 0,0 0 0,0 0 31,0 0-31,25 0 0,-25 0 0,0 0 0,0 0 0,0 0 0,0 0 0,25 0 0,-25 0 0,0 0 0,0 0 0,0-25 0,0 25 0,0 0 16,25 0-16,-25 0 15,0 0-15,0 0 0,0 0 0,25 0 0,-25 0 0,0 0 16,0 25-16,0-25 0,24 0 0,-24 0 0,0 0 0,0 0 0,0 0 0,25 0 0,-25 0 15,0 0-15,0 0 16,0 0-16,0 0 0,25 25 0,-25-25 0,0 0 0,0 0 16,0 0-16,0 0 0,0 0 0,0 25 0,0-25 0,0 0 0,0 0 0,0 0 0,0 0 15,0 25-15,25-25 16,-25 0-16,0 0 0,0 24 0,0-24 0,0 0 15,0 0-15,0 0 0,0 25 0,0-25 0,0 0 0,0 25 0,0-25 0,0 0 0,0 0 16,0 25-16,0-25 0,0 0 0,0 25 0,0-25 16,0 0-16,0 0 0,0 0 15,0 24-15,-25-24 0,25 0 0,0 0 0,0 25 0,0-25 0,0 0 0,0 0 16,0 0-16,0 0 0,0 0 0,-25 25 0,25-25 0,0 0 0,0 0 15,0 0-15,0 0 0,0 0 16,0 0-16,-25 0 0,25 0 0,0 25 0,0-25 0,0 0 0,0 0 0,0 0 16,0 0-16,-24 0 0,24 0 0,0 0 0,0 0 15,0-25-15,0 25 0,0 0 16,0 0-16,-25 0 0,25 0 0,0 0 0,0 0 0,0 0 0,0 0 0,0 0 0,0 0 15,0 0-15,0-25 16,-25 25-16,25 0 0,0 0 0,0 0 0,0 0 0,0 0 0,0 0 16,0 0-16,0 0 0,0-25 0,0 25 0,0 0 0,0 0 0,0 0 0,0 0 15,0 0-15,0 0 16,0 0-16,0 0 0,0 0 0,0-24 0,0 24 0,0 0 0,25 0 0</inkml:trace>
  <inkml:trace contextRef="#ctx0" brushRef="#br0" timeOffset="1.72142E6">30708 15999 0,'0'0'15,"0"0"-15,0 0 0,0 0 0,0 0 0,0 0 0,0-25 16,0 25-16,0 0 16,0 0-16,0 0 0,0 0 0,25 0 0,-25 0 0,0 0 0,0 0 0,0 0 15,0 0-15,0 0 0,0 0 0,0 0 0,0 0 16,25 0-16,-25 0 0,0 0 0,25 0 0,-25 0 0,0 0 0,24 0 15,-24 0-15,0-25 16,25 25-16,-25 0 0,25 0 0,-25 0 0,0 0 0,25 0 0,-25 0 16,0 0-16,25 0 0,-25 0 0,0 0 0,24 0 0</inkml:trace>
  <inkml:trace contextRef="#ctx0" brushRef="#br0" timeOffset="1.72325E6">31080 14858 0,'0'0'0,"0"0"0,0 0 16,0 0-16,0 0 0,0 0 0,0 0 0,0 0 16,0 0-16,0 0 15,0 0-15,0 0 0,0 0 0,0 0 0,0 0 0,0 0 0,0 0 0,0 0 0,0 0 16,0 0-16,0 0 0,0 0 0,0 0 0,0 0 0,0 0 15,0 0 1,0 0-16,0 0 0,0 0 0,0 0 0,0 0 0,0 0 0,0 0 0,0 0 16,0 0-16,0 0 0,0 0 0,0 0 0,0 0 0,0 0 0,0 0 15,0 0 1,0 0-16,0 0 0,0 0 0,0 0 0,0 0 0,0 0 0,0 0 0,0 0 0,0 0 0,0 0 15,0 0-15,0 0 0,0 0 0,0 0 0,0 0 16,0 0-16,0 0 0,0 0 16,0 0-16,0 0 0,0 0 0,0 0 0,0 0 0,0 0 0,0 0 0,0 0 0,25 0 15,-25 0-15,0 0 0,0 0 0,0 0 0,0 0 16,0 0-16,0 0 15,0 0-15,0 0 0,0 0 0,0 0 0,0 0 0,0 0 0,0 0 0,0 0 16,0 0-16,0 0 0,0 0 0,0 0 0,25 0 0,-25 0 0,0 0 16,0 0-16,0 0 0,0 0 0,0 0 15,0 0-15,0 0 0,0 0 0,0 0 0,0 0 0,25 0 0,-25 0 31,0 0-31,0 0 0,0 0 0,0 0 0,0 0 0,0 0 0,0 0 0,0 0 0,0 0 16,24 0-16,-24 0 0,0 0 0,0 0 0,0 0 0,0 0 0,25 0 16,-25 0-16,0 25 15,0-25-15,0 0 0,25 0 0,-25 0 0,0 0 0,0 0 0,0 0 0,0 0 16,25 0-16,-25 0 0,0 0 0,0 0 0,0 0 0,0 0 0,0 0 0,25 0 31,-25 0-31,0 0 0,0 0 0,0 25 0,0-25 0,0 0 0,0 0 0,0 0 16,0 0-16,0 0 0,0 0 0,0 0 0,0 0 0,0 0 0,0 0 31,0 0-31,0 0 0,0 0 0,0 0 0,0 0 0,0 0 0</inkml:trace>
  <inkml:trace contextRef="#ctx0" brushRef="#br0" timeOffset="1.72393E6">31279 15056 0,'0'0'16,"0"0"-1,0 0-15,0 0 0,0 0 0,0 0 0,0 0 0,0 0 0,0 0 0,0-24 0,0 24 0,25 0 31,-25 0-31,0 0 0,0 0 0,0 0 0,0 0 0,0 0 0,0 0 0,0 0 16,24-25-16,-24 25 0,0 0 0,0 0 0,0 0 0,0 0 0,25-25 0,-25 25 16,0 0-16,0 0 0,25 0 0,-25-25 0,0 25 0,0 0 15,0 0-15,25-25 0,-25 25 16,0 0-16,0-24 0,0 24 0,25 0 0,-25-25 0,0 25 0,0 0 0,0 0 0,0-25 31,0 25-31,24 0 0,-24 0 0,0-25 0,0 25 0,0 0 0,0 0 0,0 0 16,0 0-16,0 0 0,0 0 0,0-25 0,25 25 0,-25 0 0,0 0 0,0 0 0,0 0 15,0 0 1,0 0-16,0 0 0,0 0 0,0 0 0,0-24 0,0 24 0,0 0 0,0 0 15,0 0-15,0 0 0,0 0 0,0 0 0,0 0 0,0 0 0,0 0 16,0 0 0,0 0-16,0 0 0,0 0 0,0 0 0,0 0 0,0 0 0,0 0 0,0 0 15,0 24-15,0-24 0,0 0 0,0 0 0,0 0 0,0 0 0,0 0 0,0 0 31,0 25-31,0-25 0,0 0 0,0 0 0,0 25 0,0-25 0,-25 0 0,25 0 0,0 25 16,0-25-16,0 0 0,0 25 0,0-25 0,0 0 0,0 24 0,0-24 0,0 25 16,0-25-16,-24 0 15,24 25-15,0-25 0,0 0 0,0 25 0,0-25 0,-25 0 0,25 25 0,0-25 0,0 0 16,0 24-16,0-24 0,-25 0 15,25 25-15,0-25 0,0 0 0,0 25 0,0-25 0,-25 0 0,25 0 16,0 0-16,0 0 0,0 0 0,0 0 0,0 25 0,0-25 0,0 0 16</inkml:trace>
  <inkml:trace contextRef="#ctx0" brushRef="#br0" timeOffset="1.72446E6">31502 15106 0,'0'0'0,"0"0"0,0 0 15,0 0-15,0 0 0,0 0 0,0 0 0,0 0 0,0 0 16,25 0-16,-25-25 16,0 25-16,0 0 0,0 0 0,0 0 0,0 0 0,25 0 0,-25-25 0,0 25 15,0 0-15,24 0 0,-24 0 0,0-24 0,0 24 16,25 0-16,-25-25 0,0 25 0,0 0 15,25-25 1,-25 25-16,0 0 0,0-25 0,0 25 0,25 0 0,-25-25 0,0 25 0,0-24 0,0 24 0,0 0 0,25-25 0,-25 25 0,0 0 16,0 0-16,0 0 0,0-25 0,0 25 0,0 0 0,0 0 0,0 0 31,0 0-31,0 0 0,0 0 0,0 0 0,24 0 0,-24 0 0,0 0 0,0 0 0,0 0 15,0 0-15,0 0 0,0 0 0,0 0 0,0 0 0,0 0 0,0 0 16,0 0 0,0 0-1,0 0-15,0 0 0,0 0 0,0 0 0,0 0 0,0 0 0,-24 0 0,24 0 0,0 25 0,0-25 0,0 0 0,0 0 0,0 25 0,0-25 16,0 0-16,0 24 0,0-24 0,0 0 0,0 25 0,0-25 0,0 25 15,0-25 1,0 0-16,0 25 0,0-25 0,-25 0 0,25 25 0,0-25 0,0 24 0,0-24 0,0 25 16,0-25-16,0 0 0,0 25 0,-25-25 0,25 0 0,0 25 0,0-25 15,0 0-15,0 25 16,0-25-16,0 0 0,-25 24 0,25-24 0,0 0 0,0 0 0,0 25 15,0-25-15,0 0 0,0 0 0,0 0 0,0 0 0,0 0 0,0 0 0</inkml:trace>
  <inkml:trace contextRef="#ctx0" brushRef="#br0" timeOffset="1.72622E6">31378 15404 0,'0'0'0,"0"0"0,0 0 15,0 0 1,0 0-16,0 0 0,0 0 0,0 0 0,0 0 0,0 0 0,0 0 0,0 0 15,0 0-15,0 0 0,0 0 0,0 0 0,0 0 0,0 0 0,0 0 0,0 0 16,0 0-16,0 0 16,0 0-16,0 0 0,0 0 0,0 0 0,0 0 0,0-25 0,0 25 0,0 0 15,0 0-15,0 0 0,0 0 0,0 0 0,0 0 0,0 0 16,0 0-16,0 0 15,0 0-15,0 0 0,0 0 0,0 0 0,0-25 0,0 25 0,0 0 0,0 0 0,0 0 16,25 0-16,-25 0 0,0 0 0,0 0 0,0 0 0,0 0 16,0 0-16,0 0 15,0 0-15,0-25 0,0 25 0,0 0 0,0 0 0,0 0 0,25 0 0,-25 0 0,0 0 16,0 0-16,0 0 0,0 0 0,24 0 0,-24 0 0,0 0 15,0 0-15,0 0 16,0 0-16,25 0 0,-25 0 0,0 0 0,0 0 0,0 0 0,25 0 0,-25 0 16,0 0-16,0 0 0,0 0 0,0 0 0,25 0 0,-25 0 0,0 25 15,0-25-15,0 0 16,0 0-16,0 0 0,0 0 0,0 0 0,25 0 0,-25 25 0,0-25 0,0 0 0,0 0 15,0 0-15,0 0 0,0 0 0,0 25 0,0-25 0,0 0 16,0 0-16,-25 0 16,25 0-16,0 25 0,0-25 0,0 0 0,0 0 0,0 0 0,-25 24 31,25-24-31,0 0 0,0 0 0,0 0 0,0 25 0,-25-25 0,25 0 0,0 0 0,0 0 0,-25 25 0,25-25 0,0 0 0,0 0 15,-24 0 1,24 0-16,0 0 0,0 25 0,0-25 0,-25 0 0,25 0 0,0 0 0,0 0 0,0 0 0,0 0 16,0 0-16,0 0 0,-25 0 0,25 0 0,0 0 0,0 0 15,0 0 1,0 0-16,0 0 0,0 0 0,0 0 0,0 0 0,0 0 0,0 0 0,0 0 0,0 0 15,0 25-15,0-25 0,0 0 0,0 0 0,0 0 0,0 0 16,25 0-16,-25 0 0,0 0 16,0 0-16,0-25 0,0 25 0,25 0 0,-25 0 0,0 0 0,0 0 0,24 0 15,-24 0-15,0 0 0,0 0 0,25 0 0,-25 0 0,0 0 0,0 0 16,0 0-16,0 0 15,0 0-15,25 0 0,-25 0 0,0 0 0,0 0 0,0 0 0,0 0 0,0 0 0,25 0 16,-25 0-16,0 0 0,0 0 0,0 0 0,0 0 0,0 25 16,0-25-1,0 0-15,0 0 0,0 0 0,25 0 0,-25 24 0,0-24 0,0 0 0,0 0 16,0 25-16,0-25 0,0 0 0,-25 25 0,25-25 0,0 0 0,0 25 15,0-25-15,0 0 0,0 25 16,0-25-16,-25 0 0,25 24 0,0-24 0,0 25 0,0-25 0,-25 0 0,25 25 16,0-25-16,0 0 0,0 0 0,-25 25 0,25-25 0,0 0 0,0 0 15,0 0-15,0 0 16,0 0-16,0 25 0,-24-25 0,24 0 0,0 0 0,0 0 0,0 0 0,0 0 0,0 0 15,0 0 1,0 0-16,-25 0 0,25-25 0,0 25 0,0 0 0,0 0 0,0 0 0,0 0 16,0 0-16,0 0 0,0 0 0,0 0 0,0-25 0,0 25 0,0 0 0,0 0 15,0 0-15,0 0 16,0 0-16,0 0 0,-25 0 0,25 0 0,0 0 0,0 0 0,0 0 0,0 0 15,0 0-15,0 0 0,0 0 0,0 0 0,0 0 0,0 0 0,0 0 32,0 0-32,0 0 0,0 0 0,0 0 0,0 0 0,0 0 0,25 0 0,-25 0 15,0 0-15,0 0 0</inkml:trace>
  <inkml:trace contextRef="#ctx0" brushRef="#br0" timeOffset="1.72676E6">31080 16148 0,'0'0'0,"0"0"0,0 0 15,0 0-15,0 0 0,0-25 0,0 25 0,0 0 0,0 0 0,0 0 0,0 0 0,0 0 16,0 0 0,0 0-16,25 0 0,-25 0 0,0 0 0,0 0 0,0 0 0,25 0 0,-25 0 15,0-25-15,0 25 0,0 0 0,25 0 0,-25 0 0,0 0 0,0 0 0,24 25 16,-24-25-1,0 0-15,25 0 0,-25 0 0,0 0 0,25 0 0,-25 0 0,25 0 0,-25 0 0,25 25 0,-25-25 16,0 0-16,25 0 0,-25 0 0,24 0 0,-24 0 0,0 0 16,25 0-1,-25 0-15,0 0 0,0 0 0,25 0 0,-25 0 0,0 0 0,0 0 0,0 0 0</inkml:trace>
  <inkml:trace contextRef="#ctx0" brushRef="#br0" timeOffset="1.72762E6">31527 15999 0,'0'0'0,"0"0"0,0 0 16,0 0-16,0 0 0,0 0 0,0 0 15,0 0-15,0 0 0,0 0 0,0 0 16,0 0-16,0 0 0,0 0 0,0 0 0,0 0 0,0 0 0,0 0 0,0 25 0,0-25 31,0 0-31,0 0 0,0 0 0,0 0 0,-25 0 0,25 0 0,0 0 0,0 0 0,0 25 0,0-25 16,0 0-16,0 0 0,0 0 0,0 0 0,0 24 0,0-24 0,0 0 15,0 0 1,0 25-16,0-25 0,0 0 0,0 0 0,0 25 0,0-25 0,-25 0 0,25 0 16,0 0-16,0 25 0,0-25 0,0 0 0,0 0 0,0 0 0,0 0 0,0 25 15,0-25 1,0 0-16,0 0 0,-25 0 0,25 0 0,0 0 0,0 0 0,0 24 0,0-24 0,0 0 15,0 0-15,0 0 0,0 0 0,0 0 0,0 0 0,0 0 0,0 0 16,0 0 0,0 0-16,0 0 0,0 0 0,0 0 0,0 0 0,0 0 0,0 0 0,0 0 0,0 0 0,0 0 15,0 0-15,0 0 0,0 0 0,0 0 0,0 0 0,25 0 16,-25 0-16,0 0 15,0-24-15,0 24 0,0 0 0,0 0 0,0 0 0,25 0 0,-25 0 0,0 0 0,0 0 0,0 0 16,0 0-16,0 0 0,0 0 16,25 0-16,-25 0 0,0 0 0,0 0 0,0 0 0,0 0 0,0 0 0,25 0 31,-25 0-31,0 0 0,0 0 0,0 0 0,0 0 0,0 0 0,24 0 0,-24 0 0,0 0 0,0 0 0,0 0 15,0 0-15,0 0 16,0 0-16,0 0 0,0 0 0,0 0 0,0 0 0,0 0 0,0 24 16,0-24-16,0 0 0,0 0 0,0 0 0,0 0 0,0 0 0,0 25 0,0-25 15,0 0-15,0 0 16,0 0-16,0 25 0,0-25 0,0 0 0,0 0 0,0 25 0,0-25 15,0 0-15,0 0 0,0 25 0,0-25 0,0 0 0,0 0 0,-24 0 0,24 24 16,0-24-16,0 0 16,0 0-16,0 25 0,0-25 0,0 0 0,0 0 0,0 0 0,-25 25 0,25-25 15,0 0-15,0 0 0,0 0 0,0 0 0,0 0 0,0 0 0,0 0 0,0 0 16,0 25-1,-25-25-15,25 0 0,0 0 0,0 0 0,0 0 0,0 0 0,0 0 0,0 0 16,0 0-16,0 0 0,0 0 0,0 0 0,-25 0 0,25 0 0,0 0 0,0 0 16,0 0-1,0 0-15,0 0 0,-25 0 0,25 0 0,0 0 0,0 0 0,0-25 0,0 25 0,0 0 16,0 0-16,0 0 0,0 0 0,-24 0 0,24 0 0,0 0 0,0 0 15,0 0 1,0 0-16,0 0 0,0 0 0,0 0 0,0 0 0,0 0 0,0 0 0,0 0 0,0 0 0,0 0 16,0 0-16,0 0 0,0-25 0,0 25 15,0 0-15,0 0 0,0-25 0,24 25 0,-24 0 16,0-24-1,0 24-15,0 0 0</inkml:trace>
  <inkml:trace contextRef="#ctx0" brushRef="#br0" timeOffset="1.72782E6">31601 16024 0,'0'-25'0,"0"25"0,0 0 0,0 0 0,0 0 16,0 0-16,0 0 0,0 0 15,0 0-15,25 0 0,-25 0 0,0 0 16,0 0-16,25 0 0,-25 0 0,0 0 0,0 0 0,25 0 0,-25 0 0,0 0 0,24 0 15,-24 0-15,25 0 0,-25 0 0,0 0 0,25 0 16,-25 0-16,25 0 0,-25 0 0,25 0 16,-25 0-16,24 0 0,-24 0 0,25 0 0,-25 0 0</inkml:trace>
  <inkml:trace contextRef="#ctx0" brushRef="#br0" timeOffset="1.72992E6">32345 14883 0,'0'0'0,"0"0"15,0-25-15,0 25 0,0 0 0,0 0 0,0 0 0,0 0 0,0-25 0,0 25 0,0 0 16,25 0-1,-25 0-15,0 0 0,0 0 0,0-25 0,0 25 0,0 0 0,0 0 0,0 0 16,0 0-16,0 0 0,0 0 0,0 0 0,0-24 0,0 24 0,0 0 0,0 0 31,0 0-31,0 0 0,0 0 0,0 0 0,0 0 0,0 0 0,0 0 0,0 0 0,0 0 0,0-25 0,-25 25 0,25 0 16,0 0-16,0 0 15,0 0-15,0 0 0,0 0 0,0 0 0,-24 0 0,24 0 0,0 0 16,0 0-16,0 0 0,0 0 0,0 0 0,-25-25 0,25 25 0,0 0 0,0 0 16,0 25-1,0-25-15,0 0 0,0 0 0,0 0 0,0 0 0,0 0 0,0 0 0,0 0 16,-25 0-16,25 0 0,0 0 0,0 0 0,0 0 0,0 25 0,0-25 0,0 0 15,0 0 1,0 0-16,0 0 0,0 24 0,0-24 0,0 0 0,0 0 0,0 25 0,0-25 0,0 0 16,0 25-16,0-25 0,0 0 0,0 25 0,0-25 0,0 25 0,0-25 15,0 0 1,0 24-16,25-24 0,-25 25 0,0-25 0,0 0 0,0 25 0,0-25 0,0 25 15,0-25-15,0 0 0,0 25 0,0-25 16,0 0-16,0 24 0,25-24 0,-25 0 0,0 0 0,0 25 0,0-25 16,0 0-16,0 0 0,0 0 0,0 25 0,0-25 0,0 0 0,0 0 0,0 0 15,0 25-15,0-25 16,0 0-16,0 0 0,24 0 0,-24 0 0,0 25 0,0-25 0,0 0 0,0 0 0,0 0 0,0 0 15,0 0 1,0 0-16,0 0 0,0 0 0,0 0 0,0 0 0,0 0 0,0 0 0,0 0 16,0 0-16,0 24 0,0-24 0,-24 0 0,24 0 0,0 0 0,0 0 0,0 0 15,0 0 1,0 0-16,0 0 0,0 0 0,0 0 0,0 0 0,0 0 0,-25 0 15,25 0-15,0 0 0,0 0 0,0 25 0,0-25 0,0 0 0,-25-25 0,25 25 16,0 0-16,0 0 0,0 0 0,0 0 0,0 0 0,0 0 16,0 0-16,0 0 15,0 0-15,0 0 0,0 0 0,0 0 0,0 0 0,0 0 0,0 0 0,0 0 0,0 0 0,0 0 16,0 0-16,0 0 0,0 0 15,0-24-15,0 24 0,0 0 0,0 0 0,0 0 0,0-25 16,0 25-16,0 0 0,0 0 0,0 0 0,0 0 0,0 0 0,0-25 0,0 25 16,0 0-16,0 0 0,0 0 15,25 0-15,-25 0 0,0 0 0,0 0 0,0 0 0,0 0 16,25 0-16,-25 0 0,0 0 0,0 0 0,24 0 0,-24 0 0,0-25 0,25 25 31,-25 0-31,0 0 0,25 0 0,-25 0 0,0 0 0,25 0 0,-25 0 0,0 0 0,25 0 16,-25 0-16,0-25 0,0 25 0,24 0 0,-24 0 0,0 0 0,25 0 0,-25 0 15,0-24 1,0 24-16,0 0 0,0 0 0,25 0 0,-25 0 0,0 0 0,0-25 0,0 25 0,0 0 0,0 0 15,0 0-15,0 0 0,0 0 0,0 0 0,0-25 0,0 25 16,0 0-16,0 0 0,-25 0 0,25-25 16,0 25-16,0 0 0,0 0 0,0-25 0,-25 25 0,25 0 0,0 0 0,0 0 15,0-24-15,0 24 16,0 0-16,-24 0 0,24 0 0,0-25 0,0 25 0,0 0 0,0 0 15,0 0-15,0 0 0,0 0 0,0 0 0,0 0 0,0 25 0,0-25 0,0 0 16</inkml:trace>
  <inkml:trace contextRef="#ctx0" brushRef="#br0" timeOffset="1.7312E6">32172 15553 0,'0'0'16,"0"0"-1,0 0-15,0 0 0,0 0 0,0 0 0,0-25 0,0 25 0,0 0 0,0 0 31,0 0-31,0 0 0,0 0 0,0 0 0,0 0 0,0 0 0,0 0 0,0-25 0,0 25 0,0 0 0,0 0 0,0 0 0,0 0 32,0 0-32,0 0 0,0 0 0,0 0 0,0 0 0,0 0 0,0 0 0,0 0 0,0 0 0,0 0 15,0 0-15,0 0 0,0 0 0,0 0 0,0 0 0,0 0 0,0 0 0,0 0 31,0 0-31,0 0 0,0 0 0,0 0 0,0 0 0,0 0 0,0 0 0,0 0 0,24 0 16,-24 0-16,0 0 0,25 0 0,-25 0 0,0 0 0,0 0 0,25 0 0,-25 0 16,0 0-1,25 25-15,-25-25 0,0 0 0,25 0 0,-25 0 0,0 0 0,25 0 16,-25 0-16,0 0 0,0 0 0,24 0 0,-24 25 0,0-25 0,0 0 0,0 0 15,25 0-15,-25 0 0,0 0 0,0 0 0,0 0 0,0 0 0,0 0 16</inkml:trace>
  <inkml:trace contextRef="#ctx0" brushRef="#br0" timeOffset="1.7319E6">32519 15478 0,'0'0'0,"0"0"0,0 0 16,0 0-16,0 0 15,0 0-15,0 0 0,0 0 0,0 0 0,0 0 0,0 0 0,0 0 16,0 0-16,0 0 0,0 0 0,0 0 0,0 0 0,0 0 0,0 0 0,0 0 16,0 0-1,0 0-15,0 25 0,0-25 0,0 0 0,0 0 0,0 0 0,0 0 0,0 0 16,0 0-16,0 0 0,0 25 0,0-25 0,0 0 0,0 0 0,0 0 0,0 0 15,0 0-15,-25 25 16,25-25-16,0 0 0,0 0 0,0 0 0,0 24 0,0-24 0,0 0 0,0 0 16,0 0-16,0 0 0,0 25 0,0-25 0,0 0 0,0 0 0,-25 0 0,25 0 31,0 0-31,0 25 0,0-25 0,0 0 0,0 0 0,0 0 0,0 0 0,0 0 0,0 0 15,0 0-15,0 0 0,0 0 0,0 0 0,0 0 0,0 0 0,0 0 0,0 0 32,0 0-32,25 0 0,-25 0 0,0 0 0,0 0 0,0 0 0,0 0 0,0 0 15,25 0-15,-25 0 0,0 0 0,0 0 0,0 0 0,0 0 0,0 0 0,25 0 0,-25 0 16,0 0-1,0 0-15,0 0 0,0 0 0,0 0 0,25 0 0,-25 0 0,0 0 0,0 0 16,0 0-16,0 0 0,0 0 0,0 25 0,0-25 0,0 0 0,24 0 0,-24 0 16,0 0-16,0 0 15,0 25-15,0-25 0,0 0 0,0 0 0,0 24 0,0-24 0,0 0 0,0 0 0,-24 0 16,24 25-16,0-25 0,0 0 15,0 0-15,0 25 0,0-25 0,0 0 0,0 0 16,0 25-16,0-25 0,-25 0 0,25 0 0,0 0 0,0 0 0,0 0 0,0 25 0,0-25 16,0 0-16,0 0 0,-25 0 0,25 0 0,0 0 0,0 24 0,0-24 15,0 0-15,0 0 16,0 0-16,0 0 0,-25 0 0,25 0 0,0 0 0,0 0 0,0 0 0,0 0 0,0 0 15,0 0-15,-25 0 0,25 0 16,0 0-16,0 0 0,0 0 0,0 0 0,0 0 16,-24 0-16,24 0 0,0 0 0,0 0 0,0 0 0,0 0 0,0 0 0,0 0 0,0 0 0,-25 0 15,25 0 1,0 0-16,0 0 0,0 0 0,0-24 0,0 24 0,0 0 0,0 0 0,0 0 15,0 0 1,0-25-16,0 25 0,0 0 0,0 0 0,0 0 0</inkml:trace>
  <inkml:trace contextRef="#ctx0" brushRef="#br0" timeOffset="1.73211E6">32569 15503 0,'0'0'0,"24"0"0,-24 0 0,0 0 15,0 0-15,0 0 0,0-25 0,0 25 0,0 0 0,25 0 0,-25 0 0,0 25 32,25-25-32,-25 0 0,25 0 0,-25 0 0,0 0 0,25 0 0,-25 0 0,24 0 0,-24 0 15,25 0-15,-25 0 0,0 0 0,25 0 0,-25 25 0,0-25 0,0 0 0,25 0 31</inkml:trace>
  <inkml:trace contextRef="#ctx0" brushRef="#br0" timeOffset="1.73258E6">32122 16247 0,'0'0'0,"0"0"0,0 0 16,0 0-16,0 0 0,0 0 0,0 0 0,0 0 16,0 0-16,0 0 0,0-25 15,0 25-15,0 0 0,0 0 0,0 0 0,0 0 0,0 0 0,0 0 0,0 0 0,0 0 0,0 0 16,0 0-16,25 0 0,-25 0 0,0 0 0,0 0 15,25 0-15,-25 0 0,0 0 16,24 0-16,-24 0 0,25 0 0,-25 0 0,0 0 0,25 0 0,-25 0 0,25 0 0,-25 0 31,0 0-31,25 0 0,-25 0 0,0 0 0,25 0 0,-25 0 0,0 0 0,24 0 0,-24 0 0,0 0 0,0 0 0,0 0 16,0 0-16,25 0 0,-25 0 0</inkml:trace>
  <inkml:trace contextRef="#ctx0" brushRef="#br0" timeOffset="1.73318E6">32469 16123 0,'-24'-25'0,"24"25"0,0 0 16,0 0-16,0 0 0,24 0 0,-24 0 0,0 0 0,0 0 0,0 0 15,0 0 1,0 0-16,0 0 0,0-25 0,0 25 0,0 0 0,25 0 0,-25 0 0,0 0 0,0 0 16,0 0-16,25 0 0,-25 0 0,0 0 0,0 0 0,0 0 0,0 0 31,25 0-31,-25 0 0,0 0 0,0 0 0,0 0 0,0 0 0,25 0 0,-25 0 0,0 0 0,0 0 0,0 25 0,0-25 15,0 0-15,0 0 16,24 0-16,-24 0 0,0 0 0,0 0 0,0 0 0,0 25 0,0-25 0,0 0 0,0 0 16,0 0-16,0 0 0,0 25 15,0-25-15,0 0 0,0 0 0,0 0 0,0 25 0,-24-25 0,24 0 0,0 24 16,0-24-16,0 0 0,0 0 0,0 25 0,-25-25 0,25 0 0,0 25 0,0-25 31,-25 0-31,25 25 0,0-25 0,0 0 0,-25 0 0,25 25 0,0-25 0,0 0 0,-25 0 16,25 24-16,0-24 0,-24 0 0,24 0 0,0 25 0,0-25 0,-25 0 0,25 0 15,0 0-15,0 0 16,0 25-16,-25-25 0,25 0 0,0 0 0,0 0 0,0 0 0,0 0 15,0 0-15,0 0 0,0 0 0,0 0 0,0 0 0,0 0 0,0 0 0,0 0 0,0 25 32,0-25-32,0 0 0,25 0 0,-25 0 0,0 0 0,0 0 0,0 0 0,25 0 0,-25 0 15,0 0-15,0 0 0,24 0 0,-24 0 0,25 0 0,-25 0 0,0 0 0,25 0 31,-25 0-31,25 0 0,0 0 0,-25 0 0,24 0 0,-24 0 0,25 0 0,0 0 0,-25 0 16,25 0-16,-25 0 0,25 0 0,-25 0 0,24-25 0,-24 25 0,25 0 0,-25 0 16,0 0-16</inkml:trace>
  <inkml:trace contextRef="#ctx0" brushRef="#br0" timeOffset="1.73537E6">32841 14709 0,'0'0'0,"0"0"0,0 0 15,-24 0-15,24 0 0,0 0 0,0 0 0,0 0 0,0 0 0,0 0 16,0 0 0,0 0-16,0 0 0,0 25 0,0-25 0,-25 0 0,25 0 0,0 0 0,0 0 0,0-25 15,0 25-15,0 0 0,0 0 0,0 0 0,0 0 0,0 0 0,0 0 0,0 0 16,0 0-1,0 0-15,0 0 0,0 0 0,0 0 0,0 0 0,0 0 0,0 0 0,0 0 16,0 0-16,0 0 0,0 0 0,0 0 16,0 0-16,0 0 0,0 0 0,0 0 0,0 0 0,0 0 15,0 0-15,0 0 0,0 0 0,0 0 0,0 0 0,0 0 0,0 0 0,0 0 16,0 0-16,0 0 0,0 0 0,0 0 0,-25 0 0,25 0 15,0 0-15,0 0 16,0 0-16,0 0 0,0 0 0,0 0 0,0 0 0,0 0 0,0 0 0,0 25 0,0-25 16,0 0-16,0 0 0,0 0 0,0 0 0,0 0 0,0 0 0,0 0 15,0 0 1,0 0-16,0 0 0,0 0 0,0 0 0,0 0 0,0 25 0,0-25 0,0 0 0,0 0 15,0 0-15,0 0 0,0 0 0,0 25 0,0-25 0,0 0 0,0 0 16,0 0-16,0 0 16,0 24-16,0-24 0,0 0 0,25 0 0,-25 25 0,0-25 0,0 0 0,0 0 0,0 25 15,0-25 1,0 0-16,0 0 0,0 0 0,0 25 0,0-25 0,0 0 0,0 0 0,0 0 0,0 25 0,0-25 15,0 0-15,0 0 0,0 0 0,0 24 0,0-24 0,0 0 16,0 0 0,0 25-16,0-25 0,0 0 0,0 0 0,0 0 0,0 25 0,0-25 0,0 0 0,0 0 15,0 25-15,0-25 0,0 0 0,0 0 0,0 0 0,0 25 0,0-25 16,0 0-16,0 0 0,0 24 15,0-24-15,0 0 0,0 0 0,0 0 0,0 25 0,0-25 0,0 0 0,0 0 16,0 0-16,0 25 0,0-25 16,0 0-16,0 0 0,0 0 0,0 25 0,0-25 0,0 0 0,0 0 15,0 0-15,0 25 0,0-25 0,0 0 0,0 0 0,0 0 0,0 24 0,0-24 31,0 0-31,0 0 0,0 0 0,0 25 0,0-25 0,0 0 0,0 0 0,0 25 0,0-25 0,0 0 0,0 0 16,0 25-16,0-25 0,0 0 16,0 0-16,0 25 0,0-25 0,0 0 0,0 0 0,0 0 15,0 24-15,0-24 0,0 0 0,0 0 0,0 0 0,0 25 0,0-25 0,0 0 16,-25 0-16,25 0 0,0 25 0,0-25 0,0 0 0,0 0 15,0 25-15,0-25 16,0 0-16,0 0 0,25 0 0,-25 25 0,0-25 0,0 0 0,0 0 0,0 0 0,0 25 0,0-25 16,0 0-1,0 0-15,0 0 0,0 24 0,0-24 0,0 0 0,0 0 0,0 0 0,0 0 16,0 25-16,0-25 0,0 0 0,0 0 0,0 0 0,0 0 0,0 0 15,0 0-15,0 25 0,0-25 16,0 0-16,0 0 0,0 0 0,0 0 0,0 25 0,0-25 0,0 0 16,0 0-16,0 0 0,0 0 0,0 0 0,0 25 0,0-25 0,0 0 0,0 0 15,0 0 1,0 0-16,0 0 0,0 0 0,0 24 0,0-24 0,0 0 0,0 0 0,0 0 15,0 0-15,0 25 0,0-25 0,0 0 0,0 0 0,0 0 0,0 0 16,0 0-16,0 0 16,0 0-16,0 25 0,0-25 0,0 0 0,0 0 0,0 0 0,0 0 15,0 25-15,0-25 0,0 0 0,0 0 0,0 0 0,0 0 0,0 25 16,0-25-16,0 0 0,0 0 0,0 0 15,0 0 1,0 0-16,0 24 0,0-24 0,0 0 0,0 0 0,0 0 0,0 0 0,0 0 0,0 25 0,0-25 0,0 0 0,0 0 0,0 0 0,0 0 16,0 0-16,0 0 15,0 25-15,0-25 0,0 0 0,0 0 0,0 0 0,0 0 0,0 0 0,0 0 0,0 25 16,0-25-16,0 0 0,0 0 0,0 0 0,0 0 15,0 0-15,0 25 0,0-25 16,0 0-16,0 0 0,0 0 0,0 0 0,0 0 0,0 0 0,0 24 0,0-24 0,0 0 16,0 0-1,0 0-15,0 0 0,0 0 0,0 0 0,0 0 0,0 25 0,25-25 0,-25 0 0,0 0 0,0 0 16,0 0-16,0 0 0,0 25 0,0-25 0,0 0 0,0 0 0,0 0 15,0 0 1,0 0-16,0 0 0,0 25 0,0-25 0,0 0 0,0 0 0,0 0 0,0 0 16,0 0-16,0 0 0,0 25 0,0-25 0,0 0 0,0 0 0,0 0 0,0 0 0,0 0 15,0 0-15,0 24 16,0-24-16,0 0 0,0 0 0,0 0 0,0 0 0,0 0 0,0 0 0,0 25 15,0-25-15,0 0 0,0 0 0,0 0 0,0 0 0,0 0 0,0 25 0,0-25 16,0 0 0,0 0-16,0 0 0,0 25 0,0-25 0,0 0 0,0 0 0,0 0 0,0 25 0,0-25 15,0 0-15,0 0 0,0 0 0,0 24 0,0-24 0,0 0 16,0 0-16,0 0 0,0 25 15,0-25-15,0 0 0,0 0 0,0 0 0,0 25 0,24-25 0,-24 0 0,0 0 32,0 0-32,0 0 0,0 25 0,0-25 0,0 0 0,0 0 0,0 0 0,0 0 15,0 0-15,0 0 0,0 0 0,0 25 0,0-25 0,0 0 0,0 0 0,0 0 0,0 0 0,0 0 0,0 0 16,0 0-1,0 0-15,0 0 0,0 0 0,0 24 0,0-24 0,0 0 0,-24 0 0,24 0 0,0 0 16,0 0 0,0 0-16,0 25 0,0-25 0,0 0 0,0 0 0,0 0 0,0 0 0,0 0 0,0 25 15,0-25-15,0 0 0,0 0 0,0 0 0,0 0 0,0 25 0,0-25 0,-25 0 0,25 0 16,0 0-1,0 25-15,0-25 0,0 0 0,0 0 0,0 0 0,0 24 0,0-24 0,0 0 16,0 0-16,-25 0 0,25 25 0,0-25 0,0 0 0,0 0 0,0 0 0,0 25 16,0-25-1,0 0-15,0 0 0,0 0 0,-25 25 0,25-25 0,0 0 0,0 0 0,0 25 0,0-25 0,0 0 16,0 0-16,0 25 0,0-25 0,-25 0 0,25 0 0,0 24 0,0-24 31,0 0-31,0 0 0,0 0 0,0 25 0,-24-25 0,24 0 0,0 0 0,0 0 0,0 25 0,0-25 16,0 0-16,0 0 0,-25 0 0,25 0 0,0 0 0,0 25 0,0-25 15,0 0-15,0 0 0,-25 0 0,25 0 0,0 0 0,0 0 16,0 0-16,0 25 0,-25-25 0,25 0 0,0 0 15,0 0-15,0 0 0,-25 0 0,25 0 0,0 0 16,-24 0-16,24 0 0,-25 0 0,25 0 0,-25 0 0,25 0 0,-25-25 0,0 25 31,1 0-31</inkml:trace>
  <inkml:trace contextRef="#ctx0" brushRef="#br0" timeOffset="1.73787E6">21555 17338 0,'0'0'0,"0"0"16,0 0-1,0 0-15,0 0 0,0 0 0,0 0 0,0 0 0,0 0 0,0 0 0,0 0 0,0 0 16,0 0-16,0 0 0,0 0 0,0 0 0,0 0 0,0 0 0,0 0 15,0 0-15,0 0 16,0 0-16,0 0 0,0 0 0,0 0 0,-25 25 0,25-25 0,0 0 0,0 0 0,0 0 16,0 0-1,0 0-15,0 0 0,0 0 0,0 0 0,-24 0 0,24 0 0,0 0 0,0 0 0,0 25 0,0-25 16,0 0-16,-25 0 0,25 0 0,0 0 0,0 0 0,0 0 0,-25 25 31,25-25-31,0 0 0,-25 0 0,25 25 0,0-25 0,0 0 0,-25 24 0,25-24 0,-24 0 16,24 25-16,0-25 0,-25 25 0,25-25 0,0 0 0,-25 25 0,25-25 0,0 25 15,-25-25 1,25 0-16,0 25 0,-25-25 0,25 24 0,0-24 0,0 0 0,-24 25 0,24-25 15,0 0-15,0 25 0,0-25 0,0 0 0,-25 0 0,25 25 0,0-25 0,0 0 32,0 0-32,0 0 0,0 0 0,0 0 0,0 25 0,0-25 0,0 0 0,0 0 0,0 0 0,0 0 0,0 0 15,0 0-15,0 0 0,0 0 0,0 0 0,0 0 0,0 0 16,0 0-16,0 0 15,0 0-15,0 0 0,0 0 0,0 0 0,0 0 0,0 0 0,25-25 0,-25 25 16,0 0-16,0 0 0,0-25 16,24 25-16,-24 0 0,0-25 0</inkml:trace>
  <inkml:trace contextRef="#ctx0" brushRef="#br0" timeOffset="1.73825E6">21555 17264 0,'0'0'0,"0"0"16,0 0-16,0 0 0,0-25 0,25 25 16,-25 0-16,0 0 0,0 0 15,0 0-15,0 0 0,0 0 0,0 0 0,0 0 0,0 0 0,0 0 0,0 0 0,0 0 16,0 0-1,0 0-15,0 0 0,0 0 0,0 0 0,25 0 0,-25 25 0,0-25 0,0 0 16,0 0-16,0 25 0,0-25 0,0 0 0,25 25 0,-25-25 0,0 24 0,0-24 16,0 0-16,0 25 15,0-25-15,0 25 0,0-25 0,24 25 0,-24-25 0,0 25 0,0-25 0,0 24 16,0-24-16,0 25 0,0-25 0,0 0 0,0 25 0,0-25 0,0 25 15,0-25 1,0 0-16,0 25 0,0-25 0,0 0 0,0 0 0,0 25 0,0-25 0,0 0 16,0 0-16,0 24 0,0-24 0,0 0 0,0 0 0,0 0 0,0 0 0,0 0 0,0 25 31,0-25-31,0 0 0,0 0 0,0 0 0,0 0 0,0 0 0,0 0 0,0 0 0,0 0 15,0 0-15,0 0 0,0 0 0,0 0 0,0 0 0,0 0 0,0 0 0,0 0 16,0 0-16,0 0 16,0 0-16,0 0 0,0 0 0,0 0 0,0 0 15,0 0-15,0 0 0,0 0 0</inkml:trace>
  <inkml:trace contextRef="#ctx0" brushRef="#br0" timeOffset="1.73852E6">21406 17462 0,'0'-24'16,"0"24"-16,0 0 0,0 0 0,0 0 0,0 0 0,-24 0 15,24 0-15,0 0 0,0 0 16,0 0-16,24 0 0,-24 0 0,0 0 0,0 0 0,0 0 0,0 0 0,0 0 15,0 0 1,25 0-16,-25 0 0,0 0 0,0 0 0,25 0 0,-25 0 0,0 0 0,25 0 0,-25 0 16,25 0-16,-25 0 0,24 0 0,1 24 0,-25-24 0,25 0 0,-25 0 15,25 0-15,-25-24 0,25 24 0,-25 0 0,24 0 16,-24 0-16,25 0 0,-25 0 0,0 0 15,25 0-15</inkml:trace>
  <inkml:trace contextRef="#ctx0" brushRef="#br0" timeOffset="1.7388E6">21679 16991 0,'0'0'0,"0"0"0,0-25 15,0 25-15,0 0 0,0 0 0,0 0 0,0 0 0,0 0 0,0-24 16,0 24-1,25 0-15,-25 0 0,25 0 0,-25 0 0,0 0 0,25-25 0,-25 25 0,25 0 0,-1 0 16,-24 0-16,25 0 0,-25 0 0,25-25 0,-25 25 0,25 0 16,-25 0-16,0 0 15,25 0-15,-25 0 0,24 0 0,-24 0 0,0 0 0</inkml:trace>
  <inkml:trace contextRef="#ctx0" brushRef="#br0" timeOffset="1.7392E6">22002 17016 0,'0'0'15,"0"0"-15,0 0 16,0 0-16,0 0 0,0 0 0,0 0 0,25 0 0,-25 0 0,0 0 0,0 0 0,0 0 15,0-25-15,0 25 0,0 0 16,24 0-16,-24 0 0,0-25 0,0 25 16,25 0-16,-25 0 0,0-24 0,0 24 0,0 0 0,25 0 0,-25-25 0,0 25 0,0 0 15,0 0-15,0-25 0,0 25 0,0 0 0,25 0 0,-25-25 0,0 25 16,0 0-16,0 0 15,0 0-15,0-25 0,0 25 0,0 0 0,0 0 0,0 0 0,0 0 0,0 0 16,0 0-16,0 0 0,0 0 0,0 0 0,0 0 0,0 0 0,0 0 16,0 0-1,0 0-15,0 0 0,0 0 0,0 0 0,0 0 0,0 0 0,0 0 0,0 0 0,0 0 16,0 25-16,0-25 0,0 0 0,0 25 0,0-25 0,0 25 0,0-25 15,0 25 1,0-25-16,0 24 0,0-24 0,0 25 0,0-25 0,0 25 0,0-25 0,0 25 0,0-25 16,0 25-1,0-25-15,0 24 0,0-24 0,0 0 0,0 25 0,0-25 0,0 0 0,0 0 0,0 25 16,0-25-16,0 0 0,0 0 0,0 0 0</inkml:trace>
  <inkml:trace contextRef="#ctx0" brushRef="#br0" timeOffset="1.73963E6">22374 17438 0,'0'0'0,"0"0"15,0 0-15,0 0 0,0 0 0,0 0 16,0 0-16,0 0 0,0 0 0,0 0 0,0 0 0,0 0 15,0 0-15,0 0 0,0 0 0,25 0 0,-25 0 0,0 0 0,0 0 16,0 0-16,24 0 0,-24 0 0,0 0 0,25 0 0,-25 0 16,0 0-16,25 0 0,-25 0 15,0 0-15,25 0 0,-25 0 0,0 0 0,0 0 0,25 0 0,-25 0 0,0 0 0,24 0 16,-24 0-16,0 0 0,0 0 0,25 0 0,-25 0 0,0 0 15,0 0-15,0 0 16,0 0-16,25 0 0,-25 0 0,0 0 0,0 0 0,0 0 0</inkml:trace>
  <inkml:trace contextRef="#ctx0" brushRef="#br0" timeOffset="1.73988E6">22374 17661 0,'-25'0'16,"25"0"-16,0 0 0,0 0 0,0 0 16,0 0-16,0 0 0,0 0 0,0 0 15,0 0-15,0 0 0,0 0 0,0 0 0,25 0 0,-25 0 0,0 0 0,0 0 0,25 0 16,-25-25-16,0 25 0,24 0 0,-24 0 0,25 0 0,-25 0 15,0 0-15,25 0 0,-25 0 16,25 0-16,-25 0 0,0 0 0,25-25 0,-25 25 0,24 0 0,-24 0 0,25 0 16,-25 0-16,0 0 0,25 0 0,-25 0 0,25-24 0,-25 24 0</inkml:trace>
  <inkml:trace contextRef="#ctx0" brushRef="#br0" timeOffset="1.74107E6">23416 16991 0,'0'0'0,"0"0"16,0 0-16,0 0 0,0 0 0,0 0 0,0 0 0,0 0 0,0 0 0,0 0 15,0 0 1,0 0-16,0 0 0,0 0 0,0 0 0,0 0 0,0 0 0,0 0 0,0 0 0,0 0 15,0 0-15,0 0 0,0 0 0,0 0 0,0 0 0,0 0 0,0 0 16,0 0 0,0 0-16,0 0 0,0 0 0,0-25 0,0 25 0,0 0 0,0 0 0,24 0 0,-24 0 0,0-24 15,0 24 1,0 0-16,0 0 0,25-25 0,-25 25 0,0 0 0,0-25 0,0 25 15,25 0-15,-25-25 0,0 25 0,0-25 0,0 25 0,25-24 0,-25 24 0,0 0 16,0-25-16,0 25 16,0-25-16,25 25 0,-25 0 0,0-25 0,0 25 0,0 0 0,0 0 0,0 0 0,0-25 15,0 25-15,0 0 0,0 0 0,0 0 0,0 0 0,0 0 16,0 0-1,0 0-15,0 0 0,0 0 0,0 0 0,0 0 0,0 0 0,0 0 0,0 0 32,0 0-32,0 0 0,0 25 0,-25-25 0,25 0 0,0 0 0,0 0 0,0 25 0,0-25 0,0 0 0,0 25 0,0-25 0,0 25 0,0-25 15,0 0-15,0 24 0,-25-24 0,25 25 0,0-25 16,0 25-16,0-25 0,0 25 15,0-25-15,0 25 0,0-25 0,0 24 0,0-24 0,0 25 0,-25-25 0,25 25 16,0-25-16,0 0 0,0 25 0,0-25 0,0 0 16,0 25-16,0-25 0,0 0 0,0 0 15,0 24-15,0-24 0,0 0 0,0 0 0,0 0 0,0 0 0,0 0 0,0 25 16,0-25-16,0 0 0,0 0 0,0 0 0,0 0 0,0 0 15,0 0-15,0 0 16,0 0-16,0 0 0,0 0 0,0 0 0,25 0 16,-25 0-16,0 0 0,0 0 0,0 0 0,0 0 0,0 0 0,0 0 0,0 0 0,0 0 0,0 0 31,0 0-31</inkml:trace>
  <inkml:trace contextRef="#ctx0" brushRef="#br0" timeOffset="1.74157E6">23242 17413 0,'0'0'0,"0"0"0,-25-25 15,25 25-15,0 0 16,0 0-16,0 0 0,0 0 0,0 0 0,0 0 16,0 0-16,0 0 0,0 0 0,0 0 0,0 0 0,0 0 0,0 0 0,0 0 0,0 0 0,0 0 15,0 0-15,0 0 16,0 0-16,0 0 0,0 0 0,25 0 0,-25 0 31,0 0-31,0 0 0,25 0 0,-25 0 0,0 0 0,25 0 0,-25 0 0,24 25 0,-24-25 0,25 0 0,-25 0 16,25 0-16,-25 0 0,25 0 0,-25 0 0,25 0 0,-1 0 0,-24 0 0,25 0 15,-25 0-15,25 0 0,0 0 0,-25 0 0,25 0 0,-25 0 0,24 0 16,-24 0-1,25 0-15,0 0 0,-25 0 0,25 0 0,-25 0 0,25 0 0,-1 0 0,-24 0 0,25 0 0,-25 0 0,25 0 16,-25 0-16,25 0 0,0 0 0,-25 0 16,24 0-16,-24 0 0,0 0 15,25 0-15,-25 0 0,0 0 0,25 0 0,-25 0 0,0 0 0,0 0 0,0 0 0,0 0 16,25-25-16,-25 25 0,0 0 0,0 0 0,0 0 0,0 0 15,0 0-15,0 25 0,0-25 16,0 0-16,0 0 0,0 0 0,0 0 0,0 0 0,0 0 0,0 0 0,0 0 16,0 0-16,0 0 0,0 0 0,0 0 0,0 0 0,0 0 15,0 0 1,0 0-16,0 0 31,0 0-31,0 0 0,0 0 0,0 0 0,0 0 0,0 0 0,0-25 0,0 25 0</inkml:trace>
  <inkml:trace contextRef="#ctx0" brushRef="#br0" timeOffset="1.74286E6">23292 17735 0,'-25'0'0,"25"0"0,0-24 0,0 24 16,0 0-16,0 0 0,0 0 0,0 0 0,0 0 0,0 0 0,0 0 15,0 0 1,0 0-16,0 0 0,0-25 0,0 25 0,0 0 0,0 0 0,0 0 0,25 0 0,-25 0 16,0 0-16,0 0 0,0 0 0,24 0 0,-24 0 0,25 0 0,-25 0 0,0 0 31,25 0-31,-25 0 0,25 0 0,-25 0 0,25 0 0,-25 0 0,0 0 0,24 0 0,-24 0 15,25 25-15,-25-25 0,25 0 0,-25 0 0,25 0 0,-25 0 0,0 0 0,25 0 16,-25 0-16,0 0 16,24 0-16,-24 0 0,0 0 0,0 0 0,0 0 0,0 0 0,0 0 0</inkml:trace>
  <inkml:trace contextRef="#ctx0" brushRef="#br0" timeOffset="1.74362E6">23713 17711 0,'0'0'0,"0"0"0,0 0 15,0 0-15,0 0 0,0-25 0,0 25 0,0 0 0,0 0 0,0 0 0,0 0 0,0 0 32,0 0-32,0 0 0,0 0 0,0 0 0,0 0 0,0 0 0,0-25 0,0 25 0,0 0 15,0 0-15,25 0 0,-25 0 0,0 0 0,0 0 0,0 0 0,0 0 0,25 0 0,-25 0 16,0 0-1,0 0-15,0 0 0,0 0 0,0 0 0,25 0 0,-25 0 0,0 0 0,0 0 16,0 0-16,0 0 0,0 0 0,0 0 0,0 0 0,0 0 0,0 0 0,0 0 31,0 0-31,0 25 0,0-25 0,0 0 0,0 0 0,0 0 0,0 25 0,0-25 0,0 0 0,0 0 0,0 24 16,0-24-16,0 0 15,0 25-15,-25-25 0,25 0 0,0 0 0,0 25 0,-25-25 0,25 0 0,0 25 0,0-25 0,-25 25 16,25-25-16,0 0 0,0 0 0,-25 24 0,25-24 16,0 0-16,0 25 0,0-25 15,-24 0-15,24 0 0,0 0 0,0 0 0,0 0 0,0 0 0,0 0 0,0 0 0,0 0 47,0 25-31,0-25-16,0 0 0,0 0 0,0 0 0,0 0 0,0 0 0,0-25 0,24 25 0,-24 0 0,0 0 0,0 0 0,0 0 0,0 0 0,0 0 0,0 0 0,0 0 0,25 0 0,-25 0 0,0 0 0,0 0 0,0 0 0,0 0 15,25 0-15,-25 25 0,0-25 0,0 0 0,0 0 0,0 0 0,25 0 31,-25 0-31,0 0 0,0 0 0,0 0 0,0 25 0,25-25 0,-25 0 0,0 0 0,0 0 16,0 25-16,0-25 0,0 0 0,0 0 0,0 24 0,0-24 0,0 0 0,0 0 16,0 0-16,0 0 15,0 25-15,0-25 0,0 0 0,0 0 0,-25 0 0,25 0 0,0 25 0,0-25 0,0 0 16,0 0-16,0 0 0,0 0 0,-25 0 0,25 0 0,0 0 0,0 25 15,0-25 1,0 0-16,-25-25 0,25 25 0,0 0 0,0 0 0,0 0 0,0 0 0,-25 0 0,25 0 0,0 0 31,0 0-31,0 0 0,0 0 0,0 0 0,0 0 0,0-25 0,0 25 0,0 0 0,0 0 16,0 0-16,0 0 0,0 0 0,0 0 0,0 0 0,0 0 0,0-25 0,0 25 0,0 0 15,0 0-15,0 0 16,0 0-16,0 0 0,0 0 0,0 0 0,25 0 0,-25 0 0</inkml:trace>
  <inkml:trace contextRef="#ctx0" brushRef="#br0" timeOffset="1.74418E6">24061 17934 0,'-25'0'0,"25"0"16,0 0-16,0 0 0,0 0 0,0 0 0,0 0 0,0 0 0,0 0 0,0 0 0,0 0 16,0 0-1,0 0-15,0-25 0,25 25 0,-25 0 0,0 0 0,0 0 0,0 0 0,0 0 0,0 0 16,0-25-16,0 25 0,0 0 0,0 0 0,0 0 0,0 0 0,0-25 15,24 25-15,-24 0 16,0 0-16,0-24 0,0 24 0,0 0 0,0-25 0,0 25 0,0 0 0,25-25 0,-25 25 16,0-25-16,0 25 0,0 0 0,0-25 0,0 25 0,0 0 0,0-24 15,0 24 1,25 0-16,-25 0 0,0-25 0,0 25 0,0 0 0,0 0 0,0 0 0,0 0 15,0 0-15,0 0 0,0 0 0,0 0 0,0 0 0,0 0 0,0 0 0,0 0 32,0 0-32,0 0 0,0 0 0,0 0 0,0 0 0,0 0 15,0 0-15,0 25 0,0-25 0,0 0 0,0 0 0,0 0 0,0 0 0,0 24 0,0-24 16,0 0-16,0 0 0,0 25 0,0-25 0,0 0 0,0 25 0,0-25 0,0 25 15,0-25-15,0 25 0,0-25 0,0 24 0,0-24 0,0 0 16,0 25-16,0-25 0,0 25 16,0-25-16,0 0 0,0 25 0,0-25 0,0 0 0,-25 25 0,25-25 0,0 0 0,0 24 15,0-24-15,0 0 16,0 0-16,0 25 0,0-25 0,0 0 0,0 0 0,0 0 15,0 0-15,0 0 0,0 25 0,0-25 0,0 0 0,0 0 0,0 0 0,0 0 0,0 0 16,0 0-16,0 0 16,0 0-16,0 0 0,0 0 0,25 0 0,-25 0 0,0-25 0</inkml:trace>
  <inkml:trace contextRef="#ctx0" brushRef="#br0" timeOffset="1.7453E6">24681 16743 0,'0'0'0,"0"0"16,0 0-16,0 0 0,0-25 0,0 25 0,0 0 0,0 0 16,0 0-1,0 0-15,0 0 0,0 0 0,0 0 0,0 0 0,0 0 0,-25 0 0,25 0 0,0 0 0,0 0 16,0 0-16,0 0 15,0 25-15,-25-25 0,25 0 0,0 0 0,0 0 0,0 0 0,0 25 0,-25-25 0,25 0 16,0 0-16,0 25 16,0-25-16,0 0 0,-25 25 0,25-25 0,0 0 0,0 24 0,0-24 15,0 0-15,-24 25 0,24-25 0,0 25 0,0-25 0,0 25 0,0-25 16,0 0-16,-25 25 0,25-25 0,0 24 15,0-24-15,0 25 0,0-25 0,-25 25 0,25-25 0,0 25 16,0-25-16,0 25 0,0-25 0,0 0 0,-25 24 0,25-24 0,0 25 0,0-25 16,0 25-1,0-25-15,0 25 0,0-25 0,-25 0 0,25 25 0,0-25 0,0 24 0,0-24 0,0 25 0,0-25 16,0 25-16,-24-25 15,24 0-15,0 25 0,0-25 0,0 25 0,0-25 0,0 0 0,0 24 16,-25-24-16,25 0 0,0 25 0,0-25 0,0 0 0,0 25 0,0-25 0,0 0 16,0 25-1,0-25-15,0 0 0,-25 25 0,25-25 0,0 0 0,0 24 0,0-24 0,0 0 0,0 25 0,0-25 16,0 0-16,0 25 0,0-25 0,0 0 0,0 25 0,0-25 0,0 25 15,0-25-15,0 0 16,0 25-16,0-25 0,0 0 0,0 24 0,25-24 0,-25 25 0,0-25 0,0 0 31,0 25-31,0-25 0,0 25 0,0-25 0,25 25 0,-25-25 0,0 0 0,0 24 0,0-24 0,0 25 0,24-25 0,-24 25 16,0-25-16,0 25 0,0-25 0,25 0 0,-25 25 0,0-25 0,0 24 15,0-24-15,25 0 16,-25 25-16,0-25 0,0 0 0,0 25 0,25-25 0,-25 0 0,0 25 0,0-25 0,0 0 0,0 0 16,25 25-16,-25-25 15,0 0-15,0 0 0,0 24 0,0-24 0,0 0 0,0 0 16,24 0-16,-24 25 0,0-25 0,0 0 0,0 0 0,0 0 0,0 0 0,0 0 0,0 25 15,0-25-15,0 0 16,25 0-16,-25 0 0,0 0 0,0 0 0,0 0 0,0 25 16,0-25-16,0 0 0,0 0 0,0 0 0,0 0 0,0 0 0,0 0 15,0 0-15,0 0 0,0 0 0,0 0 0,0 0 16,25 0-16,-25 0 0,0 0 15,0 0-15,0-25 0,0 25 0,0 0 0</inkml:trace>
  <inkml:trace contextRef="#ctx0" brushRef="#br0" timeOffset="1.74718E6">26566 16768 0,'0'0'0,"0"0"15,0 0-15,0 0 0,0-25 0,0 25 0,0 0 0,0 0 0,0 0 32,0 0-32,0-25 0,0 25 0,0 0 0,0 0 0,0 0 0,0 0 0,0 0 0,0-24 0,0 24 15,-25 0-15,25 0 0,0 0 0,0 0 0,0 0 0,0 0 0,0 0 16,0 0-1,0 0-15,0 0 0,0 0 0,0 0 0,0 0 0,0 0 0,0 0 0,0 0 16,0 0-16,0 0 0,0 0 0,0 0 0,0 0 0,0 0 0,0 0 0,0 0 16,0 0-16,0 0 15,0 0-15,0 0 0,25 0 0,-25 0 0,0 0 0,0 0 0,0 0 47,0 0-47,0 0 0,0 0 16,25 0-16,-25 24 0,0-24 0,0 0 0,24 0 0,-24 0 0,0 25 0,0-25 0,25 0 0,-25 0 0,0 25 0,25-25 0,-25 0 0,0 25 0,25-25 0,-25 25 0,0-25 0,25 24 0,-25-24 0,0 0 0,24 25 15,-24-25 1,0 25-16,25-25 0,-25 25 0,0-25 0,25 0 0,-25 25 0,0-25 0,0 24 0,25-24 15,-25 25-15,0-25 0,0 0 0,0 25 0,0-25 16,0 0-16,25 25 0,-25-25 0,0 25 16,0-25-16,0 0 0,0 24 0,0-24 0,0 25 0,0-25 0,0 0 0,0 25 0,0-25 15,0 25-15,-25-25 0,25 0 0,0 25 16,0-25-16,0 24 0,0-24 0,0 0 15,0 25-15,0-25 0,0 25 0,-25-25 0,25 25 0,0-25 0,0 25 0,0-25 0,0 0 0,0 24 16,0-24 0,0 25-16,0-25 0,0 0 0,-25 25 0,25-25 0,0 25 0,0-25 0,0 0 15,0 25-15,0-25 0,0 0 0,0 0 0,0 24 0,0-24 0,-25 0 16,25 25-16,0-25 0,0 25 15,0-25-15,0 0 0,0 25 0,0-25 0,-24 25 0,24-25 0,0 0 0,0 25 16,0-25-16,0 24 0,-25-24 0,25 25 0,0-25 0,0 0 0,0 25 16,-25-25-16,25 25 15,0-25-15,0 0 0,0 25 0,-25-25 0,25 0 0,0 24 0,0-24 0,-25 0 0,25 25 16,0-25-16,0 0 0,0 25 0,-24-25 0,24 0 0,0 25 15,0-25-15,0 0 0,-25 0 16,25 25-16,0-25 0,0 0 0,0 0 0,-25 24 0,25-24 0,0 0 31,0 0-31,-25 0 0,25 0 0,0 25 0,0-25 0,0 0 0,-25 0 0,25 0 0,0 0 0,0 0 0,0 25 0,-24-25 0,24 0 0,0 0 16,0 0-1,0 0-15,0 0 0,0 0 0,0 0 0,-25 0 0,25 0 0,0 0 0,0 0 16,0 0-16,0 0 0,0 0 0,0 0 0,0 0 0,0 0 0,0 0 0,0 0 16,0 0-16,0 0 15,0 0-15,0 0 0,0 0 0,0 0 0,-25 0 0,25 0 0,0 0 0,0 0 0,0 0 16,0 0-16,0 0 0,0 0 0,0 0 0,0 0 15,0 0-15,0 0 0,0 0 0,0 0 16,0 0-16,0 0 0,0 0 0,0 0 0,0 0 0,0 0 0,0 0 0,0 0 0,0 0 16,0 0-16,0 0 0,0 0 15,0 0-15,0 0 0,0 0 0,0 0 0,0 0 0,0 0 16,0 0-16,0 0 0,0 0 0,0 0 0,0 0 0,0 0 0,25-25 15,-25 25-15,0 0 0,0 0 0,0-25 0</inkml:trace>
  <inkml:trace contextRef="#ctx0" brushRef="#br0" timeOffset="1.74792E6">25301 17438 0,'0'0'0,"0"0"0,0-25 15,0 25-15,0 0 0,-25 0 0,25 0 0,0 0 0,0 0 0,0 0 0,0 0 16,0-25 0,0 25-16,0 0 0,0 0 0,0 0 0,0 0 0,0 0 0,0 0 0,0 0 15,0 0-15,0 0 0,0 0 0,0 0 0,0 0 0,0 0 0,0 0 0,0 0 0,0 0 31,0 0-31,25 0 0,-25 0 0,0 0 0,25 0 0,-25 0 0,0 0 0,24 0 0,1 0 16,-25 0-16,25 0 0,0 0 0,0 0 0,-1 0 0,1 25 0,-25-25 0,25 0 16,0 0-1,0 0-15,-1 25 0,1-25 0,0 0 0,-25 0 0,25 0 0,0 24 16,-25-24-16,24 0 0,1 0 0,-25 0 0,0 0 0,25 25 0,-25-25 0,0 0 0,0 0 15,25 0 1,-25 0-16,0 0 0,0 0 0,0 0 0,-25 0 0,25 0 0,0 0 0,0 0 0,-25 0 31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28.34025" units="1/cm"/>
          <inkml:channelProperty channel="Y" name="resolution" value="28.33948" units="1/cm"/>
          <inkml:channelProperty channel="T" name="resolution" value="1" units="1/dev"/>
        </inkml:channelProperties>
      </inkml:inkSource>
      <inkml:timestamp xml:id="ts0" timeString="2021-10-22T01:09:35.655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1712 1885 0,'0'0'0,"0"0"15,24 0-15,-24-25 0,0 25 0,0 0 0,0 0 0,0 0 0,0-24 0,0 24 16,0 0-1,0 0-15,0 0 0,0 0 0,0 0 0,0 0 0,0 0 0,0 0 0,0 0 0,0 0 16,0 0-16,0 0 0,0 0 0,0 0 0,0 0 0,0 0 0,0 0 16,0 0-16,0 0 0,0 0 0,0 0 15,0 0-15,0 0 0,0 0 0,0 0 0,0 0 16,0 0-16,0 0 0,0 0 0,0 0 0,0 0 0,0 0 0,0 0 0,0 0 15,0 0-15,0 0 0,0 0 16,0 0-16,0 0 0,0 0 0,0 0 0,0 0 0,0 0 0,0 0 0,0 0 16,0 0-16,-24 0 0,24 0 0,0 0 0,0 0 0,0 0 0,0 0 0,0 24 15,0-24 1,0 0-16,-25 0 0,25 25 0,0-25 0,0 25 0,0-25 0,0 0 0,0 25 0,0-25 15,-25 0-15,25 25 0,0-25 0,0 0 0,0 24 0,0-24 0,0 0 16,-25 0-16,25 25 16,0-25-16,0 25 0,0-25 0,0 0 0,-25 25 0,25-25 0,0 0 0,0 0 15,0 25-15,0-25 0,-25 0 0,25 0 0,0 0 0,0 24 0,0-24 16,0 0-16,0 0 0,0 0 31,0 0-31,0 0 0,0 0 0,0 0 0,0 0 0,0 0 0,0 0 0,0 0 0,-24 0 0,24 0 0,0 0 0,0 0 0,0 0 0,0 0 16,0 0-16,0 0 15,0 0-15,0 0 0,0-24 0,0 24 0,24 0 0,-24 0 0,0 0 0</inkml:trace>
  <inkml:trace contextRef="#ctx0" brushRef="#br0" timeOffset="412.0236">1463 1860 0,'0'0'0,"0"0"15,0 0-15,0 0 0,0 0 0,0 0 0,0 0 0,0 0 0,0 0 0,0 0 16,0 0 0,0 0-16,0 0 0,0 0 0,0 0 0,0 0 0,0 0 0,0 0 0,0 0 0,0 0 15,0 0-15,0 25 0,0-25 0,25 0 0,-25 0 0,0 0 0,0 0 0,0 0 0,0 0 31,0 0-31,0 0 0,0 25 0,0-25 0,0 0 0,25 0 0,-25 0 0,0 0 0,0 25 16,0-25-16,0 0 0,25 25 0,-25-25 16,0 24-1,0-24-15,0 0 0,25 0 0,-25 25 0,0-25 0,0 0 0,0 0 0,24 0 0,-24 25 0,0-25 0,0 0 0,0 0 0,0 0 16,0 0-16,25 0 0,-25 0 0,0 0 0,0 0 0,0 25 0,0-25 0,25 0 31,-25 0-31,0 25 0,0-25 0,25 0 0,-25 0 0,0 0 0,0 0 0,0 0 0,25 24 0,-25-24 16,0 0-16,0 0 0,0 0 0,0 0 0,0 0 0,0 0 0,0 0 15,0 0-15,0 0 16,0 0-16,0 0 0,0 0 0,0 0 0,0 0 0,0 0 0,0 0 0,0 0 0,0 0 0,0 0 15,0 0 1,0 0-16</inkml:trace>
  <inkml:trace contextRef="#ctx0" brushRef="#br0" timeOffset="849.0486">1315 2084 0,'0'0'16,"0"0"-16,0 0 15,0-25-15,0 25 0,0 0 0,0 0 0,0 0 0,0 0 0,0 0 0,0 0 16,0 0-16,0 0 0,0 0 0,0 0 0,0 0 0,0 0 0,0 0 0,0 0 0,0 0 31,24 0-31,-24 0 0,0 0 0,0 0 0,25 0 0,-25 0 0,0 0 0,0 0 16,25 0-16,-25 0 0,0 0 0,0 0 0,25 0 0,-25 0 0,0 0 0,0 0 0,25 0 0,-25 0 15,0 0-15,24-25 16,-24 25-16,0 0 0,0 0 0,25 0 0,-25 0 0,0 0 0,25 0 0,-25 0 16,0 0-16,25 0 0,-25 0 0,25 0 0,-25 0 0,0 0 0,0 0 15,24 0-15,-24 0 16,0 0-16,0 0 0,0 0 0,25 0 0,-25 0 0,0 0 0,0 0 0,0 0 0,0 0 0,25 0 15,-25 0-15,0 0 0,0-25 0,25 25 0,-25 0 16,0 0-16,0 0 0,0 0 16,25 25-16,-25-25 0,0 0 0,0 0 0,0 0 0,25 0 0,-25 0 0,0 0 0,0 0 15,24 0-15</inkml:trace>
  <inkml:trace contextRef="#ctx0" brushRef="#br0" timeOffset="1445.0827">2431 1587 0,'0'0'0,"0"0"16,-25-24 0,25 24-16,0 0 0,0 0 0,0 0 0,0 24 0,0-24 0,0 0 15,0 0-15,0 0 0,0 0 0,0 0 0,0 0 0,0 0 0,0 0 0,0 0 0,0 25 0,0-25 31,0 0-31,25 0 0,-25 0 0,0 25 0,0-25 0,0 0 0,0 25 0,0-25 16,0 0-16,0 25 0,0-25 0,0 25 0,0-25 0,0 24 0,0-24 0,0 25 16,0-25-16,0 25 15,0-25-15,0 25 0,0-25 0,0 0 0,0 25 0,0-25 0,0 24 0,0-24 16,0 25-16,0-25 0,0 25 0,0-25 0,0 25 0,0-25 0,0 0 0,0 25 15,25-25 1,-25 0-16,0 24 0,0-24 0,0 0 0,0 0 0,0 25 0,0-25 16,0 0-16,0 0 0,0 0 0,0 25 0,0-25 0,0 0 0,0 0 0,0 0 0,0 0 15,0 0 1,0 0-16,0 0 0,0 0 0,0 0 0,0 0 0,0 0 0,0 0 0,0 0 15,0 0-15,0 0 0,0 0 0,0 0 0,0 0 0,0 0 0,0 0 0,0 0 32,0 0-32,0 0 0,0 0 0</inkml:trace>
  <inkml:trace contextRef="#ctx0" brushRef="#br0" timeOffset="1731.099">2381 1811 0,'0'0'0,"0"0"0,0-25 16,0 25-16,0 0 0,0 0 0,0 0 0,0 0 0,0 0 0,0 0 0,0 0 16,25 0-16,-25 0 15,0 0-15,0 0 0,0 0 0,0 0 0,25 0 0,-25 0 0,0 0 16,25 0-16,-25 0 0,0-25 0,24 25 0,-24 0 0,25 0 0,-25 0 0,0 0 15,25 0-15,-25-25 16,0 25-16,25 0 0,-25 0 0,25-24 0,-25 24 0,0 0 0,24 0 0,-24 0 0,25 0 16,-25 0-16,0 0 0,25 0 0,-25-25 0,25 25 0,-25 0 0,0 0 15,25 0 1,-25 0-16,0-25 0,0 25 0,25 0 0,-25 0 0,0 0 0,24 0 0,-24-25 15,0 25-15,0 0 0</inkml:trace>
  <inkml:trace contextRef="#ctx0" brushRef="#br0" timeOffset="2124.1215">2778 1513 0,'-25'0'16,"25"0"0,0 0-16,0 0 0,0 0 0,-24 0 0,24 0 0,0 0 0,0 0 0,0 0 15,0 0-15,0 0 0,0 0 0,0 0 0,0 0 0,0 0 0,0 0 0,0 0 16,0 0-16,0 0 15,0 0-15,0 0 0,0 0 0,0 0 0,0 25 0,0-25 0,0 0 0,0 0 16,0 0-16,0 0 0,0 25 0,0-25 0,0 0 0,24 24 0,-24-24 16,0 0-1,0 25-15,0-25 0,0 0 0,0 25 0,0-25 0,0 25 0,0-25 0,0 0 0,0 25 0,-24-25 16,24 25-1,0-25-15,0 24 0,24-24 0,-24 25 0,0-25 0,0 25 0,0-25 0,0 25 16,0 0-16,0-25 0,0 24 0,0-24 0,25 25 0,-25-25 0,0 25 0,0-25 16,0 25-16,0-25 15,0 25-15,0-25 0,0 24 0,0-24 0,0 0 0,0 0 0,0 25 0,0-25 16,0 0-16,0 0 0,0 0 0,0 0 0,0 0 0,0 0 0,0 0 0,0 0 31,0 0-31,0 0 0,0 0 0,0 0 0,0 0 0,0 25 0,0-25 0,0 0 0,0 0 0,0 0 16,0 0-16,0 0 0,0 0 0,0 0 0,0 0 0,0 0 0,0 0 15,0 0-15,0 0 16,0 0-16,0 0 0,0 0 0,0 0 0,0 0 0,0 0 0,0 0 0,0 0 15,0 0-15,0 0 0,0-25 0</inkml:trace>
  <inkml:trace contextRef="#ctx0" brushRef="#br0" timeOffset="2823.1615">2902 1910 0,'0'0'0,"0"0"16,0 0-16,0 0 16,0 0-16,0 0 0,0 0 0,0 0 0,0 0 0,0 0 15,0 0-15,25 0 0,-25 0 0,0 0 0,0 0 0,0 0 0,0 0 0,0 0 0,0 0 16,0 0-1,25 0-15,-25 0 0,0 0 0,0 0 0,25-25 0,-25 25 0,0 0 0,0 0 16,24 0-16,-24 0 0,0 0 0,25 0 0,-25 0 0,0-25 0,25 25 16,-25 0-16,0 0 0,25 0 0,-25 0 0,0-24 0,25 24 0,-25 0 15,0 0-15,0-25 0,24 25 0,-24 0 16,0 0-16,0 0 0,0 0 0,0 0 0,0-25 0,0 25 0,25 0 15,-25 0-15,0 0 0,0 0 16,0 0-16,0-25 0,0 25 0,0 0 0,0 0 0,0 0 0,0 0 0,0-25 16,0 25-16,0 0 15,0 0-15,0 0 0,0-24 0,0 24 0,0 0 0,0 0 0,0 0 0,-25 0 16,25 0-16,0 0 0,0 0 0,0 0 0,0 0 0,0 0 0,0 0 0,0 0 15,0 0-15,0 0 16,-24 0-16,24 0 0,0 0 0,0 0 0,0 0 0,0 0 0,0 0 0,-25 0 0,25 0 16,0 0-16,0 0 15,0 0-15,0 24 0,0-24 0,0 0 0,0 0 0,0 0 0,-25 0 16,25 0-16,0 25 0,0-25 0,0 0 0,0 0 0,0 25 0,0-25 0,0 0 15,0 25-15,0-25 16,0 0-16,0 25 0,0-25 0,0 24 0,0-24 0,0 25 0,0-25 0,0 25 16,0-25-16,0 25 0,0-25 0,0 0 0,0 25 0,0-25 0,0 24 15,0-24-15,0 0 0,0 0 16,0 25-16,0-25 0,0 0 0,0 0 0,25 25 0,-25-25 0,0 0 0,0 0 15,0 0-15,0 0 0,0 25 0,25-25 0,-25 0 0,0 0 16,0 0-16,24 0 16,-24 0-16,0 0 0,0 0 0,25 0 0,-25 0 0,0 0 0,25 0 0,-25-25 0,0 25 0,0 0 15,0 0-15,25 0 0,-25 0 0,0 0 0,0-25 16,0 25-16,0 0 15,0 0-15,0-25 0,0 25 0,25 0 0,-25 0 0,0 0 0</inkml:trace>
  <inkml:trace contextRef="#ctx0" brushRef="#br0" timeOffset="3151.1803">2977 1538 0,'0'0'0,"0"0"16,0-25-16,0 25 0,0 0 0,0 0 0,0 0 0,0 0 0,0-25 0,0 25 0,0 0 15,0 0-15,0 0 16,0 0-16,0-25 0,0 25 0,24 0 0,-24 0 0,0 0 0,0-24 15,0 24-15,25 0 0,-25 0 0,0 0 0,0-25 0,25 25 0,-25 0 16,0 0 0,0 0-16,25 0 0,-25 0 0,0 0 0,0-25 0,0 25 0,0 0 0,25 0 0,-25 0 15,0 0-15,0 25 0,0-25 0,24 0 0,-24 0 0,0 0 0,0 25 0,25-25 16,-25 0-16,0 24 0,25-24 15,-25 25-15,0-25 0,0 0 0,0 25 0,25-25 16,-25 0-16,0 0 0,0 0 0,0 0 0,0 25 0,25-25 0</inkml:trace>
  <inkml:trace contextRef="#ctx0" brushRef="#br0" timeOffset="3522.2015">3299 2406 0,'0'0'0,"0"-25"16,0 25-16,0 0 0,0 0 0,0 0 0,0 0 0,0 0 0,0 0 0,0 0 16,0 0-16,0 0 0,0 0 0,0 0 0,0 0 15,0 0-15,0 0 0,0-25 0,0 25 16,0 0-16,0 0 0,0 0 0,0 0 0,0 0 0,0 0 0,0 0 62,0 0-62,0 0 0,0 0 0,0 0 0,0 0 0,0 0 0,0 0 0,0 0 0,0 0 0</inkml:trace>
  <inkml:trace contextRef="#ctx0" brushRef="#br0" timeOffset="4135.2366">4068 1463 0,'-25'0'0,"25"0"0,0 0 16,0 0-16,0 0 0,0 0 0,0 0 0,0 0 0,0 0 0,0 0 31,0 0-31,-25 25 0,25-25 0,0 0 0,0 0 0,0 0 0,0 0 0,0 0 0,0 0 16,0 0-16,0 0 0,0 0 0,25 0 0,-25 25 0,0-25 0,0 0 15,0 0-15,0 25 0,0-25 0,0 0 16,0 0-16,0 25 0,0-25 0,0 24 16,0-24-16,25 25 0,-25-25 0,0 25 0,0 0 0,0 0 0,0-25 0,0 25 0,0-1 15,0-24 1,0 25-16,0 0 0,0-25 0,0 25 0,0-25 0,0 25 0,0-25 0,0 24 31,0-24-31,0 25 0,0-25 0,0 0 0,0 25 0,0-25 0,-25 25 0,25-25 0,0 25 0,0-25 0,0 0 0,25 24 0,-25-24 16,0 0-1,0 25-15,0-25 0,0 0 0,0 0 0,0 0 0,0 0 0,0 0 0,0 0 16,0 0-16,0 0 0,0 0 0,0 0 0,0 0 0,0 0 0,0 0 0,0 0 15,0 0 1,0 25-16,0-25 0,0 0 0,0 0 0,0 0 0,-25 0 0,25 0 0,0-25 16,0 25-16,0 0 0,0 0 0,-25 0 0,25 0 0,0-25 0</inkml:trace>
  <inkml:trace contextRef="#ctx0" brushRef="#br0" timeOffset="4528.259">4043 1463 0,'0'0'0,"25"0"0,-25-24 16,0 24-16,0 0 0,25 0 0,-25 0 0,0 24 0,25-24 16,-25 0-1,0 0-15,0 0 0,24 0 0,-24 0 0,0 0 0,25 0 0,-25 25 0,0-25 0,25 0 16,-25 25-16,0-25 0,0 25 0,25-25 0,-25 25 0,0-25 0,0 0 15,0 0 1,0 0-16,25 0 0,-25 0 0,0 0 0,0 0 0,0 0 0,0 24 0,0-24 16,0 0-16,-25 25 0,25-25 0,0 25 0,0-25 0,0 25 0,0-25 0,0 25 15,0-25 1,0 0-16,0 25 0,-25-25 0,25 0 0,0 0 0,0 0 0,-25 0 0,25 0 0,0 0 47,0 24-47,-25-24 0,25 0 0,0 0 0,0 0 0,0 0 0,0 0 0,-24 0 0,24 0 0,0 0 0,0 0 0,0 0 0,-25 0 0,25 0 0,0 0 0,0 0 15,0 0-15,25 0 0,-25 0 0,0 0 0,0 0 0,0 0 0</inkml:trace>
  <inkml:trace contextRef="#ctx0" brushRef="#br0" timeOffset="4927.2819">4465 1538 0,'0'0'0,"0"0"0,0-25 16,0 25-16,0 0 0,0 0 0,0 0 0,0 0 0,0 0 0,0 0 16,0 0-16,0 0 0,0 0 0,0 0 0,0 0 15,0 25-15,0-25 0,0 0 0,0 0 16,0 0-16,0 0 0,0 25 0,0-25 0,0 24 0,25-24 0,-25 25 0,0-25 0,0 25 15,0-25-15,0 25 16,0-25-16,0 25 0,0-25 0,0 25 0,0-25 0,0 24 0,0-24 0,0 25 16,0-25-16,0 25 0,0-25 0,0 25 0,0 0 0,0-25 15,0 24-15,0-24 16,0 25-16,0-25 0,0 0 0,0 25 0,0-25 0,0 0 0,0 25 0,0-25 0,0 0 15,0 0-15,0 25 0,0-25 0,0 0 0,0 0 16,0 24-16,0-24 0,0 0 0,0 0 16,0 0-16,0 25 0,0-25 0,-25 0 0,25 0 0,0 0 0,0 0 0,0 0 15,0 0 1,0 0-16,0 0 0,0 0 0,0 0 0,0-25 0,0 25 0,0 0 0,0 0 15</inkml:trace>
  <inkml:trace contextRef="#ctx0" brushRef="#br0" timeOffset="5143.2942">4341 1463 0,'0'0'0,"0"0"0,0 0 16,0 0-16,0 0 0,0 0 0,25 0 0,-25 0 0,0-24 0,0 24 0,24 0 0,-24 0 15,0 0 1,25 0-16,-25 0 0,0-25 0,25 25 0,-25 0 0,25 0 0,-25 0 0,25 0 16,-25 0-16,24 0 0,-24 0 0,25 25 0,-25-25 0,25 0 0,-25 0 15,25 0 1,-25 24-16,0-24 0,25 0 0,-25 0 0</inkml:trace>
  <inkml:trace contextRef="#ctx0" brushRef="#br0" timeOffset="5503.3148">4837 1488 0,'0'0'0,"0"0"15,0 0-15,0 0 0,0 0 0,0 0 0,0 0 16,0 25-16,0-25 0,-25 0 15,25 0-15,0 0 0,0 0 0,0 0 0,0 25 0,0-25 0,0 0 0,25 25 0,-25-25 16,0 0-16,0 24 0,0-24 16,0 25-16,0-25 0,25 25 0,-25-25 0,0 25 15,0-25-15,0 0 0,0 25 0,0 0 0,0-25 0,0 24 0,0-24 0,0 25 0,0-25 31,0 25-31,0-25 0,0 25 0,0-25 0,0 25 0,0-25 0,0 24 0,0-24 0,0 25 0,0-25 16,0 0-16,0 25 0,0-25 0,0 25 0,0-25 0,0 0 16,-25 0-1,25 25-15,25-25 0,-25 0 0,0 0 0,-25 24 0,25-24 0,0 0 0,0 0 0,0 0 16,25 0-16,-25 25 0,0-25 0,0 0 0,0 0 0,0 0 0,0 0 15,0 0 1,0 0-16,0 0 0,0 0 0,0 0 0,0 0 0,0 0 0,0 0 0</inkml:trace>
  <inkml:trace contextRef="#ctx0" brushRef="#br0" timeOffset="5715.3269">4638 1463 0,'0'-24'15,"0"24"-15,0 0 16,25 0-16,-25-25 0,0 25 0,0 0 0,25 0 0,-25-25 0,0 25 0,25 0 16,-25 0-16,0 0 0,25 0 0,-25 0 0,0 0 0,0 0 0,24 0 15,-24 0 1,0 0-16,0 0 0,25 0 0,-25 0 0,0 0 0,25 0 0,-25 0 0,0 0 0,25 0 0,-25 0 31,25 25-31,-25-25 0,25 0 0,-25 0 0</inkml:trace>
  <inkml:trace contextRef="#ctx0" brushRef="#br0" timeOffset="6095.3486">5209 1463 0,'0'0'0,"0"0"16,0 0-16,0 25 0,0-25 0,0 0 0,0 0 15,0 0-15,0 0 0,0 0 16,0 0-16,0 25 0,0-25 0,0 0 0,0 25 0,0-25 0,0 0 0,0 25 0,0-25 15,0 24-15,0-24 0,0 25 0,0-25 0,0 25 16,0-25-16,0 25 0,0 0 16,0-25-16,0 25 0,0-1 0,0-24 0,0 25 0,0-25 0,0 25 0,0-25 15,0 25-15,0-25 0,0 25 0,0-25 16,0 0-16,25 0 0,-25 24 0,0-24 0,-25 25 0,25-25 15,0 0-15,0 25 0,0-25 0,0 0 0,0 25 0,0-25 0,0 0 0,0 25 16,0-25-16,0 0 16,0 0-16,0 0 0,0 0 0,0 24 0,0-24 0,0 0 0,0 0 0,0 0 0,0 25 15,0-25-15,0 0 0,0 0 0,0 0 0,-25 0 16,25 0-16,0 0 15,0 0-15,0 0 0,0 0 0,0 0 0,25 0 0,-25 0 0</inkml:trace>
  <inkml:trace contextRef="#ctx0" brushRef="#br0" timeOffset="6326.3619">4986 1488 0,'0'-25'0,"0"25"15,0 0 1,0 0-16,0 0 0,0-24 0,0 24 0,0 0 0,0 0 0,0 0 0,25 0 15,-25 0-15,0 0 0,24 0 0,-24 0 0,25 0 0,-25 0 0,25 0 16,-25 0 0,25 0-16,-25 0 0,25 0 0,-1 0 0,1 0 0,0 0 0,0-25 0,0 25 0,24 0 15,-24 0-15,0 0 0,0 0 0,-1-25 0,1 25 0,0 0 0,0 0 16</inkml:trace>
  <inkml:trace contextRef="#ctx0" brushRef="#br0" timeOffset="30554.7477">2555 3125 0,'0'0'0,"-25"0"16,25 0-1,0 0-15,0-24 0,0 24 0,0 0 0,0 0 0,0 0 0,0 0 16,0 0-16,0 0 0,0-25 0,0 25 0,0 0 0,0 0 0,-25 0 0,25 0 15,0 0 1,0 0-16,0 0 0,0 0 0,0 0 0,0 0 0,0 0 0,0 0 0,0 0 0,0 0 0,0 0 16,0 0-16,0 0 0,0 0 15,0 0-15,0 0 0,0 0 0,0 0 0,0 0 16,0 0-16,0-25 0,0 25 0,0 0 0,0 0 0,0 0 0,0 0 15,0 0-15,0 0 0,0-25 0,0 25 0,0 0 0,0 25 0,0-25 0,0 0 32,0 0-32,0 0 0,0 0 0,0 0 0,0 0 0,0 0 0,0 0 0,0 0 15,0 0-15,0 0 0,0 0 0,-25 0 0,25 0 0,0 0 0,0 0 0,0 0 16,0 0-16,0 0 15,0 0-15,0 0 0,0 0 0,0 0 0,0 0 0,0 0 0,-24 0 16,24 0-16,0 0 0,24 0 0,-24 0 0,0 0 0,0 25 0,0-25 16,0 0-16,0 25 0,0-25 0,0 0 15,0 0-15,0 24 0,0-24 0,0 0 0,0 25 0,0-25 0,0 0 16,0 25-16,0-25 0,25 0 0,-25 25 15,0-25-15,0 0 0,0 25 0,0-25 16,0 24-16,0-24 0,0 0 0,0 0 0,0 25 0,0-25 0,0 0 0,0 25 0,0-25 16,0 0-1,0 25-15,0-25 0,0 0 0,0 0 0,0 0 0,0 0 0,0 0 16,0 0-16,0 0 0,0 0 0,0 0 0,0 25 0,0-25 0,0 0 0,0 0 15,0 0-15,0 0 0,0 0 16,0 0-16,0 24 0,0-24 0,0 0 0,0 0 0,0 0 16,0 0-16,0 0 0,0 0 0,0 0 0,0 0 0,0 0 0,0 0 0,0 0 15,0 0-15,0 0 0,0 0 0,-25 0 0,25 0 0,0 0 16,0 0-1,0 0-15,0 0 0,0 0 0,0 0 0,0 0 0</inkml:trace>
  <inkml:trace contextRef="#ctx0" brushRef="#br0" timeOffset="31506.8021">2505 3051 0,'0'0'0,"0"0"16,0 0 0,0 0-16,0 0 0,0 0 0,0 0 0,0-25 0,0 25 0,0 0 0,0 0 15,0 0-15,0 0 0,0 0 0,0 0 0,0 0 0,0 0 0,0 0 0,0 0 16,0-25-1,0 25-15,25 0 0,-25 0 0,0 0 0,0 0 0,0-24 0,0 24 16,0 0-16,0 0 0,0 0 0,0 0 0,0 0 0,25-25 0,-25 25 0,0 0 31,0 0-31,0 0 0,0 0 0,0 0 0,0 0 0,0 0 0,0 0 0,25 0 0,-25 0 0,0 0 0,0 0 16,0 0-1,24 0-15,-24 0 0,0 0 0,0 0 0,0 0 0,0 25 0,0-25 16,0 0-16,0 0 0,0 0 0,25 0 0,-25 24 0,0-24 0,0 0 16,0 0-1,25 0-15,-25 0 0,0 25 0,25-25 0,-25 0 0,0 0 16,0 25-16,0-25 0,0 0 0,0 25 0,0-25 0,0 0 0,0 0 0,0 25 15,0-25-15,0 0 0,0 24 0,0-24 0,0 0 0,0 0 0,0 25 0,0-25 16,0 0-16,0 0 0,-25 25 16,25-25-16,0 0 0,0 0 0,0 0 0,0 25 0,0-25 15,-25 0-15,25 0 0,0 0 0,0 0 0,0 0 0,0 25 0,0-25 16,0 0-16,0 0 0,0 0 0,-25 0 15,25 0-15,0 0 0,0 0 0,0 0 0,0 0 16,0 0-16,0 0 0,0 24 0,0-24 0,0 0 0,0 0 16,0 0-16,0 0 0,0 0 0,0 0 0,0 0 0,0-24 0,0 24 15,0 0-15,0 0 16,25 0-16,-25 0 0,0 0 0,0 0 0,0 0 0,0-25 0,0 25 0,0 0 0,0 0 15,0 0-15,0 0 0,0 0 0,0 0 0,0-25 0,0 25 0,0 0 16,0 0 0,0 0-16,0 0 0,25 0 0,-25 0 0,0 0 0,0 0 0,0 0 0,0 0 15,0 0-15,25 0 0,-25 0 0,0 0 0,0 0 0,0 0 0,25 0 16,-25 0-16,0 0 15,0 0-15,25 0 0,-25 0 0,0 0 0,0 0 0,24 0 0,-24 25 0,0-25 0,0 0 32,0 25-32,0-25 0,0 0 0,0 0 0,0 24 0,25-24 0,-25 0 0,0 0 0,0 25 0,0-25 0,0 0 15,0 25-15,0-25 0,0 0 0,0 0 16,0 25-16,0-25 0,0 0 0,0 25 15,0-25-15,0 0 0,0 0 0,0 24 0,-25-24 0,25 0 0,0 25 16,0-25-16,0 0 0,0 0 0,-24 0 0,24 0 0,0 25 0,0-25 16,0 0-16,0 0 0,0 0 15,-25 25-15,25-25 0,0 0 0,0 25 0,0-25 0,-25 0 0,25 0 16,0 0-1,-25 0-15,25 0 0,0 0 0,0 0 0,-25 0 0,25 0 0,0-25 0,0 25 0,-25 0 0,25 0 16,0 0-16,0 0 0,0 0 0,-24 0 0,24-25 0,0 25 0,0 0 16,0 0-16,0 25 15,0-25-15,0 0 0,0 0 0,0 0 0,0 0 0,0-25 0,0 25 0,0 0 16,0 0-16,0 0 0,0 0 15,0 0-15,24 0 0,-24 0 0,0 0 0,0 0 0,0 0 16,0 0-16,25 0 0,-25 0 0,0 0 0</inkml:trace>
  <inkml:trace contextRef="#ctx0" brushRef="#br0" timeOffset="32061.8339">2877 3299 0,'0'0'0,"0"0"16,0-25-1,0 25-15,0 0 0,0 0 0,0 0 0,0 0 0,0 0 0,0-25 16,0 25-16,25 0 0,-25 0 0,0-24 0,0 24 0,0 0 0,0 0 0,0-25 15,0 25-15,0 0 0,25 0 16,-25-25-16,0 25 0,0 0 0,0-25 0,0 25 0,0 0 16,0-25-16,25 25 0,-25 0 0,0-24 0,0 24 0,0-25 0,0 25 0,0 0 15,0-25-15,0 25 0,0 0 16,0-25-16,0 25 0,0 0 0,0 0 0,0 0 0,0 0 0,0 0 15,0 0-15,0 0 0,0 0 0,0 0 0,0 0 0,0 0 16,0 0-16,0 0 0,0 0 16,0 0-16,0 0 0,0 0 0,0 0 0,0-25 0,0 25 0,0 25 0,0-25 15,0 0-15,25 0 0,-25 0 0,0 0 0,0 0 0,0 0 16,-25 25-16,25-25 47,0 0-47,0 0 0,0 0 0,0 25 0,0-25 0,25 0 0,-25 25 0,0-25 0,0 0 0,0 24 0,0-24 0,0 0 0,0 25 0,0-25 0,0 25 0,0-25 15,0 0-15,0 25 0,0-25 0,0 0 0,0 25 0,0-25 0,0 0 0,0 24 16,0-24-16,0 0 0,0 0 0,0 25 0,24-25 0,-24 0 0,0 25 15,0-25-15,0 0 0,0 0 0,0 0 16,0 25-16,0-25 0,-24 0 0,24 0 0,0 0 16,0 25-16,0-25 0,0 0 0,0 0 0,0 0 0,0 0 0,24 0 0,-24 24 31,0-24-31,0 0 0,0 0 0,0 0 0,0 0 0,0 0 0,0 0 0,0 0 15,0 0-15,0 0 0,0 0 0,0 25 0,0-25 0,0 0 0,0 0 0</inkml:trace>
  <inkml:trace contextRef="#ctx0" brushRef="#br0" timeOffset="32547.8617">2456 3746 0,'0'0'0,"0"0"0,0 0 16,0 0-16,0 0 0,0 0 0,0 0 0,0 0 0,0 0 0,0 0 15,0 0 1,0 0-16,0-25 0,0 25 0,0 0 0,0 0 0,24 0 0,-24 0 0,0 0 16,0 0-16,25 0 0,-25 0 0,0 0 0,25 0 0,-25 0 0,25 0 0,-25 0 31,0 0-31,25 0 0,-25 0 0,0 0 0,24 0 0,-24 0 0,25 0 15,-25 0-15,0 0 0,25 0 0,0 0 0,-25 0 0,25 0 0,0 0 0,-25 0 0,24-25 0,1 25 16,-25 0-16,25 0 16,-25 0-16,25 0 0,0 0 0,-25 0 0,24 0 0,-24-25 15,25 25-15,-25 0 0,25 0 0,-25 0 0,25 0 0,-25 0 0,0 0 0,0 0 16,25 0-1,-25 0-15,0 0 0,0 0 0,0 0 0,0 0 0,0 0 0,0 0 0,0 0 0,0 0 16,0 0-16,0 0 0,0 0 0,0 0 0,0 0 0,0 0 0,24 0 31,-24 0-31,0 0 0,0-25 0,0 25 0</inkml:trace>
  <inkml:trace contextRef="#ctx0" brushRef="#br0" timeOffset="32788.8755">3349 3274 0,'0'0'0,"0"0"15,0-25-15,0 25 0,0 0 0,0 0 0,0 0 0,0 0 0,0 0 16,0 0-16,0 0 0,0 0 0,0 0 0,0 0 0,0 0 0,0 0 16,0 0-16,0 0 15,0 0-15,0 0 0,0 0 0,0 25 0,0-25 0</inkml:trace>
  <inkml:trace contextRef="#ctx0" brushRef="#br0" timeOffset="32957.8851">3349 3497 0,'0'0'15,"0"0"1,0 0-16,0 0 0,0 0 0,0 0 0,-25 0 0,25 0 0,0 0 0,0 0 0,0 0 16,0 0-16,0 0 0,0 0 0,0 0 0,0 0 0,0 0 0,0 0 31,0 0-31,0 0 0,0 0 0,0 0 0,0 0 0</inkml:trace>
  <inkml:trace contextRef="#ctx0" brushRef="#br0" timeOffset="34059.9482">4514 2977 0,'0'0'0,"0"0"0,0 0 16,0 0 0,0 0-16,0-25 0,0 25 0,0 0 0,0 0 0,0 0 0,0 0 15,0 0-15,0 0 0,0 0 0,0 0 0,0 0 0,0 0 0,0 0 0,0 0 16,0 0-1,25 0-15,-25 0 0,0 0 0,0 0 0,0 25 0,0-25 0,0 0 16,0 24-16,0-24 0,0 0 0,0 25 0,0-25 0,0 25 0,0-25 0,0 25 16,0 0-1,0-25-15,0 24 0,0 1 0,0 0 0,0-25 0,0 25 0,0 0 0,0-1 16,0-24-16,0 25 0,0-25 0,0 25 0,25-25 0,-25 25 0,0-25 15,0 25-15,0-25 16,0 24-16,0-24 0,0 25 0,0-25 0,0 0 0,0 25 0,0-25 16,0 0-16,0 0 0,0 25 0,0-25 0,0 0 0,0 0 15,0 0-15,0 0 0,0 0 0,0 25 16,0-25-16,0 0 0,0 0 0,0 0 0,0 0 0,0 0 0,0 0 0,0 0 15,0 0-15,0 0 0,0 0 0,0 0 0,0 0 0,0 0 16,0 0-16,0 0 16,0 0-16,0 0 0,0 0 0,0 0 0,0 0 0,0 24 0,0-24 0,0 0 15,0 0-15,0 0 0,25 0 0,-25 0 0,0 0 16,0 0-16,0 25 0,0-25 15,0 0-15,0 0 0,0 0 0,0 0 0,0-25 0,25 25 0,-25 0 0,0 0 16,0 0-16,0 0 0,24 0 0,-24 0 0,0 0 0,25 0 16,-25 0-16,0 0 0,25 0 15,-25 0-15,0 0 0,25 0 0,-25 0 0,25 0 0,-25 0 0,0 25 0,0-25 31,24 0-31,-24 0 0</inkml:trace>
  <inkml:trace contextRef="#ctx0" brushRef="#br0" timeOffset="34740.9871">5085 3274 0,'0'0'0,"0"0"16,0 0-16,-25-25 0,25 25 0,0 0 0,0-24 0,0 24 0,-25 0 16,25 0-1,0-25-15,0 25 0,-24 0 0,24 0 0,0 0 0,0 0 0,0 0 0,-25-25 0,25 25 16,0 0-16,0 0 0,0 0 0,0 0 0,0 0 0,-25 0 0,25 0 15,0 0 1,0 0-16,0 0 0,-25 0 0,25 25 0,0-25 0,0 0 0,-25 0 16,25 25-16,0-25 0,0 0 0,0 24 0,-24-24 0,24 0 0,0 25 0,0-25 15,0 0-15,0 25 16,-25-25-16,25 0 0,0 25 0,0-25 0,0 25 0,0-25 15,0 0-15,0 24 0,0-24 0,0 25 0,0-25 0,0 0 0,0 25 0,25-25 32,-25 0-32,0 25 0,0-25 0,0 0 0,24 0 0,-24 25 0,0-25 0,0 0 0,25 0 15,-25 24-15,0-24 0,25 0 0,-25 0 0,0 0 0,25 0 0,-25 0 31,0 0-31,25 0 0,-25 0 0,0 0 0,0 0 0,0 0 0,24 0 0,-24 0 0,0 0 0,0 0 16,0-24-16,0 24 0,0 0 0,25 0 0,-25 0 0,0-25 16,0 25-16,0 0 0,0-25 15,0 25-15,0-25 0,0 25 0,0 0 0,0-25 0,0 25 0,0 0 16,0 0-16,0-24 0,0 24 0,0 0 0,0 0 0,0-25 0,0 25 15,0 0 1,0-25-16,0 25 0,0 0 0,0 0 0,0 0 0,0 0 0,0 0 0,0 0 0,0 0 0,0 0 31,0 0-31,0 0 0,0 0 0,0 0 0,0 0 0,0 0 0,0 0 0,0 0 16,0 0-16,0 0 0,0 25 0,0-25 0,0 0 0,0 25 0,0-25 15,0 0-15,0 24 0,0-24 0,0 25 0,0-25 0,0 25 0,0-25 16,0 25-16,0-25 16,0 0-16,0 25 0,0-25 0,0 0 0,0 24 0,0-24 0,25 0 0,-25 0 15,0 0-15,0 25 0,0-25 0,25 0 0,-25 0 16,0 0-16,0 0 0,0 0 15,25 0-15,-25 0 0,0 0 0,0 0 0,24 0 0,-24 0 0,0-25 0,0 25 16,25 0-16,-25 0 16,0-24-16,0 24 0,0-25 0,0 25 0,25 0 0,-25-25 0,0 25 15</inkml:trace>
  <inkml:trace contextRef="#ctx0" brushRef="#br0" timeOffset="35023.0032">5259 3200 0,'0'0'0,"0"0"15,0 0-15,0 0 0,0 25 0,0-25 0,0 0 0,0 0 16,0 0-16,-25 0 15,25 0-15,0 24 0,0-24 0,0 0 0,25 25 0,-25-25 0,0 0 0,0 25 16,0-25 0,0 0-16,0 25 0,0-25 0,0 25 0,0-1 0,0-24 0,0 25 15,24-25-15,-24 25 0,0-25 0,0 25 0,0 0 0,0-25 0,0 24 0,0-24 16,0 25-16,0 0 0,0-25 0,0 25 0,0-25 0,25 25 15,-25-25-15,0 24 0,0-24 16,0 0-16,0 25 0,0-25 0,0 25 0,0-25 0,0 0 0,0 25 0,0-25 16,0 25-16,0-25 15,0 0-15,0 0 0,0 25 0,0-25 0,0 0 0,0 24 0,0-24 31,0 0-31,0 0 0,0 0 0,0 0 0,0 0 0,0 25 0,0-25 0,0 0 0,0 0 0,0 0 0,0 0 16,0 0-16,0 0 0,0 0 0,0 0 0</inkml:trace>
  <inkml:trace contextRef="#ctx0" brushRef="#br0" timeOffset="35440.0269">5308 3249 0,'0'0'0,"0"-24"15,0 24-15,0 0 0,0 0 0,25 0 0,-25 0 0,0 0 0,0-25 0,25 25 16,-25 0-16,0 25 16,0-25-16,25 0 0,-25 0 0,0 0 0,0 0 0,0 0 0,24 0 15,-24 24-15,0-24 0,0 0 0,0 0 0,25 25 0,-25-25 0,0 0 31,0 0-31,0 25 0,0-25 0,0 0 0,0 25 0,0-25 0,0 25 0,0-25 16,0 24-16,0-24 0,0 25 0,0-25 0,0 0 0,0 25 0,0-25 0,0 0 16,0 0-16,0 25 15,-25-25-15,25 0 0,0 0 0,0 0 0,0 0 0,0 25 16,0-25-16,0 0 0,0 0 0,-24 0 15,24 24-15,0-24 0,0 0 0,0 0 0,-25 0 0,25 0 0,0 0 0,-25 0 0,25 0 0,0 0 16,-25 0-16,25 0 0,0 0 0,-25 0 0,25 0 16,0-24-16,0 24 15</inkml:trace>
  <inkml:trace contextRef="#ctx0" brushRef="#br0" timeOffset="35663.0398">4936 3076 0,'0'0'0,"0"-25"16,0 25-16,0 0 16,0 0-16,0 0 0,0 0 0,0-25 0,0 25 0,0 0 15,25 0-15,-25 0 0,0 0 0,0-25 0,25 25 0,-25 0 0,0 0 0,0 0 16,25-24-16,-25 24 0,0 0 0,24 0 0,-24 0 15,0 0-15,25 0 0,-25 0 16,0 0-16,25 24 0,-25-24 0,0 0 0,0 25 0,0-25 0,25 25 0,-25-25 16,0 25-16,0-25 0,0 25 0</inkml:trace>
  <inkml:trace contextRef="#ctx0" brushRef="#br0" timeOffset="35854.0508">5110 3969 0,'0'0'16,"0"0"0,0 0-16,0 0 0,0 0 0,0 0 0,0 0 0,0 0 0,0 0 0,0 0 15,0 0-15,0 0 0,0 0 0,0 0 0,0 0 0,0 0 0,0 0 0</inkml:trace>
  <inkml:trace contextRef="#ctx0" brushRef="#br0" timeOffset="36659.0968">6176 2877 0,'0'0'0,"-24"0"16,24 0-16,0 0 0,0 0 0,24 0 0,-24 0 0,0 0 15,0 0-15,0 0 16,0 0-16,0 0 0,0 25 0,0-25 0,0 0 0,0 0 0,0 0 0,0 0 16,0 25-16,0-25 0,0 25 0,0-25 0,0 25 0,0-1 0,0-24 15,0 25 1,0 0-16,0 0 0,0 0 0,0-25 0,0 24 0,0 1 0,0 0 0,0 0 15,0 0-15,0-1 0,0 1 0,0 0 0,0 0 0,0 0 0,0-25 16,0 24 0,0 1-16,0-25 0,0 25 0,0-25 0,0 25 0,0-25 0,0 0 0,0 25 0,0-25 0,25 0 15,-25 0-15,0 24 0,0-24 16,0 0-16,0 0 0,0 0 0,0 0 0,-25 0 15,25 0-15,0 0 0,0 0 0,0 0 0,0 0 16,0 0-16,0 0 0,0 0 0,0 0 0,0 0 16,0 0-16,0-24 0,0 24 0,0-25 0,0 25 0,0 0 0,0-25 0,25 25 15,-25-25-15,0 25 0,0 0 16,0 0-16,0-25 0,0 25 0,25 0 0,-25-24 0,0 24 15,0 0-15,0 0 0,0-25 0,0 25 0,0 0 0,25 0 0,-25 0 16,0 0-16,0-25 0,0 25 0,0 0 0,25 0 0,-25 0 16,0 25-16,24-25 15,-24 0-15,0 0 0,0 0 0,25 0 0,-25 25 0,0-25 0,0 0 0,25 0 16,-25 24-16,0-24 0,0 0 0,0 25 0,0-25 0,0 0 0,0 25 15,0-25 1,0 0-16,0 25 0,0-25 0,0 0 0,0 25 0,0-25 0,0 0 16,0 24-16,0-24 0,0 0 0,-25 25 0,25-25 0,0 0 0,0 25 0,-25-25 15,25 0-15,0 0 16,0 25-16,0-25 0,-24 0 0,24 0 0,0 0 0,0 0 0,-25 0 15,25 0-15,0 0 0,-25 0 0,25 0 0,0 0 0,0 0 0,-25 0 16,25 0 0,0 0-16,0 0 0,0 0 0,0-25 0,-25 25 0,25 0 0,0 0 15,0 0-15,0-25 0,0 25 0,0 0 0,0 0 0,0 0 0,25 0 0,-25-25 0,0 25 16,0 0-1,0 0-15,0 0 0,25-24 0,-25 24 0,0 0 0,0 0 0,0 0 0,0 0 16</inkml:trace>
  <inkml:trace contextRef="#ctx0" brushRef="#br0" timeOffset="37319.1346">6623 3299 0,'0'0'0,"0"0"16,0 0-16,0 0 16,0-25-16,-25 25 0,25 0 0,0 0 0,0 0 0,0-25 15,0 25-15,0 0 0,-25 0 0,25 0 0,0 0 0,0 0 0,0 0 0,0 0 0,0 0 16,0 0-1,0 0-15,0 0 0,-25 0 0,25 0 0,0 0 0,0 0 0,0 0 16,0 0-16,-24 0 0,24 0 0,0 25 0,0-25 0,-25 0 0,25 0 16,0 0-16,0 25 0,-25-25 0,25 0 0,0 25 0,0-25 15,0 25-15,0-25 16,-25 24-16,25-24 0,0 0 0,0 25 0,0-25 0,0 25 0,0-25 15,0 0-15,25 25 0,-25-25 0,0 0 0,0 25 16,0-25-16,0 0 0,25 0 0,-25 24 0,0-24 0,0 0 0,25 0 31,-25 0-15,0 0-16,0 0 0,0 0 0,24 0 0,-24 0 0,0 0 0,0 0 0,0 0 0,25 0 0,-25 0 0,0 0 0,0 0 0,25 0 0,-25 0 15,0 0-15,0 0 0,0 0 0,25-24 0,-25 24 0,0 0 0,0 0 0,0-25 32,25 25-32,-25 0 0,0 0 0,0-25 0,0 25 0,0 0 0,0 0 0,0-25 0,0 25 0,24 0 15,-48-25-15,24 25 0,0-24 0,0 24 0,24-25 0,-24 25 16,0 0-16,0-25 15,0 25-15,0 0 0,0 0 0,0 0 0,0-25 0,0 25 0,0 0 0,0 0 16,0 0-16,0 0 16,0 0-16,0 0 0,0 0 0,0 0 0,-24 0 0,24 0 0,0 0 15,0 0-15,0 0 0,0 0 0,0 0 0,0 0 0,0 0 0,0 25 16,24-25-16,-24 0 0,0 25 0,0-25 0,0 0 0,0 0 15,0 25-15,0-25 16,0 24-16,0-24 0,0 0 0,0 25 0,0-25 0,0 25 0,0-25 0,0 25 0,0-25 16,0 25-16,0-25 0,0 24 0,0-24 0,0 25 0,25-25 15,-25 0 1,0 25-16,0-25 0,0 0 0,0 0 0,0 0 0,0 0 0,25 0 0,-25 0 15,0 0-15,0 0 0,25 0 16,-25-25-16,0 25 0,0 0 0,25 0 0,-25 0 0,0 0 0,0 0 16,0 0-16,24 0 0,-24 0 0,0-25 0,0 25 0,0 0 0,25 0 0,-25-24 15,0 24-15</inkml:trace>
  <inkml:trace contextRef="#ctx0" brushRef="#br0" timeOffset="37776.1605">6871 3299 0,'0'0'0,"0"0"0,-25 0 31,25-25-31,0 25 0,0 0 0,0 0 0,0 0 0,0 0 0,25 0 0,-25 0 0,0 0 15,0 0-15,0 0 0,0 0 0,0 0 0,0 0 0,0 25 16,0-25 0,0 0-16,0 0 0,0 0 0,0 25 0,0-25 0,0 0 15,0 25-15,0-25 0,0 0 0,0 24 0,0-24 0,0 25 0,0-25 0,0 0 0,0 25 0,0-25 16,0 25-16,0-25 0,0 0 15,0 25-15,0-25 0,0 0 0,0 0 0,0 24 16,0-24-16,0 0 0,0 25 0,0-25 0,0 0 0,0 0 0,0 25 0,0-25 62,0 0-62,0 0 0,0 0 0,0 0 0,0 0 0,0 0 0,25 0 0,-25 0 0,0 0 0,0 0 0,0-25 0,0 25 0,0 0 0,0 0 0,0 0 0,0 0 0,0-25 0,25 25 0,-25 0 0,0-24 0,0 24 0,0 0 16,24-25 0,-24 25-16,0 0 0,0-25 0,0 25 0,25-25 0,-25 25 0,0 0 0,0-25 0,0 25 15,25 0-15,-25 0 0,0-24 0,0 24 0,0 0 0,25 0 0,-25 0 31,0 0-31,0 0 0,0 0 0,0 0 0,0-25 0,25 25 0,-25 0 0,0 25 16,0-25-16,0 0 0,0 0 0,0 0 0,0 0 0,0 24 0,0-24 16,0 0 30,0 25-46,0-25 0,0 0 0,0 25 0,0-25 0,0 0 0,0 25 0,0-25 0,0 0 0,0 25 0,0-25 0,0 0 0,0 24 0,0-24 0,0 0 0,0 0 0,0 25 0,0-25 0,0 0 0,0 0 0,0 25 16,0-25-16,0 0 0,0 0 0,0 0 0,0 0 0,24 0 16,-24 0-1,0 0-15,0 0 0,25 0 0</inkml:trace>
  <inkml:trace contextRef="#ctx0" brushRef="#br0" timeOffset="38372.1948">7367 3274 0,'-25'0'0,"25"0"16,0 0-16,-25 0 0,25 0 0,0 0 0,0-25 0,-24 25 0,24 0 15,0 25-15,0-25 0,0 0 0,-25 0 0,25 0 0,0 0 0,0 25 16,0-25-16,0 0 15,-25 25-15,25-25 0,0 25 0,0-25 0,0 24 0,0-24 0,0 25 0,0-25 16,0 25-16,0-25 0,0 0 0,0 25 0,0-25 0,25 0 16,-25 25-16,0-25 15,0 0-15,0 24 0,0-24 0,0 0 0,0 0 0,0 0 0,0 25 0,0-25 0,25 0 16,-25 0-16,0 0 15,0 0-15,0 0 0,0 0 0,0 0 0,0 0 16,24 0-16,-24 0 0,0 0 0,0 0 0,25-25 0,-25 25 0,0 0 0,0 0 31,0-24-31,25 24 0,-25-25 0,0 25 0,0-25 0,25 25 0,-25-25 0,0 25 0,0-25 0,0 25 0,0 0 0,0-24 16,0 24-16,25-25 0,-25 25 0,0 0 0,0 0 15,-25-25-15,25 25 16,0 0-16,0 0 0,0 0 0,0 25 0,0-25 0,0 0 0,0 0 16,0 25-16,0-25 0,0 24 0,0-24 0,0 0 0,0 25 0,0-25 0,0 25 15,0 0 1,0-25-16,0 25 0,0-1 0,0-24 0,0 25 0,0 0 0,0-25 15,0 25-15,0 0 0,25-25 0,-25 24 0,0-24 0,0 25 0,0 0 0,0-25 32,0 25-32,0-25 0,0 25 0,0-25 0,0 25 0,0-25 0,0 24 0,0-24 0,0 25 0,0-25 15,0 25-15,0-25 0,0 0 0,0 25 0,0-25 0,0 0 16,0 0-16,0 0 15,0 0-15,0 0 0,0 0 0,0 25 0,0-25 0,0 0 0,0 0 16,0 0-16,0 0 0,0 0 0,0 0 0,0 0 0,-25 0 0,25 0 16,0 0-16,0 0 15,0 0-15,0 0 0,0 0 0,-25-25 0,25 25 0,0 0 0,0 0 0,0-25 16,0 25-16,0 0 0,0-25 0,0 25 0,0-25 0,0 25 15,0-24 1,0 24-16,0-25 0,-25 25 0,25-25 0,0 25 0,0-25 0</inkml:trace>
  <inkml:trace contextRef="#ctx0" brushRef="#br0" timeOffset="38679.2123">7020 2679 0,'0'0'0,"0"0"15,0-25-15,25 25 0,-25 0 0,0 0 0,0 0 0,24 0 0,-24 0 0,0 0 16,25 0-16,-25-25 0,0 25 0,0 0 0,25 0 0,-25 0 0,0 25 16,0-25-1,25 0-15,-25 0 0,0 0 0,0 25 0,0-25 0,0 0 0,0 25 0,0-25 0,0 25 16,-25-25-16,25 24 0,0-24 0,-25 25 0,0-25 0,1 25 15,-1 0-15,0-25 16</inkml:trace>
  <inkml:trace contextRef="#ctx0" brushRef="#br0" timeOffset="40547.3192">9525 3051 0,'0'0'0,"-25"0"0,25 0 0,0 0 15,0 0-15,0 0 0,0 0 0,0 0 0,0 0 0,0 0 0,0 0 16,0 0-16,0 0 0,0 0 0,0 0 16,0 0-16,0 0 0,0 0 0,0 0 0,0 0 15,0 0-15,0 0 0,0 0 0,0 0 0,25 0 0,-25 0 0,0 0 0,0 0 16,-25 0-16,25 25 0,0-25 0,0 0 0,0 0 0,0 25 15,0-25-15,0 24 16,0-24-16,0 0 0,0 25 0,0 0 0,-25-25 0,25 25 0,0-25 0,0 25 0,0-1 16,0-24-1,0 25-15,0-25 0,0 25 0,-24-25 0,24 25 0,0-25 0,0 25 0,0-1 16,0-24-16,0 25 0,0-25 0,0 25 0,0-25 0,0 0 15,0 25-15,0-25 0,0 0 0,0 0 16,0 0-16,0 0 0,0 0 0,0 0 0,0 25 0,0-25 0,0 0 16,24 0-16,-24 0 0,0 0 0,0 0 0,0 0 0,0 0 15,0 0 1,0 0-16,0 0 0,0 0 0,0 0 0,-24 0 0,24 0 0,0 0 0,0 0 0,0-25 0</inkml:trace>
  <inkml:trace contextRef="#ctx0" brushRef="#br0" timeOffset="41161.3543">9500 3150 0,'0'0'0,"0"0"15,0-25-15,0 25 0,25 0 0,-25 0 0,0-24 0,0 24 0,0 0 0,0 0 16,0 0-16,0 0 0,0 0 0,0 0 0,0-25 0,0 25 15,0 0-15,0 0 16,0 0-16,0 0 0,25 0 0,-25 0 0,0 0 0,0 0 0,0 0 0,0 0 16,0 0-1,25 25-15,-25-25 0,0 0 0,0 0 0,0 24 0,24-24 0,-24 0 0,0 25 0,0-25 0,25 0 16,-25 25-16,0-25 0,0 25 0,0-25 0,0 25 0,25-25 0,-25 0 31,0 24-31,0-24 0,0 25 0,25-25 0,-25 0 0,0 25 0,0-25 0,0 0 0,0 0 16,0 25-16,0-25 0,0 0 0,0 0 0,25 0 0,-25 25 0,0-25 31,0 0-31,0 0 0,0 0 0,0 0 0,0 0 0,0 24 0,0-24 0,0 0 0,0 0 15,0-24-15,0 24 0,0 0 0,24 0 0,-24 0 0,0 0 0,0 0 16,0 0-16,0 0 16,0 0-16,25 0 0,-25 0 0,0-25 0,0 25 0,0 0 0,0 0 31,0-25-31,0 25 0,25 0 0,-25 0 0,0-25 0,0 25 0,0 0 0,0-25 0,0 25 0,25 0 0,-25-24 0,0 24 15,0 0-15,0-25 0,0 25 0,0-25 0,25 25 16,-25 0-16,0 0 16,0-25-16,0 25 0,0 0 0,0 0 0,0 0 0,0 0 0,0 0 0,0 0 31,0 0-31,0 0 0,0 0 0,0 0 0,0 0 0,0 0 0,0 0 0,0 0 0,0 0 0,0 0 15,0 0-15,0 25 0,0-25 0,0 0 0,0 0 0,0 25 0,24-25 0,-24 0 32,0 25-32,0-25 0,0 0 0,0 24 0,0-24 0,25 0 0,-25 25 0,0-25 0,0 0 0,0 25 0,0-25 15,0 25-15,0-25 16,0 0-16,0 25 0,0-25 0,0 24 0,0-24 0,0 0 0,0 25 0,0-25 0,0 0 15,0 25-15,0-25 16,0 0-16,0 0 0,0 25 0,0-25 0,0 0 16,0 0-16,0 25 0,0-25 0,0 0 0,0 0 0,0 0 0,0 24 15,0-24-15,0 0 0,0 0 0,0 0 0,0 0 0,0 0 0,0 0 16,0 0-1,0 0-15</inkml:trace>
  <inkml:trace contextRef="#ctx0" brushRef="#br0" timeOffset="41448.3707">10120 3225 0,'0'0'0,"0"0"15,0 0 1,0 0-16,0 0 0,0 0 0,0 0 0,0 0 0,-24 0 0,24 0 0,0 0 15,0 24-15,0-24 0,0 0 0,0 0 0,0 25 0,24-25 0,-24 0 16,0 25-16,0-25 0,0 0 16,0 25-1,0-25-15,0 25 0,0-25 0,0 0 0,0 24 0,0-24 0,0 25 0,0-25 0,0 25 16,0-25-16,0 25 0,0-25 0,0 0 0,0 25 0,0-25 0,0 0 0,0 0 15,0 0-15,0 24 0,0-24 0,0 0 0,0 0 0,0 0 16,0 25-16,0-25 0,0 0 16,0 0-16,0 0 0,0 0 0,0 0 0,0 0 0,0 0 0,0 0 15</inkml:trace>
  <inkml:trace contextRef="#ctx0" brushRef="#br0" timeOffset="41650.3823">10021 3249 0,'0'0'0,"-25"0"15,25 0-15,0 0 0,0 0 0,0 0 0,0 0 0,0 0 0,25 0 32,-25-24-32,0 24 0,0 0 0,25 0 0,-25 0 0,0 0 0,25 0 0,-25 0 0,25 0 0,-25 0 15,24 0-15,-24 0 0,25 0 0,-25 0 0,0 0 0,25 0 0,-25 0 31,25 0-31,-25 0 0,25 0 0,-25 24 0,24-24 0,-24 0 0,25-24 0</inkml:trace>
  <inkml:trace contextRef="#ctx0" brushRef="#br0" timeOffset="41910.3972">10393 3175 0,'0'0'0,"0"0"0,0 0 31,0 0-31,0 0 0,-25 0 0,25 0 0,0 0 0,0 0 0,0 0 15,0 0-15,0 0 0,0 0 0,0 0 0,25 25 0,-25-25 0,0 0 0,0 0 16,0 25-16,0-25 0,0 0 16,0 24-16,0-24 0,0 25 0,0-25 0,0 25 0,0-25 15,0 25-15,0-25 0,0 0 0,0 25 0,25-25 0,-25 24 0,0-24 16,-25 25-16,25-25 0,0 25 15,0-25-15,0 25 0,0-25 0,0 0 0,0 25 16,0-25-16,0 0 0,0 0 0,0 24 0,0-24 0,0 0 0,0 0 0,0 0 0,0 0 16,0 0-16,0 0 0,0 0 0,-25 0 0,25 0 0,0 0 15</inkml:trace>
  <inkml:trace contextRef="#ctx0" brushRef="#br0" timeOffset="42083.407">10393 3349 0,'0'0'0,"0"0"0,0 0 15,0 0 1,0 0-16,25 0 0,-25 0 0,0 0 0,25 0 0,-25-25 16,0 25-16,25 0 0,-25 0 0,24 0 0,-24 0 0,25 0 0,0 0 0,-25 0 15,25 0-15,-25 0 0,25 0 0,-25-25 0,0 25 0,24 0 16,-24 0-16</inkml:trace>
  <inkml:trace contextRef="#ctx0" brushRef="#br0" timeOffset="42386.4243">10691 3200 0,'0'-25'0,"0"25"0,0 0 16,0 0-16,0 0 0,0 0 0,0 0 0,0 0 15,0 0-15,0 0 16,0 0-16,0 0 0,0-25 0,0 25 0,-25 0 0,25 0 0,0 0 0,0 0 16,0 0-16,0 0 0,0 0 0,0 0 0,0 0 0,0 0 0,25 0 15,-25 0-15,0 25 0,0-25 16,0 0-16,0 0 0,0 25 0,0-25 0,0 25 0,0-25 0,0 24 31,0-24-31,0 0 0,0 25 0,0-25 0,0 0 0,0 25 0,0-25 0,0 25 0,0-25 0,0 0 0,0 25 31,0-25-31,0 24 0,0-24 0,0 25 0,0-25 0,0 0 0,0 25 0,0-25 0,0 0 0,0 25 0,0-25 16,0 0-1,0 25-15,0-25 0,0 0 0,0 24 0,0-24 0,0 0 0,0 0 0,0 0 0,0 0 0,0 25 16,0-25 0,0 0-16,0 0 0,0 0 0,0 0 0,0 0 0,0-25 0,0 25 0,0 0 0</inkml:trace>
  <inkml:trace contextRef="#ctx0" brushRef="#br0" timeOffset="42888.4531">11038 3125 0,'0'0'0,"-25"-24"15,25 24-15,0 0 0,0 0 0,0 0 0,0 0 0,0 0 0,0 0 0,0 0 16,0 0-16,0 0 0,0 0 0,-25 0 16,25 0-16,0 0 0,0 0 0,0 0 0,-24 0 0,24 0 0,0 0 0,0 24 15,0-24-15,0 0 0,-25 0 16,25 25-16,0-25 0,0 0 0,0 0 0,0 25 0,0-25 15,0 0 1,0 0-16,0 25 0,0-25 0,0 0 0,0 0 0,0 25 0,0-25 0,0 0 0,0 0 16,0 24-16,0-24 0,25 0 0,-25 0 0,0 25 0,24-25 0,-24 0 0,0 25 15,25-25 1,-25 0-16,0 25 0,25-25 0,-25 0 0,0 25 0,0-25 0,25 0 15,-25 24-15,0-24 0,0 0 0,0 25 0,0-25 0,0 0 0,0 25 0,25-25 16,-25 0-16,0 0 0,0 0 0,0 0 16,0 0-16,0 25 0,0-25 0,0 0 0,0 0 15,0 0-15,0 0 0,0 0 0,0 0 0,0 0 0,0 0 0,-25 0 16,25 25-16,0-25 0,0 0 0,0 0 15,-25 0-15,25 24 0,0-24 0,0 0 16,-25 0-16,25 0 0,0 0 0,0 0 0,0 0 0,-25 0 0,25 0 0,0 0 0,0 0 31,0 0-31,0 0 0,0 0 0,0 0 0,0 0 0,0-24 0,0 24 0,0 0 16,0 0-16,0 0 0,0-25 0,0 25 0,0 0 0,0 0 0,0 0 0,0-25 15,0 25 1</inkml:trace>
  <inkml:trace contextRef="#ctx0" brushRef="#br0" timeOffset="43506.4885">12055 2977 0,'0'0'0,"0"0"0,0 0 15,0 0-15,0 0 0,0 0 16,0 0-16,0 0 0,0 0 0,0 0 15,0 0-15,0 0 0,0 0 0,0 0 0,0 0 0,0 0 0,0 24 0,0-24 16,0 0-16,0 25 0,0-25 0,0 0 16,0 25-16,0-25 0,0 25 0,0-25 15,0 25-15,0-25 0,0 24 0,0 1 0,25-25 0,-25 25 0,0-25 0,0 25 0,0-25 16,0 25-16,0-25 0,0 24 0,0-24 0,0 25 15,0 0-15,0-25 16,0 25-16,0 0 0,0-25 0,0 24 0,0-24 0,0 25 0,0-25 0,0 0 0,0 0 16,0 25-16,25-25 0,-25 0 0,0 0 0,0 25 0,0-25 15,0 0-15,0 25 0,0-25 16,-25 0-16,25 24 0,0-24 0,0 0 0,0 25 0,0-25 15,0 0-15,0 25 0,0-25 0,0 0 0,25 0 0,-25 0 0,0 0 16,0 0 0,0 0-16,0 0 0,-25 0 0,25 0 0,0 0 0,0 0 0,0 25 0,0-25 15,0 0-15,0 0 0,25 0 0,-25 0 0,0 0 0,0 0 0,0 0 16,24 0-16,-24 0 15,0 0-15,0-25 0,0 25 0,0 0 0,0 0 0,0 0 0</inkml:trace>
  <inkml:trace contextRef="#ctx0" brushRef="#br0" timeOffset="44598.5509">13022 3125 0,'0'0'0,"0"0"15,0 0-15,0 0 0,0 0 0,0 0 0,0 0 0,0-24 0,0 24 16,0 0-16,0 0 0,0 0 0,0-25 16,0 25-16,0 0 0,0 0 0,0 0 0,0 0 0,0 0 15,0 0-15,0 0 0,0 0 0,0 0 0,0 0 0,0-25 0,0 25 16,-24 0-1,24 0-15,0 0 0,0 0 0,0-25 0,0 25 0,0 0 0,0 0 0,0 0 16,-25 0-16,25 0 0,0 0 0,0 0 0,-25 0 0,25 0 0,0 0 16,0 0-16,-25 0 15,25-25-15,0 25 0,0 0 0,0 25 0,-25-25 0,25 0 0,0 0 16,0 0-16,-24 25 0,24-25 0,0 0 0,0 25 0,-25-25 0,25 0 0,0 25 31,0-25-31,-25 0 0,25 24 0,0-24 0,0 25 0,0-25 0,0 25 0,0-25 0,0 25 0,0-25 16,0 25-16,25-25 0,-25 24 15,0 1-15,0-25 0,0 25 0,0 0 0,0-25 0,25 25 16,-25-25-16,0 24 0,0-24 0,0 25 0,0-25 0,24 0 0,-24 25 15,0-25-15,0 0 0,0 25 0,25-25 16,-25 0-16,0 0 0,25 25 0,-25-25 0,0 0 16,25 0-16,-25 0 0,0 0 0,25 0 0,-25 0 0,24 0 0,-24 0 15,25-25-15,-25 25 0,0 0 0,25 0 0,-25 0 0,0 0 0,25 0 16,-25 0-1,0-25-15,25 25 0,-25 0 0,0 0 0,0 0 0,24-25 0</inkml:trace>
  <inkml:trace contextRef="#ctx0" brushRef="#br0" timeOffset="44948.5709">13370 3101 0,'0'0'0,"0"0"0,0 0 0,0 0 16,0 24-16,0-24 0,0 0 0,0 0 0,0 0 0,-25 0 0,25 0 15,0 0-15,0 0 16,0 25-16,0-25 0,0 0 0,0 25 0,0-25 0,0 0 0,0 25 15,0-25-15,0 25 0,0-25 0,0 24 0,0-24 0,0 25 0,0-25 16,0 25-16,0 0 0,0-25 16,0 25-16,0-25 0,0 24 0,0-24 0,0 25 15,0-25-15,0 25 0,0-25 0,0 25 0,0-25 0,0 25 0,0-25 0,0 24 0,0-24 16,0 25-1,0-25-15,0 25 0,0-25 0,0 0 0,0 0 0,0 25 0,0-25 16,0 0-16,0 0 0,0 0 0,0 0 0,0 0 0,0 0 0,0 0 0,0 0 16,25 0-1</inkml:trace>
  <inkml:trace contextRef="#ctx0" brushRef="#br0" timeOffset="45284.5902">13444 3076 0,'0'-25'0,"0"25"31,0 0-31,0 0 0,0 0 0,0 0 0,0 0 0,0 0 0,25 0 0,-25 0 15,0 0-15,0 0 0,0 0 0,25 0 0,-25 0 0,0 0 0,25 0 0,-25 0 32,24 0-32,-24 25 0,0-25 0,25 0 0,-25 25 0,25-25 0,-25 0 0,0 24 0,0-24 15,25 25-15,-25-25 0,0 25 0,0-25 0,0 0 0,0 25 0,0-25 31,0 25-31,0-25 0,0 0 0,0 24 0,0-24 0,-25 25 0,25-25 0,0 0 16,-25 25-16,25-25 0,0 0 0,-25 0 0,25 25 0,0-25 0,-24 0 16,24 0-16,-25 0 0,25 0 0,0 0 0,-25 0 15,25 0-15,0 0 0,0 0 0,-25 0 16,25 0-16,0 0 0,0 0 0,0 0 0,0 0 0</inkml:trace>
  <inkml:trace contextRef="#ctx0" brushRef="#br0" timeOffset="45616.6092">13791 3150 0,'0'0'16,"0"0"-1,0 0-15,0 0 0,0 0 0,0 0 0,0 0 0,0 0 0,0 0 0,-24-25 0,24 25 16,0 0-16,0 25 0,24-25 0,-24 0 0,0 0 0,0 25 16,0-25-1,0 0-15,0 25 0,0-25 0,0 0 0,0 25 0,0-25 0,0 24 0,0-24 16,0 25-16,0-25 0,0 25 0,0-25 0,0 25 0,0-25 0,0 25 0,0-25 15,0 24 1,0-24-16,0 25 0,0-25 0,0 25 0,0-25 0,0 25 0,0-25 0,0 0 16,0 25-16,0-25 0,0 0 0,-24 0 0,24 0 0,0 0 0,0 0 15,0 0 1,0 0-16,0 0 0,0 24 0,0-24 0,0 0 0,0 0 0,0 0 0,24 0 0,-24-24 15,0 24-15,0 0 0,0-25 0</inkml:trace>
  <inkml:trace contextRef="#ctx0" brushRef="#br0" timeOffset="46097.6366">13841 3101 0,'0'0'0,"0"0"15,0 0 1,0 0-16,0 0 0,0-25 0,25 25 0,-25 0 0,0 0 0,0 0 15,25 0-15,-25 0 0,0 0 0,24 0 0,-24 0 16,25 0 0,-25 0-16,0 0 0,25 0 0,-25 0 0,0 0 0,25 0 0,-25 25 0,0-25 0,0 0 0,0 24 15,25-24-15,-25 0 0,0 25 0,-25-25 0,25 25 0,0-25 0,0 0 0,0 25 16,0-25-16,-25 25 15,25-25-15,0 0 0,0 24 0,0-24 0,0 25 0,-25-25 0,25 25 0,0-25 16,0 0-16,0 25 0,-25-25 0,25 0 0,0 0 0,0 0 0,0 0 31,0 25-31,-24-25 0,24 0 0,0 0 0,0 0 0,0 0 0,0 0 0,0 0 0,0 24 16,0-24-16,0 0 0,0 0 0,0 0 0,0 0 0,24 0 0,-24 0 15,0 0 1,0 0-16,0 0 0,25 0 0,-25 0 0,0 0 0,0 0 0,25 0 0,-25 0 16,0 0-16,0 0 0,25 0 0,-25 25 0,0-25 0,25 0 0,-25 25 31,0-25-31,0 0 0,24 25 0,-24-25 0,0 25 0,25-25 0,-25 0 0,0 24 15,0-24-15,0 0 0,0 0 0,0 25 0,0-25 0,0 0 0,0 0 0,0 0 16,0 25 0,0-25-16,-25 0 0,25 0 0,0 0 0,0 0 0,0 0 0,-24 25 0,24-25 0,0 0 15,0 0-15,-25 0 0,25 0 0,0 0 16,0 0-16,-25 0 0,25-25 0,0 25 0,0 0 15,0 0-15,0 0 0,-25 0 0,25 0 0,0 0 0,0 0 0,0-25 16,0 25-16,0 0 0,0 0 0,25 0 0</inkml:trace>
  <inkml:trace contextRef="#ctx0" brushRef="#br0" timeOffset="46492.6593">14263 3175 0,'0'0'0,"0"0"16,0 0-16,0 0 0,0 0 0,0 0 0,0 0 0,0 0 0,0 0 15,0 0 1,0 0-16,0 0 0,0 0 0,0 0 0,0 25 0,0-25 0,0 0 0,0 25 0,0-25 15,0 24-15,0-24 0,0 25 0,0-25 0,0 25 0,0-25 0,0 25 16,0-25-16,0 0 0,0 25 0,0-25 16,0 24-16,0-24 0,0 0 0,0 25 0,0-25 0,0 25 15,0-25-15,0 25 16,0-25-16,0 25 0,0-25 0,0 0 0,0 0 0,0 24 0,0-24 0,0 0 15,0 0-15,0 25 0,0-25 0,0 0 0,0 0 0,0 0 16,0 0-16,0 0 16,0 0-16,0 0 0,0 0 0,0 0 0,-25 0 0,25 0 0,0 0 0,0 0 0,0 0 15,25 0-15,-25 0 0,0 0 0,0-25 0,0 25 0,0 0 16,0 0-1,0-24-15,0 24 0,0 0 0,0-25 0,0 25 0</inkml:trace>
  <inkml:trace contextRef="#ctx0" brushRef="#br0" timeOffset="46919.6835">14287 3101 0,'0'0'0,"0"0"0,0 0 15,0 0-15,0 0 0,0 0 0,25-25 0,-25 25 0,0 0 0,0 0 0,0 0 32,0 0-32,25 0 0,-25 0 0,0 0 0,0 0 0,25 0 0,-25 0 0,0 0 0,0 0 0,25 0 0,-25 0 15,0 0-15,0 25 0,25-25 0,-25 0 0,0 0 0,0 0 31,24 0-31,-24 24 0,0-24 0,0 0 0,25 0 0,-25 0 0,0 0 0,0 0 0,25 25 0,-25-25 0,0 0 16,0 25-16,25-25 0,-25 25 0,0-25 0,0 25 16,0-25-16,25 24 15,-25-24-15,0 25 0,0-25 0,0 0 0,24 25 0,-24-25 0,0 25 0,0-25 16,0 0-16,0 25 0,0-25 0,0 24 0,0-24 0,0 25 15,0-25-15,-24 25 0,24-25 16,0 0-16,0 25 0,0-25 0,0 0 0,0 25 0,0-25 0,0 0 0,0 24 16,0-24-16,0 0 0,0 0 15,-25 25-15,25-25 0,0 0 0,0 0 0,0 0 16,0 0-16,-25 0 0,25 0 0,0 25 0,0-25 0,0 0 0,-25 0 0,25 0 15,0 0-15,0 25 0,-25-25 0,25 0 0,0 0 16,0 0-16,-24 0 0,24 0 16,0 0-16,0 0 0,0 0 0,-25 0 0,25 0 0,0 0 0,0 0 15,0 0-15,-25 0 0,25 0 16</inkml:trace>
  <inkml:trace contextRef="#ctx0" brushRef="#br0" timeOffset="47114.6948">14163 3398 0,'0'0'15,"-24"0"-15,24 0 16,0-25-16,0 25 0,0 0 0,0 0 0,0 0 0,0 0 16,0 0-16,0 0 0,24 0 0,-24-24 0,0 24 0,25 0 0,-25 0 0,25 0 15,0 0-15,-25 0 0,25 0 16,-25 0-16,24 0 0,1 0 0,0 0 0,-25 24 0,25-24 15,0 0-15,0 0 0,-1 0 0,1 0 0,0 25 0,-25-25 0,25 0 0</inkml:trace>
  <inkml:trace contextRef="#ctx0" brushRef="#br0" timeOffset="48870.7951">2654 4589 0,'0'0'16,"0"-25"-1,0 25-15,0 0 0,0 0 0,0 25 0,0-25 0,0 0 0,0 0 0,0 0 16,0 0-16,0 0 0,0 0 0,0 0 0,-25 0 0,25 0 0,0 25 15,0-25-15,0 0 0,0 0 16,0 24-16,0-24 0,0 0 0,0 25 0,0-25 0,0 0 0,0 25 0,0-25 31,0 25-31,0-25 0,0 25 0,0-25 0,0 24 0,0-24 0,0 25 16,0-25-16,0 25 0,0-25 0,0 25 0,25 0 0,-25-25 0,0 25 15,0-25-15,0 24 0,0-24 16,0 25-16,0-25 0,0 25 0,0-25 0,0 25 0,0-25 0,0 0 0,0 25 0,0-25 16,0 0-16,0 0 15,0 0-15,0 0 0,0 0 0,0 0 0,0 0 0,0 0 0,25 0 0,-25-25 0,0 25 16</inkml:trace>
  <inkml:trace contextRef="#ctx0" brushRef="#br0" timeOffset="49417.8266">2654 4638 0,'0'0'16,"0"0"-16,0 0 15,25-24-15,-25 24 0,0 0 47,0 0-47,0 0 0,0-25 0,0 25 0,0 0 0,0 0 0,25 0 0,-25 0 0,0 0 0,25 0 0,-25 0 0,0 0 0,0 0 0,24 0 0,-24 0 0,0 0 0,25 25 0,-25-25 0,0 0 0,25 0 0,-25 0 0,0 0 0,0 24 16,0-24-16,25 0 15,-25 25-15,0-25 0,0 25 0,0-25 0,0 25 0,0-25 0,0 25 16,0-25-16,0 24 0,0-24 0,0 0 0,0 25 0,0-25 0,0 0 0,-25 25 62,25-25-62,0 0 0,0 25 0,-25-25 0,25 0 0,0 25 0,0-25 0,0 0 0,-25 0 0,25 25 0,0-25 0,0 0 0,0 0 0,0 0 0,0 0 0,0 0 0,0 0 0,0 0 16,0 0-16,0 0 0,0 0 0,0 0 16,0 0-16,0 0 0,0 0 0,0 0 0,25 0 0,-25 0 0,0 0 0,0 0 0,25 0 15,-25 0-15,0 0 0,25 0 0,-25 0 0,0 0 0,0 24 0,25-24 16,-25 0-16,0 0 15,0 0-15,24 25 0,-24-25 0,0 0 0,0 0 0,0 25 0,0-25 0,0 0 16,0 0-16,0 25 0,0-25 0,0 0 0,0 25 0,0-25 0,0 0 16,0 0-16,0 24 15,0-24-15,0 0 0,-24 0 0,24 25 0,0-25 0,0 0 0,0 0 0,-25 0 0,25 25 16,0-25-16,-25 0 0,25 0 0,0 0 0,0 0 0,-25 0 15,25 0-15,0 0 16,0 0-16,-25 0 0,25 0 0,0 0 0,0 0 0,0 0 0,0 0 0,0 0 16,-24-25-16,24 25 0,0 0 0,0 0 0,0-25 0,0 25 15,0 0-15,0-24 16,24 24-16,-24 0 0,0-25 0</inkml:trace>
  <inkml:trace contextRef="#ctx0" brushRef="#br0" timeOffset="49884.8533">2952 4713 0,'0'0'0,"0"0"0,0 0 15,0 0-15,25 0 0,-25-25 0,0 25 0,0 0 0,0 0 0,24 0 16,-24 0-16,0-25 0,0 25 0,0 0 0,25 0 16,-25 0-16,0 0 0,0 0 0,25 0 0,-25 0 15,0 0-15,0 25 0,25-25 0,-25 0 0,0 0 0,25 0 0,-25 25 0,0-25 31,0 0-31,0 25 0,0-25 0,0 0 0,0 24 0,0-24 0,0 0 0,0 25 0,0-25 16,0 0-16,-25 25 0,25-25 0,0 25 0,0-25 0,0 0 0,0 25 31,0-25-31,-25 25 0,25-25 0,0 0 0,-25 24 0,25-24 0,0 0 0,0 25 0,-25-25 16,25 0-16,0 25 0,0-25 0,0 0 0,0 0 0,0 25 0,0-25 0,0 0 15,0 0 1,0 25-16,0-25 0,0 0 0,-24 0 0,48 0 0,-24 24 0,0-24 0,0 0 0,0 0 16,0 0-16,0 0 0,0 0 0,0 0 15,25 0-15,-25 0 0,0 0 0,0 25 0,0-25 0,25 0 0,-25 0 0,0 0 31,25 25-31,-25-25 0,0 0 0,25 0 0,-25 0 0,24 25 0,-24-25 0,0 0 16,25 0-16,-25 0 0,0 0 0,25 0 0,-25 25 0,0-25 0,0 0 0,0 0 16,25 0-1,-25 0-15,0 0 0,0 0 0</inkml:trace>
  <inkml:trace contextRef="#ctx0" brushRef="#br0" timeOffset="50167.8695">2654 5432 0,'0'0'0,"25"0"15,-25 0-15,0 0 0,0 0 0,0 0 0,0 0 0,25 0 0,-25 0 32,0 0-32,25 0 0,-25 0 0,0 0 0,24 0 0,1 0 0,-25 0 0,25-25 0,-25 25 0,25 0 0,-25 0 15,25 0-15,-1 0 0,-24 0 0,25 0 0,-25 0 0,25 0 16,-25 0 31,25 0-47,0 0 0,-25 0 0,24 0 0,-24 0 0,25 0 0,-25 0 0,25 0 0,-25 0 0,25 0 0,-25 0 0,0 0 0,25 0 0,-25 0 0,0 0 0,24 0 0,-24 0 0,0 0 0</inkml:trace>
  <inkml:trace contextRef="#ctx0" brushRef="#br0" timeOffset="50388.8821">3522 5011 0,'0'0'0,"0"0"0,0-25 15,0 25-15,-25 0 0,25 0 0,0 0 0,0 0 0,0 0 0,0 0 31,0 0-31,0 0 0,0 0 0,0 0 0,0 0 0,25 0 0,-25 25 0,0-25 0,0 0 0,0 0 16,0 24-16</inkml:trace>
  <inkml:trace contextRef="#ctx0" brushRef="#br0" timeOffset="50576.8929">3547 5234 0,'0'0'0,"0"0"0,0 0 15,0 0-15,0 0 0,0 0 0,0 0 0,0 0 0,0 0 0,0-25 63,0 25-63,0 0 0,0 0 0</inkml:trace>
  <inkml:trace contextRef="#ctx0" brushRef="#br0" timeOffset="50989.9165">4564 4614 0,'0'0'0,"0"0"16,0 0 0,0 0-16,0 0 0,0-25 0,0 25 0,0 0 0,0 0 0,0 0 46,0 0-46,0 0 0,0 0 0,0 0 0,0 0 0,0 0 0,0 25 0,0-25 0,0 0 0,0 24 0,0-24 0,0 25 0,0-25 0,0 25 0,0-25 0,0 25 0,25-25 0,-25 25 0,0-25 16,0 24-16,0-24 16,0 25-16,0-25 0,0 25 0,0-25 0,0 25 0,0-25 0,0 25 15,0-25-15,0 0 0,0 25 0,0-25 0,0 24 0,0-24 0,0 0 31,0 0-31,0 25 0,0-25 0,0 0 0,0 0 0,0 25 0,0-25 0,0 0 0,0 0 16,0 0-16,0 0 0,0 0 0,0 0 0,0 0 0,0 0 0,0 0 31,0 0-31,0 0 0,-25 0 0,25 0 0,0 0 16,0-25-16</inkml:trace>
  <inkml:trace contextRef="#ctx0" brushRef="#br0" timeOffset="51330.936">4539 4614 0,'0'0'0,"0"0"0,0 0 31,0-25-31,0 25 0,0 0 0,25 0 0,-25 0 0,0 0 0,0 0 0,0 0 16,0 0-16,25-25 0,-25 25 0,0 0 0,0 0 0,0 0 0,0 0 0,25 0 0,-25 0 31,0 0-31,0 0 0,24 0 0,-24 0 0,0 0 0,25 0 0,-25 0 0,0 25 47,25-25-47,-25 0 0,0 0 0,25 25 0,-25-25 0,0 0 0,25 24 0,-25-24 0,0 25 0,24-25 0,-24 25 0,0-25 0,0 25 0,0 0 0,0-25 0,25 24 0,-25-24 0,0 25 16,0-25-16,0 25 15,0-25-15,0 25 0,0-25 0,0 25 0,0-25 0,0 25 0,0-25 0,0 24 0,0-24 16,0 25-16,-25-25 0,25 0 0,0 25 0,0-25 15,0 25-15,-24-25 16,24 0-16,0 25 0,0-25 0,-25 24 0,25-24 0,0 0 0,0 25 0,-25-25 62,25 0-62,0 0 0,-25 25 0,25-25 0,0 0 0,0 0 0,-25 0 0,25 0 0,0 0 0,-24 0 0,24 0 0</inkml:trace>
  <inkml:trace contextRef="#ctx0" brushRef="#br0" timeOffset="51426.9415">4514 4986 0,'0'0'0,"0"0"15,0 0-15,0 0 0,0 0 0,0-25 0,0 25 0,0 0 31,0 0-31,0 0 0,0 0 0,0 0 0,25 0 0,-25 0 0,0-25 0,0 25 16,25 0-16,-25 0 0,25 0 0,-25 0 0,25 0 0,-25 0 0,0 0 0,24 0 16,-24 0-16,25-25 15,-25 25-15,25 0 0,0 0 0</inkml:trace>
  <inkml:trace contextRef="#ctx0" brushRef="#br0" timeOffset="51893.9682">4911 4787 0,'0'-25'0,"0"25"0,0 0 16,0 0-16,0 0 0,0 0 0,0 0 0,0 0 0,0 0 0,0 0 16,0 0-16,0 0 15,0 0-15,0 0 0,0 25 0,0-25 0,0 0 0,0 25 0,0-25 16,0 25-16,0-25 0,25 0 0,-25 25 0,0-25 0,0 25 0,0-25 15,0 24 1,0-24-16,0 0 0,0 25 0,0-25 16,0 25-16,0-25 0,0 0 0,0 25 0,0-25 15,0 0-15,25 0 0,-25 25 0,0-25 0,0 0 0,0 0 0,0 0 0,0 24 0,0-24 0,25 0 16,-25 0-16,0 0 0,0 0 0,0 0 0,0 0 0,0 0 0,25 0 15,-25 0 1,0 0-16,0 0 0,0 0 0,0-24 0,24 24 0,-24-25 0,0 25 16,0 0-16,0-25 0,0 25 0,0-25 0,25 25 0,-25-25 0,0 25 0,0 0 15,0-24-15,0 24 16,0-25-16,0 25 0,0-25 0,0 25 0,0 0 0,0-25 0,0 25 15,0 0-15,0 0 0,25 0 0,-25 0 0,0 0 0,-25 0 0,25 0 0,0 0 32,0 0-32,0 0 0,0 0 0,0 0 0,0 0 0,25 0 0,-25 25 0,0-25 0,0 0 0,0 0 15,0 0-15,0 0 0,0 25 16,0-25-16,0 0 0,0 25 0,0-25 15,0 24-15,0-24 0,0 0 0,0 25 0,25-25 0,-25 0 0,0 25 16,0-25-16,0 0 0,0 25 0,25-25 0,-25 0 0,0 0 0,0 0 0,24 0 16,-24 0-16,0 0 15,0 0-15</inkml:trace>
  <inkml:trace contextRef="#ctx0" brushRef="#br0" timeOffset="52322.9926">5457 4837 0,'0'0'0,"0"-25"31,0 25-31,0 0 0,-25 0 0,25 0 0,0 0 0,0 0 0,0-25 0,-25 25 16,25 0-16,0 0 0,0 0 0,-24 0 0,24 0 0,0 0 0,0 0 0,0 25 16,-25-25-1,25 0-15,0 0 0,0 0 0,0 0 0,-25 25 0,25-25 0,0 0 0,0 0 16,0 25-16,-25-25 0,25 0 0,0 25 0,0-25 0,0 24 0,0-24 15,0 0-15,0 25 0,0-25 16,0 25-16,0-25 0,0 0 0,25 25 0,-25-25 0,0 25 0,0-25 16,0 0-16,0 0 0,0 24 0,0-24 0,0 0 0,0 0 0,0 0 15,0 0-15,0 0 16,0 0-16,0 0 0,0 0 0,25 0 0,-25 0 0,0 0 0,0 0 15,0-24-15,25 24 0,-25 0 0,0 0 0,0 0 0,0-25 0,24 25 16,-24 0 0,0-25-16,0 25 0,25 0 0,-25-25 0,0 25 0,0 0 0,0-25 0,0 25 15,25 0-15,-25 0 0,0 0 0,0 0 0,0 0 0,0 0 0,0 0 31,0 0-31,0 0 0,0 0 0,0 0 0,0 0 0,0 25 0,0-25 0,0 0 16,0 0-16,0 25 16,0-25-16,0 25 0,0-25 0,0 0 0,0 25 0,0-25 0,0 0 0,0 24 0,0-24 0,0 0 15,0 25-15,0-25 0,-25 0 0,25 0 0,0 25 0,0-25 0</inkml:trace>
  <inkml:trace contextRef="#ctx0" brushRef="#br0" timeOffset="52550.0055">5011 4614 0,'0'0'15,"0"0"1,0 0-16,0 0 0,0 0 0,0-25 0,24 25 0,-24 0 0,0 0 0,0 0 15,0 0-15,0 0 0,0 0 0,25 0 0,-25 0 0,0 0 0,0 0 16,25 0-16,-25 25 16,25-25-16,-25 0 0,0 0 0,25 24 0,-25-24 0,24 0 0,-24 25 15,0 0-15,0-25 0,25 25 0,-25-25 0,0 25 0,0-1 0,0 1 0,0 0 16,0 0-1,0-25-15,-25 25 0</inkml:trace>
  <inkml:trace contextRef="#ctx0" brushRef="#br0" timeOffset="52709.0148">5060 5333 0,'0'0'0,"0"0"15,0 25-15,0-25 0,0 0 16,0 0-16,0 0 0,0 0 0,0 0 0,0 0 16,0 0-16,0 0 0,0 0 0,0 0 0,0-25 0,0 25 0,0 0 0,0 0 15,0 0-15,0 0 0,25 0 0,-25 0 0,0-25 16</inkml:trace>
  <inkml:trace contextRef="#ctx0" brushRef="#br0" timeOffset="53435.0563">6176 4787 0,'0'0'0,"0"0"0,0 0 15,0 0-15,-24 0 0,24 0 0,0 0 0,0 0 0,0 0 0,0 0 0,0 25 16,0-25-16,0 0 0,0 0 0,0 25 15,0-25-15,0 0 0,0 25 0,0-25 16,0 25-16,0-25 0,0 24 0,0-24 0,0 0 0,0 25 0,0-25 0,0 25 31,0-25-31,0 0 0,0 0 0,0 25 0,0-25 0,0 0 0,0 0 0,24 0 0,-24 0 0,0 25 0,0-25 16,0 0-1,-24 0-15,24 0 0,0 0 0,0 0 0,0 0 0,0 0 0,0 0 16,0 0-16,0 0 0,0 0 0,0 0 0,0 0 0,0-25 0,0 25 0,0 0 16,0 0-16,0 0 0,0-25 0,0 25 15,24 0-15,-24-25 0,0 25 0,0 0 16,0-25-16,0 25 0,0-24 0,25-1 0,-25 25 0,0-25 0,0 25 0,0-25 15,25 25-15,-25-25 0,0 25 0,25 0 16,-25-25-16,0 25 0,0 0 0,25 0 0,-25 0 31,0 0-31,0 0 0,24 0 0,-24 0 0,0 0 0,0 25 0,0-25 0,25 0 0,-25 25 0,0-25 0,0 25 16,0-25-16,0 25 0,0-25 0,0 25 0,0-25 0,25 24 0,-25-24 15,0 0-15,0 25 16,0-25-16,0 25 0,-25-25 0,25 0 0,0 25 0,0-25 0,0 0 0,0 0 0,0 25 16,0-25-1,0 0-15,0 0 0,0 0 0,0 24 0,0-24 0,0 0 0,0 0 0,0 0 0,0-24 0,0 24 16,0 0-16,0 0 0,0 0 0,0 0 0,0-25 15,0 25-15,25 0 16,-25-25-16,0 25 0,0-25 0,0 25 0,25-25 0,-25 25 0,0-24 0,0-1 16,25 25-16,-25-25 0,0 25 0,24-25 0,-24 25 0,0 0 0,25-25 15,-25 25-15,0 0 16,25-25-16,-25 25 0,0 0 0,0 0 0,25 0 0,-25 0 0,0 0 0,0 0 15,25 0-15,-25 25 0,0-25 0,0 0 0,0 25 0,0-25 16,24 25-16,-24-25 16,0 0-16,0 25 0,0-25 0,0 25 0,0-25 0,0 24 0,0-24 0,0 0 0,0 25 15,0-25 1,0 25-16,0-25 0,0 25 0,0-25 0,0 0 0,25 0 0,-25 25 15,0-25-15,0 0 0,25 0 0,-25 0 0,25 0 0,-25 0 0,25 0 0,-25 0 16,24 0-16,-24 0 0,25 0 0</inkml:trace>
  <inkml:trace contextRef="#ctx0" brushRef="#br0" timeOffset="53869.0812">6921 4812 0,'0'0'0,"0"0"0,0-25 0,0 25 0,0 0 0,-25-25 0,25 25 0,0 0 0,0-24 0,-25 24 16,25 0-16,0-25 0,-25 25 15,25 0-15,0 0 0,-25-25 0,25 25 0,0 0 0,0 0 0,-25 0 0,25 0 16,0 25-16,0-25 0,0 0 0,-24 0 0,24 25 0,0-25 0,0 0 16,-25 24-1,25-24-15,0 25 0,0 0 0,0-25 0,0 25 0,-25-25 0,25 25 0,25 0 0,-25-25 0,0 24 16,0-24-16,0 25 0,0-25 0,0 25 15,0-25-15,0 25 0,0-25 0,0 0 0,0 25 0,0-25 16,0 0-16,25 0 16,-25 0-16,0 0 0,0 24 0,0-24 0,0 0 0,0 0 0,24 0 15,-24-24-15,0 24 0,0 0 0,0 0 0,25 0 0,-25 0 0,0-25 16,25 25-1,-25 0-15,0-25 0,0 25 0,0-25 0,25 25 0,-25 0 0,0-25 0,0 25 0,0-24 16,0 24-16,0 0 0,0-25 0,25 25 0,-25 0 0,0 0 0,0-25 31,-25 25-31,25 0 0,0 0 0,0 0 0,0 0 0,0 0 0,0 0 0,0 25 0,0-25 16,0 0-16,0 25 0,0-25 0,0 0 0,0 24 0,0-24 0,0 0 15,0 25 1,0-25-16,25 25 0,-25 0 0,0-25 0,0 25 0,0-25 0,0 24 0,0-24 31,0 25-31,0-25 0,25 25 0,-25-25 0,0 25 0,0-25 0,24 0 0,-24 0 0,0 25 0,0-25 0,25 0 0,-25 0 16,0 0-16,25-25 0,-25 25 0,0 0 0</inkml:trace>
  <inkml:trace contextRef="#ctx0" brushRef="#br0" timeOffset="54315.1067">7838 4440 0,'-25'0'0,"25"0"15,0 0-15,-24 0 0,24 0 0,0-25 0,0 25 0,-25 0 0,25 0 0,0 25 32,0-25-32,-25 0 0,25 0 0,0 0 0,0 0 0,0 25 0,0-25 0,0 0 0,0 25 0,0-25 15,0 24-15,0 1 0,0-25 0,-25 25 0,25 0 0,0 0 16,0-25-1,25 24-15,-25 1 0,0 0 0,-25 0 0,25 0 0,25-1 0,-25-24 0,0 25 16,0 0-16,0 0 0,0 0 0,0-25 0,0 25 0,0-25 0,0 24 16,0 1-16,0-25 15,0 25-15,0-25 0,0 25 0,0-25 0,0 25 0,0-25 0,0 0 0,0 24 0,0-24 16,0 0-16,0 0 0,0 0 16,-25 0-16,25 0 0,0 25 0,0-25 0,0 0 0,0 0 0,0-25 15,0 25-15,0 0 0,0 0 0,0 0 16</inkml:trace>
  <inkml:trace contextRef="#ctx0" brushRef="#br0" timeOffset="54478.116">7615 4862 0,'0'0'0,"0"0"0,0 0 0,0-25 0,0 25 16,0 0-16,0 0 0,0 0 0,0-25 0,0 25 0,0 0 15,0 0-15,25 0 0,-25 0 16,0 0-16,0-25 0,25 25 0,-25 0 0,0 0 0,24 0 0,-24 0 16,25 0-16,-25 25 0,0-25 0,0 0 0,25 0 0,-25 0 0,0 25 15,25-25-15,-25 0 16,0 25-16,0-25 0,25 25 0,-25-25 0,0 24 0,0-24 0,0 25 0</inkml:trace>
  <inkml:trace contextRef="#ctx0" brushRef="#br0" timeOffset="54744.1312">7813 5085 0,'0'0'0,"0"0"0,0-25 15,0 25-15,0 0 0,-24 0 0,24-25 0,0 25 0,0-24 0,0 24 32,0 0-32,24-25 0,-24 25 0,0-25 0,0 25 0,0 0 0,25-25 0,-25 25 0,0-25 15,0 25-15,25-24 0,-25 24 0,0 0 0,25 0 0,-25 0 0,0 0 16,0 0-1,0 0-15,25 0 0,-25 0 0,0 0 0,0 0 0,24 0 0,-24 0 16,0 0-16,0 24 0,25-24 0,-25 0 0,0 25 0,25-25 16,-25 0-16,0 25 0,0-25 0,0 0 15,25 25-15,-25-25 0,0 0 0,0 25 0,0-25 0,0 0 0,0 24 0,0-24 16,25 0-16,-25 25 0,0-25 0,0 0 0,0 25 0,0-25 15,0 0 1,0 25-16,0-25 0,0 0 0,0 0 0,0 0 0,0 0 0,25 25 0,-25-25 0,0-25 0,24 25 16</inkml:trace>
  <inkml:trace contextRef="#ctx0" brushRef="#br0" timeOffset="55242.1597">8334 4911 0,'0'-24'0,"-24"24"0,24 0 16,0-25-16,0 25 0,-25 0 0,25-25 0,0 25 0,-25 0 0,25 0 15,0-25 1,-25 25-16,25 0 0,0 0 0,-25 0 0,25 0 0,-24 0 0,24 0 0,0 0 16,0 0-16,-25 0 0,25 0 0,0 0 0,0 25 0,0-25 0,0 0 15,0 0-15,-25 25 16,25-25-16,0 25 0,0-25 0,0 0 0,0 24 0,0-24 0,0 25 15,0-25-15,0 25 0,0-25 0,0 0 0,0 25 0,0-25 0,0 0 0,0 25 32,0-25-32,0 0 0,0 24 0,0-24 0,25 0 0,-25 0 0,0 25 0,0-25 15,0 0-15,0 0 0,0 0 0,25 0 0,-25 0 0,0 0 0,24 0 0,-24 0 16,0 0-16,25 0 15,-25 0-15,0-25 0,25 25 0,-25 0 0,25-24 0,-25 24 32,0 0-32,0-25 0,25 25 0,-25 0 0,0-25 0,24 25 0,-24-25 0,0 25 0,0 0 0,0-25 0,0 25 0,0-24 15,0 24-15,0 0 0,0 0 0,0-25 0,-24 25 16,24 0-16,0 0 0,0 0 0,0 0 0,0 0 0,0 0 0,0 0 15,0 0-15,0 0 0,0 0 0,0 25 0,0-25 0,0 0 16,0 0 0,0 0-16,0 0 0,0 24 0,0-24 0,0 0 0,0 0 0,0 25 0,0-25 0,0 0 15,0 25-15,0-25 0,0 0 0,0 25 0,0-25 16,0 0-16,0 0 0,0 25 0,0-25 15,0 0-15,0 24 0,0-24 0,0 0 0,24 0 0,-24 25 0,0-25 0,0 0 16,0 0-16,25 0 16,-25 0-16,0 0 0,25 0 0,-25 0 0,0 0 0,25 0 15,-25 0-15,0-25 0,0 25 0,25 0 0,-25 0 0</inkml:trace>
  <inkml:trace contextRef="#ctx0" brushRef="#br0" timeOffset="55634.1821">8533 4762 0,'0'0'0,"0"0"16,0 25-16,0-25 0,0 0 0,0 0 0,0 25 0,0-25 0,0 0 15,0 25-15,0-25 0,0 0 16,0 25-16,0-25 0,0 0 0,0 25 0,0-25 0,0 0 0,0 24 16,0-24-16,0 25 15,0-25-15,0 0 0,0 25 0,0-25 0,0 0 0,0 0 0,0 25 16,0-25-1,25 0-15,-25 0 0,0 0 0,0 0 0,0 25 0,0-25 0,0 0 0,0 0 0,0 0 0,0 0 0,0 0 16,24-25-16,-24 25 0,0 0 0,0 0 0,0 0 0,0-25 16,0 25-16,25 0 15,-25-25-15,0 25 0,0 0 0,25-25 0,-25 25 0,0-24 0,25 24 0,-25 0 16,25-25-16,-25 25 0,0 0 0,0-25 0,24 25 0,-24 0 0,0 0 15,0 0-15,25 0 16,-25 0-16,0 0 0,0 0 0,0 0 0,0 0 0,25 0 0,-25 0 16,0 0-16,0 0 0,0 25 0,0-25 0,0 0 0,25 0 0,-25 25 0,0-25 31,0 0-31,0 24 0,0-24 0,0 0 0,0 25 0,0-25 15,25 0-15,-25 0 0,0 25 0,0-25 0,0 0 0,0 0 0,0 25 16,0-25-16,0 0 0,0 0 0,0 0 0,0 0 0,0 0 47,0 0-47,0 0 0,0 0 0,0 0 0</inkml:trace>
  <inkml:trace contextRef="#ctx0" brushRef="#br0" timeOffset="55879.196">8161 4614 0,'0'0'16,"0"0"-16,0-25 15,0 25-15,0 0 0,0 0 0,0-25 0,0 25 0,0 0 0,0 0 16,0-25-16,0 25 0,25 0 0,-25 0 0,0 0 0,24 0 0,-24-25 15,25 25-15,-25 0 16,25 0-16,-25 0 0,25 0 0,0 0 0,-25 0 0,24 0 0,-24 0 16,25 0-16,-25 25 0,0-25 0,25 0 0,-25 25 0,0-25 0,0 25 0,25-25 31,-25 25-31,0-1 0,0 1 0,0 0 0,0-25 0,0 25 0,25 0 0,-25-1 0,-25 1 15</inkml:trace>
  <inkml:trace contextRef="#ctx0" brushRef="#br0" timeOffset="56029.2047">8334 5457 0,'0'0'0,"0"0"0,0 0 16,0 0-16,0 0 0,0 0 0,0 0 0,0 0 16,0 0-16,0 0 15,0 0-15,0 0 0,0 0 0,0 0 0,0 0 0,0-25 0,0 25 0,25 0 0,-25 0 16,0 0-16,0-25 0,0 25 0,0 0 0,0 0 15,0-24-15</inkml:trace>
  <inkml:trace contextRef="#ctx0" brushRef="#br0" timeOffset="57009.2608">9376 4465 0,'0'0'0,"0"0"0,0 0 16,0 0-16,0 0 0,0-25 0,0 25 0,0 0 0,0 0 16,0 0-16,0 0 0,0 0 15,0 0-15,0 25 0,0-25 0,0 0 0,0 25 0,0-25 0,0 24 16,0-24-16,0 25 0,0 0 0,0-25 0,0 25 0,0 0 0,0-1 15,0 1 1,25 0-16,-25 0 0,0-25 0,0 25 0,0-1 0,0 1 0,0 0 0,0-25 0,0 25 16,0 0-16,0-25 0,0 25 0,0-1 0,0 1 0,0-25 15,0 25 1,0-25-16,0 25 0,0-25 0,0 0 0,0 25 0,0-25 0,0 0 0,0 24 15,0-24-15,0 0 0,0 0 0,0 0 0,0 0 0,0 0 0,0 0 16,0 0-16,0 0 16,0 0-16,0-24 0,0 24 0,25 0 0,-25 0 0,0 0 0,0-25 0,0 25 0,0 0 15,25-25-15,-25 25 0,0-25 0,0 25 0,0-25 16,24 25-16,-24-24 0,0 24 15,0-25-15,25 25 0,-25 0 0,0 0 0,25-25 0,-25 25 0,25 0 0,-25 0 16,0-25 0,25 25-16,-25 0 0,24 0 0,-24 0 0,0 0 0,0 0 0,0 0 15,25 0-15,-25 25 0,0-25 0,0 0 0,0 0 0,0 0 0,0 25 0,0-25 31,25 0-31,-25 25 0,0-25 0,0 0 0,0 0 0,0 24 0,0-24 0,0 0 0,25 25 0,-25-25 0,0 0 16,0 25-16,0-25 16,0 0-16,0 25 0,0-25 0,0 0 0,25 25 0,-25-25 15,0 0-15,0 24 0,0-24 0,24 0 0,-24 0 0,0 25 0,0-25 0,0 0 16,25 0-16,-25 0 0,0 0 15,0 0-15,25 0 0,-25 0 0,0 0 0,0 0 0,25 0 16,-25 0-16,0 0 0,0 0 0,25 0 0,-25 0 0,0-25 0,0 25 0,0 0 16,0 0-16,24-24 15,-24 24-15,0 0 0,25-25 0,-25 25 0,0-25 0,25 25 16,-25-25-16,0 25 0,0 0 0,25-25 0,-25 25 0,0-24 0,0 24 0,0-25 15,0 25-15,0 0 0,0-25 16,0 25-16,-25 0 0,25 0 0,0-25 0,0 25 0,0 0 16,0 0-16,0 0 0,0 0 0,0 0 0,0 0 0,0 0 0,0 0 15,0 0 1,0 25-16,0-25 0,0 0 0,0 0 0,-25 0 0,25 25 0,0-25 0,0 0 15,0 0-15,0 25 0,0-25 0,-25 0 0,25 24 0,0-24 0,0 25 0,0-25 16,0 0 0,0 25-16,25-25 0,-25 25 0,0-25 0,0 25 0,0-25 0,0 0 15,25 24-15,-25-24 0,0 0 0,0 25 0,0-25 0,0 0 0,0 0 0,25 0 16,-25 25 15,0-25-31,0 0 0,25 0 0,-25 0 0,0 0 0,24 0 0,-24 0 0,0 0 0,25 0 0,-25 0 0,25 0 0,-25-25 0,0 25 0,25 0 0,-25-25 31,0 25-31,25 0 0,-25-24 0,0 24 0,0-25 0</inkml:trace>
  <inkml:trace contextRef="#ctx0" brushRef="#br0" timeOffset="57209.2722">9947 4614 0,'0'0'0,"0"0"16,0 0-16,0 0 0,0 0 0,24-25 0,-24 25 0,0 0 0,0 0 16,25 0-16,-25 0 0,0 0 0,25 0 0,-25 0 0,25 0 0,-25 0 15,0 0-15,25 0 0,-25 25 16,25-25-16,-25 0 0,0 24 0,24-24 0,-24 25 0,0-25 0,0 25 15,25-25-15,-25 25 16,0 0-16</inkml:trace>
  <inkml:trace contextRef="#ctx0" brushRef="#br0" timeOffset="57397.283">10046 5457 0,'0'0'0,"0"0"15,0 0-15,0 0 0,0 0 0,0 0 0,0 0 0,0 0 0,0 0 16,0 0-1,0 0-15,0 0 0,0 0 0,0 0 0,0 0 0,0 0 0,0 0 0,0 0 16,0 0-16,0 0 0,0-25 0,25 25 0,-25 0 0,0 0 0,0 0 0</inkml:trace>
  <inkml:trace contextRef="#ctx0" brushRef="#br0" timeOffset="57843.3085">10790 4837 0,'0'0'16,"0"-25"-16,0 25 0,0 0 0,-25 0 15,25 0-15,0 0 0,0 0 0,0-25 0,-25 25 0,25 0 0,0 0 16,0 0-16,0 0 0,0 0 0,0 0 0,0 0 16,-24 0-16,24 0 0,0 0 0,0 0 15,0 0-15,24 25 0,-24-25 0,0 0 0,0 0 0,0 25 0,0-25 0,25 25 16,-25-25-16,0 25 0,0-25 0,25 24 0,-25-24 0,0 25 15,25-25-15,-25 25 16,0-25-16,25 25 0,-25-25 0,0 25 0,24-25 0,-24 24 0,0-24 0,0 0 16,0 25-16,25-25 0,-25 0 0,0 25 0,0-25 0,0 0 15,0 0-15,0 25 0,0-25 16,0 0-16,0 0 0,0 25 0,0-25 0,0 0 0,0 0 0,0 0 15,0 0-15,0 0 0,-25 0 0,25 0 0,0 0 16,-24 0-16,24 0 16,0 0-16,-25 0 0,25 0 0,0 0 0,0 0 0,-25 0 0,25 0 0,0 0 15,0 0-15,0 0 0,0 0 0,0 0 0,0 0 0,0 0 0,0-25 16,0 25-16,25 0 15,-25 0-15,0 0 0,0-25 0,25 25 0,-25 0 0,24-25 0</inkml:trace>
  <inkml:trace contextRef="#ctx0" brushRef="#br0" timeOffset="58176.3275">11137 4911 0,'0'-24'0,"0"24"0,0 0 15,0-25-15,0 25 0,0 0 0,0 0 0,0-25 0,0 25 0,0 0 0,0 0 16,-25 0-16,25 0 15,0 0-15,0 0 0,0 0 0,0 0 0,-24 0 0,24 0 0,0 0 16,0 0-16,0 0 0,0 0 0,-25 0 0,25 25 0,0-25 0,0 0 0,0 0 16,0 25-16,-25-25 0,25 0 15,0 24-15,0-24 0,0 0 0,0 25 0,0-25 16,0 25-16,0-25 0,0 25 0,25-25 0,-25 25 0,0-25 0,0 24 0,0-24 62,0 25-62,0-25 0,0 0 0,25 25 0,-25-25 0,0 0 0,0 25 0,0-25 0,0 0 0,0 0 0,24 25 0,-24-25 0,0 0 0,0 0 0,0 0 0,0 0 0,0 0 0,25-25 0,-25 25 0,0 0 0,0 0 0,0 0 16,25-25-1,-25 25-15,0 0 0,0-25 0,0 25 0,0-25 0,0 25 0,0-24 0,0 24 16,0 0-16,0-25 0,0 25 0,0-25 0,0 25 0,0-25 0,0 25 16,-25-25-16,25 25 0,0-24 15</inkml:trace>
  <inkml:trace contextRef="#ctx0" brushRef="#br0" timeOffset="58334.3366">11038 4688 0,'-25'0'0,"25"0"16,0-25-16,0 25 0,0 0 0,25-25 0,-25 25 0,0 0 15,0 0-15,0-24 0,25 24 0,-25 0 0,0 0 0,25 0 0,-25 0 16,0 0-16,24 0 0,-24 0 0,25 0 0,-25 0 0,0 0 0,25 0 15,-25 0 1,25 0-16,-25 24 0,0-24 0,25 0 0,-25 0 0,0 25 0,0-25 0,0 0 0,25 0 16,-25 25-16,0-25 0,0 0 0,24 0 0,-24 0 0</inkml:trace>
  <inkml:trace contextRef="#ctx0" brushRef="#br0" timeOffset="58511.3467">11410 4465 0,'0'0'0,"0"0"0,0 0 16,0 0-16,-25 0 0,25 0 0,0 0 0,0 0 0,0 0 0,0 0 31,0 25-31,0-25 0,-24 0 0,24 24 0,0-24 0,0 25 0,0 0 0,0-25 16,0 25-16,0 0 0,-25-25 0,25 24 0,0 1 0,0 0 0,0-25 0,0 25 15,0 0 1,0-25-16,0 24 0,0-24 0,0 25 0</inkml:trace>
  <inkml:trace contextRef="#ctx0" brushRef="#br0" timeOffset="58938.3711">12229 4762 0,'-25'0'0,"25"0"16,0 0-16,0 0 0,0 0 0,0 0 0,0 0 0,0 0 0,-25 0 0,25 0 16,0 0-16,0 25 0,0-25 0,0 0 0,0 25 0,0-25 15,0 0-15,0 25 0,25-25 16,-25 25-16,0-25 0,0 25 0,0-25 0,0 0 0,25 24 0,-25-24 15,0 25-15,0-25 0,0 0 0,25 25 0,-25-25 0,0 0 0,0 25 16,0-25 0,0 0-16,0 0 0,24 0 0,-24 0 0,0 0 0,0 0 0,0 0 0,25 0 0,-25 0 15,0 0-15,0 0 0,0 0 0,25 0 0,-25-25 0,0 25 16,0 0-1,25-25-15,-25 25 0,0 0 0,25-25 0,-25 25 0,0-24 0,0 24 0,0-25 0,24 25 0,-24-25 16,0 0-16,0 25 16,0-25-16,25 0 0,-25 25 0,0-24 0,0 24 0,0 0 0,0-25 15,25 25-15,-25 0 0,0 0 0,0 0 0,0 0 0,0 0 0,0 0 47,0 0-47,0 25 0,0-25 0,0 0 0,25 0 0,-25 24 0,0-24 0,0 0 0,0 25 0,0-25 0,0 0 0</inkml:trace>
  <inkml:trace contextRef="#ctx0" brushRef="#br0" timeOffset="59323.393">12576 4986 0,'0'0'0,"0"0"31,0 0-31,0 0 0,0 0 0,0 0 0,0-25 0,25 25 0,-25 0 0,0 0 0,0 0 16,25-25-16,-25 25 0,0 0 0,24-25 0,-24 25 0,25 0 0,-25 0 31,0-24-31,25 24 0,-25 0 0,0 0 0,25-25 0,-25 25 0,25 0 0,-25-25 0,0 25 16,24 0-16,-24 0 0,0-25 0,0 25 0,0 0 0,25 0 0,-25-25 15,0 25 1,0 0-16,-25 0 0,25-25 0,0 25 0,0 0 0,0 0 0,0-24 0,-24 24 15,24 0-15,0 0 0,0 0 0,-25-25 16,25 25-16,0 0 0,0 0 0,0 0 0,-25 0 0,25 0 0,0 0 16,0 0-16,0 0 0,0 0 0,0 0 0,-25 25 0,25-25 0,0 0 15,0 24-15,0-24 0,-25 25 0,25-25 0,0 25 0,0-25 16,0 25-1,0-25-15,0 25 0,25-25 0,-25 25 0,0-25 0,0 24 0,0-24 0,0 25 16,0-25-16,0 25 0,0-25 0,25 25 0,-25-25 16,0 0-16,0 25 0,0-25 0,25 0 15,-25 0-15,0 24 0,0-24 0,0 0 0,25 0 0,-25 0 0,0 0 0,0 0 16,0 0-16,24 0 0,-24 0 0,0-24 0,25 24 0,-25 0 15,0 0-15,0-25 16,25 25-16,-25 0 0</inkml:trace>
  <inkml:trace contextRef="#ctx0" brushRef="#br0" timeOffset="59524.4046">12675 4564 0,'-25'0'16,"25"0"-1,0-25-15,-24 25 0,24 0 0,0 0 0,0-25 0,0 25 0,0 0 0,0-24 16,0 24-16,0 0 0,0 0 0,0-25 0,0 25 0,0 0 0,0 0 15,0 0-15,24-25 16,-24 25-16,0 0 0,25 0 0,-25 25 0,0-25 0,25 0 0,-25 0 0,0 25 0,0-25 16,25 24-16,-25-24 15,0 0-15,0 25 0,25-25 0,-25 25 0,0-25 0,0 25 16,24-25-16,-24 0 0,0 0 0</inkml:trace>
  <inkml:trace contextRef="#ctx0" brushRef="#br0" timeOffset="59711.4153">12874 4366 0,'0'0'0,"0"0"16,0 0-16,0 0 0,24 0 0,-24 0 0,0 0 0,0 0 16,25 0-16,-25 0 15,25 0-15,-25 0 0,25 0 0,0 0 0,-25 0 0,24 0 0,1 0 0,0 0 0,-25 0 16,25 0-16,0 0 0,-1 0 0,-24 0 15,25 0-15,0 0 0</inkml:trace>
  <inkml:trace contextRef="#ctx0" brushRef="#br0" timeOffset="60450.4576">14114 4787 0,'-25'0'15,"25"0"-15,0 0 0,0 0 0,-25 0 0,25 0 0,0 0 0,0 0 16,0 0-16,0 0 0,0 0 16,0 25-16,0-25 0,0 0 0,0 0 0,0 25 0,0-25 0,0 25 0,0-25 15,0 25-15,0-25 0,0 24 0,0-24 0,0 25 0,0 0 16,0-25-1,0 25-15,0-25 0,0 25 0,0-25 0,0 24 0,0-24 0,0 25 0,0-25 16,0 0-16,0 25 0,0-25 0,-25 0 0,25 0 0,0 25 0,0-25 0,0 0 16,0 0-1,0 0-15,0 0 0,25 0 0,-25 0 0,0 0 0,0-25 0,0 25 0,0 0 31,0 0-31,0 0 0,0-25 0,0 25 16,0 0-16,0-25 0,0 25 0,0-24 0,25 24 0,-25-25 0,0 0 0,0 25 0,25-25 0,-25 25 0,0-25 0,25 25 0,-25 0 16,0-24-16,24 24 15,-24-25-15,25 25 0,-25 0 0,0 0 0,25 0 0,-25-25 0,0 25 16,25 0-16,-25 0 0,0 0 0,0 25 0,25-25 0,-25 0 0,0 0 15,0 0-15,0 0 16,24 0-16,-24 25 0,0-25 0,0 0 0,0 24 0,0-24 0,0 0 0,0 25 16,0-25-16,0 25 0,-24-25 0,24 0 0,24 0 0,-24 25 15,0-25-15,0 0 16,0 25-16,0-25 0,0 0 0,0 0 0,0 24 0,0-24 0,0 0 0,-24 0 0,24 0 15,0 0-15,0 0 16,0 0-16,0 0 0,0 0 0,0 0 0,0 0 0,0 0 0,0-24 0,24 24 16,-24 0-16,0-25 0,0 25 0,0 0 0,25-25 0,-25 25 15,0-25-15,25 25 0,-25 0 0,0-25 16,25 25-16,-25-24 0,0 24 0,25-25 0,-25 25 0,25 0 0,-25-25 0,0 25 15,24 0-15,-24 0 16,0 0-16,25 0 0,-25 0 0,0 0 0,25 0 16,-25 0-16,0 0 0,0 0 0,25 0 0,-25 25 0,0-25 0,0 0 0,0 25 0,0-25 15,0 0-15,0 24 16,0-24-16,0 0 0,0 25 0,0-25 0,0 0 0,0 25 15,0-25-15,0 0 0,0 25 0,0-25 0,0 0 0,0 25 0,0-25 0,0 0 16,25 24-16,-25-24 16,0 0-16,0 0 0,24 0 0,-24 0 0,25 0 0,-25 0 0,25 0 0,-25 0 15,25 0-15,0 0 0,-25 0 0,24 0 0</inkml:trace>
  <inkml:trace contextRef="#ctx0" brushRef="#br0" timeOffset="60869.4816">14908 4936 0,'0'0'0,"0"0"0,0 0 15,0-25-15,-25 25 0,25 0 0,0-24 0,0 24 16,0 0-16,0-25 15,0 25-15,-25-25 0,25 25 0,0 0 0,0 0 0,0-25 0,-25 25 0,25 0 16,0 0-16,0 0 0,-25 0 0,25 0 0,0 0 0,0 0 0,-24 0 16,24 0-16,0 25 15,0-25-15,-25 0 0,25 25 0,0-25 0,0 0 0,0 25 0,0-25 0,-25 24 16,25-24-16,0 0 0,0 25 0,0-25 0,0 25 0,0-25 15,0 25 1,0-25-16,0 0 0,0 25 0,25-25 0,-25 24 0,0-24 0,0 0 0,0 25 0,0-25 0,0 25 16,0-25-1,0 0-15,25 0 0,-25 25 0,0-25 0,0 0 0,0 0 0,0 0 0,24 0 16,-24-25-1,0 25-15,0 0 0,25 0 0,-25-25 0,0 25 0,25 0 0,-25-25 0,0 25 0,25 0 0,-25-24 16,0 24-16,0-25 0,25 25 0,-25-25 0,0 25 0,0 0 0,0-25 16,0 25-1,0 0-15,0-25 0,0 25 0,0 0 0,0 0 0,0 0 0,0 0 0,0 0 16,0 0-16,0 0 0,0 0 0,0 0 0,0 0 0,0 25 0,0-25 15,0 0 1,0 25-16,0-25 0,0 25 0,0-25 0,0 25 0,0-25 0,0 24 0,0-24 16,0 0-16,0 25 0,0-25 0,0 25 0,24-25 0,-24 0 0,0 0 0,0 25 15,25-25 1,-25 0-16,25 0 0,-25 0 0,25 0 0,-25 0 0,25 0 0,-25 0 0,24 0 15</inkml:trace>
  <inkml:trace contextRef="#ctx0" brushRef="#br0" timeOffset="61365.5099">15801 4390 0,'0'0'0,"0"0"0,0 0 16,0 0-16,0 25 0,0-25 0,0 0 0,0 0 0,0 25 16,0-25-16,0 25 0,0-25 0,-25 25 0,25-25 15,0 24-15,0 1 0,0-25 0,0 25 0,0 0 0,0 0 16,0-1-16,0 1 0,0-25 0,0 25 0,0 0 15,0 0-15,-25-1 0,25 1 0,0-25 0,0 25 16,0 0-16,0-25 0,0 25 0,0-25 16,0 25-16,0-1 0,0-24 0,0 25 0,0-25 0,0 25 0,0-25 0,0 25 31,0-25-31,0 0 0,0 25 0,0-25 0,0 0 0,0 0 0,0 24 0,0-24 0,0 0 15,0 0-15,0 0 16,-25 0-16,25 0 0,0 0 0,0-24 0</inkml:trace>
  <inkml:trace contextRef="#ctx0" brushRef="#br0" timeOffset="61640.5255">15652 4837 0,'0'-25'0,"25"25"32,-25 0-32,0 0 0,0 0 0,0 0 0,0-25 0,24 25 0,-24 0 0,0 0 0,25 0 0,-25 0 15,25 0-15,-25 0 0,25-25 0,-25 25 0,25 0 0,-25 25 0,24-25 16,1 0-1,-25 0-15,25 0 0,-25 25 0,25-25 0,-25 25 0,25-25 0,-25 25 141</inkml:trace>
  <inkml:trace contextRef="#ctx0" brushRef="#br0" timeOffset="61816.5356">15999 5035 0,'-25'0'15,"25"0"-15,0 0 0,0 0 0,0 0 0,0-24 0,0 24 0,0 0 0,0 0 0,0-25 0,0 25 0,0 0 0,0-25 0,0 25 0,0-25 0,25 25 0,-25-25 0,0 25 0,25-24 0,-25 24 0,0-25 0,0 25 0,25 0 16,-25-25-16,0 25 0,0 0 0,24 0 0,-24 0 0,0 0 0,0 0 0,0 0 0,25 0 0,-25 0 0,0 0 0,0 0 0,0 25 0,0-25 16,0 0-16,25 0 0,-25 25 0,0-25 0,0 0 15,0 0-15,0 24 0,0-24 0,0 0 0,0 25 0,0-25 16,0 0-16,0 25 15,0-25-15,0 0 0,0 25 0,0-25 0,25 25 0,-25-25 0,0 0 16,0 24-16,0 1 0,0-25 0,25 25 0,-25 0 0,0-25 0,0 25 78,24-25-78,-24 24 0,25-24 0,-25 0 0,25 0 0,-25 0 0,25 25 0</inkml:trace>
  <inkml:trace contextRef="#ctx0" brushRef="#br0" timeOffset="62319.5645">16570 4986 0,'0'-25'0,"0"25"0,0-25 0,0 25 31,-25-25-31,25 25 0,0-24 0,0 24 0,0 0 0,-25-25 0,25 25 0,0 0 16,0-25-16,-25 25 0,25 0 0,0 0 0,0 0 0,0-25 0,-25 25 15,25 0-15,0 0 0,0 0 16,0 0-16,-24 0 0,24 0 0,0 0 0,0 0 0,-25 25 15,25-25-15,0 0 16,0 0-16,0 0 0,-25 0 0,25 25 0,0-25 0,0 0 0,0 25 0,-25-25 0,25 0 16,0 24-16,0-24 0,0 0 0,0 25 0,0-25 0,0 25 0,0-25 15,0 25-15,0-25 0,0 25 0,0-25 0,0 24 0,0-24 16,0 25-16,0-25 0,0 0 15,0 25 1,0-25-16,0 0 0,0 25 0,0-25 0,25 0 0,-25 25 0,0-25 0,0 0 0,0 0 16,0 0-16,25 0 0,-25 0 0,0 0 0,0 0 0,25 0 0,-25 0 0,24 0 0,-24-25 31,0 25-31,25 0 0,-25 0 0,0-25 0,25 25 0,-25-25 0,0 25 0,0 0 15,25-25-15,-25 25 0,0-24 0,0 24 0,0-25 16,0 25-16,0 0 0,0-25 0,0 25 0,0-25 0,0 25 16,0 0-16,25-25 0,-25 25 0,0 0 15,0 0-15,0-24 0,0 24 0,0 0 0,0 0 0,0 0 0,0 0 0,0 0 16,0 0-16,0 0 0,0 0 0,0 0 0,0 0 0,0 0 0,0 0 15,0 0 1,0 24-16,0-24 0,0 0 0,0 0 16,0 25-16,0-25 0,0 0 0,0 25 0,0-25 0,0 0 15,0 25-15,0-25 0,0 25 0,0-25 0,0 0 0,24 24 0,-24-24 0,0 0 16,0 25-16,0-25 0,0 25 0,0-25 0,0 0 15,0 25-15,25-25 0,-25 0 0,0 0 0,0 0 0,0 0 16,25 0-16,-25 0 0,0 0 0,25 0 0,-25 0 0,0 0 0,25 0 16,-25 0-16,24-25 0,-24 25 15,0 0-15</inkml:trace>
  <inkml:trace contextRef="#ctx0" brushRef="#br0" timeOffset="62725.5877">16793 4837 0,'0'0'0,"0"25"16,0-25-16,-25 0 0,25 0 0,0 0 0,0 25 0,0-25 0,0 0 0,0 0 15,0 24 1,0-24-16,0 0 0,0 25 0,0-25 0,0 0 0,0 25 0,0-25 0,25 25 16,-25-25-16,0 0 0,0 25 0,0-25 0,0 0 0,0 24 0,0-24 15,0 0 1,0 25-16,0-25 0,0 0 0,0 0 0,0 0 0,0 0 0,0 0 0,0 25 15,0-25-15,0-25 0,0 25 0,0 0 0,0 0 0,0 0 0,0 0 0,25 0 16,-25-25-16,0 25 16,0 0-16,0-24 0,0 24 0,0 0 0,24-25 0,-24 25 0,0 0 0,0-25 0,0 25 15,25 0-15,-25-25 16,0 25-16,25 0 0,-25-25 0,25 25 0,-25-24 0,0 24 0,25 0 0,-25 0 31,0 0-31,24-25 0,-24 25 0,0 25 0,0-25 0,0 0 0,0 0 0,0 0 0,0 24 0,25-24 0,-25 0 16,0 0-16,0 25 0,0-25 0,-25 0 0,25 25 0,0-25 15,0 0-15,0 25 16,0-25-16,0 25 0,0-25 0,0 0 0,0 24 0,0-24 0,0 0 0,25 25 62,-25-25-62,0 0 0,0 0 0,0 25 0,0-25 0,0 0 0,0 0 0,0 0 16,0 25-16,0-25 0,25 0 0,-25 0 0,0 0 0,0 0 0,0 0 0,0 0 0,25-25 0,-25 25 0</inkml:trace>
  <inkml:trace contextRef="#ctx0" brushRef="#br0" timeOffset="63011.6041">16594 4614 0,'0'0'0,"0"0"16,0-25-1,0 25-15,0 0 0,0 0 0,0-25 0,0 25 0,0 0 0,0 0 16,25 0-16,-25 0 0,0 0 0,0-25 0,0 25 0,25 0 16,-25 0-16,0 0 0,25 0 0,-25 0 15,0 0-15,0 0 0,25 0 0,-25 0 0,0 0 0,24 0 0,-24 0 0,0 0 16,0 25-16,25-25 0,-25 0 0,0 0 0,25 25 0,-25-25 15,0 25-15,25-25 16,-25 24-16,0-24 0,0 25 0,0-25 0,25 25 0,-25-25 0,0 25 0,0 0 0,0-25 16,0 24-16,0 1 0</inkml:trace>
  <inkml:trace contextRef="#ctx0" brushRef="#br0" timeOffset="63233.6168">16644 5507 0,'0'0'0,"0"0"0,0 0 16,0 0-16,0 0 0,0 0 0,0 0 0,0 0 0,0 0 16,0 0-1,0 0-15,0 0 0,0 0 0,0 0 0,0 0 0,0 0 0,0 0 0,0 0 0,0 0 16,0 0-16,0 0 0,0 0 0,0 0 0,0-25 0,0 25 15,0 0-15,0 0 0</inkml:trace>
  <inkml:trace contextRef="#ctx0" brushRef="#br0" timeOffset="64115.6672">18182 4440 0,'0'0'0,"0"0"15,-25 0-15,25 0 0,0 0 0,0 0 0,0 0 0,0 0 0,0 0 16,0 0-1,0 0-15,0 0 0,0 0 0,0 25 0,0-25 0,0 0 0,0 0 0,0 0 16,0 0-16,0 0 0,0 0 0,0 25 0,0-25 0,0 0 0,0 24 16,0-24-16,0 25 0,-25-25 0,25 25 0,0 0 15,0-25-15,0 25 0,0-1 16,0 1-16,0-25 0,0 25 0,0 0 0,0 0 0,0-25 0,0 24 0,0 1 15,0 0-15,0-25 0,0 25 16,0 0-16,0 0 0,0-25 0,0 24 0,0 1 0,0-25 62,0 25-62,0-25 0,0 25 0,0-25 0,0 0 0,0 0 0,0 25 0,0-25 0,0 0 0,0 0 0,0 0 0,0 0 16,0 0-16,0 0 0,0 0 0,0 0 0,0 0 0,0 0 0,0 0 0,0 0 0,0 0 0,0 0 0,0-25 0,0 25 0,0 0 0,25-25 0,-25 25 0,0 0 0,0-25 0,0 25 16,0 0-16,25-25 0,-25 25 0,0-24 0,0 24 15,0 0-15,25 0 16,-25-25 15,0 25-31,24 0 0,-24 0 0,0 0 0,0 0 0,25 0 0,-25 0 0,0 0 16,25 0-16,-25 0 0,0 0 0,0 0 0,25 0 0,-25 0 0,0 0 0,0 25 0,25-25 15,-25 0-15,0 0 0,0 24 0,24-24 0,-24 25 0,0-25 0,0 0 0,0 25 0,0-25 0,0 25 0,0-25 0,25 25 16,-25-25-16,0 24 0,0-24 0,0 0 0,-25 25 0,25-25 0,0 0 31,0 0-31,0 25 0,0-25 0,0 0 0,-24 0 0,24 0 0,0 0 0,0 0 0,0 0 16,-25 0-16,25 0 0,0 0 0,0 0 0,-25 0 0,25 0 0,0 0 15,0 0 1,-25-25-16,25 25 0,0 0 0,0 0 0,0 0 0,0 0 0,-25 0 15,25-25-15,0 25 0,0 0 0,0 0 0,0 0 0,0 0 0,0 0 0,0 0 16,0 0-16,0 0 16,0 0-16,25 0 0,-25 0 0,0 0 0,0 0 0,25 0 0,-25 25 0</inkml:trace>
  <inkml:trace contextRef="#ctx0" brushRef="#br0" timeOffset="64661.6985">18703 4887 0,'0'0'0,"-25"-25"16,25 25-16,0-25 0,0 25 0,0 0 0,0-25 0,0 25 0,0 0 0,0 0 0,0 0 15,0-25-15,-25 25 0,25 0 0,0 0 16,0 0-16,0 0 0,0 0 15,0 0-15,-25 0 0,25 0 0,0 0 0,0 0 0,0 0 0,0 0 0,0 0 0,-24 25 16,24-25-16,0 0 0,0 0 0,0 0 0,-25 25 16,25-25-16,0 0 15,0 25-15,-25-25 0,25 0 0,0 0 0,0 25 0,-25-25 0,25 0 0,0 0 0,0 24 16,0-24-16,0 0 0,0 25 15,0-25-15,0 0 0,-25 25 0,25-25 0,0 25 0,0-25 0,0 0 0,25 0 16,-25 25-16,0-25 0,0 0 0,0 24 0,0-24 0,0 0 16,0 0-1,0 0-15,25 0 0,-25 0 0,0 0 0,0 0 0,25 0 0,-25 0 0,0 0 16,0 0-16,25 0 0,-25 0 0,0-24 0,0 24 0,24 0 0,-24 0 15,0 0-15,25-25 0,-25 25 16,0 0-16,0 0 0,25-25 0,-25 25 0,0-25 0,0 25 0,25 0 0,-25-25 16,0 25-1,0-24-15,0 24 0,0 0 0,0 0 0,0-25 0,0 25 0,0 0 0,0 0 0,0 0 0,0 0 16,0 0-16,0 0 0,0 0 0,0 0 0,0 0 15,0 0 1,0 25-16,0-25 0,0 0 0,0 0 0,0 0 0,0 24 0,0-24 0,0 0 16,0 0-16,0 25 0,0-25 0,0 0 0,0 25 0,0-25 0,0 0 15,0 25-15,0-25 0,0 0 16,0 0-16,0 25 0,0-25 0,0 0 0,0 24 0,25-24 0,-25 0 15,0 25-15,0-25 0,0 0 0,0 25 0,0-25 0,0 0 16,0 0 0,24 0-16,-24 25 0,0-25 0,0 0 0,25 0 0,-25 0 0,0 0 0,25-25 0,-25 25 15</inkml:trace>
  <inkml:trace contextRef="#ctx0" brushRef="#br0" timeOffset="64978.7166">19075 4837 0,'0'0'16,"0"-25"-16,0 25 0,0 0 16,-25 0-16,25 0 0,0 0 0,0 0 0,0-25 0,0 25 0,0 0 0,-25 0 15,25 0-15,0 0 0,0 25 0,0-25 0,0 0 0,0 0 16,0 0-16,0 0 15,-25 0-15,25 0 0,0 0 0,0 25 0,0-25 0,0 0 0,0 0 16,-24 25-16,24-25 0,0 0 0,0 25 0,0-25 0,0 24 0,0-24 16,0 25-16,0-25 46,0 25-30,0-25-16,0 25 0,0-25 0,0 25 0,0-25 0,0 0 0,24 24 0,-24-24 0,0 0 0,0 25 0,0-25 0,25 0 0,-25 0 0,0 0 0,0 0 0,25 0 0,-25 0 0,0 0 0,0 0 0,25 0 0,-25 0 0,0 0 0,25 0 0,-25 0 16,0-25-1,0 25-15,24 0 0,-24-24 0,0 24 0,0 0 0,0-25 0,0 25 16</inkml:trace>
  <inkml:trace contextRef="#ctx0" brushRef="#br0" timeOffset="65266.7329">18728 4514 0,'0'-24'0,"24"24"16,-24 0-1,0 0-15,0 0 0,0-25 0,0 25 0,0 0 0,25 0 0,-25 0 16,0 0-16,25-25 0,-25 25 0,0 0 0,25 0 0,-25 0 0,0 0 0,25 0 16,-25 0-1,0 0-15,0 0 0,24 0 0,-24 0 0,0 0 0,25 0 16,-25 0-16,0 0 0,0 25 0,25-25 0,-25 0 0,0 0 0,25 25 0,-25-25 0,0 24 0,0-24 15,0 25 1,25-25-16,-25 25 0,0-25 0,0 25 0,0 0 0,0-1 16,0 1-16</inkml:trace>
  <inkml:trace contextRef="#ctx0" brushRef="#br0" timeOffset="65444.7433">18802 5457 0,'0'0'0,"0"0"0,0 0 15,0 0-15,0 0 0,0 0 0,0 0 0,0 0 0,0 0 0,0 0 16,0 0 0,0 0-16,0 0 0,0 0 0,0 0 0,0-25 0,0 25 0,0 0 0,0 0 0,25 0 15,-25-25-15,0 25 0,0 0 0</inkml:trace>
  <inkml:trace contextRef="#ctx0" brushRef="#br0" timeOffset="65986.7743">20092 4638 0,'0'0'0,"0"-24"15,0 24-15,0-25 0,0 25 0,0 0 0,0-25 0,0 25 16,0 0-16,0 0 15,0 0-15,0 0 0,0 0 0,0-25 0,0 25 0,0 0 0,0 0 0,0 0 16,0 0-16,0 0 0,0 0 0,0 0 0,0 0 0,0 0 0,0 0 16,0 0-1,0 0-15,0 25 0,0-25 0,0 0 0,0 25 0,0-25 0,0 25 0,-25-1 0,25-24 16,0 25-16,0 0 0,0 0 0,0-25 0,0 25 0,0-1 15,0 1 1,0 0-16,0-25 0,0 25 0,-25 0 0,25-25 0,0 25 0,0-1 16,0-24-16,0 25 0,0 0 0,0-25 0,0 25 0,0 0 0,0-25 0,0 24 31,0-24-31,0 25 0,0-25 0,-25 25 0,25-25 0,0 25 0,0-25 0,0 0 0,0 25 15,0-25-15,0 0 0,0 0 0,0 0 0,0 0 0,0 0 0,0 0 16,0 0-16,0 0 0,0 0 0,0 0 0,0 0 0,0 0 16,-24 0-16,24-25 15,0 25-15,0 0 0</inkml:trace>
  <inkml:trace contextRef="#ctx0" brushRef="#br0" timeOffset="66138.783">19943 4936 0,'0'0'0,"0"0"0,0 0 0,0 0 0,0 0 0,0 0 0,0 0 0,0 0 0,0 0 0,0 0 0,25 0 0,-25 0 0,0 0 0,25 0 16,-25 0-16,0 0 15,24 0-15,-24 25 0,25-25 0,-25 0 0,25 0 0,0 0 0,-25 0 0,25 0 0,-1 0 16,-24-25-16,25 25 0,0 0 16,0 0-16,-25 0 0,25 0 0,-25 0 0,24-25 15</inkml:trace>
  <inkml:trace contextRef="#ctx0" brushRef="#br0" timeOffset="66599.8093">20414 4564 0,'0'0'0,"0"0"0,0 0 16,0 0-16,0 0 0,0 0 0,0 0 0,0 25 0,0-25 0,0 0 0,0 25 31,0-25-31,-25 24 0,25 1 0,0-25 0,0 25 0,0 0 0,0 0 0,0-25 16,0 24-16,0 1 0,-24-25 0,24 25 0,0 0 0,0 0 0,0-25 15,0 25-15,0-1 16,-25-24-16,25 25 0,0-25 0,0 25 0,0-25 0,0 25 0,0-25 0,0 25 16,-25-25-16,25 24 0,0-24 0,0 0 15,0 0-15,0 25 0,0-25 0,0 0 0,0 0 0,0 0 0,0 0 16,0 0-16,0 0 0,0 0 0,0 0 0,0-25 0,0 25 0,0 0 15,25 0-15,-25-24 16,0 24-16,0 0 0,0-25 0,25 25 0,-25-25 0,0 25 16,0 0-16,24-25 0,-24 25 0,0-25 0,25 25 0,-25 0 0,0 0 0,25-24 15,-25 24 1,0 0-16,0 0 0,25 0 0,-25 0 0,0 0 0,0 0 0,0 0 0,25 0 15,-25 0-15,0 0 0,0 0 0,0 0 0,0 0 0,0 24 0,0-24 0,0 0 32,0 0-32,0 25 0,0-25 0,0 0 0,0 0 0,0 25 0,0-25 0,0 25 15,0-25-15,0 0 0,0 25 0,0-25 0,0 24 0,0-24 0,0 0 0,0 25 16,0-25-1,0 0-15,0 25 0,0-25 0,0 25 0,0-25 0,0 0 0,0 0 16,0 0-16,0 25 0,0-25 0,24 0 0,-24 0 0,0 0 0,25 0 0,-25 0 16,25 0-16,-25 0 0</inkml:trace>
  <inkml:trace contextRef="#ctx0" brushRef="#br0" timeOffset="67128.8396">20960 4911 0,'-25'0'0,"25"0"15,0-24-15,0 24 0,0-25 0,0 25 0,0 0 0,-25-25 0,25 25 0,0-25 16,0 25-16,-24 0 16,24 0-16,0-25 0,0 25 0,-25 0 0,25 0 0,0 0 15,-25 0-15,25 0 0,0 0 0,-25 0 0,25 0 0,0 0 0,0 0 0,-25 0 16,25 0-1,0 0-15,0 25 0,-24-25 0,24 0 0,0 25 0,0-25 0,-25 0 16,25 25-16,0-25 0,0 25 0,0-25 16,0 0-16,-25 24 0,25-24 0,0 25 15,0-25-15,0 25 0,0-25 0,0 25 0,0-25 0,0 25 0,0-25 0,0 24 0,0-24 0,0 25 0,0-25 16,0 0-16,25 0 0,-25 0 0,0 0 0,0 0 15,0 25-15,0-25 16,25 0-16,-25 0 0,0 0 0,0 0 0,0 0 0,24 0 0,-24 0 0,0 0 0,0 0 0,25 0 16,-25-25-1,0 25-15,25 0 0,-25 0 0,0 0 0,0-25 0,25 25 0,-25 0 78,0-24-78,0 24 0,25-25 0,-25 25 0,0 0 0,0-25 0,0 25 0,0-25 0,0 25 0,0-25 0,0 25 0,0 0 0,0-24 0,0 24 0,0-25 16,0 25-16,0 0 0,0 0 0,24 0 0,-24 0 0,0 0 0,0 0 0,0 0 0,0 0 0,0 0 0,0 0 0,0 0 0,0 0 0,0 0 0,-24 25 0,24-25 0,0 0 0,0 0 0,0 24 15,0-24-15,0 25 0,0-25 0,0 0 0,0 25 0,0-25 16,0 25-16,0-25 16,0 0-16,0 25 0,0-25 0,0 0 0,0 24 0,0-24 0,0 25 0,0-25 15,0 0-15,0 25 0,24-25 0,-24 0 0,0 0 0,0 0 16,0 0-16,0 0 15,25 25-15,-25-25 0,0-25 0,25 25 0,-25 0 0,0 0 0,25 0 0,-25 0 16,25-25-16,-25 25 0,24-25 0,-24 25 0,0 0 0</inkml:trace>
  <inkml:trace contextRef="#ctx0" brushRef="#br0" timeOffset="67533.8627">21084 4762 0,'0'0'0,"0"0"0,0 0 0,0 0 0,0 25 0,0-25 16,0 0-1,0 0-15,-25 0 0,25 25 0,0-25 0,0 0 0,0 25 0,0-25 0,0 0 16,0 25-16,0-25 0,0 25 0,0-25 0,0 0 0,0 24 0,0-24 15,0 25 1,0-25-16,0 25 0,0-25 0,-25 0 0,25 25 0,0-25 0,0 25 0,0-25 0,0 0 0,0 0 16,0 24-16,0-24 0,0 0 0,0 0 15,0 0-15,0 0 0,0 0 16,0 25-16,0-25 0,0 0 0,0 0 0,0 0 0,0-25 0,25 25 15,-25 0-15,0 0 16,0 0-16,0-24 0,0 24 0,0 0 0,0-25 0,0 25 0,25 0 0,-25-25 0,0 25 16,0-25-16,0 25 0,25-25 0,-25 25 0,0-24 0,25 24 0,-25 0 15,0-25 1,24 25-16,-24 0 0,0 0 0,25 0 0,-25 0 0,0 0 0,0 0 15,0 0-15,25 0 0,-25 0 0,0 0 0,0 0 0,0 25 0,0-25 0,0 0 16,0 0-16,25 24 0,-25-24 0,0 0 0,0 0 0,0 25 16,0-25-16,0 0 15,0 0-15,0 25 0,-25-25 0,25 0 0,0 0 0,0 25 0,0-25 0,0 0 16,0 0-1,0 25-15,0-25 0,0 0 0,25 24 0,-25-24 0,0 0 0,0 0 0,0 0 16,0 25-16,25-25 0,-25 0 0,24 0 0,-24 0 0,0 0 0,25 0 16</inkml:trace>
  <inkml:trace contextRef="#ctx0" brushRef="#br0" timeOffset="68097.895">21704 4787 0,'0'0'0,"0"0"31,0 0-31,0-25 0,0 25 0,0 0 0,-25 0 0,25 0 0,0 0 0,0 0 0,0 0 16,-25 0-16,25 0 0,0 25 0,-24-25 0,24 0 0,0 0 0,0 25 31,-25-25-31,25 0 0,0 25 0,0-25 0,-25 25 0,25-25 0,0 25 0,0-25 16,0 24-16,0-24 0,0 25 0,0-25 0,0 0 0,0 25 0,0-25 15,0 0-15,0 25 0,0-25 0,0 0 0,0 25 0,25-25 16,-25 0-16,0 0 0,0 0 16,25 0-16,-25 0 0,24 0 0,-24 0 0,0 0 0,25 0 0,-25 0 0,0 0 15,25 0-15,-25-25 0,25 25 0,-25 0 0,0-25 0,25 25 16,-25 0-1,0-25-15,0 25 0,25 0 0,-25-25 0,0 25 0,0 0 0,0-24 0,0 24 0,0 0 16,0-25-16,0 25 0,0 0 0,0-25 0,0 25 16,0 0-16,0 0 0,0 0 15,0 0-15,0 0 0,0 0 0,0 25 0,0-25 0,0 0 0,0 25 0,-25-25 31,25 24-31,0 1 0,0-25 0,0 25 0,0 0 0,0-25 0,0 25 0,0-1 0,0 1 0,0 0 0,-25-25 16,25 25-16,0 0 0,0-1 0,0 1 0,0 0 0,0 0 16,25-25-1,-25 25-15,0-1 0,0 1 0,0 0 0,0 0 0,0-25 0,25 25 0,-25-1 0,0-24 0,0 25 47,0-25-47,0 25 0,0-25 0,24 0 0,-24 25 0,0-25 0,0 0 0,0 0 0,0 0 0,-24 0 0,24 0 0,0 0 0,0 0 0,0 0 0,0 0 16,-25 0-16,25 0 0,0-25 0,-25 25 0,25 0 0,-25 0 15,25-25-15,0 25 0,-25 0 16,25 0-16,0-25 0,0 25 0,0 0 0,0 0 0,0-24 0,0 24 0,0 0 15,0 0-15,0 0 0,0-25 0,0 25 0,0 0 0,25 0 16,-25 0 0,0 0-16,0 0 0,25-25 0,-25 25 0,0 0 0,25 0 0,-25 0 0,0 0 0,25 0 0,-25-25 15,24 25-15,-24 0 0,0 0 0,25 0 0</inkml:trace>
  <inkml:trace contextRef="#ctx0" brushRef="#br0" timeOffset="68807.9356">22151 5110 0,'0'0'15,"0"0"1,0 0-16,0 0 0,0 0 0,0 0 0,0 0 0,0 0 0,0 0 0,0 0 15,0 0-15,0 0 0,0 0 0,24 0 0,-24 0 0,0 0 0,0 0 0,25 0 16,-25 0 0,0 0-16,25 25 0,-25-25 0,0 0 0,25 24 0,-25-24 0,0 0 0,0 25 15,25-25-15,-25 0 0,0 25 0,0-25 0,0 25 0,0-25 0,0 25 16,0-25-1,0 24-15,0-24 0,0 25 0,-25-25 0,25 25 0,0-25 0,-25 0 16,25 25-16,-25-25 0,25 25 0,0-25 0,-25 0 16,25 24-16,0-24 0,0 0 0,-24 0 0,24 25 0,0-25 15,0 0-15,0 0 0,0 0 0,0-25 0</inkml:trace>
  <inkml:trace contextRef="#ctx0" brushRef="#br0" timeOffset="69205.9584">23416 5184 0,'0'0'16,"0"-25"-1,0 25-15,0-24 0,0 24 0,0-25 0,0 25 0,0-25 0,0 0 16,-25 25-16,25 0 0,0-25 0,0 25 0,-25-24 0,25 24 0,0 0 0,-25-25 16,25 25-1,-25 0-15,25-25 0,-24 25 0,24 0 0,-25 0 0,25 0 0,-25 0 0,25 0 16,-25 0-16,25 0 0,-25 0 0,25 0 0,-24 0 0,24 0 0,-25 0 15,25 0 1,-25 25-16,25-25 0,-25 0 0,25 25 0,0-25 0,-25 0 0,25 24 0,0-24 16,0 25-16,0-25 0,0 25 0,0-25 0,0 0 0,0 25 0,0-25 0,0 25 15,25-25 1,-25 0-16,0 24 0,25-24 0,-25 0 0,25 25 0,-25-25 0,25 0 15,-25 0-15,24 0 0,-24 0 0,25 0 0,0 0 0,-25 0 0,25 0 0,0 0 16,-25 0-16,24 0 0,1 0 0,-25-25 0,25 25 16,-25 0-1,25-24-15,-25 24 0,25-25 0,-25 25 0,0-25 0</inkml:trace>
  <inkml:trace contextRef="#ctx0" brushRef="#br0" timeOffset="69409.9701">23540 4638 0,'0'0'0,"0"-24"16,0 24-16,0 0 0,0 0 0,0 0 0,0 0 0,0 0 0,-25 24 0,25-24 0,0 0 15,0 25-15,0-25 0,0 25 0,0-25 0,0 25 0,0 0 0,0-25 32,0 24-32,0 1 0,0 0 0,0-25 0,25 25 0,-25 0 0,0-25 0,0 25 0,0-1 15,0 1-15,0-25 0,0 25 0,0 0 0,0-25 0,0 25 0,0-1 16,0-24-16,0 25 15,24-25-15,-24 25 0,0-25 0,0 25 0,0-25 0,0 0 0,0 0 16,0 0-16,0 0 0,0 0 0,0 0 0,0 0 0,0 0 0,-24 0 16,24 0-1,0 0-15,0-25 0</inkml:trace>
  <inkml:trace contextRef="#ctx0" brushRef="#br0" timeOffset="70221.0162">23416 4911 0,'-25'0'0,"25"-24"16,0 24-16,0 0 0,0 0 0,0-25 0,0 25 0,0 0 0,0 0 16,25 0-16,-25 0 15,0 0-15,0 0 0,24 0 0,-24 0 0,25 0 0,-25 0 0,0 0 16,25 0-16,0 0 0,-25 0 0,25 0 0,-25 0 15,24 25-15,1-25 0,-25 0 0,25 0 0,0 0 0,-25 0 0,25 0 0,-1 24 16,-24-24 0,25 0-16,0 0 0,-25 0 0,25 0 0,0 25 0,-25-25 0,24 0 15,-24 0-15,25 0 0,-25 0 0,0 0 0,0 0 0,25 0 0,-25 0 0,0 0 16,0-25-16,0 25 0,0 0 15,0 0-15,0 0 0,0 0 0,0 0 0,0 0 0,0 0 16,0-24-16,0 24 0,0 0 0,0 0 16,0 0-16,0 0 0,0-25 0,0 25 0,0 0 0,0 0 15,0 0-15,0 0 0,0 0 0,0 0 0,0 0 0,-25 0 0,25 0 0,0 0 16,0 0-16,0 25 0,0-25 15,0 0-15,0 0 0,0 0 0,0 0 0,0 24 16,0-24-16,-25 0 0,25 25 0,0-25 0,0 25 0,25-25 0,-25 0 0,0 25 16,0-25-16,0 25 0,0-25 0,0 24 0,25-24 0,-25 25 15,0-25-15,0 0 16,25 25-16,-25-25 0,0 0 0,0 0 0,25 0 0,-25 25 0,0-25 0,0 0 15,25 0-15,-25 0 0,0 0 0,0 0 0,24 0 0,-24 0 16,0 0-16,0 0 0,0 0 16,25-25-16,-25 25 0,0 0 0,0 0 0,0-25 0,0 25 0,0-25 15,0 25-15,0 0 0,0-24 0,0 24 0,0-25 0,0 25 16,0 0-16,0-25 15,0 25-15,0-25 0,0 25 0,0 0 0,0-25 0,0 25 0,0 0 0,0 0 0,0-24 0,0 24 16,0 0 0,0 0-16,0 0 0,25 0 0,-25 0 0,0 0 0,0 0 0,25 0 0,-25 0 15,0 0-15,25 0 0,-25 0 0,24 0 0,-24 0 0,0 0 0,25 0 16,-25 0-16,0 0 15,25 0-15,-25 24 0,0-24 0,25 0 0,-25 0 0,0 0 0,0 0 0,0 25 16,0-25 0,25 0-16,-25 0 0,0 25 0,0-25 0,0 0 0,0 0 0,0 25 0,0-25 0,0 0 15,0 25-15,-25-25 0,25 0 0,0 0 0,0 0 0,0 0 0,0 24 16,0-24-1,0 0-15,0 0 0,0 0 0,0 0 0,0 25 0,0-25 0,0 0 0,0 0 16,0 0-16,0 0 0,0 0 0,0 0 0,0 0 0,0 0 16,0-25-1,0 25-15,0 0 0,0 0 0,25-24 0,-25 24 0,0 0 0,0-25 0,0 25 0,24 0 31,-24-25-31,0 25 0,0 0 0,0-25 0,25 25 0,-25 0 0,0-25 0,0 25 0,25 0 0,-25 0 0,0 0 0,0-24 0,25 24 16,-25 0 0,0 0-16,0 0 0,0 0 0,25 0 0,-25 24 0,0-24 0,0 0 0,0 0 15,24 0-15,-24 0 0,0 25 0,0-25 0,0 0 0,0 0 0,0 25 16,0-25-16,0 0 15,0 25-15,0-25 0,0 0 0,0 0 0,0 25 0,0-25 0,0 0 0,0 24 16,0-24 0,0 0-16,0 25 0,0-25 0,0 0 0,0 25 0,0-25 0,0 0 0,0 25 0,0-25 15,0 0-15,0 0 0,0 0 0,0 0 0,0 0 0,0-25 0,0 25 31,0 0-31</inkml:trace>
  <inkml:trace contextRef="#ctx0" brushRef="#br0" timeOffset="70715.0447">23837 4638 0,'0'0'0,"0"0"16,0 0-16,0 0 0,0 0 15,0 0-15,0 0 0,0 0 0,0 0 0,0 0 16,0 0-16,0 0 0,0 0 0,0 0 15,0 0-15,0 0 0,0 0 0,0 0 0,0 0 0,0 0 16,0 0-16,0-24 0,0 24 0,25 0 0,-25 0 0,0 0 0,0 0 0,0 0 0,0 0 16,0 0-16,0 0 0,0 0 0,0 0 0,0 0 15,0 0-15,0 0 0,0 0 0,0 0 16,25-25-16,-25 25 0,0 0 0,0 0 0,0 0 0,0 0 15,25 0-15,-25-25 0,0 25 0,0 0 0,25 0 0,-25 0 0,0 0 16,0-25-16,0 25 16,24 0-16,-24 0 0,0 0 0,0-25 0,0 25 0,0 0 0,25 0 0,-25 0 0,0 0 15,0 0-15,0 0 0,0 0 0,0 0 0,0 0 16,0 0-16,25 0 15,-25 0-15,0 0 0,0 0 0,0 0 0,0 0 0,0 0 0,0 0 16,25 0-16,-25 0 16,0 25-16,0-25 0,0 0 15,25 0-15,-25 0 0,0 0 0,24 0 0,-24 25 0,25-25 0,-25 0 0,25 0 0,-25 25 0,25-25 0,0 0 0,-25 0 0,24 25 16,1-25-16,-25 0 0,25 24 0,-25-24 15,25 0-15,-25 0 0,25 0 16,-25 25-16,0-25 0,24 0 0,-24 0 0</inkml:trace>
  <inkml:trace contextRef="#ctx0" brushRef="#br0" timeOffset="71031.0627">24284 4366 0,'0'0'0,"0"0"15,0 0-15,0 0 0,0 0 0,0 0 0,0 0 0,0 0 16,0 0-16,25 0 16,-25 0-16,0 0 0,0 0 0,24 0 0,-24 0 0,0 0 0,25 0 0,-25 0 0,25 0 15,-25 0-15,25 24 0,0-24 0,-25 0 0,24 0 0,-24 25 16,25-25-1,0 25-15,-25-25 0,25 0 0,0 25 0,-25-25 0,24 25 0,1-25 0,-25 24 16,25-24-16</inkml:trace>
  <inkml:trace contextRef="#ctx0" brushRef="#br0" timeOffset="71688.1004">24805 4961 0,'0'0'0,"0"0"16,0 0-16,0 0 0,0 0 0,0-25 0,0 25 0,0 0 0,0 0 0,0 0 16,0-25-16,24 25 0,-24 0 0,0 0 0,0 0 0,0 0 15,0-24-15,0 24 16,0 0-16,0 0 0,0 0 0,0 0 0,0 0 0,0 0 0,-24 0 0,24 0 15,0 0-15,0 0 0,0 0 0,-25 0 0,25 0 0,0 0 0,0 0 16,-25 0 0,25 0-16,0 0 0,-25 0 0,25 0 0,0 24 0,-25-24 0,25 0 0,0 0 15,0 0 1,-24 25-16,24-25 0,0 0 0,0 25 0,0-25 0,0 0 0,-25 25 0,25-25 0,0 25 15,0-25-15,0 0 0,0 24 0,0-24 0,0 0 0,0 0 0,25 0 0,-25 25 32,0-25-32,0 0 0,0 0 0,0 25 0,0-25 0,24 0 0,-24 0 0,0 0 15,0 0-15,25 0 0,-25 0 0,0 0 0,25 0 0,-25 0 0,0 0 0,0 0 31,25-25-31,-25 25 0,0 0 0,25 0 0,-25 0 0,0-25 0,0 25 0,0 0 0,24 0 0,-24-24 16,0 24-16,0 0 0,0-25 16,0 25-16,0-25 0,0 25 0,0 0 0,0 0 0,0-25 0,0 25 0,0 0 15,0 0-15,0 0 0,0 0 16,0 0-16,0 25 0,0-25 0,-24 0 0,24 25 0,0-25 15,0 25-15,0-25 0,0 24 0,0 1 0,0-25 0,-25 25 0,25 0 16,0 0-16,0-1 0,0 1 0,0 0 0,0 0 0,0 0 16,0-1-16,0 1 0,0 0 15,0-25-15,0 25 0,0 0 0,0-1 0,-25 1 0,25-25 0,0 25 0,0 0 16,0-25-16,0 25 0,0-25 15,0 24-15,0-24 0,-25 0 0,25 0 0,0 25 16,0-25-16,0 0 0,0 0 0,-25 0 0,25 0 0,0 0 0,0 0 0,0 0 16,0 0-16,0 0 15,-24-25-15,24 25 0,0 0 0,0 0 0,0-24 0,0 24 0,0 0 16,0 0-16,0-25 0,24 25 0,-24 0 0,0 0 0,0-25 0,0 25 15,25 0-15,-25 0 0,0 0 0,25 0 0,-25 0 0,25-25 16,-25 25-16,25 0 16,-1 0-16,-24 0 0,25 0 0,0 0 0,-25 0 0,25-25 0,0 25 0,-25 0 15,25 0-15,-1-24 16,-24 24-16</inkml:trace>
  <inkml:trace contextRef="#ctx0" brushRef="#br0" timeOffset="72232.1315">25499 4440 0,'0'0'0,"0"25"15,0-25-15,0 0 0,0 0 0,0 0 0,0 0 0,0 25 0,0-25 0,0 0 31,0 24-31,-25-24 0,25 25 0,0-25 0,0 25 0,0 0 0,0-25 16,-24 25-16,24-1 0,0 1 0,0-25 0,0 25 0,-25 0 0,25 0 0,0-1 16,0-24-16,0 25 0,0 0 0,0 0 15,0-25-15,0 25 0,0 0 0,-25-25 0,25 24 16,0-24-16,0 25 0,0-25 0,0 25 0,0-25 0,25 0 0,-25 0 0,0 25 15,0-25-15,0 0 0,0 0 0,0 0 16,0 0-16,0 0 0,0 0 0,0 0 16,0 0-16,-25 0 0,25 0 0,0 0 0,0 0 0,0 0 0,-25-25 0</inkml:trace>
  <inkml:trace contextRef="#ctx0" brushRef="#br0" timeOffset="72361.1389">25226 4812 0,'25'0'0,"-25"0"0,0 0 0,0 0 0,0 0 15,0 0-15,25 0 0,-25 0 0,25 0 0,-25 0 0,25 0 31,-1 0-31,-24-25 0,25 25 0,0 0 0,0 0 0,0 0 0,-1 0 0,-24 0 0,25 0 0,0 0 16,0 0 0,0-25-16,-25 25 0,24 0 0,1 0 0,-25 0 0</inkml:trace>
  <inkml:trace contextRef="#ctx0" brushRef="#br0" timeOffset="72822.1652">25846 4415 0,'0'0'16,"0"0"-1,0 0-15,0 0 0,0 0 0,0 0 0,0 0 0,0 0 0,0 0 0,0 0 0,0 0 16,0 0-16,0 25 0,0-25 0,0 0 0,-24 25 0,24-25 16,0 25-1,0-25-15,0 24 0,0 1 0,0-25 0,0 25 0,0 0 0,-25 0 0,25-1 16,0-24-16,0 25 0,0 0 0,0 0 0,0-25 0,0 25 0,0-25 15,0 24 1,0-24-16,0 25 0,0-25 0,0 25 0,0-25 0,0 25 0,0-25 0,0 25 16,0-25-16,0 0 0,0 0 0,0 25 0,0-25 0,0 0 0,0 0 15,0 0 1,0 0-16,0 0 0,0 0 0,0 0 0,0 0 0,0 0 0,0 0 0,0 0 0,0 0 140,74-125-140,-74 125 0,25 0 0,-25-24 0,0 24 0,25 0 0,-25 0 0,0 0 0,25 0 0,-25 0 0,0 0 0,0 0 0,25 0 0,-25 0 0,0 0 0,0 0 0,0 0 0,0 24 0,0-24 0,24 0 0,-24 0 0,0 25 0,0-25 0,0 25 0,0-25 0,0 0 0,0 25 0,0-25 0,0 25 0,-24-25 0,24 0 0,0 25 0,0-25 0,0 24 0,0-24 0,0 0 0,0 25 31,0-25-31,0 0 0,0 25 0,0-25 0,0 0 0,24 0 0,-24 0 0,0 0 0,0 25 0,25-25 16,-25 0-16,0 0 0,25 0 0,-25 0 0</inkml:trace>
  <inkml:trace contextRef="#ctx0" brushRef="#br0" timeOffset="73379.1971">26293 4738 0,'0'-25'0,"0"25"327,50 25-327,-50-25 0,0 0 0,0-25 0,24 25 0,-24 0 0,0 0 0,0 0 0,25 0 0,-25 0 0,0 0 0,25 0 0,-25 0 0,0 0 0,0 0 0,25 0 0,-25-25 0,0 25 0,25 0 0,-25 0 0,0 0 0,0 0 0,0 0 0,24 25 0,-24-25 0,0 0 0,0 0 0,0 0 0,0 0 0,0 0 0,0 25 0,0-25 0,0 0 0,0 24 0,0-24 0,0 0 0,0 25 16,0-25-16,0 0 0,0 25 0,0-25 0,0 25 0,0-25 15,0 0 1,0 0-16,0 25 0,0-25 0,0 0 0,0 0 0,0 25 0,0-25 0,0 0 0,0 0 16,0 24-1,0-24-15,0 0 0,0 0 16,0 0-16,0 0 0,0 25 0,0-25 0,0 0 0,0 0 0,0 0 0,0 0 0,0 0 0,0 0 0,0 0 0,0 0 15,0 0-15,0 0 0,0 0 0,0 0 0,0 0 16,0 0-16,0 0 0,0 0 0,0 0 16,0 0-16,0 0 0,0 0 0</inkml:trace>
  <inkml:trace contextRef="#ctx0" brushRef="#br0" timeOffset="74601.2668">26442 4762 0,'0'0'0,"0"0"31,0 0-31,0 0 0,0 0 0,0 0 0,0 0 0,0 0 0,0 0 0,0 0 15,0 0-15,0 0 0,0-24 0,0 24 0,0 0 0,0 0 0,0 0 0,0 0 16,0 0 0,0 0-16,0 0 0,0 0 0,0 0 0,0 0 0,0 0 0,0 0 46,0 0-46,0 0 0,-25 0 0,25 0 0,0 0 0,0 0 0,0 0 0,0 0 0,0 0 0,0-25 0,-25 25 0,25 0 0,0 0 0,0 0 0,0 0 0,0 0 0,0 0 0,0 0 0,-25 0 16,25 0-16,0 0 16,0 0-16,0 0 0,0 0 0,0 0 0,0 0 0,-24 0 0,24 0 0,0 0 15,0 0-15,0 0 47,0 0 0,0 0-47,-25 0 0,25 0 0,0 0 0,0 0 0,0 0 0,-25 0 0,25 25 0,0-25 0,0 0 0,0 0 0,0 0 0,0 0 0,-25 0 0,25 0 0,0 24 0,0-24 0,0 0 0,0 0 0,0 0 0,-25 25 0,25-25 0,0 0 0,0 0 0,0 0 0,0 25 0,-24-25 0,24 0 0,0 0 0,0 25 0,0-25 0,0 0 0,0 0 0,0 25 0,0-25 0,0 0 15,0 25-15,0-25 0,0 0 0,0 24 0,0-24 16,0 0-16,0 0 0,49 75 140,-49-75-140,25 0 0,-25 0 0,0 0 0,25 0 0,-25 0 0,0 0 0,25 0 0,-25 0 0,24 0 0,-24 0 0,0 0 0,25 0 0,-25 0 0,0 0 0,25 0 0,-25 0 0,0 0 0,25 0 16,-25 0-16,0 0 0,0 0 0,0 0 0,25 0 0,-25 0 0,0 0 0,0 0 0,0 0 0,0 0 0,0 0 0,0 0 0,24 0 0,-24 0 16,0 0-16,0 0 0,0 0 0,0 0 0,0-25 0,0 25 0,0 0 0,25 0 0,-25 0 0,0 0 0,0-25 0,0 25 15,0 0-15,0 0 0,0-25 16,0 25-16,0 0 0,0-24 0,0 24 93,0 0-93,0-25 0,0 25 0,0-25 0,0 25 0,0-25 16,0 0-16,0 25 0,0-25 0,0 25 0,0 0 0,0-24 0,0 24 0,0 0 0,0 0 0,0 0 0,0-25 0,0 25 16,0 0-16,-25 0 0,25 0 0,0 0 0,0 0 0,0 0 0,0 0 0,0 0 0,0 0 0,0 0 0,0 0 0,0-25 0,0 25 0,0 0 0,0 0 0,0 0 0,0 0 0,0 0 0,0 0 0,0 0 0,0 0 0,0 0 0,0 0 0,0 0 0,0 0 46,-24 0-46,24 0 0,0 0 0,0 0 0,0 0 0,0 0 0,0 0 0,0 0 0,0 0 0,0 0 0,0 0 0,0 0 0,0 0 0</inkml:trace>
  <inkml:trace contextRef="#ctx0" brushRef="#br0" timeOffset="75361.3104">26814 4688 0,'0'0'0,"0"-25"0,0 25 15,0 0-15,0 0 47,0 0-47,0 0 0,0 0 0,0 0 0,0 0 0,0 0 0,0 0 0,0 0 0,0 0 0,0 0 0,0 0 0,0 0 0,0 0 0,0 0 0,0 0 0,0 0 0,0 0 0,0 0 0,0 0 0,0 0 0,0 0 16,0 0-16,0 0 0,0 0 0,0 0 15,-25 25-15,25-25 0,0 0 16,0 0-16,0 0 0,0 25 0,0-25 0,0 0 0,0 25 0,-25-25 0,25 0 47,0 24-47,0-24 0,0 25 0,0-25 0,0 25 15,0-25-15,0 0 0,0 25 0,0-25 0,0 25 0,0-25 0,0 0 0,0 25 0,0-25 0,0 0 0,0 0 0,0 24 0,0-24 0,0 0 0,0 0 0,0 25 0,0-25 0,0 0 16,0 0-1,0 0-15,0 0 0,0 25 0,0-25 0,0 0 0,0 0 16,0 0-16,0 0 0,0 0 0,0 0 0,0 0 0,0 0 0,0 0 0,0-25 31,0 25-31,0 0 0,0 0 0,0 0 0,0-25 0,0 25 0</inkml:trace>
  <inkml:trace contextRef="#ctx0" brushRef="#br0" timeOffset="75535.3204">26888 4539 0,'0'0'16,"0"0"-16,0 0 0,0 0 0,0-25 0,0 25 0,0 0 0,0 0 0,0 0 0,0 0 0,0 0 0,0 0 0,0 0 0,0 0 0,0 0 0,0 0 0,0 0 0,0 0 0,0 0 15,-25 0-15,25 0 0,0 0 0,0 25 0</inkml:trace>
  <inkml:trace contextRef="#ctx0" brushRef="#br0" timeOffset="76352.3671">26318 4539 0,'0'0'31,"0"0"-31,0 0 0,0-25 0,0 25 0,0 0 0,0 0 0,0 0 0,0 0 0,0 0 16,0 0-16,0 0 0,0 0 0,0 0 0,25 0 0,-25 0 0,0 0 15,0 0-15,0 0 47,0 0-47,0 0 0,0 0 0,24 0 0,-24 0 0,0 0 0,0 0 0,0 0 0,0 0 0,0 0 0,0 0 0,0 0 16,0 0-16,0 0 0,0 0 0,0 0 0,25 0 0,-25 0 0,0 0 0,0 25 0,0-25 0,0 0 0,0 0 15,25 25-15,-25-25 0,0 25 0,0-25 0,0 0 0,0 25 0,0-25 0,0 24 47,0-24-47,0 0 0,0 25 0,0-25 0,0 0 0,-25 0 0,25 0 16,0 25-16,0-25 0,0 0 0,0 0 0,-25 25 0,25-25 0,0 0 0,0 0 0,-24 25 0,24-25 0,0 0 0,0 0 15,0 0-15,-25 0 0,25 0 0,0 0 0,0 0 0,-25 0 0,25 0 16,0 0-16</inkml:trace>
  <inkml:trace contextRef="#ctx0" brushRef="#br0" timeOffset="76464.3735">26417 4242 0,'0'0'0,"0"0"0,0 0 0,0 0 0,0 0 0,0 0 0,0 0 0,0 0 0,0 0 0,0-25 0,0 25 0,25 0 15,-25 0-15,25 0 0,-25 0 0,24 0 0,-24 0 16,25 0-16,0 0 0,0 0 47,0 25-47,-1-25 15,1 0-15,0 0 0,-25 0 0,25 24 0,0-24 0,-1 0 0,1 0 0,0 0 0,0 25 0,0-25 0,-25 0 0</inkml:trace>
  <inkml:trace contextRef="#ctx0" brushRef="#br0" timeOffset="77537.4347">27732 4589 0,'0'0'15,"0"0"-15,0 0 0,0 0 0,0 0 0,0-25 0,0 25 0,0 0 16,0 0-16,0 0 16,0 0-16,0-25 0,0 25 0,0 0 0,0 0 0,0 0 0,0-25 0,0 25 15,0 0-15,0 0 0,0 0 0,0 0 0,0 0 0,0 0 16,0 0-16,0 0 15,0 0-15,0 0 0,0 0 0,0 0 0,0 0 0,0 0 0,0 0 0,0 0 16,0 0-16,0 0 0,0 0 0,0 0 0,0 25 0,0-25 16,0 0-1,0 0-15,0 0 0,0 0 0,0 25 0,0-25 0,0 0 0,-25 25 0,25-25 0,0 25 16,0-25-16,0 24 0,0 1 0,0-25 0,0 25 0,0-25 0,-25 25 15,25 0-15,0-25 16,0 24-16,0-24 0,0 25 0,0-25 0,0 25 0,0-25 0,0 25 16,0-25-16,0 25 15,0-25-15,0 25 0,0-25 0,0 24 0,0-24 0,0 0 0,0 25 0,0-25 0,0 25 16,0-25-16,0 0 0,0 25 0,0-25 0,0 0 0,0 0 0,0 0 15,0 25 1,0-25-16,0 0 0,0 0 0,0 0 0,0 0 0,0 0 0,0 0 16,0-25-16,0 25 0,0 0 0,0 0 0,-25 0 0</inkml:trace>
  <inkml:trace contextRef="#ctx0" brushRef="#br0" timeOffset="77677.4427">27508 4837 0,'0'0'0,"0"0"0,25 0 0,-25 0 0,0 0 0,0 0 0,25-25 0,-25 25 16,0 0-16,25 0 0,-25 0 0,25 0 0,-1 0 0,-24 0 15,25 0-15,0 0 16,0 0-16,-25 0 0,25 0 0,-1 0 0,1 0 0,-25 0 0,25 0 0,0 0 16,0 0-16,-25 0 0,24 0 15,1 0-15,-25 0 0</inkml:trace>
  <inkml:trace contextRef="#ctx0" brushRef="#br0" timeOffset="78289.4779">28029 4490 0,'0'0'0,"0"0"16,0 0-16,0 0 0,0-25 0,0 25 0,0 0 0,0 0 0,0 0 0,0 0 15,0 0-15,0 0 0,0 0 16,0 0-16,0 0 0,0 25 0,0-25 0,0 0 0,0 0 15,0 24-15,0-24 0,0 25 16,0-25-16,-25 0 0,25 25 0,0 0 0,0-25 0,0 25 16,0-25-16,0 24 0,0-24 0,0 25 0,0 0 0,0-25 0,0 25 0,0-25 0,0 25 15,0-25-15,0 24 0,0-24 16,0 0-16,0 25 0,0-25 0,0 25 0,0-25 15,0 25-15,0-25 0,0 25 0,0-25 0,0 0 0,0 25 0,0-25 0,0 0 16,0 24-16,-24-24 16,24 0-16,0 0 0,0 25 0,0-25 0,0 0 0,0 0 0,0 0 15,0 0-15,0 0 0,0 0 0,0 25 0,0-25 0,0 0 0,0 0 31,0 0-31,0 0 0,0 0 0,0 0 0,0 0 0,0 0 0,0 0 0,0-25 0,0 25 0,0 0 0,0 0 0,0 0 16,24 0 0,-24 0-16,0 0 0,0 0 0,0-25 0,25 25 0,-25 0 0,0-24 15,25 24-15,-25 0 0,0-25 31,25 25-31,-25 0 0,0-25 0,25 25 0,-25 0 0,0-25 0,25 25 0,-25-25 0,0 25 0,24 0 0,-24 0 0,0-25 0,25 25 0,-25 0 16,0 0-16,0 0 0,0 0 0,25 0 0,-25 0 0,0 0 0,0 25 16,0-25-1,0 0-15,0 0 0,0 0 0,0 0 0,0 25 0,0-25 0,0 0 0,25 0 0,-25 0 0,0 25 16,-25-25-1,25 0-15,0 0 0,0 25 0,0-25 0,0 25 0,0-25 0,0 0 0,0 24 0,0-24 16,0 0-16,0 25 0,0-25 16,-25 0-16,25 25 0,0-25 0,0 0 0,0 25 0,0-25 15,0 0-15,0 25 0,0-25 0,0 0 0,0 0 0,0 24 0,0-24 16,0 0-16,0 0 0,0 0 0,0 0 0,0 0 0,0 0 0,0 0 31,0 0-15,25 0-16</inkml:trace>
  <inkml:trace contextRef="#ctx0" brushRef="#br0" timeOffset="78831.5089">28426 4762 0,'0'0'15,"0"-24"-15,0 24 16,0 0-16,0 0 0,0 0 0,0 0 0,0 0 0,0 0 0,0 0 16,0 0-16,0 0 0,0 0 0,0 0 0,0 0 0,0 0 0,0 24 15,0-24 1,-25 0-16,25 25 0,0-25 0,0 0 0,0 25 0,0-25 0,0 25 0,0-25 0,0 25 0,0-25 15,0 25-15,0-25 16,0 24-16,0-24 0,0 25 0,0-25 0,0 0 0,0 25 0,0-25 0,0 0 16,0 25-16,0-25 15,0 0-15,0 0 0,0 25 0,25-25 0,-25 0 0,0 0 0,0 0 0,0 0 16,25 0-16,-25 0 0,0 0 0,25 0 0,-25-25 0,0 25 0,25 0 15,-25 0 1,0 0-16,24-25 0,-24 25 0,0 0 0,25 0 0,-25-25 0,0 25 0,0 0 16,0-25-16,25 25 0,-25 0 0,0-24 0,0 24 0,0-25 0,0 25 15,0-25-15,0 25 16,0-25-16,0 25 0,0-25 0,0 25 0,0-25 0,0 25 0,0 0 15,0-24-15,0 24 0,0 0 0,0 0 0,0 0 0,0 0 0,0 0 16,0 0 0,0 0-16,0 0 0,0 0 0,0 0 0,0 0 0,0 0 0,0 24 0,0-24 0,0 0 0,0 0 15,0 25-15,0-25 0,0 0 0,0 25 0,0-25 0,0 25 16,0-25-1,0 25-15,-25-25 0,25 0 0,0 25 0,0-25 0,0 0 0,0 24 0,0-24 0,0 0 16,0 25-16,0-25 0,0 0 0,0 25 0,0-25 16,0 0-16,0 0 0,0 25 15,0-25 1,0 0-16,0 0 0,0 0 0,0 0 15,25 0-15,-25 0 0,0 0 0,0 0 0,0 0 0,0 0 0,25 0 0,-25 0 0,0 0 0,0 0 0,25 0 0,-25 0 16,24 0 0,-24 0-16</inkml:trace>
  <inkml:trace contextRef="#ctx0" brushRef="#br0" timeOffset="79111.525">28897 4862 0,'0'-25'0,"0"25"0,0 0 0,0 0 15,0-25-15,-24 25 0,24 0 0,0 0 0,0 0 0,-25 0 0,25 0 16,0 0-1,0 0-15,-25 0 0,25 0 0,0 0 0,-25 0 0,25 0 0,0 0 0,0 0 0,-25 0 16,25 25-16,0-25 0,0 0 0,0 25 0,-24-25 0,24 0 16,0 25-16,0-25 15,0 24-15,0-24 0,0 25 0,0-25 0,0 25 0,0-25 0,0 0 0,0 25 16,0-25-16,0 0 0,0 25 0,24-25 15,-24 0-15,0 24 0,0-24 0,0 25 0,0-25 16,0 0-16,0 0 0,25 0 0,-25 0 0,0 25 0,0-25 0,0 0 0,0-25 16,25 25-1,-25 0-15,0 0 0,0 0 0,0 0 0,25 0 0,-25-25 0,0 25 0,0 0 16</inkml:trace>
  <inkml:trace contextRef="#ctx0" brushRef="#br0" timeOffset="79325.5371">28649 4614 0,'0'-25'0,"0"25"0,0 0 16,0 0-16,0-25 0,0 25 0,0 0 0,25 0 0,-25 0 0,0-25 31,0 25-31,0 0 0,25 0 0,-25 0 0,0 0 0,0 0 0,25 0 0,-25 25 15,0-25-15,0 0 0,25 0 0,-25 0 0,0 25 0,0-25 0,0 0 0,0 25 16,24-25 0,-24 24-16,0-24 0,0 0 0,0 25 0,0-25 0,0 25 0,-24-25 0,24 25 15</inkml:trace>
  <inkml:trace contextRef="#ctx0" brushRef="#br0" timeOffset="79477.5459">28525 5308 0,'0'0'16,"0"0"-1,0 0-15,0 25 0,0-25 0,0 0 0,0 0 0,0 0 0,0 0 0,0 0 16,0 0-16,0 0 0,0 0 0,0 0 0,0 0 0,0 0 0,0 0 16,0 0-1,0 0-15,0 0 0,0 0 0,25 0 0,-25-25 0</inkml:trace>
  <inkml:trace contextRef="#ctx0" brushRef="#br0" timeOffset="80387.5977">29716 4961 0,'25'0'0,"-25"0"0,0 0 16,0 0-16,25-25 0,-25 25 0,24 0 0,-24 0 0,25 0 15,-25-25-15,25 25 16,0 0-16,-25 0 0,25-24 0,-25 24 0,24 0 0,1 0 0,-25-25 0,25 25 16,-25 0-16,25 0 0,-25-25 0,25 25 0,-25 0 0,0-25 15,24 25 1,-24 0-16,0-25 0,25 25 0,-25 0 0,0-25 0,25 25 0,-25-24 0,0 24 15,0-25-15,25 25 0,-25-25 0,0 25 0,0-25 0,0 25 0,0-25 0,0 25 16,0-24 0,0 24-16,0-25 0,0 25 0,0-25 0,-25 25 0,25 0 0,0-25 31,0 25-31,0 0 0,-25 0 0,25-25 0,0 25 0,0 0 0,-25 0 0,25 0 0,0 0 0,-24 0 0,24-24 0,0 24 15,0 0-15,-25 24 0,25-24 0,0 0 0,0 0 0,0 0 0,-25 0 16,25 0 0,0 25-16,0-25 0,0 25 0,0-25 0,-25 25 0,25-25 0,0 25 0,0-25 15,0 24-15,0 1 0,0-25 0,0 25 0,0 0 0,0-25 0,-25 25 16,25-1-16,0-24 15,0 25-15,0 0 0,0-25 0,0 25 0,0-25 0,-24 25 0,24 0 0,0-25 0,0 24 32,0-24-32,0 25 0,0-25 0,0 0 0,-25 25 0,25-25 0,0 0 0,0 0 0,0 25 0,0-25 15,0 0-15,0 0 0,0 0 0,0 0 0,0 0 0,0 0 16,0 25-16,0-25 15,0 0-15,0 0 0,0 0 0,0-25 0,25 25 0,-25 0 0,0 0 16,0 0-16,24 0 0,-24 0 0,0-25 0,25 25 0,-25 0 0,25 0 16,-25-25-16,25 25 15,-25 0-15,25 0 0,-25-25 0,24 25 0,-24 0 0,25 0 0,-25 0 16,0 0-16,0 0 0,25 0 0,-25 0 0,0 0 0,0 0 0,0 0 0,0 0 31,25 0-31,-25 25 0,0-25 0,0 0 0,0 25 0,0-25 0,0 0 16,0 25-16,0-25 0,0 0 0,0 25 0,-25-25 0,25 24 0,0-24 0,0 0 0,0 25 15,0-25-15,0 0 0,0 0 0,0 25 0,0-25 16,0 0-16,25 0 78,-25 25-78,0-25 0,0 0 0,0 0 0,0 0 0,25 0 0,-25 0 0,0 0 0,24 0 0,-24 0 0,0 0 15</inkml:trace>
  <inkml:trace contextRef="#ctx0" brushRef="#br0" timeOffset="80854.6247">30435 4837 0,'0'0'0,"0"0"0,0 0 0,0 0 16,0 0-16,0 0 0,0 0 0,0 0 0,0 0 0,0 0 15,0 0-15,0 0 16,0 0-16,0 0 0,-24 0 0,24 0 0,0 0 0,0 25 0,0-25 16,0 0-16,0 25 0,0-25 0,0 0 0,0 24 0,-25-24 0,25 25 15,0-25 1,0 25-16,0-25 0,0 0 0,0 25 0,0-25 0,0 0 0,0 25 0,0-25 47,0 0-47,0 24 0,25-24 0,-25 0 0,0 25 0,0-25 0,0 0 0,0 0 0,24 0 0,-24 0 0,0 0 0,0 0 0,25 0 0,-25 0 0,0 0 0,25 0 0,-25 0 0,25 0 15,-25 0-15,25 0 0,-25-25 0,0 25 0,24 0 0,-24 0 16,25 0-16,-25-24 0,25 24 15,-25 0-15,25-25 0,-25 25 0,0 0 0,25-25 0,-25 25 0,0-25 0,0 25 16,24 0 0,-24-25-16,0 25 0,0-24 0,0 24 0,0 0 0,0-25 0,0 25 15,0 0-15,0 0 0,0-25 0,0 25 0,0 0 0,0 0 0,0 0 0,0 0 16,-24-25-1,24 25-15,0 0 0,0 0 0,0 0 0,0 0 0,0 0 0,-25 0 0,25 0 16,0 0-16,0 0 0,0 0 0,0 0 0,-25 0 16,25 0-16,0 0 0,0 0 0,0 0 0,0 25 0,-25-25 15,25 0-15,0 25 0,0-25 0,0 0 0,0 25 0,0-25 0,0 0 0,0 24 31,0-24-31,0 25 0,-25-25 0,25 25 0,0-25 0,0 0 0,0 25 0,0-25 0,0 0 47,0 25-47,25-25 0,-25 0 0,0 24 0,0-24 0,0 25 0,0-25 0,0 0 0,0 25 0,0-25 0,25 0 0,-25 0 0,0 25 0,0-25 0,25 0 0,-25 0 0,0 0 0,0 0 16,25 0-1,-25 0-15,24-25 0,-24 25 0,0 0 0,25 0 0,-25-25 0,25 25 16,-25 0-16,25-25 0</inkml:trace>
  <inkml:trace contextRef="#ctx0" brushRef="#br0" timeOffset="81299.6501">30882 4812 0,'0'0'0,"0"0"16,0 25-16,0-25 0,0 0 0,0 0 0,0 0 0,-25 0 0,25 25 0,0-25 15,0 0-15,0 25 0,0-25 16,0 24-16,0-24 0,-25 0 0,25 25 0,0-25 0,0 25 0,0-25 0,0 25 0,0-25 15,0 0-15,0 25 47,0-25-47,0 0 0,0 24 0,0-24 31,0 0-31,0 0 0,0 25 0,0-25 0,0 0 0,0 0 0,0 0 0,0 0 0,0 0 0,0 0 0,0 0 0,0 0 0,0 0 0,0 0 0,0 0 0,0 0 0,0-25 0,0 25 16,0 0-16,25 0 0,-25-24 0,0 24 0,0 0 0,0-25 0,25 25 0,-25-25 0,0 25 16,0 0-16,25-25 0,-25 25 0,0-25 0,24 25 0,-24 0 0,25-24 0,-25 24 0,0 0 0,25-25 0,-25 25 15,0 0 1,0 0-16,25 0 0,-25 0 0,0 0 0,0 0 0,0 0 0,25 0 0,-25 25 0,0-25 15,0 0-15,0 0 0,0 0 0,0 24 0,0-24 0,0 0 0,0 25 16,0-25 0,0 0-16,0 25 0,0-25 0,0 0 0,0 25 0,0-25 0,0 0 0,0 25 15,-25-25-15,25 0 0,0 24 0,0-24 0,0 25 0,0-25 0,0 0 16,0 25-16,0-25 0,0 25 15,0-25-15,0 0 0,25 0 0,-25 25 0,0-25 0,0 0 0,0 0 0,0 0 16,0 24-16,0-24 0,0 0 0,0 0 0,0 0 0,0-24 16,0 24 30,0 0-46,0 0 0</inkml:trace>
  <inkml:trace contextRef="#ctx0" brushRef="#br0" timeOffset="81510.6621">30758 4688 0,'0'0'0,"0"0"0,25-25 16,-25 25-16,0 0 0,0 0 0,0 0 0,24-25 0,-24 25 0,0 0 15,25 0-15,-25 0 16,0 0-16,25 0 0,-25 0 0,25-24 0,-25 24 0,25 0 0,-25 0 0,0 0 15,24 24-15,-24-24 0,0 0 0,25 0 0,-25 0 0,0 25 0,0-25 16,0 0 0,0 25-16,25-25 0,-25 0 0,0 25 0,-25-25 0,25 25 0,0-25 0,0 24 15,0 1-15</inkml:trace>
  <inkml:trace contextRef="#ctx0" brushRef="#br0" timeOffset="81704.6733">30510 5606 0,'0'25'0,"-25"-25"16,25 24-16,0-24 0,-25 0 0,25 0 0,0 25 0,0-25 16,0 0-16,0 0 0,0 0 0,-25 0 15,25 0-15,0 0 0,0 0 0,0 0 0,0 0 0,0 0 0,0 0 16,0 0-16,0-25 0,0 25 15,0 0-15,0 0 0,0-24 16,25 24-16,-25-25 0</inkml:trace>
  <inkml:trace contextRef="#ctx0" brushRef="#br0" timeOffset="81905.6848">30510 4738 0,'0'-25'0,"0"25"0,0 0 16,-25-25-16,25 25 0,0 0 0,0-25 0,0 25 0,0 0 0,0 0 15,0 0-15,0 0 0,0 0 0,0 0 16,0 0-16,0 0 0,0 0 0,0 0 16,0 0-16,0 0 0,0 0 0,-25 0 0,25 0 0</inkml:trace>
  <inkml:trace contextRef="#ctx0" brushRef="#br0" timeOffset="84046.8072">3746 6028 0,'0'0'0,"-25"0"16,25-25-1,0 25-15,0 0 0,0 0 0,0 0 0,0 0 0,0 0 0,0 0 16,0 0-16,0 0 0,0 0 0,0 0 0,0 0 0,0 0 0,0 0 0,0 0 15,0 0-15,0 0 16,0 0-16,0 0 0,0 0 0,0-25 0,0 25 16,0 0-16,0 0 0,0 0 0,0 0 0,0 0 0,0 0 0,0 0 0,0 0 0,0 0 0,0 0 15,0 0-15,0 0 16,0 0-16,0 0 0,0 0 0,0 0 0,0 0 0,0 0 15,0 25-15,0-25 0,0 0 0,0 0 0,0 0 0,0 0 0,0 0 16,0 0-16,0 0 0,0 0 0,0 0 0,0 0 16,0 0-16,0 0 0,0 0 0,0 0 15,0 0-15,0 0 0,0 0 0,0 0 0,0 0 0,0 0 0,0 0 16,0 0-16,0 0 0,0 0 0,0 0 15,0 0-15,0 0 0,0 0 0,0 0 0,0 25 16,0-25-16,25 0 0,-25 0 0,0 0 0,0 24 0,0-24 0,0 0 0,0 0 0,0 25 16,0-25-16,24 0 0,-24 25 0,0-25 0,0 0 15,0 25-15,0-25 16,25 0-16,-25 25 0,0-25 0,0 24 0,0-24 0,0 25 0,0-25 0,0 0 15,0 25-15,25-25 0,-25 25 0,0-25 0,0 25 16,0-25-16,0 24 0,0-24 0,0 0 16,25 25-16,-25-25 0,0 25 0,0-25 0,0 0 0,0 25 0,25-25 0,-25 0 15,0 25 1,0-25-16,0 0 0,0 0 0,0 0 0,0 24 0,24-24 0,-24 0 0,0 0 15,0 0-15,0 0 0,0 0 0,0 0 0,0 0 16,0 0-16,0 0 0,0-24 0,0 24 16,0 0-16,0 0 0,0-25 0,0 25 0,0 0 0,25-25 0,-25 25 0,0-25 15,0 25-15,0-25 0,25 25 0,-25-24 0,0 24 0,0-25 16,0 25-1,0-25-15,25 25 0,-25-25 0,0 0 0,0 25 0,0-24 0,0 24 0,0 0 0,0-25 16,0 25-16,0 0 0,0 0 0,0 0 0,0-25 0,0 25 0,0 0 16,0 0-1,0 0-15,25 25 0,-25-25 0,0 0 0,0 0 0,0 0 0,0 0 0,0 0 16,0 0-16,0 0 0,0 25 0,0-25 0,0 0 0,0 0 15,0 0-15,0 0 0,24 0 16,-24 0-16,0 0 0</inkml:trace>
  <inkml:trace contextRef="#ctx0" brushRef="#br0" timeOffset="84604.8392">4242 6201 0,'0'0'0,"0"0"16,0 0-16,0-25 0,-25 25 0,25 0 0,0 0 0,0 0 0,0-24 15,0 24-15,0 0 0,0 0 0,0 0 0,0 0 0,-25 0 0,25-25 16,0 25-16,0 0 16,0 0-16,0 0 0,0 0 0,0 0 0,0 0 0,-25 0 0,25 0 0,0 0 15,0 0-15,0 0 0,0 0 0,0 25 0,-25-25 0,25 0 16,0 0-16,0 24 15,0-24-15,0 25 0,0-25 0,0 0 0,0 25 0,-24-25 0,24 25 16,0-25-16,24 25 0,-24-25 0,0 24 0,0-24 0,0 25 0,0-25 0,0 25 16,0-25-16,0 25 15,25-25-15,-25 0 0,0 25 0,0-25 0,0 0 0,25 0 0,-25 0 0,0 24 16,0-24-16,25 0 0,-25 0 0,0 0 0,0 0 0,0 0 15,0 0 1,0 0-16,25 0 0,-25 0 0,0 0 0,0-24 0,0 24 0,0 0 0,0 0 0,24 0 0,-24-25 16,0 25-16,0 0 0,0-25 0,0 25 0,0 0 15,0-25-15,0 25 16,0 0-16,0-25 0,0 25 0,0-24 0,0 24 0,0-25 0,0 25 0,0-25 0,0 25 15,0-25 1,0 25-16,0-25 0,0 25 0,25 0 0,-25-24 0,0 24 0,0-25 16,0 25-16,25 0 0,-25 0 0,0 0 0,25-25 15,-25 25-15,0 0 0,25 0 0,-25 0 0,0 0 0,24 0 16,-24 0-16,0 0 0,25 25 0,-25-25 0,0 0 0,25 0 0,-25 0 0,0 25 15,0-25 1,25 0-16,-25 0 0,0 24 0,0-24 0,0 25 0,0-25 0,0 0 0,0 25 16,0-25-16,25 25 0,-25-25 0,0 0 0,0 25 0,0-25 0,0 0 15,0 24-15,0-24 16,0 0-16,0 25 0,0-25 15,0 0-15,0 25 0,0-25 0,0 0 0,0 25 0,0-25 0,0 0 0,0 0 0,0 25 0,0-25 0,0 0 0,0 0 16,0 0-16,0 0 0,0 0 16</inkml:trace>
  <inkml:trace contextRef="#ctx0" brushRef="#br0" timeOffset="84925.8575">4118 5953 0,'0'0'0,"0"0"0,0 0 15,0 0-15,0 0 0,0-25 0,0 25 0,0 0 0,0 0 16,24 0-16,-24 0 16,0 0-16,0 0 0,0 0 0,0 0 0,25 25 0,-25-25 0,0 0 0,25 0 15,-25 0 1,0 25-16,0-25 0,0 0 0,25 25 0,-25-25 0,0 0 0,0 25 0,0-25 47,0 0-47,0 24 0,0-24 0,0 0 0,0 25 0,0-25 0,0 0 0,0 25 0,0-25 0,0 0 0,0 0 0,0 25 0,0-25 0,0 0 0,0 0 0</inkml:trace>
  <inkml:trace contextRef="#ctx0" brushRef="#br0" timeOffset="85113.8683">4341 5730 0,'25'0'15,"-25"0"-15,0 0 0,0 0 0,0 0 0,0 0 0,0 0 0,0 0 0,0 0 0,0 0 16,0 25-16,0-25 0,0 0 0,0 24 16,0-24-16,0 0 0,0 25 0,0-25 0,0 25 0,0-25 15,0 25-15,0-25 16,0 25-16,0-25 0,0 25 0,0-25 0,0 24 0</inkml:trace>
  <inkml:trace contextRef="#ctx0" brushRef="#br0" timeOffset="85574.8946">5308 6176 0,'0'0'0,"-25"0"0,25 0 15,0 0-15,0 0 0,0 0 0,0 0 0,0 0 0,0 0 0,0 0 0,0 0 16,0 25-16,0-25 0,0 0 15,0 0-15,0 25 0,0-25 0,0 25 0,25-25 0,-25 25 16,0-25-16,0 24 0,25-24 0,-25 25 0,0-25 31,0 25-31,0-25 0,25 0 0,-25 25 0,0-25 0,0 0 0,0 0 0,0 25 0,0-25 0,0 0 0,0 0 0,0 0 0,0 0 16,0 24-1,25-24-15,-25 0 0,0 0 0,0 0 0,0 0 0,0 0 0,0 0 16,0 0-16,0 0 0,0 0 0,0 0 0,0 0 0,24 0 0,-24-24 0,0 24 0,0 0 16,0 0-1,0-25-15,0 25 0,25 0 0,-25-25 0,0 25 0,0-25 0,0 25 0,0-25 16,0 25-16,0-24 0,0 24 0,0-25 0,25 25 0,-25-25 0,0 25 16,0 0-16,0 0 15,0 0-15,0-25 0,0 25 0,0 0 0,0 0 0,0 0 0,0 0 0,0 0 16,0 25-16,25-25 0,-25 0 0,0 0 0,0 0 0,0 0 15</inkml:trace>
  <inkml:trace contextRef="#ctx0" brushRef="#br0" timeOffset="85954.9162">5531 6375 0,'0'0'0,"0"0"0,0 0 0,0 0 16,0 0 0,0 0-16,0 0 0,0 0 0,0 0 0,25 0 0,-25 0 0,0-25 0,0 25 0,0 0 31,0 0-31,25 0 0,-25-25 0,0 25 0,25 0 0,-25-25 0,0 25 0,25 0 0,-25-24 0,0 24 0,24 0 15,-24-25-15,0 25 0,0 0 0,0-25 0,0 25 16,0 0-16,0 0 0,25-25 16,-25 25-16,0 0 0,0 0 0,0-25 0,0 25 0,-25 0 0,25 0 0,0 0 31,0 0-31,0 0 0,0 0 0,0 0 0,0 0 0,0 0 0,-24 0 0,24 0 0,0 0 0,0 0 15,0 0-15,0 0 0,-25 0 0,25 0 0,0 0 0,0 0 0,0 0 16,0 0 0,-25 25-16,25-25 0,0 0 0,0 0 0,0 25 0,0-25 0,0 0 0,0 0 0,0 25 15,0-25-15,0 25 0,0-25 0,25 24 0,-25-24 0,0 25 16,0-25-16,0 25 15,0-25-15,25 0 0,-25 25 0,0-25 0,0 25 0,24-25 0,-24 0 0,0 24 16,0-24-16,25 0 0,-25 0 0,0 25 0,0-25 0,0 0 16,0 0-16,25 0 0,-25 0 15,0 0-15,0 0 0,0 0 0,0 0 16,0 0-16,0 0 0,0 0 0,0-25 0,25 25 0,-25 0 0,0 0 15,0-24-15,0 24 0,0-25 0</inkml:trace>
  <inkml:trace contextRef="#ctx0" brushRef="#br0" timeOffset="86167.9286">5556 6052 0,'0'0'0,"0"0"31,-25-24-31,25 24 0,0 0 0,0 0 0,0-25 0,0 25 0,0 0 0,0 0 0,0-25 0,25 25 16,-25 0-16,0 0 0,0 0 0,0 0 0,25 0 0,-25 0 15,0 0 1,25 0-16,-25 0 0,25 0 0,-25 0 0,0 0 0,24 0 0,-24 0 0,0 0 0,25 0 16,-25 25-16,0-25 0,25 0 0,-25 25 0,0-25 0,0 0 0,25 0 15,-25 24-15,0-24 16</inkml:trace>
  <inkml:trace contextRef="#ctx0" brushRef="#br0" timeOffset="86342.9386">5953 5755 0,'0'0'0,"0"0"16,0 0-16,-25 0 16,25 24-16,0-24 0,0 0 0,0 25 0,0-25 0,0 25 0,0-25 15,0 25-15,0-25 0,0 25 0,0 0 0,-24-25 0,24 24 0,0-24 0,0 25 16,0 0-16,0 0 0,0-25 15,0 25-15</inkml:trace>
  <inkml:trace contextRef="#ctx0" brushRef="#br0" timeOffset="86737.9611">6474 6102 0,'0'0'0,"0"0"0,0 0 16,0 0-16,-25 0 0,25 0 0,0 0 0,0 25 0,0-25 15,0 0 1,0 25-16,0-25 0,0 24 0,0-24 0,0 25 0,0-25 0,0 25 0,0 0 0,0 0 0,0-25 16,25 24-16,-25 1 0,0 0 0,0 0 0,0-25 15,0 25-15,0-1 16,0 1-16,25 0 0,-25-25 0,0 25 0,0 0 0,0-25 0,0 24 0,0 1 0,0-25 15,0 25-15,0 0 16,0-25-16,0 25 0,0-25 0,0 24 0,0-24 0,0 25 0,0-25 16,0 25-16,0-25 0,0 0 0,0 25 0,-25-25 0,25 0 0,0 25 15,0-25 1,0 0-16,0 0 0,0 0 0,0 0 0,0 0 0,0 0 0,0 0 0,-25 0 0,25-25 15,0 25-15</inkml:trace>
  <inkml:trace contextRef="#ctx0" brushRef="#br0" timeOffset="87053.9792">6548 6152 0,'0'0'0,"25"0"16,-25 0-16,0 24 0,25-24 0,-25 0 0,0 0 0,25 25 0,-25-25 0,0 25 15,0-25-15,0 0 16,25 25-16,-25-25 0,0 25 0,0-25 0,0 24 0,0-24 0,0 25 0,0-25 31,0 0-31,0 25 0,0-25 0,-25 25 0,25-25 0,0 0 0,0 0 0,-25 25 0,25-25 16,0 0-16,0 24 0,-25-24 0,25 0 0,0 0 0,0 0 0,0 25 15,-25-25-15,25 0 16,0 0-16,0 0 0,0 0 0,-24 0 0,24 0 0,0 0 0,0-25 0</inkml:trace>
  <inkml:trace contextRef="#ctx0" brushRef="#br0" timeOffset="87698.0159">6697 6325 0,'0'0'0,"0"-25"0,0 25 16,0 0-16,0 0 0,0 0 0,25-24 0,-25 24 0,0 0 0,0-25 15,25 25-15,-25 0 0,25-25 0,-25 25 0,24-25 0,-24 0 0,25 25 16,-25-24-16,25-1 16,0 25-16,-25-25 0,25 25 0,-25-25 0,25 0 0,-25 25 0,0-24 0,24-1 46,-24 25-46,0-25 0,0 25 0,25-25 0,-25 25 0,0-25 0,0 25 0,0-24 0,0 24 0,-25 0 0,25-25 0,0 25 0,0 0 0,0 0 0,0-25 16,-24 25-16,24 0 0,0 0 0,0 0 0,-25 0 0,25 0 0,-25 0 16,25 0-16,-25-25 15,25 25-15,-25 0 0,25 25 0,-25-25 0,25 0 0,-24 0 0,24 0 16,-25 0-16,25 0 0,-25 0 0,25 25 0,0-25 0,0 0 0,-25 0 0,25 0 31,0 0-31,0 25 0,0-25 0,0 0 0,0 24 0,0-24 0,0 0 0,25 25 0,-25-25 16,0 25-16,0-25 0,0 25 0,0-25 0,0 25 0,25-1 0,-25-24 31,0 25-31,0 0 0,0-25 0,0 25 0,25 0 0,-25-1 0,0-24 0,0 25 15,0 0-15,0-25 0,0 25 0,0 0 0,0-25 0,0 24 0,0-24 0,24 25 16,-24-25-16,0 25 0,0-25 0,0 0 0,0 25 16,0-25-16,0 0 0,0 25 15,0-25-15,0 0 0,0 24 0,0-24 0,0 0 0,0 0 0,0 0 0,0 25 16,0-25-16,0 0 15,0 0-15,0 0 0,0 0 0,0 0 0,0 0 0,0 0 16,0 0-16,0-25 0,0 25 0,0 0 0,0 0 0,25 0 0,-25-24 0,0 24 16,0 0-16,25-25 15,-25 25-15,0-25 0,25 25 0,-25 0 0,25-25 0,-25 25 0,0 0 16,25-25-16,-25 25 0,24 0 0,-24 0 15,0 0-15,25-24 0,-25 24 0,0 0 0,25 0 0,-25 0 0,0 0 16,0 0-16,0 24 0,0-24 0,0 0 0,25 0 0,-25 25 0,0-25 16,0 0-16,0 25 0,0-25 0,0 0 0,0 25 15,0-25-15,0 0 0,0 25 16,0-25-16,-25 0 0,25 24 0,0-24 0,0 0 0,0 0 0,0 25 0,0-25 0,0 0 15,25 0-15,-25 25 16,0-25-16,0 0 0,0 0 0,0 0 0,0 0 16,25 0-16,-25 0 0,0 0 0,24 0 0</inkml:trace>
  <inkml:trace contextRef="#ctx0" brushRef="#br0" timeOffset="88522.0631">7466 6325 0,'0'-25'0,"-25"25"16,25 0-16,0-24 0,0 24 0,-24 0 0,24-25 0,-25 25 0,25-25 0,0 25 16,-25 0-16,25-25 0,0 25 0,-25 0 0,25 0 15,0-25-15,0 25 0,-25 0 0,25 0 16,0 0-16,0 0 0,-24 25 0,24-25 0,0 0 0,-25 0 0,25 0 0,0 25 15,-25-25 1,25 0-16,0 0 0,-25 25 0,25-25 0,0 0 0,-25 25 0,25-25 0,0 24 0,-24-24 0,24 25 16,-25-25-16,25 25 0,0-25 0,-25 25 15,25-25-15,0 25 0,0-25 16,0 24-16,0-24 0,0 0 0,0 25 0,0-25 0,0 25 0,0-25 0,25 0 15,-25 0-15,0 25 0,25-25 0,-25 0 0,0 0 16,24 25-16,-24-25 0,0 0 0,25 0 16,-25 0-16,0 0 0,25 0 0,-25 0 0,25 0 0,-25-25 0,25 25 15,-25 0-15,24 0 0,-24-25 0,0 25 0,25 0 0,-25-25 0,0 25 16,0 0-1,25-25-15,-25 25 0,0 0 0,0-24 0,25 24 0,-25 0 0,0-25 0,0 25 0,0-25 32,0 25-32,0 0 0,0-25 0,0 25 0,0-25 0,0 25 0,0 0 0,-25-24 0,25 24 0,0 0 0,0 0 15,0-25 1,0 25-16,0 0 0,0 0 0,0 0 0,0 0 0,0 0 0,0 0 0,0 0 0,0 0 15,0 0-15,0 0 0,0 0 0,0 0 0,0 0 0,0 0 0,0 0 16,0 25 0,0-25-16,0 0 0,0 24 0,0-24 0,0 0 0,0 25 0,0-25 0,0 0 0,0 25 31,0-25-31,0 25 0,0-25 0,25 0 0,-25 25 0,0-25 0,0 24 0,0-24 0,0 0 0,0 25 0,0-25 15,25 25 1,-25-25-16,0 0 0,0 25 0,24-25 0,-24 0 0,0 0 0,0 0 0,0 0 16,25 0-16,-25 0 0,0 0 0,0 0 0,25 0 0,-25 0 15,0 0-15,25 0 0,-25-25 0,0 25 0,0 0 0,25-25 0,-25 25 16,0 0-16,24-25 15,-24 25-15,0 0 0,0-24 0,25 24 0,-25-25 0,0 25 0,0 0 0,0-25 0,0 25 16,0-25 0,0 25-16,-25 0 0,25-25 0,0 25 0,0 0 0,0 0 0,0-24 15,0 24-15,0 0 0,0 0 0,0 0 0,0 0 0,0 0 0,0 0 16,0 0-16,0 0 0,0 0 0,0 0 0,0 0 15,0 0-15,0 0 0,0 0 0,0 0 94,0 0-94,0 0 0,0 24 0,0-24 0,0 0 0,0 25 0,0-25 0,0 0 0,0 25 0,0-25 0,0 25 0,0-25 0,0 0 0,0 25 0,0-25 0,25 24 0,-25-24 16,0 0-16,0 0 0,0 25 0,0-25 0,0 0 0,25 0 0,-25 25 0,0-25 0,0 0 0,0 0 0,25 0 0,-25 0 0,0 0 0,0 0 15,0 0-15,25 0 0,-25 0 0,0 0 0,0-25 0,0 25 31,0 0-31,24-25 0,-24 25 0,0 0 0</inkml:trace>
  <inkml:trace contextRef="#ctx0" brushRef="#br0" timeOffset="88754.0765">7640 5829 0,'0'0'0,"0"0"0,0 0 15,0 0-15,0-25 0,0 25 0,0 0 0,25 0 0,-25 0 0,0 0 16,0 0-1,24 0-15,-24 0 0,0 0 0,25 0 0,-25 0 0,25 0 0,-25 0 0,0 25 16,25-25-16,-25 0 0,0 0 0,0 25 0,25-25 0,-25 0 0,-25 25 16,25-25-1,0 0-15,-25 25 0,25-25 0,-25 24 0,0-24 0,1 25 0</inkml:trace>
  <inkml:trace contextRef="#ctx0" brushRef="#br0" timeOffset="90478.1751">3001 7466 0,'0'0'15,"0"0"-15,0 0 16,0 0-16,0 0 0,0 0 0,0 0 0,0 0 0,0 0 0,0 0 16,0 0-16,0 0 0,0 0 0,0 0 0,0 0 15,0 0-15,0 0 0,0 0 0,0 0 0,0 0 16,0 0-16,0 0 0,0 0 0,0 25 0,0-25 0,0 0 0,0 0 0,0 0 15,0 0-15,25 25 0,-25-25 16,0 0-16,0 0 0,0 0 0,0 25 0,0-25 0,0 0 0,0 24 16,0-24-16,0 0 0,0 25 0,0-25 0,0 25 0,0-25 0,0 25 15,0-25 1,0 25-16,0-25 0,0 24 0,0 1 0,0-25 0,0 25 0,-25-25 0,25 25 0,25-25 0,-25 25 15,0-25 1,0 24-16,-25-24 0,25 25 0,25-25 0,-25 0 0,0 25 0,0-25 16,0 0-16,-25 25 0,25-25 0,0 0 0,0 0 0,0 25 0,0-25 15,0 0-15,0 0 0,0 0 0,0 0 16,0 0-16,25 0 0,-25 0 0,0 0 0,0 0 0,0 0 15,0 0-15,0 0 0</inkml:trace>
  <inkml:trace contextRef="#ctx0" brushRef="#br0" timeOffset="91092.2101">2952 7516 0,'0'0'0,"0"0"0,0 0 15,0 0-15,0-25 0,0 25 0,0 0 0,0 0 0,0 0 0,0 0 0,0 0 16,0 0-16,0 0 0,0-25 0,0 25 0,25 0 16,-25 0-16,0 0 0,0 0 0,24-25 15,-24 25 1,25 0-16,-25 0 0,0 0 0,25 0 0,-25 0 0,0 0 0,25 25 0,-25-25 0,0 0 0,0 0 0,25 0 15,-25 25-15,0-25 0,0 25 0,0-25 0,24 0 0,-24 25 0,0-25 0,0 24 32,0-24-32,0 25 0,0-25 0,0 25 0,0-25 0,0 25 15,0-25-15,0 25 0,0-25 0,-24 24 0,24-24 0,0 25 0,0-25 0,-25 25 0,25-25 0,0 0 16,0 25-1,0-25-15,0 0 0,-25 25 0,25-25 0,0 0 0,0 0 0,0 0 0,0 0 16,0 0-16,0 0 0,0 0 0,0 0 0,0 0 0,0 0 0,0 0 16,0 0-16,0 0 15,0 0-15,25 0 0,-25 0 0,0 0 0,0 0 0,0 0 0,0 0 0,0-25 16,25 25-16,-25 0 0,0 0 0,0 0 0,24 0 0,-24 0 0,0 0 15,0 0 1,25 0-16,-25 25 0,0-25 0,0 0 0,0 0 0,0 24 0,25-24 16,-25 25-16,0-25 0,0 0 0,0 25 0,0-25 0,0 25 0,0-25 0,0 0 15,0 25-15,0-25 16,0 24-16,0-24 0,0 0 0,0 25 0,-25-25 0,25 0 0,0 25 15,0-25-15,0 0 0,0 0 0,0 25 0,-25-25 0,25 0 0,0 0 0,0 0 32,0 0-32,-24 0 0,24 0 0,0 0 0,-25 0 0,25 0 0,0 0 0,0 0 0,-25 0 0,25 0 31,0 0-31,0 0 0,0 0 0,0-25 0,0 25 0,-25 0 0,25 0 0,0-25 0,0 25 15,0 0-15,0 0 0,0 0 0,0 0 0,0 0 0,0 0 0,0 0 0,0 0 16,0 0 0,0 0-16,0 0 0,0 0 0,0 0 0,0 0 0,0 0 0,25 0 15</inkml:trace>
  <inkml:trace contextRef="#ctx0" brushRef="#br0" timeOffset="91773.2491">3349 7615 0,'0'0'0,"0"-25"15,0 25-15,0 0 0,-25 0 0,25 0 0,0 0 16,0 0-16,0 0 0,0 0 0,0 0 93,0-25-93,25 25 0,-25 0 0,0 0 0,0 0 0,0 0 0,0 0 0,0 0 0,0 0 0,24 0 0,-24-24 0,0 24 0,0 0 0,0 0 0,25 0 0,-25 0 63,25 24-63,-25-24 0,0 0 0,0 0 0,0 25 0,0-25 0,25 0 0,-25 25 0,0-25 0,0 0 0,0 25 0,0-25 0,0 25 0,0-25 0,0 0 0,0 24 0,0-24 0,0 25 15,0-25-15,0 25 0,0-25 0,0 0 0,0 25 0,0-25 0,0 25 0,0-25 0,0 0 0,0 0 0,0 24 0,-25-24 0,25 0 0,0 0 0,0 0 0,0 25 0,0-25 0,0 0 0,0 0 0,0 0 0,0 0 0,0 0 16,0 0-16,0 0 0,0 0 0,0 0 0,0 0 0,0 0 0,0 0 16,0 0 30,0 0-46,0-25 0,0 25 0,0 0 16,0 0-16,0 0 0,25 0 0,-25 0 0,0 0 0,0 0 0,0-24 0,25 24 0,-25 0 0,0 0 0,0 0 0,24 0 0,-24 0 0,0 0 0,0 24 0,25-24 0,-25 0 0,0 0 0,0 0 0,25 0 0,-25 25 0,0-25 16,0 0-16,0 25 15,0-25-15,0 0 0,25 25 0,-25-25 0,0 0 0,0 25 16,0-25-16,0 0 0,-25 24 0,25-24 0,0 0 0,0 0 0,0 25 218</inkml:trace>
  <inkml:trace contextRef="#ctx0" brushRef="#br0" timeOffset="92073.2661">3076 8285 0,'0'0'0,"0"0"0,0 0 15,0 0-15,0 0 0,0 0 0,0 0 0,0 0 0,0 0 16,0 0-16,0 0 0,0 0 0,0 0 125,25 0-125,-25 0 0,0 0 0,0 0 0,24 0 0,-24 0 0,0 0 0,25 0 0,-25 0 0,25 0 0,-25 0 0,25 0 0,-25 0 0,25 0 0,-25 0 0,24 0 0,-24 0 0,25 0 0,-25 0 0,25 0 0,0 0 15,-25 25-15,25-25 0,-1 0 0,-24 0 0,25 0 0,0 0 0,-25 0 0,25 0 0,0 0 0,-25 0 0,24 0 0,-24 0 0,0 0 0,25 0 0,-25 0 0,0 0 0,0 0 0,0 0 0,25 0 0,-25 0 16,0 0-16,0 0 0,0 0 0,0 0 0,0 0 0,0 0 16,0 0-16,0 0 15,0 0-15,0 0 0,0 0 0,0 0 0,0 0 0,0 0 0,0 0 16,0 0-16,0 0 0,0 0 0,0 0 0,0 0 0,0 0 0,0 0 15,0 0-15,0 0 0,0 0 16,0 0-16,0-25 0,0 25 0,0 0 0,25 0 16,-25 0-16,0 0 0,0 0 0,25-25 0,-25 25 0</inkml:trace>
  <inkml:trace contextRef="#ctx0" brushRef="#br0" timeOffset="92445.2876">4192 7764 0,'0'0'0,"0"0"93,-25-25-77,25 25-16,0 0 0,0 0 0,0 0 0,0 0 0,0 0 0,0 0 0,0 0 0,0 0 0,0 0 0,0 0 0,0 0 0,0 0 0,0 0 31,0 0-31,0 0 0,0 0 0,0 0 0,25 0 0,-25 25 0,0-25 0,0 0 0,0 0 0,0 0 0,0 0 0</inkml:trace>
  <inkml:trace contextRef="#ctx0" brushRef="#br0" timeOffset="92570.2947">4266 8012 0,'0'0'0,"0"0"16,0 0-16,0 0 0,-24 0 0,24 0 0,0 0 0,0 0 0,0 0 16,0 0-16,0 0 15,0 0-15,0 0 0,0 0 0,0 0 0,0 0 0,0 0 0,0 0 0,0 0 0</inkml:trace>
  <inkml:trace contextRef="#ctx0" brushRef="#br0" timeOffset="93200.3308">5259 7590 0,'0'-25'0,"0"25"0,0 0 63,0 0-63,0 0 31,0 0-31,0 0 0,0 0 0,0 0 0,0 0 0,0 0 16,0 0-16,0 0 0,0 0 0,0 0 0,0 0 0,0 0 0,0 0 0,0 0 0,0 0 0,0 25 0,0-25 0,0 0 0,0 0 0,0 25 0,0-25 0,0 0 15,0 25-15,0-25 0,0 25 0,0-1 0,0-24 0,0 25 0,0-25 0,0 25 0,24 0 0,-24-25 0,0 25 0,0-1 0,0-24 0,0 25 0,0-25 0,0 25 16,0-25-16,0 25 0,0-25 0,0 25 0,0-25 0,0 24 15,0-24-15,0 25 0,0-25 0,0 0 0,0 25 0,0-25 0,0 0 16,0 0-16,0 0 0,0 25 0,0-25 16,0 0-16,0 0 0,0 0 0,0 0 15,0 0-15,0 0 0,0 0 0,0 0 0,0 0 0,0-25 0,-24 25 0,24 0 0,0 0 16,0 0-16,0-25 15</inkml:trace>
  <inkml:trace contextRef="#ctx0" brushRef="#br0" timeOffset="93395.3419">5135 7516 0,'0'0'0,"0"0"0,0 0 0,0 0 0,0 0 0,0-25 0,0 25 0,0 0 0,0 0 0,0 0 0,0 0 0,0 0 0,24 0 0,-24-25 0,0 25 0,25 0 0,-25 0 0,25 0 0,-25 0 16,25 0-16,-25-25 0,25 25 0,-25 0 0,24 0 0,-24 0 15,25 0-15,-25 25 0,25-25 0,-25 0 0,25 0 16,-25 0-16,25 0 0,-25 25 0</inkml:trace>
  <inkml:trace contextRef="#ctx0" brushRef="#br0" timeOffset="93861.3686">5383 7689 0,'0'0'0,"0"0"0,0 0 15,-25 0-15,25 0 0,0-24 0,0 24 0,0 0 0,0 0 0,0 0 0,0 0 32,0 0-32,0 0 0,0 0 0,0 0 0,0 0 0,0 0 0,0 0 0,0 0 0,0 0 0,0 0 15,0 0 1,0 0-16,0 0 0,0 0 0,0 0 0,0 0 0,0 0 0,0 0 0,0 0 15,0 0-15,0 0 0,0 0 0,0 0 0,0 0 0,0 0 0,0 0 0,0 24 16,0-24 0,0 0-16,0 0 0,0 25 0,0-25 0,0 25 0,0-25 0,0 25 0,0-25 15,0 25-15,0-25 0,25 24 0,-25-24 0,0 25 0,0-25 0,0 25 16,0-25-16,0 25 0,0-25 0,0 0 15,0 25-15,24-25 0,-24 0 0,0 24 16,0-24-16,0 0 0,0 25 0,0-25 0,0 0 0,25 0 0,-25 0 0,0 25 0,0-25 16,0 0-1,0 0-15,25 0 0,-25 0 0,0 0 0,0 0 0,0 0 16,25 0-16,-25 0 0,0 0 0,0-25 0,25 25 0,-25 0 0,0 0 0,0 0 15,24-25-15,-24 25 0,0 0 0,0-24 0,25 24 0,-25-25 16,0 25-16,0-25 16,0 25-16,25-25 0,-25 25 0,0-25 0,0 25 0</inkml:trace>
  <inkml:trace contextRef="#ctx0" brushRef="#br0" timeOffset="94470.4034">5581 7640 0,'0'0'0,"0"0"0,0 0 16,0 0 0,0 0-16,0 0 0,0 0 0,0 0 0,0 0 0,0 0 0,0 0 0,0 0 0,0 0 15,0 0-15,0 0 0,0 0 0,0 0 16,0 25-16,0-25 0,0 0 0,0 0 0,0 24 0,0-24 0,0 25 15,25-25-15,-25 25 0,0-25 0,0 25 0,0-25 0,0 25 16,0-25-16,0 24 16,25-24-16,-25 25 0,0-25 0,0 0 0,0 25 0,0-25 0,0 25 0,0-25 0,0 0 15,0 25-15,0-25 0,0 0 0,0 0 0,0 0 16,0 0-16,0 24 0,0-24 15,0 0-15,0 0 0,0 0 0,0 0 0,0 0 0,0 0 0,0 0 0,24-24 110,-24 24-110,0 0 0,0 0 0,0 0 0,0-25 0,0 25 0,0 0 0,0-25 0,0 25 0,0 0 0,0-25 0,0 25 0,0 0 0,0-25 0,0 25 0,0-24 0,0 24 0,0 0 0,0-25 0,0 25 0,0 0 0,25 0 0,-25 0 0,0-25 0,0 25 0,0 0 0,0 0 0,25 0 0,-25 0 0,0 0 0,0 0 0,25 0 0,-25 0 0,0 0 0,0 0 0,25 0 0,-25 0 0,0 0 31,24 25-31,-24-25 0,0 0 0,0 0 0,0 25 0,25-25 0,-25 0 31,0 24-31,0-24 0,0 0 0,0 0 0,0 25 0,0-25 0,0 0 0,0 25 0,0-25 0,0 0 0,0 0 0,0 0 0,0 25 16,0-25-16,0 0 0,0 0 0,0 0 0,0 0 0,0 0 15,0 0-15,0 0 172,149-223-172,-149 247 0,25-24 0,-25 0 0,0 0 0,0 0 0,0 25 0,0-25 0,0 25 0,0-25 0,0 25 0,0-25 0,0 0 0,0 25 0,0-25 0,0 24 0,0-24 0,0 25 0,0-25 0,0 0 0,0 25 0,0-25 0,0 0 0,0 25 0,0-25 15,25 0-15,-25 0 0,0 0 0,0 0 0,0 0 0,0 0 0,0 0 0,0 0 0,0 0 0,25-25 0,-25 25 0,0-25 0</inkml:trace>
  <inkml:trace contextRef="#ctx0" brushRef="#br0" timeOffset="94710.417">5904 7367 0,'24'0'0,"1"0"0,-25 0 0,25 0 0,0 0 0,0 0 0,-1 0 0,1 0 0,0 0 0,0 0 0</inkml:trace>
  <inkml:trace contextRef="#ctx0" brushRef="#br0" timeOffset="95797.4793">6995 7665 0,'0'-25'16,"0"25"-1,0 0-15,0 0 0,0 0 0,0 0 0,0 0 0,0 0 0,0 0 0,0 0 16,0 0-16,0 0 0,0 0 0,0 0 0,0 0 0,0 0 0,0 25 15,0-25-15,0 0 16,0 24-16,0-24 0,0 0 0,0 25 0,0-25 0,0 25 0,0-25 16,0 25-16,0-25 0,25 25 0,-25-25 0,0 24 0,0-24 0,0 25 0,0-25 31,0 0-31,0 25 0,0-25 0,0 25 0,0-25 0,0 0 0,0 0 0,0 25 0,0-25 0,0 0 15,0 0-15,0 0 0,0 0 0,0 0 0,0 0 0,0 0 16,0 0 0,0 0-16,0 0 0,0 0 0,0 0 0,0 0 0,0 0 0,0 0 0,0 0 15,25 0-15,-25-25 0,0 25 0,0 0 0,0 0 0,0-25 16,0 25-16,0-25 0,0 25 15,0-25-15,0 25 0,24-24 0,-24 24 0,0-25 0,0 0 0,0 25 16,0-25-16,25 0 0,-25 25 0,0-24 0,0 24 0,25-25 0,-25 25 16,0-25-1,0 25-15,0-25 0,25 25 0,-25 0 0,0 0 0,0-25 0,25 25 0,-25 0 0,0 0 16,0 0-16,0 0 0,24 0 0,-24 25 0,0-25 0,0 0 15,25 0-15,-25 25 16,0-25-16,0 0 0,25 25 0,-25-25 0,0 25 0,0-25 0,0 0 16,0 24-16,0-24 0,0 25 0,0-25 0,25 25 0,-25-25 0,0 25 15,0-25 1,0 25-16,0-25 0,0 24 0,0-24 0,0 25 0,0-25 0,0 25 0,0-25 0,0 25 15,0-25-15,25 0 0,-25 25 0,0-25 0,0 0 0,0 24 0,0-24 16,0 0 0,0 0-16,0 0 0,0 0 0,0 0 0,24 0 0,-24 25 0,0-25 0,0-25 15,25 25-15,-25 0 0,0 0 0,25 0 0,-25 0 0,25 0 0,-25 0 16,25-24-1,-25 24-15,24 0 0,-24 0 0,0 0 0,25-25 0,-25 25 0,0 0 0,0 0 16,25 0-16,-25 0 0,0-25 0,0 25 0,0 0 0,0 0 0,0 0 16,25 0-1,-25 0-15,-25 0 0,25 0 0,0 0 0,0 0 0,0 0 0,0 0 0,0 0 0,0 0 16,0 0-16,0 0 0,0 0 0,0 0 0,0 0 0,0 0 0,0 0 31,0 0-31,0 0 0,0 0 0,0 0 0,0 25 0,0-25 0,0 0 0,0 0 16,0 25-16,0-25 0,0 0 0,0 24 0,0-24 0,0 25 0,0-25 0,0 25 15,0-25 1,0 0-16,0 25 0,0-25 0,0 25 0,0-25 0,25 0 0,-25 0 0,0 25 15,0-25-15,0 0 0,0 0 0,25 0 0,-25 24 0,0-24 0,0 0 16,24 0 0,-24 0-16,0 0 0,0 0 0,0 0 0,0 0 0,0 0 0,0 0 0,0-24 0,0 24 15,25 0-15,-25 0 0,0-25 0,0 25 0,0 0 0,25-25 16,-25 25-16,0-25 15,0 25-15,0-25 0,0 25 0,0-25 0,0 25 0,0-24 0,0 24 0,0-25 16,0 25-16,0-25 0,0 25 0,0 0 0,-25-25 0,25 25 0,0 0 16,0 0-16,0 0 15,0-25-15,0 25 0,0 0 0,0 0 0,0 0 0,0 0 16,0 0-16,-25 0 0,25 0 0,0 25 0,0-25 0,-24 0 0,24 0 0,0 0 31</inkml:trace>
  <inkml:trace contextRef="#ctx0" brushRef="#br0" timeOffset="166355.515">1736 8806 0,'0'0'31,"0"0"-15,0 0-16,0 0 0,0 0 0,0 0 0,0 0 0,0 0 0,0 0 0,0 0 0,0 0 0,0 0 0,0 0 0,0 0 0,0 0 0,-24 0 15,24-25-15,0 25 0,0 0 0,0 0 0,0 0 0,0 0 0,0 0 16,0 0-16,0 0 0,0 0 0,0 0 0,0 0 0,0 0 0,0 0 16,0 0-16,0 0 0,0 0 0,0 0 15,0 0-15,0 0 0,0 0 0,0 0 0,0 0 16,0 0-16,0 0 0,0 0 0,0 0 0,0 0 0,0 0 0,0 0 0,0 0 0,0 0 15,-25 0-15,25 0 0,0 0 0,0 0 16,0 0-16,0 0 0,0 0 0,0 0 16,0 0-16,0 0 0,0-25 0,0 25 0,-25 0 0,25 0 0,0 0 0,0 0 15,-25 0-15,25 0 0,0 0 0,0 0 0,-25 0 0,25 0 0,0 0 16,0 0-16,0 25 0,-25-25 15,25 0-15,0 0 0,0 0 0,-24 0 0,24 0 0,0 0 0,0 0 16,-25 0-16,25 0 0,0 0 16,0 0-16,-25 25 0,25-25 0,0 0 0,0 0 15,-25 0-15,25 24 0,0-24 0,0 0 0,-25 0 0,25 25 0,0-25 0,-24 0 31,24 25-31,0-25 0,0 0 0,-25 25 0,25-25 0,0 0 0,0 25 0,0-25 0,0 24 0,0-24 0,0 25 16,0-25-16,0 25 0,0-25 0,0 25 0,0-25 0,0 25 0,0-25 0,0 25 16,0-25-1,0 24-15,0-24 0,0 25 0,0-25 0,0 25 0,0-25 0,0 25 0,25-25 0,-25 0 16,0 25-16,0-25 0,0 0 0,0 24 0,24-24 0,-24 0 0,0 0 0,0 25 47,0-25-47,0 0 0,25 0 0,-25 0 0,0 25 0,0-25 0,25 0 15,-25 0-15,0 0 0,0 0 0,25 0 0,-25 0 0,0 0 0,25 0 0,-25 0 0,0 0 0,0 0 0,24 0 0,-24 0 0,0 0 16,25 25-16,-25-25 0,0 0 0,0 0 0,25 0 0,-25 0 0,0 0 15,0 0 1,0 0-16,0 0 0,25 0 0,-25 0 0,0 0 0,0 0 0,0-25 0,0 25 16,25 0-16,-25 0 0,0 0 0,0 0 0,0 0 0,0-25 0,25 25 0,-25 0 15,0 0 1,0-25-16,0 25 0,0 0 0,0 0 0,0 0 0,0-24 0,0 24 15,0 0-15,0 0 0,0 0 0,0 0 0,0 0 0,0 0 0,0 0 16,0 0-16,0 0 0,0 0 0,0 0 16,0 0-16,0-25 0,0 25 0,0 0 0,0 0 0,0 0 0,0 0 15,0 0-15,0 0 0,0 0 0,0 0 0,0 0 0,0 0 0,0 0 0,0 0 16,0 0-1,0 0-15,0 0 0,0 0 0,0 25 0,0-25 0,24 0 0,-24 0 0,0 24 0,0-24 0,0 0 32,0 25-32,0-25 0,0 0 0,0 25 0,0-25 0,0 25 0,0-25 0,0 0 15,0 25-15,0-25 0,0 0 0,0 24 0,0-24 0,0 0 0,0 0 0,0 0 0,0 25 16,0-25-1,0 0-15,0 0 0,0 0 0,0 0 0,0 0 0,0 0 0,0 0 16,0 0-16,0 0 0,0 0 0,0 0 0,0 0 0,0 0 0,0 0 0</inkml:trace>
  <inkml:trace contextRef="#ctx0" brushRef="#br0" timeOffset="166523.5244">1662 9227 0,'0'-24'0,"0"24"0,0 0 16,0 0-16,0 0 0,0 0 15,0 0-15,0 0 0,0 0 0,0 0 0,0 0 16,0 0-16,25 0 0,-25 0 0,0 0 0,0 0 0,0 0 0,0 0 0,25 0 15,-25 0 1,0 0-16,24-25 0,-24 25 0,0 0 0,25 0 0,-25 0 0,0 0 0,0 0 0,25 0 16,-25 0-16,0 0 0,25 0 0,-25 0 0,0 0 0,0 0 0,25 0 31,-25 0-31,0 0 0,0 0 0</inkml:trace>
  <inkml:trace contextRef="#ctx0" brushRef="#br0" timeOffset="166751.5377">1885 9178 0,'0'0'0,"0"0"0,25 0 0,-25 0 0,0 0 0,0 0 15,0 0-15,0 0 0,0 0 0,0 0 0,0 0 16,0 0-16,0 0 0,0 0 0,0 0 0,0 0 0,0 0 0,0 0 15,0 0-15,0 0 0,0 0 16,0 0-16,0 25 0,0-25 0,0 0 0,25 0 0,-25 24 0,0-24 16,0 0-1,0 25-15,0-25 0,0 25 0,0-25 0,0 0 0,0 25 0,0-25 0,0 25 16,0-25-16,0 24 0,0-24 0,0 0 0,0 25 0,0-25 0,0 25 0,0-25 15,0 0 1,0 25-16,0-25 0,0 0 0,0 0 0,0 25 0,0-25 0,0 0 0,0 0 16,0 0-16,0 0 0,0 0 0,0 0 0,0 0 0,0 0 0,0-25 0</inkml:trace>
  <inkml:trace contextRef="#ctx0" brushRef="#br0" timeOffset="166934.5481">2034 9103 0,'0'0'0,"0"0"15,0 0-15,0 0 16,0 0-16,0 0 0,0 0 0,0 0 0,0 0 0,0 0 0,0 0 0,0 0 0,0 0 0,0 0 16,0 0-16,0 0 0,0 0 0,0 0 0,0 0 0,0 25 0,0-25 31,0 0-31,0 0 0,0 0 0,0 0 0</inkml:trace>
  <inkml:trace contextRef="#ctx0" brushRef="#br0" timeOffset="167797.5975">2257 9178 0,'-25'0'0,"25"25"16,0-25-16,0 0 0,0 0 0,0-25 0,0 25 0,0 0 0,0 0 0,0 0 31,-24 0-31,24 0 0,0 0 0,0 0 0,0 0 0,0 0 0,0 0 0,0 0 15,0 0-15,0 0 0,0-25 0,0 25 0,0 0 0,0 0 0,0 0 0,0 0 16,-25 0 0,25 0-16,0 0 0,0 25 0,0-25 0,0 0 0,0 0 0,0 0 0,0 0 0,-25 0 15,25 25-15,0-25 0,0 0 0,0 0 0,0 24 0,0-24 0,0 0 31,0 25-31,0-25 0,0 25 0,0-25 0,0 25 0,0-25 0,0 25 0,0-25 0,0 24 0,0-24 0,0 0 16,0 25-16,0-25 16,0 25-16,0-25 0,0 0 0,0 25 0,25-25 0,-25 0 0,0 25 0,0-25 0,0 0 0,0 0 15,0 0 1,0 0-16,25 24 0,-25-24 0,0 0 0,0 0 0,0 0 0,0 0 0,24 0 15,-24 0-15,0 0 0,0 0 0,0 0 0,0 0 0,0 0 0,0-24 16,25 24-16,-25 0 16,0 0-16,0 0 0,0 0 0,0-25 0,0 25 0,0 0 0,25 0 15,-25-25-15,0 25 0,0 0 0,0 0 0,0-25 0,25 25 0,-25 0 0,0-25 16,0 25-1,0 0-15,0-24 0,0 24 0,0 0 0,0-25 0,0 25 0,0 0 0,0 0 0,0-25 16,0 25-16,0 0 0,0 0 0,0 0 0,-25 0 0,25 0 0,0 0 16,0 0-1,0 0-15,0 0 0,0 0 0,0 0 0,0 0 0,0 0 0,0 0 0,0 0 0,0 0 16,0 0-16,0 0 0,0 0 0,0 0 0,0 0 0,0 0 0,0 0 15,0 0-15,0 25 16,0-25-16,0 0 0,0 0 0,0 25 0,0-25 0,0 24 0,0-24 16,0 0-16,0 25 0,25-25 0,-25 25 0,0-25 0,0 0 0,0 25 0,0-25 31,0 0-31,0 25 0,0-25 0,0 24 0,0-24 0,0 0 0,25 0 0,-25 25 0,0-25 0,0 0 31,0 0-31,0 0 0,0 0 0,0 0 0,-25 25 0,25-25 0,0 0 0,0 0 0,0-25 0,25 25 16,-25 0-16,0 0 0,0 0 0,0 0 0,24 0 0,-24 0 0,0 0 0,0 0 15,25-25 1,-25 25-16,0 0 0,0 0 0,0 0 0,0 0 0,0 0 0,25 0 15,-25 0-15,0 0 0,0-24 0,0 24 0,0 0 0,25 0 0,-25 0 0,0 0 16,0 0 0,0 0-16,0 0 0,0 0 0,0 0 0,0 0 0,0 0 0,0 0 0,0 0 0,0 0 15,0 0-15,0 0 0,0 0 0,0 0 0,0 0 0,0 0 16,0 0-16,0 0 15,0 0-15,0 0 0,0 0 0,0 0 0,0 0 0,0 0 0,0 0 16,0 0-16,0 0 0,0 0 0,0 0 0,0 0 0,0 0 0,0 0 0,0 0 31,0 0-31,0 0 0,0 0 0,0 0 0,0 0 0,0 0 0,0 0 0,0 24 0,0-24 16,25 0-16,-25 0 0,-25 0 0,25 0 0,0 0 0,0 0 0,0 25 0,0-25 31,0 0-31,0 0 0,0 0 0,0 0 0,0 0 0,0 0 0,0 0 0,0 0 16,0 0-16,0 0 0,25 0 0,-25 0 0,0 0 0,0-25 0,0 25 0,0 0 15,24 0 1,-24 0-16,0-24 0,0 24 0,25 0 0,-25-25 0,0 25 0,0 0 0,25-25 15,-25 25-15,0 0 0,0-25 0,0 25 0</inkml:trace>
  <inkml:trace contextRef="#ctx0" brushRef="#br0" timeOffset="168091.6143">2257 8855 0,'0'0'0,"-25"0"0,25 0 15,0 0-15,0 0 0,0 0 0,0 0 0,0 0 0,0 0 0,25 0 16,-25 0-1,0 0-15,0 0 0,0 0 0,0 0 0,25 0 0,-25 0 0,0 0 0,0 0 0,0 0 16,0 0-16,25 0 0,-25 0 0,0 0 0,0 25 0,0-25 0,0 0 31,0 0-31,25 25 0,-25-25 0,0 0 0,-25 25 0,25-25 0,0 0 0,0 24 0,0-24 16,0 0-16,-25 25 0,25-25 0,0 0 0,-25 25 0</inkml:trace>
  <inkml:trace contextRef="#ctx0" brushRef="#br0" timeOffset="168543.6402">2604 9103 0,'0'0'15,"0"0"1,0 0-16,0 0 0,0 0 0,0 0 0,0 0 0,0 0 0,0 0 0,0 0 0,0 0 0,0 25 15,0-25-15,0 0 16,0 0-16,0 0 0,0 25 0,0-25 0,0 0 0,0 25 16,0-25-16,0 0 0,0 25 0,0-25 0,25 24 0,-25-24 0,0 0 0,0 25 15,0-25-15,0 25 0,0-25 0,0 0 0,0 25 0,0-25 16,0 0-16,0 25 15,0-25-15,0 0 0,0 24 0,0-24 0,0 0 0,0 25 0,0-25 0,25 25 0,-25-25 16,0 0-16,0 25 16,0-25-16,-25 0 0,25 0 0,0 25 0,0-25 0,0 0 0,0 0 15,0 0-15,0 0 0,0 0 0,0 0 0,0 0 0</inkml:trace>
  <inkml:trace contextRef="#ctx0" brushRef="#br0" timeOffset="168746.6518">2679 8954 0,'0'0'0,"0"0"16,0 0-16,-25 0 0,25 0 0,0 0 16,0 0-16,0-24 0,0 24 0,0 0 15,0 0-15,0 0 0,0 0 0,0 0 0,0 0 0,0 0 0,0 0 0,0 0 16,0 0-16,0 0 0,0 0 0,0 0 15,25 0-15,-25 0 0,0 0 0</inkml:trace>
  <inkml:trace contextRef="#ctx0" brushRef="#br0" timeOffset="169769.7103">3225 8855 0,'0'0'0,"0"0"16,0 0-16,0 0 0,0 0 0,0-25 0,0 25 0,-25 0 0,25 0 15,0 0 1,0 0-16,0 0 0,0 25 0,0-25 0,0 0 0,0 0 0,0 0 0,0 25 0,0-25 15,0 0-15,0 25 0,0-25 0,25 25 0,-25-25 0,0 24 16,0 1 0,0-25-16,0 25 0,24 0 0,-24-25 0,0 25 0,0 0 0,0-1 15,0-24-15,0 25 0,25 0 0,-25-25 0,0 25 0,0 0 0,0-25 0,0 24 0,0 1 16,0-25-16,25 25 15,-25-25-15,0 25 0,0-25 0,0 25 0,0-25 0,0 24 16,0-24-16,0 0 0,0 25 0,0-25 0,0 0 0,0 0 0,0 0 31,0 0-31,0 0 0,0 0 0,0 0 0,0 0 0,0 0 0,0 0 0,0 0 0,0 0 0,0 0 0,0 0 0,0-25 16,0 25-16,25 0 0,-25 0 15,0-24-15,0 24 0,0-25 0,25 25 16,-25-25-16,0 25 0,0-25 0,0 25 0,0-25 0,24 25 0,-24 0 0,0-24 0,0 24 16,0-25-16,0 25 0,0 0 15,25 0-15,-25-25 0,0 25 0,0 0 0,0 0 16,0 0-16,0 0 0,0 0 0,0 0 0,0 0 0,25 0 0,-25 0 0,0 0 31,0 0-31,0 0 0,0 0 0,0 0 0,0 25 0,0-25 0,0 0 0,0 0 0,0 25 0,0-25 16,0 24-16,0-24 0,0 0 0,0 25 0,0-25 0,0 25 15,0-25 1,0 25-16,25-25 0,-25 0 0,0 25 0,0-25 0,0 0 0,25 24 0,-25-24 0,0 0 15,0 25-15,0-25 0,24 0 0,-24 0 0,0 25 0,0-25 16,0 0-16,25 0 0,-25 0 16,0 0-16,0 0 0,25 0 0,-25 25 0,0-25 0,0 0 0,0 0 15,25 0-15,-25-25 0,0 25 0,0 0 0,25 0 0,-25 0 0,0 0 31,24-25-31,-24 25 0,0 0 0,0 0 0,25-25 0,-25 25 0,0 0 0,0-24 0,0 24 16,25 0-16,-25-25 0,0 25 0,0-25 0,0 25 0,0 0 0,0-25 16,0 25-16,0 0 15,0-25-15,0 25 0,0 0 0,0-24 0,0 24 0,0 0 0,0 0 16,0 0-16,0 0 0,0 0 0,0-25 0,0 25 0,0 0 0,0 0 31,0 0-31,0 0 0,0 0 0,0 0 0,0 0 0,0 0 0,0 0 0,-25 0 0,25 0 0,0 25 16,0-25-16,0 0 0,0 0 0,0 0 0,0 0 0,0 0 15,0 24-15,0-24 16,0 0-16,0 25 0,0-25 0,0 25 0,25-25 0,-25 0 0,0 25 0,0-25 0,0 25 31,0-25-31,0 24 0,0-24 0,25 0 0,-25 25 0,0-25 0,0 0 0,0 0 0,0 0 16,0 25-16,25-25 0,-25 0 0,0 0 0,0 0 0,0 0 0,25 0 31,-25 0-31,0 0 0,0 0 0,0 0 0,24 0 0,-24 0 0,0-25 0,0 25 0,0 0 15,0 0-15,0-25 0,25 25 0,-25 0 0,0-24 0,0 24 0,0 0 0</inkml:trace>
  <inkml:trace contextRef="#ctx0" brushRef="#br0" timeOffset="169985.7227">3721 8930 0,'0'-25'0,"0"25"0,0 0 16,0 0-16,0 0 0,0-25 0,0 25 0,0 0 0,0 0 15,0 0 1,0 0-16,0-25 0,25 25 0,-25 0 0,0 0 0,0 0 0,24-25 0,-24 25 0,0 0 16,25 0-16,-25 0 0,25 0 0,-25 25 0,0-25 0,25 0 15,-25 0-15,0 0 16,0 25-16,25-25 0,-25 0 0,0 25 0,0-25 0,0 25 0</inkml:trace>
  <inkml:trace contextRef="#ctx0" brushRef="#br0" timeOffset="171978.8365">1960 10368 0,'0'0'15,"0"0"1,0 0-16,0 0 0,-25 0 0,25 0 0,0 0 0,0-24 0,0 24 0,0 0 16,0 0-16,-25 0 0,25 0 0,0 0 0,0 0 0,0 0 15,0 0-15,0-25 0,0 25 16,-25 0-16,25 0 0,0 0 0,0 0 0,0 0 0,0 0 0,0 0 15,0 0-15,0 0 0,0 0 0,0 0 0,-25 0 0,25 0 0,0 0 0,0 0 32,0 0-32,0 0 0,0 0 0,0 0 0,0 0 0,0 0 0,0 0 0,0 25 0,0-25 15,-24 0-15,24 0 0,0 0 0,0 0 0,0 0 0,0 24 0,0-24 0,-25 0 16,25 0-1,0 0-15,0 0 0,0 25 0,0-25 0,0 0 0,0 0 0,0 0 0,0 25 0,-25-25 0,25 0 16,0 0 0,0 25-16,0-25 0,0 0 0,0 0 0,0 25 0,0-25 0,0 0 0,0 0 15,0 24-15,0-24 0,0 0 0,0 0 0,0 25 0,0-25 0,0 0 0,0 0 31,0 0-31,0 25 0,25-25 0,-25 0 0,0 0 0,0 25 0,0-25 0,25 0 0,-25 0 16,0 25-16,0-25 0,0 0 0,0 24 0,24-24 0,-24 25 0,0-25 0,0 0 31,0 0-31,25 25 0,-25-25 0,0 0 0,0 25 0,25-25 0,-25 0 0,0 25 31,0-25-31,25 0 0,-25 24 0,0-24 0,0 0 0,0 25 0,25-25 0,-25 0 0,0 25 0,0-25 0,0 25 0,0-25 16,24 0-16,-24 25 0,0-25 0,0 0 0,0 0 0,0 24 0,0-24 0,0 0 16,0 0-1,0 25-15,0-25 0,0 0 0,0 25 0,0-25 0,0 0 0,0 25 0,0-25 0,0 0 16,0 25-16,0-25 0,0 0 15,0 24 1,0-24-16,0 25 0,0-25 0,0 0 0,0 25 0,0-25 0,0 0 0,0 25 0,0-25 0,0 0 0,-24 25 16,24-25-16,0 0 0,0 24 0,0-24 0,-25 0 0,25 25 0,0-25 0,-25 0 15,25 25 1,0-25-16,0 0 0,-25 25 0,25-25 0,0 0 0,0 0 0,0 0 0,0 25 0,0-25 0,-25 0 31,25 0-31,0 0 0,0 0 0,0 0 0,0 0 0,0 0 0,0 0 0,0 0 0,0 0 16,0 0-16,0 0 0,-24 0 0,24 0 0,0 0 0,0 0 0,0 0 0,0 0 15,0-25 1,0 25-16,0 0 0,0 0 0,0 0 0,0 0 0,0-25 0,0 25 0,0 0 15,0 0-15,0 0 0,24 0 0,-24 0 0,0-25 0,0 25 0,0 0 0,0 0 32,0 0-32,0 0 0,0 0 0,0 0 0,0 0 0,0 0 0,0 0 0,0 0 0,0 0 15,0 0-15,0 0 0,0 0 0,0 0 0,0 0 0,0 0 0,0 0 0,0 0 16,0 0-1,0 0-15,0 25 0,0-25 0,0 0 0,0 0 0,0 0 0,0 25 16,25-25-16,-25 0 0,0 25 0,0-25 0,0 0 0,0 25 0,0-25 0,0 0 0,0 24 16,0-24-16,25 0 0,-25 25 15,0-25-15,0 25 0,0-25 0,0 0 16,0 25-16,0-25 0,0 25 0,0-25 0,0 0 0,0 24 0,0-24 0,25 25 0,-25-25 15,0 0-15,0 25 0,0-25 0,0 25 16,0-25-16,25 25 0,-25-25 0,0 24 16,0-24-16,0 25 0,0-25 0,0 25 0,24-25 0,-24 25 0,0-25 0,0 25 0,0-25 15,0 24-15,0 1 0,0-25 16,0 25-16,0-25 0,0 25 0,0-25 0,0 25 15,0-25-15,0 24 0,0-24 0,0 25 0,0-25 0,0 25 0,0-25 0,0 25 16,0-25-16,0 25 0,0-25 16,0 24-16,0 1 0,0-25 0,25 25 0,-25-25 0,0 25 0,0-25 0,0 25 0,0-25 31,0 24-31,0-24 0,0 25 0,0-25 0,0 25 0,0-25 0,0 25 0,0-25 0,0 25 15,0-25-15,0 24 0,0 1 0,0-25 0,0 25 0,0-25 0,0 25 0,0-25 32,0 25-32,0-25 0,0 25 0,0-25 0,0 24 0,0-24 0,0 25 0,0-25 15,0 0-15,0 25 0,0-25 0,25 25 0,-25-25 0,0 25 0,0-25 16,0 24-16,0-24 0,0 25 0,0-25 0,0 25 0,0-25 0,0 25 15,0-25-15,0 25 0,0-25 16,0 24-16,0-24 0,0 25 0,0 0 0,0-25 0,0 25 0,0-25 31,0 0-31,0 25 0,0-25 0,0 24 0,0-24 0,0 25 0,0-25 0,0 25 0,0-25 0,0 0 0,0 25 0,0-25 16,0 25-16,0-25 0,0 24 15,0-24-15,0 25 0,0-25 0,0 25 0,0-25 0,0 25 16,0-25-16,0 25 0,0-25 0,0 24 0,0-24 0,0 25 0,0-25 0,0 0 16,0 25-16,0-25 0,0 25 15,0-25-15,0 0 0,0 25 0,0-25 0,0 0 16,0 24-16,0-24 0,0 25 0,0-25 0,0 0 0,0 25 0,0-25 0,0 25 31,0-25-31,0 0 0,0 25 0,0-25 0,0 24 0,0-24 0,0 0 0,0 25 0,0-25 0,0 0 0,0 25 16,0-25-16,0 25 0,0-25 0,0 25 0,0-25 0,0 0 0,0 25 15,0-25 1,0 0-16,0 24 0,0-24 0,0 25 0,0-25 0,0 25 0,0-25 0,0 0 15,0 25-15,0-25 0,0 25 0,0-25 0,0 24 0,0-24 0,0 0 16,0 25 15,0-25-31,0 0 0,0 25 0,0-25 0,0 0 0,0 0 0,0 25 0,0-25 0,0 0 0,-25 0 0,25 0 0,0 0 0,0 0 0,0 0 0,0 0 0</inkml:trace>
  <inkml:trace contextRef="#ctx0" brushRef="#br0" timeOffset="175791.0545">2307 10269 0,'0'0'0,"0"0"15,25 0-15,-25 0 0,0 0 16,0 0-16,0 25 0,0-25 0,0 0 0,0 0 0,0 0 16,0 0-16,0 0 0,0 0 0,0 0 0,0 0 0,0 0 0,0 0 0,0 0 15,0 0 1,0 0-16,0 0 0,0 0 0,0 0 0,0 0 0,0 0 0,0 0 0,0 0 15,0 0-15,0 0 0,0 0 0,0 0 0,0 0 0,0 0 0,0 0 0,0 0 32,0 0-32,0 0 0,0 0 0,0 0 0,0 0 0,0 0 0,0 0 0,0 0 0,-25 0 15,25 0-15,0 0 0,0 0 0,0-25 0,0 25 0,0 0 0,0 0 16,0 0-16,0 0 15,-25 0-15,25 0 0,0 0 0,0 0 0,0 0 0,0 0 16,0 0-16,0-25 0,0 25 0,-25 0 0,25 0 0,0 0 0,0 0 16,0 0-16,-25 0 15,25 0-15,0 0 0,0 0 0,0 0 0,0-24 0,0 24 0,0 0 0,25 0 0,-25 0 16,0 0-16,0 0 0,0 0 0,0 0 0,0 0 0,0-25 0,0 25 0,0 0 15,0 0-15,0 0 0,0 0 0,0 0 0,0-25 16,0 25-16,0 0 16,0 0-16,25 0 0,-25 0 0,0 0 0,0 0 0,0 0 0,0 0 0,0 0 0,0 0 15,0 0-15,0 0 0,0 0 16,0 0-16,25 0 0,-25 0 0,0 0 0,0 0 0,0 0 0,25 0 0,-25 0 0,0 0 15,0 25 1,24-25-16,-24 0 0,0 0 0,25 25 0,-25-25 0,0 0 0,0 24 0,0-24 0,0 25 16,25-25-16,-25 0 0,0 25 0,0-25 0,0 25 0,0-25 15,0 25 1,0-25-16,0 24 0,25-24 0,-25 0 0,0 25 0,0-25 0,0 25 0,0-25 0,0 25 15,0-25-15,0 25 0,0-25 0,-25 0 0,25 0 0,0 24 0,0-24 16,0 0-16,0 25 16,0-25-16,0 0 0,0 0 0,0 0 0,0 25 0,0-25 0,0 0 0,0 0 15,0 0-15,-25 0 0,25 0 0,0 0 0,0 0 0,0 0 0,0 0 16,0 0-1,0 0-15,0 0 0,0 0 0,0 0 0,0 0 0,-25 0 0,25 0 0,25 0 0,-25 0 16,0-25-16,0 25 0,0 0 0,0 0 0,0 0 0,0 0 16,0-25-16,0 25 15,0 0-15,0 0 0,0 0 0</inkml:trace>
  <inkml:trace contextRef="#ctx0" brushRef="#br0" timeOffset="176151.0753">2530 10269 0,'0'0'0,"0"0"0,0-25 16,0 25-16,0 0 0,0 0 0,-25 0 0,25 0 0,0-24 0,0 24 0,0 0 16,0 0 15,0 0-31,0 0 0,-25 0 0,25 0 0,0 0 0,0 0 0,0 0 0,0 0 0,0 0 0,0 0 0,0 0 0,-24 0 0,24 0 0,0 0 0,0 0 15,0 0-15,0 0 0,0 0 0,0 0 0,-25 0 0,25 24 16,0-24-16,0 0 0,0 0 16,0 0-16,0 0 0,-25 25 0,25-25 0,0 0 0,0 25 0,0-25 0,0 0 15,0 25-15,0-25 0,25 0 0,-25 25 0,0-25 0,0 24 16,25-24-1,-25 0-15,0 25 0,0-25 0,0 25 0,0-25 0,24 25 0,-24-25 0,0 0 0,0 25 16,0-25-16,0 0 0,25 24 0,-25-24 16,0 0-16,25 0 0,-25 0 0,0 0 15,0 0-15,25 0 0,-25 25 0,0-25 0,25-25 0,-25 25 0,0 0 0,24 0 16,-24 0-16,0 0 0,0 0 0,25 0 0,-25-24 0,0 24 15,0 0-15,0 0 16,0 0-16</inkml:trace>
  <inkml:trace contextRef="#ctx0" brushRef="#br0" timeOffset="176556.0985">2704 10666 0,'0'0'16,"0"0"0,0 0-16,0 0 0,0 0 0,0 0 0,0-25 0,0 25 0,0 0 0,0 0 15,25 0-15,-25 0 0,0-25 0,0 25 0,0 0 0,0 0 0,0-24 0,0 24 16,0 0-1,0-25-15,0 25 0,0 0 0,0 0 0,0-25 0,0 25 0,0 0 0,0 0 16,0-25-16,0 25 0,0 0 0,0 0 0,0 0 0,0 0 0,0-25 16,0 25-1,0 0-15,0 0 0,0 0 0,0 0 0,0 0 0,0 0 0,0 0 0,0-24 16,0 24-16,0 0 0,0 0 0,0 0 0,0 0 0,0 0 0,0 0 15,0 0-15,0 0 16,0 0-16,0 0 0,0 0 0,0 24 0,0-24 0,0 0 0,24 0 16,-24 25-16,0-25 0,0 0 0,0 25 0,0-25 0,0 25 0,0-25 0,25 0 15,-25 25-15,0-25 16,0 24-16,0-24 0,0 25 0,0-25 0,25 25 0,-25-25 0,0 25 15,0-25-15,0 0 0,0 25 0,0-25 0,0 0 0,0 0 0,0 0 0,0 0 16,0 0 0,0 0-16,0 0 0</inkml:trace>
  <inkml:trace contextRef="#ctx0" brushRef="#br0" timeOffset="178823.2281">3225 10393 0,'0'0'0,"0"0"0,0 0 15,0 0-15,0 0 0,0 0 0,0 0 0,0 0 0,0 0 0,0 25 16,0-25 0,0 0-16,0 0 0,0 0 0,0 0 0,0 0 0,0 0 0,0 0 0,0 0 15,0 0-15,0 0 0,0 0 0,0 0 0,0 0 0,0 0 16,0 0-16,0 0 0,0 0 0,0 0 0,0 0 0,0 0 0,0-25 31,0 25-31,24 0 16,-24 0-16,0 0 0,0 0 15,0 0-15,25 0 0,-25 0 0,0 0 0,0 0 0,0 0 0,25 0 0,-25 0 0,0 0 0,25 0 0,-25 0 0,0 0 0,25 0 0,-25 0 0,0 0 16,24 0-16,-24 0 0,0 0 0,0 0 0,25 0 0,-25 0 0,0 0 15,0-25 1,25 25-16,-25 0 0,0 0 0,0 0 0,0 0 0,0 0 0,0 0 0,0 0 0,0 0 16,0 0-16,0 0 0,0 0 0,0 0 0</inkml:trace>
  <inkml:trace contextRef="#ctx0" brushRef="#br0" timeOffset="179089.2434">3324 10319 0,'0'0'0,"0"0"0,0 0 16,0 0 0,0 0-16,-25 0 0,25 0 0,0 0 0,0 0 0,25 0 0,-25 0 15,0 0-15,0 0 0,0 0 0,0 0 0,0 0 0,0 0 0,0 0 0,0 0 16,0 25-1,0-25-15,25 0 0,-25 0 0,0 24 0,0-24 0,0 25 0,0-25 0,0 25 16,0-25-16,0 0 0,24 25 0,-24-25 0,0 25 0,0-25 0,0 0 16,0 24-1,0-24-15,0 25 0,0-25 0,0 0 0,0 25 0,0-25 0,0 25 0,0-25 16,0 0-16</inkml:trace>
  <inkml:trace contextRef="#ctx0" brushRef="#br0" timeOffset="179966.2935">3795 10220 0,'0'0'0,"0"0"0,0 0 16,0 0-16,0 0 0,0 0 0,-25 0 0,25 0 15,0 0-15,0 0 16,0 0-16,0 0 0,0-25 0,0 25 0,0 0 0,0 0 0,0 0 0,0 0 0,0 0 16,0 0-16,0 0 0,0 0 0,0 0 0,0 0 15,0-25-15,0 25 16,0 0-16,0 0 0,0 0 0,0 0 0,25 0 0,-25 0 0,0 0 0,0 0 15,0 0-15,0 0 0,0 0 0,0 0 16,0 0-16,25 0 0,-25-25 0,0 25 0,0 0 16,0 0-16,0 0 0,25 0 0,-25 0 0,0 0 0,0 0 0,0 25 31,0-25-31,25 0 0,-25 25 0,0-25 0,0 0 0,0 25 0,24-25 0,-24 0 0,0 24 0,0-24 15,0 25-15,0-25 0,0 0 0,0 25 0,0-25 0,0 25 0,0-25 0,0 0 16,0 25 0,0-25-16,0 24 0,0-24 0,0 0 0,-24 25 0,24-25 0,0 25 0,0-25 0,0 0 15,0 25 1,0-25-16,0 0 0,0 25 0,-25-25 0,25 0 0,0 0 0,0 0 0,0 0 15,0 0-15,0 0 0,0 0 0,0 24 0,0-24 0,0 0 0,0-24 16,0 24-16,0 0 0,0 0 0,0 0 16,0 0-16,25 0 0,-25 0 0,0 0 15,0 0-15,0 0 0,0 0 0,0-25 0,0 25 0,0 0 0,0 0 0,0 0 0,24 0 16,-24 0-1,0 0-15,0 0 0,0 0 0,0 0 0,25 0 0,-25 0 0,0 0 0,0 25 16,0-25-16,0 0 0,0 0 0,25 0 0,-25 24 0,0-24 0,0 0 16,0 0-1,0 25-15,0-25 0,0 0 0,0 25 0,0-25 0,0 0 0,0 0 0,0 25 0,0-25 16,0 0-16,25 25 0,-25-25 0,0 0 0,0 0 0,0 24 15,0-24 1,-25 0-16,25 0 0,0 25 0,0-25 0,0 0 0,0 0 0,0 0 0,0 0 16,0 0-16,-25 0 0,25 25 0,0-25 0,0 0 0,0-25 0,0 25 15,0 0-15,0 0 16,0 0-16,0 0 0,0 0 0,0 0 0,-25 0 0,25-25 0,0 25 15,0 0-15,0 0 0,0 0 0,0 0 0,0 0 0,0-24 0,0 24 16,0 0 0,0 0-16,0 0 0,0-25 0,0 25 0,0 0 0,25 0 0,-25-25 0,0 25 0,0 0 0</inkml:trace>
  <inkml:trace contextRef="#ctx0" brushRef="#br0" timeOffset="180364.3163">4068 10294 0,'0'-25'15,"0"25"1,0 0-16,0 0 0,0 0 0,0 0 0,0 0 0,0-25 0,0 25 0,25 0 15,-25 0-15,0 0 0,0 0 0,0 0 0,0 0 0,0 0 0,0 0 16,0 0-16,0 0 16,0 0-16,25 0 0,-25 25 0,0-25 0,0 0 0,0 0 0,24 25 15,-24-25-15,0 0 0,0 25 0,25-25 0,-25 0 0,0 25 0,0-25 31,25 24-31,-25-24 0,0 25 0,0-25 0,0 0 0,0 25 0,-25-25 0,25 25 0,0-25 0,0 0 16,0 25-16,0-25 0,0 0 0,0 24 0,0-24 0,0 0 0,0 25 16,0-25-1,0 0-15,0 0 0,-25 25 0,25-25 0,0 0 0,0 0 0,0 0 0,0 0 0,0 0 16,0 0-1,0 0-15,0 0 0,0 0 0,0 0 0,0 0 0,0 0 0,0 0 16,0 0-16,0-25 0,0 25 0,0 0 0,0 0 0,0-25 0,0 25 31</inkml:trace>
  <inkml:trace contextRef="#ctx0" brushRef="#br0" timeOffset="180590.329">4217 10269 0,'0'0'0,"0"0"0,0 0 15,0-25-15,0 25 0,0 0 0,0 0 0,0 0 0,0 0 0,0 0 16,0 0-16,0 0 15,0 0-15,0 0 0,0 0 0,0 0 0,0 25 0,0-25 0,0 0 16,0 0-16,0 25 0,0-25 0,0 25 0,0-25 0,0 25 0,0-25 0,0 0 16,25 24-1,-25-24-15,0 25 0,0-25 0,0 0 0,0 25 0,0-25 0,0 0 16,24 25-16,-24-25 0,0 0 0,0 0 0,0 25 0,25-25 0,-25 0 0,0 0 15,0 0 1,25 24-16,-25-24 0,0 0 0,25 0 0,-25 0 0,0 0 16,25 0-16,-25 0 0,0 0 0</inkml:trace>
  <inkml:trace contextRef="#ctx0" brushRef="#br0" timeOffset="180934.3489">4465 10517 0,'0'0'0,"0"0"0,0 0 15,0 0-15,0 0 0,0 0 0,0 0 0,0 0 0,0-25 0,0 25 16,0 0-16,25 0 0,-25 0 16,0 0-16,0 0 0,0 0 0,0 0 0,24 0 0,-24 0 0,0 0 0,0 0 15,0 0-15,0 0 0,0 0 0,0 0 0,0 0 0,0 0 16,0 0-1,25 25-15,-25-25 0,0 0 0,0 0 0,0 0 0,0 25 0,0-25 0,0 0 0,0 0 16,0 25-16,-25-25 0,25 0 0,0 25 0,0-25 0,0 24 16,0-24-16,0 0 15,0 25-15,0-25 0,0 0 0,0 0 0,0 25 0,0-25 0,0 0 0,0 0 16,0 25-16,-24-25 0,24 0 0,0 0 0,0 0 15,0 25-15,0-25 0,0 0 0,0 0 16,0 0-16,0 0 0,0 0 0,24 0 0,-24 0 0,0 0 0,0 0 31,25 0-31,-25 0 0,0 0 0,25 0 0,-25 0 0,0 0 0,25-25 0,-25 25 0,0 0 0,25 0 0,-25 0 16,0 0-16,24 0 15,-24 0-15,0-25 0,25 25 0</inkml:trace>
  <inkml:trace contextRef="#ctx0" brushRef="#br0" timeOffset="181296.3694">4961 10344 0,'0'0'0,"0"0"0,0 0 16,0 0-16,0 0 0,0 0 0,0 0 0,0 0 0,25-25 0,-25 25 16,0 0-16,0 0 0,0 0 0,25 0 15,-25 0-15,0 0 0,0 0 0,24 0 0,-24 0 0,0 0 0,25 0 16,-25 0-1,0 0-15,25 0 0,-25 0 0,0 0 0,25 0 0,-25 0 0,0 0 0,25 0 0,-25 0 16,0 0-16,24 0 0,-24-25 0,0 25 0,25 0 0,-25 0 0,0 0 31,0 0-31,0 0 0,0 0 0,0 0 0,0 0 0</inkml:trace>
  <inkml:trace contextRef="#ctx0" brushRef="#br0" timeOffset="181522.3823">5060 10220 0,'0'0'15,"0"0"-15,0 0 16,0 0-16,0 0 0,0 0 0,0 0 0,0 0 16,0 24-16,0-24 0,25 0 0,-25 0 0,0 25 0,0-25 0,0 25 0,0-25 0,0 0 15,0 25-15,0-25 0,0 25 0,25-25 16,-25 0-16,0 24 0,0-24 0,0 0 15,0 25-15,0-25 0,0 25 0,25-25 0,-25 0 0,0 25 0,0-25 0,0 0 16,0 25-16,0-25 0,0 0 16,0 24-16</inkml:trace>
  <inkml:trace contextRef="#ctx0" brushRef="#br0" timeOffset="182307.4273">5655 10096 0,'0'0'0,"0"0"16,0 0-16,0 0 0,0 0 0,0 0 0,0 0 0,0 0 0,0 0 0,0 0 16,0 0-1,0 0-15,0 0 0,0 0 0,0 0 0,0 0 0,0 24 0,0-24 0,0 0 0,0 25 16,0-25-16,0 0 0,0 25 0,0-25 0,0 0 0,0 25 31,0-25-31,0 0 0,0 25 0,0-25 0,0 24 0,25-24 0,-25 0 0,0 25 0,0-25 16,0 0-16,0 0 0,0 25 0,0-25 0,0 0 0,0 0 0,0 25 0,0-25 15,0 0 1,0 0-16,0 0 0,0 0 0,0 0 0,0 0 0,0 0 0,0 25 15,0-25-15,0 0 0,0 0 0,0 0 0,0-25 0,0 25 0,0 0 0,0 0 32,0 0-32,0 0 0,25 0 0,-25 0 0,0 0 0,0 0 0,0-25 0,0 25 31,25 0-31,-25 0 0,0 0 0,25 0 0,-25 0 0,0 0 0,0 0 0,24 0 0,-24 0 0,0 0 0,0 0 15,0 0-15,25 0 0,-25 0 0,0 0 0,0 25 0,0-25 0,0 0 0,25 0 16,-25 0-16,0 25 16,0-25-16,0 0 0,0 24 0,0-24 0,0 0 0,0 25 0,25-25 0,-25 25 0,0-25 15,0 25 1,0-25-16,0 0 0,0 25 0,0-25 0,0 0 0,0 24 0,0-24 0,0 0 15,0 0-15,0 0 0,0 25 0,0-25 0,0 0 0,-25 0 0,25 0 32,0 0-32,0 0 0,0 0 0,0 0 0,-25 0 0,25 25 0,0-25 0,0 0 0,-25 0 15,25 0-15,0 0 0,0 0 0,0 0 0,0 0 0,-24 0 0,24 0 16,24-25-1,-48 25-15,24 0 0,0 0 0,0 0 0,0 0 0,0 0 0,0 0 0,0-25 16,0 25-16,0 0 0,-25 0 0,25 0 0,0 0 0,0-24 0,0 24 16</inkml:trace>
  <inkml:trace contextRef="#ctx0" brushRef="#br0" timeOffset="182521.4397">5680 10195 0,'0'0'0,"0"0"0,0 0 15,0 0-15,0 0 0,25 0 0,-25 0 0,0 0 0,0 0 0,25 0 16,-25 0 0,0 0-16,0 0 0,25 0 0,-25 0 0,0-25 0,24 25 15,-24 0-15,25 0 0,-25 0 0,0 0 0,0 0 0,25 0 0,-25-25 0,0 25 0,25 0 16,-25 0-16,0 0 15,25 0-15,-25 25 0,0-25 0,25 0 0,-25 0 0</inkml:trace>
  <inkml:trace contextRef="#ctx0" brushRef="#br0" timeOffset="182961.4646">6003 10294 0,'0'0'0,"0"0"0,0 0 16,0 0-16,0-25 0,0 25 0,0 0 15,0 0-15,0 0 0,0 0 16,25 0-16,-25-25 0,0 25 0,0 0 0,0 0 0,0 0 0,0 0 0,0 0 15,24 0-15,-24 0 0,0 0 0,0 0 0,25 0 0,-25 0 16,0 0 0,0 25-16,25-25 0,-25 0 0,0 0 0,0 0 0,0 25 0,25-25 0,-25 0 0,0 0 31,0 25-31,0-25 0,0 0 0,0 25 0,0-25 0,0 24 0,25-24 0,-25 0 0,0 25 0,0-25 0,0 25 0,0-25 15,0 0 1,0 25-16,0-25 0,0 0 0,-25 25 0,25-25 0,0 24 16,0-24-16,0 0 0,0 25 0,0-25 0,0 0 0,0 0 0,0 25 0,0-25 0,0 0 15,0 0-15,0 0 0,0 0 0,-25 25 0,25-25 16,0 0-16,0 0 0,0 0 15,25 0-15,-25-25 0,0 25 0,0 0 0,0 0 0,0 0 0,0 0 0,0-25 16,0 25-16,0 0 0,25 0 0,-25-25 0,0 25 16,0-24-16,0 24 0,0 0 0,24-25 15,-24 25-15,0-25 0,0 25 0,0-25 0</inkml:trace>
  <inkml:trace contextRef="#ctx0" brushRef="#br0" timeOffset="183149.4756">6201 10344 0,'0'0'15,"0"0"-15,0-25 0,0 25 0,25 0 0,-25-25 0,0 25 0,0 0 0,0-25 0,0 25 16,0 0-16,0 0 0,0-25 0,0 25 0,0 0 16,0 0-16,0 0 0,0 0 0,0 0 0,0 0 15,0 0-15,0 0 0,0 0 0,0 25 0,0-25 16,0 0-16,0 0 0,0 25 15,0-25-15,0 25 0,0-25 0,0 25 0,0-25 0,0 24 0,0-24 0,0 25 16,0-25-16,0 25 0,0-25 0,0 25 0,0-25 0,0 25 16,0-25-16,25 0 0,-25 24 0,0-24 15,0 0 16,0 25-31,0-25 0,25 0 0,-25 0 0,0 0 0,0 0 0,0 25 0,24-25 0,-24 0 0,0 0 0,0 0 0,25 0 0,-25 0 0,25 0 0,-25 0 0,25-25 16,-25 25-16,0 0 0,25 0 16,-25 0-16</inkml:trace>
  <inkml:trace contextRef="#ctx0" brushRef="#br0" timeOffset="183796.5126">6474 10542 0,'0'0'0,"0"0"15,0 0-15,0-25 16,0 25-16,0 0 0,0 0 0,0 0 0,0 0 0,0-25 16,0 25-16,0 0 0,0 0 0,0 0 0,0 0 0,0-24 0,0 24 0,0 0 15,0 0-15,0 0 0,25 0 0,-25 0 0,0 0 0,0 0 16,0 0-16,25 0 0,-25 0 15,0 0-15,0 0 0,0 0 0,0 0 0,0 0 0,0 0 0,0 24 16,0-24-16,0 0 0,0 0 0,0 0 0,0 25 0,0-25 16,0 0-16,0 0 15,0 25-15,0-25 0,0 0 0,0 0 0,0 25 0,0-25 0,0 0 0,0 25 0,0-25 16,-25 0-1,25 0-15,0 24 0,0-24 0,0 0 0,0 0 0,-25 25 0,25-25 0,0 0 16,0 0-16,0 0 0,0 0 0,0 0 0,0 0 0,0 0 16,0 0-16,0 0 0,0 0 15,0 0-15,25 0 0,-25 0 0,0 0 0,0 0 0,0 0 0,0 0 16,25 0-16,-25 0 0,0 0 0,0 0 0,24-25 0,-24 25 0,0 0 15,0 0-15,0 0 16,25 0-16,-25 0 0,0 0 0,0 0 0,0 0 16,0 25-16,0-25 0,0 0 0,0 0 0,0 0 0,0 0 0,0 0 0,0 25 0,0-25 15,25 0 1,-25 0-16,0 0 0,0 25 0,0-25 0,0 0 0,0 25 0,-25-25 0,25 0 0,0 24 0,0-24 15,0 0 1,0 25-16,0-25 0,0 0 0,0 25 0,0-25 0,0 0 0,0 0 16,0 0-16,-25 25 0,25-25 0,0 0 0,0 0 0,0 0 0,0 0 0,-24 0 15,24 0-15,0 0 0,0 0 0,0 0 0,0 0 0,0 0 16,-25 0-16,25 0 15,0 0-15,0-25 0,0 25 0,0 0 0,-25 0 0,25-25 0,0 25 125</inkml:trace>
  <inkml:trace contextRef="#ctx0" brushRef="#br0" timeOffset="184288.5407">7069 10418 0,'0'0'16,"0"0"31,0 0-47,0 0 0,0 0 0,0 0 0,0 0 0,0 0 0,0 0 0,0 0 0,0 0 15,0 0-15,0 0 0,0 0 0,0 0 0,0 0 0,0 0 0,0 0 0,0 0 0,0 0 0,0 0 0,0 0 0,25 0 0,-25 0 0,0 0 0,0 0 16,0 0-16,0 0 0,25 0 0,-25 0 0,0 0 0,0 0 0,0 0 0,25 0 62,-25 0-62,25 0 0,-25 0 0,0 0 0,24 0 0,-24 0 0,25 0 0,-25-25 0,25 25 0,-25 0 0,0 0 0,0 0 0,25 0 0,-25 0 0,0 0 0,25 0 16,-25 0-16,0 0 0,24 0 0,-24 0 0,0 0 0,0 0 0,0 0 15,0 0-15,25 0 0,-25 0 0,0 0 0,0 0 0,0 0 0</inkml:trace>
  <inkml:trace contextRef="#ctx0" brushRef="#br0" timeOffset="184494.5525">7193 10244 0,'-24'0'0,"24"0"0,0 0 0,0 0 0,0 0 0,0 0 16,0 25-16,0-25 16,0 0-16,0 0 0,0 0 0,0 25 0,0-25 0,24 0 0,-24 25 15,0-25-15,0 25 0,-24-25 0,24 24 0,0-24 0,0 25 0,0-25 16,0 25-1,0-25-15,0 25 0,24-25 0,-24 0 0,0 25 0,0-25 0,0 24 0,0-24 0,0 0 16,0 25-16,0-25 0,0 0 0,0 25 0,0-25 0,25 0 0,-25 0 16</inkml:trace>
  <inkml:trace contextRef="#ctx0" brushRef="#br0" timeOffset="185403.6043">7962 10071 0,'0'-25'0,"0"25"16,0 0-16,0 0 16,0 0-16,0 0 0,-25 0 0,25 0 0,0 0 0,0 0 15,-24 0-15,24 0 0,0 0 0,0 0 0,0 0 0,-25 0 0,25 0 0,0 0 16,0 0-1,-25 0-15,25 0 0,0 0 0,0 0 0,0 0 0,0 0 0,0 0 16,0 0-16,-25 25 0,25-25 0,0 0 0,0 0 0,0 25 0,0-25 0,0 24 16,0-24-16,0 0 0,0 25 15,0-25-15,0 25 0,0-25 0,0 25 0,0-25 0,0 25 16,0-25-16,0 0 0,0 24 0,0-24 0,0 25 0,0-25 0,0 0 0,25 25 15,-25-25 32,0 0-47,0 0 0,0 0 0,0 25 0,0-25 0,25 0 0,-25 0 0,0 0 0,0 0 0,0 0 0,25 0 0,-25 0 0,0 0 0,0 0 0,24 0 0,-24-25 0,0 25 0,25 0 0,-25 0 0,0 0 16,0-25-16,0 25 15,0 0-15,25 0 0,-25 0 0,0-25 0,0 25 0,0 0 16,0 0-16,0-24 0,0 24 0,0 0 0,0 0 0,0-25 0,0 25 0,0 0 0,0 0 31,0-25-31,0 25 0,0 0 0,0 0 0,0-25 0,0 25 0,0 0 0,0 0 0,0 0 16,0 0-16,0 0 0,0 0 0,0 0 0,0 0 0,0 0 0,0 0 15,0 0-15,0 0 16,0 0-16,0 0 0,0 0 0,0 25 0,0-25 0,0 0 16,0 0-16,0 25 0,0-25 0,0 25 0,25-25 0,-25 24 0,0 1 0,0-25 15,0 25-15,0-25 0,0 25 0,0-25 16,0 25-16,0-25 0,0 24 0,25-24 15,-25 25-15,0-25 0,0 25 0,0-25 0,0 25 0,0-25 0,0 25 63,0-25-63,0 24 0,0-24 0,0 0 0,0 25 0,0-25 0,0 0 0,0 0 0,0 0 0,0 25 0,-25-25 0,25 0 0,0 0 0,0 0 0,0 0 0,0 25 0,0-25 31,-25 0-31,25 0 0,0 0 0,0 0 0,-25 0 0,25 0 0,0 0 0,0 0 0,0 0 0,0 0 0,0 0 0,0 0 0,0 0 0,0 0 0,0 0 16,-25-25-16,25 25 0,0 0 0,0 0 0,0-25 0,0 25 0,0 0 15,0 0 32,0-25-47,0 25 0,0 0 0,0 0 0,0 0 0,0 0 0,0 0 0,0 0 0,0 0 0,0 0 0,0 0 0</inkml:trace>
  <inkml:trace contextRef="#ctx0" brushRef="#br0" timeOffset="186221.6513">8334 10319 0,'0'0'0,"0"0"32,0 0-32,-24 0 0,24 0 0,0-25 0,0 25 0,0 0 0,0 0 0,0 0 15,0 0-15,-25 0 0,25 0 0,0-25 0,0 25 0,0 0 0,0 0 0,0 0 16,0 0-1,25 0-15,-25 0 0,0 0 0,0 0 0,0-25 0,0 25 0,0 0 16,0 0-16,0 0 0,24 0 0,-24 0 0,0 0 0,0-24 0,0 24 31,25 0-31,-25 0 0,0 0 0,25 0 0,-25 0 0,0 0 0,0 0 0,25 0 0,-25 0 0,0 0 0,0 0 16,0 24-16,0-24 0,0 0 0,25 0 0,-25 25 0,0-25 15,0 25-15,0-25 16,0 25-16,0-25 0,0 25 0,0-25 0,24 24 0,-48-24 0,24 25 0,0-25 16,0 25-16,0-25 0,0 25 0,0-25 0,0 25 0,0-25 15,0 24-15,0-24 16,0 0-16,0 25 0,0-25 0,0 0 0,0 0 0,0 25 0,0-25 0,-25 0 31,25 0-31,0 0 0,0 25 0,0-25 0,0 0 0,0 0 0,0 0 0,0 0 0,0 0 0,0 0 0,0 0 16,0 0-16,0-25 0,25 25 0,-25 0 0,0 0 0,0 0 0,0-25 15,0 25 1,0 0-16,0-25 0,0 25 0,0 0 0,0-24 0,0 24 0,0-25 15,0 25-15,0-25 0,24 25 0,-24-25 0,0 25 0,0-25 0,0 25 0,25-24 16,-25 24-16,0-25 16,0 25-16,0 0 0,25-25 0,-25 25 0,0 0 0,0 0 0,0 0 15,0-25-15,0 25 0,0 0 0,0 0 0,0 0 0,0 0 0,0 0 16,0 0-16,0 25 15,0-25-15,0 0 0,0 0 0,0 0 0,0 0 0,0 25 0,0-25 0,0 0 16,0 25-16,0-25 0,0 24 0,0-24 0,0 0 0,0 25 16,0-25-16,0 25 15,0-25-15,0 25 0,0-25 0,0 25 0,0-25 0,25 24 0,-25-24 0,0 25 47,0-25-31,0 0-16,0 25 0,0-25 0,0 0 0,0 25 0,0-25 0,25 0 0,-25 0 0,0 0 0,0 25 0,0-25 0,24 0 0,-24 0 0,0 0 0,25 0 0,-25 0 0,0 0 0,0 0 0,25 0 0,-25 0 0,0 0 15,25-25-15,-25 25 0,0 0 0</inkml:trace>
  <inkml:trace contextRef="#ctx0" brushRef="#br0" timeOffset="186717.6797">8806 10592 0,'0'0'15,"0"0"1,0 0-16,0 0 0,0 0 0,0 0 0,0 0 0,0 0 0,0 0 0,0 0 47,0 0-47,-25 0 0,25 0 0,0 0 0,0 0 0,0 0 0,0 0 15,0 24-15,0-24 0,0 0 0,0 0 0,-25 0 0,25 0 0,0 25 0,0-25 0,0 0 0,0 0 0,0 0 0,-25 25 0,25-25 0,0 0 16,0 0-16,0 0 0,-25 25 0,25-25 0,0 0 0,0 0 0,0 0 0,0 0 15,0 0-15,0 25 0,0-25 16,0 0-16,0 0 0,0 0 0,0 0 0,0 0 16,0 0-16,0 0 0,0 0 0,0 0 0,0 0 0,0 0 0,0 0 15,0 0-15,0 0 0,0 0 0,25 0 0,-25 0 0,0 0 16,0 0-16,0 0 47,0 0-47,25 0 0,-25 0 0,0 0 0,0 0 0,0 0 0,25 0 15,-25 0-15,0 0 0,0 0 0,25 0 0,-25 0 0,0 24 0,0-24 0,24 0 0,-24 0 0,0 0 0,25 0 0,-25 0 0,0 0 0,0 0 0,25 0 0,-25 0 0,0 0 16,0 0-16,0 0 0,0 0 0,25 0 0,-25 0 0,0 0 0,0 0 31,0 0 31,0 0-62,0 0 0,0-24 0,0 24 0,0 0 0,0 0 0,0 0 0</inkml:trace>
  <inkml:trace contextRef="#ctx0" brushRef="#br0" timeOffset="186950.693">8855 10567 0,'0'0'0,"0"0"0,0 0 0,0 0 0,0 0 0,0 0 0,0 0 0,0 0 0,0 0 0,0 0 0,0 0 0,0 0 0,0 0 0,0 0 0,0 0 0,0 25 0,0-25 0,0 0 0,0 24 0,0-24 16,25 0-16,-25 25 0,0-25 0,0 25 0,0-25 0,0 0 16,0 25-16,0-25 0,25 25 0,-25-25 0,0 24 15,0-24-15,0 25 0,0-25 0,0 25 16,0-25-16,0 25 0,0-25 15,0 25-15,0-25 0,0 0 0,0 24 0,0-24 0,0 25 0,0-25 0,0 0 0,0 25 16,0-25-16,0 0 0,0 0 0,0 25 16,0-25-16,0 0 0,0 0 0,25 0 46</inkml:trace>
  <inkml:trace contextRef="#ctx0" brushRef="#br0" timeOffset="187403.7189">9599 10344 0,'0'0'0,"0"0"15,0 0-15,0 0 0,0 0 0,0 0 0,0 0 0,0 0 0,0 0 32,0 0-32,0 0 0,0 0 0,0 0 0,0 0 0,0 0 0,0 0 0,25 0 0,-25 0 15,0 0-15,0 0 0,25 0 0,-25 0 0,0 0 0,0 0 0,25 0 16,-25 0-1,0 0-15,0 0 0,25 0 0,-25 0 0,0 0 0,24 0 0,-24 0 16,0 0-16,25 0 0,-25 0 0,25 0 0,-25 0 0,0 0 0,25 0 0,-25 0 16,0 0-1,25 0-15,-25 0 0,0 24 0,0-24 0,0 0 0,0 0 0,24 0 0,-24 0 16,0 25-16</inkml:trace>
  <inkml:trace contextRef="#ctx0" brushRef="#br0" timeOffset="187664.7338">9649 10616 0,'0'0'0,"0"0"15,0 0-15,0 0 0,0 0 0,0 0 0,0 0 0,0 0 0,0 0 0,0 0 16,0 25-16,25-25 0,-25 0 0,0 0 16,0 0-16,25 0 0,-25-25 0,24 25 15,-24 0-15,25 0 0,-25 0 0,25 0 0,-25 0 0,25 0 0,-25 0 0,25 0 0,-25 0 16,24 0-16,1 0 0,0 0 15,-25 0-15,25 0 0,0 0 0,-25 0 16,24 25-16,-24-25 0,25 0 0</inkml:trace>
  <inkml:trace contextRef="#ctx0" brushRef="#br0" timeOffset="190457.8934">10244 10269 0,'0'0'0,"0"0"0,0 0 15,0 25-15,0-25 0,0 0 0,0 0 0,0 0 0,0 0 0,0 0 0,0 0 16,0 0-16,0 0 0,0 0 0,25 0 0,-25 0 0,0 0 16,0 0-16,0 0 0,0 0 15,0 0-15,0 0 0,0 0 0,0 0 0,0 0 0,0 0 0,0 0 16,0 0-16,0 25 0,0-25 0,0 0 0,25 0 0,-25 0 15,-25 0-15,25 25 16,0-25-16,0 0 0,0 0 0,0 0 0,0 24 0,0-24 0,0 0 0,0 0 0,0 25 16,0-25-1,0 0-15,0 0 0,0 25 0,0-25 0,0 0 0,0 0 0,0 0 0,0 25 16,25-25-16,-25 0 0,-25 0 0,25 0 0,0 0 0,0 0 0,0 0 15,0 0 1,0 0-16,0 0 0,0 0 0,0 0 0,0 0 0,0 0 0,0 0 0,25 0 16,-25 0-16,0 0 0,0 0 0,0 0 0,0 0 0,0 0 0,0 0 0,25-25 31,-25 25-31,0 0 0,0 0 0,0 0 0,0 0 0,25 0 0,-25 0 0,0 0 15,0 0-15,0 0 0,0 0 0,0 0 0,0 0 0,0 0 0,24 0 32,-24 0-32,0 0 0,0 0 0,0 0 0,0 0 0,25 0 0,-25 0 0,0 0 0,0 0 15,0 0-15,0 0 0,0 0 0,0 0 0,0 25 0,25-25 0,-25 0 0,0 0 16,0 0-1,0 25-15,0-25 0,0 0 0,0 0 0,0 24 0,0-24 0,25 0 0,-25 0 0,0 25 16,0-25-16,0 0 0,0 0 0,0 25 0,0-25 16,0 0-16,0 0 0,0 25 0,0-25 15,0 0-15,0 0 0,0 25 0,0-25 0,0 0 0,0 0 0,0 24 0,0-24 16,0 0-16,0 0 15,0 25-15,0-25 0,0 0 0,0 0 0,0 0 0,0 0 0,-25 25 16,25-25-16,0 0 0,0 0 0,0 0 0,0 0 0,0 0 0,0 0 16,0 0-16,0 25 15,-25-25-15,25 0 0,0 0 0,0 0 0,0 0 0,-25 0 0,25 0 0,0 0 16,0 0-16,0 0 0,0 0 0,-24 0 0,24 0 0,0 0 15,0 0 1,0 0-16,0-25 0,0 25 0,0 0 0,-25 0 0,25 0 0,0 0 0,0 0 16,0 0-16,0 0 0,0 0 0,0 0 0,0 0 0,0 0 0,0 0 15,0-25-15,0 25 0,-25 0 0,25 0 0,0 0 16,0 0-16,0-25 0</inkml:trace>
  <inkml:trace contextRef="#ctx0" brushRef="#br0" timeOffset="190713.9082">10319 10294 0,'0'0'0,"0"0"0,25 0 15,-25 0-15,0 0 0,0 0 0,0-25 0,0 25 0,0 0 0,0 0 0,0 0 16,0 0-16,0 0 16,0 0-16,24 0 0,-24 25 0,0-25 0,0 0 0,0 0 0,25 0 0,-25 0 15,0 0-15,25 0 0,-25 0 0,25 0 0,-25 0 0,25 0 0,-25 0 16,0 0-1,24 0-15,-24 0 0,25 0 0,-25 0 0,0 0 0,25 0 0,-25 0 0,25-25 16,-25 25-16,0 0 0,25 0 0,-25 0 0</inkml:trace>
  <inkml:trace contextRef="#ctx0" brushRef="#br0" timeOffset="191698.9644">10840 10319 0,'0'0'0,"-25"0"16,25 0-16,0 0 0,0 0 0,0 0 0,0 0 0,0 0 0,-25 0 0,25-25 16,0 25-16,0 0 0,0 0 0,0 0 0,0 0 0,0 0 15,0 0-15,0 0 0,0 0 16,-25 0-16,25 0 0,0 0 0,0 0 0,0 0 0,0 25 0,0-25 15,0 0-15,0 0 0,0 0 0,0 0 0,-25 0 0,25 0 0,0 0 16,0 25 0,0-25-16,0 0 0,0 0 0,0 24 0,0-24 0,0 0 0,0 0 0,0 0 15,0 25-15,0-25 0,0 0 0,0 0 0,0 0 0,0 25 0,0-25 16,25 0-1,-25 0-15,0 25 0,0-25 0,0 0 0,0 0 0,0 25 0,0-25 0,0 0 0,25 0 16,-25 24 0,0-24-16,0 0 0,0 0 0,25 25 0,-25-25 0,0 0 0,0 0 0,25 25 0,-25-25 0,0 0 15,0 0-15,24 25 0,-24-25 0,0 0 0,0 0 0,25 0 16,-25 25-1,0-25-15,25 0 0,-25 0 0,0 0 0,0 24 0,25-24 0,-25 0 0,0 0 16,0 0-16,0 0 0,0 25 0,0-25 0,0 0 0,0 0 0,0 0 16,25 0-16,-25 25 15,0-25-15,0 0 0,0 0 0,0 0 0,0 0 0,0 25 0,0-25 16,0 0-16,0 0 0,0 0 0,0 0 0,0 0 0,0 0 0,0 0 15,0 0 1,-25 0-16,25 0 0,0 0 0,0 0 0,0 0 0,0 0 0,0 25 0,0-25 0,0 0 16,0 0-16,-25 0 0,25 0 0,0 0 0,-25 0 0,25 0 0,0 0 31,-25 0-31,25 0 0,0 0 0,0 0 0,0 0 0,0 0 0,0 0 0,0 0 15,0 0-15,0 0 0,0 0 0,0 0 0,-24 0 0,24-25 0,0 25 0,0 0 16,0 0-16,-25 0 16,25 0-16,0-25 0,0 25 0,0 0 0,0 0 0,0 0 0,0 0 15,0-25-15,0 25 0,0 0 0,0 0 0,0 0 0,0 0 0,0 0 31,0 0-31,0 0 0,0 0 0,25 0 0,-25-25 0,0 25 0,0 0 0,0 0 0,0 0 0,0 0 0,24-24 32,-24 24-32,0 0 0,0 0 0,25-25 0,-25 25 0,0 0 0,0 0 0,25-25 0,-25 25 0,0 0 0,0-25 15,25 25 1,-25 0-16,0 0 0,0-25 0,25 25 0,-25 0 0,0-24 0,0 24 15,0 0-15,0-25 0,24 25 0,-24 0 0,0 0 0,0-25 0,0 25 0,0 0 16,0 0 0,0 0-16,0 0 0,0 0 0,0-25 0,0 25 0,0 0 0,0 0 0,0 0 15,0 0-15,0 0 0,0 0 0,0 0 0,0 0 0,-24 0 0,24 0 31,0 0-31,-25 0 0,25 0 0,0 0 0</inkml:trace>
  <inkml:trace contextRef="#ctx0" brushRef="#br0" timeOffset="194269.1116">2257 11534 0,'0'0'0,"0"0"0,0 0 16,0 0-1,-25 0-15,25 0 0,0 0 0,0 0 0,0 0 0,0 0 0,0 0 16,0 0-16,0 0 0,0 0 0,0 0 0,0 0 0,0 0 0,0 0 0,0 0 15,0 0-15,0 0 0,0 0 0,0 0 0,0 0 0,0 0 0,0 0 16,0 0 0,0 0-16,0 0 0,0 0 0,0 0 0,0 0 0,25 0 0,-25 0 0,0 0 0,0 0 15,0 0-15,0 0 0,0 0 0,0 0 0,0 0 0,0 0 16,25 0-16,-25-25 15,0 25-15,25 0 0,-25 0 0,25 0 0,-25 0 0,0 0 0,24 0 0,-24 0 16,0 0-16,25 0 0,-25 0 0,0 0 0,25 0 0,-25 0 16,0 0-16,0 0 0,0 0 15,25 0-15,-25 0 0,0 0 0,0 0 0,0 0 0,0 0 0</inkml:trace>
  <inkml:trace contextRef="#ctx0" brushRef="#br0" timeOffset="194948.1503">2604 11410 0,'0'0'0,"0"0"0,0-25 31,0 25-31,0 0 0,0 0 0,0 0 0,0 0 0,0 0 0,0 0 0,0 0 0,0-24 15,0 24-15,0 0 0,0 0 0,0 0 0,0 0 0,0 0 0,0 0 16,0 0 0,25 0-16,-25-25 0,0 25 0,0 0 0,0 0 0,0 0 0,0 0 0,0 0 15,25 0-15,-25 0 0,0 0 0,0 0 0,0 0 0,0 0 0,0 0 0,0 0 31,0 0-31,0 0 0,0 0 0,0 0 0,0 0 0,25 0 0,-25 0 0,0 0 0,0 25 16,0-25-16,0 0 0,0 0 0,0 24 0,0-24 0,0 0 0,0 25 16,0-25-16,-25 25 0,25-25 0,0 0 0,0 25 0,0-25 15,0 25-15,0-25 16,0 24-16,-25-24 0,25 25 0,0-25 0,0 25 0,0-25 0,0 0 0,0 25 0,0-25 15,0 0-15,0 0 0,0 25 0,0-25 0,0 0 0,-25 0 16,25 0 0,25 0-1,-25 0-15,0 0 0,0 0 0,0 0 0,0 0 0,0 0 0,0 0 0,25 0 0,-25 0 0,0 24 0,0-24 0,0 0 0,0 0 16,25 0-16,-25 0 0,0 0 0,0 0 0,0 0 0,25 0 15,-25 0 1,0 25-16,0-25 0,0 0 0,25 0 0,-25 25 0,0-25 0,0 0 0,0 25 0,0-25 0,0 0 16,0 25-16,0-25 0,0 0 0,0 0 0,0 24 0,0-24 15,0 0 1,0 25-16,0-25 0,0 0 0,0 0 0,0 25 0,0-25 0,-25 0 0,25 0 0,0 25 15,0-25-15,0 0 0,-25 0 0,25 0 0,0 0 0,0 25 16,0-25-16,0 0 0,-25 0 16,25 0-16,0 0 0,0 0 0,0 0 0,0 0 0,-25-25 0,25 25 0,0 0 15,0 0-15,0 0 0,0 0 16,0-25-16,-25 25 0,25 0 0,0 0 0,0 0 15,0 0-15,0 0 0,0-25 0,0 25 0,0 0 0,0 0 0,0 0 0,0 0 0,0 0 16,0 0-16,0 0 0,0 0 16,0 0-16,0-25 0,25 25 0</inkml:trace>
  <inkml:trace contextRef="#ctx0" brushRef="#br0" timeOffset="195797.199">2803 11485 0,'0'0'0,"0"0"15,0-25-15,0 25 0,0 0 0,0 0 0,25 0 0,-25 0 0,0 0 0,0 0 16,0-25-16,0 25 0,0 0 0,0 0 0,25 0 0,-25 0 16,0 0-1,0 0-15,0 0 0,0 0 0,0 0 0,24 0 0,-24 0 0,0 0 0,0 0 0,0 0 16,0 25-16,0-25 0,25 0 0,-25 0 0,0 0 0,0 25 0,0-25 0,0 0 31,0 24-31,0-24 0,0 0 0,0 25 0,0-25 0,0 0 0,0 25 0,0-25 16,0 25-16,0-25 0,0 0 0,0 25 0,0-25 0,0 24 0,0-24 0,0 0 15,0 25-15,0-25 16,0 0-16,0 25 0,-25-25 0,25 0 0,0 0 0,0 25 0,0-25 15,0 0-15,0 0 0,0 0 0,0 0 0,0 0 0,0 0 0,0 0 32,0 0-32,0 0 0,0 0 0,0 0 0,0 0 0,0 0 0,0 0 0,0 0 0,25 0 0,-25 0 0,0 0 15,0 0 1,0-25-16,0 25 0,0 0 0,25 0 15,-25-25-15,0 25 0,0 0 0,0-25 0,0 25 0,25 0 0,-25-24 0,0 24 0,0 0 0,0-25 0,25 25 0,-25-25 16,0 25-16,0-25 0,0 25 16,0 0-16,0-25 0,0 25 0,0 0 0,0-24 0,0 24 0,0 0 15,0-25-15,0 25 0,0 0 0,0 0 0,0 0 16,0 0-16,0 0 0,0 0 0,0 0 0,0 0 0,0 0 0,0 0 15,0 0-15,0 0 0,0 0 0,0 0 0,0 0 0,0 0 16,0 0-16,0 25 0,0-25 16,0 0-16,0 0 0,0 24 0,0-24 0,0 0 0,0 25 0,0-25 15,0 25 1,0-25-16,0 25 0,0-25 0,0 25 0,0-25 0,0 24 0,0-24 0,0 25 15,0-25-15,0 25 0,0-25 0,0 25 0,0-25 0,24 25 0,-24-25 0,0 24 32,0-24-32,0 0 0,25 25 0,-25-25 0,0 0 0,0 0 0,0 25 0,25-25 0,-25 0 15,0 0-15,0 0 0,25 0 0,-25 0 0,0 0 0,25 0 0,-25 0 16,0 0-1,0 0-15,24-25 0,-24 25 0,0 0 0,0 0 0,25 0 0,-25-25 0,0 25 16,0 0-16,0 0 0,0-24 16,25 24-16,-25 0 0,0 0 0,0 0 0,0-25 0,0 25 0,0 0 15,0-25-15,0 25 0,0 0 0,-25 0 0,25-25 0,0 25 0,0 0 0,0 0 31,0 0-31,0 0 0,0-25 0,0 25 0,0 0 0,0 0 0,0 0 0,0 0 0,0 0 0,0 0 0,0 0 16,0 25-16,0-25 0,0 0 0,0 0 0,0 0 0,0 25 16,0-25-1,25 0-15,-25 25 0,0-25 0,0 25 0,0-25 0,0 24 0,0-24 0,25 25 0,-25-25 16,0 25-16,0-25 0,0 25 0,0 0 0,0-25 15,0 24-15,0-24 0,0 25 16,0-25-16,0 25 0,0-25 0,0 0 0,0 25 0,0-25 0,0 0 16,0 0-16,0 0 0,0 0 0</inkml:trace>
  <inkml:trace contextRef="#ctx0" brushRef="#br0" timeOffset="198032.3266">3820 11509 0,'-25'0'0,"25"0"0,0 0 15,0 0-15,0 0 0,0 0 0,0 0 0,0 0 0,0 0 0,0 0 16,0 0-16,0 0 0,0 0 0,0 0 0,0 0 0,0 0 16,0 0-16,0 0 0,0 0 0,0 0 15,25 0-15,-25 0 0,0 0 0,0 0 0,0 0 0,0 0 0,0 0 31,0 0-31,0 0 0,0 0 0,25 0 0,-25 0 0,0 0 0,0 0 0,25 25 0,-25-25 16,0 0-16,24 0 0,-24 0 0,0 0 0,25 0 0,-25 0 0,0 0 16,25 0-1,-25 0-15,0 0 0,25 0 0,-25 0 0,0 0 0,25 0 0,-25 0 0,0 0 16,0 0-16,0-25 0,24 25 0,-24 0 0,0 0 0,0 0 0,0 0 15,0 0 1,0 0-16</inkml:trace>
  <inkml:trace contextRef="#ctx0" brushRef="#br0" timeOffset="198243.3389">3919 11410 0,'-25'0'0,"25"0"0,0 0 16,0 0-16,0 0 0,0 0 15,0 0-15,0 0 0,0 0 0,0 0 0,0 0 0,0 0 0,0 0 0,0 0 16,0 25-1,0-25-15,0 0 0,0 0 0,0 0 0,25 25 0,-25-25 0,0 0 16,0 0-16,25 25 0,-25-25 0,0 24 0,0-24 0,0 0 0,0 25 0,0-25 16,0 25-16,0-25 15,0 0-15,0 25 0,0-25 0,0 25 0,0-25 0,0 24 0,0-24 16,0 25-16,0-25 0,0 25 0,0-25 0</inkml:trace>
  <inkml:trace contextRef="#ctx0" brushRef="#br0" timeOffset="198855.3739">4465 11336 0,'0'0'0,"-25"-25"15,25 25-15,0 0 0,0 0 0,0 0 0,0 0 0,0 0 0,0 0 16,0 0 0,0 0-16,0 0 0,0 0 0,0 0 0,0 0 0,-25 0 0,25 0 15,0 0-15,0 25 0,0-25 0,0 0 0,0 0 0,-25 0 0,25 0 0,0 0 16,0 0-1,0 25-15,0-25 0,0 0 0,0 0 0,0 24 0,0-24 0,-24 25 0,24-25 16,0 25-16,0-25 0,0 25 0,0-25 0,0 25 0,0-1 0,0-24 0,-25 25 16,25 0-1,0-25-15,0 25 0,0-25 0,0 25 0,0-1 0,25-24 0,-25 25 0,0-25 16,0 0-16,0 25 0,0-25 0,0 0 0,0 25 0,24-25 0,-24 0 31,0 0-31,0 25 0,0-25 0,25 0 0,-25 0 0,0 0 0,0 0 0,25 0 16,-25 0-16,0 0 0,25 0 0,-25 0 0,0 0 0,25 0 0,-25 0 0,0 0 15,0 0 1,0 0-16,0 0 0,24-25 0,-24 25 0,0 0 0,0 0 0,0 0 0,0 0 15,0-25-15,-24 25 0,24 0 0,0 0 0,0 0 0,0-25 0,-25 25 16,25 0 0,0 0-16,0 0 0,-25-25 0,25 25 0,0 0 0,0 0 0,-25-24 0,25 24 0,0 0 0,0 0 15,0 0 1,0 0-16,0 0 0,0 0 0,-25 0 0,25 0 0,0 0 0,0 0 15,0 24-15,0-24 0,0 0 0,0 0 0,0 0 0,-24 25 0,24-25 0,24 0 0,-24 0 16,0 25 0,0-25-16,0 0 0,0 0 0,0 0 0,0 0 0,25 0 0,-25 0 0,0 0 15</inkml:trace>
  <inkml:trace contextRef="#ctx0" brushRef="#br0" timeOffset="199434.407">4589 11509 0,'0'0'0,"0"-24"15,0 24-15,0 0 0,0 0 0,0 0 0,0 0 0,0 0 0,0-25 16,0 25-16,0 0 0,0 0 0,0 0 15,0 0-15,25 0 0,-25 0 0,0 0 16,0 0-16,0-25 0,0 25 0,24 0 0,-24 0 0,0 0 0,0 0 16,25 0-16,-25 0 0,0 25 0,0-25 15,0 0-15,0 0 0,0 0 0,25 0 0,-25 25 0,0-25 0,0 0 0,0 24 16,0-24-16,0 0 0,0 25 0,0-25 0,0 25 15,0-25-15,0 25 16,0-25-16,0 0 0,0 25 0,0-25 0,0 24 0,0-24 0,0 25 0,0-25 0,0 0 0,0 0 16,0 25-16,0-25 0,0 0 0,0 0 0,0 25 15,0-25-15,0 0 16,0 0-16,0 0 0,0 0 0,0 0 0,0 0 0,0 0 0,0 0 0,0 0 15,0 0-15,0 0 0,0 0 0,0 0 0,25-25 0,-25 25 0,0 0 16,0 0 0,0-25-16,0 25 0,0 0 0,0-25 0,25 25 0,-25-24 0,0 24 0,0 0 0,0-25 0,0 25 31,0 0-31,0-25 0,0 25 0,0 0 0,0-25 0,0 25 0,0 0 0,0-25 0,0 25 0,0 0 15,0 0-15,0 0 16,0-24-16,0 24 0,0 0 0,0 0 0,-25 0 0,25 0 16,0 0-16,0-25 0,0 25 0,0 0 0,0 0 0,0 25 0,0-25 0,0 0 15,0 0-15,0 0 16,0 24-16,0-24 0,0 0 0,0 0 0,0 25 0,0-25 0,0 0 0,0 25 15,0-25-15,25 25 0,-25-25 0,0 0 0,0 25 0,0-25 0,0 24 16,24-24-16,-24 0 16,0 25-16,0-25 0,0 0 0,25 25 0,-25-25 0,0 0 0,0 0 15,0 25-15,0-25 0,25 0 0,-25 0 16,0 0-16,0 0 0,25 0 0,-25 0 0,0 0 0,0 0 0,0 0 15</inkml:trace>
  <inkml:trace contextRef="#ctx0" brushRef="#br0" timeOffset="199785.4271">4911 11683 0,'0'0'0,"0"0"0,0 0 0,0 0 0,0 0 0,0 0 16,0 0-16,0 0 0,0 0 15,0 0-15,0 0 0,0 0 0,0-25 0,0 25 0,0 0 16,0 0-16,0 0 0,25 0 0,-25 0 0,0 0 0,0 0 0,0 0 31,0 0-31,25 0 0,-25 0 0,0 25 0,0-25 0,0 0 0,0 0 0,0 0 16,25 25-16,-25-25 0,0 0 0,0 0 0,0 25 0,0-25 0,0 0 0,-25 0 0,25 24 15,0-24 1,0 0-16,0 0 0,0 25 0,0-25 0,-25 0 0,25 25 0,0-25 15,0 0-15,-25 25 0,25-25 0,0 0 0,0 0 0,-24 25 0,24-25 0,0 0 32,0 0-32,0 0 0,0 0 0,0 0 0,0 24 0,24-24 0,-24 0 0,0 0 0,0 0 0,0 0 15,0 0-15,25 0 0,-25 0 0,0 0 0,0 0 0,25 0 16,-25 0-16,0 0 15,25 0-15,-25 0 0,25-24 0,-25 24 0,24 0 0,-24 0 0,25 0 0,0 0 16,-25 0-16,25 0 0,-25 0 0,25 0 0,-25 0 0,24 0 16,-24 0-16,25 0 0</inkml:trace>
  <inkml:trace contextRef="#ctx0" brushRef="#br0" timeOffset="202090.5589">5680 11559 0,'0'0'16,"0"0"-16,0 0 16,0 0-16,0 0 0,0 0 0,0 0 0,0 0 0,0 0 0,0 0 15,0 0-15,0 0 0,0 0 0,0 0 0,0 0 0,0 0 16,25 0-16,-25 0 0,0 0 0,0 0 0,0 0 15,25 0-15,-25 0 0,0 0 0,0 0 0,25 0 16,-25 0-16,0 0 0,0 0 0,24 0 0,-24 0 0,0 0 0,0 0 0,0 0 16,25 0-1,-25 0-15,0 0 0,0 0 0,25 0 0,-25 0 0,0 0 16,25 0-16,-25 0 0,0 0 0,25 0 0,-25 0 0,0 0 0,0-25 0,25 25 0,-25 0 15,0 0 1,0 0-16,0 0 0,0 0 0,0 0 0</inkml:trace>
  <inkml:trace contextRef="#ctx0" brushRef="#br0" timeOffset="202335.573">5854 11485 0,'0'0'0,"0"0"0,0 0 16,0 0-16,0 0 0,0 0 0,0 0 0,0 0 0,0 0 0,0 0 31,0 0-31,0 0 0,0 0 0,0 0 0,0 0 0,0 0 0,0 24 0,0-24 16,0 0-16,0 0 0,0 0 0,25 25 0,-25-25 0,0 0 0,0 25 15,0-25-15,0 0 0,0 25 0,0-25 0,0 25 0,0-25 0,0 24 16,0-24-16,0 0 15,0 25-15,0-25 0,0 25 0,0-25 0,0 25 0,0-25 0,0 0 0,0 25 16,0-25-16</inkml:trace>
  <inkml:trace contextRef="#ctx0" brushRef="#br0" timeOffset="202984.6101">6325 11534 0,'0'0'0,"0"0"16,0 0-16,0-25 0,0 25 0,0 0 0,0 0 0,0 0 0,0 0 0,0 0 15,0 0-15,0 0 0,0 0 0,25 0 16,-25 0-16,0-24 0,0 24 0,0 0 0,25 0 15,-25 0-15,0 24 0,0-24 0,25 0 0,-25 0 0,0 0 0,0 0 16,24 0-16,-24 25 0,0-25 0,0 0 0,0 0 0,0 25 16,0-25-1,0 0-15,0 25 0,0-25 0,0 25 0,0-25 0,0 0 0,0 24 0,0-24 16,0 0-16,0 25 0,0-25 0,0 0 0,0 25 0,0-25 0,0 0 15,0 25-15,0-25 0,0 0 16,0 0-16,0 0 0,0 25 0,0-25 0,0 0 0,-24 0 0,24 0 16,0 0-16,0 0 0,0 0 0,0 0 0,0 0 0,24 0 0,-24 0 15,0 0-15,0 0 0,0 0 16,0 0-16,25 0 0,-25-25 0,0 25 0,0 0 0,25 0 15,-25-25-15,0 25 0,0 0 0,0 0 0,0-25 0,0 25 16,0-25-16,0 25 16,0 0-16,0-24 0,0 24 0,25-25 0,-25 25 0,0 0 31,0-25-16,0 25-15,0-25 0,0 25 0,0 0 0,0 0 0,0-25 0,0 25 0,0 0 0,0 0 0,0 0 0,0 0 0,0 0 0,0 0 0,0 0 16,0 0-16,0 0 0,0 0 0,0 0 0,0 25 0,0-25 0,0 0 16,0 25-16,0-25 0,0 0 0,0 25 0,0-25 0,0 25 0,0-25 0,0 0 0,0 24 15,0-24-15,0 0 16,0 25-16,0-25 0,25 0 0,-25 25 0,0-25 15,0 0-15,0 0 0,0 25 0,0-25 0,0 0 0,0 0 0,24 0 0,-24 0 16,0 0-16,0 0 0,25 0 0,-25 0 16,0 0-16,25 0 0,-25 0 0,25 0 0,-25 0 0,0 0 15,25 0-15,-25 0 0,0 0 0</inkml:trace>
  <inkml:trace contextRef="#ctx0" brushRef="#br0" timeOffset="203469.6378">6722 11658 0,'0'0'0,"0"0"0,0 0 0,0 0 0,0 0 16,-25-25 0,25 25-16,25 0 0,-25 0 0,0 0 0,0 0 0,0 0 0,0 0 0,0-24 15,0 24-15,25 0 0,-25 0 0,0 0 0,0 0 0,0 0 0,25 0 16,-25 0-1,0 0-15,0 0 0,0 0 0,0 0 0,0 0 0,0 24 0,0-24 0,0 0 16,0 0-16,0 0 0,0 25 0,0-25 0,0 0 0,0 0 0,0 25 0,0-25 16,0 0-1,0 25-15,0-25 0,0 0 0,0 25 0,0-25 0,-25 0 0,25 0 16,0 24-16,0-24 0,0 0 0,0 0 0,0 25 0,0-25 0,0 0 0,0 0 15,0 0 1,0 0-16,0 0 0,0 0 0,0 25 0,0-25 0,25 0 0,-25 0 0,0 0 16,0 0-16,0 0 0,0 0 0,24 0 0,-24 0 0,0 0 0,0-25 15,25 25 1,-25 0-16,0 0 0,0 0 0,25 0 0,-25 0 0,0 0 0,0 0 0,25 0 0,-25 25 15,0-25-15,0 0 0,0 0 0,0 0 0,0 0 0,0 25 16,25-25-16,-25 0 0,0 0 16,-25 0-16,25 25 0,0-25 0,0 0 0,0 0 0,0 0 0,0 24 15,0-24-15,-25 0 0,25 0 0,0 0 0,0 0 16,-25 25-16,25-25 0,0 0 0,0 0 15,-25 0-15,25 0 0,0 0 0,0 0 0,0 0 0,-24 0 0,24 0 0,0 0 16,0 0-16,0 0 0,0 0 0,0 0 0,0 0 0,0 0 16,0-25-1,0 25-15</inkml:trace>
  <inkml:trace contextRef="#ctx0" brushRef="#br0" timeOffset="203889.6619">7640 11658 0,'0'0'0,"0"0"15,0 0 1,0 0-16,0-25 0,0 25 0,0 0 0,0 0 0,0 0 0,0 0 15,25 0-15,-25 0 0,0 0 0,0 0 0,0 0 0,0 0 0,24 0 0,-24 0 32,0 0-32,25 0 0,-25 0 0,0 0 0,25 0 0,-25 0 0,0 0 0,25 0 0,-25 0 0,0 0 15,25 0-15,-25 0 0,0 0 0,24 0 0,-24 0 0,0 0 16,25 0-1,-25 0-15,0 0 0,0-24 0,0 24 0,0 0 0,25 0 0,-25 0 0,0 0 16,0 0-16,0 0 0</inkml:trace>
  <inkml:trace contextRef="#ctx0" brushRef="#br0" timeOffset="204128.6755">7789 11559 0,'-25'0'0,"25"0"0,0 0 0,0 0 0,0 0 0,0 25 0,0-25 16,0 0-16,0 0 0,25 0 0,-25 0 0,0 25 0,0-25 0,0 0 15,0 24-15,0-24 16,0 0-16,0 25 0,0-25 0,0 25 0,0-25 0,0 25 0,0-25 0,0 25 16,24-25-16,-24 0 0,0 24 0,0-24 0,0 25 0,0-25 15,0 0-15,0 25 0,0-25 16,0 0-16,25 0 0,-25 0 0,0 25 0</inkml:trace>
  <inkml:trace contextRef="#ctx0" brushRef="#br0" timeOffset="204817.7149">8359 11584 0,'0'0'0,"0"0"0,0 0 16,0 0-16,0 0 0,0-25 0,0 25 0,0 0 0,0 0 0,0 0 15,0 0 1,0-25-16,0 25 0,25 0 0,-25 0 0,0 0 0,0 0 0,0-25 16,0 25-16,25 0 0,-25 0 0,0 0 0,0 0 0,0 0 0,0 0 0,0 0 31,25 0-31,-25 0 0,0 0 0,0 0 0,0 0 0,0 0 0,0 0 15,0 0-15,24 25 0,-24-25 0,0 0 0,0 25 0,0-25 0,0 25 0,0-25 0,0 25 16,0-25-16,-24 0 0,24 24 0,0-24 16,0 25-16,0-25 0,0 25 0,0-25 15,0 0-15,0 25 0,-25-25 0,25 0 0,0 0 0,0 25 0,0-25 16,0 0-16,0 0 0,0 0 0,0 0 0,0 24 0,0-24 0,0 0 31,0 0-31,0 0 0,0 0 0,0 0 0,0 0 0,0 0 0,0 0 0,0 0 0,0 0 0,0 0 16,25 0-16,-25 0 15,0 0-15,0 0 0,0 0 0,0-24 0,24 24 0,-24 0 0,0 0 0,0 0 0,0 0 16,0 24-16,25-24 0,-25 0 0,0 0 0,0 0 0,0 0 15,25 0-15,-25 25 16,0-25-16,0 0 0,0 25 0,0-25 0,0 0 0,0 25 0,0-25 0,0 0 16,0 25-16,0-25 0,0 0 15,0 0-15,0 24 0,-25-24 0,25 0 0,0 0 0,0 25 0,0-25 16,0 0-16,-25 0 0,25 0 0,0 0 0,0 0 0,0 25 0,-24-25 15,24 0-15,0 0 16,0 0-16,0 0 0,-25 0 0,25 0 0,0 0 0,0 0 0,0 0 0,0 0 16,0 0-16,0 0 0,0 0 0,0 0 0,0-25 0,0 25 15,0 0-15,0 0 16,0 0-16,0-25 0,0 25 0,0 0 0,0 0 0,0-24 0,25 24 0,-25 0 15,0 0-15,0-25 0,0 25 0</inkml:trace>
  <inkml:trace contextRef="#ctx0" brushRef="#br0" timeOffset="205435.7503">8657 11609 0,'0'0'0,"0"0"0,0 0 0,0 0 16,0 0-16,0 0 0,0 0 0,0 0 0,0 0 16,0 0-16,0 0 0,0 0 15,0-25-15,0 25 0,0 0 0,0 0 0,0 0 0,0 0 0,25 0 0,-25 0 0,0 0 31,0 25-31,24-25 0,-24 0 0,0 0 0,25 0 0,-25 0 0,0 0 0,0 24 16,25-24-16,-25 0 0,0 0 0,0 25 0,0-25 0,0 25 0,0-25 0,0 0 16,0 25-1,25-25-15,-25 25 0,0-25 0,0 24 0,0-24 0,0 25 0,0-25 16,0 0-16,0 25 0,0-25 0,0 25 0,0-25 0,-25 0 0,25 0 0,0 25 15,0-25-15,0 0 16,0 24-16,0-24 0,0 0 0,0 0 0,-25 0 0,25 0 16,0 0-16,0 25 0,0-25 0,0 0 0,0 0 0,0-25 0,0 25 0,0 0 15,0 0-15,0 0 0,0 0 0,0 0 0,25 0 16,-25 0-16,0-24 0,0 24 0,25 0 15,-25 0-15,0-25 0,0 25 0,25 0 0,-25-25 0,0 25 0,0 0 16,24-25-16,-24 25 0,0-25 0,0 25 16,25 0-16,-25-24 0,0 24 0,25-25 0,-25 25 15,0 0-15,0-25 0,0 25 0,0 0 0,0 0 0,0-25 0,0 25 0,0 0 16,0 0-1,0 0-15,0 0 0,0-25 0,0 25 0,0 0 0,0 0 0,0 0 16,0 0-16,0 0 0,0 25 0,0-25 0,0 0 0,0 0 0,0 0 0,0 25 16,0-25-1,0 0-15,0 25 0,0-25 0,0 0 0,0 25 0,0-25 0,0 24 0,0-24 0,0 0 16,0 25-16,0-25 0,0 25 0,25-25 0,-25 0 0,0 25 15,0-25 1,0 0-16,0 25 0,25-25 0,-25 0 0,0 24 0,0-24 0,0 0 0,0 0 0,0 0 16,0 0-16,24 25 0,-24-25 0,0 0 0,0 0 0,0 0 15,0 0-15,25 0 0,-25 0 16,0 0-16,0 0 0,25 0 0,-25-25 0,0 25 0,25 0 0</inkml:trace>
  <inkml:trace contextRef="#ctx0" brushRef="#br0" timeOffset="205736.7675">9103 11857 0,'0'0'0,"0"0"0,0 0 16,0 0-16,0 0 0,0 0 0,0 0 0,0 0 15,0 0-15,0 0 0,0 0 0,0 0 16,0 0-16,0 0 0,0 0 0,0 24 0,0-24 0,0 0 31,0 0-31,-24 0 0,24 0 0,0 25 0,0-25 0,0 0 0,0 0 0,-25 25 0,25-25 0,0 0 0,0 0 0,0 0 16,0 0-1,0 25-15,0-25 0,0 0 0,0 0 0,0 0 0,0 0 0,0 0 0,0 0 16,0 25-16,-25-25 0,25 0 0,0 0 16,0 0-16,0 0 0,0 0 0,25 0 0,-25 0 0,0 0 0,0 24 0,0-24 0,25 0 15,-25 0-15,0 0 0,0 0 16,0 0-16,24 0 0,-24 0 0,0 0 15,25 0-15,-25 0 0,0 0 0,25 0 0,-25 0 0,0 0 0,25 0 0,-25 0 0,0 0 16,25 0-16,-25 0 0,0 0 0,0 0 0,0 0 16,24 0-16,-24 0 0,0 0 15,0 0-15,0 0 0,0 0 0,0 0 0,0-24 0,0 24 0,0 0 0</inkml:trace>
  <inkml:trace contextRef="#ctx0" brushRef="#br0" timeOffset="205931.7787">9178 11857 0,'0'0'0,"0"0"0,0 0 0,0 0 0,0 0 16,0 0-16,0 0 0,0 0 0,0 0 0,0 0 15,0 0-15,0 0 0,0 0 0,0 0 0,0 24 0,0-24 16,0 0-16,0 25 16,25-25-16,-25 0 0,0 25 0,0-25 0,0 25 0,0-25 0,0 25 0,0-25 15,0 24-15,0-24 0,0 25 0,0-25 0,0 0 0,0 25 16,0-25-16,0 25 15,0-25-15,0 0 0,0 25 0,0-25 0,0 0 0,-25 24 0,25-24 16,0 0-16,0 0 0,0 25 0,0-25 0</inkml:trace>
  <inkml:trace contextRef="#ctx0" brushRef="#br0" timeOffset="206318.8008">9748 11757 0,'0'-24'0,"0"24"16,0 0-16,0 0 0,0 0 0,0 0 0,0 0 0,0 0 0,0 0 15,0 0-15,0 0 0,0 0 0,0 0 0,0 0 0,0 0 16,25 0-16,-25 0 0,0 0 16,0 0-16,0-25 0,25 25 0,-25 0 0,0 0 0,0 0 0,25 0 0,-25 0 31,0 0-31,24 0 0,-24 0 0,25 0 0,-25 0 0,0 0 0,25 0 0,-25 0 0,0 0 0,25 0 15,-25 0-15,0 0 0,25 0 0,-25 0 0,0 25 0,0-25 16,0 0-16,0 0 16,0 0-16,0 0 0,0 24 0</inkml:trace>
  <inkml:trace contextRef="#ctx0" brushRef="#br0" timeOffset="206515.8121">9773 11931 0,'0'0'0,"0"0"15,0 0-15,0 0 0,0 0 0,0 0 0,0 0 0,0 0 16,0 0-16,0 25 0,0-25 15,0 0-15,0 0 0,0 0 0,0 0 0,25-25 0,-25 25 0,0 0 0,25 0 16,-25 0-16,0 0 0,24 0 16,-24 0-16,0 0 0,25 0 0,-25 0 15,25 0-15,-25 0 0,0 0 0,25 0 0,-25 0 0,25 0 0,-25 0 0,24 0 16,-24 0-16,25 0 0,-25 0 0</inkml:trace>
  <inkml:trace contextRef="#ctx0" brushRef="#br0" timeOffset="209599.9883">10418 11658 0,'0'0'0,"-25"0"0,25 0 16,0 0-16,0 0 0,0 0 0,0 0 0,0 0 0,0 0 0,0 0 16,0-25-1,0 25-15,0 0 0,0 0 0,0 0 0,0 0 0,0 0 0,0 0 0,0 0 16,0 0-16,0 0 0,0 0 0,0 0 0,0 0 0,0 0 0,0 0 31,0 0-31,0 0 0,0 0 0,0 0 0,0 0 0,0 0 0,0 0 0,0 0 16,0 0-16,0 0 0,0 0 0,0 0 0,0 0 0,0 0 0,0-24 15,0 24-15,0 0 16,0 0-16,0 0 0,0 0 0,0 0 0,0 0 0,0-25 0,25 25 0,-25 0 15,0 0-15,0 0 0,0 0 0,0 0 0,0 0 0,0 0 0,0 0 16,25 0-16,-25 0 0,0 0 16,0 0-16,0 0 0,0 0 0,25 0 0,-25 0 15,0 0-15,0 0 0,0 0 0,0 0 0,0 0 0,0 0 0,0 0 0,0 0 16,24 0-1,-24 25-15,0-25 0,0 0 0,0 0 0,0 24 0,0-24 0,0 25 16,0-25-16,0 0 16,0 25-16,0-25 0,0 25 0,0-25 0,0 0 0,-24 25 0,24-25 0,0 24 0,0-24 0,0 0 0,-25 25 15,25-25-15,0 25 0,-25-25 0,25 0 0,0 25 0,0-25 0,-25 0 16,25 25-1,0-25-15,0 0 0,-25 24 0,25-24 0,0 0 0,0 0 0,0 0 0,0 25 0,0-25 16,0 0 0,-24 0-16,24 0 0,0 0 0,0 0 0,0 0 0,0 0 0,0 0 15,0 0-15,0 0 0,0 0 0,0 0 0,0 0 0,0 0 0,24 0 0,-24 0 16,0 0-16,0 0 0,0 0 0,25 0 15,-25 0-15,0 0 0,0 0 0,25 0 0,-25 0 16,0 0-16,25 0 0,-25 0 0,0 0 0,25 0 0,-25 0 0,0 0 0,24 0 31,-24 0-31,0 0 0,25 0 0,-25 0 0,0 0 0,0 0 0,25 0 0,-25 0 16,0 0-16,0 25 0,0-25 0,0 0 0,25 0 0,-25 0 0,0 0 0,0 0 15,0-25 1,0 25-16,0 0 0,0 0 0,0 0 0,25 0 0,-25 0 0,0 0 0,0-25 16,0 25-16</inkml:trace>
  <inkml:trace contextRef="#ctx0" brushRef="#br0" timeOffset="210137.0192">10790 11609 0,'0'0'0,"0"0"16,0 0-1,0 0-15,0 0 0,0 0 0,0 0 0,0 0 0,0-25 0,0 25 16,0 0-16,0 0 0,0 0 0,0 0 0,0 25 0,0-25 0,-25 0 0,25 0 31,0 0-31,0 0 0,0 0 0,0 0 0,0 24 0,0-24 0,0 0 0,0 0 0,0 25 0,0-25 16,0 0-16,0 0 0,0 25 0,0-25 0,-25 0 0,25 25 15,0-25-15,0 0 16,0 0-16,-24 25 0,24-25 0,0 0 0,0 0 0,0 24 0,-25-24 0,25 0 0,0 0 15,0 25-15,0-25 0,0 0 0,0 0 0,0 0 16,0 0-16,0 0 0,0 0 16,0 0-16,0 0 0,0 25 0,0-25 0,0 0 0,0 0 0,0 0 0,0 0 15,0 0-15,0 0 0,0 0 0,0 0 0,0 0 0,0 0 16,0 0-16,0 0 15,0 0-15,0 0 0,0 0 0,0 0 0,0 0 0,25 0 0,-25 0 0,0 0 0,0 0 32,24 0-32,-24 0 0,0 0 0,25 0 0,-25 0 0,0 0 0,25 0 0,-25 0 0,0 0 15,0 0-15,25 0 0,-25-25 0,0 25 0,25 0 0,-25 0 0,0 0 16,24 0-16,-24 0 15,0 0-15,25 0 0,-25 0 0,0 0 0,0 0 0,0 0 0,0 0 0,25 0 16,-25 0-16,0 0 0,0 0 0,0 0 0,0 0 0,0 0 0,25 0 16,-25 0-1,0 0-15,0 0 0,0-25 0,0 25 0,0 0 0,0 0 0,0 0 0,0 0 0,0 0 16,0 0-16,0 0 15,0 0-15,0 0 0,0 0 0,0 0 0,0 0 0,0 0 0,0 0 0,0 0 16</inkml:trace>
  <inkml:trace contextRef="#ctx0" brushRef="#br0" timeOffset="210355.0317">10864 11658 0,'0'0'0,"0"0"0,0 0 15,0 0-15,0 0 16,0 0-16,0 0 0,0 0 0,0 0 0,0 0 0,0 0 0,0 25 15,25-25-15,-25 0 0,0 0 0,0 0 0,0 25 0,0-25 16,0 25-16,0-25 0,0 0 0,0 24 0,0 1 0,0-25 31,0 25-31,0-25 0,0 25 0,0-25 0,0 25 0,0-25 0,0 24 0,0-24 0,0 25 0,0-25 16,0 0-16,0 25 0,-25-25 0,25 25 0,0-25 0,0 25 0,0-25 0,0 0 16,0 24-16</inkml:trace>
  <inkml:trace contextRef="#ctx0" brushRef="#br0" timeOffset="213661.2208">2580 12551 0,'-25'0'0,"25"0"0,0 0 16,0 0-16,0 0 0,0 0 0,0 0 0,0-25 0,-25 25 16,25 0-1,0 0-15,0 0 0,0 0 0,0 0 0,0 0 0,0 0 0,0 0 0,0 0 0,0 0 16,0 0-16,0 0 0,0 0 0,0 0 0,0 0 0,0 0 15,0 0 1,-25-24-16,25 24 0,0 0 0,0 0 0,0 0 0,0 0 0,0 0 0,0 0 16,0 0-16,0 0 0,0 0 0,0 0 0,0 0 0,0 0 0,0-25 0,0 25 15,0 0-15,0 0 16,0 0-16,0 0 0,0 0 0,0 0 0,0 0 0,0 0 0,0 0 15,0-25-15,0 25 0,25 0 0,-25 0 0,0 0 0,0 0 0,0 0 16,0 0 0,25 0-16,-25 0 0,0 0 0,0 0 0,0 0 0,0 0 0,0 0 0,0 0 0,0 0 31,0 0-31,0 25 0,0-25 0,0 0 0,25 0 0,-25 0 0,0 0 0,0 0 0,0 25 0,0-25 0,0 0 0,0 0 15,0 24-15,0-24 16,0 0-16,0 25 0,0-25 0,0 0 0,-25 25 0,25-25 0,0 0 16,0 25-16,0-25 0,0 0 0,0 25 0,0-25 0,-25 0 0,25 24 0,0-24 15,0 0 1,0 25-16,-25-25 0,25 0 0,0 25 0,0-25 0,0 0 0,0 0 0,-25 25 0,25-25 15,0 0-15,0 0 0,0 0 0,0 0 0,0 0 0,0 0 0,0 0 16,0 25 0,0-25-16,0 0 0,0 0 0,0 0 0,0 0 0,0 0 0,0 0 15,0 0-15,0 0 0,0 0 0,25 0 0,-25 0 0,0 0 0,0 0 0,0 0 16,25 0-16,-25 0 15,0 0-15,25 0 0,-25 0 0,0 0 0,25 0 0,-25 0 0,24 0 16,-24 0-16,25 0 0,-25 0 0,25 0 0,-25 0 0,0-25 0,25 25 16,-25 0-1,25 0-15,-25 0 0,0 0 0,25 0 0,-25 0 0,0 0 0,24-25 0,-24 25 0,0 0 0,25 0 16</inkml:trace>
  <inkml:trace contextRef="#ctx0" brushRef="#br0" timeOffset="214260.255">2877 12601 0,'0'0'0,"0"0"0,0 0 16,25-25-16,-25 25 0,0 0 0,0 0 0,0 0 0,0 0 0,0 0 0,0 0 16,0 0-16,0-25 15,0 25-15,0 0 0,25 0 0,-25 0 0,0 0 0,0 0 16,0 0-16,0 0 0,25 25 0,-25-25 0,0 0 0,0 0 0,0 0 0,0 0 15,0 0-15,0 25 0,0-25 0,0 0 0,25 25 0,-25-25 16,0 0-16,0 24 16,0-24-16,0 0 0,0 25 0,0-25 0,0 0 0,0 25 0,0-25 0,0 0 0,0 25 15,0-25-15,0 0 0,-25 0 0,25 0 0,0 25 0,0-25 16,0 0-1,0 0-15,0 0 0,0 0 0,0 24 0,0-24 0,-25 0 0,25 0 0,0 0 16,0 0-16,0 0 0,0 0 0,0 0 0,0 0 0,0 0 16,25 0-16,-25 0 0,0 0 15,0 0-15,0-24 0,0 24 0,0 0 0,0 0 0,0 0 0,25-25 0,-25 25 0,0 0 31,0 0-31,0-25 0,0 25 0,0 0 0,0-25 0,0 25 0,0 0 0,0 0 0,24-25 0,-24 25 0,0 0 16,0 0-16,0-24 0,0 24 0,0 0 0,0 0 16,0 0-16,0 0 0,0-25 0,0 25 0,0 0 0,0 0 15,0 0-15,0 0 16,0 0-16,0 0 0,0 0 0,0 0 0,0 0 0,0 0 0,0 0 0,0 0 15,0 0-15,0 0 0,0 0 0,0 0 0,0 0 0,0 0 16,0 25-16,0-25 0,0 0 16,0 24-16,0-24 0,0 0 0,0 25 0,0-25 0,0 0 0,25 25 15,-25-25-15,0 0 0,0 25 0,0-25 0,0 0 0,25 25 0,-25-25 16,0 0-16,0 0 15,0 24-15,0-24 0,25 0 0,-25 0 0,0 0 0,0 0 0,0 0 16,0 0-16,25 0 0,-25 0 0,0 0 0,0 0 16,24 0-16,-24 0 0,0 0 0,0 0 15,25 0-15</inkml:trace>
  <inkml:trace contextRef="#ctx0" brushRef="#br0" timeOffset="214572.2729">3249 12874 0,'0'-25'0,"0"25"0,0 0 0,0 0 15,0 0-15,0 0 0,0 0 0,0-25 0,0 25 16,0 0-16,0 0 16,0 0-16,0-25 0,0 25 0,0 0 0,0-25 0,0 25 0,0-24 0,0 24 15,0 0 1,25-25-16,-25 25 15,0 0-15,0 0 0,0-25 0,0 25 0,0 0 0,0 0 0,0 0 0,0 0 0,0 0 0,0 0 0,0 0 0,0 0 0,0 0 0,0 0 32,0 0-32,0 0 0,0 0 0,0 0 0,0 0 0,0 25 0,0-25 0,0 0 15,0 25-15,0-25 0,0 0 0,0 24 0,0-24 0,0 25 0,0-25 0,25 25 16,-25-25-16,0 25 15,0-25-15,0 25 0,0-25 0,0 24 0,0-24 0,0 0 0,25 25 0,-25-25 16,0 0-16,0 25 0,0-25 0,0 0 0,0 0 0,0 0 0,0 0 16</inkml:trace>
  <inkml:trace contextRef="#ctx0" brushRef="#br0" timeOffset="216726.3961">3969 12650 0,'0'0'0,"0"0"0,0 0 15,0 0-15,0 0 0,0 0 0,0 0 16,0 0-16,0 0 0,0 0 16,0 0-16,0 0 0,0 0 0,0 0 0,0 0 0,0-24 0,0 24 0,0 0 15,0 0-15,0 0 0,0 0 0,0 0 0,0 0 0,0 0 16,0 0-16,25 24 15,-25-24-15,0 0 0,0 0 0,24 0 0,-24 0 0,0 0 0,25 0 0,-25 0 0,0 0 16,25 0-16,-25 0 0,0 0 0,25 0 0,-25 0 0,25 0 16,-25 0-16,0 0 15,24 0-15,-24 0 0,25 0 0,-25 0 0,25-24 0,-25 24 0,0 0 0,0 0 16,25 0-16,-25 0 0,0 0 0,0 0 15,0 0-15,0 0 0</inkml:trace>
  <inkml:trace contextRef="#ctx0" brushRef="#br0" timeOffset="216960.4095">4093 12551 0,'0'0'0,"0"0"0,0 0 16,0 0-16,0 0 0,0 0 0,0 0 0,0 0 0,0 0 0,0 0 31,0 0-31,0 0 0,0 0 0,0 0 0,25 0 0,-25 0 0,0 25 0,0-25 0,0 0 16,0 0-16,0 0 0,0 25 0,0-25 0,0 0 0,0 25 0,0-25 31,24 0-31,-24 24 0,0-24 0,0 0 0,0 25 0,0-25 0,0 25 0,0-25 0,0 0 31,0 25-31,-24-25 0,24 25 0,24-25 0,-24 24 0,0-24 0,0 0 0,0 25 0</inkml:trace>
  <inkml:trace contextRef="#ctx0" brushRef="#br0" timeOffset="217700.4518">4638 12427 0,'0'0'0,"0"0"0,0 0 15,0 0-15,0 0 16,-24 0-16,24 0 0,0 0 0,0 0 0,0 0 0,0 0 16,-25 0-16,25 0 0,0 0 0,0 0 0,0 0 0,0 0 0,0 25 0,0-25 15,0 0-15,0 0 0,0 0 0,0 0 16,0 0-16,0 25 0,0-25 15,0 0-15,25 0 0,-25 0 0,0 25 0,0-25 0,0 0 0,0 0 0,0 24 16,24-24-16,-24 0 0,0 25 0,0-25 0,25 0 0,-25 25 0,0-25 16,25 0-16,-25 0 15,0 25-15,25-25 0,-25 0 0,0 25 0,0-25 0,0 0 0,25 24 16,-25-24-16,0 0 0,24 0 0,-24 25 0,0-25 0,0 0 0,25 25 15,-25-25 1,0 0-16,0 0 0,0 0 0,0 25 0,0-25 0,0 0 0,0 0 0,0 0 16,0 0-16,0 25 0,0-25 15,0 0-15,0 0 0,0 0 0,0 0 0,0 24 0,0-24 0,0 0 0,-25 0 16,25 0-16,0 0 0,0 25 0,-24-25 0,24 0 15,0 0-15,0 0 0,0 0 0,-25 0 0,25 0 0,0 0 16,0 0-16,0 0 0,0 0 0,0 0 0,0 0 0,0 0 0,0 0 31,0 0-31,0-25 0,0 25 0,0 0 0,0-24 0,0 24 0,0 0 0,0-25 16,0 25-16,0-25 0,0 25 0,25-25 0,-25 25 0,0-25 0,24 25 0,-24-24 15,0 24 1,0-25-16,25 25 0,-25-25 0,0 25 0,25 0 0,-25-25 0,0 25 0,0-25 16,0 25-16,25 0 0,-25 0 0,0-24 0,0 24 0,-25 0 0,25 0 31,0 0-31,0-25 0,0 25 0,0 0 0,-25 0 0,25 0 0,0 0 0,0 0 0,-25 0 0,25-25 15,0 25-15,0 0 0,0 0 0,-24 0 0,24 0 0,0 0 16,0 0-16,0 0 16,-25 0-16,25 0 0,0 0 0,0 25 0,0-25 0,0 0 0,-25 0 15,25 0-15</inkml:trace>
  <inkml:trace contextRef="#ctx0" brushRef="#br0" timeOffset="218323.4874">5011 12601 0,'0'0'0,"0"0"32,0 0-32,0-25 0,-25 25 0,25 0 0,0 0 0,0 0 0,0 0 0,0-25 0,0 25 0,0 0 0,0 0 0,0 0 0,0 0 15,0 0-15,0 0 0,0 0 0,0-25 0,0 25 16,25 0-16,-25 0 0,0 0 15,0 0-15,0 0 0,0 0 0,24 25 0,-24-25 0,0 0 0,0 0 0,0 0 0,0 0 16,25 0-16,-25 0 0,0 25 0,0-25 0,0 0 16,0 0-1,0 25-15,25-25 0,-25 0 0,0 25 0,0-25 0,0 0 0,0 24 0,0-24 16,0 0-16,0 0 0,0 25 0,0-25 0,0 0 0,0 25 0,0-25 0,0 0 31,0 0-31,0 25 0,0-25 0,0 0 0,0 0 0,0 25 0,0-25 0,0 0 0,0 0 16,0 0-16,0 0 0,0 0 0,0 0 0,0 0 0,0 0 0,0 0 15,0 0 1,0 0-16,0 0 0,0 0 0,0 0 0,0 0 0,0-25 0,0 25 0,25 0 0,-25 0 0,0-25 15,0 25 1,0 0-16,25-25 0,-25 25 0,0-25 0,0 25 0,0 0 0,24-24 0,-24 24 16,0 0-16,0-25 0,0 25 0,25 0 0,-25-25 0,0 25 0,0 0 15,0-25-15,0 25 0,0 0 16,0 0-16,0-25 0,0 25 0,0 0 0,0 0 0,0 0 0,-25 0 0,25-24 31,0 24-31,0 0 0,0 0 0,0 24 0,25-24 0,-25 0 0,0 0 0,0 0 0,0 0 0,0 0 16,0 0-16,-25 25 0,25-25 15,0 0-15,0 25 0,0-25 0,0 0 0,0 25 16,0-25-16,0 25 0,0-25 0,0 24 0,0-24 0,0 25 0,0-25 15,0 0-15,25 25 0,-25-25 0,0 25 0,25-25 0,-25 25 0,0-25 16,0 0 0,25 0-16,-25 24 0,0-24 0,0 0 0,25 0 0,-25 25 0,0-25 0,24 0 0,-24 0 15,0 0-15,25 0 0,-25 0 0</inkml:trace>
  <inkml:trace contextRef="#ctx0" brushRef="#br0" timeOffset="218710.5096">5407 12750 0,'0'0'0,"0"0"16,0 0-16,0 0 0,0-25 0,0 25 0,0 0 0,0 0 0,0 0 0,0 0 16,0 0-16,0 0 15,0 0-15,0 0 0,25 0 0,-25 0 0,0 0 16,0 0-16,0 0 0,0 0 0,25 0 0,-25 0 0,0 0 0,0 0 0,0 0 0,0 0 15,25 0 1,-25 0-16,0 0 0,0 25 0,0-25 0,0 0 0,0 0 0,0 0 16,-25 24-16,25-24 0,0 0 0,0 25 0,0-25 0,0 0 0,0 0 0,0 25 15,0-25 1,-25 0-16,25 25 0,0-25 0,0 0 0,-25 25 0,25-25 0,0 0 0,0 24 0,-24-24 15,24 0-15,0 0 0,0 0 0,0 25 0,0-25 0,0 0 32,0 0-32,0 0 0,0 25 0,0-25 0,0 0 0,0 0 0,0 0 0,24 0 0,-24 0 0,0 0 15,0 0-15,0 0 0,0 0 0,25 0 0,-25 25 0,0-25 16,25 0-16,-25 0 0,0 0 15,25 0-15,-25 0 0,25 0 0,-25 0 0,0 0 0,24 0 0,-24 0 16,0 0-16,25 0 0,-25 0 0,0 0 0,0 0 0,0 0 0,0-25 16,0 25-1,0 0-15</inkml:trace>
  <inkml:trace contextRef="#ctx0" brushRef="#br0" timeOffset="220979.6393">6152 12626 0,'0'0'0,"0"0"0,0 0 16,0 0-16,0 0 0,0 0 0,0 0 0,0 0 0,0 0 15,0 0 1,0 0-16,0-25 0,0 25 0,0 0 0,0 0 0,0 0 0,24 0 0,-24 0 0,0 0 16,0 0-16,0 0 15,0 0-15,25 0 0,-25 0 0,0 0 0,0 0 0,25 0 0,-25 0 0,0 0 0,25 0 0,-25 0 16,0 0-1,0 0-15,25 0 0,-25 0 0,24-25 0,-24 25 16,0 0-16,25 0 0,-25 0 0,25 0 0,-25 0 0,0 0 0,0 0 16,25 0-16,-25 0 0,0 0 0,0 0 0,0 0 0,0 0 0,0 0 0,0 0 15,0 0-15,0 0 16,0 0-16,0 0 0,0 0 0</inkml:trace>
  <inkml:trace contextRef="#ctx0" brushRef="#br0" timeOffset="221241.6543">6276 12502 0,'0'0'0,"0"0"15,0 0-15,0 0 0,0 0 0,0 0 16,0 0-16,0 0 0,0 0 0,0 0 0,0 0 0,0 0 0,0 0 31,0 0-31,0 0 0,0 0 0,0 0 0,0 0 0,0 24 0,0-24 0,0 0 0,0 0 16,0 25-16,24-25 0,-24 0 0,0 25 0,0-25 0,0 25 0,0-25 15,0 25 1,0-25-16,0 24 0,0-24 0,25 25 0,-25-25 0,0 25 0,0-25 16,0 0-16,0 25 0,0-25 0,0 25 0,0-25 0,0 0 0,0 24 0,0-24 15,0 0-15,25 0 16,-25 25-16,0-25 0</inkml:trace>
  <inkml:trace contextRef="#ctx0" brushRef="#br0" timeOffset="222377.7193">6598 12526 0,'0'0'0,"0"0"0,0 0 16,0 0-16,0 0 0,0 0 0,0 0 0,0 0 0,0 0 0,0 0 171,99 100-171,-99-100 0,0 0 0,0 24 0,0-24 0,0 25 0,0-25 0,0 0 16,-25 25-16,25-25 0,0 25 0,0-25 0,0 0 15,0 25-15,0-25 0,0 0 0,0 0 0,0 24 0,0-24 0,0 0 0,0 0 0,0 0 0,0 0 0,0 0 0,0 0 0,0 0 0,0 0 0,0 0 0,0 0 0,0 0 0,0 0 0,0 0 0,25 0 0,-25 0 0,0-24 0,0 24 0,0 0 0,0 0 0,0-25 0,25 25 0,-25 0 0,0-25 0,0 25 0,0 0 0,25-25 16,-25 25-16,0-25 16,0 25-16,0 0 0,0-24 0,0 24 0,0-25 0,0 25 0,0 0 15,0-25-15,0 25 0,0 0 0,0 0 0,0 0 0,0-25 0,0 25 16,0 0-1,0 0 17,0 0-32,0 0 0,0 0 15,0 0-15,0 0 0,0 0 0,0 0 0,0 0 0,0 0 0,-25 0 0,25 25 0,0-25 0,0 0 0,0 25 0,0-25 0,25 0 0,-25 25 0,0-25 0,0 24 0,0-24 0,0 25 0,0-25 0,0 0 0,0 25 16,0-25-16,0 25 0,0-25 0,0 25 0,25-25 0,-25 0 0,0 0 31,0 24-31,0-24 0,24 0 0,-24 0 0,0 25 0,25-25 0,-25 0 0,0 0 0,0 0 16,0 0-16,25 0 0,-25 0 0,0 0 0,0 0 0,25 0 0,-25 0 15,0 0 1</inkml:trace>
  <inkml:trace contextRef="#ctx0" brushRef="#br0" timeOffset="224350.8322">7045 12774 0</inkml:trace>
  <inkml:trace contextRef="#ctx0" brushRef="#br0" timeOffset="225298.8863">6945 13047 0,'0'0'0,"0"0"0,0 0 0,0 0 0,0 0 0,0 0 0,0 0 0,0 0 0,0 0 0,0 0 0,0 0 0,0 0 0,0 0 0,0 0 0,-24 0 0,24 0 0,0 0 0,0 0 0,0 0 0,0 0 0,0 0 0,0 0 0,0 0 0,0 0 0,0 0 0,0 0 0,0-25 0,0 25 0,0 0 0,0 0 0,0 0 0,0 0 0,0 0 0,0 0 0,0 0 0,0 0 0,0 0 16,0 0-16,0 0 0,0 0 0,0 0 0,0-24 16,0 24-16,0 0 0,0 0 0,24 0 0,-24 0 0,0 0 140,25-25-140,-25 25 0,0 0 0,0 0 0,0 0 0,0 0 0,0 0 0,25 0 0,-25 0 0,0 0 0,0 0 0,0-25 0,0 25 0,0 0 0,25 0 0,-25 0 0,0 0 0,0 0 0,0 0 0,0 25 0,0-25 0,0 0 0,25 0 0,-25 0 0,0 0 0,0 0 0,0 0 0,0 0 16,0 0-16,0 0 0,0 0 0,24 0 0,-24 25 0,0-25 0,0 0 0,0 0 0,0 0 0,0 0 0,0 24 0,0-24 15,0 0-15,0 0 0,0 0 0,0 25 0,0-25 0,0 0 0,0 0 0,0 0 16,0 25-16,0-25 47,0 0-47,0 0 0,0 25 0,0-25 0,0 0 0,0 0 0,-24 0 0,24 25 0,0-25 0,0 0 0,0 0 0,0 0 0,0 24 0,0-24 0,0 0 0,0 0 0,-25 0 0,25 0 0,0 0 15,0 0-15,0 0 16,0 0-16,0 25 0,0-25 0,0 0 0,0 0 0,0 0 15,0 0-15,0 0 0,0 0 0,0 0 125,0 0-125,0 0 0,0 0 0,0 0 0,0 0 0,0 0 0,0 0 0,0 0 0,0 0 0,0 0 0,0 0 0,0 0 0,0 0 0,0 0 0,0 0 0,0 0 0,0 0 0,0 0 0,0 0 0,0 0 0,0 0 0,0 0 0,0 0 0,0 0 0,0 0 0,0 0 0,0 0 0,0 0 0,0 0 0,0 0 0,0 0 0,0 0 0,0 0 0,0 0 0,0 0 0,0 0 0,0 0 0,0 0 16,0 0-1,0 0-15,0 0 0,0 0 0,0-25 0,0 25 0,0 0 0,0 0 0,0 0 0,0 0 0,0 0 16,0 0 31,0 0-47,0 0 0,0 0 0,0 0 0,0 0 0,0 0 0,0 0 0,25 0 0,-25 0 0,0 0 0,0 0 0,0 0 0,0 0 0,0 0 0,0 0 0,0 0 0,0 0 0,0 0 0,0 0 0,24 0 0,-24 0 15,0 0-15,0 0 0,0 0 0,0 0 0,25 0 16,-25 0-16,0 0 109,0 0-109,25 0 0,-25 0 0,0 0 0,0 0 0,0 0 94,25 50-94,-25-50 0,0 0 0,0 0 0,0 25 0,0-25 0,0 0 0,0 0 0,0 0 0,0 25 0,0-25 0,0 0 0,0 0 0,0 0 0,0 0 0,0 0 0,0 0 0,0 0 0,-25 0 0,25 25 0,0-25 0,0 0 0,0 0 0,0 0 15,0 0-15,0 0 0,0 0 0,0 0 0,0 0 0,0 0 0,0 0 0,0 0 0,0 0 0,-25 0 0,25 0 0,0 0 0,0 0 0,0 0 0,0 0 0,0 0 16,0 0-16,0 0 0,0-25 0,0 25 0,0 0 0,0 0 125,-25 25-125,25-25 0,0 0 0,-24 0 0,24 0 0,0 0 0,0 0 0,0 0 0,0 0 0,0 0 0,0 0 0,0 0 0,0 0 0,0 0 0,0 0 0,24 0 0,-24 0 0,0-25 0,0 25 0,0 0 0,25 0 0</inkml:trace>
  <inkml:trace contextRef="#ctx0" brushRef="#br0" timeOffset="229485.1258">7516 12601 0,'0'0'15,"0"0"63,0 0-62,0 0-16,0 0 0,0 0 0,0 0 0,0 0 0,0 0 0,0 0 0,0 0 0,0 0 0,0 0 0,0 0 0,0 0 0,0 0 0,0 0 0,0 0 0,0 0 0,0 0 0,0 0 0,0 0 16,0 0-16,0 0 0,0 0 0,0 0 0,0 0 0,0 0 0,0 0 0,0 0 0,0 0 0,0 0 0,0 0 0,0 0 0,0 0 0,0 0 0,0 0 0,0 0 0,25 0 0,-25 0 0,0 0 0,0 0 0,0 0 0,0 0 15,0 0-15,0 0 47,0 0-47,0 0 0,0 0 0,0 0 0,0 0 0,0 0 0,0 0 0,24 0 0,-24 0 0,0 0 16,0 0-16,0 0 0,25 0 0,-25 0 0,0 0 0,25 0 0,-25 0 0,25-25 0,-25 25 0,0 0 0,25 0 0,-25 0 0,0 0 15,0 0-15,24 0 0,-24 0 0,0 0 0,25 0 0,-25 0 0,25 0 31,-25 0-31,25 0 0,-25 0 0,0 0 0,25 0 0,-25 0 0,0 0 0,0 0 0,24 0 0,-24 0 0,0 0 0,0 0 16,0 0 0,25 0-16,-25 0 0,0 0 0,0 0 0,0 0 0,0 0 0,0 0 15,0 0-15,25 0 0,-25 0 0,0 0 0,0 0 0,0 0 0,0 0 0,0 0 16,0 0-16,0 0 0,0 0 0,0 0 15,0 0-15,0 0 0,0 0 0,0 0 47,0 0-47</inkml:trace>
  <inkml:trace contextRef="#ctx0" brushRef="#br0" timeOffset="234989.4407">7689 12452 0,'0'0'0,"0"0"0,0 0 15,0 0-15,0 0 0,0 0 0,0 0 0,0 0 0,0 0 0,0 0 32,0 0-32,0 0 0,0 0 0,0 0 0,0 0 0,0 0 0,0 0 0,0 0 0,0 0 15,0 0-15,0 0 0,0 0 16,0 0-16,0 0 0,0 0 0,0 0 0,0 0 0,0 0 15,0 0-15,0 0 0,0 0 0,0 0 0,0 0 0,0 0 0,0 0 0,0 0 16,0 0 0,0 0-16,0 0 0,0 0 0,0 0 0,0 0 0,0 0 0,0 0 0,0 0 15,0 0-15,0 0 0,0 0 0,0 0 0,0 0 0,0 0 0,0 0 16,0 0-1,0 0-15,0 0 0,0 0 16,0 0-16,0 0 0,0 0 0,0 0 0,0 0 0,0 0 0,0 0 0,0 25 0,0-25 0,0 0 0,0 0 0,0 0 0,0 0 16,0 25-1,0-25-15,0 0 0,0 24 0,0-24 0,0 0 0,0 0 0,0 25 0,0-25 16,0 25-16,0-25 0,0 0 0,0 25 0,25-25 15,-25 0-15,0 25 0,0-25 0,0 24 16,0-24-16,0 0 0,0 25 0,0-25 0,0 0 0,0 25 0,0-25 0,0 0 16,0 0-16,0 25 0,0-25 0,0 0 0,0 0 0,0 0 0,0 25 15,0-25 1,0 0-16,0 0 0,0 0 0,0 0 0,0 0 0,0 0 0,0 0 0,0 0 0,0 0 15,0 0-15,0 24 0,0-24 0,0 0 0,0 0 16,0 0-16,0 0 0,0 0 16,0 0-16,0 0 0,0 0 0,0 0 0,0 0 0,0 0 0,0 0 0,0 0 31,0 0-31,0 0 0,0 0 0,0 0 0,0 0 0,0 0 0,0 0 0,0 0 0,0 0 0,0 0 15,0 0-15,0 0 0,0 0 0,0-24 0,0 24 0,0 0 16,0 0-16,0 0 16,0 0-16</inkml:trace>
  <inkml:trace contextRef="#ctx0" brushRef="#br0" timeOffset="236265.5137">8409 12502 0,'0'0'0,"0"0"0,0 0 15,0 0-15,0 0 0,0-25 0,0 25 0,0 0 0,0 0 0,0 0 32,0 0-32,0 0 0,0 0 0,0 0 0,0 0 0,0 0 0,0 0 0,0 0 0,0 0 0,0 0 0,0 0 15,0 0-15,0 0 16,0 0-16,0 0 0,0 0 0,0 0 0,0 0 0,0 0 0,0 0 15,0 0-15,0 0 0,0 0 0,0 0 0,0 0 0,0 0 0,0 0 16,0 0-16,0 0 0,0 0 0,0 0 16,0 0-16,0 25 0,0-25 0,0 0 0,0 0 15,0 0-15,0 24 0,0-24 0,0 0 0,0 0 0,0 25 0,0-25 0,0 0 16,0 0-16,0 25 0,0-25 0,0 0 15,0 25-15,-25-25 0,25 0 0,0 0 0,0 0 16,0 25-16,0-25 0,0 0 0,0 0 0,0 0 0,0 0 0,0 24 16,0-24-1,0 0-15,0 0 0,0 0 0,0 0 0,0 0 0,0 0 0,0 0 0,0 0 16,0 0-16,0 25 0,0-25 0,0 0 0,0-25 0,0 25 0,0 0 0,0 0 31,0 0-31,0 0 0,0 0 0,0 0 0,0 0 0,0 0 0,25 0 16,-25 0-16,0 0 0,0 0 0,0 0 0,0 0 0,0 0 0,0 0 0,0-24 31,25 24-31,-25 0 0,0 0 0,0 0 0,0 0 0,0 0 0,24-25 0,-24 25 0,0 0 0,0 0 0,0 0 15,0 0-15,25 0 0,-25 0 0,0 0 0,0 0 0,0 0 16,0 0 0,0 0-16,25 0 0,-25 0 0,0 0 0,0 0 0,0 0 0,0 0 0,0 0 0,0 0 15,25 0-15,-25 0 0,0 0 0,0 0 0,0 0 0,0 0 16,0 0-16,0 0 0,25 0 15,-25 0-15,0 25 0,0-25 0,0 0 0,0 0 0,0 0 0,0 0 16,0 0-16,0 24 0,24-24 0,-24 0 0,0 0 0,0 25 0,0-25 16,25 0-1,-25 0-15,0 25 0,0-25 0,0 0 0,0 0 0,0 25 0,0-25 0,0 0 16,0 0-16,0 25 0,0-25 0,0 0 0,0 0 0,0 0 0,0 24 31,0-24-31,0 0 0,0 0 0,0 25 16,0-25-16,0 0 0,0 0 0,0 0 0,-25 0 0,25 25 0,0-25 0,0 0 0,0 0 15,0 0-15,0 0 0,0 0 0,-24 0 0,24 25 0,0-25 16,-25 0-16,25 0 0,0 0 0,0 0 0,-25 0 0,25 0 0,0 0 0,0 0 31,0 0-31,-25 0 0,25 0 0,0 0 0,0 0 0,0 0 0,0 0 0,0 0 16,-25 0-16,25 0 0,0 0 0,0 0 0,0 0 0,0 0 0,0 0 0,-24 0 15,24 0 1,0 0-16,0 0 0,0 0 0,0-25 0,0 25 0,0 0 0,0 0 0,0 0 15,0 0-15,0 0 0,0 0 0,0 0 0,0 0 0,0 0 0,0 0 16,0-25-16,-25 25 0,25 0 16,0 0-16,0 0 0,0 0 0,0-25 0,0 25 0,0 0 0,0 0 0,0-24 15,0 24-15,0 0 0,0 0 0</inkml:trace>
  <inkml:trace contextRef="#ctx0" brushRef="#br0" timeOffset="236538.5293">8384 12526 0,'0'-24'0,"0"24"0,0 0 15,0 0-15,0 0 0,0 0 0,0 0 0,0 0 0,0 0 16,0 0-16,0-25 15,0 25-15,0 0 0,0 0 0,0 0 0,25 0 0,-25 0 0,0 0 16,0 0-16,0 0 0,0-25 0,25 25 0,-25 0 0,0 0 0,0 0 0,24 0 31,-24 0-31,0 0 0,25 0 0,-25 0 0,0 0 0,25 0 0,-25 0 0,0-25 0,25 25 16,-25 0-16,25 0 0,-25 0 0,0 0 0,24 0 15,-24 0-15,25 0 0,-25 0 0,0 0 16,25 0-16,-25-25 0,0 25 0,25 25 0,-25-25 0</inkml:trace>
  <inkml:trace contextRef="#ctx0" brushRef="#br0" timeOffset="237412.5793">8830 12601 0,'0'0'15,"0"-25"1,0 25-16,0 0 0,0 0 0,0 0 0,0 0 0,0 0 0,0 0 0,0-25 15,0 25-15,0 0 0,0 0 0,0 0 0,0 0 0,0 0 0,0 0 16,0 0-16,0 0 16,0-25-16,0 25 0,0 0 0,0 0 0,0 0 0,25 0 0,-25 0 15,0 0-15,0 0 0,0 0 0,0 0 0,0 0 0,0 0 0,25 0 16,-25 0-1,0 0-15,0 0 0,0 0 0,0 0 0,25 0 0,-25 0 0,0 0 0,0 25 0,0-25 16,0 0-16,25 0 0,-25 0 0,0 25 0,0-25 0,0 0 0,0 25 16,0-25 15,0 25-31,0-25 0,0 0 0,0 24 0,0-24 0,0 25 0,0-25 0,0 25 0,0-25 0,0 25 0,0-25 0,0 0 0,0 25 15,0-25-15,0 0 0,0 24 0,-25-24 0,25 0 0,0 25 0,0-25 16,0 0 0,0 0-16,0 0 0,0 25 0,0-25 0,0 0 0,0 0 0,-25 0 0,25 0 0,0 0 0,0 0 15,0 0-15,0 0 16,0 0-16,0 0 0,25 0 0,-25 0 0,0 0 0,0 0 0,0 0 0,0-25 15,0 25-15,0 0 0,0 0 0,0 0 0,0-25 0,25 25 16,-25 0 0,0-24-16,0 24 0,0-25 0,24 25 0,-24 0 0,0-25 0,0 25 0,0-25 15,25 25-15,-25-25 0,0 25 0,0 0 0,0-24 0,0 24 0,25-25 16,-25 25-1,0 0-15,0-25 0,0 25 0,0 0 0,0 0 0,0 0 0,0-25 0,0 25 16,0 0-16,0 0 0,0 0 0,0 0 0,0 0 0,0 0 0,0 0 16,0 0-16,0 0 0,0 0 0,0 0 0,0 0 0,0 0 15,0 25-15,0-25 16,0 0-16,0 0 0,0 0 0,0 0 0,0 25 0,0-25 0,0 0 0,0 25 15,0-25-15,0 24 16,0-24-16,0 0 0,0 25 0,0-25 0,0 25 0,0-25 0,0 0 16,0 25-16,0-25 0,0 0 0,0 25 0,0-25 0,0 0 0,0 0 0,25 24 15,-25-24 1,0 0-16,0 0 0,0 0 0,0 25 0,0-25 0,0 0 0,25 0 0,-25 0 0,0 0 15,0 0-15,0 0 0,25 0 0,-25 0 0,0 0 0,0 0 16,24 0-16,-24 0 16,0 0-16,25 0 0,-25-25 0,0 25 0</inkml:trace>
  <inkml:trace contextRef="#ctx0" brushRef="#br0" timeOffset="237852.6044">9277 12700 0,'0'0'0,"0"0"0,0 0 16,0 0-16,0 0 0,0 0 0,0 0 0,0 0 0,0 0 16,0 0-1,0 0-15,0 0 0,0 0 0,0 0 0,0 0 0,0 0 0,0 0 0,0 0 16,0 0-16,0 0 0,0 0 0,-25 25 0,25-25 0,0 0 0,0 0 15,0 0 1,0 25-16,-25-25 0,25 0 0,0 0 0,0 24 0,0-24 0,-24 0 0,24 0 16,0 25-16,0-25 0,0 0 0,0 0 0,-25 25 0,25-25 15,0 0-15,0 0 16,0 0-16,0 0 0,0 25 0,0-25 0,-25 0 0,25 0 0,0 0 0,0 0 0,0 0 31,0 0-31,0 0 0,0 0 0,0 25 0,0-25 0,25 0 0,-25 0 0,0 0 0,0 0 0,0 0 0,0 0 16,0 0-16,25 0 0,-25 0 0,0 0 0,0 0 0,0 0 15,0 0 1,24 0-16,-24 0 0,0 0 0,0 0 0,0 0 0,25 0 0,-25 0 0,0 0 0,0 0 0,25 0 15,-25 0 1,0 0-16,0 0 0,25 0 0,-25 0 0,0 0 0,0 0 0,0 0 0,25 0 16,-25 0-16,0-25 0,0 25 0,0 0 0,0 0 0,0 0 0,24 0 15,-24 0 1,0 0-16,0 0 0,0 0 0,0 0 0,0 0 0,0 0 0,0 0 0</inkml:trace>
  <inkml:trace contextRef="#ctx0" brushRef="#br0" timeOffset="238093.6182">9327 12700 0,'0'0'0,"0"0"16,0 0-16,0 0 0,0 0 0,0 0 0,0 0 0,0 0 16,0 0-16,0 0 0,0 0 15,0 0-15,0 0 0,0 0 0,0 25 0,0-25 0,0 0 0,0 25 0,0-25 16,0 24-16,0 1 0,24-25 0,-24 25 0,0-25 15,0 25-15,0-25 16,0 25-16,0-25 0,0 24 0,0 1 0,0-25 0,0 25 0,0-25 0,0 0 16,0 25-16,-24-25 0,48 25 0,-24-25 0,0 24 0,0-24 15,0 25-15,-24-25 0,24 0 16,0 25-16,0-25 0,0 0 0,0 0 0,0 0 0,0 0 0,0 25 0,0-25 0,0 0 31,0 0-31</inkml:trace>
  <inkml:trace contextRef="#ctx0" brushRef="#br0" timeOffset="238544.644">9872 12650 0,'0'0'0,"0"0"0,0 0 15,0 0-15,0 0 0,0 0 0,0 0 0,0 0 0,0 0 16,0 0-16,25 0 0,-25 0 15,0 0-15,0 0 0,25 0 0,-25 0 0,0 0 0,0 25 0,25-25 16,-25 0-16,0 0 0,24 0 0,-24 0 0,25 0 0,-25 0 16,0 0-16,25 0 15,-25 0-15,25 0 0,-25 0 0,0 0 0,0 0 0,25 0 0,-25 0 0,0 0 0,0 0 16,0 0-16,0 0 0,0 0 0,0 0 15,0 0-15</inkml:trace>
  <inkml:trace contextRef="#ctx0" brushRef="#br0" timeOffset="238797.6585">9872 12874 0,'0'0'0,"0"0"16,0 0-16,0 0 0,0 0 15,0 0-15,0 0 0,0 0 0,0 0 0,0 0 0,0 0 0,0 0 16,0 0-16,0 0 0,25 0 0,-25 0 0,0 0 0,25 0 16,-25 0-16,25 0 0,-25 0 15,24 0-15,1 0 0,-25 0 0,25 0 0,0 0 0,-25 0 0,25 0 16,0 0-16,-25 0 0,24-25 0,1 25 0,-25 0 0,0 0 0,25 0 15,-25 0 1,25 0-16</inkml:trace>
  <inkml:trace contextRef="#ctx0" brushRef="#br0" timeOffset="241120.7914">10790 12551 0,'0'0'0,"0"-25"15,0 25 1,0 0-16,0 0 0,0 0 0,0 0 0,0 0 0,0 0 0,0 0 16,0 0-16,0 0 0,0 0 0,0 0 0,0 0 0,0 0 0,0 0 0,0 0 15,0 0 1,0 0-16,0 0 0,0 0 0,0 0 0,0 0 0,0 0 0,0 0 0,0 0 15,0 0-15,0 0 0,0 0 0,0 0 0,0 0 0,-25 0 0,25 25 16,0-25 0,0 0-16,0 0 0,0 25 0,0-25 0,0 0 0,-25 0 0,25 25 0,0-25 0,0 0 0,0 0 15,-24 25-15,24-25 0,0 0 0,0 24 0,0-24 16,-25 25-16,25-25 0,0 0 0,0 0 0,-25 25 0,25-25 15,0 0 1,0 25-16,-25-25 0,25 0 0,0 0 0,0 25 0,0-25 0,0 0 0,0 0 0,0 0 16,0 0-16,0 0 0,0 0 0,0 0 0,0 0 0,0 0 15,0 0-15,0 0 0,0 0 0,0 0 0,0 0 0,0 0 16,0 0-16,0 0 0,0 0 0,0 0 0,0 0 0,25 0 15,-25 0 1,0 0-16,0 0 0,0 0 0,25 0 0,-25 0 0,0 0 0,25 0 0,-25 0 0,0 0 16,0 0-16,24 0 0,-24 0 0,0 0 0,25 0 15,-25 0-15,25 0 16,-25 0-16,0 0 0,25 0 0,-25 0 0,0 0 0,25 0 0,-25 0 0,0 0 15,0 0-15,24 0 0,-24 0 0,0 0 0,0 0 0,0 0 0,0 0 16,0 0-16,25 0 16,-25 0-16,0 0 0,0 0 0,0 0 0,0 0 0,0 0 0,0 0 15,0 0-15,0 0 0,0 0 0,0 0 0,-25 0 0,25 0 0,0 0 16,0 0-1,0 0-15,0 0 0,0 0 0,0 0 0</inkml:trace>
  <inkml:trace contextRef="#ctx0" brushRef="#br0" timeOffset="241413.8081">10840 12650 0,'0'0'0,"0"0"0,0 0 0,-25 0 0,25 0 16,0 0-1,0 0-15,0 0 0,0 0 0,0 0 0,0 0 0,0 0 0,0 0 0,0 0 0,0 0 16,25 0-16,-25 0 0,0 0 0,0 25 0,0-25 0,0 0 0,0 0 15,0 0 1,0 0-16,0 25 0,0-25 0,0 0 0,0 25 0,0-25 0,0 0 16,0 25-16,0-25 0,0 0 0,0 24 0,0-24 0,0 25 0,0-25 15,0 0-15,0 25 0,0-25 16,0 25-16,0-25 0,0 0 0,0 25 0,0-25 0,0 0 0,0 24 15,0-24-15,0 0 0,0 25 0,0-25 0,0 0 0,0 0 0,0 25 16,0-25 0,0 0-16,0 0 0,0 0 0,0 0 0,0 0 0,0 0 0,0 0 0,0 0 0,0 0 15,0 0-15</inkml:trace>
  <inkml:trace contextRef="#ctx0" brushRef="#br0" timeOffset="242006.842">11038 12799 0,'0'0'0,"0"0"15,0 0-15,0 0 0,0 0 16,0 0-16,0-25 0,0 25 0,0 0 0,0 0 0,0 0 15,0 0-15,25 0 0,-25-24 0,0 24 0,0 0 0,0 0 0,0-25 16,0 25-16,0 0 0,25 0 0,-25 0 0,0-25 16,0 25-16,24 0 0,-24-25 15,0 25-15,0 0 0,0-25 0,0 25 0,0 0 0,25 0 0,-25-24 0,0 24 16,0 0-16,0-25 0,0 25 0,0 0 0,0 0 0,0-25 15,0 25-15,0 0 0,0 0 16,0 0-16,0-25 0,0 25 0,0 0 0,0 0 0,0 0 0,0 0 0,0 0 16,0-25-1,0 25-15,0 0 0,0 0 0,0 0 0,0 0 0,0 0 0,0 0 0,0 0 0,0 0 0,0 0 16,0 0-16,0 0 0,0 0 0,0 0 0,0 0 15,0 0 1,0 0-16,0 0 0,0 0 0,0 25 0,0-25 0,0 0 0,0 0 0,0 0 0,0 25 16,25-25-16,-25 25 0,0-25 0,0 0 0,0 25 0,0-25 0,0 24 15,0-24 1,0 25-16,0-25 0,0 25 0,0-25 0,0 0 0,0 25 0,0-25 0,0 0 15,0 25-15,0-25 0,0 0 0,0 24 0,0-24 0,0 0 0,0 0 16,0 25 0,25-25-16,-25 0 0,0 0 0,0 25 0,0-25 0,0 0 0,0 0 0,-25 25 15</inkml:trace>
  <inkml:trace contextRef="#ctx0" brushRef="#br0" timeOffset="245642.05">2729 13643 0,'0'0'0,"0"0"0,0 0 16,0 0-16,0 0 0,0 0 0,0 0 0,0 0 0,0 0 0,0 0 0,-25 0 16,25 0-16,0 0 0,0 0 0,0 0 0,0 0 15,0 0-15,0 0 0,0 0 0,0 0 16,0 0-16,0 0 0,0 0 0,0 0 0,0 0 0,0 0 0,0 0 0,0 0 31,0 0-31,0 0 0,0 0 0,0 0 0,0-25 0,0 25 0,0 0 0,0 0 16,-25 0-16,25 0 0,25 0 0,-25 0 0,0 0 0,0 0 0,0 0 0,0 0 15,0 0 1,0 0-16,0 0 0,0-25 0,0 25 0,0 0 0,0 0 0,0 0 0,0 0 31,0 0-15,0 0-16,0 0 0,0 0 0,0 0 0,0 0 0,0-25 0,0 25 0,25 0 0,-25 0 0,0 0 0,0 0 0,0 0 0,0 0 0,0 0 0,0 0 0,0 0 15,24 0-15,-24 0 0,0 0 0,0 0 0,0 0 0,0 0 0,0 0 0,0 0 31,0 25-31,0-25 0,25 0 0,-25 0 0,0 25 0,0-25 0,0 0 0,0 0 0,25 25 0,-25-25 16,0 0-16,0 24 0,0-24 0,0 0 0,0 0 0,0 25 16,0-25-1,0 0-15,0 25 0,-25-25 0,25 25 0,25-25 0,-50 0 0,25 25 0,0-25 16,0 0-16,0 0 0,0 24 0,0-24 0,0 0 0,0 25 0,-25-25 15,25 0-15,0 25 16,0-25-16,0 0 0,0 0 0,0 25 0,0-25 0,0 0 0,-24 0 0,24 0 16,0 0-16,0 0 0,0 25 0,0-25 0,0 0 0,0 0 0,0 0 15,0 0-15,0 0 0,0 0 0,24 0 16,-24-25-16,0 25 0,0 0 0,0 0 15,0 0-15,0 0 0,0 0 0,25-25 0,-25 25 0,0 0 0,0 0 0,0-25 16,25 25-16,-25 0 0,0-25 0,0 25 0,0 0 16,25-24-16,-25 24 0,0 0 15,0-25-15,0 25 0,0 0 0,0-25 0,0 25 0,0 0 0,0-25 0,25 25 16,-25 0-16,0-25 0,0 25 0,-25 0 0,25 0 0,0 0 15,0-24-15,0 24 0,0 0 16,0 0-16,0 0 0,0 0 0,0 0 0,0 0 0,0 0 0,0 0 0,0 0 16,0 0-16,0 0 15,0 0-15,0 0 0,0 0 0,0 0 0,0 0 0,0 0 0,0 0 16,0 0-16,0 0 0,0 0 0,0 24 0,0-24 0,0 0 0,0 25 15,25-25-15,-25 0 16,0 25-16,0-25 0,0 0 0,0 25 0,0-25 0,0 25 0,0-25 0,0 24 0,0-24 0,0 0 31,24 25-31,-24-25 0,0 25 0,0-25 0,0 0 0,0 25 0,25-25 0,-25 0 0,0 0 16,0 0-16,0 25 0,0-25 0,25 0 0,-25 0 0,0 0 0,0 0 15,0 0 1,0 0-16,25 0 0,-25 0 0,0 0 0,0 0 0,0 0 0,25-25 0,-25 25 16,0 0-16,24 0 0,-24 0 0,0-25 0,0 25 0,0 0 0,25-25 0,-25 25 15,0 0 1,0 0-16,0-25 0,0 25 0,0 0 0,0 0 0,0-24 0,0 24 0,0 0 15,0 0-15,0-25 0,0 25 0,0 0 0,0 0 0,0 0 0,0-25 0,0 25 32,0 0-32,0 0 0,0 0 0,0-25 0,0 25 0,0 0 0,0 0 0,0 0 15,0 0-15,0 0 0,0 0 0,0 0 0,0 0 0,0 0 0,0 0 0,0 0 16,0 25-16,0-25 15,0 0-15,0 0 0,0 0 0,0 25 0,0-25 0,0 25 0,0-25 0,0 0 0,0 24 32,0-24-32,0 0 0,0 25 0,0-25 0,0 25 0,0-25 0,0 0 0,25 0 0,-25 25 15,0-25-15,0 0 0,0 25 0,0-25 0,0 0 0,0 0 0,0 24 0,0-24 31,0 0-31,0 0 0,0 0 0,0 0 0,0 0 0,0 0 0,0 25 0,0-25 16,0 0-16,0 0 0,0 0 0,0 0 0,0 0 16</inkml:trace>
  <inkml:trace contextRef="#ctx0" brushRef="#br0" timeOffset="246211.0825">3845 13791 0,'0'0'0,"0"0"16,0 0-16,0 0 0,0 0 0,0 0 0,0 0 0,0 0 0,0 0 0,0-24 15,0 24-15,0 0 0,25 0 0,-25 0 0,0 0 0,0 0 0,0 0 16,0 0-16,0 0 16,0 0-16,24 0 0,-24 0 0,0 0 0,0 0 0,0 0 0,0 0 15,0 0-15,0 0 0,0 0 0,0 0 0,25 0 0,-25 0 0,0 0 16,0 0-1,25 0-15,-25 0 0,0 0 0,25 0 0,-25 0 0,0 0 0,25 0 0,-25 0 0,24 0 16,-24 0-16,0 0 16,25 0-16,-25 0 0,0 0 0,0 0 0,25 0 0,-25 0 0,0 0 15,0 0-15,0-25 0,0 25 0</inkml:trace>
  <inkml:trace contextRef="#ctx0" brushRef="#br0" timeOffset="246443.0958">3969 13692 0,'0'-25'0,"0"25"0,0 0 0,-25 0 0,25 0 16,0 0-16,0 0 0,0 0 0,0 0 15,0 0-15,0 0 0,0 0 0,0 0 0,0 0 0,0 0 0,0 0 32,0 0-32,0 0 0,0 0 0,0 0 0,0 25 0,25-25 0,-25 0 0,0 0 0,0 25 0,0-25 15,0 25-15,0-25 0,0 0 0,0 25 0,0-25 0,0 24 16,25-24-1,-25 25-15,0-25 0,0 25 0,0-25 0,0 0 0,0 25 0,0-25 0,0 25 16,0-25-16,0 24 0,0-24 0,0 0 0,0 25 0,0-25 0,0 0 16,0 0-16,0 25 15,0-25-15</inkml:trace>
  <inkml:trace contextRef="#ctx0" brushRef="#br0" timeOffset="247105.1336">4787 13469 0,'0'0'0,"0"0"0,0 0 16,0 0-16,0 0 0,0 0 0,0 0 0,0 0 0,0 0 0,0 25 15,-25-25-15,25 0 16,0 0-16,0 0 0,0 0 0,0 25 0,0-25 0,0 0 15,0 0-15,0 24 0,0-24 0,0 0 0,-24 0 0,24 0 0,0 25 0,0-25 0,0 0 32,0 0-32,0 0 0,0 0 0,0 25 0,0-25 0,0 0 0,-25 0 15,25 0-15,0 0 0,0 0 0,0 25 0,0-25 0,0 0 0,0 0 0,0 0 16,-25 0-1,25 0-15,0 0 16,0 0-16,0 0 0,0 0 0,0 0 0,0 0 0,0 0 0,0 0 0,0 0 0,0 25 0,0-25 0,0 0 0,0 0 16,0 0-16,0 0 0,0 0 0,0 0 0,0 0 0,0 0 0,25 0 15,-25 0 1,0 0-16,0 0 0,0 0 0,0 0 0,0 0 0,0 0 0,0 0 0,25 0 15,-25 0-15,0 0 0,24 0 0,-24 0 0,0 0 0,25 0 0,-25 0 16,0 0-16,25 0 16,-25 0-16,0 0 0,25 0 0,-25 0 0,0 0 0,0 0 0,25 0 15,-25 0-15,0 0 0,0 0 0,0 0 0,25 0 0,-25 0 0,0 0 0,0 0 16,0 0-16,0 0 0,0 0 15,0 0-15,0-25 0,0 25 0,0 0 0,0 0 0</inkml:trace>
  <inkml:trace contextRef="#ctx0" brushRef="#br0" timeOffset="247346.1474">4887 13543 0,'0'0'0,"0"-24"0,0 24 0,0 0 16,0 0-16,0 0 0,0 0 0,0 0 15,0 0-15,0 0 0,0 0 0,0 0 0,0 0 0,0 0 16,0 0-1,0 24-15,0-24 0,0 0 0,0 0 0,0 25 0,24-25 0,-24 0 0,0 25 0,0-25 16,25 25-16,-25-25 0,0 25 0,0-25 0,0 24 0,0-24 16,0 25-16,0-25 0,0 25 0,0-25 0,0 0 15,0 25-15,0-25 0,0 25 0,0-25 16,0 24-16,0-24 0,0 0 0,0 25 0,0-25 0,0 0 0,0 25 0,0-25 0,0 0 31,0 0-31,0 0 0,0 0 0</inkml:trace>
  <inkml:trace contextRef="#ctx0" brushRef="#br0" timeOffset="248275.2006">5457 13667 0,'0'0'0,"0"0"16,0 0-16,0 0 0,0 0 0,0 0 0,0 0 0,0 0 0,0 0 0,0-24 15,0 24-15,0 0 0,0 0 0,0 0 0,0 0 0,0 0 0,0 0 16,0 0-16,0-25 0,0 25 16,0 0-16,0 0 0,0 0 0,0 0 0,0 0 0,0-25 0,0 25 15,25 0 1,-25 0-16,0 0 0,0 0 0,0 0 0,25 0 0,-25 0 0,0 0 15,0 0-15,0 0 0,24 0 0,-24 0 0,0 0 0,0 0 0,25 0 0,-25 0 0,0 0 32,0 0-32,0 25 0,0-25 0,25 0 0,-25 0 0,0 25 0,0-25 0,0 0 0,0 24 0,0-24 15,0 25-15,0-25 16,0 0-16,0 25 0,0-25 0,0 25 0,0-25 0,0 0 0,0 25 15,0-25-15,0 0 0,0 24 0,-25-24 0,25 0 16,0 25-16,0-25 0,0 0 0,0 0 16,0 0-16,0 25 0,0-25 0,0 0 0,0 0 0,0 0 0,0 0 15,0 0-15,0 0 0,0 0 0,0 0 0,0 0 16,0 0-16,0 0 0,0 0 0,0 0 0,0 0 15,0 0-15,0 0 0,0 0 0,0-25 0,0 25 0,25 0 0,-25 0 0,0-25 0,0 25 16,0-24-16,0 24 16,0 0-16,0-25 0,0 25 0,0-25 0,25 25 0,-25-25 0,0 25 0,0 0 15,0-25-15,0 25 0,0 0 0,25-24 0,-25 24 0,0 0 16,0 0-16,0 0 15,0-25-15,0 25 0,0 0 0,0 0 0,0 0 0,0 0 0,0 0 0,0 0 16,0 0-16,0 0 0,0 0 0,0 0 0,0 0 0,0 0 16,0 0-1,0 25-15,0-25 0,0 0 0,0 0 0,-25 0 0,25 0 0,0 24 0,0-24 0,0 0 16,0 25-16,0-25 0,0 0 0,0 25 0,0-25 0,0 25 15,0-25-15,25 0 16,-25 25-16,0-25 0,0 0 0,0 24 0,0-24 0,0 0 0,0 25 0,24-25 16,-24 0-16,0 25 0,0-25 0,0 0 0,0 0 0,25 0 15,-25 0 1,0 0-16,0 0 0,25 0 0,-25 0 0,25 0 0,-25 0 0,25 0 0,-25 0 0,0 0 15,24 0-15,-24 0 0,0 0 0</inkml:trace>
  <inkml:trace contextRef="#ctx0" brushRef="#br0" timeOffset="248741.2272">5854 13866 0,'0'-25'0,"0"25"16,0 0-1,0 0-15,0 0 0,0 0 0,0 0 0,-25 0 0,25 0 0,0 0 0,0 0 0,0 0 16,0 0-16,0 0 0,0 0 0,0 0 0,0 0 0,25-25 16,-25 25-1,0 0-15,0 0 0,0 0 0,0 0 0,25 0 0,-25 0 0,0 0 0,0 0 0,0 0 16,0 0-16,0 0 0,0 0 0,0 0 0,25 0 0,-25 0 15,0 25-15,0-25 0,0 0 16,0 0-16,0 0 0,0 0 0,0 0 0,0 25 0,0-25 0,0 0 16,0 0-16,0 0 0,24 25 0,-24-25 0,0 0 0,-24 24 0,24-24 15,0 0 1,0 0-16,0 25 0,0-25 0,0 0 0,0 25 0,-25-25 0,25 0 0,0 25 0,0-25 15,0 0-15,-25 25 0,25-25 0,0 0 0,0 0 0,0 0 16,0 24-16,0-24 16,-25 0-16,25 0 0,0 0 0,0 0 0,0 0 0,25 0 0,-25 0 15,0 0-15,0 25 0,0-25 0,0 0 0,0 0 0,0 0 0,0 0 16,25 0-1,-25 0-15,0 0 0,25 0 0,-25-25 0,0 25 0,24 0 0,-24 0 0,25 0 0,-25 0 16,25 0-16,-25 0 0,25 0 0,-25 0 0,25 0 0,-25 0 0,0 0 16,24 0 15,-24 0-31,0 0 0,0 0 0,0 0 0</inkml:trace>
  <inkml:trace contextRef="#ctx0" brushRef="#br0" timeOffset="251027.358">6623 13816 0,'0'0'0,"0"0"0,0 0 15,0 0-15,0 0 0,0 0 0,0 0 0,0 0 0,0 0 0,0 0 16,0 0-1,0 0-15,0 0 0,0 0 0,0 0 0,25 0 0,-25 0 0,0 0 47,24 0-47,-24 0 0,0 0 0,25 0 0,-25 0 0,25 0 0,-25 0 0,0 0 0,25-25 0,-25 25 0,25 0 0,-25 0 0,24 0 0,-24 0 16,25 0-16,-25 0 0,25 0 0,-25 0 0,25 0 0,-25 0 0,0 0 0,0 0 15,25-24-15,-25 24 0,0 0 0,0 0 0,0 0 0,0 0 0,0 0 0</inkml:trace>
  <inkml:trace contextRef="#ctx0" brushRef="#br0" timeOffset="251273.3721">6747 13742 0,'0'0'0,"0"0"0,0 0 0,0-25 0,0 25 16,0 0-16,0 0 0,0 0 15,0 0-15,0 0 0,0 0 0,0 0 0,0 0 0,0 0 0,0 0 16,0 0-16,0 0 0,25 0 0,-25 0 0,0 0 0,0 25 0,0-25 16,0 0-1,0 0-15,0 25 0,0-25 0,24 0 0,-24 24 0,0-24 0,0 25 0,0-25 0,25 25 16,-25-25-1,0 25-15,0-25 0,0 0 0,0 25 0,0-25 0,0 24 0,0-24 16,0 25-16,0-25 0,0 25 0,0-25 0,0 0 0,0 25 0,0-25 0,0 0 16,0 25-16</inkml:trace>
  <inkml:trace contextRef="#ctx0" brushRef="#br0" timeOffset="251767.4003">7268 13643 0,'0'0'0,"0"0"16,0 0-16,0 0 0,0 0 0,0 0 0,0 0 0,0 0 16,0 0-16,0 0 15,0 0-15,0 0 0,-25 0 0,25 0 0,0 0 0,0 0 0,0 0 0,0 0 0,0 0 0,0 24 16,0-24-16,0 0 0,0 0 0,0 25 0,0-25 0,0 0 15,0 0-15,0 0 16,0 25-16,0-25 0,0 0 0,-25 0 0,25 25 0,0-25 0,0 0 0,0 0 0,0 0 16,0 25-16,0-25 0,-25 0 0,25 0 15,0 0-15,0 0 0,0 0 16,0 0-16,0 24 0,0-24 0,0 0 0,0 0 0,0 0 0,0 0 0,0 0 15,0 0-15,0 0 0,0 0 0,0 0 0,0 0 0,0 25 16,0-25-16,0 0 16,0 0-16,0 0 0,25 0 0,-25 0 0,0 0 0,0 0 0,25 0 0,-25 0 15,0 0-15,0 0 0,25 0 0,-25 0 0,0 0 0,25 0 16,-25 0-16,0-25 15,24 25-15,-24 0 0,0 0 0,25 0 0,-25 0 0,0 0 0,25 0 16,-25 0-16,0 0 0,25 0 0,-25 0 0,0 0 0,0 0 0,0 0 0,25 0 16,-25 0-16,0 0 15,0 0-15,0 0 0,0 0 0,0 0 0,0 0 0,0 0 0,0 0 16,0 0-16</inkml:trace>
  <inkml:trace contextRef="#ctx0" brushRef="#br0" timeOffset="252010.4142">7342 13692 0,'0'0'0,"0"0"0,0 0 0,0 0 0,0 0 0,0 0 15,0 0-15,0 0 0,0 0 0,0 0 16,0 0-16,0 0 0,0 0 16,0 0-16,0 0 0,0 0 0,0 0 0,0 0 0,0 0 0,0 25 0,0-25 15,0 0-15,0 25 0,0-25 0,0 0 0,0 25 16,0-25-16,0 24 0,0-24 0,25 0 0,-25 25 15,0-25-15,0 25 0,0-25 0,0 0 0,0 25 0,0-25 0,0 25 16,0-25 0,0 0-16,0 24 0,0-24 0,0 0 0,0 25 0,0-25 0,0 0 0,0 0 15,25 25-15,-25-25 0,0 0 0,0 0 0,0 0 0,0 0 0,0 0 16,0 0-16</inkml:trace>
  <inkml:trace contextRef="#ctx0" brushRef="#br0" timeOffset="252671.452">7491 13692 0,'0'0'0,"0"0"0,0 0 15,0-25-15,0 25 0,0 0 0,0 0 0,0 0 0,0 0 0,0 0 32,0 0-32,0 0 0,0 0 0,0-24 0,25 24 0,-25 0 0,0 0 0,0 0 0,0 0 15,0 0-15,0 0 0,0 0 0,25 0 0,-25 0 0,0 0 16,0 0-16,0 0 0,24 0 15,-24 0-15,0 0 0,0 0 0,0 0 0,25 24 0,-25-24 0,0 0 16,0 0-16,25 25 0,-25-25 0,0 0 0,0 0 0,0 25 0,0-25 31,0 0-31,0 25 0,0-25 0,0 0 0,0 25 0,0-25 0,0 0 0,0 24 0,0-24 16,0 0-16,0 25 0,0-25 0,0 0 0,0 25 0,0-25 0,0 0 15,0 25 1,0-25-16,0 0 0,-25 25 0,25-25 0,0 0 0,0 0 0,0 24 16,0-24-16,0 0 0,0 0 0,0 0 0,0 0 0,0 0 0,0 0 0,0 0 15,0 0-15,0 0 0,0 0 16,0 0-16,0 0 0,0 0 0,0 0 0,25 0 0,-25 0 15,0 0-15,0 0 0,0-24 0,0 24 0,0 0 0,25 0 0,-25-25 0,0 25 16,0 0 0,0 0-16,0-25 0,25 25 0,-25-25 0,0 25 0,0 0 0,0-25 15,0 25-15,0 0 16,0-24-16,24 24 0,-24-25 0,0 25 0,0 0 0,0-25 0,0 25 0,0 0 15,0 0-15,0-25 0,0 25 0,0 0 0,0 0 0,0 0 0,0 0 16,0-25-16,0 25 0,0 0 0,0 0 0,0 0 0,0 0 0,0 0 16,0 0-1,0 0-15,0 0 0,0 0 0,0 25 0,0-25 0,0 0 0,0 0 16,-24 25-16,24-25 0,0 0 0,0 25 0,0-25 0,0 25 0,0-25 15,0 0-15,0 24 16,0-24-16,0 25 0,0-25 0,0 25 0,0-25 0,0 0 0,24 25 0,-24-25 0,0 0 0,0 25 16,0-25-16,0 0 0,0 24 0,0-24 15,0 0-15,0 0 0,0 0 0,25 0 0,-25 0 16,0 25-16,0-25 0,0 0 0,0 0 0,0 0 0,25 0 0,-25 0 0,0 0 15,0 0 1,25 0-16,-25 0 0,0 0 0,25 0 0,-25 0 0</inkml:trace>
  <inkml:trace contextRef="#ctx0" brushRef="#br0" timeOffset="253165.4803">7888 13915 0,'0'0'16,"0"0"-16,0 0 0,0 0 0,0 0 0,0 0 0,0 0 0,0 0 0,0 0 15,0 0 1,0 0-16,0 0 0,0-24 0,0 24 0,0 0 0,25 0 0,-25 0 16,0 0-16,0 0 0,0 0 0,0 0 0,0 0 0,0 0 0,0 0 0,24 0 15,-24 0 1,0 0-16,0 0 0,0 0 0,0 0 0,0 0 0,0 0 0,0 0 0,0 0 15,25 0-15,-25 0 0,0 0 0,0 0 0,0 0 0,0 0 0,0 0 16,-25 24 0,25-24-16,0 0 0,0 0 0,0 25 0,0-25 0,-24 0 0,24 0 0,0 25 15,0-25-15,0 0 0,0 25 0,-25-25 0,25 0 0,0 0 0,0 25 16,0-25-1,0 0-15,0 0 0,0 0 0,0 24 0,0-24 0,0 0 0,0 0 0,0 0 16,0 0-16,0 0 0,0 0 0,0 0 0,0 25 0,0-25 0,0 0 16,0 0-1,0 0-15,0 0 0,0 0 0,25-25 0,-25 25 0,0 0 0,0 0 0,0 0 0,24 0 16,-24 25-16,0-25 0,0 0 0,0 0 0,0 0 0,0 0 0,25 0 31,-25 0-31,0 0 0,0 0 0,0 0 0,0 0 0,0 0 0,0 25 0,0-25 0,0 0 16,-25 0-16,25 0 15,0 25-15,0-25 0,0 0 0,0 0 0,0 0 0,-24 25 0,24-25 0,0 0 16,0 0-16,-25 0 0,25 24 0,0-24 0,-25 0 0,25 0 0,0 0 15,0 0-15,-25 25 0,25-25 16,0 0-16,0 0 0,0 0 0,0 0 0,0 0 0,0 0 0,-25 0 0,25 0 16,0 0-16,0-25 0,0 25 0,0 0 0,0 0 0,0 0 15</inkml:trace>
  <inkml:trace contextRef="#ctx0" brushRef="#br0" timeOffset="255169.5949">8285 13717 0,'0'0'0,"0"0"31,0 0-31,-25 0 0,25 0 0,0 0 0,0 0 0,0 0 0,0 0 0,0 0 16,0 0-16,0 0 0,0 0 0,0 0 0,0 0 0,0 0 0,0 0 0,0 0 15,0 0-15,0 0 0,0 0 0,0 0 0,0 0 16,25 0-16,-25 0 0,0 0 15,0 0-15,0 0 0,25 0 0,-25 0 0,0 0 0,0 0 0,24 0 0,-24 0 16,0 0-16,25 0 0,-25 0 0,0 0 0,25 0 16,-25 0-16,25 0 15,-25 0-15,0 0 0,25 0 0,-25 0 0,24 0 0,-24 0 0,25 0 0,-25 0 16,0 0-16,25 0 0,-25 0 0,0 0 0,25 0 0,-25 0 0,0 0 15,0 0 1,25 0-16,-25 0 0,0 0 0,0 0 0,0 0 0,0 0 0,0 0 0,0 0 0,0 0 16,-25 0-16</inkml:trace>
  <inkml:trace contextRef="#ctx0" brushRef="#br0" timeOffset="255431.6099">8359 13618 0,'0'0'0,"0"0"0,0 0 0,0 0 0,0-25 16,0 25-16,0 0 0,0 0 0,0 0 0,0 0 16,0 0-16,0 0 15,0 0-15,0 0 0,0 0 0,0 25 0,0-25 0,0 0 0,0 0 0,25 0 16,-25 25-16,0-25 0,0 0 0,0 24 0,0-24 0,0 25 15,0-25-15,0 0 0,0 25 16,25-25-16,-25 25 0,0-25 0,0 25 0,0-25 0,0 24 0,0-24 0,0 25 16,0-25-16,0 25 0,0-25 0,0 25 0,0-25 0,25 25 15,-25-25 1,0 0-16,0 24 0,0-24 0,-25 0 0,25 25 0</inkml:trace>
  <inkml:trace contextRef="#ctx0" brushRef="#br0" timeOffset="256121.6494">9004 13568 0,'0'0'0,"0"0"16,0 0-1,0 0-15,0 0 0,0 0 0,0 0 0,0 25 0,0-25 0,0 0 0,0 0 16,0 0-16,0 0 0,0 0 0,0 25 0,0-25 0,0 0 0,0 0 0,0 25 15,0-25 1,0 0-16,0 0 0,0 24 0,0-24 0,0 0 0,0 25 31,-25-25-31,25 0 0,0 25 0,0-25 0,0 0 0,0 25 0,0-25 0,0 0 0,-25 0 0,25 25 0,0-25 0,0 0 0,0 0 0,0 0 16,0 24-16,0-24 0,0 0 0,-24 0 15,24 0-15,0 0 0,0 0 0,0 25 0,0-25 16,0 0-16,0 0 0,0 0 0,0 0 0,0 0 0,0 0 0,0 0 0,0 0 16,0 0-1,0 0-15,24 0 0,-24 0 0,0 0 0,0 0 0,0 0 16,0 0-16,25 0 0,-25 0 0,0 0 0,0 0 0,0 0 0,25 0 0,-25 0 0,0 0 15,25 0 1,-25 0-16,0 0 0,25 0 0,-25 0 0,0 0 0,25 0 0,-25 0 0,0 0 16,24 0-16,-24 0 0,25 0 0,-25 0 0,0 0 0,25 0 15,-25 0-15,25 0 16,-25 0-16,0 0 0,0 0 0,0 0 0,0 0 0,0 0 0,0 0 0,0 0 15,0 0-15,0 0 0,0 0 0,0 0 0,0-25 0,0 25 0,0 0 16</inkml:trace>
  <inkml:trace contextRef="#ctx0" brushRef="#br0" timeOffset="256351.6625">9128 13667 0,'0'0'0,"0"0"0,0 0 0,0 0 16,0 0-16,0 0 0,0 0 0,0 0 0,0 0 15,0 0-15,0 0 0,0 0 0,0 25 0,0-25 16,0 0-16,0 0 0,0 25 0,0-25 15,0 25-15,0-25 16,0 0 0,0 25-16,0-25 0,25 24 0,-25-24 0,0 25 0,0-25 0,0 25 0,0-25 0,0 0 0,0 25 0,0-25 0,0 25 0,0-25 0,0 24 15,0-24-15,0 0 16,0 25-16,0-25 0,0 25 0,0-25 0,0 0 0,0 25 0,0-25 15,0 0-15,0 25 0,0-25 0,25 0 0,-25 0 0,0 0 0,0 24 0,0-24 16,0 0-16,25 0 0,-25 0 16</inkml:trace>
  <inkml:trace contextRef="#ctx0" brushRef="#br0" timeOffset="256975.6982">9302 13667 0,'0'0'0,"0"0"15,0 0-15,0 0 0,25 0 0,-25-24 0,0 24 0,0 0 0,0 0 16,0 0-1,0 0-15,0 0 0,0 0 0,0 0 0,0 0 0,0 24 0,0-24 0,0 0 16,24 0-16,-24 0 0,0 0 0,0 0 0,0 0 0,25 25 0,-25-25 16,0 0-1,0 0-15,25 25 0,-25-25 0,0 0 0,0 25 0,0-25 0,0 25 0,25-25 16,-25 0-16,0 24 0,0-24 0,0 25 0,0-25 0,0 0 0,0 25 31,0-25-31,0 25 0,0-25 0,0 0 16,0 25-16,-25-25 0,25 24 0,0-24 0,0 0 0,0 0 15,0 25-15,0-25 0,0 0 0,0 0 0,0 25 0,0-25 0,0 0 0,0 0 0,0 0 16,0 0-16,-25 0 0,25 0 0,0 0 0,0 0 0,0 0 0,0 0 0,0 0 15,0 0 1,0 0-16,25 0 0,-25 0 0,0 0 0,0 0 0,0-25 0,0 25 0,0 0 16,25 0-16,-25-25 0,0 25 0,0-24 0,0 24 0,0 0 0,25-25 15,-25 25-15,0-25 16,0 25-16,0-25 0,24 25 0,-24-25 0,0 25 0,0-24 0,0 24 15,25-25-15,-25 25 0,0-25 0,0 25 0,0 0 0,0-25 0,25 25 0,-25 0 16,0-25 0,0 25-16,0 0 0,0 0 0,0 0 0,0 0 0,0 0 15,0 0-15,0 0 0,-25 0 0,25 0 0,0 0 0,0 0 16,0 0-16,0 25 0,0-25 0,0 0 0,0 0 0,0 25 0,0-25 0,0 25 15,0-25 1,0 0-16,0 25 0,0-25 0,0 24 0,0-24 0,0 25 0,0-25 16,0 25-16,0-25 0,0 25 0,0-25 0,0 25 0,0-25 0,0 0 0,0 24 0,25-24 15,-25 0 1,0 25-16,0-25 0,0 0 0,0 0 0,25 0 0,-25 25 0,0-25 15,0 0-15,0 0 0,25 0 0,-25 0 0,0 0 0,0 0 0,24 0 16,-24 0-16,0 0 16,25 0-16,-25 0 0,0 0 0,0 0 0,25 0 0</inkml:trace>
  <inkml:trace contextRef="#ctx0" brushRef="#br0" timeOffset="257361.7203">9773 13940 0,'0'0'15,"0"0"-15,0 0 0,0 0 0,0 0 0,0 0 0,0 0 16,0 0-16,0 0 0,0 0 0,0 0 0,0 0 16,0 0-1,0 0-15,0 0 0,0 25 0,-25-25 0,25 0 0,0 0 0,0 0 0,0 0 0,0 25 16,0-25-16,0 0 0,-25 0 0,25 0 0,0 25 0,0-25 0,0 0 15,0 0 1,-24 24-16,24-24 0,0 0 0,0 0 0,0 0 0,0 0 0,-25 25 16,25-25-16,0 0 0,0 0 0,0 0 0,0 0 0,0 0 0,0 0 0,0 0 15,0 0 1,0 0-16,0 0 0,0 0 0,0 25 0,0-25 0,0 0 0,0 0 0,25 0 15,-25 0-15,0 0 0,0 0 0,0 0 0,24 0 0,-24 0 0,25 0 0,-25 0 32,0 0-32,25 0 0,-25 0 0,0 0 0,0 0 0,25 0 0,-25 0 0,0 0 0,0 0 15,25 0-15,-25 0 0,0 0 0,0 0 0,0 0 0,24 0 0,-24 0 31,0 0-31,0-25 0,0 25 0,0 0 0,0 0 0,0 0 0,0 0 0,0 0 16,0 0-16,0 0 0,0-25 0,0 25 0,0 0 0</inkml:trace>
  <inkml:trace contextRef="#ctx0" brushRef="#br0" timeOffset="257587.7332">9823 13915 0,'0'0'0,"0"0"0,0 0 0,0 0 0,0 0 16,0 0-16,0 0 0,0 0 0,0 0 0,0 0 15,0 0-15,0 0 0,0 0 0,0 0 0,0 0 0,0 0 31,0 0-31,0 25 0,0-25 0,0 0 0,0 0 0,0 25 0,0-25 0,0 0 16,0 25-16,0-25 0,0 25 0,24-25 16,-24 0-16,0 24 0,0-24 0,0 25 0,0-25 0,0 25 15,-24-25-15,24 0 0,0 25 0,0-25 0,0 25 0,0-25 0,0 0 0,0 24 16,0-24-16,0 0 0,0 25 0,0-25 0,0 0 0,0 25 15,0-25-15,0 0 16,0 0-16,0 0 0,0 0 0,0 0 0,0 25 0</inkml:trace>
  <inkml:trace contextRef="#ctx0" brushRef="#br0" timeOffset="258019.7579">10170 13717 0,'0'0'0,"0"0"15,0 0 1,0-25-16,0 25 0,0 0 0,0 0 0,0 0 0,0 0 0,0 0 15,0 0-15,25 0 0,-25 0 0,0 0 0,0 0 0,0 0 16,25 0-16,-25 0 0,0 0 0,24 0 16,-24 0-16,25 0 0,-25 0 0,0 0 0,25 0 0,-25 0 0,0 0 0,25 0 15,-25 0-15,0 0 0,0 0 0,25 0 0,-25 0 0,0 0 0,0 0 16,0 0-16,0 0 15,0 0-15,0 0 0</inkml:trace>
  <inkml:trace contextRef="#ctx0" brushRef="#br0" timeOffset="258225.7697">10220 13915 0,'0'0'0,"0"0"0,0 0 0,0 0 0,0 0 0,0 0 0,0 0 15,0 0-15,0 0 0,24 0 16,-24 0-16,0 0 0,25 0 0,-25 0 0,0 0 0,25 0 15,-25 0-15,25 0 0,-25 0 0,25 0 0,-1 0 0,-24 0 0,25 0 16,-25 0-16,25 0 0,0 0 0,-25 0 16,0 0-16,25 0 0,-25 0 0,0 0 0</inkml:trace>
  <inkml:trace contextRef="#ctx0" brushRef="#br0" timeOffset="260594.9052">10790 13593 0,'0'0'0,"0"0"15,0 0 1,0 0-16,0 0 0,0 0 0,0 0 0,0 0 0,0 0 0,0 0 0,0 0 15,0 0-15,0 0 0,0 0 0,0 0 0,0 0 0,0 0 0,0 0 16,0 0 0,0 0-16,0-25 0,0 25 0,0 0 0,0 0 0,0 0 0,0 0 0,0 0 15,0 0-15,0 0 0,0 0 0,0 0 0,25 0 0,-25 0 0,0 0 16,0-25-1,0 25-15,0 0 0,0 0 0,0 0 0,25 0 0,-25 0 0,0 0 0,0 0 0,0 0 16,0 0-16,0 0 0,0 0 0,0 0 0,0 0 0,24 0 0,-24 0 16,0 0-1,0 0-15,0 0 0,0 0 0,0 0 0,0 0 0,0 25 0,0-25 16,0 0-16,0 25 0,0-25 0,25 25 0,-25-25 0,0 0 0,0 25 15,0-25-15,0 24 0,0-24 16,0 25-16,0-25 0,0 0 0,-25 25 0,25-25 0,0 25 0,0-25 0,0 0 31,0 25-31,0-25 0,-24 0 0,24 24 0,0-24 0,0 0 0,0 25 0,0-25 0,-25 0 0,25 0 0,0 25 16,0-25-1,0 0-15,0 0 0,0 0 0,0 0 0,0 0 0,0 0 0,0 0 0,0 0 0,0 0 0,0 0 16,0 0-16,0 0 0,25 0 0,-25 0 0,0 0 16,0 0-16,0 0 15,0 0-15,0 0 0,0 0 0,0 0 0,0-25 0,0 25 0,24 0 0,-24 0 16,0 0-16,0 0 0,0 0 0,0-25 0,0 25 0,0 0 0,25 0 15,-25 0 1,0 0-16,0 0 0,25 0 0,-25 0 0,0 0 0,0 25 0,25-25 0,-25 0 16,0 0-16,0 0 0,0 0 0,0 25 0,0-25 0,25 0 0,-25 0 31,0 25-31,0-25 0,0 25 0,0-25 0,0 0 0,0 24 0,0-24 0,0 25 15,0-25-15,0 0 0,-25 25 0,25-25 0,0 0 0,0 25 0,0-25 0,0 0 0,0 0 32,0 25-32,0-25 0,-25 0 0,25 0 0,0 24 0,0-24 0,0 0 0,0 0 15,-25 0-15,25 0 0,0 0 0,0 0 0,0 0 0,-25 0 0,25 0 0,0 0 31,0 0-31,-24 0 0,24 0 0,0 0 0,0 0 0,0 0 0,0 0 0,-25 0 0,25 0 16,0 0-16,0 0 0,0 0 0,0 0 0,0 0 0,0 0 0,0 0 31,0 0-31,0 0 0,0 0 0,0 0 0,0-24 0,0 24 0,0 0 0,0 0 0,25 0 31,-25-25-31,0 25 0,0 0 0,0 0 0</inkml:trace>
  <inkml:trace contextRef="#ctx0" brushRef="#br0" timeOffset="261246.9425">11063 13593 0,'0'0'0,"0"0"0,0 0 15,0 0-15,0-25 0,0 25 0,0 0 0,0 0 0,0 0 0,0 0 16,0 0-16,0 0 0,0 0 0,0 0 0,0 0 0,25 0 16,-25 0-16,0 0 0,0 0 15,0 0-15,24 0 0,-24 25 0,0-25 0,25 0 0,-25 0 0,0 0 0,25 0 16,-25 0-1,0 0-15,25 0 0,-25 0 0,25 0 0,-25 0 0,0 0 0,25 0 0,-25 0 0,0 0 16,24 0-16,-24 0 0,0 0 0,25 0 0,-25 0 0,0 0 16,0 0-16,25 0 15,-25 0-15,0 0 0,0 0 0,0 0 0,0 0 0,0 0 0,25 0 16,-25 0-16,0 0 0,0 0 0,0 0 0,0 0 0,0 0 0,0 0 31,0 0-31,0 0 0,0 0 0,0 0 0,0 0 0,0 0 0,0 0 0,0 0 0,0 0 0,0 0 0,0 0 16,0 0-16,0 0 0,0 0 0,0 25 0,0-25 15,0 0-15,0 0 16,0 0-16,0 0 0,0 0 0,0 0 0,0 25 0,0-25 0,-25 0 0,25 24 0,0-24 15,0 0-15,0 25 0,0-25 0,0 25 16,0-25-16,0 25 0,0-25 0,0 25 16,0-25-16,25 0 0,-25 24 0,0-24 0,0 25 0,0-25 0,0 25 0,0-25 15,0 25-15,0-25 0,0 0 0,0 25 0,0-25 0,0 24 16,0-24-16,0 0 0,0 25 0,0-25 15,0 0-15,0 0 0,0 25 0,0-25 0,0 0 0,0 0 0,0 0 32,0 25-32,0-25 0,0 0 0,0 0 0,0 0 0,0 0 0,0 0 0,0 0 15,0 0-15,25 0 16,-25 0-16,0 0 0,0 0 0,0 0 0,0 0 0,0 0 0,0 25 0,0-25 0,0 0 15,0 0-15,-25 0 0,25 0 0,0 0 0,0 0 0,0 0 0,0 0 16,0 0-16,0 0 16,0 0-16,0 0 0,0-25 0,0 25 0</inkml:trace>
  <inkml:trace contextRef="#ctx0" brushRef="#br0" timeOffset="261449.9539">11237 13866 0,'0'0'0,"0"0"0,0 0 0,0 0 0,0-25 15,24 25-15,-24 0 0,0 0 0,0 0 0,0 0 0,25 0 0,-25 0 16,0 0-16,0 0 16,25 0-16,-25-25 0,0 25 0,25 0 0,-25 0 0,25 0 15,-25 0-15,0 0 0,24 0 0,-24 0 0,25 0 0,0 0 0,-25-25 0,25 25 31,-25 0-31</inkml:trace>
  <inkml:trace contextRef="#ctx0" brushRef="#br0" timeOffset="270047.4459">12204 6697 0,'0'0'0,"0"0"15,0 0 1,0 0-16,0 0 0,0 0 0,0 0 0,0 0 0,0 0 0,0 0 16,0 0-16,0 0 15,0 0-15,0 0 0,0 0 0,0 0 0,0 0 0,0 0 0,0 0 0,0 0 16,0 0-16,0 0 0,0 0 0,0 0 0,0 0 0,0 0 0,0 0 0,0 0 15,0 0-15,0 0 0,0 0 0,0 0 0,0 0 0,0 0 16,0 0-16,0 0 0,0 0 16,0 0-16,0 0 0,0 0 0,0 0 0,0 0 0,0 0 0,0 0 0,0 0 15,0 0-15,0 0 0,0 0 0,0 0 16,0 0-16,0 0 0,0 0 15,0 0-15,0 0 0,0 0 0,0 0 0,0 0 0,0 0 0,0 0 0,0 0 0,0 0 0,0 0 16,0 0 0,0 0-16,0 0 0,0 0 0,0 0 0,0 0 0,0 0 0,0 0 0,0 0 15,0 0-15,0 0 0,0 0 0,0 0 0,0 0 0,0 0 0,0 0 16,0 0-16,0 25 15,0-25-15,0 0 0,0 0 0,0 0 0,0 0 0,0 25 0,0-25 0,0 0 16,0 0-16,0 0 0,0 25 0,0-25 0,25 0 0,-25 0 16,0 0-16,0 24 15,0-24-15,0 0 0,0 0 0,0 25 0,0-25 0,0 0 0,0 25 0,-25-25 16,25 0-16,0 0 0,0 25 0,0-25 0,0 0 0,0 0 15,0 25-15,0-25 16,0 0-16,0 25 0,0-25 0,0 0 0,0 0 0,0 24 0,0-24 31,0 0-31,0 0 0,0 25 0,0-25 0,0 0 0,0 25 0,0-25 0,0 0 0,0 0 0,0 25 0,0-25 0,0 0 16,0 25-16,0-25 0,0 0 0,0 0 0,0 24 0,0-24 15,0 0 1,0 0-16,0 25 0,0-25 0,0 0 0,0 25 0,0-25 0,0 0 0,0 25 16,0-25-16,0 0 0,0 25 0,0-25 0,25 0 0,-25 0 0,0 24 0,0-24 31,0 0-31,0 25 0,0-25 0,0 0 0,0 0 0,0 25 0,0-25 0,0 0 15,0 25-15,0-25 0,0 0 0,0 25 0,0-25 0,0 24 0,0-24 16,0 0 0,0 25-16,0-25 0,0 25 0,0-25 0,0 0 0,0 25 0,0-25 0,0 25 0,0-25 15,0 24-15,0-24 0,0 25 0,0-25 0,0 0 0,0 25 0,0-25 16,0 25-16,-25-25 0,25 0 15,0 25-15,0-25 0,0 0 0,0 24 0,0-24 16,0 0-16,0 25 0,0-25 0,0 0 0,0 25 0,0-25 0,0 25 0,0-25 16,0 25-16,0-25 0,0 0 0,0 24 15,0 1-15,0-25 0,0 25 0,0-25 0,0 25 16,0-25-16,0 25 0,0-25 0,0 24 0,0-24 0,0 25 0,0-25 15,0 25 1,0 0-16,0-25 0,0 25 0,25-25 0,-25 24 0,0-24 0,0 25 0,0-25 0,0 0 16,0 25-16,-25-25 0,25 25 0,0-25 15,0 25-15,0-25 0,0 25 0,0-25 0,0 24 16,25-24-16,-25 25 0,0-25 0,0 25 0,0 0 0,0-25 0,0 25 0,0-25 0,0 24 15,0-24-15,0 25 16,0-25-16,0 25 0,0-25 0,0 25 0,0 0 16,0-25-16,0 24 0,0-24 0,0 25 0,0 0 0,0-25 0,0 25 0,0-25 15,0 25-15,25-1 0,-25-24 0,0 25 0,0-25 16,0 25-16,0-25 0,0 25 15,0 0-15,0-25 0,0 24 0,0 1 0,0-25 0,0 25 0,0-25 0,0 25 0,0 0 16,0-25-16,0 24 0,0-24 0,0 25 16,0 0-16,0-25 0,0 25 15,0 0-15,0-25 0,0 24 0,0-24 0,0 25 0,0-25 0,0 25 0,0-25 16,0 25-16,24 0 0,-24-25 0,0 24 0,0-24 0,0 25 0,0 0 15,0-25-15,0 25 16,0-25-16,0 25 0,0-25 0,0 25 0,0-1 0,0-24 0,0 25 0,0-25 16,0 25-16,0-25 0,0 25 0,0 0 0,0-25 15,0 24-15,25 1 0,-25-25 16,0 25-16,0-25 0,0 25 0,0 0 0,0-25 0,0 24 0,0-24 0,0 25 15,0 0-15,0-25 0,0 25 0,0-25 16,0 25-16,0-1 0,0-24 0,0 25 16,0-25-16,0 25 0,25-25 0,-25 25 0,0-25 0,0 25 0,0-25 0,0 24 0,0-24 15,0 25 1,0-25-16,0 25 0,0-25 0,-25 25 0,25-25 0,25 25 0,-25-25 0,0 24 0,0 1 15,0-25-15,0 25 0,0-25 0,0 25 0,0-25 0,0 25 16,0-25 0,0 24-16,0-24 0,0 25 0,0 0 0,0-25 0,0 25 0,0-25 0,0 25 15,0-1-15,0-24 0,0 25 0,0-25 16,0 25-16,0-25 0,0 25 0,0 0 0,0-25 15,25 25-15,-25-25 0,0 24 0,0 1 0,0-25 0,0 25 0,0-25 16,0 25-16,0 0 0,0-25 0,0 24 0,0-24 0,0 25 0,0 0 16,0-25-1,0 25-15,0 0 0,0-25 0,0 24 31,0-24-31,0 25 0,0 0 0,0-25 0,0 25 0,0-25 0,0 25 0,0-1 0,0-24 0,0 25 0,0-25 0,0 25 0,0-25 0,0 25 0,0-25 0,0 25 16,0-25-16,0 24 0,0-24 0,0 25 0,0-25 0,0 25 16,0-25-16,0 25 0,0-25 15,-25 0-15,25 25 0,0-25 0,0 24 0,0-24 0,0 25 0,0-25 16,0 25-16,0-25 0,0 25 0,0-25 0,0 25 0,-25-25 0,25 24 15,0-24-15,0 25 0,0 0 16,0-25-16,0 25 0,0-25 0,0 25 0,0-25 0,0 24 0,0-24 0,0 25 31,0-25-31,0 25 0,0-25 0,0 0 0,0 25 0,0 0 0,-25-25 0,25 24 0,0-24 0,0 25 16,0-25-1,0 25-15,0-25 0,0 25 0,0-25 0,0 25 0,0-25 0,0 25 0,0-25 16,0 24-16,-24-24 0,24 25 0,0-25 0,0 25 0,0-25 0,0 25 16,0 0-1,-25-25-15,25 24 0,0-24 0,0 25 0,0 0 0,0-25 0,0 25 0,0-25 0,0 25 16,0-1-16,0-24 0,0 25 0,0-25 0,0 25 0,0-25 0,0 25 15,0-25-15,0 25 16,0-25-16,0 24 0,0-24 0,0 25 0,-25-25 0,25 25 16,0-25-16,0 25 0,0-25 0,0 25 0,0-25 0,0 24 0,0-24 0,0 25 15,0-25 1,0 25-16,0-25 0,0 25 0,0-25 0,0 25 0,0-1 0,-25-24 0,25 25 15,0-25-15,0 25 0,0-25 0,0 25 0,0-25 0,-25 25 0,25-25 0,0 24 16,0 1-16,0-25 16,0 0-16,0 25 0,0 0 0,0-25 0,0 25 0,0-25 0,0 24 0,0-24 15,-25 25 1,25-25-16,0 25 0,0-25 0,0 25 0,0 0 0,0-25 0,0 25 0,-24-25 15,24 24-15,0-24 0,0 25 0,0 0 0,0-25 0,0 25 0,0-25 16,-25 25-16,25-25 16,0 24-16,0 1 0,0-25 0,0 25 0,0-25 0,0 25 15,0-25-15,0 25 0,0-1 0,0-24 16,0 25-16,0-25 15,0 25-15,0-25 0,0 25 0,0-25 0,-25 25 0,25-1 0,0-24 0,0 25 0,0-25 0,0 25 0,0 0 0,0-25 0,0 25 16,0-25-16,0 24 0,0-24 0,0 25 0,0-25 0,0 25 16,0-25-16,0 25 15,0 0-15,0-25 0,0 24 0,0-24 0,0 25 0,0-25 0,0 25 0,-25-25 0,25 25 16,0-25-16,0 25 15,0-25-15,0 24 0,0-24 0,0 25 0,0-25 16,0 25-16,0 0 0,0-25 0,0 25 0,0-25 0,0 24 0,0-24 0,0 25 0,-25-25 31,25 25-31,0-25 0,0 25 0,0-25 0,0 25 0,0-25 0,0 25 0,0-25 0,0 24 0,0-24 16,-24 25-16,24-25 0,0 25 0,0-25 0,0 25 0,0-25 15,0 25 1,0-25-16,0 24 0,0 1 0,0-25 0,0 25 0,0-25 0,0 25 0,0-25 0,0 25 16,0-1-16,0-24 0,-25 25 0,25-25 0,0 25 0,0-25 15,0 25-15,0-25 16,0 25-16,0-25 0,0 24 0,0-24 0,0 25 0,0-25 0,0 25 15,0 0-15,0-25 0,0 25 0,0-25 0,25 24 0,-25-24 0,-25 25 0,25 0 16,0-25 0,0 25-16,0-25 0,0 25 0,25-1 0,-25-24 0,0 25 0,0-25 0,0 25 0,0 0 0,-25-25 15,25 25 1,0-25-16,0 24 0,0-24 0,0 25 0,0-25 0,0 25 0,0 0 15,0-25-15,0 25 0,0-25 0,0 24 0,0-24 0,0 25 0,-25-25 32,25 25-32,0 0 0,0-25 0,0 25 0,0-25 0,0 24 0,0-24 0,0 25 0,0-25 0,-25 25 0,25-25 31,0 25-31,0-25 0,0 25 0,0 0 0,-25-25 0,25 24 0,0-24 0,0 25 0,0 0 0,0-25 15,0 25-15,0-25 0,-24 25 0,24-1 0,0-24 0,0 25 0,0 0 32,0-25-32,0 25 0,0 0 0,0-25 0,0 24 0,0-24 0,0 25 0,0-25 15,0 25-15,0 0 0,0-25 0,0 25 0,0-25 0,0 24 0,0-24 0,0 25 16,0-25-1,0 25-15,0-25 0,0 25 0,-25 0 0,25-25 0,0 24 0,0-24 16,0 25-16,0-25 0,0 25 0,0 0 0,0-25 0,0 25 0,0-25 0,0 24 16,0-24-1,0 25-15,0-25 0,0 25 0,0-25 0,0 25 0,0 0 0,0-25 0,0 24 0,0-24 16,0 25-16,0-25 0,0 25 0,0 0 0,0-25 0,0 25 0,0-25 15,0 24 1,0-24-16,0 25 0,0-25 0,0 25 0,0-25 0,0 25 0,0 0 0,0-25 0,0 0 31,0 25-31,0-25 0,0 24 0,0 1 0,0-25 0,0 0 0,0 25 0,0-25 16,0 25-16,0-25 0,0 25 0,0-25 0,0 24 0,0-24 0,0 25 0,0 0 15,0-25-15,0 25 16,0-25-16,0 25 0,0-25 0,0 24 0,0-24 0,0 25 0,0 0 0,0-25 16,0 25-16,0-25 0,0 25 0,0-25 0,0 24 0,0 1 0,0-25 15,0 25 1,0 0-16,0-25 0,0 25 0,0-25 0,0 24 0,0 1 0,0-25 0,0 25 0,0 0 0,0-25 15,0 25-15,0-1 0,-25-24 16,25 25-16,0 0 0,0-25 0,0 25 0,0 0 16,0-25-16,0 24 0,-25 1 0,25-25 0,0 25 0,0 0 0,0-25 0,0 25 0,0-1 31,0-24-31,0 25 0,0 0 0,0-25 0,0 25 0,0 0 0,0 0 0,0-25 0,-25 24 15,25 1-15,0 0 0,0-25 0,0 25 0,0 0 0,0-25 0,0 24 0,0 1 32,0-25-32,0 25 0,0 0 0,0-25 0,0 25 0,0-1 0,0-24 0,0 25 15,0 0-15,0 0 0,0-25 0,0 25 0,0-1 0,0-24 0,0 25 0,0 0 16,-24-25-1,24 25-15,0 0 0,0-25 0,0 24 0,0-24 0,0 25 0,0-25 16,0 25-16,0-25 0,0 25 0,0-25 0,0 25 0,0-1 0,0-24 0,0 25 0,0-25 16,0 25-1,0-25-15,0 25 0,0-25 0,0 25 0,0-25 0,0 24 0,-25-24 0,25 25 0,0-25 0,0 25 16,0-25-1,0 0-15,0 25 0,0-25 0,0 25 0,0-25 0,0 0 0,0 24 0,0-24 0,0 25 16,0-25-16,0 0 0,0 25 0,-25-25 0,25 0 0,0 25 0,0-25 0,0 0 16,0 25-16,0-25 0,0 24 0,0-24 0,0 0 0,25 25 15,-25-25-15,0 0 0,0 25 0,0-25 16,0 0-16,0 0 0,0 0 0,0 0 0,0 0 0,0 0 0,0 0 15,-25 0 1,25 0-16</inkml:trace>
  <inkml:trace contextRef="#ctx0" brushRef="#br0" timeOffset="271823.5475">13717 6945 0,'0'0'0,"0"0"31,0 0-31,0 0 0,0 0 0,0 0 0,0 0 0,0 0 0,0 0 0,0 0 16,25 0-16,-25 0 0,0 0 0,0 0 0,0 0 0,0 0 0,0 0 0,0 0 16,0 0-1,0 25-15,0-25 0,0 0 0,0 0 0,0 0 0,0 0 0,0 0 16,0 0-16,0 0 0,0 25 0,0-25 0,0 0 0,0 0 0,0 25 0,0-25 31,0 0-31,0 25 0,0-25 0,0 0 0,0 24 0,-25-24 0,25 25 0,0-25 0,0 25 16,0 0-16,0-25 0,0 25 0,0-25 0,0 24 0,0-24 0,0 25 15,0-25-15,0 25 16,0-25-16,0 25 0,0 0 0,0-25 0,0 0 0,0 24 0,-25-24 15,25 25-15,0-25 0,0 0 0,0 25 0,0-25 0,0 0 0,0 25 16,0-25-16,0 0 0,0 0 0,0 0 0,0 0 0,0 0 16,0 0-16,0 0 0,0 0 0,0 0 15,0 0-15,0 0 0,0 0 0,0 0 0,0-25 0,0 25 0,0 0 16</inkml:trace>
  <inkml:trace contextRef="#ctx0" brushRef="#br0" timeOffset="272492.5857">13717 6995 0,'0'0'0,"0"0"0,0 0 16,0-25-16,0 25 0,0 0 0,25 0 0,-25 0 0,0 0 0,0 0 15,0 0 1,0 0-16,0 0 0,0 0 0,0 0 0,25 0 0,-25 0 0,0 0 0,0 0 0,0 0 16,24 0-16,-24 0 0,0 0 0,0 25 0,25-25 0,-25 0 15,0 0-15,0 25 0,25-25 0,-25 0 16,0 25-16,0-25 0,0 0 0,0 24 15,0-24-15,0 25 0,25-25 0,-25 0 0,0 25 0,0-25 0,0 25 0,0-25 16,0 0-16,0 25 0,0-25 16,0 24-16,0-24 0,0 25 0,0-25 0,0 0 0,0 25 31,0-25-31,0 0 0,0 25 0,0-25 0,0 0 0,0 25 0,0-25 0,25 0 0,-25 0 0,0 24 0,0-24 0,0 0 0,0 0 31,0 0-31,0 0 0,0 0 0,0 0 0,0 0 0,24 0 0,-24 0 0,0 0 0,0 0 0,0 0 16,0 0-16,0 0 0,0 0 0,0 0 0,0 0 0,25 0 0,-25 0 15,0 0 1,0-24-16,0 24 0,0 0 0,0 0 0,25-25 0,-25 25 0,0 0 15,0-25-15,0 25 0,0 0 0,0-25 0,25 25 0,-25 0 0,0 0 16,0-25 0,0 25-16,0-24 0,25 24 0,-25 0 0,0-25 0,0 25 0,0-25 0,0 25 0,0 0 15,0-25-15,0 25 0,0 0 0,0 0 0,0 0 0,24-25 0,-24 25 16,0 0-16,0 0 0,0 0 15,0 0-15,0-24 0,0 24 0,0 0 0,0 0 16,0 0-16,0 0 0,0 0 0,0 0 0,0 0 0,0 0 0,0 0 16,0 0-1,0 0-15,0 0 0,0 0 0,0 0 0,0 0 0,0 24 0,0-24 0,0 0 0,0 25 0,0-25 16,0 0-16,0 25 0,0-25 0,0 0 15,0 25-15,0-25 0,0 25 0,0-25 0,0 24 0,0-24 16,0 25-16,0-25 0,0 25 0,0-25 0,0 25 0,0-25 0,0 25 31,0-1-31,0-24 0,0 25 0,0-25 0,0 25 0,0-25 0,0 0 0,0 25 0,0-25 0,0 25 0,0-25 16,0 0-16,0 24 0,0-24 0,0 0 0,0 25 15,0-25-15,0 0 0,0 0 0,0 25 16,0-25-16,0 0 0,0 0 0,0 0 0,0 0 0,0 0 0,0 0 0,0 0 16,0 0-16,0 0 0,0 0 15</inkml:trace>
  <inkml:trace contextRef="#ctx0" brushRef="#br0" timeOffset="272913.6098">14263 7020 0,'0'0'0,"0"0"0,0 0 31,0 0-31,0 0 0,0 0 0,0 0 0,0 0 0,0 0 0,0 0 16,0 0-16,0 0 0,0 0 0,0 0 0,0 0 0,0 0 0,0 25 0,0-25 15,0 0-15,0 24 0,0-24 0,0 0 16,0 25-16,0-25 0,0 25 0,0-25 15,0 25-15,0-25 0,0 25 0,0-25 0,0 24 0,0-24 0,0 0 0,0 25 16,0-25-16,0 25 16,0-25-16,0 25 0,0-25 0,0 25 0,0-25 0,0 24 0,0-24 15,0 25-15,-25-25 0,25 0 0,0 25 0,0-25 0,0 0 0,0 25 16,0-25-16,0 0 0,0 0 15,0 0-15,0 0 0,0 0 0,0 0 0,0 0 0,0 0 16,0 0-16,0 0 0</inkml:trace>
  <inkml:trace contextRef="#ctx0" brushRef="#br0" timeOffset="273122.6216">14114 6970 0,'0'0'0,"0"0"0,0-25 0,25 25 0,-25 0 0,0 0 0,0 0 0,0 0 31,24 0-31,-24-24 0,0 24 0,25 0 0,-25 0 0,25 0 0,-25 0 0,25-25 0,-25 25 0,25 0 31,-25 0-31,24 0 0,-24 0 0,25 0 0,-25 25 0,25-25 0,-25 0 0,25 0 16,-25 0-16,25 0 0,-25 0 0,0 24 0,25-24 15,-25 0-15,0 0 0,24 0 0,-24 25 0</inkml:trace>
  <inkml:trace contextRef="#ctx0" brushRef="#br0" timeOffset="273808.6608">14585 6945 0,'0'0'0,"0"-24"0,0 24 15,0 0-15,0 0 0,0 0 0,0 0 0,0 0 16,0 0-16,0 24 0,0-24 0,0 0 0,0 0 0,0 0 0,0 25 0,0-25 15,0 25-15,0-25 16,0 0-16,0 25 0,0-25 0,0 25 0,-25-25 16,25 24-16,0-24 0,0 25 0,0-25 0,0 25 0,0-25 0,0 0 0,0 25 0,0-25 15,0 25-15,0-25 16,0 24-16,0-24 0,0 25 0,0-25 0,0 0 0,0 25 15,0-25-15,0 0 0,0 0 0,0 25 0,-24-25 0,24 0 0,0 0 16,0 0-16,0 0 0,0 0 16,0 0-16,0 0 0,-25 0 0,25 0 0,0 0 0,0 0 0,0-25 0,0 25 0,0 0 15,-25 0-15,25 0 0,0-25 0,0 25 0,0 0 0,0 0 16,0-25-16,0 25 15,0 0-15,0-24 0,0 24 0,0 0 0,25-25 0,-25 25 0,0 0 0,0 0 16,0 0-16,0 0 16,0-25-16,25 25 0,-25 0 0,0 0 0,0 0 0,24 0 0,-24 0 0,0 0 0,25 0 15,-25-25-15,0 25 0,25 0 0,-25 0 16,0 0-16,25 0 0,-25 0 0,25 0 0,-25 0 0,0 0 15,24 0-15,-24-25 0,0 25 0,25 0 0,-25 0 0,25 0 16,-25 0 0,0-24-16,25 24 0,-25 0 0,0 0 0,0 0 0,25 0 0,-25 0 0,0 0 15,0-25-15,0 25 0,0 0 0,0 0 0,0 0 0,0 0 0,0 0 0,0 0 16,0 0-1,0-25-15,0 25 0,0 0 0,0 0 0,0 0 0,0 0 0,0 0 0,0 0 16,0 0-16,0 0 0,0-25 0,0 25 0,0 0 0,0 0 0,0 0 16,0 0-1,0 0-15,0 0 0,0 0 0,0 0 0,0 0 0,0 0 16,0 0-16,0 0 0,0 0 0,0 0 15,0 0-15,0 25 0,0-25 0,0 0 0,0 0 0,0 0 0,0 25 0,0-25 16,0 0-16,0 25 0,0-25 0,0 24 0,0-24 0,0 0 0,0 25 0,0-25 16,0 0-16,0 25 15,0-25-15,0 25 0,0-25 0,0 0 0,0 25 0,0-25 16,0 0-16,0 24 0,0-24 0,0 25 0,0-25 0,0 0 0,0 25 0,0-25 15,0 25-15,0-25 16,0 25-16,0-25 0,0 24 0,-25-24 0,25 0 0,0 25 0,0-25 0,0 0 0,0 25 16,0-25-16,0 0 0,0 0 0,0 0 15,0 0-15,0 0 0</inkml:trace>
  <inkml:trace contextRef="#ctx0" brushRef="#br0" timeOffset="274259.6866">15131 7094 0,'25'0'0,"-25"0"16,0-25-1,0 25-15,0 0 0,0-24 0,0 24 0,0 0 0,0 0 0,0-25 0,0 25 16,0 0-16,0 0 0,0-25 0,0 25 0,0 0 0,0 0 0,0 0 16,-25 0-1,25 0-15,0 0 0,0 0 0,0 0 0,0 0 0,-25 0 0,25 0 16,0 0-16,0 0 0,-25 0 0,25 0 0,0 25 0,0-25 0,-25 0 0,25 25 15,0-25-15,0 24 0,0-24 0,-24 0 16,24 25-16,0-25 0,0 0 0,0 25 0,0-25 16,0 0-16,0 25 0,0-25 0,0 25 0,24-25 0,-24 0 0,0 24 15,0-24-15,25 25 0,-25-25 0,0 0 0,25 25 0,-25-25 16,25 0-16,-25 25 15,25-25-15,-25 0 0,24 0 0,-24 25 0,25-25 0,-25 0 0,25 24 0,-25-24 0,25 0 16,-25 25-16,0-25 0,0 0 0,0 0 0,25 0 16,-25 0-16,0 25 46,-25-25-46,25 0 0,0 0 0,0 0 0,0 0 0,0 25 0,-25-25 0,25 0 0,0 0 0,0 0 0,-25 0 0,25 0 0,0 0 0,-25 0 0,25 25 0,0-25 0,-24 0 0,24 0 0,0 0 16,-25 0-16,25 0 0,0 0 0,0 0 0,-25 24 0,25-24 0</inkml:trace>
  <inkml:trace contextRef="#ctx0" brushRef="#br0" timeOffset="276220.799">19248 7020 0,'0'0'0,"0"0"16,0 0-1,0 0-15,0 0 0,0 0 0,0 0 0,0 0 0,0 0 0,0 0 0,0 0 16,0 0-16,0 0 0,0 0 0,0 0 0,0 0 0,0 0 0,25 0 16,-25 0-16,0 0 15,0 0-15,0 0 0,0 0 0,0 0 0,0 0 0,0 0 0,0 0 0,0 25 31,25-25-31,-25 0 0,0 0 0,0 24 0,0-24 0,0 0 0,0 25 0,0-25 0,0 0 0,0 25 0,0-25 16,0 25-16,0-25 0,0 25 0,0-25 0,0 24 0,0 1 16,0-25-16,0 25 15,0-25-15,0 25 0,0 0 0,0-25 0,0 24 0,0-24 0,0 25 16,25-25-16,-25 0 0,0 25 15,0-25-15,0 0 0,0 0 0,0 25 0,0-25 0,0 0 0,0 0 16,0 0-16,0 0 0,0 0 0,0 25 0,0-25 0,0 0 0,0 0 16,0 0-16,0 0 0,0 0 0,0 0 0,0 0 0,0 0 0,0 0 31,0 0-31,0 0 0,0 0 0,0 0 0,25 0 0,-25 0 0,0 0 0,0 0 0,0-25 0,0 25 15,0 0-15,0 0 0,0 0 16,24 0-16,-24 0 0,0-25 0,0 25 0,25 0 16,-25 0-16,0-25 0,0 25 0,25-25 0,-25 25 0,0 0 0,0-24 0,0 24 15,25-25-15,-25 25 0,0-25 0,0 25 0,25-25 0,-25 25 16,0-25-16,0 25 15,0-24-15,24 24 0,-24-25 0,0 25 0,0-25 0,0 25 0,0-25 0,0 25 16,0 0-16,0-25 0,25 25 0,-25 0 0,0 0 0,0-24 16,0 24-16,0 0 15,0 0-15,0 0 0,0 0 0,0 0 0,0 0 0,0 0 0,0 0 0,0 0 0,0 0 16,0 0-1,0 0-15,0 0 0,0 0 0,0 0 0,0 0 0,0 0 0,0 0 32,0 0-32,0 0 0,0 24 0,0-24 0,0 0 0,0 0 0,0 0 0,0 0 0,0 25 0,0-25 0,0 0 0,25 0 0,-25 0 15,0 0-15,0 0 0,0 0 0,0 0 0,0 0 16</inkml:trace>
  <inkml:trace contextRef="#ctx0" brushRef="#br0" timeOffset="276598.8206">19794 7144 0,'0'0'0,"0"0"15,0 0-15,0 0 0,0-25 0,0 25 0,0 0 0,0 0 0,0 0 0,0 0 16,0 0-16,0 0 0,0 25 0,0-25 0,0 0 0,0 0 0,0 0 31,0 0-31,0 25 0,0-25 0,0 0 0,0 24 0,0-24 0,0 25 0,0-25 0,0 0 31,0 25-31,0-25 0,0 25 0,0-25 0,-25 25 0,25-25 0,0 24 0,0-24 0,0 25 0,0-25 16,0 25-16,0-25 0,0 25 0,0-25 0,0 25 0,-24-25 0,24 24 0,0-24 16,0 0-1,0 25-15,0-25 16,0 25-1,0-25-15,-25 0 0,25 25 0,0-25 0,0 0 0,0 0 0,0 25 0,0-25 0,0 0 0,0 0 0,0 0 0,0 0 0,0 0 0,0 0 0,0-25 0,0 25 16,0 0-16,0 0 0,0 0 0,0-25 0,0 25 0,0 0 0,25 0 16</inkml:trace>
  <inkml:trace contextRef="#ctx0" brushRef="#br0" timeOffset="276954.8407">19819 7020 0,'0'0'0,"0"-25"16,0 25-16,0 0 0,0-25 0,0 25 0,0 0 0,0 0 16,0-25-16,0 25 0,0 0 15,0-24-15,0 24 0,0 0 0,0 0 0,0 0 0,25 0 0,-25-25 0,0 25 31,0 0-31,0 0 0,25 0 0,-25 0 0,0 0 0,0 0 0,24 0 0,-24 0 0,0 0 0,25 0 16,-25 0-16,0 25 0,25-25 0,-25 0 0,0 0 0,25 24 0,-25-24 16,0 0-1,25 25-15,-25-25 0,0 0 0,0 25 0,24-25 0,-24 25 0,0-25 31,0 25-31,0-25 0,0 0 0,0 24 0,0-24 0,0 25 0,0-25 0,0 0 0,0 25 0,0-25 0,0 0 0,0 0 16,0 25-16,-24-25 0,24 0 0,0 0 0,0 0 0,-25 25 0,25-25 16,0 0-1,-25 0-15,25 0 0,0 0 0,-25 0 0,25 0 0,-25 0 0,25 24 0,0-24 16,-24 0-16,24 0 0,-25 0 0,25 0 0,0 0 0,-25 0 0,25 0 31,0 0-31,0 0 0,0 0 0,0 0 0</inkml:trace>
  <inkml:trace contextRef="#ctx0" brushRef="#br0" timeOffset="284666.282">23812 6921 0</inkml:trace>
  <inkml:trace contextRef="#ctx0" brushRef="#br0" timeOffset="288303.4901">24433 6896 0</inkml:trace>
  <inkml:trace contextRef="#ctx0" brushRef="#br0" timeOffset="302625.3092">19124 6722 0,'0'0'16,"0"0"-16,0 0 0,0 0 16,0 0-16,0 0 0,0 0 0,0 0 0,0 0 0,0 0 0,0 0 0,0 0 15,0 0-15,0 0 16,0 0-16,0 0 0,0 0 0,0 0 0,0 0 0,0 0 15,0 0-15,0 0 0,0 0 0,0 0 0,0 0 0,0 0 0,0 0 16,0 0-16,0 0 0,0 0 0,0 0 0,0 0 0,0 0 16,0 0-16,0 0 15,0 0-15,0 0 0,0 0 0,0 0 0,0 0 0,0 0 0,0 0 0,0 0 16,0 0-16,0 0 0,0 0 0,0 0 0,0 0 0,0 0 15,0 0-15,0 0 16,0 0-16,0 0 0,0 0 0,0 0 0,0 0 0,0 0 0,0 0 0,0 0 0,0 0 16,0 0-1,0 0-15,0 0 0,-24 25 0,24-25 0,0 0 0,0 0 0,0 0 0,0 0 16,0 0-16,0 0 0,0 0 0,0 0 0,0 0 0,0 0 0,0 0 15,0 0-15,0 0 0,0 0 0,0 0 0,0 0 0,0 0 16,0 0 0,0 25-16,0-25 0,0 0 0,0 0 0,0 0 0,0 0 0,0 0 0,0 0 0,0 0 31,0 24-31,0-24 0,0 0 0,0 0 0,0 0 0,0 25 0,0-25 0,0 0 0,0 0 0,0 0 0,0 25 15,0-25-15,0 0 0,0 25 0,0-25 0,0 0 0,0 0 16,0 25-16,0-25 16,0 0-16,0 0 0,0 0 0,0 25 0,0-25 0,0 0 0,0 0 0,0 0 15,0 24-15,0-24 0,0 0 0,0 0 0,0 0 0,0 0 16,0 25-1,0-25-15,0 0 0,0 0 0,0 0 0,0 25 0,0-25 0,0 0 0,0 0 16,0 0-16,0 25 0,0-25 0,0 0 0,0 0 0,0 25 0,0-25 0,0 0 16,0 0-1,0 0-15,0 24 0,0-24 0,0 0 0,0 0 0,0 0 0,0 25 16,0-25-16,0 0 0,0 0 0,0 0 0,0 25 0,0-25 0,0 0 0,0 0 31,0 25-31,0-25 0,24 0 0,-24 0 0,0 0 0,0 25 0,0-25 0,0 0 0,0 0 0,0 0 16,0 24-16,0-24 15,0 0-15,0 0 0,0 25 0,-24-25 0,24 0 0,0 25 16,0-25-16,0 0 0,0 25 0,0-25 0,0 0 0,0 0 0,0 25 0,0-25 0,0 0 15,0 24 1,0-24-16,0 0 0,0 0 0,0 0 0,0 25 0,0-25 0,0 0 0,0 0 16,0 25-16,0-25 0,0 0 0,0 0 0,0 25 0,0-25 0,-25 0 15,25 0 1,0 25-16,0-25 0,0 0 0,0 0 0,0 24 0,0-24 0,0 0 15,0 25-15,0-25 0,0 0 0,0 0 0,0 25 0,0-25 0,0 0 0,0 25 16,0-25-16,0 0 16,0 25-16,0-25 0,-25 0 0,25 24 0,0-24 0,0 0 0,0 0 0,0 25 15,0-25-15,0 0 0,0 25 0,0-25 0,0 0 16,0 25-16,0-25 0,0 0 0,0 0 15,0 25-15,0-25 0,0 0 0,0 0 0,0 24 0,0-24 0,0 0 32,0 0-32,0 25 0,0-25 0,0 0 0,0 0 0,0 25 0,0-25 0,0 0 0,0 0 0,0 25 15,0-25-15,0 0 0,0 0 0,0 0 0,0 25 0,0-25 0,0 0 0,0 0 16,0 24-1,0-24-15,0 0 0,0 0 0,0 25 0,0-25 0,0 0 0,0 0 16,0 25-16,0-25 0,0 0 0,0 0 0,-25 0 0,25 25 0,0-25 0,0 0 16,0 0-16,0 0 0,0 25 15,0-25-15,0 0 0,0 0 0,0 0 0,0 24 0,0-24 0,0 0 0,0 0 16,0 25-16,0-25 0,0 0 15,0 0-15,-25 25 0,25-25 0,0 0 16,0 0-16,0 25 0,0-25 0,0 0 0,0 25 0,0-25 0,0 0 0,0 0 0,0 25 16,0-25-16,0 0 0,0 24 0,0-24 15,0 0-15,0 0 0,-24 25 0,24-25 16,24 0-16,-24 0 0,0 25 0,0-25 0,0 0 0,-24 0 0,24 0 47,0 25-47,0-25 15,0 0-15,0 0 0,0 25 0,0-25 0,0 0 0,0 0 0,0 24 0,0-24 0,0 0 0,0 0 0,0 25 0,-25-25 0,25 0 0,0 25 0,0-25 0,0 0 0,0 0 0,0 25 0,0-25 16,0 0-16,0 0 0,0 25 0,0-25 0,0 0 0,0 24 0,0-24 31,0 0-31,0 0 16,0 25-16,0-25 15,0 0-15,0 0 0,0 25 0,0-25 0,0 0 0,0 0 0,0 25 0,0-25 0,0 0 0,0 0 0,0 25 0,0-25 0,0 0 0,0 0 0,0 24 0,0-24 16,0 0-16,0 0 0,0 25 0,0-25 0,0 0 0,0 25 0,0-25 15,0 0 1,0 25-16,0-25 0,0 0 0,0 25 0,0-25 0,0 0 0,0 24 0,25-24 0,-25 25 0,0-25 16,0 0-1,0 25-15,0-25 0,0 0 0,0 25 0,0-25 0,0 0 0,0 0 16,0 25-16,-25-25 0,25 0 0,0 24 0,0-24 0,0 0 0,0 0 0,0 25 15,0-25-15,0 0 16,0 0-16,0 25 0,0-25 0,0 0 0,0 25 0,0-25 0,0 25 16,0-25-16,0 0 0,0 24 0,0-24 0,0 0 0,0 25 0,0-25 15,-25 0 1,25 25-16,0-25 0,0 25 0,0-25 0,0 0 0,0 0 0,0 25 0,0-25 15,0 24-15,0-24 0,0 0 0,-25 25 0,25-25 0,0 0 0,0 25 0,0-25 16,0 25 0,0-25-16,0 0 0,0 25 0,-25-25 0,25 0 0,0 25 0,0-25 15,0 24-15,0-24 0,0 0 0,0 25 0,0-25 0,0 25 0,0-25 0,0 0 16,0 25-1,0-25-15,0 0 0,0 25 0,-24-25 0,24 0 0,0 24 0,0-24 0,0 25 16,0-25-16,0 0 0,0 25 0,0-25 0,0 0 0,0 25 0,0-25 16,0 0-1,0 25-15,0-25 0,0 0 0,0 0 0,-25 24 0,25-24 0,0 0 16,0 0-16,0 25 0,0-25 0,0 0 0,0 0 0,0 25 0,0-25 0,0 0 15,0 25-15,0-25 16,0 0-16,0 0 0,0 25 0,0-25 0,0 0 0,0 0 0,0 24 0,0-24 0,0 0 31,0 25-31,0-25 0,0 0 0,0 25 0,0-25 0,0 25 0,0-25 0,0 25 0,0-25 0,0 0 16,0 24-16,0-24 0,0 25 0,0-25 0,0 25 0,0-25 0,-25 0 31,25 25-31,25-25 0,-25 25 0,0-25 0,0 24 0,0-24 0,0 0 0,0 25 0,0-25 16,0 25-16,-25-25 0,25 0 0,0 25 0,25-25 0,-25 25 0,0-25 15,0 0 1,0 24-16,0-24 0,0 25 0,0-25 0,0 25 0,0-25 0,-25 25 15,25-25-15,0 0 0,0 25 0,0-25 0,0 24 0,0-24 0,0 25 0,0-25 32,0 25-32,0-25 0,0 0 0,0 25 0,0-25 0,0 25 0,0-25 0,0 0 15,0 25-15,0-25 0,0 24 0,0-24 0,0 0 0,0 25 0,0-25 0,0 25 16,0-25-1,0 0-15,0 25 0,0-25 0,0 25 0,0-25 0,0 0 0,-25 24 16,25-24-16,0 0 0,0 25 0,0-25 0,0 0 0,0 25 0,0-25 0,0 0 16,0 25-1,0-25-15,0 0 0,0 25 0,-25-25 0,25 0 0,0 24 0,0-24 0,0 0 0,0 25 0,0-25 31,0 25-31,0-25 0,0 25 0,0-25 0,0 0 0,0 25 0,0-25 0,0 24 0,0-24 0,0 0 0,0 0 32,0 25-32,0-25 0,0 0 0,0 0 0,0 25 0,0-25 0,0 0 0,0 25 0,0-25 0,0 0 0,25 0 15,-25 25-15,0-25 0,0 0 16,0 24-16,0-24 0,0 25 0,0-25 0,0 0 0,0 25 0,0-25 0,0 0 15,25 25-15,-25-25 0,0 25 16,0-25-16,0 0 0,0 24 0,0-24 0,0 25 16,0-25-16,0 0 0,0 25 0,0-25 0,0 25 0,0-25 0,0 0 0,0 25 15,25-25-15,-25 24 0,-25-24 0,25 0 0,0 25 16,0-25-16,0 25 0,0-25 15,0 0-15,0 25 0,0-25 0,0 25 0,0-25 0,0 24 0,0-24 0,0 0 16,0 25-16,0-25 16,0 25-16,0-25 0,0 25 0,0-25 0,0 25 0,0-25 15,0 24-15,-25-24 0,25 0 0,0 25 0,0-25 0,0 25 0,0 0 0,0-25 16,0 25-16,0-25 15,0 25-15,0-25 0,0 24 0,0-24 0,0 25 0,0-25 0,0 25 16,0-25-16,0 25 0,0 0 0,0-25 0,0 24 0,0-24 0,0 25 16,0-25-16,0 25 15,0 0-15,0-25 0,0 25 0,-25-1 0,25-24 0,0 25 0,0-25 0,0 25 16,0-25-16,0 25 0,0-25 0,0 25 0,0-25 0,0 24 0,0-24 15,0 25 1,0-25-16,0 0 0,0 25 0,-24-25 0,24 25 0,0-25 0,0 25 0,0-25 31,0 24-31,0-24 0,0 25 0,0-25 0,0 25 0,0-25 0,0 0 0,0 25 0,-25-25 0,25 25 0,0-25 0,0 24 0,0-24 16,0 25-1,0-25-15,0 25 0,0-25 0,0 25 0,0-25 0,0 25 0,0-1 0,0-24 16,0 0-16,0 25 0,0-25 0,0 25 0,-25-25 0,25 25 0,0-25 16,0 25-1,0-25-15,0 24 0,0-24 0,0 25 0,0-25 0,0 25 0,0-25 0,0 25 16,0 0-16,0-25 0,0 25 0,0-25 0,-25 24 0,25-24 0,0 25 15,0 0 1,0-25-16,0 25 0,0-25 0,0 25 0,0-25 0,0 24 0,0 1 0,0-25 0,-25 25 16,25-25-16,0 25 0,0-25 0,0 0 0,0 25 0,0-25 0,0 24 31,0-24-31,0 25 0,-24-25 0,24 25 0,0-25 0,0 0 0,0 25 0,0-25 0,0 25 15,0-25-15,0 24 0,-25-24 0,25 25 0,0-25 0,0 25 16,0-25-16,0 25 0,0-25 16,0 25-16,0-25 0,-25 24 0,25-24 0,0 25 0,0-25 0,0 25 15,0-25-15,0 25 0,0-25 0,0 0 0,-25 25 0,25-25 0,0 24 16,0-24-16,0 0 15,0 25-15,0-25 0,0 25 0,0-25 0,0 0 0,0 25 0,0-25 0,0 25 16,-25-25 0,25 24-16,0-24 0,0 25 0,0-25 0,0 25 0,0-25 0,0 25 0,0-25 0,0 0 0,0 25 0,0-25 15,0 24 1,0-24-16,0 25 0,0-25 0,0 25 0,0-25 0,0 25 0,0-25 0,0 25 0,0-25 15,0 25-15,0-25 0,0 24 0,0-24 0,0 25 0,0-25 16,0 0-16,0 25 0,0-25 16,0 25-16,0-25 0,0 25 0,0-25 0,0 24 0,0 1 0,0-25 0,0 25 31,0-25-31,0 25 0,0-25 0,0 0 0,0 25 0,-25-25 0,25 24 0,0-24 0,0 25 0,0-25 15,0 25-15,0-25 0,0 0 0,0 25 0,0-25 0,0 25 16,0-25-16,0 0 16,0 24-16,0-24 0,-24 25 0,24-25 0,0 0 0,0 25 0,0-25 0,0 25 0,0-25 31,-25 25-31,25-25 0,0 0 0,0 24 0,0-24 0,0 25 0,0-25 0,0 25 0,0-25 15,0 25-15,0-25 0,0 25 0,0-25 0,0 24 0,0-24 0,0 25 32,0-25-32,0 0 0,-25 25 0,25-25 0,0 25 0,0-25 0,0 25 0,0-25 0,0 24 0,0-24 15,0 25-15,0-25 16,0 25-16,0-25 0,0 25 0,0-25 0,0 25 0,0-25 0,-25 24 15,25-24-15,0 25 0,0 0 0,0-25 0,0 25 16,0-25-16,0 25 0,0-25 0,0 24 0,0 1 0,0-25 0,0 25 16,0-25-16,0 25 0,0-25 0,0 25 15,0 0-15,0-25 0,0 24 0,0-24 0,0 25 0,-25 0 0,25-25 16,0 25-16,0 0 0,0-25 0,0 24 0,0 1 0,0-25 0,0 25 15,0 0-15,0-25 16,0 25-16,0-1 0,0-24 0,0 25 0,0-25 0,-24 25 0,24 0 0,0-25 16,0 25-16,0-1 0,0-24 15,0 25-15,0-25 0,0 25 0,0 0 0,0-25 16,-25 25-16,25-25 0,0 24 0,0 1 0,0-25 0,0 25 0,0-25 0,0 25 15,-25 0-15,25-25 0,0 24 16,0-24-16,0 25 0,0 0 0,0-25 0,0 25 16,0 0-16,-25-25 0,25 24 0,0 1 0,0-25 0,0 25 0,0 0 0,0-25 15,-25 25-15,25-1 16,0-24-16,0 25 0,0 0 0,0-25 15,-24 25-15,24 0 0,0-25 0,0 25 0,0-25 0,0 24 0,0 1 0,0-25 0,0 25 0,0-25 0,0 25 16,0-25-16,0 25 16,0-25-16,0 24 0,0-24 0,0 25 0,0-25 0,0 25 0,0-25 15,0 25-15,0-25 0,0 25 0,0-25 0,-25 24 0,25-24 0,0 25 16,0-25-16,0 0 15,0 25-15,0-25 0,0 25 0,0-25 0,0 25 0,0-25 0,0 24 0,-25 1 32,25-25-32,0 25 0,0-25 0,0 25 0,0-25 0,0 25 0,0-25 0,0 24 0,0-24 0,0 25 0,0 0 0,0-25 15,0 0-15,0 25 0,0-25 0,0 25 0,0-25 0,0 24 16,0-24-1,0 25-15,0-25 0,0 25 0,0-25 0,0 0 0,0 25 0,0-25 0,0 25 0,0-25 16,0 24-16,0-24 0,0 0 0,0 25 0,0-25 0,0 25 16,0-25-16,0 25 0,0-25 0,0 0 15,0 25-15,0-25 0,0 24 0,0-24 0,0 0 0,0 25 0,0-25 16,0 25-16,0-25 0,-25 0 15,25 25-15,0-25 0,0 0 0,0 25 0,0-25 16,0 25-16,0-25 0,0 0 0,0 24 0,0-24 0,0 0 0,0 25 0,0-25 0,0 0 16,0 25-1,0-25-15,0 0 0,0 25 0,0-25 0,0 0 0,0 25 0,0-25 0,0 0 0,0 0 16,0 24-16,0-24 0,0 0 0,0 0 0,0 0 0,0 0 15,0 0-15,25-24 16,-25 24-16,0 0 0,0-25 0,0 25 0,0-25 0</inkml:trace>
  <inkml:trace contextRef="#ctx0" brushRef="#br0" timeOffset="307231.5726">20563 6821 0,'0'0'0,"0"0"0,0-25 15,0 25-15,0 0 0,0 0 0,0 0 0,0 0 0,0 0 0,0 0 16,0 0-16,0 0 0,0 0 0,0 0 0,0 0 0,0 0 16,0 0-16,0 0 0,0 0 15,0 0-15,25 0 0,-25 0 0,0 0 0,0 0 0,0 0 0,0 0 16,0 0-16,0 0 0,0 0 0,0 0 0,0 0 0,0 0 0,0 0 15,0 0 1,0 0-16,0 0 0,0 0 0,0 0 0,0 0 0,0 0 0,0 0 0,0 0 0,0 0 16,0 0-16,0 0 0,0 0 0,0 0 0,0 0 0,0 0 0,0 0 31,0 0-31,0-24 0,0 24 0,0 0 0,0 0 0,0 0 0,0 0 0,0 0 15,0 0-15,0 0 0,0 0 0,0 0 0,0 0 0,0 0 0,0 0 0,0 0 32,0 0-32,0 0 0,0 0 0,0 0 0,0 0 0,0 0 0,0 0 0,0 0 31,0 0-31,0 24 0,0-24 0,0 0 0,0 0 0,0 0 0,0 0 0,0 0 0,0 25 0,0-25 0,0 0 0,0 0 0,0 0 15,0 25 1,0-25-16,0 0 0,0 0 0,0 25 0,0-25 0,0 0 0,0 0 16,0 25-16,0-25 0,0 0 0,0 25 0,0-25 0,0 0 0,0 0 15,0 24-15,0-24 0,0 0 16,0 25-16,0-25 0,0 0 0,0 0 0,0 25 0,0-25 0,0 0 0,0 0 15,0 25-15,0-25 0,0 0 0,0 0 0,0 25 0,0-25 0,0 0 32,0 0-32,0 0 0,0 24 0,0-24 0,0 0 0,0 0 0,0 25 15,0-25-15,0 0 0,0 0 0,0 0 0,0 25 0,0-25 0,0 0 0,0 0 0,25 25 16,-25-25-16,0 0 15,0 0-15,0 25 0,0-25 0,0 0 0,0 0 0,0 24 16,0-24-16,0 0 0,0 0 0,0 25 0,0-25 0,0 0 0,0 25 0,0-25 16,0 0-1,0 0-15,0 25 0,0-25 0,0 0 0,0 25 0,0-25 0,0 0 0,0 24 16,24-24-16,-24 0 0,0 25 0,0-25 0,0 0 0,0 25 0,0-25 31,0 0-31,0 0 0,0 25 0,0-25 0,0 0 0,0 0 0,0 25 0,0-25 16,0 0-16,0 24 0,0-24 0,0 0 0,0 25 0,0-25 0,0 0 0,0 25 15,0-25-15,0 0 0,0 25 0,0-25 0,0 0 0,0 25 31,0-25-31,0 24 0,0-24 0,0 0 0,0 25 0,0-25 0,0 25 0,0-25 16,0 0-16,0 25 0,-24-25 0,24 25 0,0-25 0,0 0 0,0 24 0,0-24 16,0 25-1,0-25-15,0 0 0,0 25 0,0-25 0,0 25 0,0-25 0,0 25 0,0-25 0,0 0 0,0 24 16,0-24-16,0 25 15,0-25-15,0 0 0,0 25 0,0-25 0,0 25 16,0-25 0,0 25-16,0-25 0,0 24 0,0-24 0,-25 25 0,25-25 0,0 25 0,0-25 0,0 25 0,0-25 0,0 25 15,0-25-15,0 25 0,0-25 0,0 24 0,0 1 0,0-25 0,0 25 0,0-25 16,0 25-1,0-25-15,0 25 0,0-1 0,0-24 0,0 0 0,0 25 0,0-25 0,0 25 0,0-25 16,0 25-16,0 0 0,0-25 0,0 24 0,0-24 0,0 25 16,0-25-1,0 25-15,0 0 0,0-25 0,0 25 0,0-25 0,0 24 0,0 1 0,0-25 0,0 25 16,0-25-16,-25 25 0,25 0 15,0-25-15,0 24 0,0-24 0,0 25 0,0 0 0,0-25 16,0 25-16,0-25 0,0 25 0,0-25 0,0 24 0,0-24 0,0 25 16,0-25-16,0 25 0,0-25 0,0 0 0,0 25 0,0-25 0,0 25 15,0-25-15,0 0 0,0 24 16,0-24-16,-25 25 0,25-25 0,0 0 0,0 25 0,0-25 0,0 25 0,0-25 15,0 25 1,0-25-16,0 24 0,0-24 0,0 25 0,0-25 0,0 25 0,-25-25 0,25 25 0,0 0 16,0-25-16,0 25 0,0-25 0,0 24 0,0 1 15,0-25-15,0 25 0,0-25 16,-24 25-16,24 0 0,0-25 0,0 24 0,0-24 0,0 25 0,0-25 0,0 25 15,0-25-15,0 25 0,0-25 0,0 25 16,0-25-16,0 24 0,0-24 0,0 25 16,0-25-16,0 25 0,0-25 0,0 0 0,0 25 0,0-25 0,0 25 0,0-25 0,0 24 15,0-24-15,0 25 0,0-25 0,0 25 0,0-25 16,0 25-16,0-25 15,0 25-15,0-25 0,0 24 0,0-24 0,0 25 0,-25-25 0,25 25 16,0-25-16,0 25 0,0-25 0,0 25 0,0-25 0,0 24 0,0-24 16,0 0-16,0 25 15,0-25-15,0 0 0,0 25 0,0-25 0,0 25 0,0-25 0,0 25 16,0-25-16,0 0 0,0 24 0,0-24 0,0 25 0,0-25 0,0 25 15,0-25 1,0 25-16,0-25 0,0 25 0,0-25 0,0 24 0,0-24 0,0 25 0,0-25 0,0 25 16,0-25-16,0 25 0,-25-25 0,25 25 0,0-25 0,0 25 0,0-25 15,0 24-15,0-24 16,0 0-16,0 25 0,0-25 0,0 25 0,0-25 0,0 25 0,0-25 0,0 25 0,0-25 31,0 24-31,-25-24 0,25 25 0,0-25 0,0 25 0,0-25 0,0 25 0,0-25 0,0 25 0,0-25 16,0 24-16,0-24 0,0 25 0,0-25 0,0 25 0,0-25 15,0 25 1,0-25-16,0 25 0,0-1 0,-25-24 0,25 25 0,0-25 0,0 25 0,0-25 0,0 0 0,0 25 15,0-25-15,0 25 0,0-25 0,0 24 0,0-24 16,0 25-16,-24-25 16,24 0-16,0 25 0,0-25 0,0 25 0,0-25 0,0 25 0,0-25 0,0 0 0,-25 24 15,25-24-15,0 25 0,0-25 16,0 25-16,0-25 0,-25 25 0,25-25 0,0 25 0,0-25 15,0 24-15,0-24 0,0 0 0,-25 25 0,25-25 0,0 25 0,0-25 32,0 0-32,0 25 0,-25-25 0,25 25 0,0-25 0,0 24 0,0-24 0,0 25 0,0-25 15,0 25-15,0-25 0,0 25 0,-24-25 0,24 25 0,0-25 0,0 0 0,0 24 16,0-24-1,0 25-15,-25-25 0,25 25 0,0-25 0,0 0 0,0 25 0,-25-25 16,25 25-16,0-25 0,0 25 0,0-25 0,0 24 0,-25-24 0,25 0 0,0 25 31,0-25-31,0 25 0,0-25 0,-25 25 0,25-25 0,0 25 0,0-25 0,0 0 0,0 24 16,0-24-16,-24 25 0,24-25 0,0 25 15,0-25-15,0 25 0,0-25 0,0 25 0,-25-25 16,25 24-16,0-24 0,0 25 0,0-25 0,0 25 0,0-25 0,0 25 0,0 0 0,-25-25 16,25 24-1,0-24-15,0 25 0,0-25 0,0 25 0,0-25 0,0 25 0,0-25 0,0 25 16,0-25-16,0 24 0,-25 1 0,25-25 0,0 25 0,0-25 0,0 25 31,0-25-31,0 25 0,0-1 0,0-24 0,0 25 0,0-25 0,0 25 0,0 0 0,0-25 0,0 25 16,0-25-16,0 24 0,-25-24 0,25 25 0,0-25 0,0 25 15,0 0 1,0-25-16,0 25 0,0-25 0,0 24 0,0 1 0,0-25 0,0 25 0,0 0 0,0-25 0,0 25 62,0 0-62,0-25 0,0 24 0,0 1 0,0-25 0,-24 25 0,24-25 0,0 25 0,0-25 0,0 25 0,0-1 0,0-24 0,0 25 0,0-25 0,0 25 0,0-25 0,0 25 0,0-25 0,0 25 0,0-25 0,0 24 0,0-24 16,0 25-16,0-25 0,0 25 0,0-25 0,0 25 0,-25-25 15,25 25 1,0-25-16,0 24 0,0-24 0,0 25 0,0-25 0,0 25 0,0-25 0,0 25 0,0-25 16,0 0-16,0 25 0,0-25 0,0 24 15,0-24-15,0 25 0,0-25 0,0 25 16,0-25-16,0 25 0,0-25 0,0 25 0,-25-25 0,25 0 0,0 24 15,0-24-15,0 25 0,0-25 0,0 25 16,0-25-16,0 25 0,0-25 0,0 25 0,0-25 0,0 24 0,0-24 0,0 0 16,0 25-16,0-25 15,0 25-15,0-25 0,0 0 0,0 25 0,0-25 0,0 0 0,0 25 16,0-25-16,0 24 0,0-24 0,-25 0 0,25 25 0,0-25 0,0 25 15,0-25 1,0 25-16,0-25 0,0 0 0,0 25 0,0-25 0,0 25 0,0-25 16,0 0-16,0 24 0,0-24 0,0 0 0,0 25 0,0-25 0,0 0 0,0 25 0,0-25 31,-25 0-31,25 25 0,0-25 0,0 25 0,0-25 0,0 0 0,0 24 0,0-24 0,0 25 15,0-25-15,0 25 0,0-25 0,-24 0 0,24 25 0,0-25 0,0 25 32,0-25-32,0 0 0,0 24 0,0-24 0,0 0 0,0 25 0,0-25 0,0 25 0,0-25 15,0 25-15,-25-25 0,25 25 0,0-25 0,0 24 0,0-24 0,0 25 16,0-25-1,0 25-15,0-25 0,0 25 0,0 0 16,0-25-16,0 24 0,0-24 0,0 25 0,0-25 16,0 25-16,-25-25 0,25 25 0,0-25 0,0 25 0,0-25 0,0 24 0,0-24 15,0 25-15,0-25 0,0 25 0,0-25 0,0 25 0,0-25 0,-25 25 0,25-25 0,0 24 31,0 1-31,0-25 0,0 25 0,0-25 0,0 25 0,0-25 0,0 25 0,0-25 0,0 24 0,0 1 16,0-25-16,0 25 0,-25-25 0,25 25 0,0-25 0,0 25 16,0-25-16,0 24 15,0-24-15,0 25 0,0-25 0,-24 25 0,24-25 0,0 25 0,0-25 0,0 25 0,0 0 16,0-25-16,0 24 0,0-24 15,-25 0-15,25 25 0,0-25 0,0 25 0,0-25 16,0 25-16,0-25 0,0 25 0,0-1 0,0-24 0,0 0 0,0 25 0,-25-25 0,25 25 31,0-25-31,0 25 0,0-25 0,0 0 0,0 25 0,0-25 0,0 24 16,0-24-16,0 25 0,0-25 0,0 25 0,25-25 0,-25 25 15,0-25-15,0 25 0,0-25 0,0 0 0,0 24 0,0-24 0,0 25 0,0-25 16,0 25 0,0-25-16,0 25 0,0-25 0,0 25 0,0-25 0,0 0 0,0 24 15,0-24-15,0 25 0,0-25 0,0 0 0,0 25 0,0-25 0,0 25 0,0-25 16,0 0-16,-25 25 0,25-25 0,0 0 0,0 24 15,0-24-15,0 0 0,0 25 0,0-25 16,0 25-16,0-25 0,0 0 0,0 25 0,0-25 0,0 25 0,0-25 16,0 24-16,0 1 15,0-25-15,0 0 0,0 25 0,0 0 0,0-25 0,0 0 0,0 25 16,0-25-16,0 24 0,0-24 0,0 25 15,0-25-15,0 25 0,0-25 0,0 25 0,-25-25 0,25 25 16,0-25-16,0 0 0,0 25 0,0-25 0,0 24 0,0-24 0,0 25 0,0-25 16,0 25-16,0-25 15,0 25-15,0-25 0,-25 25 0,25-25 0,0 24 0,0-24 0,0 0 16,0 25-16,0-25 0,0 25 0,0-25 0,0 25 0,0-25 0,0 25 0,0-25 15,0 0 1,0 24-16,0-24 0,0 25 0,0-25 0,25 25 0,-25-25 0,0 0 0,0 25 0,0-25 16,-25 25-16,25-25 0,0 24 0,0-24 0,0 0 0,0 25 15,0-25 1,0 25-16,0-25 0,0 0 0,0 25 0,0-25 0,0 25 0,0-25 0,0 0 0,0 24 15,0-24-15,25 25 0,-25-25 0,0 25 0,0-25 0,0 25 0,0-25 16,0 0 0,0 25-16,0-25 0,0 0 0,0 24 0,0-24 0,0 25 0,0-25 0,0 0 0,0 0 0,0 25 15,0-25 1,0 0-16,-25 25 0,25-25 0,0 0 0,0 0 0,0 25 0,0-25 0,0 0 0,0 0 15,0 24-15,0-24 0,0 0 0,0 25 0,0-25 0,0 0 16,0 0-16,0 25 16,0-25-16,0 0 0,0 0 0,0 25 0,0-25 0,0 0 0,0 0 0,0 0 15,0 25-15,0-25 0,0 0 0,0 0 16,0 0-16,0 0 0,0 0 15,0 24-15,0-24 0,0 0 0,0 0 0,0 0 16,0 0-16,0 25 0,0-25 0,0 0 0,0 0 0,0 0 0,0 25 0,0-25 0,0 0 0,0 0 16,0 0-16,0 25 0,0-25 0,0 0 0,0 0 0,0 0 0,0 0 15,0 25 1,0-25-16,0 0 0,0 0 0,0 0 0,0 0 0,0 0 0,0 0 0,0 0 15,0 0-15,0-25 0,0 25 0,0 0 0,0 0 16,0 0-16,0-25 0,0 25 0,0 0 0,0-25 16,0 25-16,-24-25 0,24 1 0,0 24 0,0-25 0</inkml:trace>
  <inkml:trace contextRef="#ctx0" brushRef="#br0" timeOffset="321330.3791">13271 8830 0,'0'0'0,"0"0"15,0 0-15,0 0 0,-25 0 0,25 0 0,0 0 0,0 0 0,0 0 0,0 0 16,0 0-16,0 0 0,0 0 0,0 0 0,0 0 0,0 0 0,0 0 15,0 0-15,0 0 16,0 0-16,0 0 0,0 0 0,0 0 0,0 0 0,0 0 0,0 0 16,0 0-16,0 0 0,0 0 0,0 0 0,0 0 0,0 0 0,0 0 0,0 0 31,0 0-31,0 0 0,0 0 0,0 0 0,0 0 0,0 0 0,0 0 15,0 0 1,0 0-16,0 0 0,0-24 0,0 24 0,0 0 0,0 0 0,0 0 0,0 0 0,0 0 0,0 0 0,0 0 0,0 0 16,0-25-16,0 25 0,25 0 15,-25 0-15,0 0 0,0 0 0,0 0 0,0 0 0,0-25 16,0 25-16,0 0 0,0 0 0,24 0 0,-24-25 0,0 25 0,0 0 15,0 0-15,25-25 0,-25 25 0,0 0 0,0-24 0,0 24 0,0 0 16,0-25-16,0 25 16,0-25-16,25 25 0,-25 0 0,0-25 0,0 25 0,0 0 0,0-25 0,0 25 15,0 0-15,0 0 0,0 0 0,0-24 0,0 24 0,0 0 16,0 0-1,0 0-15,0 0 0,0-25 0,0 25 0,0 0 0,0 0 0,0 0 0,0 0 16,25 0-16,-25 0 0,0 0 0,0 0 0,0 0 0,0 0 0,0-25 16,0 25-1,0 0-15,0 0 0,0 0 0,0 0 0,0 0 0,0 0 0,0 0 0,0 0 0,0 0 16,0 0-16,0 0 0,0 0 0,0 0 0,0 0 0,0 0 0,0 0 15,0 0-15,0 0 0,0 0 0,0 0 0,0 0 16,0 0 0,0 0-16,0 0 0,0 25 0,0-25 0,0 0 0,0 0 0,0 0 0,0 0 15,0 25-15,0-25 0,0 0 0,0 0 0,0 24 0,0-24 0,0 25 16,0-25-1,0 0-15,0 25 0,0-25 0,0 25 0,0-25 0,0 0 0,0 25 0,0-25 0,-25 24 0,25-24 32,0 0-32,0 25 0,0-25 0,0 0 0,0 0 0,0 25 0,0-25 15,0 0-15,0 25 0,0-25 0,0 0 0,0 0 0,0 25 0,0-25 0,-25 0 0,25 0 16,0 0-16,0 24 0,0-24 0,0 0 0,0 0 15,0 25-15,0-25 16,0 0-16,0 0 0,25 0 0,-25 0 0,0 25 0,0-25 0,0 0 16,0 0-16,0 0 0,0 0 0,-25 0 15,25 0-15,0 0 0,0 0 0,0 0 0,0 0 0,0 25 0,0-25 0,0 0 16,0 0-16,0 0 0,0 0 0,0 0 0,0 0 0,0 0 0,0 0 31,0 0-31,0 0 0,0 0 0,25 0 0,-25-25 0,0 25 0,0 0 0,0-25 16,0 25-16,0 0 0</inkml:trace>
  <inkml:trace contextRef="#ctx0" brushRef="#br0" timeOffset="322677.4561">14163 8558 0,'0'0'0,"0"0"0,0 0 16,-24 0-16,24 0 0,0 0 0,0 0 0,0 0 0,0 0 0,0 0 16,0 0-16,0 0 15,0 0-15,0 0 0,0 0 0,0 0 0,0 0 0,0 0 0,0 0 0,0 0 16,0 0-16,0 0 0,0 0 0,0 0 0,0 0 0,0 0 15,0 0 1,0 0-16,0 0 0,0-25 0,0 25 0,0 0 0,0 0 0,0 0 0,0 0 16,0 0-16,0 0 0,0 0 0,0 0 0,0-25 0,0 25 0,0 0 0,0 0 31,0 0-31,0 0 0,0 0 0,0 0 0,0 0 0,0 0 0,0 0 15,0 0-15,0 0 0,0 0 0,0-25 0,0 25 0,0 0 0,0 0 0,24 0 32,-24 0-32,0 0 0,0 0 0,0 0 0,0 0 0,25 0 0,-25 0 0,0 0 0,0 0 0,0 0 15,0 0-15,25 0 0,-25 0 0,0 0 0,0 0 0,0 0 0,0 0 16,25 0-16,-25 0 15,0 0-15,0 0 16,0 0-16,25 0 0,-25 0 0,0 0 0,0 0 0,0 0 0,0 25 0,0-25 0,24 0 16,-24 0-16,0 25 0,-24-25 0,24 0 0,0 25 0,0-25 0,0 0 0,0 24 15,0-24-15,0 0 0,0 25 0,0-25 16,0 0-16,0 25 0,0-25 0,0 0 0,0 0 15,-25 25-15,25-25 0,0 0 0,0 0 0,0 25 0,0-25 0,0 0 0,-25 0 32,25 0-32,0 24 0,0-24 0,0 0 0,0 0 0,0 0 0,0 0 0,0 0 15,-25 25-15,25-25 0,0 0 0,0 0 0,0 0 0,0 0 0,0 0 0,0 0 16,0 0-16,0 0 0,0 0 0,0 0 15,0 0-15,0 0 0,0 0 0,0 0 16,0 0-16,0 0 0,0 0 0,0-25 0,0 25 0,0 0 0,0 0 16,0 0-16,0 0 0,0 0 0,0 0 0,0 0 0,0 0 15,0 0-15,25 0 0,-25-24 0,0 24 16,0 0-16,0 0 0,0 0 0,0 0 0,0 0 0,0 0 0,0 0 0,25 0 31,-25 0-31,0 0 0,0 0 0,0 0 0,0 0 0,0 0 0,25 0 0,-25 0 16,0 0-16,0 0 0,0 0 0,0 0 0,24 0 0,-24 0 0,0 0 0,0 0 15,0 0 1,0 0-16,0 0 0,25 0 0,-25 24 0,0-24 0,0 0 0,0 0 0,0 0 15,0 0-15,25 0 16,-25 0-16,0 25 0,0-25 0,0 0 0,0 0 0,0 25 0,0-25 0,0 0 0,0 25 16,0-25-16,0 0 0,0 0 0,0 25 0,0-25 0,0 0 0,0 0 15,0 24 1,-25-24-16,25 0 0,0 0 0,0 25 0,0-25 0,0 0 0,0 0 15,0 25-15,0-25 0,0 0 0,0 0 0,0 0 0,0 25 0,0-25 16,0 0-16,0 0 16,0 0-16,-25 0 0,25 25 0,0-25 0,0 0 0,0 0 0,-24 0 15,24 0-15,0 0 0,0 0 0,0 24 0,-25-24 0,25 0 0,0 0 0,0 0 16,0 0-16,0 0 0,0 0 0,-25 0 15,25 0-15,0 0 0,0 0 0,0 0 0,0 0 16,-25 0-16,25 0 0,0 0 0,0 0 0,0-24 0,0 24 0,0 0 0,0 0 16,0 0-1,0 0-15,0 0 0,0 0 0,0 0 0,0 0 0,0 0 0,0-25 16,0 25-16,0 0 0,0 0 0,0 0 0,0 0 0,0 0 0,0 0 15,0 0-15,0 0 16,0 0-16,25 0 0,-25 0 0,0 0 0,0 0 0,0 0 0,0 0 16,0-25-16,0 25 0,0 0 0,0 0 0,25 0 0,-25 0 0,0 0 0</inkml:trace>
  <inkml:trace contextRef="#ctx0" brushRef="#br0" timeOffset="323979.5306">15379 8533 0,'0'0'0,"0"0"16,0 0-16,0 0 0,0 0 0,0 0 15,0 0-15,0 0 0,0 0 0,0 0 16,0 0-16,0 0 0,0 0 0,0 0 0,0 0 0,0 0 0,0 0 0,25 0 0,-25 0 15,0 0-15,0 0 0,0 0 16,0 0-16,0 0 0,0 0 0,-25 25 16,25-25-16,0 0 0,0 0 0,0 24 0,0-24 0,0 25 0,0-25 0,0 0 15,0 25-15,0-25 0,0 0 0,0 25 0,-25-25 0,25 0 0,0 25 16,0-25-16,0 0 15,0 24-15,0-24 0,0 0 0,0 25 0,0-25 0,0 0 0,0 0 0,0 0 0,0 0 16,0 25-16,0-25 16,0 0-16,0 0 0,0 0 0,0 0 0,0 0 15,0 0-15,0 0 0,0 0 0,0 0 0,0 0 0,0 0 0,0 0 0,0 0 0,0 0 31,0 0-31,0 0 0,0 0 0,25 0 0,-25 0 0,0 0 0,0-25 0,0 25 0,25 0 0,-25 0 16,0 0 0,0 0-16,0 0 0,0 0 0,25 0 0,-25-25 0,0 25 0,0 0 0,0 0 15,24 0-15,-24 0 0,0 0 0,0 0 0,0 0 0,0 0 0,25 0 16,-25 0-16,0 0 0,0 0 0,0 0 0,0 0 0,0 25 15,25-25-15,-25 0 0,0 0 0,0 0 16,0 0-16,0 25 0,0-25 0,0 0 0,25 0 0,-25 25 0,0-25 16,0 0-16,0 0 0,0 0 15,0 25-15,0-25 0,0 0 0,25 0 16,-25 0-16,0 0 0,0 24 0,0-24 0,0 0 0,0 0 0,0 0 0,0 25 0,0-25 15,0 0 1,0 0-16,0 25 0,0-25 0,0 0 0,0 25 0,0-25 0,0 0 0,0 0 0,0 0 0,0 25 16,0-25-16,0 0 15,0 0-15,-25 24 0,25-24 0,0 0 0,0 0 0,0 0 16,0 25-16,-25-25 0,25 0 0,0 0 0,0 25 0,-25-25 0,25 0 0,0 0 15,-25 0-15,25 0 16,0 25-16,0-25 0,-24 0 0,24 0 0,0 0 0,0 0 16,-25 0-16,25 0 0,0 0 0,0 0 0,0 0 0,0 0 0,0 0 0,0 0 15,0 0-15,-25 0 0,25 0 0,0-25 0,0 25 16,0 0-16,0 0 0,0 0 15,0-25-15,0 25 0,0 0 0,0 0 0,0-25 0,0 25 0,0 0 0,0-24 0,0 24 16,0 0 0,0-25-16,0 25 0,0-25 0,0 25 0,0 0 0</inkml:trace>
  <inkml:trace contextRef="#ctx0" brushRef="#br0" timeOffset="324226.5446">15453 8558 0,'0'0'0,"0"0"16,0 0-16,25 0 0,-25 0 0,0-25 0,0 25 0,0 0 16,0 0-16,0 0 15,0 0-15,25 0 0,-25 0 0,0 0 0,25 0 0,-25 0 0,25 0 0,-25 0 16,24 0-16,-24 0 0,25 0 0,-25 0 0,25 0 0,-25 0 0,25 0 31,0 0-31,-25 0 0,24 0 0,1 0 0,-25 0 0,25 0 0,0 0 0,0 0 0,-25 0 16,24 0-16,1 0 0,-25 0 0,25 0 15,0 0-15</inkml:trace>
  <inkml:trace contextRef="#ctx0" brushRef="#br0" timeOffset="325439.6141">16818 8607 0,'0'0'0,"24"0"16,-24 0-16,0 0 0,0 0 0,0 0 0,0 0 0,0 0 0,0 0 15,25 0 1,-25 0-16,0-25 0,0 25 0,0 0 0,0 0 0,0 0 0,0 0 0,0 0 0,25 0 15,-25 0-15,0 0 0,0-24 0,0 24 0,0 0 0,0 0 16,-25 0 0,25 0-16,0 0 0,0 0 0,0-25 0,0 25 0,0 0 0,0 0 15,-25 0-15,25 0 0,0 0 0,0-25 0,0 25 0,-24 0 0,24 0 0,0 0 16,0 0-16,0 0 0,-25 0 15,25 0-15,0-25 0,0 25 0,-25 0 0,25 0 0,0 0 0,-25 0 16,25 0-16,0 25 0,-25-25 16,25 0-16,0 0 0,-24 0 0,24 0 0,0 0 0,-25 0 15,25 0-15,0 0 0,0 25 0,-25-25 0,25 0 0,0 0 0,0 0 0,-25 0 16,25 25-1,0-25-15,0 0 0,0 0 0,-25 24 0,25-24 0,0 0 0,0 0 0,0 25 0,0-25 16,0 0-16,0 25 0,-24-25 0,24 0 0,0 25 16,0-25-16,0 25 0,0-25 0,0 0 0,0 24 15,0-24-15,0 0 0,0 0 0,0 25 0,24-25 0,-24 0 16,0 0-16,0 25 0,0-25 0,0 0 0,25 0 0,-25 0 0,0 25 15,25-25 1,-25 0-16,0 0 0,25 0 0,-25 0 0,0 0 0,25 0 0,-25 0 0,0 0 0,24 0 0,-24 0 16,0-25-16,25 25 0,-25 0 0,0 0 0,25 0 15,-25-25-15,0 25 16,25 0-16,-25-25 0,0 25 0,0 0 0,25 0 0,-25-24 0,0 24 0,0 0 0,0-25 15,24 25-15,-24 0 0,0 0 0,0 0 0,0-25 16,0 25-16,0 0 0,0 0 31,0 0-31,0 0 16,0 0-16,0 0 0,0 0 0,0 0 0,0 0 0,0 0 0,0 0 0,-24 0 0,24 0 0,0 0 0,0 0 0,0 0 0,0 0 0,0 0 0,0 0 0,0 0 0,0 0 15,0 0-15,0 0 0,0 0 0,0 0 16,0 0-16,0 0 0,0 0 16,0 25-16,0-25 0,0 0 0,0 0 0,0 0 0,0 25 0,0-25 0,0 0 15,0 0-15,0 24 0,0-24 16,0 0-16,0 25 0,0-25 0,0 25 0,0-25 0,0 0 0,0 25 31,0-25-31,0 25 0,0-25 0,0 0 0,0 24 0,0-24 0,0 0 0,0 25 0,0-25 0,0 25 0,0-25 16,0 0-16,0 25 0,0-25 0,0 0 0,0 25 0,0-25 0,0 24 0,0-24 31,0 0-31,0 0 0,0 25 0,0-25 0,0 0 0,0 0 0,0 25 0,-25-25 15,25 0-15,0 0 0,0 25 0,0-25 0,0 0 0,-25 0 0,25 0 0,0 0 16,0 25 0,-25-25-16,25 0 0,0 0 0,0 0 0,-25 0 0,25 0 15,0 0-15,0 0 0,-24 0 0,24 0 0,0 0 0,0 0 0,-25 0 0,25 0 16,0 0-16,0 0 0,-25 0 0,25-25 0,0 25 0,0 0 15,0 0-15,0 0 0,0 0 0,0-25 16,0 25-16,0 0 0,0 0 0,0 0 0,0 0 0,0 0 0,0 0 16,0 0-16,0 0 0,0-25 0,0 25 0,0 0 15,0 0-15,0 0 16,0 0-16,0 0 0,0 0 0,0 0 0,0 0 0,0 0 0,25 0 0,-25 0 0,0 0 15</inkml:trace>
  <inkml:trace contextRef="#ctx0" brushRef="#br0" timeOffset="327470.7303">19397 8607 0,'0'0'0,"0"0"16,0 0-1,0 0-15,0 0 0,0 0 0,0 0 0,0 0 0,0 0 0,0 0 0,0 0 16,0 0-16,0 0 0,0 0 0,0 0 0,0 0 0,0 0 0,0 0 16,0 0-1,0 0 1,0 0-16,0 0 0,0 0 0,0 0 0,0 0 0,0 0 0,0 0 0,0 0 0,0 0 0,0 0 0,0 0 0,0 0 0,0 0 15,0 0-15,0 0 0,0 0 0,0 0 0,0 0 0,0 0 0,0 0 32,0 0-32,0 0 0,0 0 0,0 25 0,0-25 0,0 0 0,0 0 0,0 0 0,0 0 15,0 0-15,0 0 0,0 0 0,0 25 0,-25-25 0,25 0 0,0 0 16,0 0-1,0 25-15,0-25 0,0 0 0,0 24 0,0-24 0,0 0 0,0 0 0,0 25 0,-24-25 16,24 0 0,0 0-16,0 0 0,0 25 0,0-25 0,0 0 0,0 0 0,0 0 0,0 25 15,0-25-15,0 0 0,0 0 0,0 0 0,0 0 0,0 0 0,0 0 0,0 0 31,0 0-31,0 0 0,0 0 0,0 0 0,0 0 0,0 0 0,0 0 0,0 0 0,0 0 0,0 0 0,0 25 16,0-25-16,0 0 0,0 0 0,0 0 0,0 0 0,0 0 16,0 0-16,0 0 15,0-25-15,0 25 0,24 0 0,-24 0 0,0 0 0,0 0 0,0 0 0,0 0 16,0 0-16,0 0 0,0 0 15,25-25-15,-25 25 0,0 0 0,0 0 0,0 0 16,0 0-16,0 0 0,25 0 0,-25 0 0,0 0 0,0 0 0,0 0 0,0 0 16,0 0-16,0 0 0,25 0 0,-25 0 15,0 0-15,0 0 0,0 25 0,0-25 16,0 0-16,25 0 0,-25 0 0,0 0 0,0 0 0,0 0 0,0 0 0,0 25 0,0-25 15,0 0-15,0 0 0,0 0 0,24 24 0,-24-24 16,0 0-16,0 0 16,0 25-16,0-25 0,0 0 0,0 0 0,0 25 0,0-25 0,0 0 15,0 0-15,0 25 0,0-25 0,0 0 0,0 0 0,0 0 0,0 25 16,0-25-16,0 0 15,0 0-15,0 24 0,0-24 0,0 0 0,0 0 0,0 0 0,0 25 0,-24-25 16,24 0-16,0 0 0,0 0 0,0 0 0,0 25 0,0-25 31,0 0-31,0 0 0,-25 0 0,25 0 0,0 0 0,0 0 0,0 0 0,0 0 0,-25 0 0,25 0 0,0 0 31,0 0-31,0 0 0,0 0 0,0 0 0,-25 0 0,25 0 0,0 0 0,0 0 0,0 0 0,0 0 0,0 0 0,0 0 16,0 0-16,-25 0 0,25 0 0,0 0 0,0 0 16,0 0-16,0-25 0,0 25 15,0 0-15,0 0 0,0 0 0,0 0 0,0-25 0,0 25 0,0 0 0,0-24 16,0 24-16,0 0 0,0-25 0,0 25 0</inkml:trace>
  <inkml:trace contextRef="#ctx0" brushRef="#br0" timeOffset="327690.7427">19496 8657 0,'0'0'16,"0"0"-16,0 0 0,0-25 0,0 25 0,0 0 0,0 0 0,0 0 15,0 0-15,0 0 0,25 0 0,-25 0 0,0 0 0,0 0 0,25 0 0,-25 0 16,25 0-16,-25 0 16,0 0-16,25 0 0,-25 0 0,0 0 0,25 0 0,-25 0 0,24 25 0,-24-25 15,0 0-15,25 0 0,-25 0 0,25 0 0,-25 0 0,0 0 16,25 0-1,-25 0-15,0 0 0</inkml:trace>
  <inkml:trace contextRef="#ctx0" brushRef="#br0" timeOffset="328338.7799">19869 8632 0,'0'0'0,"0"0"0,0 0 0,0 0 0,0 0 0,0 0 15,0 0-15,0 0 0,-25-25 0,25 25 0,0 0 0,0 0 0,0 0 16,0 0 0,0 0-16,0 0 0,0 0 0,0 0 0,0 0 0,0 0 0,0 0 0,0 0 15,0 0-15,-25 0 0,25 0 0,0 0 0,0 0 0,0 0 0,0 0 0,0 0 16,0 0-1,0 0-15,0 0 0,-25 0 0,25 0 0,0 0 0,0 0 0,0 0 16,0 25-16,0-25 0,0 0 0,0 0 0,0 0 0,-25 0 0,25 0 0,0 25 16,0-25-1,0 0-15,0 0 0,0 25 0,0-25 0,0 0 0,0 24 0,0-24 31,0 0-31,0 0 0,0 25 0,0-25 0,0 0 0,0 0 0,0 25 0,25-25 0,-25 0 0,0 0 0,0 25 0,0-25 0,0 0 16,25 25 0,-25-25-16,0 0 0,0 24 0,25-24 0,-25 0 0,0 0 0,25 25 0,-25-25 15,0 0-15,24 25 0,-24-25 0,0 0 0,0 0 0,25 0 16,-25 25-16,0-25 0,25 0 0,-25 0 0,0 0 0,0 0 0,25 0 15,-25 25-15,0-25 0,0 0 16,0 0-16,0 0 0,25 0 0,-25 0 0,0 0 0,0 24 0,0-24 0,0 0 31,-25 0-31,25 0 0,0 0 0,0 0 0,0 25 0,0-25 0,0 0 0,-25 0 0,25 0 16,0 0-16,-25 0 0,25 0 0,0 25 0,-25-25 0,25 0 15,-24 0-15,24 0 0,0 0 16,-25-25-16,25 25 0,-25 0 0,25 0 0,0 0 0,0 0 0,-25 0 16,25 0-16,0 0 0,0 0 0,0-25 0,0 25 0,0 0 0,0 0 15,0-24 1,25 24-16,-25 0 0,0 0 0,0-25 0,0 25 0,25 0 0,-25-25 0,0 25 15,25 0-15,-25-25 0,0 25 0,24-25 0,-24 25 0,25 0 0,-25-24 16,0 24-16,25 0 16,-25 0-16,0-25 0,0 25 0,25 0 0,-25 0 0,0-25 0,0 25 15,0 0-15,0 0 0,0 0 0,0 0 0,0-25 0,0 25 0,0 0 0,0 0 16,0 0-1,0 0-15,-25 0 0,25-25 0,0 25 0,-25 0 0,25 0 0,-25 0 0,25 0 0,-24 0 0,24 0 16,-25 0-16</inkml:trace>
  <inkml:trace contextRef="#ctx0" brushRef="#br0" timeOffset="330649.9121">12948 9451 0,'-25'0'0,"25"0"0,0 0 16,0 0-16,0 0 16,0 0-16,0 0 0,0 0 0,0 0 0,0 0 0,0 0 15,0 0-15,0 0 0,0 0 0,0 0 0,0 0 0,0 0 0,0 0 0,0 0 16,0 0-1,0 0-15,0 0 0,0 0 0,0 0 0,0 0 0,0 0 0,0 0 0,0 0 0,0 0 16,0 0-16,0 0 0,0 0 0,0 0 0,0 0 0,0 0 16,0 24-16,0-24 0,25 0 15,-25 0-15,0 0 0,0 0 0,0 0 0,0 0 0,0 0 0,25 0 0,-25 0 16,0 0-16,0 0 15,0 0-15,25 0 0,-25 0 0,0 0 0,0 0 0,24 0 16,-24 0 0,25 0-16,-25 0 0,0 0 0,25 0 0,-25 0 15,25 0-15,-25 0 0,0 0 0,25 0 0,-25-24 0,0 24 0,24 0 0,-24 0 0,0 0 0,0 0 0,25 0 0,-25 0 0,0 0 0,0-25 31,0 25-31,0 0 0,0 0 0</inkml:trace>
  <inkml:trace contextRef="#ctx0" brushRef="#br0" timeOffset="331667.9704">13320 9252 0,'0'-25'15,"0"25"-15,0 0 0,0 0 0,0 0 0,0 0 0,0 0 0,0 0 0,0 0 16,0 0 0,0 0-16,0 0 0,0 0 0,0 0 0,0 0 0,0 0 0,0 0 0,0 0 0,0 0 15,0 0-15,0 0 0,0 0 0,0 0 0,0 0 0,0 0 0,0 0 31,0 0-31,0 0 0,0 0 0,0 0 0,0 0 0,0-24 0,0 24 0,25 0 16,-25 0-16,0 0 0,0 0 0,0 0 0,0 0 0,0 0 0,0 0 0,0 0 16,0 0-1,25 0-15,-25 0 0,0 0 0,0-25 0,0 25 0,0 0 0,0 0 16,0 0-16,0 0 0,0 0 0,0 0 0,25 0 0,-25 0 0,0 0 0,0 0 15,0-25-15,0 25 16,24 0-16,-24 0 0,0 0 0,0 25 0,0-25 0,0 0 0,0 0 0,0 0 16,25 0-16,-25 0 0,0 0 0,0 0 0,0 0 0,0 0 0,25 0 15,-25 0 16,0 0-31,0 0 0,0 0 0,0 0 0,25 0 0,-25 0 0,0 0 0,0 0 0,0 25 0,0-25 0,0 0 0,0 0 0,0 0 0,0 24 0,0-24 16,0 0 0,0 0-16,0 25 0,0-25 0,0 0 0,-25 0 0,25 25 0,0-25 0,0 0 15,-25 0-15,25 25 0,0-25 0,0 0 0,0 25 0,0-25 0,-25 0 31,25 0-31,0 0 0,0 24 0,0-24 0,0 0 0,0 0 0,-24 25 0,24-25 0,0 0 0,0 0 16,0 0-16,0 0 0,0 0 0,0 0 0,0 0 0,0 0 0,0 0 16,0 0-1,0 0-15,0 0 0,0 0 0,0 0 0,0 0 0,0 0 0,0 0 0,0 0 16,0 0-16,0 0 0,0 0 0,0-25 0,0 25 0,24 0 15,-24 0-15,0 0 16,0 0-16,0 0 0,25 0 0,-25 0 0,0 0 0,0 0 0,0 0 0,0 0 16,25 0-16,-25 0 0,0 0 0,0 0 0,0 0 0,0 0 0,0 0 15,25 0 1,-25 0-16,0 0 0,0 0 0,0 0 0,0 0 0,0 0 0,0 25 0,0-25 0,0 0 0,0 0 31,0 0-31,0 0 0,0 25 0,0-25 0,0 0 0,0 0 0,0 0 0,0 25 0,25-25 16,-25 0-16,0 25 0,0-25 0,0 0 0,-25 0 0,25 0 15,0 24-15,0-24 0,0 0 16,0 0-16,0 25 0,0-25 0,-25 0 0,25 0 0,0 0 0,0 0 0,0 0 0,-25 25 31,25-25-31,0 0 0,0 0 0,0 0 0,0 0 0,0 0 0,-25 0 0,25 0 0,0 0 16,0 0-16,0 0 0,0 0 0,0 0 0,-24 0 0,24 0 0,0 0 15,0 0-15,0 0 16,0 0-16,0 0 0,0 0 0,-25 0 0,25 0 0,0 0 15,0 0-15,0 0 0,0 0 0,0 0 0,0 0 0,0 0 16,0 0-16,0 0 0,0 0 0,0 0 16,0 0-16,0 0 0,0 0 0,0 0 0,0 0 0,0 0 0,0 0 0,0 0 15,0 0-15,0 0 0,0 0 0,0 0 0,0-25 0,25 25 0,-25 0 16</inkml:trace>
  <inkml:trace contextRef="#ctx0" brushRef="#br0" timeOffset="333414.0702">14461 9277 0,'0'0'0,"0"0"16,0 0-16,0 0 0,0 0 0,0 0 0,0 0 0,0 0 15,0 0-15,0-25 16,0 25-16,0 0 0,0 0 0,0 0 0,0 0 0,0 0 0,0 0 0,0 0 15,0 0-15,0 0 0,0-25 0,0 25 0,0 0 0,0 0 0,0 0 16,0 0 0,0 0-16,0 0 0,0 0 0,0 0 0,0 0 0,0 0 0,-25 0 15,25 0-15,0 0 0,0 0 0,0 0 0,0 0 0,0 0 0,-24 0 0,24 0 16,0 0-16,0 0 15,0 0-15,-25 0 0,25 0 0,0 25 0,0-25 0,-25 0 0,25 0 0,0 0 16,0 0-16,-25 0 0,25 0 0,0 0 0,-25 0 0,25 0 0,0 0 16,0 0-1,0 0-15,-25 25 0,25-25 0,0 0 0,0 0 0,0 0 0,0 0 0,0 0 0,0 0 31,-24 25-31,24-25 0,0 0 0,0 0 0,0 0 0,0 25 0,-25-25 0,25 0 0,0 0 0,0 24 0,-25-24 16,25 0-16,0 25 0,0-25 0,0 0 0,0 0 0,-25 25 16,25-25-1,0 0-15,0 25 0,0-25 0,0 0 0,0 25 0,0-25 0,-25 0 0,25 24 16,0-24-16,0 0 0,0 25 0,0-25 0,0 0 0,0 25 0,0-25 15,0 0 1,0 0-16,0 25 0,0-25 0,0 0 0,0 25 0,0-25 0,0 0 0,0 0 0,0 24 31,0-24-31,25 0 0,-25 25 0,0-25 16,0 0-16,0 0 0,0 0 0,0 0 0,25 25 0,-25-25 0,0 0 0,0 0 0,0 0 0,25 0 15,-25 0-15,0 25 0,25-25 0,-25 0 0,0 0 0,0 0 0,24 0 16,-24 0-16,0 0 0,0 0 0,25 0 0,-25 0 0,0 0 16,0-25-16,0 25 0,25 0 0,-25 0 15,0 0-15,0 0 0,25 0 0,-25 0 0,0 0 0,0 0 0,0-25 0,0 25 31,25 0-31,-25 0 0,0 0 0,0 0 0,0 0 0,0-25 0,0 25 0,0 0 16,0 0-16,0 0 0,0-24 0,0 24 0,25 0 0,-25 0 0,0-25 0,0 25 16,0 0-1,0 0-15,0 0 0,0-25 0,0 25 0,0 0 0,0 0 0,0 0 16,0 0-16,0-25 0,0 25 0,0 0 0,0 0 0,0 0 0,-25 0 15,25 0-15,0-25 0,0 25 16,0 0-16,0 0 0,-25 0 0,25 0 0,0 0 0,0 0 0,0-24 0,-25 24 16,25 0-16,0 0 0,0 0 0,0 0 0,-25 0 0,25 24 15,0-24-15,0 0 16,-25 0-16,25 0 0,0 0 0,-24 0 0,24 0 0,0 0 0,-25 25 0,25-25 0,0 0 15,0 0-15,0 0 0,0 0 0,0 0 0,0 0 16,0 0-16,0 0 16,0 0-16</inkml:trace>
  <inkml:trace contextRef="#ctx0" brushRef="#br0" timeOffset="335510.1901">15354 9624 0,'0'0'16,"0"0"-16,0 0 16,0 0-16,0 0 0,0 0 0,0 0 0,0 0 0,0 0 0,0 0 0,0 0 15,0 0-15,0 0 0,25 0 0,-25 0 0,0-25 0,0 25 0,0 0 16,0 0 0,0 0-16,0 0 0,25-24 0,-25 24 0,0 0 0,25 0 0,-25 0 0,0-25 0,0 25 15,24 0-15,-24 0 16,0-25-16,0 25 0,25 0 0,-25 0 0,0-25 0,25 25 0,-25 0 15,0-25-15,0 25 0,25 0 0,-25 0 0,0-24 0,0 24 0,25 0 0,-25-25 32,0 25-32,0 0 0,0-25 0,0 25 0,0 0 0,24 0 0,-24 0 0,0 0 15,0-25-15,0 25 0,0 0 0,0 0 0,0 0 0,0 0 0,0 0 0,0 0 16,0 0-16,0 0 15,0 0-15,0 0 0,0 0 0,0 0 0,0 0 0,0 0 16,0 0-16,0 0 0,0 0 0,0 0 0,0 0 0,0 0 0,0 0 0,0 0 16,0 0-16,0 0 0,0 25 0,0-25 0,0 0 15,0 0-15,0 0 16,-24 25-16,24-25 0,0 0 0,0 0 0,0 25 0,0-25 0,0 0 15,24 24-15,-24-24 0,0 0 0,0 25 0,0-25 0,0 25 0,0-25 16,0 0 0,0 25-16,0-25 0,-24 0 0,24 25 0,0-25 0,0 0 0,0 24 0,0-24 0,0 0 15,0 25-15,0-25 0,0 0 0,0 0 0,0 25 16,0-25-16,0 0 0,0 0 0,0 0 0,0 0 15,0 0-15,0 0 0,0 25 0,0-25 0,0 0 0,0 0 0,0 0 32,0 0-32,0 0 0,0 0 0,0 0 0,0 0 0,0 0 0,0 0 0,0 0 0,0 0 15,0 0-15</inkml:trace>
  <inkml:trace contextRef="#ctx0" brushRef="#br0" timeOffset="336820.2651">16644 9500 0,'0'0'0,"0"0"31,0 0-31,0 0 0,0 0 0,0 0 0,0 0 0,0 0 0,0 0 0,0 0 16,0-25-16,0 25 0,0 0 0,0 0 0,0 0 0,0 0 0,0 0 15,0 0-15,0 0 0,0 0 0,0 0 16,0 0-16,0 0 0,0 0 0,0-24 0,0 24 16,0 0-16,0 0 0,0 0 15,0 0-15,0 0 0,0 0 0,0 0 0,0 0 0,0 0 0,0 0 0,0-25 0,0 25 0,0 0 16,0 0-16,0 0 0,0 0 0,0 0 0,0 0 0,0 0 15,0 0 1,0-25-16,25 25 0,-25 0 0,0 0 0,0 0 0,0 0 0,0 0 0,0 0 16,0 0-16,0 0 0,25 0 0,-25 0 0,0 0 0,0 0 15,0 0-15,0 0 16,24 0-16,-24 0 0,0 0 0,0 0 0,0 0 0,0 0 0,25 0 0,-25 0 15,0 0-15,0 0 0,0 0 0,0 0 0,0 0 0,0 0 0,25 0 16,-25 0-16,0 0 16,0 0-16,0 0 0,0 25 0,0-25 0,0 0 0,0 0 15,0 0-15,0 25 0,0-25 0,0 0 0,0 0 0,0 24 0,0-24 0,0 0 16,0 0-16,0 25 15,0-25-15,0 0 0,0 0 0,0 25 0,0-25 0,0 0 16,-25 0-16,25 0 0,0 25 0,0-25 0,0 0 0,0 0 0,-25 0 0,25 25 0,0-25 31,0 0-31,0 0 0,-24 0 0,24 0 0,0 0 0,0 0 0,0 0 0,0 24 0,0-24 0,0 0 16,0 0-16,0 0 0,0 0 0,0 0 0,0 0 0,0 0 31,0 0-31,0 0 0,0 0 0,0 0 0,0 0 0,-25 0 0,25 0 0,0 0 16,25 0-16,-25 0 0,0 0 0,0 0 0,0 0 0,0-24 0,0 24 0,0 0 15,0 0 1,24 0-16,-24 0 0,0 0 0,0 0 0,0 0 0,0 0 0,25 0 15,-25 0-15,0 0 0,0 0 0,0 0 0,25 0 0,-25 0 0,0 0 0,0 0 16,0 0-16,0 0 0,0 0 16,0 0-16,25 24 0,-25-24 0,0 0 0,0 0 15,0 0-15,0 0 0,0 0 0,0 25 0,0-25 0,0 0 0,0 0 0,0 0 16,25 25-16,-25-25 0,0 0 15,0 0-15,0 25 0,0-25 0,0 0 0,0 25 16,0-25-16,0 0 0,0 0 0,0 0 0,-25 24 0,25-24 0,0 0 0,0 0 16,0 0-16,0 25 0,0-25 0,-25 0 15,25 0-15,0 0 0,0 0 0,0 25 0,-25-25 16,25 0-16,0 0 0,0 0 0,0 0 0,0 0 0,-25 0 0,25 0 0,0 0 15,0 0-15,0 0 16,-24 0-16,24 0 0,0 0 0,0 0 0,0 0 0,0 0 0,-25 0 0,25 0 0,0 0 16,0 0-16,0 0 15,0 0-15,-25 0 0,25 0 0,0 0 0,0 0 0,0 0 0,0-25 0,0 25 16,0 0-16,0 0 0,0 0 0,0 0 0,0 0 0,0 0 15,25 0-15,-25 0 16,0 0-16,0 0 0,0-25 0,0 25 0,0 0 0,0 0 0,25 0 16</inkml:trace>
  <inkml:trace contextRef="#ctx0" brushRef="#br0" timeOffset="338710.3732">19422 9599 0,'0'0'0,"0"0"0,0 0 15,0 0-15,0 0 0,0 0 0,0 0 0,0 0 0,0 0 0,0 0 16,0 0-1,0-24-15,-25 24 0,25 0 0,0 0 0,0 0 0,0 0 0,0 0 0,0 0 0,0 0 16,0 0-16,0 0 0,0 0 0,0 0 0,0 0 0,0 0 16,0 0-16,-25 0 15,25 0-15,0 0 0,0 0 0,0 0 0,0 0 0,0 0 0,0 0 0,0 0 16,0-25-16,0 25 0,0 0 0,0 0 0,0 0 0,0 0 0,-24 0 15,24 0 1,0-25-16,0 25 0,0 0 0,0 0 0,0 0 0,0 0 0,0-25 0,0 25 16,0 0-16,0 0 0,24 0 0,-24-25 0,0 25 0,0 0 0,0 0 15,0 0 1,0 0-16,0-24 0,0 24 0,0 0 0,0 0 0,0 0 0,25 0 0,-25 0 15,0 0-15,0-25 0,0 25 0,0 0 0,25 0 0,-25 0 0,0 0 16,0 0-16,0 0 0,25 0 16,-25-25-16,0 25 0,0 0 0,0 0 0,25 0 0,-25 0 15,0 0-15,0 0 0,24 0 16,-24 0-16,0 0 0,0 0 0,0 0 0,25 0 0,-25 0 0,0 25 15,0-25-15,0 0 0,0 0 0,0 0 0,0 0 0,25 0 0,-25 0 0,0 25 16,0-25 0,0 0-16,0 0 0,0 24 0,0-24 0,-25 0 0,25 25 0,0-25 0,0 25 0,0-25 15,0 0-15,-25 25 0,25-25 0,0 0 0,0 25 0,-24-25 16,24 24-1,0-24-15,0 0 0,-25 25 0,25-25 0,-25 0 0,25 25 0,0-25 0,-25 0 0,25 25 16,-25-25-16,25 0 0,0 25 0,-24-25 0,24 0 0,-25 0 16,25 24-16,0-24 15,-25 0-15,25 0 0,0 0 0,-25 25 0,25-25 0,0 0 0,0 0 0,-25 0 16,25 0-16,0 0 0,0 0 0,0 0 0,-24 0 0,24 0 0,0 0 15,0 0 1,0 0-16,0 0 0,0 0 0,0 0 0,0 0 0,0-25 0,0 25 0,0 0 0,0 0 0,0 0 16,0 0-1,0 0-15,0 0 0,0 0 0,24 0 0,-24 0 0,0 0 0,0 0 16,0 0-16,0 0 0,0 0 0,25 0 0,-25 0 0,0 0 0,0 0 0,0 0 31,0 0-31,25 0 0,-25 0 0,0 0 0,0 0 0,0 0 0,25 0 16,-25 0-16,0 0 0,0 0 0,0 0 0,25 25 0,-25-25 15,0 0 1,0 0-16,0 0 0,24 0 0,-24 25 0,0-25 0,0 0 0,0 0 0,25 0 0,-25 0 0,0 0 0,0 0 0,0 25 15,25-25-15,-25 0 0,0 0 0,0 0 0,25 0 0,-25 0 16,0 0-16,25 0 16,-25 0-16,0 0 0,24 0 0,-24 0 0,0 0 0,25 0 0,-25-25 15,0 25-15,25 0 0,-25 0 0,25-25 0</inkml:trace>
  <inkml:trace contextRef="#ctx0" brushRef="#br0" timeOffset="339120.3966">19893 9475 0,'0'0'16,"0"0"-16,0 0 0,0 0 0,0 0 0,0 0 0,0 0 0,0 0 15,0 0-15,0 0 0,0 0 0,-24 0 0,24 0 0,0 0 0,0 0 0,0 0 0,0 0 16,-25 0-16,25 25 15,0-25-15,0 0 0,-25 0 0,25 0 0,-25 0 0,25 25 16,0-25-16,-25 0 0,25 0 0,0 0 0,-24 0 0,24 25 0,0-25 0,0 0 31,-25 0-15,25 0-16,0 25 0,-25-25 0,25 0 0,0 0 0,0 0 0,-25 24 0,25-24 0,0 0 0,0 0 0,0 0 0,0 0 0,0 25 15,0-25-15,0 0 0,-25 0 0,25 0 0,0 0 0,0 0 0,0 0 16,0 0-16,25 0 0,-25 0 0,0 25 16,0-25-16,0 0 0,0 0 0,0 0 0,0 0 62,0 0-62,25 0 0,-25 0 0,0 0 0,0 0 0,0 0 0,25 0 0,-25 0 0,0 0 0,25 0 0,-25 0 0,24 0 0,-24 0 0,0 0 0,25 0 0,-25 0 0,25 0 0,-25 0 0,0 0 0,0 0 0,25 0 16,-25 0-16,0 0 0,25 0 0,-25 0 0,0 0 15,0 0-15,24 0 0,-24 0 0,0 0 0,0-25 0,25 25 0,-25 0 16,0 0-16,0 0 0,0 0 0,0-25 0,0 25 0,25 0 0,-25 0 15</inkml:trace>
  <inkml:trace contextRef="#ctx0" brushRef="#br0" timeOffset="339357.4102">19943 9500 0,'0'0'0,"0"0"16,-25 0-16,25 0 0,0 0 0,0 0 0,0 0 16,0 0-16,0 0 0,0 0 0,-25 0 15,25 0-15,0 0 0,0 0 0,0 0 16,0 25-16,0-25 0,-24 0 0,24 25 0,0-25 0,0 25 0,0-25 15,0 24-15,0-24 0,-25 25 0,25 0 0,0-25 0,0 25 16,0 0-16,0-25 0,0 24 16,-25 1-16,25-25 0,0 25 0,0 0 0,0-25 0,-25 25 0,25-25 0,0 24 15,-25-24-15,25 25 0,0-25 0,0 0 0,-24 25 0,24-25 16,0 0-16,-25 25 15</inkml:trace>
  <inkml:trace contextRef="#ctx0" brushRef="#br0" timeOffset="340984.5032">13271 10145 0,'0'0'16,"0"0"0,0 0-16,0 0 0,0 0 0,-25 0 0,25 0 0,0 0 0,0 0 0,0 0 15,0 0-15,-25 0 0,25 0 0,0 0 0,0 0 0,0 0 0,0 0 16,0 0-16,0 0 15,0 0-15,0 0 0,0 0 0,0 0 0,0 0 0,0-25 0,0 25 16,0 0-16,0 0 0,0 0 0,0 0 0,0 0 0,0 0 0,0 0 0,0-24 31,0 24-31,0 0 0,0 0 0,0 0 0,0 0 0,0 0 0,0-25 0,0 25 0,0 0 0,0 0 16,0 0-16,0 0 15,25-25-15,-25 25 0,0 0 0,0 0 0,0 0 16,0 0-16,0-25 0,0 25 0,0 0 0,25 0 0,-25 0 0,0 0 0,0 0 0,0 0 16,24 0-16,-24 0 0,0-25 0,0 25 0,25 0 0,-25 0 15,0 0-15,0 0 0,0 0 16,0 25-16,0-25 0,0 0 0,25 0 0,-25 0 0,0 0 0,0 25 15,0-25-15,0 0 0,0 0 0,0 25 0,0-25 0,0 0 16,0 0-16,0 25 16,0-25-16,0 24 0,0-24 0,0 0 0,0 25 0,0-25 0,0 0 0,0 25 0,-25-25 15,25 0 1,0 25-16,0-25 0,-25 0 0,25 25 0,0-25 0,-24 0 0,24 24 0,0-24 15,-25 25-15,25-25 0,-25 0 0,25 25 0,0-25 0,-25 0 0,25 25 16,-25-25-16,25 0 0,-25 25 16,25-25-16,0 0 0,-24 0 0,24 0 0,0 0 0,0 0 0,0 24 15,-25-24-15,25 0 0,0 0 0,0 0 0,0 0 0,0 0 0,0 0 16,0-24-1,0 24-15,0 0 0,0 0 0,0 0 0,0 0 0,0 0 0,0 0 0,0 0 0,0 0 16,0 0-16,0 0 0,0-25 0,0 25 16,25 0-16,-25 0 0,0 0 15,0 0-15,0 0 0,24 0 0,-24 0 0,0 0 0,0 0 0,0 0 0,25 0 0,-25 0 0,0 0 16,0 0-1,0 0-15,25 0 0,-25 0 0,0 0 0,0 0 0,0 0 0,25 25 0,-25-25 16,0 0-16,0 0 0,0 0 0,0 24 0,25-24 0,-25 0 16,0 0-16,0 25 15,0-25-15,0 0 0,25 0 0,-25 25 0,0-25 0,0 0 0,0 0 0,0 0 0,0 0 16,24 0-16,-24 25 0,0-25 0,0 0 0,0 0 0,0 0 15,25 0-15,-25 0 0,0 0 16,0 0-16,25-25 0,-25 25 0,0 0 0,0 0 0,0 0 0,25 0 0,-25 0 16,0 0-1,0-25-15,0 25 0,0 0 0,0 0 0,0 0 0,0-25 0,25 25 16,-25 0-16</inkml:trace>
  <inkml:trace contextRef="#ctx0" brushRef="#br0" timeOffset="342458.5875">14337 10071 0,'25'0'31,"-25"0"-31,0 0 0,0 0 0,0 0 0,0 0 0,0 0 0,0 0 0,0-25 0,0 25 16,0 0-16,0 0 0,0 0 0,0 0 0,0 0 0,0 0 0,0 0 0,0 0 0,0-25 15,0 25 1,0 0-16,0 0 0,0 0 0,-25 0 0,25 0 0,0 0 16,0 0-16,0 0 0,0 0 0,0 0 0,0 0 0,0 0 0,0 0 0,0 0 31,0 0-31,-25 0 0,25 0 0,0 25 0,0-25 0,0 0 0,-25 0 0,25 0 0,0 0 0,0 0 0,-24 0 15,24 25-15,0-25 0,0 0 0,0 0 0,0 0 16,0 0-16,-25 25 0,25-25 16,0 0-16,0 0 0,25 24 0,-25-24 0,0 0 0,0 0 0,0 25 0,0-25 0,0 0 15,24 0 1,-24 25-16,0-25 0,0 0 0,25 0 0,-25 25 0,0-25 0,25 0 15,-25 0-15,0 25 0,0-25 0,25 0 0,-25 0 0,0 24 0,25-24 0,-25 0 16,0 0-16,0 0 0,0 25 16,25-25-16,-25 0 0,0 0 0,0 25 0,0-25 0,24 0 15,-24 0-15,0 0 0,0 25 0,0-25 0,0 0 0,0 0 0,0 0 16,0 0-16,0 25 0,0-25 0,0 0 15,0 0-15,0 0 0,0 0 0,0 24 16,0-24-16,0 0 0,-24 0 0,24 25 0,0-25 0,0 0 0,0 0 0,0 0 0,-25 25 16,25-25-1,0 0-15,0 0 0,-25 0 0,25 0 0,0 0 0,-25 25 0,25-25 16,0 0-16,0 0 0,0 0 0,-25 0 0,25 0 0,0-25 0,0 25 0,0 0 15,0 0-15,-25 0 16,25 0-16,0-25 0,0 25 0,0 0 0,0 0 0,25 0 0,-25-25 16,0 25-16,0 0 0,0-24 0,25 24 0,-25 0 0,0-25 0,0 25 15,0 0 1,25 0-16,-25-25 0,0 25 0,0 0 0,25-25 0,-25 25 0,0 0 15,25-25-15,-25 25 0,0-24 0,0 24 0,24 0 0,-24-25 0,0 25 0,0-25 16,0 25-16,25 0 16,-25-25-16,0 25 0,0 0 0,0 0 0,0-25 0,0 25 0,0 0 0,0 0 0,0 0 15,0 0 1,0 0-16,0 0 0,0-24 0,-25 24 0,25 0 0,0 0 0,0 0 0,-24 0 15,24 0-15,0 0 0,0 0 0,0 24 0,-25-24 0,25 0 0,0 0 63,0 0-63</inkml:trace>
  <inkml:trace contextRef="#ctx0" brushRef="#br0" timeOffset="343690.6578">15280 10393 0,'0'0'15,"0"0"-15,0 0 16,0 0-16,0 0 0,0 0 0,0 0 0,0 0 0,0 0 0,0 0 0,0 0 0,0 0 15,0 0-15,0 0 0,24-25 0,-24 25 0,0 0 0,0 0 16,25 0 0,-25-24-16,0 24 0,25 0 0,-25-25 0,0 25 0,25 0 0,-25-25 0,25 25 15,-25 0-15,0-25 0,25 25 0,-25-25 0,24 25 0,-24-24 0,25 24 16,-25 0-1,0-25-15,0 25 0,25 0 0,-25-25 0,0 25 0,0 0 0,0-25 0,0 25 0,25 0 16,-25 0-16,0 0 0,0-25 0,0 25 0,0 0 0,0 0 16,0 0-1,0 0-15,0 0 0,0 0 0,0 0 0,0-24 0,0 24 0,0 0 0,0 0 16,0 0-16,0 0 0,0 24 0,0-24 0,0 0 0,0 0 0,0 0 0,0 0 15,0 0 1,0 25-16,0-25 0,0 0 0,0 0 0,0 25 0,0-25 0,0 25 31,0-25-31,0 25 0,0-25 0,-25 24 0,25-24 0,0 25 0,0 0 0,0-25 0,0 25 0,0-25 0,0 25 0,0-25 0,0 24 16,0-24-16,0 0 0,0 25 15,0-25-15,0 25 0,0-25 0,0 0 0,0 0 16,0 25-16,0-25 0,0 0 0,0 0 0,0 0 0,0 0 0,0 0 0,0 0 0,0 0 31,0 0-31,0 0 0</inkml:trace>
  <inkml:trace contextRef="#ctx0" brushRef="#br0" timeOffset="345069.7369">16669 10145 0,'0'0'0,"0"0"0,0 0 15,0 0-15,0 0 0,0 0 0,0 0 0,0 0 0,0 0 0,0 0 16,0 0 0,0 0-16,0 0 0,0 0 0,0 0 0,0 0 0,0 0 0,0 0 0,0 0 15,0 0-15,0 0 0,0 0 0,0 0 0,0 0 0,0 25 0,0-25 16,0 0-16,0 0 15,0 0-15,0 0 0,25 0 0,-25 0 0,0 0 0,-25 25 0,25-25 0,0 0 16,0 0-16,0 25 0,0-25 0,0 0 0,0 0 0,0 24 0,0-24 16,0 0-1,0 25-15,0-25 0,0 0 0,0 0 0,0 25 0,-25-25 0,25 0 0,0 0 16,0 25-16,0-25 0,0 0 0,0 0 0,0 25 0,0-25 0,0 0 15,0 0 1,0 0-16,0 0 0,0 0 0,0 0 0,0 24 0,0-24 0,0 0 0,0 0 16,0 0-16,0 0 0,0 0 0,0 0 0,0 0 0,0 0 0,0-24 15,0 24 1,0 0-16,25 0 0,-25 0 0,0 0 0,0 0 0,0 0 0,0 0 0,0 0 15,0 0-15,25 0 0,-25 0 0,0 0 0,0 0 0,24 0 0,-24-25 0,0 25 32,0 0-32,0 0 0,25 0 0,-25 0 0,0 0 0,0 0 0,0 0 0,25 0 15,-25 0-15,0 0 0,0 0 0,0 0 0,0 0 0,25 0 0,-25 0 0,0 0 31,0 0-15,0 0-16,0 0 0,0 0 0,0 0 0,25 0 0,-25 0 0,0 25 0,0-25 0,0 0 0,0 0 0,0 0 16,0 24-16,0-24 0,0 0 0,0 0 0,0 25 0,0-25 15,0 0-15,0 0 0,0 25 0,0-25 0,0 0 0,0 25 0,0-25 0,0 0 0,0 25 16,0-25-1,0 0-15,0 24 0,0-24 0,-25 0 0,25 0 0,0 25 0,0-25 16,0 0-16,0 0 0,-25 25 0,25-25 0,0 0 0,0 0 0,-25 25 0,25-25 16,0 0-1,0 0-15,0 0 0,-25 0 0,25 25 0,0-25 0,0 0 0,0 0 0,0 0 0,0 0 16,-24 0-16,24 0 0,0 0 0,0 0 0,0 0 0,-25 0 15,25 0 1,0 0-16,0 0 0,0 0 0,0 0 0,0 0 0,-25 0 0,25-25 0,0 25 16,0 0-16,0 0 0,0 0 0,0 0 0,0 0 0,0 0 0,0 0 15,0 0-15,0 0 16,0 0-16,0-25 0,0 25 0,0 0 0,0 0 0,0 0 0,0 0 31,0-25-31,0 25 0,25 0 0,-25 0 0,0-25 0</inkml:trace>
  <inkml:trace contextRef="#ctx0" brushRef="#br0" timeOffset="345283.7491">16768 10195 0,'0'0'0,"0"0"16,0 0-16,0 0 0,25 0 0,-25-25 0,0 25 0,0 0 0,0 0 0,0 0 15,25 0-15,-25 0 0,0 0 0,24 0 16,-24 0-16,0 0 0,25 0 0,-25 0 16,25 0-16,-25 0 0,25 0 0,0 0 0,-25 0 0,24 0 0,-24 0 15,25 0-15,-25 0 0,25 0 0,0 0 0,-25 0 0,25 0 0,-25 0 16,24 0-1,1 0-15,-25 0 0,25 0 0,-25 0 0</inkml:trace>
  <inkml:trace contextRef="#ctx0" brushRef="#br0" timeOffset="346247.8043">19298 10319 0,'0'0'0,"0"-25"15,0 25-15,0 0 0,0 0 0,0 0 0,0 0 0,0 0 0,25 0 31,-25 0-31,0 0 0,0 0 0,0-25 0,0 25 0,0 0 0,0 0 0,0 0 0,0 0 0,0 0 16,0 0-16,0 0 0,0 0 0,0 0 0,0 0 0,0 0 0,0 0 16,0 25-1,0-25-15,0 0 0,0 0 0,0 0 0,0 0 0,0 0 0,0 0 16,-25 0-16,25 25 0,0-25 0,0 0 0,0 0 0,-25 25 0,25-25 0,0 0 15,0 0 1,-25 24-16,25-24 0,0 0 0,-24 0 0,24 25 0,0-25 0,0 0 16,-25 25-16,25-25 0,0 0 0,0 0 0,0 0 0,0 25 0,-25-25 0,25 0 15,0 0 1,0 0-16,0 0 0,0 0 0,0 0 0,0 0 0,0 0 0,0 0 0,0 25 0,0-25 15,0 0-15,0 0 0,0 0 0,0 0 0,0 0 0,0 0 16,0 0-16,0 0 16,0 0-16,0 0 0,0 0 0,0 0 0,0 0 0,25 24 0,-25-24 0,0 0 0,0 0 15,0 0 1,0 0-16,25 0 0,-25 0 0,0 0 0,24 0 0,-24 0 0,0 0 0,25 0 0,-25 0 15,0 0-15,25 0 0,-25 0 0,25 0 0,-25 0 0,25 0 0,-25 0 16,24 0 0,-24 0-16,0 0 0,25 0 0,-25-24 0,25 24 0,-25 0 0,25 0 0,-25 0 0,0 0 15,25 0-15,-25 0 0,0 0 0,0 0 0,24 0 0,-24 0 16,0 0-1,0-25-15,0 25 0,0 0 0,0 0 0,0 0 0,0 0 0,0 0 0,0 0 0,0 0 16,0-25-16,0 25 0,0 0 0</inkml:trace>
  <inkml:trace contextRef="#ctx0" brushRef="#br0" timeOffset="346502.8187">19521 10368 0,'0'0'0,"0"0"0,0 0 16,0 0-16,0 0 0,0 0 0,0 0 0,0 0 15,0 0-15,0 0 0,0 0 0,0 0 0,0 0 16,0 0-16,0 0 15,0 0-15,0 0 0,0 25 0,0-25 0,0 0 0,0 0 0,0 25 0,0-25 0,0 0 0,0 25 16,0-25-16,0 0 16,-25 25-16,25-25 0,0 24 0,0-24 0,0 0 0,0 25 15,0-25-15,0 0 0,0 25 16,0-25-16,0 0 0,0 0 0,0 25 0,0-25 0,0 0 0,0 25 0,-24-25 15,24 0-15,0 0 0,0 0 0,0 24 0,0-24 0,0 0 0,0 0 16,0 0-16,0 0 0,0 0 0,0 0 0,0 0 0,0 0 0,0 0 16,0 0-1</inkml:trace>
  <inkml:trace contextRef="#ctx0" brushRef="#br0" timeOffset="346943.8441">19769 10443 0,'0'0'15,"0"0"-15,0 0 0,0 0 0,0-25 0,0 25 16,0 0-16,0 0 0,0 0 0,25 0 0,-25 0 0,0 0 0,0 0 31,0-25-31,25 25 0,-25 0 0,0 0 0,0 0 0,0-25 16,25 25-16,-25 0 0,0 0 0,0-24 0,25 24 0,-25 0 0,0-25 0,0 25 0,24 0 31,-24 0-31,0-25 0,0 25 0,0 0 0,25-25 0,-25 25 0,0 0 0,0-25 0,0 25 0,0 0 0,0-24 0,0 24 0,0 0 15,25 0 1,-25-25-16,0 25 0,0 0 0,0 0 0,0 0 0,0 0 0,0 0 0,0 0 16,0 0-16,-25 0 0,25 0 0,0 0 0,0 0 0,0 25 15,0-25-15,0 0 16,0 0-16,0 0 0,0 0 0,0 24 0,0-24 0,0 0 0,0 0 0,0 25 15,0-25-15,-25 0 0,25 25 0,0-25 0,0 0 0,0 25 0,0-25 16,0 0 0,0 25-16,0-25 0,0 24 0,0-24 0,0 0 0,0 25 0,0-25 15,0 25-15,0-25 0,0 0 0,0 25 0,-24-25 0,24 25 0,0-25 0,0 24 16,0-24-16,0 0 15,-25 25-15,25-25 0,0 0 0,0 25 0,0-25 0,0 0 0,-25 0 0,25 25 16,0-25-16,0 0 0</inkml:trace>
  <inkml:trace contextRef="#ctx0" brushRef="#br0" timeOffset="348744.9471">13122 11063 0,'0'0'0,"0"0"0,24 0 15,-24 0-15,0 0 0,0 0 0,0 0 16,0 0-16,0 0 0,0-25 0,25 25 15,-25 0-15,0 0 0,0 0 0,0 0 0,0 0 0,0-25 0,0 25 0,25 0 0,-25 0 32,0 0-32,0 0 0,0 0 0,0-25 0,0 25 0,0 0 0,0 0 15,25 0-15,-25-24 0,0 24 0,0 0 0,0 0 0,0-25 0,0 25 0,25 0 0,-25 0 16,0-25-16,0 25 15,0 0-15,0 0 0,0-25 0,25 25 0,-25 0 0,0-25 16,0 25-16,0 0 0,0-24 0,24 24 0,-24 0 0,0-25 0,0 25 0,0 0 16,0-25-1,0 25-15,25 0 0,-25-25 0,0 25 0,0 0 0,0 0 0,0 0 0,0-25 16,0 25-16,0 0 0,0 0 0,0 0 0,0 0 0,0 0 0,0 0 15,0 0-15,0 0 0,0 0 16,0 0-16,0 0 0,0 0 0,0 0 0,0 0 0,0 0 16,0 0-16,0 0 0,0 0 0,0 0 0,0 0 15,0 0-15,0 0 0,0 25 0,0-25 0,0 0 0,0 0 16,0 25-16,0-25 0,0 0 0,0 25 0,0-25 0,0 25 0,0-25 15,0 24 1,0-24-16,0 25 0,0-25 0,0 0 0,0 25 0,0-25 0,0 25 16,-25-25-16,25 25 0,0-25 0,0 24 0,0-24 0,0 25 0,0-25 0,0 0 0,0 25 15,0-25 1,0 25-16,-24-25 0,24 0 0,0 0 0,0 25 0,0-25 0,0 0 15,0 0-15,0 0 0,24 0 0,-24 0 0,0 0 0,0 0 0,0 0 0</inkml:trace>
  <inkml:trace contextRef="#ctx0" brushRef="#br0" timeOffset="349923.0145">14511 10716 0,'0'0'0,"0"0"0,0 0 16,0 0-16,0 0 0,0 0 0,0 0 0,-25 0 0,25 0 15,0 0 1,0 0-16,0 0 0,0 0 0,0 0 0,0 0 0,0 0 0,0 0 0,0 0 16,0 24-16,0-24 0,0 0 0,-25 0 0,25 25 0,0-25 0,0 0 15,0 25-15,-25-25 16,25 25-16,0-25 0,0 0 0,-24 25 0,24-25 0,0 24 0,-25-24 15,25 0-15,0 25 0,0-25 0,-25 25 0,25-25 0,0 0 0,0 25 0,-25-25 16,25 0-16,0 0 16,0 25-16,0-25 0,0 0 0,0 0 0,0 0 0,0 0 0,-25 24 15,25-24-15,0 0 0,0 0 0,0 0 0,0 0 0,0 0 0,0 0 16,0 0-1,0 0-15,25 0 0,-25 0 0,0 0 0,0 0 0,0 0 0,0 0 0,0 0 0,0 0 16,0 0-16,0 0 0,25 0 0,-25 0 0,0 0 0,0 0 16,0 0-16,0 0 15,25 0-15,-25 0 0,0 0 0,0 0 0,0 0 0,25 0 0,-25 0 0,0-24 16,0 24-16,24 0 0,-24 0 0,0 0 0,25 0 0,-25 0 0,0 0 15,25 0-15,-25 0 16,0 0-16,0 0 0,25 0 0,-25 0 0,0 0 0,0 0 0,25 0 0,-25 0 31,0 0-31,0 0 0,24 0 0,-24 0 0,0 0 0,0 0 0,0 0 0,0 0 0,0 0 0,0 0 16,0 0-16,0 0 0,0 0 0,25 0 0,-25 0 0,0 0 0,0 0 31,0 24-31,0-24 0,0 0 0,0 0 0,0 0 0,0 0 0,0 0 0,0 0 16,0 0-16</inkml:trace>
  <inkml:trace contextRef="#ctx0" brushRef="#br0" timeOffset="350197.0302">14635 10790 0,'0'0'0,"0"0"0,0 0 0,0 0 0,0 0 0,0 0 0,0 0 16,0 0-1,0 0-15,0 0 0,0 0 0,0 0 0,-25 0 0,25 0 0,0 0 0,0 25 0,0-25 0,0 0 16,0 25-16,0-25 0,0 24 0,0-24 0,0 25 15,0-25 1,0 25-16,0-25 0,0 25 0,0 0 0,0-25 0,0 24 0,0-24 0,0 25 0,0-25 31,0 25-31,0-25 0,-25 0 0,25 25 0,0-25 0,0 25 0,0-25 0,0 0 0,0 24 0,0-24 0,0 0 16,0 25-16,-25-25 0,25 0 0,0 0 0,0 25 0</inkml:trace>
  <inkml:trace contextRef="#ctx0" brushRef="#br0" timeOffset="351871.1259">15553 10790 0,'0'0'0,"0"0"16,0 0-16,0 0 0,0 0 0,0 0 0,0 0 0,0 0 0,0 0 15,0 0 1,0 0-16,0 0 0,0 0 0,0 0 0,0 0 0,0 0 0,0 0 0,0 0 0,0 0 15,0 0-15,0-25 0,0 25 0,0 0 0,0 0 0,0 0 16,0 25-16,0-25 16,-25 0-16,25 0 0,0 0 0,0 0 0,0 0 0,-25 25 0,25-25 0,0 0 31,0 0-31,-25 25 0,25-25 0,0 0 0,-25 24 0,25-24 0,0 0 0,-24 25 0,24-25 0,0 0 0,-25 25 15,25-25-15,0 0 0,-25 0 0,25 25 0,0-25 0,0 0 16,0 0-16,-25 0 16,25 25-16,0-25 0,0 0 0,0 0 0,0 0 0,0 0 0,0 0 0,-25 0 15,25 0-15,0 0 0,25 0 0,-25 0 0,0 0 0,0 0 16,0 0-16,0 0 15,25 0-15,-25 0 0,0 0 0,0 0 0,25 0 0,-25 0 0,0 0 16,25 0-16,-25 0 0,0 0 0,24 0 0,-24 0 0,0 0 0,0 0 16,25 0-16,-25 0 15,0 0-15,0 0 0,25 0 0,-25 0 0,0 0 0,25 0 0,-25 0 0,0 0 0,0 0 16,25 0-16,-25 0 0,0 0 0,24 0 0,-24 0 0,0 0 15,0 0-15,25 0 0,-25 0 16,0 0-16,0 0 0,25 0 0,-25 0 0,0 0 0,0 0 0,0 0 0,0 0 16,0 0-16,0 0 15,0 0-15,0-25 0,25 25 0,-25 0 0,0 0 16,0 0-16,0 0 0,0 0 0,0 0 0,0 0 0,0 0 0,0 0 0,0 0 15,0-25-15,0 25 0,0 0 0,0 0 0</inkml:trace>
  <inkml:trace contextRef="#ctx0" brushRef="#br0" timeOffset="352093.1386">15652 10765 0,'0'0'0,"0"0"16,0 0-16,0 0 0,0 0 0,0 0 0,0 0 0,0 0 15,-25 0-15,25 0 0,0 0 0,0 0 0,0 25 16,0-25-16,0 0 0,0 0 0,0 25 15,0-25-15,0 0 0,25 25 16,-25-25-16,0 24 0,0-24 0,0 25 0,0-25 0,0 25 0,0-25 0,0 25 16,0-25-16,0 25 0,0-25 0,0 0 0,0 24 0,0-24 15,0 25 1,-25-25-16,25 0 0,0 25 0,0-25 0,0 25 0,0-25 0,0 25 15,0-25-15,0 0 0,-25 24 0,25-24 0,0 0 0,0 25 0,0-25 16,0 25-16,0-25 0,0 0 0,0 25 0</inkml:trace>
  <inkml:trace contextRef="#ctx0" brushRef="#br0" timeOffset="353032.1923">16743 10840 0,'0'0'0,"0"0"16,0 0-16,0 0 0,0 0 0,0 0 0,0 0 15,0 0-15,0 0 0,0 0 0,0 0 0,0 0 0,0 0 16,0 0-16,0 0 0,0 0 0,0 0 0,0 0 0,0 24 0,0-24 15,-25 0-15,25 0 0,0 0 0,0 25 0,0-25 0,0 0 0,-24 0 16,24 25 0,0-25-16,0 0 0,-25 0 0,25 0 0,0 25 0,0-25 0,0 0 0,0 0 0,-25 0 15,25 25-15,0-25 0,0 0 0,-25 0 0,25 0 16,0 0-16,0 0 15,0 24-15,0-24 0,0 0 0,0 0 0,0 0 0,0 0 0,0 0 0,0 0 16,0 0-16,0 0 0,0 0 0,0 0 0,0 0 0,0 0 16,0 0-16,0 0 0,0 0 0,0 25 15,0-25-15,0 0 0,0 0 0,0 0 0,0 0 0,0 0 0,0 0 16,0 0-16,25 0 0,-25 0 0,0 0 0,0 0 15,0 0-15,25 0 0,-25 0 16,0 0-16,25 0 0,-25 0 0,0 0 0,24 0 0,-24 0 0,0 0 0,0 0 0,25 0 16,-25 0-16,0 0 0,25 0 15,-25 0-15,0 0 0,0 0 0,25 0 0,-25 0 16,0 0-16,0 0 0,25 0 0,-25 0 0,0 0 0,0 0 0,24 0 0,-24 0 15,0 0-15,0 0 0,0 0 0,25 0 16,-25 0-16,0 0 0,0 0 16,0 0-16,0 0 0,0 0 0,0 0 0,0 0 0,0 0 0,0 0 62,0 0-62,0 0 0,0 0 0,0 0 0,0 0 0,0 0 0,0 0 0,0 0 0,0-25 0,0 25 0,0 0 0</inkml:trace>
  <inkml:trace contextRef="#ctx0" brushRef="#br0" timeOffset="353224.2033">16917 10914 0,'0'0'0,"0"0"0,0 0 0,0 0 16,0 0-16,0 0 0,-25-25 0,25 25 0,0 0 16,0 0-16,0 0 0,0 0 0,0 0 0,0 0 15,0 25-15,25-25 0,-25 0 0,0 0 0,0 0 0,0 25 16,0-25-16,0 0 0,0 25 0,0-25 0,0 24 15,0-24-15,0 25 0,-25-25 0,25 25 16,0-25-16,0 25 0,0-25 0,0 25 16,0-1-16,0-24 0,-25 25 0,25-25 0,0 25 0,0-25 0,0 0 0,0 25 15,-25-25-15,25 25 16,0-25-16,0 0 0,0 25 0,0-25 0</inkml:trace>
  <inkml:trace contextRef="#ctx0" brushRef="#br0" timeOffset="354868.2973">19248 10840 0,'0'0'0,"0"0"0,-24 0 31,24 0-31,0 0 0,0 0 0,0 0 0,0 0 0,0 0 0,0 0 0,0 0 15,0 0-15,0 0 0,0 0 0,0 0 0,0 0 0,0 0 0,0 0 0,0 0 16,-25 0 0,25 0-16,0 0 0,0 0 0,0 0 0,0 0 0,0 0 0,0 0 15,0 0-15,0 0 0,0 0 0,0 0 0,0 0 0,0 0 0,0 0 0,0 0 16,0 0-16,0-25 15,0 25-15,0 0 0,0 0 0,0 0 0,0 0 0,0 0 16,0 0-16,0 0 0,0 0 0,25 0 0,-25 0 0,0-25 0,0 25 0,0 0 16,0 0-16,0 0 0,0 0 0,0 0 0,0 0 0,0 0 15,0 0-15,0 0 0,24 0 16,-24 0-16,0 0 0,0 0 0,0 0 0,25 0 0,-25 0 0,0 0 0,0 0 15,0 25-15,25-25 0,-25 0 0,0 0 0,0 0 16,0 0-16,0 25 16,0-25-16,0 0 0,0 0 0,0 0 0,0 24 0,0-24 0,0 0 15,0 25-15,0-25 0,0 0 0,0 0 16,-25 25-16,25-25 0,0 0 0,0 0 0,0 25 0,-25-25 15,25 0-15,0 0 0,0 25 0,0-25 0,-24 0 0,24 0 0,0 24 0,0-24 16,-25 0-16,25 0 0,0 0 0,0 0 0,0 0 16,-25 0-16,25 0 0,0 25 0,0-25 31,0 0-31,0 0 0,0 0 0,0 0 0,0 0 0,0 0 0,0 0 0,0 0 0,0 0 0,0 0 0,0 0 0,0 0 0,0 0 15,0 0 1,0 0-16,0 0 0,25-25 0,-25 25 0,0 0 0,0 0 0,0 0 16,0 0-16,0 0 0,25 0 0,-25 0 0,0 25 0,0-25 0,0 0 0,0 0 15,0 0-15,0 0 0,24 0 0,-24 0 0,0 0 0,0 25 31,0-25-31,0 0 0,0 0 0,0 0 0,0 25 0,0-25 0,0 0 0,0 0 16,0 25-16,0-25 0,0 0 0,0 0 0,0 24 0,0-24 0,0 0 0,0 0 16,0 25-16,0-25 0,-24 0 0,24 0 15,0 0-15,0 25 0,0-25 0,0 0 16,0 0-16,-25 0 0,25 0 0,0 0 0,0 0 0,0 25 0,-25-25 15,25 0-15,0 0 0,0 0 16,0 0-16,-25 0 0,25 0 0,0 0 0,0 0 0,0 0 16,0 0-16,-25 0 0,25 0 0,0 0 0,0 0 0,0 0 0,0 0 0,0 0 15,0 0-15,0-25 0,0 25 0,0 0 0,0 0 16,0 0-16,0 0 0,0 0 15,0 0-15,0 0 0,0 0 0,0 0 0,0 0 0,0-25 0,0 25 0,0 0 32,0 0-32,0 0 0,25 0 0,-25 0 0,0-25 0</inkml:trace>
  <inkml:trace contextRef="#ctx0" brushRef="#br0" timeOffset="355272.3205">19546 10914 0,'0'0'0,"25"0"0,-25 0 0,0 0 0,0 0 0,0 0 0,0 0 0,0 0 15,0 0-15,0 0 16,0 0-16,25 0 0,-25 0 0,0 0 0,0 0 0,0 0 16,25 0-16,-25 0 0,0 0 0,0 0 0,24 0 0,-24 0 0,0 0 0,0 0 15,25 0-15,-25 0 0,0 0 0,0 0 16,0 0-16,25 0 0,-25 0 0,0 0 15,0 0-15,0 0 0,0 25 0,0-25 0,0 0 0,0 0 0,0 0 0,0 0 16,0 0-16,0 0 0,0 25 0,0-25 0,0 0 0,0 0 16,0 24-16,0-24 0,0 0 15,0 0 1,-25 25-16,25-25 0,0 25 0,0-25 0,0 0 0,0 25 0,0-25 0,0 0 0,0 25 0,-25-25 0,25 0 15,0 0-15,0 24 0,0-24 0,0 0 0,0 25 0,0-25 0,0 0 16,-24 25-16,24-25 16,0 0-16,0 0 0,0 0 0,0 25 0,0-25 0,0 0 0,0 0 15,0 0-15,0 0 0,0 0 0,-25 0 0,25 0 0,0 0 0,0 0 16,0 0-1,0 0-15,0 0 0,0 0 0,0 0 0</inkml:trace>
  <inkml:trace contextRef="#ctx0" brushRef="#br0" timeOffset="355421.329">19571 11162 0,'0'0'0,"0"0"0,0 0 15,0 0-15,0 0 0,0 0 0,0 0 0,0 0 16,25 0-16,-25 0 0,0 0 0,25 0 0,-25 0 0,24 0 16,-24 0-16,25 0 0,-25 0 0,25 0 0,-25 0 15,25 0-15,0 0 0,-25 0 0,24 0 0</inkml:trace>
  <inkml:trace contextRef="#ctx0" brushRef="#br0" timeOffset="361570.6806">21530 8632 0,'0'0'0,"0"0"0,0 0 0,0 0 16,0 0-16,0-25 0,0 25 0,0 0 0,0 0 0,0 0 15,0 0-15,0 0 0,0 0 0,0-25 0,0 25 47,0 0-47,0 0 0,0 0 0,0 0 0,0 0 0,0 0 0,0 0 0,0 0 0,0 0 0,0 0 0,0 0 0,0 0 0,0 0 0,0 0 0,0 0 0,0 0 16,0 0-16,0 0 0,0 0 0,0 0 0,0 0 15,0 0-15,0 0 0,0 0 16,0 0-16,0 25 0,0-25 0,0 0 0,-24 0 0,24 0 0,0 0 0,0 0 16,0 0-16,0 0 0,0 25 0,0-25 0,0 0 15,0 0-15,0 0 0,-25 25 0,25-25 0,0 0 16,0 0-16,0 25 0,0-25 0,-25 0 0,25 0 0,0 24 0,0-24 15,0 0-15,0 25 0,0-25 16,0 0-16,-25 0 0,25 25 0,0-25 0,0 0 0,0 25 0,0-25 0,0 0 16,0 0-16,0 25 15,0-25-15,0 0 0,-25 0 0,25 0 0,0 24 16,0-24-16,0 0 0,0 0 0,0 0 0,0 0 0,0 25 0,0-25 0,0 0 0,0 0 31,0 0-31,0 0 0,0 0 0,0 25 0,0-25 0,0 0 0,0 0 0,0 0 0,0 0 16,0 0-16,0 0 0,0 0 0,0 0 0,0-25 0,0 25 0,0 0 15,0 0-15,25 0 0,-25-25 16,0 25-16,0 0 0,0-24 0</inkml:trace>
  <inkml:trace contextRef="#ctx0" brushRef="#br0" timeOffset="361750.691">21506 8756 0,'0'0'0,"0"0"15,0 0-15,0 0 0,0 0 0,0 0 0,0 0 0,24 0 16,-24-25-16,0 25 0,0 0 0,0 25 0,25-25 0,-25 0 15,0 0-15,0 0 0,25 0 0,-25 0 0,25 0 16,-25 0-16,0 0 0,25 0 0,-25 0 0,24 0 16,-24 0-16,0 0 0,25 0 0,-25 0 0,0 0 31,25 0-31,-25 0 0,0 0 0,25 0 0,-25 0 0,0 0 0,25-25 0,-25 25 0,0 0 0,0 0 0</inkml:trace>
  <inkml:trace contextRef="#ctx0" brushRef="#br0" timeOffset="362014.7061">21828 8607 0,'0'-25'0,"0"25"0,0 0 0,0 0 0,0 0 16,0 0-16,0 0 0,0-24 0,0 24 0,0 0 16,0 0-16,0 0 0,0 0 0,0 0 0,0 0 0,0 24 15,0-24-15,0 0 16,0 0-16,0 0 0,0 0 0,0 25 15,0-25-15,0 0 0,0 25 0,-25-25 0,25 0 0,0 25 0,0-25 0,0 0 16,0 25-16,0-25 0,0 0 0,0 24 0,0-24 0,-24 0 0,24 25 0,0-25 16,0 0-1,0 25-15,0-25 0,0 0 0,-25 25 0,25-25 0,0 0 0,0 25 0,0-25 16,0 0-16,0 0 0,0 24 0,0-24 0,-25 0 0,25 0 0,0 0 15,0 0 1,0 0-16,0 0 0,0 0 0,0 0 0,0 0 0,0 0 0,0 0 0,0 0 0,25 0 16,-25-24-16</inkml:trace>
  <inkml:trace contextRef="#ctx0" brushRef="#br0" timeOffset="362237.7186">21952 8731 0,'0'0'0,"0"0"0,0 0 0,0 0 0,0 0 0,0 0 15,0 0-15,0 0 0,0 0 16,0 0-16,0 0 0,0 25 0,0-25 16,-25 0-16,25 0 0,0 25 0,0-25 0,0 0 0,0 25 0,0-25 0,0 24 0,0-24 15,-24 0-15,24 25 0,0-25 16,0 0-16,0 25 0,0-25 0,-25 25 0,25-25 15,0 0-15,0 0 0,0 25 0,-25-25 0,25 0 0,0 24 0,0-24 0,0 0 16,0 0-16</inkml:trace>
  <inkml:trace contextRef="#ctx0" brushRef="#br0" timeOffset="362844.7536">21109 9252 0,'0'0'0,"0"0"15,0 0 1,0 0-16,0 0 0,0 0 0,0 0 0,0 0 0,0 0 0,0 0 15,0 0-15,0 0 0,0 0 0,0 25 0,0-25 0,0 0 0,0 25 0,0-25 16,0 0-16,0 25 0,0-25 0,0 24 0,0-24 0,0 25 16,0-25-16,0 25 15,0-25-15,0 25 0,-25-25 0,25 25 0,0-25 0,0 24 0,0-24 0,0 0 16,0 25-16,0-25 0,0 0 0,0 25 0,0-25 0,0 0 15,0 25 1,0-25-16,0 0 0,-25 0 0,25 0 0,0 25 0,0-25 0,0 0 0,0 0 0,0 0 16,0 0-16,0 0 0,0 0 15,0 0-15,0 0 0,0 0 0,0 0 0,0 0 0,0-25 16,0 25-16,0 0 0,0 0 0,0 0 0,0-25 0,0 25 0</inkml:trace>
  <inkml:trace contextRef="#ctx0" brushRef="#br0" timeOffset="363197.7738">21109 9500 0,'25'0'0,"-25"0"16,0 0-16,24 0 0,-24 0 0,0 0 0,25 0 15,-25 0-15,0 0 0,0 0 0,25 0 0,-25 0 16,0 0-16,25 0 0,-25 0 0,0 0 0,25 0 0,-25 0 15,0 0-15,24 0 0,-24 0 0,25 0 0,-25 0 16,25 0-16,-25 0 0,25 0 0,-25-25 0,0 25 0,25 0 16,-25 0-16,24 0 0,-24 0 0,25 0 0,-25-24 15,0 24-15,25 0 0,-25 0 0,0 0 16,25 0-16,-25-25 0,0 25 0,0 0 0,0 0 0,0 0 0,25 0 15,-25-25-15,0 25 16,0 0-16,0 0 0,0 0 0,0 0 0,0-25 0,0 25 0,0 0 16,0 0-16,0 0 0,0-25 0,0 25 0,0 0 0,0 0 0,0 0 15,0 0-15,0 0 16,0 0-16,0-24 0,0 24 0,0 0 0,0 0 0,0 0 0,0 0 0,0 0 15,0 0-15,0 24 0,0-24 0,0 0 0,0 0 0,0 0 0,-25 0 16,25 0 0,0 25-16,0-25 0,0 0 0,0 0 0,0 25 0,0-25 0,0 0 0,0 25 0,0-25 15,0 0-15,-25 25 0,25-25 16,0 0-16,0 24 0,0-24 0,0 25 0,0-25 15,0 0-15,0 25 0,0-25 0,-25 0 0,25 25 0,0-25 0,0 0 16,0 25-16,0-25 0,0 0 0,0 0 0,0 0 0,-25 24 0,25-24 16,0 0-16,0 0 15,0 0-15,0 0 0,0 0 0,0 0 0,0 0 0</inkml:trace>
  <inkml:trace contextRef="#ctx0" brushRef="#br0" timeOffset="363578.7956">21630 9500 0,'0'0'0,"0"0"16,0 0-16,0-25 0,0 25 0,0 0 15,0 0-15,24 0 0,-24 0 0,0 0 0,0 0 0,0 0 0,0 0 0,0 0 16,25 0-16,-25 0 0,0 0 0,0 0 0,0 0 0,25 0 15,-25 25-15,0-25 0,0 0 16,0 0-16,0 0 0,0 0 0,0 25 0,0-25 0,0 0 0,0 0 0,0 0 16,0 0-1,0 25-15,0-25 0,0 0 0,0 0 0,0 0 0,-25 25 16,25-25-16,0 0 0,-25 0 0,25 24 0,0-24 0,-24 0 0,24 25 0,0-25 0,0 0 0,-25 0 15,25 25-15,0-25 16,-25 0-16,25 0 0,0 0 0,0 25 0,0-25 16,0 0-16,0 0 0,0 0 0,0 0 0,0 25 0,0-25 0,0 0 0,0 0 15,25 0-15,-25 0 0,0 0 0,25 0 0,-1 0 0,-24 0 16,25 0-16,-25 0 0,25 0 15,0 0-15,0 0 0,-25 0 0,25 0 0,-1 0 0,-24 0 0,25 0 0,-25 0 32,25 0-32,-25 0 0,25 0 0,-25 0 0,25 0 0</inkml:trace>
  <inkml:trace contextRef="#ctx0" brushRef="#br0" timeOffset="364249.8339">21010 10021 0,'0'0'0,"0"0"0,0 0 16,24 0-16,-24 0 0,0 0 0,0 0 0,0 0 0,0 0 16,0 0-16,0 0 15,0 0-15,0 0 0,0 0 0,0 0 0,0 0 0,0 0 0,0 0 0,0 0 0,0 0 16,0 0-16,0 0 0,0 0 15,0 0-15,0 0 0,0 25 0,0-25 16,0 0-16,0 0 0,0 25 0,-24-25 0,24 25 0,0-25 0,0 0 0,0 24 16,0-24-16,0 25 0,0-25 15,-25 25-15,25-25 0,0 25 0,0-25 0,0 25 0,0-25 16,0 24-16,0-24 0,0 25 0,-25-25 0,25 25 0,0-25 0,0 0 15,0 25-15,0-25 0,0 0 0,0 25 0,0-25 0,0 0 16,-25 0-16,25 24 0,0-24 16,0 0-16,0 0 0,0 0 0,0 0 0,0 0 0,0 0 0,0 0 15,0 0-15,0 0 0,0 0 0,0 0 16,0 0-16,0 0 0,0 0 0,0-24 0,0 24 0,0 0 0,0 0 15,0-25-15</inkml:trace>
  <inkml:trace contextRef="#ctx0" brushRef="#br0" timeOffset="364419.8436">21010 10244 0,'0'0'16,"0"0"-16,0 0 0,0 0 0,0 0 0,24 0 15,-24 0-15,0 0 0,0 0 0,0-24 0,25 24 0,-25 0 16,0 0-16,25 0 0,-25 0 0,0 0 0,25 0 16,-25 0-16,25 0 0,-25 0 0,0 0 0,24 0 15,-24 0-15,25 0 0,-25 0 0,25 0 16,-25 0-16,0 0 0,25 0 0,-25 0 15,0 0-15,0 0 0,25-25 0,-25 25 0,0 0 0,0 0 0,0 0 0,0 0 0,0 0 16,0 0-16,0-25 0</inkml:trace>
  <inkml:trace contextRef="#ctx0" brushRef="#br0" timeOffset="364660.8574">21282 10145 0,'0'-25'16,"0"25"-16,0 0 0,0 0 0,0 0 0,0-24 0,-24 24 15,24 0-15,0 0 0,0 0 0,0 0 0,0-25 16,0 25-16,0 0 0,0 0 0,0 0 0,0 0 0,0 0 16,0 0-16,0 0 0,0 0 0,0 0 0,0 0 15,0 0-15,0 0 0,0 25 0,0-25 0,0 0 16,0 0-16,0 24 0,0-24 0,0 0 0,0 25 0,0-25 15,0 25-15,0-25 16,0 25-16,-25-25 0,25 0 0,0 25 0,0-25 0,0 0 0,0 24 16,0-24-16,0 25 0,0-25 0,0 0 0,-25 25 0,25-25 0,0 0 15,0 0 1,0 25-16,0-25 0,0 0 0,0 0 0,0 25 0,0-25 0,0 0 0,0 0 0,-25 0 15,25 24-15,0-24 0,0 0 0,0 0 0,0 0 0,0 0 16,25 0-16,-25 0 16,0 0-16,0 0 0,0 0 0</inkml:trace>
  <inkml:trace contextRef="#ctx0" brushRef="#br0" timeOffset="365274.8926">21431 10269 0,'0'0'0,"0"0"0,0-25 15,0 25-15,0 0 0,0 0 0,0 0 0,0 0 0,0 0 16,0 0-1,0 0-15,0 0 0,25 0 0,-25 0 0,0 0 0,0 0 0,0 0 0,0 0 16,25 0-16,-25 0 0,0 0 0,0 0 0,0 0 0,25 0 0,-25 0 16,0 0-16,0 0 0,0 0 15,0 0-15,0 0 0,24 0 0,-24 0 0,0 0 0,0 0 0,0 25 16,0-25-16,0 0 0,0 0 0,0 0 0,0 0 0,0 0 15,0 0-15,0 25 16,0-25-16,0 0 0,-24 0 0,24 0 0,0 25 0,0-25 0,0 0 0,-25 0 0,25 25 16,0-25-1,0 0-15,-25 0 0,25 0 0,0 24 0,0-24 0,-25 0 0,25 0 16,0 0-16,0 0 0,0 25 0,-25-25 0,25 0 0,0 0 0,0 0 15,0 0-15,0 0 16,0 0-16,0 0 0,0 0 0,0 0 0,0 0 0,0 0 0,0 0 0,0 0 16,0 0-16,25 0 0,-25 0 0,0 0 0,0 0 0,0 0 0,25-25 15,-25 25 1,0 0-16,0 0 0,0 0 0,0 0 0,0 0 0,0 0 0,25 25 0,-25-25 15,0 0-15,0 0 0,0 0 0,0 0 0,0 0 0,0 0 0,0 25 0,0-25 16,25 0 0,-25 0-16,0 0 0,0 25 0,0-25 0,0 0 0,0 0 0,0 0 0,-25 25 15,25-25-15,0 0 0,0 0 0,0 24 0,0-24 0,0 0 16,0 0-16,0 0 0,0 0 0,0 0 15,0 25-15,-25-25 0,25 0 0,0 0 0,0 0 0,0 0 0,-25 0 0,25 0 16,0 0-16,0 0 0,0 0 0,0 0 0,-25 0 0,25 0 16,0 0-16,0 0 0,0 0 0,0 0 15,0 0-15,-24 0 0,24 0 0,0 0 0,0-25 0,0 25 16,0 0-16,0 0 0,0 0 0,0 0 0,0 0 15,0 0-15,0 0 0,0 0 0,0 0 16,0 0-16,0 0 0</inkml:trace>
  <inkml:trace contextRef="#ctx0" brushRef="#br0" timeOffset="366177.9442">20985 10765 0,'0'0'0,"0"0"0,0-25 15,0 25-15,0 0 0,0 0 0,0 0 0,0 0 0,0 0 0,0-24 31,0 24-31,0 0 0,0 0 0,0 0 0,0 0 0,0 0 0,0 0 0,0 0 0,0 0 0,0 0 16,0 0-16,0 0 0,0 0 0,0 0 0,0 0 0,0 0 16,0 0-16,0 0 15,0 0-15,0 0 0,0 24 0,0-24 0,-25 0 0,25 25 0,0-25 16,0 25-16,0-25 0,0 25 0,0-25 0,0 25 0,0-25 15,0 24-15,-25 1 0,25-25 16,0 25-16,0-25 0,0 25 0,0-25 0,0 25 0,0-25 0,0 24 0,0-24 16,0 25-1,0-25-15,0 0 0,0 25 0,-25-25 0,25 25 0,0-25 16,0 0-16,0 25 0,0-25 0,0 0 15,0 0-15,0 24 0,0-24 0,0 0 0,0 0 0,0 0 0,0 0 0,0 0 0,0 25 16,0-25-16,0 0 0,0 0 0,0 0 0,0 0 0,0-25 0,0 25 0,0 0 31,0 0-31,0 0 0,0 0 0,0-24 0,0 24 0,0 0 0,0-25 0,0 25 16,0 0-16,0 0 0,0-25 0</inkml:trace>
  <inkml:trace contextRef="#ctx0" brushRef="#br0" timeOffset="366385.9561">20935 10988 0,'0'0'0,"0"0"0,0-24 0,0 24 15,0 0-15,0 0 0,25 0 0,-25 0 0,0 0 0,0 0 16,25 0-16,-25 0 0,0 0 0,25 0 0,-25 24 15,0-24-15,24 0 0,-24 0 0,0 0 0,25 0 0,-25 0 16,0 0-16,25 0 0,-25 0 0,25 0 0,-25 0 16,0 0-16,25 0 0,-25 0 0,0 0 0,0 0 0,24 0 15,-24 0-15,0-24 0,0 24 0,0 0 0,25 0 16,-25 0-16,0 0 0,0-25 0,0 25 0</inkml:trace>
  <inkml:trace contextRef="#ctx0" brushRef="#br0" timeOffset="366613.9692">21208 10840 0,'0'0'0,"0"0"0,0 0 0,0 0 0,0 0 0,0 0 0,0 0 0,0 0 0,0 0 16,0 0-16,0 0 0,0 0 0,0 0 0,0 0 0,0 0 15,0 0-15,0 24 0,0-24 0,0 0 0,0 25 16,0-25-16,0 25 0,0-25 0,0 0 0,0 25 0,0-25 15,0 25-15,0-25 0,0 24 0,0-24 0,-25 25 16,25-25-16,0 0 0,0 25 0,0-25 0,0 25 16,0-25-16,0 0 0,0 25 0,0-25 0,0 0 0,0 24 15,0-24-15,0 0 0,0 25 0,0-25 0,-25 0 0,25 0 16,0 0-16,0 25 0,0-25 0,0 0 0,0 0 15,0 0-15,0 0 0,0 0 0,0 0 0,0 0 16,0 0-16</inkml:trace>
  <inkml:trace contextRef="#ctx0" brushRef="#br0" timeOffset="367113.9978">21431 11038 0,'0'0'0,"0"0"0,0 0 0,0 0 16,0 0-16,0 0 0,0 0 0,0 0 16,0 25-16,0-25 0,0 0 15,0 0-15,0 0 0,-25 0 0,25 0 0,0 25 0,0-25 0,0 0 0,0 0 16,0 24-16,0-24 0,0 0 0,-24 0 0,24 0 0,0 25 0,0-25 15,0 0 1,0 0-16,0 0 0,-25 25 0,25-25 0,0 0 0,0 0 0,0 0 0,0 0 0,-25 0 16,25 0-16,0 25 0,0-25 0,0 0 0,0 0 0,0 0 15,0 0 1,0 0-16,-25 0 0,25 25 0,0-25 0,0 0 0,0 0 0,0 0 0,0 0 0,0 0 15,0 0-15,0 0 0,0 0 0,0 0 0,0 0 0,0 0 16,0 0 46,0 0-62,0 0 0,0 0 0,0 0 0,0 0 0,0 0 0,0 0 0,0 0 0,0 0 0,25 0 0,-25 0 0,0 0 0,0 0 0,0 0 0,0 0 0,0 0 0,0 0 0,0 0 0,25 0 0,-25 0 0,0 0 0,0 0 0,0 0 0,25 0 0,-25 0 0,0 0 0,0 0 16,24 0 0,-24 0-16,0 0 0,0 0 0,25 0 0,-25 0 0,0 0 15,0 0-15,0 0 0,25 0 0,-25 25 0,0-25 0,0 0 0,0 0 0,25 0 16,-25 0-1,0 0-15,0 0 0,25 0 0,-25 0 0,0 0 0,0 0 0,24 0 0,-24 0 0,0 0 0,0 0 0,0 0 16,25 0 0,-25 0-16,0 0 0,0 0 0,0 0 0,0 0 0,0 0 0,0 0 0,0 0 15,0 0-15,0 0 0,0 0 0,0 0 0,0 0 0,0 0 0,0 0 16,25 0-1,-25 0-15,0 0 0,0 0 0,0 0 0,0 0 0,0 0 0,0 0 16,0 0-16,0 0 0,0 0 0,0-25 0</inkml:trace>
  <inkml:trace contextRef="#ctx0" brushRef="#br0" timeOffset="367355.0115">21605 11112 0,'0'0'0,"0"0"0,0 0 0,0 0 0,0 0 0,0 0 15,0 0-15,0 0 0,0 0 16,0 0-16,0 0 15,-25 0-15,25 0 0,0 0 0,0 0 0,0 0 0,0 0 0,0 25 0,0-25 0,0 0 0,0 0 16,0 25-16,0-25 0,0 25 0,0-25 0,0 25 0,0-25 16,0 25-16,0-25 0,0 0 15,-25 24-15,25-24 0,0 25 0,0-25 0,0 25 0,0-25 0,0 0 0,0 25 16,0-25-16,-25 25 15,25-25-15,0 0 0,0 0 0,0 24 0,0-24 0,0 0 0,0 0 16,0 0-16,0 25 0</inkml:trace>
  <inkml:trace contextRef="#ctx0" brushRef="#br0" timeOffset="381352.8122">13593 8483 0,'0'-25'16,"0"25"-16,25 0 15,-25 0-15,0 0 0,0 0 0,0 0 0,0 0 0,0 0 0,0 0 16,0 0-16,0 0 0,0 0 0,0 0 0,0-24 0,0 24 0,0 0 15,0 0 1,0 0-16,0 0 0,0 0 0,0 0 0,0 0 0,0 0 0,0 0 0,0 0 16,0 0-16,0 0 0,0 0 0,0 0 0,0 0 0,0 0 0,0 0 15,0 0 1,0 0-16,0 0 0,0 0 0,0 0 0,0 0 0,0 0 0,0 0 31,0 0-31,0 0 0,0 0 0,0 0 0,0 0 0,0-25 0,0 25 0,0 0 0,0 0 0,0 0 0,0 0 0,0 0 16,0 0-16,0 0 0,0 0 0,0 0 0,0 0 0,0 0 0,0-25 31,-25 25-31,25 0 0,0 0 0,0 0 0,0 0 0,0 0 0,0 0 0,0 0 0,0 0 15,0-25-15,0 25 0,0 0 0,0 0 0,0 0 0,0 0 0,-25 0 16,25 0 0,0 0-16,0-25 0,0 25 0,0 0 0,0 0 0,0 0 0,0 0 0,-25 0 0,25 0 0,0 0 15,0 0-15,0 0 0,0 0 0,-24 0 0,24 0 0,0-24 16,0 24-1,0 0-15,-25 0 0,25 0 0,0 0 0,0 0 0,0 0 0,0 0 0,-25 0 16,25 0-16,0 0 0,0 0 0,0 0 0,0 0 0,-25 0 0,25 0 16,0-25-1,0 25-15,0 0 0,0 0 0,0 0 0,0 0 0,-25 0 0,25 0 0,0 0 16,0 0-16,-24 0 0,24 0 0,0 0 0,0 0 0,-25 0 0,25 0 0,0 0 47,-25-25-47,25 25 0,0 0 0,-25 0 0,25 0 0,0 0 0,-25 0 0,25 0 0,0 0 0,0 0 0,-24 0 0,24 0 0,0 0 0,-25 0 0,25 0 31,0 0-31,0 0 0,-25 0 0,25 0 0,0 0 0,0 0 0,-25 0 0,25 0 0,0 0 0,0 0 0,0 0 15,0 0 1,-25 0-16,25 0 0,0 25 0,0-25 0,-25 0 0,25 0 0,0 0 0,0 0 0,0 0 16,-24 0-16,24 0 15,0 0-15,0 0 0,-25 0 0,25 0 0,0 0 0,0 0 0,0 0 16,0 25-16,0-25 0,-25 0 0,25 0 0,0 0 0,0 0 0,0 0 0,0 0 0,0 0 15,-25 24-15,25-24 0,0 0 0,0 0 16,0 0-16,0 0 0,0 0 16,0 25-16,-25-25 0,25 0 0,0 0 0,0 0 0,0 0 0,0 0 0,0 25 15,0-25-15,0 0 16,0 0-16,0 0 0,0 0 0,0 25 0,-24-25 0,24 0 0,0 0 0,0 0 15,0 0-15,0 0 0,0 25 0,0-25 0,0 0 0,0 0 0,0 0 16,0 0 0,-25 0-16,25 24 0,0-24 0,0 0 0,0 0 0,0 0 0,0 0 15,0 25-15,0-25 0,0 0 0,0 0 0,-25 0 0,25 0 0,0 25 16,0-25-16,0 0 0,0 0 15,0 0-15,0 0 0,0 25 0,0-25 0,0 0 0,0 0 0,0 0 0,0 25 16,0-25-16,0 0 0,0 0 0,0 0 0,0 0 0,0 24 16,0-24-16,0 0 15,0 0-15,0 0 0,0 0 0,0 25 0,0-25 0,0 0 0,0 0 0,0 0 0,0 0 16,0 0-1,0 25-15,0-25 0,25 0 0,-25 0 0,0 0 0,0 0 0,0 25 0,0-25 32,0 0-32,0 0 0,0 0 0,0 0 0,0 25 0,0-25 0,0 0 0,0 0 0,0 0 0,0 0 0,0 24 15,0-24-15,0 0 0,0 0 0,0 0 0,0 25 0,0-25 0,0 0 16,0 0-1,25 0-15,-25 0 0,0 0 0,0 25 0,0-25 0,0 0 0,0 0 0,0 0 0,0 0 16,0 0-16,0 25 0,0-25 0,0 0 0,0 0 0,0 0 16,0 0-1,0 0-15,24 0 0,-24 25 0,0-25 0,0 0 0,0 0 0,0 0 0,0 24 16,0-24-16,0 0 0,0 0 0,0 0 0,0 0 0,0 25 0,0-25 15,25 0-15,-25 0 16,0 0-16,0 0 0,0 0 0,0 0 0,25 0 0,-25 25 0,0-25 0,0 0 16,0 0-16,25 0 0,-25 0 0,0 0 0,0 0 0,25 25 0,-25-25 15,0 0 1,0 0-16,0 0 0,24 0 0,-24 0 0,0 0 0,0 25 0,0-25 0,0 0 15,0 0-15,0 0 0,25 0 0,-25 0 0,0 0 0,0 0 0,0 24 16,0-24 0,0 0-16,0 0 0,25 0 0,-25 0 0,0 0 0,0 0 0,0 0 0,25 0 15,-25 0-15,0 0 0,0 0 0,0 0 0,25 0 0,-25 0 0,0 0 16,0 0-1,0 25-15,25-25 0,-25 0 0,0 0 0,0 0 0,0 0 0,0 0 0,0 0 0,0 0 16,0 0-16,24 25 0,-24-25 16,0 0-16,0 0 0,0 0 0,0 0 0,25 0 0,-25 0 15,0 0-15,0 0 0,0 0 0,0 0 0,0 0 0,25 0 0,-25 0 0,0 0 16,0 0-16,0 0 15,0 0-15,0 0 0,0 0 0,25 0 0,-25 0 0,0 0 16,0 0-16,0 0 0,0 0 0,0 0 0,0 0 0,25 25 0,-25-25 0,0 0 16,0 0-1,0 0-15,0 0 0,0 0 0,24 0 0,-24 0 0,0 0 0,0 0 0,0 0 0,25 0 16,-25 0-16,0 0 0,0 0 15,0-25-15,0 25 0,25 0 0,-25 0 16,0 0-16,0 0 0,0 0 0,0 0 0,0 0 0,0 0 0,0 0 0,25 0 0,-25 0 0,0 0 0,0 0 16,0 0-16,0 0 15,25 0-15,-25 0 0,0 0 0,0 0 0,0 0 0,0 0 16,0 0-16,0 0 0,24-25 0,-24 25 0,0 0 0,0 0 0,0 0 15,0 0-15,0 0 0,25 0 0,-25 0 0,0-25 0,0 25 0,0 0 16,0 0-16,0 0 16,0 0-16,25 0 0,-25 0 0,0 0 0,0-24 0,0 24 0,0 0 31,0 0-31,25 0 0,-25 0 0,0 0 0,0-25 0,0 25 0,0 0 0,0 0 0,0 0 0,0 0 0,25 0 0,-25-25 15,0 25-15,0 0 0,0 0 0,0 0 0,0 0 16,24-25-16,-24 25 16,0 0-16,0 0 0,0 0 0,0 0 0,0-25 0,25 25 0,-25 0 0,0 0 15,0 0-15,0-24 16,0 24-16,0 0 0,0 0 0,0-25 0,0 25 0,25 0 0,-25 0 0,0 0 0,0-25 15,0 25-15,0 0 0,0 0 0,0-25 0,0 25 0,0 0 0,0 0 32,0 0-32,0-25 0,0 25 0,0 0 0,0 0 0,0 0 0,0-24 0,0 24 62,0 0-62,0 0 0,0-25 0,0 25 0,0 0 0,0 0 0,0-25 0,0 25 0,0 0 0,-25 0 0,25-25 0,0 25 0,0 0 0,0 0 0,0-25 0,0 25 0,0 0 0,-25 0 0,25-24 0,0 24 0,0 0 0,0 0 0,-24 0 0,24-25 16,0 25-1,0 0-15,0 0 0,-25 0 0,25-25 0,0 25 0,0 0 0,-25 0 0,25 0 0,0-25 16,0 25-16,0 0 0,0 0 0,0 0 0,-25 0 0,25-25 15,0 25-15,0 0 16,0 0-16,0 0 0,-25 0 0,25 0 0,0 0 0,0 0 0,0 0 0,0-24 16,0 24-16,-24 0 0,24 0 0,0 0 0,0 0 0,0 0 0,0 0 15,-25 0 1,25 0-16,0 0 0,0 0 0</inkml:trace>
  <inkml:trace contextRef="#ctx0" brushRef="#br0" timeOffset="383622.942">13146 12030 0,'0'0'0,"0"0"0,0 0 16,0 0-16,0 0 0,0 0 0,0 0 0,0 0 0,0 0 0,0 0 31,0 0-31,0 0 0,0 0 0,0 0 0,0 0 0,0 0 0,0-25 0,0 25 0,0 0 16,25 0-16,-25 0 0,0 0 0,0 0 0,0 0 0,0 0 0,0-24 15,0 24-15,0 0 0,0 0 0,0 0 16,0 0-16,0 0 0,25 0 0,-25-25 16,0 25-16,0 0 0,0 0 0,0-25 0,0 25 0,25 0 0,-25-25 0,0 25 0,0 0 15,0-25-15,25 25 16,-25-24-16,0 24 0,0 0 0,0-25 0,25 25 0,-25-25 15,0 25-15,0 0 0,0-25 0,0 25 0,24-25 0,-24 25 0,0 0 0,0-24 0,0 24 32,0 0-32,0-25 0,0 25 15,0 0-15,0-25 16,0 25-16,0 0 0,0-25 0,0 25 0,0 0 0,0 0 0,0-25 0,0 25 0,0 0 0,0 0 0,0 0 0,0-24 0,0 24 0,0 0 0,0 0 0,0 0 15,0 0 1,0 0-16,0 0 0,0 0 0,0 0 0,0 0 0,0 0 0,0 0 16,0 0-16,0 0 0,0 0 0,0 0 0,0 0 0,0 0 0,0 0 15,0 0-15,0 0 0,0 0 0,0 0 0,0 0 0,0 0 0,0 0 16,0 0-16,0 0 0,0 0 15,0 24-15,0-24 0,0 0 0,0 0 0,0 25 0,0-25 16,0 0-16,0 25 16,0-25-16,0 25 0,0-25 0,0 0 0,0 25 0,0-25 0,0 24 0,0-24 15,0 0-15,0 25 0,0-25 0,0 25 0,0-25 0,0 25 0,0-25 0,0 25 31,0-25-31,0 0 0,0 24 0,0-24 0,0 25 0,0-25 0,25 25 0,-25-25 0,0 25 16,0-25-16,0 0 0,0 25 0,0-25 0,0 0 0,0 0 0,0 24 62,0-24-62,0 0 0,0 0 0,0 0 0,0 25 0,0-25 0,0 0 0,0 0 0,0 0 0,0 0 0,0 0 16,0 0-16,0 0 0,0 0 0,0 0 0,0 0 16,0 0-1,0 0-15,0 0 0,0 0 0,0 0 0,0 0 0,0 0 0,0 0 0,0 0 0,0 0 0,0 0 0,0 0 0,0 0 0,0 0 0,0 0 0,0-25 0,0 25 0,0 0 0,0 0 0,0-24 0,0 24 16,0-25-16,0 25 0</inkml:trace>
  <inkml:trace contextRef="#ctx0" brushRef="#br0" timeOffset="384853.0124">14536 11757 0,'0'0'0,"0"0"0,0 0 16,0 0-16,0 0 0,0 0 0,0 0 0,0 0 0,0 0 0,0 0 31,0 0-31,0 0 0,0 0 0,-25 0 0,25 0 0,0 0 0,0 0 0,0-24 0,0 24 0,0 0 16,0 0-16,0 0 0,0 0 0,0 0 0,0 0 0,0 0 15,0 0 1,0-25-16,0 25 0,0 0 0,0 0 0,0 0 0,0 0 0,0 0 0,0-25 16,0 25-16,0 0 0,0 0 0,0 0 0,25-25 0,-25 25 0,0 0 15,0 0-15,0 0 16,0 0-16,0 0 0,24 0 0,-24 0 0,0-25 0,0 25 15,0 0-15,0 0 0,0 0 0,0 0 0,25 0 0,-25 0 0,0 0 0,0 25 16,0-25-16,0 0 0,0 0 0,25 0 0,-25 0 0,0 0 16,0 0-16,0 0 15,0 0-15,0 25 0,0-25 0,0 0 0,0 0 0,0 25 0,0-25 0,25 0 0,-25 0 16,0 25-16,0-25 0,0 0 15,0 24-15,0-24 0,-25 0 0,25 25 16,0-25-16,0 0 0,0 25 0,0-25 0,0 0 0,-25 0 0,25 25 0,0-25 16,0 0-16,0 0 0,0 0 15,0 25-15,0-25 0,-25 0 0,25 0 0,0 0 0,0 0 0,0 0 0,0 24 16,0-24-16,0 0 0,0 0 0,0 0 0,0 0 0,0 0 15,0 0-15,0-24 0,0 24 16,0 0-16,0 0 0,0 0 0,0 0 0,0 0 0,25 0 0,-25 0 0,0 0 31,0 0-31,0 0 0,0 0 0,0-25 0,25 25 0,-25 0 0,0 0 0,0 0 0,0 0 0,0 0 0,0 0 16,0 0-16,25 25 47,-25-25-47,0 0 0,0 0 0,0 0 0,0 0 0,25 0 0,-25 0 0,0 0 0,0 24 0,0-24 0,0 0 0,24 0 0,-24 0 0,0 25 0,0-25 15,0 0-15,25 0 0,-25 25 0,0-25 0,0 0 0,0 0 0,0 25 16,0-25-16,0 0 0,0 0 0,0 25 0,0-25 0,0 0 0,0 0 15,0 24-15,0-24 0,0 0 0,0 0 0,0 0 0,-25 25 0,25-25 16,0 0 0,0 0-16,0 0 0,-24 0 0,24 0 0,0 25 0,0-25 0,-25 0 0,25 0 15,0 0-15,0 0 0,-25 0 0,25 0 0,0 0 0,0 0 0,0 0 0,-25 0 16,25 0-1,0 0-15,0 0 0,0-25 0,0 25 0,0 0 0,0 0 0,0 0 0,0 0 16,0 0 0,0 0-16,0 0 0,25 0 0,-25 0 0,0 0 0,0 0 0,0 0 0,25 0 0,-25 0 15</inkml:trace>
  <inkml:trace contextRef="#ctx0" brushRef="#br0" timeOffset="385933.0741">15726 11733 0,'0'0'0,"0"0"15,0 0-15,0 0 0,0 0 0,0 0 0,0 0 0,0 0 0,0 0 0,0 0 16,0 0-16,0 0 0,0 0 0,0 0 0,0 0 0,0 0 15,0 0-15,0 0 0,0 0 16,0 0-16,0 0 0,0 0 0,0 0 0,0 0 0,0 24 0,0-24 0,0 0 16,0 0-1,0 0-15,0 0 0,0 25 0,0-25 0,0 0 0,0 0 0,0 25 0,0-25 0,0 0 16,0 25-16,0-25 0,0 0 0,0 25 0,0-25 0,0 0 0,0 24 15,0-24 1,25 0-16,-25 25 0,0-25 0,0 0 0,0 0 0,0 25 0,0-25 0,0 0 16,0 0-16,0 0 0,0 25 0,0-25 0,0 0 0,0 0 15,0 0-15,0 0 0,0 0 16,0 0-16,0 0 0,0 0 0,0 0 0,0 0 0,0 0 0,0 0 15,0 0-15,0 0 0,0 0 0,0 0 0,0 0 0,0-25 0,0 25 16,0 0 0,25 0-16,-25 0 0,0 0 0,0 0 0,0 0 0,0 0 0,25 0 0,-25-25 0,0 25 15,24 0-15,-24 0 0,0 0 0,0 0 0,0 0 0,25 0 16,-25 0-16,0 0 15,0 0-15,0 0 0,0 0 0,25 0 0,-25 0 0,0 0 16,0 0-16,0 0 0,25 0 0,-25 25 0,0-25 16,0 0-16,0 0 0,0 25 0,25-25 0,-25 0 0,0 0 0,0 25 15,0-25-15,0 0 0,0 24 0,0-24 0,24 0 0,-24 0 0,0 25 0,0-25 31,0 0-31,0 0 0,0 25 0,0-25 0,0 0 0,0 0 0,0 0 0,0 25 0,0-25 32,0 0-32,0 0 0,0 0 0,0 0 0,0 25 0,0-25 0,0 0 0,0 0 0,0 0 0,0 0 15,0 0-15,0 0 0,0 0 0,-24 0 0,24 0 0,0 0 0,0 24 16,0-24-16,0 0 15,-25 0-15,25 0 0,0 0 0,0 0 0,0 0 0,0 0 16,0 0-16,-25 0 0,25 0 0,0 0 0,0 0 0,0 0 0,0 0 0,0 0 16,0 0-16,-25 0 15,25 0-15,0 0 0,0 0 0,0 0 0,0 0 0,0 0 0,0 0 0,-25 0 0,25 0 16,0 0-16,0 0 0,0 0 0,0-24 0,0 24 0,0 0 15,0 0 1,0 0-16,0-25 0,-24 25 0,24 0 0,0-25 0,24 25 0,-24 0 0,0-25 16,0 25-16</inkml:trace>
  <inkml:trace contextRef="#ctx0" brushRef="#br0" timeOffset="386131.0855">15850 11733 0,'0'0'0,"0"0"0,-25 0 0,25 0 0,0 0 0,0 0 16,0 0-16,0 0 0,0 0 0,0 0 0,0 0 15,0 0-15,0-25 0,25 25 0,-25 0 0,0 0 16,0 0-16,0 0 0,25 0 0,-25 0 0,0 0 0,25 0 16,-25 0-16,25 0 0,-25 0 0,24 0 0,-24 0 15,25 0-15,-25 0 0,25 0 16,-25 0-16,25 0 0,-25 0 0,25 0 0,-1 0 0,-24 0 15,25 0-15,-25 0 0,25 0 0</inkml:trace>
  <inkml:trace contextRef="#ctx0" brushRef="#br0" timeOffset="387175.145">17165 11906 0,'0'0'0,"0"0"0,0 0 15,0 0-15,0-25 0,0 25 0,0 0 0,0 0 16,0 0-16,0 0 16,0 0-16,0 0 0,-25 0 0,25 0 0,0 0 0,0-24 0,0 24 0,0 0 15,0 0-15,-25 0 0,25 0 0,0 0 0,0 0 0,0 0 16,-25-25-16,25 25 15,0 0-15,0 0 0,-24 0 0,24 0 0,0 0 0,0 0 0,-25 0 16,25 0-16,0 0 0,0 0 0,-25 0 0,25 0 0,0 25 0,-25-25 16,25 0-16,0 0 15,-25 0-15,25 24 0,0-24 0,-24 0 0,24 25 0,0-25 0,0 0 0,0 25 0,0-25 0,0 0 31,-25 0-31,25 25 0,0-25 0,0 0 0,0 0 0,0 25 0,0-25 0,25 0 0,-25 0 0,0 24 32,0-24-32,0 0 0,0 0 0,0 0 0,0 25 0,0-25 0,24 0 0,-24 0 0,0 0 15,0 0-15,0 0 0,25 0 0,-25 0 0,0 0 0,25 0 0,-25 0 0,0 0 16,25 0-1,-25 0-15,0 0 0,25 0 0,-25 0 0,24 0 0,-24 0 0,0-25 0,25 25 16,-25 0-16,0 0 0,25 0 0,-25-24 0,0 24 0,0 0 16,25 0-1,-25-25-15,0 25 0,0 0 0,0 0 0,25-25 0,-25 25 0,0 0 0,0 0 0,0 0 0,0-25 16,0 25-16,0 0 0,0 0 0,0-25 0,0 25 15,0 0-15,0 0 16,0 0-16,0 0 0,0 0 0,0-24 0,0 24 0,0 0 0,0 0 0,0 0 16,0 0-16,0 0 0,0 0 0,0 0 0,0 0 0,0 0 0,0 0 15,0 0-15,0 0 16,0 0-16,0 0 0,0 0 0,0 0 0,0 0 0,0 24 0,0-24 0,24 0 15,-24 0-15,0 0 0,0 25 16,0-25-16,0 0 0,0 25 0,25-25 0,-25 0 0,0 25 16,0-25-16,0 25 0,0-25 0,0 0 0,25 24 0,-25-24 0,0 25 0,0-25 15,0 0-15,0 25 0,0-25 16,0 25-16,0-25 0,0 0 0,0 25 0,0-25 15,0 0-15,0 24 0,0-24 0,0 25 0,0-25 0,0 0 0,0 0 0,0 25 32,0-25-32,0 0 0,-25 0 0,25 25 0,0-25 0,0 0 0,0 0 0,0 0 0,0 25 0,0-25 0,0 0 15,0 0-15,0 0 0,0 0 0,0 0 0,0 0 0,-25 0 16,25 0-1,0 25 1,0-25-16,0 0 0,0 0 0,0 0 0,-24-25 0,24 25 0,0 0 0,0 0 0,0 0 0,-25 0 0,25 0 0,0 0 0,0 0 16,0 0-16,0 0 0,-25 0 0,25 0 0,0 0 0,0 0 15,0-25-15,0 25 16,0 0-16,0 0 0,0 0 0,0 0 0,0 0 0,0 0 0,0 0 15,0 0-15,0 0 0,0 0 0,0 0 0,0 0 0,0 0 0,0 0 0,0 0 32,0 0-32,0 0 0,0 0 0,0 0 0,0 0 0,0 0 0</inkml:trace>
  <inkml:trace contextRef="#ctx0" brushRef="#br0" timeOffset="388345.2121">19075 12030 0,'0'0'0,"0"0"16,0 0-1,0 0-15,0-25 0,0 25 0,0 0 0,0 0 0,0 0 0,0 0 0,0 0 16,0 0-16,0 0 0,0-24 0,0 24 0,0 0 0,25 0 0,-25 0 15,0 0-15,0 0 16,0 0-16,0 0 0,0 0 0,0 0 0,0 0 0,0-25 0,0 25 16,0 0-16,0 0 0,0 0 0,0 0 0,0 0 0,0 0 0,0 0 15,0 0-15,0 0 16,0 25-16,0-25 0,0 0 0,0 0 0,-25 0 0,25 0 0,0 0 0,0 0 15,0 24-15,0-24 0,0 0 0,0 0 0,0 25 0,0-25 16,0 0-16,0 0 16,0 25-16,0-25 0,0 0 0,0 0 0,0 25 0,0-25 0,0 0 0,0 0 0,0 25 15,0-25 1,0 0-16,0 0 0,0 0 0,0 0 0,0 24 0,0-24 0,0 0 0,0 0 15,0 0-15,0 0 0,0 0 0,0 0 0,25 0 0,-25 0 0,0 0 16,0 0 0,0 0-16,0 0 0,0 0 0,0 0 0,0 0 0,0 0 0,24 0 15,-24 0-15,0 0 0,0 0 0,0 0 0,25 0 0,-25 0 0,0 0 31,25 0-31,-25 0 0,0-24 0,0 24 0,25 0 0,-25 0 0,0 0 0,0 0 0,0 0 0,25 0 0,-25 0 16,0 0-16,0 24 0,0-24 16,0 0-16,0 0 0,24 0 0,-24 0 0,0 0 0,0 0 0,0 0 15,0 25-15,0-25 0,0 0 0,25 0 0,-25 25 0,0-25 0,0 0 16,0 0-16,0 25 0,0-25 0,0 0 15,0 0-15,0 25 0,0-25 16,0 0-16,0 0 0,0 25 0,0-25 0,0 0 0,0 0 0,0 0 0,0 24 0,0-24 0,0 0 16,0 0-1,0 0-15,0 25 0,0-25 0,0 0 0,0 0 0,0 0 0,0 0 16,0 25-16,-25-25 0,25 0 0,0 0 0,0 0 0,0 0 0,0 0 0,0 25 15,-24-25-15,24 0 16,0 0-16,0 0 0,0 0 0,0 0 0,0 0 0,-25 0 0,25 0 16,0 0-16,0 0 0,0 0 0,-25 0 0,25 0 0,0 0 15,0 0-15,0 0 0,-25-25 0,25 25 16,0 0-16,0 0 0,0 0 0,0 0 0,-25 0 0,25 0 0,0 0 0,0-25 15,0 25-15,0 0 16,0 0-16,0 0 0,0-25 0,0 25 0,0 0 0</inkml:trace>
  <inkml:trace contextRef="#ctx0" brushRef="#br0" timeOffset="388525.2224">19149 12005 0,'0'0'0,"0"0"0,0 0 0,0 0 16,0 0-16,0 0 0,0 0 0,25 0 0,-25 0 0,0 0 15,0 0-15,25 0 0,-25 0 0,0 0 0,25 0 0,-25 0 16,0 0 0,24 0-16,-24 0 0,25 0 0,-25 0 0,0 0 0,25 0 0,-25 0 0,25 25 15,-25-25-15,0 0 0,25 0 0,-25 0 0,0 0 16,24 0-16</inkml:trace>
  <inkml:trace contextRef="#ctx0" brushRef="#br0" timeOffset="389139.2575">19496 12055 0,'0'0'0,"0"0"0,0 0 16,25 0-16,-25-25 0,0 25 0,0 0 0,0 0 15,0 0-15,-25 0 0,25 0 0,0 0 0,0 0 0,0 0 16,0-25-16,0 25 0,0 0 0,0 0 15,0 0-15,0 0 0,0 0 0,0 0 0,0 0 0,0 25 0,-24-25 16,24 0-16,0 0 0,0 0 0,0 0 16,0 0-16,-25 0 0,25 0 0,0 0 0,0 0 0,0 0 0,0 25 31,0-25-31,0 0 0,0 0 0,0 0 0,0 0 0,0 0 0,0 0 0,0 25 15,0-25-15,0 0 0,0 0 0,0 25 0,0-25 0,0 0 0,0 0 0,0 24 32,0-24-32,0 0 0,25 0 0,-25 25 0,0-25 0,0 0 0,24 25 0,-24-25 15,0 25-15,0-25 16,25 0-16,-25 25 0,0-25 15,25 0-15,-25 25 0,0-25 0,0 24 0,25-24 0,-25 0 0,0 25 0,0-25 0,0 0 0,25 25 0,-25-25 0,0 0 0,0 0 32,0 25-32,0-25 0,0 0 0,0 0 0,0 0 0,0 25 0,0-25 0,0 0 0,0 0 0,0 0 0,0 0 0,0 24 31,0-24-31,0 0 0,0 0 0,0 0 0,-25 0 0,25 0 0,0 0 0,0 0 15,0 0-15,-25 0 0,25 0 0,0 0 0,0 0 0,-25 0 0,25 0 32,0 0-32,0 0 0,0 0 0,0 0 0,-25 0 0,25-24 0,0 24 0,0 0 0,0 0 0,0-25 0,0 25 15,0 0-15,0 0 0,0-25 0,0 25 0,0 0 0,0-25 16,0 25-1,0 0-15,25 0 0,-25-25 0,0 25 0,0 0 0,0 0 0,25-24 0,-25 24 0,0 0 0,25-25 32,-25 25-32,0 0 0,0 0 0,0-25 0,25 25 0,-25 0 0,0-25 0,0 25 15,0 0-15,0-25 0,25 25 0,-25 0 0,0 0 0,0-25 0,0 25 0,0 0 31,0-24-31,0 24 0,0 0 0,0 0 0,0 0 0,0 0 0,-25 0 0,25-25 0,0 25 0,0 0 16,0 0-16,-25 0 0,25 0 0,0 0 0,0 0 0,-25 0 16,25 0-1,0 0-15</inkml:trace>
  <inkml:trace contextRef="#ctx0" brushRef="#br0" timeOffset="389892.3006">21010 12080 0,'0'0'16,"0"0"-16,0 0 16,0 0-16,0 0 0,0 0 0,0 0 0,0 0 0,0 0 0,0 0 15,0 0-15,0 0 0,0 0 0,0 0 0,0 0 0,0 0 16,0 0-16,0 25 0,0-25 15,0 0-15,0 0 0,0 0 0,0 0 0,0 0 0,0 0 0,0 24 16,0-24-16,0 0 0,0 0 0,0 0 0,0 25 0,0-25 16,-25 0-16,25 25 15,0-25-15,0 25 0,0-25 0,0 0 0,0 25 0,0-25 0,0 25 0,0-25 16,0 0-16,0 24 0,0-24 0,0 25 15,-25-25-15,25 0 0,0 25 0,0-25 0,0 0 0,0 25 0,0-25 0,0 0 0,0 25 32,0-25-32,0 0 0,0 0 0,0 24 0,0-24 0,0 0 0,0 0 0,0 0 0,0 0 15,0 0-15,0 0 0,0 0 0,0 0 0,0 0 0,0 0 0,0 0 16,0 0-1,0 0-15,0 0 0,0 0 0,0 0 0,0 0 0,0-24 0,0 24 0,0 0 16,0-25-16</inkml:trace>
  <inkml:trace contextRef="#ctx0" brushRef="#br0" timeOffset="390091.312">21084 12254 0,'0'0'0,"0"0"0,0 0 0,0 0 0,0 0 16,0 0-16,25 0 0,-25 0 0,0 0 0,0 0 16,0 0-16,0 0 0,0 0 0,25 0 0,-25 0 0,0 0 15,0 0-15,24 0 0,-24 0 0,0 0 0,25 0 16,-25 24-16,0-24 0,25 0 0,-25 0 0,25 0 15,-25 0-15,0 0 0,25 0 16,-25 0-16,0 0 0,24 0 0,-24 0 0,0 0 0,25 0 0,-25 0 16,0 0-16,0 0 0,25 0 0,-25 0 0,0 0 0,0 0 0,25-24 15,-25 24-15,0 0 16,0 0-16,0 0 0</inkml:trace>
  <inkml:trace contextRef="#ctx0" brushRef="#br0" timeOffset="390338.3261">21382 12129 0,'0'0'0,"0"-24"0,0 24 0,0 0 0,0 0 0,0 0 15,0 0-15,0-25 0,0 25 0,0 0 0,0 0 16,0 0-16,0 0 0,0 0 0,0 0 0,0 0 0,-25 0 15,25 0-15,0 0 0,0 0 0,0 25 0,0-25 16,0 0-16,0 0 0,0 0 0,0 0 0,0 24 0,0-24 16,0 0-16,0 0 0,-25 25 0,25-25 0,0 0 15,0 25-15,0-25 16,0 0-16,0 25 0,0-25 0,0 0 0,0 25 0,0-25 0,0 25 15,0-25-15,0 0 0,-25 24 0,25-24 0,0 25 0,0-25 0,0 0 0,0 25 32,0-25-32,0 25 0,0-25 0,0 0 0,0 0 0,0 25 0,0-25 0,0 0 15,0 0-15,-25 24 0,25-24 0,0 0 0,25 0 0,-25 0 0,0 0 0,0 0 16,0 0-16,0 0 15,0 0-15,0 0 0,0 0 0</inkml:trace>
  <inkml:trace contextRef="#ctx0" brushRef="#br0" timeOffset="390712.3473">21555 12427 0,'0'0'0,"0"0"0,0 0 0,0 0 16,0 0-16,0 0 0,0 0 0,25 0 0,-25 0 15,0-25-15,0 25 0,0 0 0,0 0 0,25 0 0,-25-24 0,0 24 0,0 0 32,0 0-32,25 0 0,-25-25 0,0 25 0,0 0 0,24-25 0,-24 25 0,0 0 0,0 0 15,0-25-15,25 25 0,-25 0 0,0-25 0,0 25 0,0 0 0,0 0 16,0-24-1,0 24-15,0 0 0,0 0 0,0 0 0,0 0 0,0 0 0,0 0 0,0 0 16,0 0-16,0 0 0,0 0 0,0 0 0,0 0 0,0 0 0,0 0 16,0 0-16,0 0 15,0 0-15,0 0 0,0 0 0,0 24 0,0-24 0,0 0 0,0 0 16,0 25-16,0-25 0,0 0 0,0 25 0,0-25 0,0 25 0,0-25 15,0 25-15,0-25 0,0 0 0,0 24 16,0-24-16,0 25 0,0-25 0,0 25 0,0-25 16,0 0-16,0 25 0,0-25 0,0 25 0,0-25 0,0 0 0,0 0 0,0 24 15,0-24 1,0 0-16,0 0 0,0 0 0,0 0 0</inkml:trace>
  <inkml:trace contextRef="#ctx0" brushRef="#br0" timeOffset="408973.392">20265 12923 0,'0'0'0,"0"0"16,0 0-16,0-25 0,0 25 0,0 0 0,0 0 0,0 0 0,0 0 0,0 0 16,0 0-16,0 0 0,0 0 15,0 0-15,0 0 0,0 0 0,0 0 0,0 0 0,0 0 16,0 0-16,0 0 0,0 0 0,0 0 0,0 0 0,0 0 0,0 0 15,0 0-15,0 0 0,0 0 0,0 0 0,0 0 0,0 0 0,0 0 16,0 0 0,0 0-16,0 0 0,0 0 0,0 0 0,0 0 0,0 0 15,0 0-15,0 0 0,0 0 0,0 0 0,0 0 0,0 0 0,0 0 31,0 0-31,0 0 0,0 0 0,0 0 0,0 0 0,0 0 0,0 0 16,0 0-16,0 0 0,0 0 0,0 0 0,0 0 0,0 0 0,0 0 0,0 0 0,0 0 16,0 0-16,0 0 0,0 0 0,0 0 0,0 0 0,0 0 0,0 0 0,0 0 31,0 25-31,0-25 0,-24 0 0,24 0 0,0 0 0,0 0 0,0 0 0,0 0 15,0 0-15,0 0 0,0 0 0,0 0 0,0 0 0,0 0 0,0 0 0,0 0 16,0 0 0,0 0-16,0 0 0,0 0 0,0 0 0,0 0 0,0 0 0,0 0 15,0 0-15,0 0 0,0 0 0,0 0 0,0 0 0,0 0 0,0 0 0,0 0 16,0 0-1,0 0-15,0 0 0,0 0 0,0 0 0,0 0 0,0 0 0,0 0 0,0 0 16,0 0-16,0 0 0,0 0 0,0 0 0,0 0 0,0 0 0,0 0 16,0 0-16,0 0 15,0 0-15,0 0 0,0 0 0,0 0 0,0 0 16,0 0-16,0 0 0,0 0 0,0 0 0,0 0 0,0 0 0,0 0 0,0 0 0,0 0 15,0 0-15,0 0 0,0 0 0,0 0 0,0 0 0,0 0 16,0 0-16,0 0 16,0 0-16,0 0 0,0 0 0,0 0 0,0 0 0,0 0 0,0 0 0,0 0 31,0 0-31,0 0 0,0 0 0,0-25 0,0 25 0,0 0 0,0 0 0,0 0 0,0 0 0,0 0 0,0 0 0,0 0 15,0 0-15,0 0 16,0 0-16,0 0 0,0 0 0,0 0 0,0 0 0,0 0 16,0 0-16,0 0 0,0 0 0,0 0 0,0 0 0,0 0 0,0 0 15,0 0-15,0 0 0,0 0 16,0 0-16,0-24 0,0 24 0,0 0 0,0 0 47,0 0-47,0 0 0,0 0 0,0 0 0,0 0 0,0 0 0,0 0 0,0 0 0,0 0 0,0 0 0,0 0 0,0 0 0,0 0 0,0 0 0,0 0 0,0 0 0,0 0 0,0 0 0,0 0 0,0 0 15,0 0-15,0 0 0,0 0 0,0 0 0,0 0 16,0 0-16,0 0 15,0 0-15,0 0 0,0 0 0,0 0 0,0 0 0,0 0 0,0 0 0,0 0 16,0 0-16,0 0 0,0 0 0,0 0 0,0 0 0,0 0 16,0-25-16,0 25 0,0 0 15,0 0-15,0 0 0,0 0 0,0 0 0,0 0 0,0 0 0,0 0 16,0 0-16,0 0 0,0 0 0,0 0 0,0 0 0,0 0 0,0 0 15,0 0 1,0 0-16,0 0 0,0 0 0,0 0 0,0 0 0,0 0 0,0 0 0,0 0 0,0 0 16,0 0-16,0 0 0,0 0 0,0 0 0,0 0 0,0 0 15,0 0 1,0 0-16,0 0 0,0 0 0,0 0 0,0 0 0,0 0 0,0 0 0,0 0 0,0 0 0,0 0 15,0 0 1,0 0-16,0 0 0,0 0 0,0 0 0,0 0 0,0 0 0,0 0 16,0 0-16,0 0 0,0 0 0,0 0 0,0 0 0,0 0 0,0 0 0,0 0 15,0 0-15,0 0 16,0 0-16,0 0 0,0 0 0,0 0 0,0 0 0,0 0 15,0 0-15,0 0 0,0 0 0,0 0 0,0 0 0,0 0 0,0 0 0,0 0 16,0 0 0,0-25-16,0 25 0,0 0 0,0 0 0,0 0 0,-25 0 15,25 0-15,0 0 0,0 0 0,25-25 0,-25 25 0,0 0 0,0 0 0,0 0 16,0 0-16,0 0 0,0 0 0,0-25 0,24 25 0,-24 0 15,0 0-15,0 0 0,0 0 0,25 0 16,-25 0-16,0 0 0,0 0 0,0 0 0,25 0 0,-25 0 0,0-24 0,0 24 16,0 0-1,25 0-15,-25 0 0,0 0 0,0 0 0,0 0 0,25 0 0,-25 0 16,0 0-16,0 0 0,0 0 0,0 0 0,24 0 0,-24 0 0,0 24 0,0-24 15,0 0 1,0 0-16,0 0 0,0 0 0,0 0 0,0 25 0,0-25 0,0 0 0,0 0 16,0 25-16,0-25 0,0 0 0,0 25 0,0-25 0,0 0 0,0 25 15,0-25 1,-24 0-16,24 24 0,0-24 0,0 0 0,0 0 0,0 25 0,0-25 0,-25 0 0,25 0 15,0 0-15,0 25 0,0-25 0,0 0 16,0 0-16,0 0 0,-25 0 0,25 25 0,0-25 0,0 0 16,0 0-16,0 0 0,0 0 0,0 0 0,0 0 0,0 0 0,0 0 0,0 0 15,0 0 1,0 0-16,0 0 0,0 0 0,0 0 0,0 0 0,0 0 0,0 0 15,0 0-15,0 0 0,0 0 0,0 0 0,0 0 0,0 0 0,0 0 0,0 0 32,0-25-32,0 25 0,0 0 0,0 0 0,25 0 0,-25 0 0,0 0 0,0 0 15,0 0-15,0 0 0,0 0 0,0 0 0,25 0 0,-25 0 0,0 0 0,0 0 16,0 0-16,0 0 15,24 0-15,-24 0 0,0 0 0,0 0 0,0 0 16,0 25-16,0-25 0,0 0 0,25 0 0,-25 0 0,0 25 0,0-25 0,0 0 0,0 0 31,0 24-31,0-24 0,0 0 0,0 25 0,0-25 0,0 0 0,0 0 0,0 25 16,0-25-16,0 0 0,0 0 0,0 25 0,0-25 0,0 0 0,0 0 0,0 25 31,0-25-31,0 0 0,0 0 0,0 0 0,0 0 0,-25 0 0,25 0 0,0 0 0,0 24 0,0-24 16,0 0-16,0 0 0,0 0 0,0 0 0,-24 0 0,24 0 0,0 0 31,0 0-31,0 0 0,0 0 0,-25 0 0,25 0 0,0 0 0,0 0 0,0 0 0,0 0 0,0 0 31,-25 0-31,25 0 0,0 0 0,0 0 0,0 0 0,0 0 0,0 0 0,0 0 0,0 0 16,0 0-16,0 0 0,0 0 0,0 0 0,0 0 0,0 0 0,0 0 15,0 0-15,0 0 0,0 0 0,0 0 0,0 0 0,0 0 16,0 0 15,0 0-31,0 0 0,0 0 0,0 0 0,0-24 0,0 24 0,25 0 0,-25 0 0,0 0 0,0 0 0,0 0 0,25 0 0,-25 0 0</inkml:trace>
  <inkml:trace contextRef="#ctx0" brushRef="#br0" timeOffset="409196.4047">20563 13072 0,'0'0'0,"0"0"0,0 0 0,0-25 0,0 25 0,0 0 16,0 0-16,0 0 0,0 0 0,0 0 16,0 0-16,0 0 0,0 0 0,0 0 0,0 0 0,0 0 0,0 0 15,0 0 1,0 0-16,0 0 0,0 0 0,0 0 0,0 0 0,0 0 0,25 0 0,-25 0 0,0 0 0,0 0 15,0 0 1</inkml:trace>
  <inkml:trace contextRef="#ctx0" brushRef="#br0" timeOffset="409944.4475">20836 12750 0,'0'0'0,"0"0"0,-25-25 16,25 25-16,0 0 0,0 0 0,0 0 0,0 0 0,0 0 0,0 0 31,0 0-31,0 0 0,0 0 0,0 0 0,0 0 0,0 0 0,0 0 0,0 0 0,0 0 16,0 0-16,0 0 0,0 0 0,0 0 0,0 0 0,0 25 0,0-25 15,0 0-15,0 0 0,0 0 0,0 0 0,0 0 0,0 24 16,0-24-16,0 0 16,0 25-16,0-25 0,0 25 0,0-25 0,0 25 0,0-25 0,0 25 0,0-25 0,-25 24 31,25-24-31,0 25 0,0 0 0,0-25 0,0 25 0,0-25 0,0 25 0,0-25 0,0 0 0,0 24 0,0-24 15,0 25-15,0-25 16,0 0-16,0 25 0,0-25 0,0 0 0,0 25 0,0-25 0,-24 0 0,24 0 16,0 25-16,0-25 0,0 0 0,0 0 0,0 0 0,0 0 15,0 0-15,0 0 16,0 0-16,0 0 0,0 0 0,0 0 0,0 0 0,0 0 0,0 0 0,-25 0 15,25 0-15,0-25 0,0 25 16,0 0-16,0-25 0,25 25 0,-25 0 31,0-25-31,0 25 0</inkml:trace>
  <inkml:trace contextRef="#ctx0" brushRef="#br0" timeOffset="410110.457">20762 12923 0,'24'0'0,"-24"0"0,0 0 0,0 0 0,0 0 16,0 0-16,25 0 0,-25 0 0,0 0 0,0 0 0,25-25 16,-25 25-16,0 0 0,25 0 0,-25 0 0,0 0 15,25 0-15,-25 0 0,24 0 0,-24 0 0,25 0 0,-25 0 16,0 0-16,25 0 0,-25 0 0,25 0 0,-25 0 15,25 0-15,-25 0 0,0 0 0,24 0 0,-24 0 16,0 0-16,25 0 0,-25 0 0,0 0 0,0 0 0,25 0 16,-25 0-16,0 0 0,0-24 0,0 24 0,0 0 0</inkml:trace>
  <inkml:trace contextRef="#ctx0" brushRef="#br0" timeOffset="410357.4711">21059 12774 0,'0'0'0,"0"0"15,0-24-15,0 24 0,0 0 0,0 0 0,0 0 0,0 0 16,0-25-16,0 25 0,0 0 0,0 0 0,0 0 15,0 0-15,0 0 0,0 0 0,0 0 0,0 0 16,0 25-16,0-25 0,0 0 0,0 0 0,0 0 0,0 24 16,0-24-16,0 0 0,0 25 0,0-25 31,0 25-31,0-25 0,0 25 0,0-25 0,-25 25 0,25-25 0,0 24 0,0-24 0,0 25 0,0 0 15,0-25-15,0 25 0,0-25 0,0 25 0,0-25 0,0 24 0,0-24 0,0 0 16,0 25 0,0-25-16,0 25 0,0-25 0,0 25 0,0-25 0,0 0 0,0 25 0,0-25 0,0 0 15,0 0 1,0 24-16,0-24 0,0 0 0,0 0 0,0 0 0,0 0 0</inkml:trace>
  <inkml:trace contextRef="#ctx0" brushRef="#br0" timeOffset="410743.4932">21158 13146 0,'0'0'0,"0"0"0,0 0 0,0 0 0,0 0 0,0 0 0,0 0 0,0 0 0,0 0 15,0 0-15,0 0 0,0 0 0,0 0 0,0-24 0,0 24 16,25 0 0,-25 0-16,0 0 0,0-25 0,0 25 0,0 0 0,25 0 0,-25-25 0,0 25 0,0 0 15,0-25-15,0 25 0,0 0 0,25-25 16,-25 25-16,0 0 0,0-24 0,0 24 15,0 0-15,0-25 0,0 25 0,0 0 0,0 0 0,0-25 0,0 25 0,0 0 16,0 0-16,0 0 0,0 0 0,0 0 0,0 0 0,0 0 16,0 0-16,0 0 0,0 0 15,0 0-15,0 0 0,0 0 0,0 0 0,0 0 0,0 0 0,0 0 16,0 25-16,25-25 0,-25 0 0,0 25 0,0-25 0,0 0 0,0 24 15,0-24 1,0 25-16,0-25 0,0 25 0,0-25 0,0 0 0,0 25 0,0-25 0,-25 25 16,25-25-16,0 24 0,0-24 0,0 0 15,0 25-15,0-25 0,0 0 0,0 0 0,0 25 0,0-25 0,0 0 0,0 0 16,0 0-16,0 0 15,0 0-15,0 0 0,0 0 0,25 0 0</inkml:trace>
  <inkml:trace contextRef="#ctx0" brushRef="#br0" timeOffset="411247.522">21704 13022 0,'0'-24'0,"0"24"0,0 0 16,0 0-16,0 0 0,0 0 0,0 0 0,0 0 0,0 0 16,0 0-16,0 0 15,0 0-15,0 0 0,0 0 0,25 0 0,-25 0 0,0 0 0,0 0 0,0 0 16,25 0-16,-25 0 0,0 0 0,25 0 0,-25 0 0,24 0 0,-24 0 31,25 0-31,-25 0 0,25 0 0,-25 0 0,25 0 0,-25 0 0,25 0 0,-25 0 16,24 0-16,-24 0 0,0 0 0,25 0 0,-25 0 0,25 0 0,-25 0 0,0 0 15,25 0 1,-25 0-16,0 0 0,0 0 0,0 0 0,25-25 0,-25 25 0,0 0 15,0 0-15,0 0 0,0 0 0,0 0 0,-25 0 0,25 0 0,0 0 0,0 0 16,0 0 0</inkml:trace>
  <inkml:trace contextRef="#ctx0" brushRef="#br0" timeOffset="411461.5343">21828 12849 0,'0'0'0,"0"0"15,0 0-15,0 0 0,0 0 0,0 0 0,0 0 0,0 0 16,0 0-16,0 0 0,0 0 0,0 0 0,0 0 15,0 25-15,0-25 0,0 0 0,0 0 0,0 24 16,0-24-16,0 25 0,0-25 0,0 25 0,0-25 16,0 25-16,0-25 0,0 25 15,0-25-15,0 24 0,0-24 0,0 25 0,0 0 0,0-25 0,0 25 16,0-25-16,0 25 0,0-25 0,0 24 0,0-24 0,0 25 15,0-25 1,0 25-16,-25-25 0,25 0 0,0 25 0,0-25 0</inkml:trace>
  <inkml:trace contextRef="#ctx0" brushRef="#br0" timeOffset="411961.5627">22622 12799 0,'0'0'0,"0"0"0,-25-25 16,25 25-16,0 0 0,0 0 0,0 0 0,0 0 0,0 0 0,0 0 31,0 0-31,0 0 0,0 0 0,0 0 0,0 0 0,0 0 0,0 0 0,0 0 0,0 0 15,0 25-15,0-25 0,0 0 0,0 0 0,0 0 0,0 25 0,0-25 16,0 25-16,0-25 0,0 0 0,-25 25 16,25-25-16,0 24 0,0-24 0,0 25 0,0 0 15,0-25-15,0 25 0,-25-25 0,25 25 0,0-25 0,0 24 0,0-24 0,0 25 16,0 0-16,-24-25 15,24 25-15,0-25 0,0 25 0,0-25 0,0 0 0,0 24 16,-25-24-16,25 0 0,0 25 0,0-25 0,0 0 0,0 0 0,0 0 16,0 0-16,0 0 0,0 0 15,0 0-15,0 0 0,0 0 0,0 0 0</inkml:trace>
  <inkml:trace contextRef="#ctx0" brushRef="#br0" timeOffset="412164.5745">22498 12948 0,'25'0'0,"-25"0"0,0 0 16,0 0-16,0 0 0,0 0 0,0 0 0,24 0 0,-24 0 15,0 0-15,25 0 0,-25 0 0,0 0 0,25 0 16,-25 0-16,25 0 0,-25 0 0,25 0 0,-25 0 16,24 0-1,-24 0-15,25 0 0,-25 0 0,25 0 0,-25 0 0,25 0 0,-25 0 0,0 0 0,25 0 0,-25 0 16,0 0-16,25 0 0,-25 0 0,0 0 15,0-25-15,0 25 0,0 0 0</inkml:trace>
  <inkml:trace contextRef="#ctx0" brushRef="#br0" timeOffset="412387.5873">22796 12849 0,'0'0'0,"0"0"0,0 0 16,-25-25-16,25 25 0,0 0 0,0 0 0,0 0 15,0-25-15,0 25 0,0 0 0,0 0 0,0 0 0,0 0 16,0 0-16,0 0 0,0 0 0,0 0 0,0 0 16,0 0-16,0 0 0,0 0 0,0 0 0,0 25 0,0-25 15,0 0-15,0 25 0,0-25 0,0 0 0,0 25 16,0-25-16,0 24 0,-25-24 0,25 25 0,0-25 0,0 25 15,0-25-15,0 25 0,0-25 0,0 25 0,-25-25 16,25 24-16,0-24 0,0 25 0,0-25 16,0 25-16,0-25 0,0 25 0,0-25 0,0 0 0,-25 25 0,25-25 15,0 0 1,0 24-16,0-24 0,0 0 0,0 0 0,0 0 0,0 25 0,0-25 0,0 0 15,0 0-15,0 0 0,0 0 0,0 0 0</inkml:trace>
  <inkml:trace contextRef="#ctx0" brushRef="#br0" timeOffset="412794.6105">22845 13097 0,'0'0'0,"0"-25"0,0 25 0,0 0 0,0 0 0,0 0 0,0 0 15,25 0-15,-25 0 0,0 0 16,0 0-16,0 0 0,0-25 0,0 25 0,25 0 0,-25 0 0,0 25 16,0-25-1,0 0-15,0 0 0,0 0 16,25 0-1,-25 0-15,0 25 0,0-25 0,0 0 0,0 0 0,0 0 0,0 25 0,0-25 0,0 0 32,0 0-32,0 24 0,0-24 0,0 0 0,0 0 0,-25 25 0,25-25 0,0 0 0,0 25 0,-25-25 0,25 0 0,0 25 0,0-25 0,-25 0 0,25 0 0,0 25 0,0-25 0,-25 0 0,25 25 15,0-25 1,0 0-16,0 0 0,-24 24 0,24-24 0,0 0 0,0 0 0,0 0 0,0 0 0,0 0 15,0 25-15,0-25 0,0 0 0,0 0 0,0 0 0,0 0 16,0 0-16,0 0 16,24 0-16,-24 0 0,0 0 0,0 0 0,25 0 0,-25 0 0,0 0 0,25 0 15,-25 0-15,25 0 0,-25 0 0,25 0 0,-25 0 0,24 0 16,-24 0-16,25 0 15,-25 0-15,25 0 0,-25 0 0,25 0 0,-25-25 0,25 25 0,-25 0 0</inkml:trace>
  <inkml:trace contextRef="#ctx0" brushRef="#br0" timeOffset="421928.1327">13246 12601 0,'0'0'0,"0"0"0,0 0 0,0 0 0,0 0 0,0 0 0,0 0 0,0 0 0,0 0 0,0 0 0,0 0 0,0 0 0,0 0 0,0 0 0,0 0 0,0 0 16,0 0-16,0 0 0,0 0 0,0 0 0,0 0 0,0 0 0,0 0 0,0 0 0,0 0 15,0 0-15,0 0 0,0 0 0,0 0 0,0 0 141,0-25-141,0 25 0,0 0 0,0 0 0,0 0 0,0 0 0,0 0 0,0 0 0,0 0 0,0 0 0,0 0 0,0-25 0,0 25 0,0 0 0,0 0 0,0 0 0,0 0 0,0 0 0,0 0 0,0 0 0,0 0 0,0-25 0,0 25 0,0 0 0,0 0 0,0 0 0,0 0 0,0 0 0,0 0 0,0 0 0,0 0 0,0 0 0,0 0 0,0 0 0,0 0 0,0 0 0,0 0 0,0 0 31,0-24-31,0 24 0,0 0 0,0 0 0,-25 0 0,25 0 0,0 0 31,0 0-31,0 0 0,0 0 0,0 0 31,0 0-31,0 0 0,0 0 0,0 0 47,0 0-47,0 0 0,0 0 0,0 0 0,0 0 0,0 0 0,0 0 0,-25 0 0,25 0 0,0 0 0,0 0 0,0 0 0,0 0 0,0 24 0,0-24 0,0 0 0,0 0 16,0 0-16,0 0 0,0 0 0,-25 0 0,25 0 0,0 0 0,0 0 0,0 0 0,0 0 0,0 0 0,0 0 0,0 0 0,-25 0 0,25 0 0,0 0 0,0 0 0,0 0 0,0 0 0,0 0 0,0 0 15,0 0-15,0 0 0,0 0 0,0 0 0,0 0 0,0 0 16,0 0 0,0 25-16,0-25 0,0 0 0,0 0 0,-24 0 0,24 0 0,0 0 15,0 0-15,0 0 0,0 0 0,0 0 0,0 0 0,0 0 0,0 25 0,0-25 16,0 0-16,0 0 0,0 0 0,0 0 0,0 0 0,0 25 0,0-25 15,0 0 1,0 0-16,0 0 0,0 0 0,0 0 0,0 25 0,0-25 0,0 0 0,0 0 16,0 0-16,0 0 0,0 24 0,0-24 0,0 0 0,0 0 0,0 0 15,0 0 1,0 25-16,0-25 0,0 0 0,0 0 0,0 0 0,0 0 0,0 25 0,0-25 15,0 0-15,0 0 0,0 0 0,0 0 0,0 25 0,0-25 0,0 0 16,24 0-16,-24 0 0,0 0 16,0 0-16,0 25 0,0-25 0,0 0 46,0 0 110,348-75 32,-348 75-188,0-25 0,0 25 15,0 0-15,0 0 0,0 0 109,0-99-109,0 99 0,0 0 0,0 0 0,0-25 0,0 25 0,0 0 0,0 0 0,0 0 16,0 0-16,0 0 0,0 0 0,0 0 0,0 0 0,0 0 0,0 0 0,0 0 0,0-24 0,0 24 0,0 0 0,0 0 0,0 0 0,0 0 0,0 0 0,0 0 0,0 0 0,0-25 0,0 25 0,0 0 0,0 0 0,0 0 0,0 0 0,0 0 0,0 0 0,0 0 0,0 0 0,0 0 0,0 0 0,0 0 218,-25-25-186,0 0-32,25 25 0,0 0 0,0 0 0,0-25 0,0 25 0,0 0 0,0 0 0,0 0 15,0 0-15,0 0 0,0 0 0,0 0 0,0 0 0,0 0 0,0 0 0,-25 0 0,25 0 0,0 0 0,0 0 0,0 0 0,0 0 0,0 0 0,0 0 0,0 0 0,0 0 0,0 0 0,0 0 0,0 0 0,0 0 0,-24 0 0,24 0 0,0 0 0,0 0 0,0 0 0,0 0 0,0 0 0,0 0 16,0 0-16,0 0 0,0 0 0,0 0 0,-25 0 0,25 0 0,0 0 15,-99 25 641</inkml:trace>
  <inkml:trace contextRef="#ctx0" brushRef="#br0" timeOffset="428330.4991">14312 12675 0</inkml:trace>
  <inkml:trace contextRef="#ctx0" brushRef="#br0" timeOffset="429904.5892">14312 12402 0,'0'0'0,"0"0"0,0 0 0,-25 0 0,25 0 0,0 0 0,0 0 16,0 0-16,0 0 0,0 0 0,0 0 0,0 0 0,0 0 16,0 0-16,0 0 0,0 0 0,0 0 0,0 0 0,0 0 0,0 0 0,0 0 15,0 0-15,0 0 0,0 0 0,0 0 16,0 0-16,0 0 0,0 0 0,0 0 15,0 0-15,0 0 0,0 0 0,0 0 16,0 0-16,0 0 0,0 0 0,0 0 0,0 0 0,0 0 0,0 0 0,0 0 0,0 0 16,0 0-1,0 0-15,0 0 0,0 0 0,0 0 0,0 0 0,0 0 0,0 0 0,0 0 0,0 0 0,0 0 0,0 0 16,0 0-16,0 0 0,0 0 0,0 0 0,0 0 0,0 0 31,0 0-31,0 0 0,0 0 0,0 0 0,0 0 0,0 0 0,0 0 0,0 0 16,0 0-16,0 0 0,0 0 0,0 0 0,0 0 0,0 0 0,0 0 0,0 0 31,0 0-31,0 0 0,0 0 0,0 0 0,0 0 0,0 0 0,0 0 0,0 0 78,0 0-78,0 0 0,0 0 0,0 0 0,0 0 0,0 0 0,0 0 15,0 0-15,0 0 0,0 0 0,0 0 0,0 0 0,0-24 0,0 24 0,25 0 0,-25 0 0,0 0 0,0 0 0,0 0 0,0 0 0,0-25 0,25 25 0,-25 0 0,0 0 0,0 0 0,25-25 0,-25 25 0,0 0 0,25 0 0,-25 0 0,0-25 0,0 25 0,0 0 0,25 0 16,-25 0-16,0-25 0,0 25 0,0 0 0,0 0 0,0 0 16,0 0 30,0 0-46,0 0 0,0 0 0,0 0 0,0 0 0,0 0 0,0 0 0,0 0 0,0 0 0,0 0 0,0 0 16,0 0-16,0 0 0,0 0 0,0 0 0,0 0 0,0 0 0,0 0 0,0 0 0,0 0 0,0 0 0,0 0 0,0 0 16,0 0-16,0 0 0,0 0 0,0 0 0,0 0 0,0 0 0,0 0 15,0 0-15,0 0 0,0 0 0,0 0 0,0 0 0,0 0 0,0 0 16,0 0-16,0 0 0,0 0 0,0 0 15,0 0-15,0 0 0,0 0 0,0 0 0,0 0 0,0 0 0,0 25 16,0-25 0,0 0-16,0 0 0,0 0 0,0 0 0,24 25 0,-24-25 0,0 0 0,0 0 15,0 0-15,0 25 0,0-25 0,0 0 0,0 0 0,0 0 0,0 25 16,0-25-1,0 0-15,0 0 0,0 24 0,0-24 0,0 0 0,0 25 0,0-25 0,0 0 47,0 25-47,0-25 0,0 0 0,-24 25 0,24-25 0,0 0 0,0 25 0,0-25 0,0 24 0,0-24 0,0 0 0,0 25 0,0-25 0,0 0 0,0 25 0,0-25 0,0 0 0,0 0 16,0 25-16,0-25 15,0 0-15,0 0 0,0 0 0,0 0 0,0 25 0,0-25 0,0 0 0,0 0 16,0 0-16,0 0 78,0 0-31,0 0-47,0 0 0,0 0 0,0 0 0,0 0 0,0 0 0,0 0 0,0 0 0,0 0 0,0 0 0,0 24 0,0-24 0,0 0 0,0 0 0,0 0 0,0 0 0,0 0 0,0 0 0,0 0 0,0 0 0,0 0 0,0 0 0,0 0 0,0 0 0,0 0 0,0 0 0,0 0 0,0 0 0,0 0 0,0 0 0,0 0 0,0 0 0,0 0 0,0 0 0,0 0 0,0-24 0,0 24 15,0 0-15,0 0 16,0 0-16,0 0 0,0 0 0,0 0 0,24 0 0,-24-25 0,0 25 0</inkml:trace>
  <inkml:trace contextRef="#ctx0" brushRef="#br0" timeOffset="431614.687">14585 12402 0,'0'0'0,"0"0"0,0 0 0,0 0 0,0 0 0,0 0 0,0 0 0,0 0 0,0 0 0,0 0 0,0 0 0,0 0 0,0 0 0,0 0 0,0 0 0,0 0 0,0 0 0,0 0 0,0 0 0,0 0 0,0 0 0,0 0 0,0 0 0,0 0 0,0 0 0,0 0 0,0 0 0,0 0 16,0 0-16,0 0 0,0 0 0,0-24 0,0 24 0,0 0 0,0 0 0,0 0 0,0 0 0,0 0 0,0 0 0,0 0 15,0 0-15,0 0 16,0 0-16,0 0 0,0 0 0,0 0 0,0 0 0,0 0 16,0 0-16,0 0 0,0 0 0,0 0 15,0-25-15,0 25 16,0 0-16,0 0 0,0 0 0,0 0 0,0 0 0,0 0 0,0 0 0,0 0 0,0 0 0,0 0 0,0 0 15,25 0 1,-25 0-16,0 0 0,0-25 0,0 25 0,0 0 0,0 0 0,0 0 0,0 0 0,0 0 16,0 0-16,0 0 0,0 0 0,0 0 0,0 0 0,0 0 0,0 0 15,0-25-15,0 25 0,0 0 0,0 0 16,0 0-16,0 0 0,0 0 0,0 0 15,0 0-15,0 0 0,0 0 0,0 0 0,0 0 0,0 0 0,0 0 0,0 0 16,0 0-16,0 0 0,0 0 0,0 0 0,0 0 0,0 0 0,0 0 16,0 0-1,0 0-15,0 25 0,0-25 0,0 0 0,0 0 0,0 0 0,0 0 16,0 0-16,0 0 0,0 0 0,0 0 0,0 0 0,0 0 0,0 0 0,0 0 15,0 0-15,0 0 16,0 0-16,0 0 0,0 0 0,0 0 0,0 0 0,0 0 0,0 0 16,0 0-16,0 0 0,0 0 0,0 0 0,0 0 0,0 0 0,0 0 15,0 0-15,0 0 0,0 0 0,0 0 16,-25 0-16,25 0 0,0 0 15,0 0-15,0 0 0,0 0 0,0 0 0,0 0 0,0 0 0,25 0 0,-25 0 16,0 0-16,0 0 0,0 0 0,0 0 0,0 0 0,0 25 0,0-25 16,0 0-16,-25 0 15,25 0-15,0 0 0,0 25 0,0-25 0,0 0 0,0 0 0,0 24 16,0-24-16,0 0 0,0 0 0,0 25 0,0-25 0,0 0 0,0 0 15,0 25 1,0-25-16,0 0 0,0 0 0,0 0 0,0 25 0,0-25 0,0 0 0,0 0 16,0 0-16,0 25 0,0-25 0,0 0 0,0 0 0,0 0 0,0 0 15,0 0-15,0 0 16,0 0-16,0 0 0,0 0 0,0 0 0,0 0 0,0 0 0,0 0 15,0 0-15,0 0 0,0 0 0,0 0 0,0 0 0,0 0 0,0 0 16,0 0-16,0 0 16,0 0-16,0 0 0,0 0 0,0 0 0,0 0 0,0 0 0,0 0 15,0 0-15,0 0 16,0 0-16,0 0 0,0 0 0,0 0 0,0 0 0,0 0 0,0 0 0,0 0 15,0 0-15,0-25 0,0 25 0,0 0 0,0 0 0,0 0 0,0 0 0,0 0 16,25 0-16,-25 0 16,0 0-16,0 0 0,0 0 0,0 0 0,0 0 0,25 0 15,-25-25-15,0 25 0,0 0 0,0 0 0,0 0 0,0 0 0,25 0 0,-25 0 16,0 0-16,0 0 0,0 0 0,0 0 0,0 0 0,24 0 15,-24 0-15,0 0 0,0 0 16,0 0-16,0-25 0,0 25 0,25 0 0,-25 0 0,0 0 0,0 0 0,0 0 16,0 0-1,0 0-15,0 25 0,0-25 0,0 0 0,0 0 0,0 0 16,0 0-16,25 0 0,-25 0 0,0 0 0,0 0 0,0 0 0,0 0 0,0 0 0,0 25 0,0-25 31,0 0-31,0 0 0,25 0 0,-25 25 0,0-25 0,0 0 0,0 0 0,0 24 16,0-24-16,0 0 0,0 0 0,0 25 0,0-25 0,0 0 0,0 25 15,0-25-15,0 0 0,0 0 0,25 0 16,-25 25-16,0-25 0,0 0 0,0 0 0,0 25 15,0-25-15,0 0 0,0 0 0,0 0 0,0 24 0,0-24 0,0 0 0,0 0 16,0 0-16,0 0 0,0 0 0,-25 25 16,25-25-16,0 0 0,0 0 0,0 0 15,0 0-15,0 25 16,0-25-16,0 0 0,0 0 0,0 0 0,-25 0 0,25 25 0,0-25 0,0 0 15,0 0-15,0 0 0,-25 0 0,25 25 0,0-25 0,0 0 0,0 0 16,0 0-16,-25 0 0,25 0 0,0 0 0,0 0 0,0 0 0,0 0 31,0 0-31,0 24 0,-24-24 0,24 0 0,0-24 0,0 24 0,0 0 0,0 0 16,-25 0-16,25 0 0,0 0 0,0 0 0,0 0 0,0 0 0,0 0 0,0 0 0,-25 0 31,25 0-31,0 0 0,0 0 0,0 0 0,0-25 0,0 25 0,-25 0 0,25 0 16,0 0-16,0 0 0,0 0 0,0 0 0,0 0 0,0 0 0,0 0 15,0 0-15,0 0 16,0 0-16,0 0 0,0 0 0,0 0 0,0 0 0,0 0 0,0 0 0,0 0 15,0 0-15,0 0 0,0 0 0,0 0 0,0 0 0,0 0 0,0 0 32,0 0-32,0 0 0,0 0 0,0 0 0,0 0 0,0-25 0,0 25 15,0 0-15,0 0 0,0 0 0,0-25 0,25 25 0,-25 0 0,0 0 0,0 0 0,0-25 16</inkml:trace>
  <inkml:trace contextRef="#ctx0" brushRef="#br0" timeOffset="432285.7254">14684 12378 0,'0'0'0,"0"0"31,0 0-31,0 0 0,0 0 0,0 0 0,0 0 0,0 0 0,0 0 0,0 0 16,0 0-16,0 0 0,0 0 0,0 0 0,0 0 0,0 0 0,0-25 0,0 25 15,0 0 1,0 0-16,0 0 0,0 0 0,-24 0 0,24 0 0,0 0 0,0 0 0,0 0 15,0 0-15,0 0 0,0 0 0,0 0 0,0 0 0,0 0 0,0 0 16,0 0 0,0 0-16,0 0 0,0 0 0,0 0 0,0 0 0,0 0 0,0 0 0,0 0 15,0 0-15,0 0 0,0 0 0,0 0 0,0 0 16,0 0-16,0 0 0,0 0 0,0 0 0,0 0 15,0 0-15,0 0 0,0 0 0,0 0 0,0 0 0,0 0 0,0 0 0,0 0 16,0 0-16,0 0 0,0 0 0,0 0 0,0 0 0,0 0 16,0 0-1,0 0-15,0 0 0,0 0 0,0 0 0,0 0 0,0 0 0,0 0 0,0 0 16,0 0-16,0 0 0,0 0 0,0 0 0,0 0 0,0 0 0,0 0 31,0 0-31,0 0 0,24 0 0,-24 0 0,0 0 0,0 0 0,0 0 0,0 0 16,25 0-16,-25 0 0,0 0 0,0 0 0,25-25 0,-25 25 0,0 0 0,0 0 15,25 0 1,-25 0-16,0 0 0,0 0 0,25 0 0,-25 0 0,0 0 0,0 0 0,24 0 15,-24 0-15,0 0 0,0 0 0,0 0 0,25 0 0,-25 0 0,0 0 16,0 0-16,0 0 0,0 0 0,0 0 16,25 0-16,-25 0 0,0 0 0,0 0 0,0 0 15,0 0-15,0 0 0,0 0 0,0 0 0,0-25 0,0 25 0,0 0 0,0 0 31,0 0-31,0 0 0,0 0 0,0 0 0,0 0 0,0 0 0,25 0 0,-25 0 16,0 0-16,0 0 0,0 0 0,0 0 0,0 0 0,0 0 0,0 0 0,0 0 16,0 0-1,0 0-15,0 0 0,0-25 0,0 25 0</inkml:trace>
  <inkml:trace contextRef="#ctx0" brushRef="#br0" timeOffset="436920.9905">15652 12774 0,'0'0'0,"0"0"15,0 0 1,0 0-16,0 0 0,0 0 0,0 0 0,0 0 0,0 0 0,0 0 0,0 0 16,0 0-16,0 0 0,0 0 0,0 0 0,0 0 0,0 0 0,0 0 15,0 0-15,0 25 0,0-25 16,0 0-16,0 0 0,0 0 0,0 0 0,0 0 0,0 0 0,0 0 15,0 0-15,0 0 0,0 0 0,0 0 0,0 0 0,0 0 0,0 0 16,0 0 0,0 0-16,0 0 0,0 0 0,0 0 0,0-25 0,0 25 0,25 0 0,-25 0 15,0 0-15,0 0 0,0 0 0,0-24 0,0 24 0,0 0 0,24-25 0,-24 25 16,0 0-1,0-25-15,0 25 0,0-25 0,0 25 0,25 0 0,-25-25 16,0 25-16,0-24 0,0 24 0,0 0 0,0-25 0,25 25 0,-25-25 0,0 25 16,0 0-1,0-25-15,0 25 0,0 0 0,0 0 0,0-25 0,0 25 0,0 0 0,0 0 31,0 0-31,0 0 0,0 0 0,0-24 0,0 24 0,0 0 0,0 0 0,0 0 0,0 0 0,0 0 0,0 0 0,0-25 16,25 25-16,-25 0 0,0 0 0,0 0 0,0 0 0,0 0 16,0 0-16,0-25 15,0 25-15,0 0 0,0 0 0,0 0 0,0 0 0,0 0 0,0 0 0,0 0 16,0 0-16,0 0 0,0 0 0,0 0 15,0 0-15,0 0 0,0 0 0,0 0 0,0 0 16,0 0-16,0 0 0,0 0 0,0 0 0,0 0 0,0 25 0,0-25 16,0 0-16,0 0 0,0 0 0,0 0 0,0 0 0,0 0 0,0 25 31,0-25-31,0 0 0,0 0 0,0 24 0,0-24 0,0 0 0,0 0 0,0 0 0,25 25 0,-25-25 15,0 0-15,0 25 0,0-25 0,0 0 0,0 25 0,0-25 16,0 0-16,0 0 16,0 25-16,0-25 0,0 0 0,0 24 0,0-24 0,0 0 15,0 25-15,0-25 0,0 0 0,0 25 16,0-25-16,0 0 0,0 25 0,0-25 0,0 0 0,0 25 0,-25-25 15,25 0-15,0 0 0,0 24 0,0-24 0,0 0 0,0 0 0,0 25 0,0-25 16,0 0-16,0 0 0,0 25 0,0-25 16,0 0-16,0 0 0,0 0 0,0 0 0,0 0 15,0 25-15,0-25 0,0 0 0,0 0 0,0 0 0,0 0 0,0 0 0,0 0 31,0 0-31,0 0 0,0 0 0,0 0 0,0 0 0,0 0 0,0 0 0,0 0 0,0 0 0,0 0 16,0 0 0,0 0-16,0 0 0,0-25 0,0 25 0,0 0 0,0 0 0,0 0 0,0 0 15,0 0-15,25 0 0,-25-25 0,0 25 0,0 0 0,0 0 0,0 0 0,0-25 31,0 25-31,0 0 0,0 0 0</inkml:trace>
  <inkml:trace contextRef="#ctx0" brushRef="#br0" timeOffset="438049.055">16123 12452 0,'0'-25'0,"0"25"15,0 0 1,0 0-16,0 0 0,0 0 0,0 0 0,0 0 0,0 0 0,0 0 0,0 0 15,0 0-15,0 0 0,0 0 0,0 0 0,0 0 0,0 0 0,0 0 0,0 0 16,0-25 0,0 25-16,0 0 0,0 0 0,0 0 0,0 0 0,0 0 0,0 0 15,-25 0-15,25 0 0,0 0 0,0 0 0,0 0 0,0 0 0,0 0 0,0 0 31,0 0-31,0 0 0,0 0 0,0 0 0,0 0 0,0 0 0,0 0 0,0 0 16,0 0-16,-25 0 0,25 0 0,0 0 0,0 0 0,0 0 0,0 0 16,0 0-16,0 25 0,0-25 0,0 0 0,0 0 0,-24 0 15,24 0-15,0 0 16,0 0-16,0 0 0,0 0 0,0 25 0,0-25 0,0 0 0,0 0 0,0 0 0,-25 25 15,25-25-15,0 0 0,0 0 0,0 0 0,0 25 16,0-25-16,0 0 0,0 0 16,0 0-16,0 24 0,0-24 0,-25 0 0,25 0 0,0 0 0,0 25 0,0-25 0,0 0 31,0 0-31,0 0 0,0 0 0,0 25 0,0-25 0,0 0 0,0 0 0,0 0 0,0 25 0,0-25 15,0 0 1,0 0-16,0 0 0,0 25 0,0-25 0,0 0 0,0 0 0,0 0 0,-25 24 0,25-24 0,0 0 16,0 0-16,0 0 15,0 25-15,0-25 0,0 0 0,0 0 0,0 0 0,0 25 0,0-25 16,0 0-16,0 0 0,0 0 0,0 0 0,0 25 0,0-25 0,0 0 15,0 0-15,0 0 16,0 25-16,0-25 0,25 0 0,-25 0 0,0 24 0,-25-24 0,25 0 16,0 0-16,0 25 0,0-25 0,0 0 0,0 0 0,0 0 0,0 0 0,25 0 15,-25 25-15,0-25 0,0 0 0,0 0 0,0 0 16,0 0-16,0 0 15,0 25-15,0-25 0,0 0 0,0 0 0,0 0 0,0 0 0,0 0 0,0 0 0,25 0 16,-25 25-16,0-25 16,0 0-16,0 0 0,0 0 0,0 0 0,25 0 0,-25 0 15,0 0-15,0 0 0,0 0 0,0 0 0,0 0 0,0 0 0,0 0 0,0 0 16,0 0-16,24 0 0,-24 0 0,0 0 0,0 0 0,0 24 15,0-24 1,0 0-16,25 0 0,-25 0 0,0 0 0,0 0 0,0 0 0,0 0 0,0 0 0,25 0 16,-25 0-16,0 0 0,0 0 0,0 0 0,0 0 0,0 0 15,25-24 1,-25 24-16,0 0 0,0 0 0,0 0 0,0 0 0,25 0 0,-25 0 15,0 0-15,0 0 0,0 0 16,24-25-16,-24 25 0,0 0 0,0 0 0,0 0 0,25 0 0,-25 0 0,0-25 0,0 25 16,0 0-16,0 0 0,0 0 0,0 0 0,0 0 0,0-25 0,0 25 15,25 0-15,-25 0 0,0 0 0,0 0 0,0 0 0,0-25 16,0 25-16,0 0 0,0 0 15,0 0-15,0-24 0,0 24 0,0 0 0,0 0 0,0 0 0,0-25 16,0 25 0,0 0-16,0 0 0,-25 0 0,25-25 0,0 25 0,0 0 0,0 0 0,0 0 15,0-25-15,0 25 0,0 0 0,0 0 0,0 0 0,0 0 0,0 0 16,0 0-1,0 0-15,-25 0 0,25-25 0,0 25 0,0 0 0,0 0 0,0 0 0,0 0 0,0 0 16,0 0-16,0 0 0,0 0 0,0 0 0,0 0 0,0 0 0,-24 0 31,24 0-31,0 0 0,0 0 0,0 0 0,0 0 0,-25 0 0,25 0 0,0 0 16,0 0-16,-25 25 0,25-25 0,0 0 0,0 0 0,0 0 0,-25 0 0,25 0 15,0 0 1,0 0-16,0 0 0,0 0 0,0 0 0,0 0 0,-25 0 0,25 0 0,0 0 16,0 0-16,0 0 0,0 0 0,0 0 0</inkml:trace>
  <inkml:trace contextRef="#ctx0" brushRef="#br0" timeOffset="442013.2817">17016 12650 0,'0'0'0,"0"0"0,0 0 15,0 0-15,0 0 16,0 0-16,0 0 0,0 0 0,0 0 0,0 0 0,0 0 0,0 0 15,0 0-15,0 0 0,0 0 0,0 0 0,0 0 0,0 0 0,0 0 16,0 0-16,0 0 0,0 0 0,0 0 0,0 0 0,-25 0 16,25 0-16,0 0 15,0 0-15,0 0 0,0 0 0,0 0 0,0 0 0,0 0 0,0 0 16,0-24-16,0 24 0,0 0 0,0 0 0,0 0 0,-25 0 0,25 0 0,0 0 15,0 0 1,0 0-16,0 0 0,0 0 0,0 0 0,0 0 0,0 0 0,0 0 16,0 0-16,0 0 0,0 0 0,-24 0 0,24 0 0,0 0 0,0 0 15,0-25 1,0 25-16,0 0 0,0 0 0,0 0 0,0 0 0,0 0 0,0 0 0,0 0 0,0 0 0,0-25 15,0 25-15,0 0 0,0 0 0,-25 0 0,25 0 0,0 0 16,0 0 0,0 0-16,0 0 0,0 0 0,0-25 0,0 25 0,0 0 0,0 0 0,0 0 0,25 0 31,-25 0-31,0 0 0,0 0 0,0 0 0,0 0 0,0 0 0,0 0 0,0 0 15,24 0-15,-24 0 0,0 0 0,0-25 0,0 25 0,0 0 0,0 0 0,0 0 16,25 0-16,-25 0 0,0 0 0,0 0 0,0 0 0,0 0 31,0 0-31,0 0 0,0 0 0,0 0 0,25 0 0,-25 0 16,0 0-16,0 0 0,0 0 0,0 25 0,0-25 0,0 0 15,25 0-15,-25 0 0,0 0 0,0 0 0,0 0 0,0 0 0,0 0 16,0 0-16,0 25 0,25-25 0,-25 0 0,0 0 0,0 0 0,0 25 16,0-25-16,0 0 0,0 0 0,0 0 0,0 0 0,0 25 0,0-25 15,0 0-15,0 0 0,0 0 16,0 0-16,0 24 0,0-24 0,0 0 0,0 0 0,0 25 0,0-25 15,0 0-15,0 0 0,0 25 0,-25-25 0,25 0 0,0 0 16,0 0-16,0 25 0,0-25 16,0 0-16,0 0 0,-25 25 0,25-25 0,0 0 0,0 0 0,0 0 0,0 0 15,0 24 1,0-24-16,0 0 0,-25 0 0,25 0 0,0 0 0,0 0 0,0 0 15,0 0-15,0 0 0,0 0 0,0 0 0,0 0 0,0 25 0,-25-25 0,25 0 16,0 0 0,0 0-16,0 0 0,0 0 0,0 0 0,0 0 0,0 0 0,0 0 0,0 0 0,0 0 15,0 0 1,0 0-16,0 0 0,0 0 0,0 0 0,0 0 0,0 0 0,0 0 0,0 0 15,0 0-15,0 0 0,0 0 0,0 0 0,0 0 0,0 0 0,0 0 0,0 0 0,0 0 16,0 0-16,0 0 16,0 0-16,0 0 0,25 0 0,-25 0 0,0 0 15,0 0-15,0 0 0,0 0 0,0 0 0,0-25 0,25 25 0,-25 0 0,0 0 16,0 0-1,0 0-15,0 0 0,0 0 0,25 0 0,-25 0 16,0 0-16,0 0 0,0 0 0,0 0 0,0 0 0,0 0 0,0 0 0,0 0 0,25 0 0,-25 0 0,0 0 16,0 0-16,0 25 0,0-25 0,0 0 0,0 0 15,24 0-15,-24 0 16,0 0-16,0 0 0,0 0 0,0 0 0,25 25 0,-25-25 0,0 0 0,0 0 15,0 0-15,0 25 0,0-25 0,0 0 0,0 0 16,0 0-16,0 0 0,0 0 16,25 25-16,-25-25 0,0 0 0,0 0 0,0 0 0,0 24 0,0-24 0,0 0 0,0 0 31,-25 0-31,25 25 0,0-25 0,0 0 0,0 0 0,0 0 0,0 0 0,0 0 0,0 25 0,-25-25 15,25 0-15,0 0 0,0 0 0,0 0 0,0 0 0,0 0 0,-24 0 16,24 0 0,0 0-16,0 25 0,0-25 0,-25 0 0,25 0 0,0 0 0,0 0 0,0 0 15,-25 0 1,25 0-16,0 0 0,0 0 0,0 0 0,0 0 0,0 0 0,-25 0 0,25 0 0,0 0 15,0 0-15,0 0 0,0 0 0,0 0 0,0 0 0,0 0 0,0 0 0,0-25 32,0 25-32,0 0 0,-25 0 0,25 0 0,0 0 0,0 0 0,0 0 0,0 0 0,0 0 15,0 0-15,0 0 0,0 0 0,25-25 0,-25 25 0,0 0 0,0 0 16,0 0 15,0 0-31,0-25 0,0 25 0,25 0 0,-25 0 0,0 0 0,0-24 0,0 24 0</inkml:trace>
  <inkml:trace contextRef="#ctx0" brushRef="#br0" timeOffset="442764.3247">17363 12626 0,'0'0'32,"0"-25"-32,0 25 0,0 0 0,0 0 0,0 0 0,0 0 0,0 0 0,0 0 0,0 0 0,0 0 0,0 0 15,0 0 1,0 0-16,0 0 0,0 0 0,0 0 0,0 0 0,0 0 0,0 0 0,0 0 0,0 0 15,0 0-15,0 0 0,-25 0 0,25 0 0,0 0 0,0 0 16,0 0-16,0 0 0,0 0 16,0 0-16,0 0 0,0 0 0,0 0 0,0 25 0,0-25 0,-24 0 15,24 0-15,0 0 0,0 0 0,0 24 16,0-24-16,0 0 0,0 0 0,0 25 15,0-25-15,-25 0 0,25 25 0,0-25 0,0 0 0,0 25 0,0-25 0,0 0 0,0 0 16,0 25-16,0-25 16,0 0-16,-25 24 0,25-24 0,0 0 0,0 25 0,0-25 15,0 25-15,0-25 0,0 0 0,0 25 0,0-25 0,0 0 0,0 25 0,0-25 16,0 0-16,0 24 0,0-24 0,0 0 0,0 0 15,0 25-15,0-25 0,0 0 16,0 25-16,0-25 0,0 0 0,0 0 0,0 25 0,25-25 0,-25 0 0,0 0 16,0 0-16,0 25 0,0-25 0,0 0 0,0 0 15,0 0-15,25 0 0,-25 0 16,0 0-16,0 0 0,0 0 0,0 0 0,0 24 0,24-24 0,-24 0 0,0 0 15,0 0-15,25 0 0,-25 0 0,0 0 0,25 0 0,-25 0 16,0 0-16,0 0 0,25 0 16,-25 0-16,0 0 0,0 0 0,25 0 0,-25-24 0,0 24 0,0 0 15,24 0 1,-24 0-16,0 0 0,0 0 15,25-25-15,-25 25 0,0 0 0,0 0 0,0 0 0,0-25 0,25 25 0,-25 0 0,0 0 0,0 0 0,0-25 0,0 25 0,0 0 16,25 0-16,-25-25 0,0 25 0,0 0 0,0 0 16,25-24-16,-25 24 15,0 0-15,0 0 0,0-25 0,0 25 0,0 0 0,0 0 0,0-25 0,0 25 16,0 0-16,0-25 0,0 25 0,0 0 0,0 0 0,0-25 0,0 25 15,0 0 1,0-24-16,0 24 0,0 0 0,0 0 0,0-25 0,0 25 0,0 0 0,0-25 16,0 25-16,0 0 0,0 0 0,0 0 0,-25-25 0,25 25 0,0 0 15,0 0 1,0 0-16,0-25 0,0 25 0,-25 0 0,25 0 0,0 0 0,0 0 15,0 0-15,0-24 0,-25 24 0,25 0 0,0 0 0,0 0 0,0 0 0,0-25 16,-25 25-16,25 0 16,0 0-16,0 0 0,0 0 0,-24-25 0,24 25 0,0 0 15,0 0-15,0 0 0,0 0 0,0-25 0,-25 25 0,25 0 0,0 0 0,0 0 16,0 0-16</inkml:trace>
  <inkml:trace contextRef="#ctx0" brushRef="#br0" timeOffset="457729.1806">18728 12948 0,'0'0'0,"0"0"16,0 0-16,0 0 0,0 0 0,0 0 0,0 0 15,0 0-15,0 0 0,0 0 16,0 0-16,0 0 0,0 0 0,0 0 0,0 0 0,0 0 0,0 0 0,0 0 0,0 0 16,0 0-16,0 0 0,0 0 0,0 0 15,0 0-15,0 0 0,0 0 16,0 0-16,0 0 0,0 0 0,0 0 0,0 0 0,0 0 0,0 0 0,0 0 0,0 0 15,0 0 1,0 0-16,0 0 0,0 0 0,0 0 0,0 0 0,0 0 0,0 0 0,0 0 16,0 0-16,0 0 0,0 0 0,0 0 0,0 0 0,0 0 0,0 0 15,0 0 1,0 0-16,0 0 0,0 0 0,0 0 0,0 0 0,0 0 0,0 0 0,0 0 15,0 0-15,0 0 0,0 0 0,0 0 0,0 0 0,0 0 0,0 0 0,0 0 32,0 0-32,0 0 0,0 0 0,0 0 0,0 0 0,0-25 0,0 25 0,0 0 15,0 0-15,0 0 0,0 0 0,24 0 0,-24-25 0,0 25 0,0 0 16,0 0-1,25-24-15,-25 24 0,0 0 0,25-25 0,-25 25 0,25 0 0,-25-25 0,0 25 0,25-25 16,-25 25-16,24 0 0,-24-25 0,0 25 0,25 0 0,-25-24 0,25 24 16,-25-25-1,0 25-15,25 0 0,-25-25 0,0 25 0,25-25 0,-25 25 0,0 0 0,0 0 16,0-25-16,0 25 0,0 0 0,24 0 0,-24 0 0,0 0 0,0-24 15,0 24-15,0 0 16,0 0-16,0 0 0,0 0 0,0 0 0,0 0 0,0 0 0,0 0 16,0 0-16,0 0 0,0 0 0,0 0 0,0 0 0,0 0 0,0 0 31,0 0-31,0 0 0,0 0 0,0 0 0,0 0 0,0 0 0,0 0 0,0 0 0,0 0 0,0 0 0,0 0 15,0 0 32,0 0-47,0 0 0,0 0 0,0 24 0,0-24 0,0 0 0,0 0 0,0 25 0,0-25 0,0 25 0,0-25 0,0 0 0,0 25 0,0-25 0,0 25 0,0-25 0,0 0 0,0 24 0,0-24 16,0 25-16,0-25 0,0 0 0,0 25 0,0-25 0,0 25 0,0-25 15,0 0-15,0 25 16,0-25-16,-24 0 0,24 24 0,0-24 0,0 0 0,0 25 0,0-25 16,0 0-16,0 25 0,0-25 0,0 0 0,0 0 0,0 25 0,0-25 15,0 0-15,0 0 0,0 25 0,0-25 0,0 0 0,0 0 16,-25 0-16,25 24 15,0-24-15,0 0 16,0 0-16,0 0 0,0 0 0,0 0 0,0 0 0,0 0 0,0 0 0,0 0 0,0 0 0,0 0 0,0 0 16,0 0-16,0 0 0,0 0 0,0 0 0,0 0 0,25 0 15,-25 0-15,0-24 16</inkml:trace>
  <inkml:trace contextRef="#ctx0" brushRef="#br0" timeOffset="458558.2281">19348 12700 0,'0'0'0,"0"0"0,0 0 16,0 0-16,0 0 0,0 0 0,0 0 0,0 0 0,0 0 15,0 0-15,0 0 16,0 0-16,0 0 0,0 0 0,0 0 0,0 0 0,-25 0 0,25 0 0,0 0 15,0 0-15,0 0 0,0 0 0,0 0 16,0-25-16,0 25 0,-25 0 0,25 0 0,0 0 0,0 0 0,0 0 16,-25 0-16,25 0 0,0 0 15,0 0-15,0 0 0,-25 0 0,25 0 0,0 0 0,0 0 16,0 0-16,-24 0 0,24 25 0,0-25 0,0 0 0,-25 0 0,25 0 0,0 0 31,0 25-31,0-25 0,-25 0 0,25 0 0,0 25 0,0-25 0,0 0 0,0 24 16,0-24-16,0 0 0,0 25 0,0-25 0,0 0 0,0 0 0,0 25 0,0-25 15,0 0 1,0 0-16,0 25 0,0-25 0,25 0 0,-25 0 0,0 0 0,0 0 0,0 25 0,0-25 15,0 0 1,25 0-16,-25 0 0,0 0 0,0 0 0,0 0 0,0 0 0,0 0 0,24 0 0,-24 0 16,0 0-16,0 0 0,0 0 0,25 0 0,-25 0 0,0 0 0,0-25 15,0 25 1,25 0-16,-25 0 0,0 0 0,0-25 0,0 25 0,25 0 0,-25 0 0,0-25 15,0 25-15,0 0 0,0-25 0,25 25 0,-25 0 0,0 0 0,0-24 16,0 24 0,0 0-16,0 0 0,0 0 0,0-25 0,0 25 0,0 0 0,0 0 0,0 0 15,0 0-15,0 0 0,0-25 0,0 25 0,0 0 0,0 0 0,0 0 0,0 0 31,0 0-31,0 0 0,0 0 0,0 0 0,24 0 0,-24 0 0,0 0 0,0 0 0,0 25 16,0-25-16,0 0 0,0 0 0,0 0 0,0 0 0,0 25 0,0-25 16,0 0-1,0 0-15,0 24 0,0-24 0,0 0 0,0 25 0,0-25 0,0 0 0,0 25 16,0-25-16,0 0 0,0 25 0,0-25 0,0 0 0,0 25 0,0-25 15,-24 0-15,24 0 16,0 24-16,0-24 0,0 0 0,0 25 0,0-25 0,0 0 0,0 0 16,0 0-16,0 25 0,0-25 0,0 0 0,0 0 0,0 0 0,0 0 15,-25 25-15,25-25 16,0 0-16,0 0 0,0 0 0,0 0 0,0 0 0,-25 25 0,25-25 0,0 0 0,0 0 15,0 0-15,0 0 16,-25 0-16,25 24 0,0-24 0,0 0 0,0 0 0,0 0 16,0 0-16,-25 0 0,25 0 0,0 0 0,0 0 0,0 0 0,0 0 0,0 0 15,0 0-15,0 0 16,0 0-16,0 0 0,0 0 0,0 0 0,0 0 0,0 0 0,0 0 15,0 0-15,0-24 0,0 24 0,0 0 0,0 0 0,0 0 0,0 0 16,0-25 0,0 25-16,25 0 0,-25 0 0,0-25 0</inkml:trace>
  <inkml:trace contextRef="#ctx0" brushRef="#br0" timeOffset="459273.269">19645 12650 0,'0'0'0,"0"0"16,0 0 0,-24 0-16,24 0 0,0 0 0,0 0 0,0 0 0,0 0 0,0 0 0,0 0 15,0 0-15,0 0 0,0 0 0,0 0 0,-25 0 0,25 0 0,0 0 16,0 0-16,0 0 15,0 25-15,0-25 0,0 0 0,0 0 0,0 0 0,-25 0 0,25 0 16,0 0-16,0 25 0,0-25 0,0 0 0,0 0 0,0 25 0,0-25 16,0 0-1,0 0-15,0 25 0,0-25 0,0 0 0,0 0 0,0 24 0,0-24 0,0 0 0,0 0 16,0 25-16,0-25 0,0 0 0,0 25 0,0-25 0,0 0 0,0 0 15,0 25 1,0-25-16,25 0 0,-25 25 0,0-25 0,0 0 0,0 0 0,0 24 0,25-24 16,-25 0-16,0 25 0,0-25 0,0 0 0,0 0 0,24 0 0,-24 25 15,0-25-15,0 0 16,0 0-16,0 25 0,25-25 0,-25 0 0,0 0 0,0 25 0,0-25 15,0 0-15,0 0 0,0 0 0,0 0 0,0 24 0,0-24 0,0 0 16,0 0-16,0 0 16,0 0-16,0 0 0,0 25 0,0-25 0,0 0 0,0 0 0,0 0 0,0 0 31,0 25-31,0-25 0,0 0 0,0 0 0,-25 0 0,25 0 0,0 0 0,0 0 0,-24 25 0,24-25 15,0 0-15,0 0 0,-25 0 0,25 0 0,0 0 0,0 0 0,0 0 16,-25 0-16,25 0 16,0-25-16,0 25 0,0 0 0,0 0 0,0-25 0,0 25 0,0 0 15,0 0-15,0-25 0,0 25 0,0 0 0,0-24 0,0 24 0,0 0 16,25-25-16,-25 25 15,0 0-15,0-25 0,25 25 0,-25-25 0,0 25 0,0 0 0,24-25 0,-24 25 0,25-24 16,-25 24-16,0 0 16,25-25-16,-25 25 0,0-25 0,25 25 0,-25-25 0,0 25 15,0 0-15,25-25 0,-25 25 0,0 0 0,0-24 0,0 24 0,0 0 0,0 0 16,0-25-1,0 25-15,0 0 0,0 0 0,0 0 0,0 0 0,0 0 0,0 0 0,0-25 16,0 25-16,-25 0 0,25 0 0,0 0 0,0 0 0,-25 0 0,25 0 16,0 0-16,-25 0 15</inkml:trace>
  <inkml:trace contextRef="#ctx0" brushRef="#br0" timeOffset="472427.0213">20166 13742 0,'0'0'0,"0"0"16,0 0-16,0 0 0,0 0 0,0 0 0,0 0 15,0 0-15,0 0 0,0 0 0,0 0 16,0 0-16,0 0 0,0 0 0,0 0 0,0 0 0,0 0 0,0 0 0,0 0 0,0 0 16,0 0-1,0 0-15,0 0 0,0 0 0,0 0 0,0 0 0,0 0 0,0 0 16,0 0-16,0 0 0,0 0 0,0 0 0,0 0 0,0 0 0,0 0 0,0 0 15,0 0-15,0 0 16,0 0-16,0 0 0,0 0 0,0 0 0,0 0 0,0 0 0,0 0 0,0 0 16,0 0-16,0 0 0,0 0 0,0 0 0,0 0 0,0 0 15,0 0 1,0 0-16,0 0 0,25 0 0,-25 0 0,0 0 0,0 0 0,0 0 0,0 0 0,0 0 15,0 0-15,0 0 0,0 0 0,25 0 0,-25 0 0,0 0 16,0 0-16,0 0 16,25 0-16,-25 0 0,0 0 0,0 0 0,0 0 0,24 0 0,-24 0 15,0 0-15,0 0 0,0 0 0,25 0 16,-25-25-1,0 25-15,0 0 0,0 0 0,25 0 0,-25 0 0,0 0 0,0 0 0,0 0 0,0 0 0,25 0 0,-25 0 0,0 0 16,0 0-16,0 0 0,0 0 0,0 0 0,0 0 0,0 0 0,0 0 16,0 0-1,0 0-15,0 0 0,0 0 0,0 0 0,0 0 0</inkml:trace>
  <inkml:trace contextRef="#ctx0" brushRef="#br0" timeOffset="473249.0683">20563 13742 0,'0'-25'0,"0"25"0,0 0 16,0 0-16,0 0 0,0 0 0,0 0 0,0 0 0,0 0 0,0 0 16,0 0-16,0 0 0,0 0 0,0 0 0,0 0 15,0 0-15,0-25 0,0 25 0,0 0 16,0 0-16,0 0 0,0 0 0,0 0 0,0 0 0,0 0 0,0-25 15,0 25-15,0 0 0,0 0 0,0 0 0,25 0 0,-25 0 0,0 0 16,0-24 0,0 24-16,0 0 0,0 0 0,0 0 0,25 0 0,-25 0 0,0-25 15,0 25-15,0 0 0,0 0 0,24 0 16,-24 0-16,0 0 0,0 0 0,0 0 0,0 0 0,25 0 0,-25 0 0,0 0 0,0 0 15,0 0 1,0 0-16,0 0 0,25 0 0,-25 0 0,0 0 0,0 0 0,0 0 0,0 25 16,0-25-16,0 0 0,0 0 0,0 0 0,0 24 0,0-24 0,0 0 15,0 25-15,0-25 0,-25 0 0,25 25 16,0-25-16,0 0 0,0 25 0,-25-25 0,25 25 0,0-25 15,-24 24-15,24-24 0,0 25 0,-25-25 0,25 25 0,0-25 0,-25 25 32,25-25-32,0 25 0,-25-25 0,25 24 0,0-24 0,-25 0 0,25 25 31,0-25-31,0 25 0,-24-25 15,24 0-15,0 0 0,0 25 0,-25-25 0,25 0 0,0 0 0,0 0 0,0 0 0,-25 25 0,25-25 0,0 0 0,0 0 0,0 0 0,0 0 0,0 0 0,-25 0 16,25 0-16,0 0 0,0 0 0,0 0 0,0 0 0,0-25 16,0 25-1,0 0-15,0 0 0,0 0 0,0 0 0,0 0 0,0 0 0,0-25 0,0 25 0,0 0 0,0 0 16,0 0-16,0 0 0,0 0 0,0 0 0,25-25 0,-25 25 15,0 0 1,0 0-16,0 0 0,0 0 0,0 0 0,0 0 0,0 0 0,0 0 0,0 0 0,25 0 16,-25 0-1,0 0-15,0 0 0,0 0 0,0 0 0,0 0 0,0 0 0,0 25 0,0-25 31,0 0-31,0 0 0,25 0 0,-25 0 0,0 25 0,0-25 0,0 0 0,0 0 0,0 0 0,0 25 0,0-25 0,0 0 16,24 0-16,-24 0 0,0 24 0,0-24 0,0 0 0,0 0 16,0 0-16,0 25 15,25-25-15,-25 0 0,0 0 0,0 0 0,25 0 0,-25 0 0,0 0 16,25 0-16,-25 0 0,0 0 0,25 0 0,-25 0 0,24 0 0,-24-25 0,25 25 31,-25 0-31,25 0 0,-25-24 0</inkml:trace>
  <inkml:trace contextRef="#ctx0" brushRef="#br0" timeOffset="473836.1017">20985 13593 0,'0'0'0,"0"0"15,0-25-15,0 25 0,0 0 0,0 0 0,0 0 0,0 0 0,0 0 0,0 0 16,0 0-16,0 0 0,0 0 0,0 0 15,0 0-15,0 0 0,0 0 0,0 0 0,0 0 16,0 0-16,0 0 0,0 0 0,0 0 0,0 0 0,0 0 0,0 0 16,0 0-16,0 25 0,0-25 0,0 0 0,0 25 0,0-25 0,0 25 15,-25-25 1,25 24-16,0-24 0,0 25 0,0-25 0,-25 25 0,25 0 0,0-25 0,0 25 15,0-25-15,-25 24 32,25-24-32,0 25 0,0-25 0,0 25 0,-24-25 0,24 25 0,0-25 0,0 25 0,0-25 0,0 24 0,0-24 0,-25 0 0,25 25 0,0-25 0,0 0 0,0 0 15,0 25 1,0-25-16,-25 0 0,25 0 0,0 0 0,0 25 0,0-25 0,0 0 0,0 0 15,0 0-15,0 0 0,0 0 0,0 0 0,0 0 0,0 0 0,0 0 16,0 0-16,0 0 16,0 0-16,0-25 0,0 25 0,0 0 0,0 0 0</inkml:trace>
  <inkml:trace contextRef="#ctx0" brushRef="#br0" timeOffset="474022.1125">20935 13742 0,'0'0'0,"0"0"15,0 0-15,0 0 0,0 0 0,25 0 0,-25 0 0,0 0 16,0 0-16,0 0 0,25 0 0,-25 0 0,0 0 15,25 0-15,-25 0 0,24 0 0,-24 0 0,25 0 16,-25 0-16,25 0 0,-25 0 0,25 0 0,-25 0 0,25 0 16,-25 0-16,24 0 0,-24 0 0,25 0 0,-25 0 0,25 0 15,-25 0-15,0 0 0,25 0 0,-25 0 16,0 0-16,25-25 0,-25 25 0,0 0 0,0 0 0</inkml:trace>
  <inkml:trace contextRef="#ctx0" brushRef="#br0" timeOffset="474273.1269">21282 13618 0,'0'0'0,"0"0"16,0 0-16,0 0 0,0 0 0,0-25 0,0 25 15,0 0-15,0 0 0,0 0 0,0 0 0,0 0 0,0 0 16,0 0-16,0 0 0,0 0 0,0 0 0,0 0 16,0 0-16,0 25 0,0-25 0,0 0 0,0 0 15,0 0-15,0 0 0,0 25 0,0-25 0,0 0 0,-24 24 31,24-24-31,0 25 0,0-25 0,0 25 0,-25-25 0,25 25 0,0-25 0,0 25 0,0-25 0,-25 24 0,25-24 16,0 25 0,0-25-16,0 25 0,-25-25 0,25 25 0,0-25 0,0 25 0,0-25 15,-25 24-15,25-24 0,0 0 0,0 25 0,0-25 0,0 0 0,0 0 0,-24 25 16,24-25-1,0 0-15,0 0 0,0 25 0,0-25 0,0 0 0,0 0 0,0 0 0,0 0 16</inkml:trace>
  <inkml:trace contextRef="#ctx0" brushRef="#br0" timeOffset="474684.1504">21332 13965 0,'25'0'0,"-25"0"16,0-25 0,0 25-16,0 0 0,0 0 0,0 0 0,0-25 0,0 25 0,25 0 15,-25 0-15,0 0 0,0 0 0,0 0 0,0 0 0,0 0 0,0-24 0,0 24 16,0 0-16,0 0 15,0 0-15,0 0 0,0 0 0,0 0 0,0 0 0,0 24 0,0-24 16,0 0-16,0 0 0,0 0 0,0 0 0,0 0 0,0 25 0,0-25 16,0 0-1,0 25-15,0-25 0,-25 0 0,25 25 0,0-25 0,0 25 0,0-25 0,0 0 16,0 24-16,0-24 0,-25 0 0,25 25 0,0-25 0,0 0 0,0 0 15,0 25 1,0-25-16,0 0 0,0 0 0,0 0 0,0 25 0,0-25 0,0 0 0,0 0 0,0 0 0,0 0 16,0 0-16,0 0 0</inkml:trace>
  <inkml:trace contextRef="#ctx0" brushRef="#br0" timeOffset="475220.1811">21729 13717 0,'0'0'0,"-25"0"15,25 0-15,0 0 0,0 0 0,0 0 0,0 0 0,0 0 0,0 0 0,0 0 16,0 0-16,0 0 0,0 0 0,0 0 0,0 0 0,25 0 15,-25 0-15,0 0 16,0 0-16,0 0 0,25 0 0,-25 0 0,0 0 0,0 0 0,25 0 0,-25 0 16,24 0-16,-24 0 0,25 0 0,-25 0 0,25 25 0,-25-25 15,25 0 1,-25 0-16,25 0 0,-25 0 0,24 0 0,-24 0 0,25 0 0,-25 0 0,25 0 0,-25 25 0,0-25 15,25 0-15,-25 0 0,0 0 0,0 0 0,0 0 0,0 0 16,0 0-16,0-25 16</inkml:trace>
  <inkml:trace contextRef="#ctx0" brushRef="#br0" timeOffset="475445.1939">21927 13643 0,'-24'0'0,"24"0"0,0 0 0,0 0 0,0 0 15,0 0-15,0 0 0,0 0 0,24 0 0,-24 0 16,0 0-16,0 0 0,0 0 0,0 24 0,0-24 0,0 0 15,0 0-15,0 25 0,0-25 0,-24 0 16,24 25-16,0-25 0,0 25 0,0-25 16,0 25-16,0-25 0,0 24 0,-25 1 0,25-25 0,0 25 0,0 0 0,-25-25 31,25 25-31,0-1 0,0-24 0,0 25 0,-25 0 0,25-25 0,0 25 0,0-25 15,0 25-15,0-25 0,0 24 0,0-24 0,0 0 0</inkml:trace>
  <inkml:trace contextRef="#ctx0" brushRef="#br0" timeOffset="475826.2157">22349 13593 0,'0'0'16,"0"0"0,0 0-16,0 0 0,0 0 0,0 0 0,0 0 0,0 25 0,0-25 0,-25 0 15,25 0-15,0 0 0,0 25 0,0-25 0,0 0 0,-25 24 0,25-24 16,0 25-1,0-25-15,0 25 0,-24 0 0,24-25 0,0 25 0,0-25 0,0 24 0,0 1 16,-25-25-16,25 25 0,0-25 0,0 25 0,0 0 0,0-25 0,0 24 16,0-24-16,-25 25 15,25-25-15,0 0 0,0 25 0,0-25 0,0 0 0,0 25 0,0-25 16,0 0-16,0 0 0,0 0 0,0 25 0,0-25 0,0 0 0,0 0 0,0 0 15,0 0 1,0 0-16,-25 0 0,25 0 0,0-25 0</inkml:trace>
  <inkml:trace contextRef="#ctx0" brushRef="#br0" timeOffset="475993.2253">22225 13841 0,'0'0'0,"0"0"0,0 0 0,0 0 0,25 0 0,-25 0 16,0 0-16,0 0 0,0 0 0,0 0 0,25 0 16,-25 0-16,0 0 0,24 0 0,-24 0 0,0 0 0,25 0 15,-25 0-15,25 0 0,-25 0 0,25 0 0,-25 25 16,0-25-16,25 0 0,-25 0 0,24 0 0,-24-25 0,0 25 15,25 0-15,-25 0 0,25 0 0,-25 0 16,0 0-16,0 0 0,25-25 0,-25 25 0,0 0 0</inkml:trace>
  <inkml:trace contextRef="#ctx0" brushRef="#br0" timeOffset="476206.2375">22572 13692 0,'0'-25'0,"0"25"0,0 0 0,0 0 0,0 0 0,0-24 16,0 24-16,0 0 0,0 0 0,0 0 0,0 0 0,0 0 16,0 0-16,0 0 0,0 0 0,0 24 0,0-24 15,0 0-15,0 0 0,0 25 0,-25-25 0,25 0 16,0 25-16,0-25 0,0 25 0,0-25 0,-24 25 15,24-25-15,0 24 0,0 1 0,-25-25 16,25 25-16,0-25 0,0 25 0,-25-25 0,25 25 0,0-25 0,0 24 16,0-24-16,-25 25 0,25-25 0,0 25 0,0-25 0,0 0 15,-25 25-15,25-25 0,0 0 31,0 25-31,0-25 0,0 0 0,0 0 0,-24 24 0,24-24 0,0 0 0,0 0 0,0 0 0,0 0 0</inkml:trace>
  <inkml:trace contextRef="#ctx0" brushRef="#br0" timeOffset="476775.27">22622 13915 0,'0'0'0,"0"0"0,0 0 31,0 0-31,0 0 0,0 0 0,0 0 0,0 0 0,0 0 0,25 0 0,-25 0 15,0 0-15,0 0 0,0 0 0,0 0 0,24 0 0,-24 0 0,0 0 0,0 0 16,0 0-16,25 0 0,-25 25 0,0-25 16,0 0-16,0 0 0,25 0 0,-25 0 15,0 0-15,0 0 0,0 0 0,0 0 0,0 0 0,0 0 0,25 25 0,-25-25 0,0 0 16,0 0-16,0 0 0,0 25 15,-25-25-15,25 0 0,0 0 0,0 25 16,0-25-16,0 0 0,0 0 0,-25 24 0,25-24 0,0 0 16,0 0-16,-25 0 0,25 25 0,0-25 0,-24 0 15,24 0-15,0 0 0,0 25 0,-25-25 0,25 0 0,0 0 0,0 0 16,0 0-16,0 0 0,0 0 0,0 0 0,0 25 0,0-25 0,-25 0 15,25 0 1,0 0-16,25 0 0,-25 0 0,0 0 0,0 25 0,0-25 0,0 0 0,0 0 0,0 0 16,0 0-16,25 0 0,-25 24 0,0-24 0,0 0 0,0 0 15,0 0 1,0 0-16,24 25 0,-24-25 0,0 0 0,0 0 0,0 25 0,0-25 0,0 0 0,0 0 15,0 0-15,0 25 16,0-25-16,-24 0 0,24 0 0,0 0 0,0 0 0,0 0 0,-25 25 0,25-25 16,0 0-16,0 0 0,-25 0 0,25 0 0,0 0 0,-25 0 0,25 0 15,-25 0 1,25 0-16,0 0 0,-24 0 0,24 0 0,-25 0 0,25 0 0,0 0 0,-25-25 0,25 25 15,0 0-15,0 0 0,-25 0 0,25 0 0,0 0 0,0 0 16,0 0-16,0-25 16,0 25-16,0 0 0</inkml:trace>
  <inkml:trace contextRef="#ctx0" brushRef="#br0" timeOffset="477198.2942">23118 13841 0,'0'0'0,"0"0"16,0 0-16,0 0 0,0 0 0,0 0 0,0 0 0,0 0 0,0-25 0,0 25 16,0 0-16,0 0 0,0 0 0,0 0 0,25 0 0,-25 0 0,0 0 15,0 0 1,25 0-16,-25 0 0,24 0 0,-24 0 0,0 0 0,25 0 0,-25 0 15,25 0-15,0 0 0,-25 0 0,25 0 0,-25 25 0,24-25 0,1 0 0,-25 0 16,25 0 0,-25 0-16,25 0 0,-25 0 0,25 0 0,-25 0 0,24 0 0,-24 0 0,25 0 0,-25 0 0,0 0 15,0 0-15,25 0 0,-25 0 0,0-25 0,0 25 16</inkml:trace>
  <inkml:trace contextRef="#ctx0" brushRef="#br0" timeOffset="477450.3086">23440 13667 0,'0'0'0,"0"0"15,0 0-15,0 0 0,0 0 0,25 0 0,-25 0 16,0 0-16,0 0 0,0 0 0,25 0 0,-25 0 16,0 0-16,25 0 0,-25 0 0,0 0 0,0 25 0,25-25 15,-25 0-15,0 0 0,0 0 16,24 25-16,-24-25 15,0 0-15,0 25 0,0-25 0,25 0 0,-25 25 0,0-25 0,0 24 0,0-24 0,0 25 0,0-25 0,0 25 16,0 0 0,-25-25-16,25 25 0,0-25 0,0 24 0,-24-24 0,24 0 0,0 25 0,-25-25 15,25 0-15,-25 25 0,25-25 0,-25 0 0,25 25 0,-25-25 0,1 0 16,24 0-16,-25 0 15,25 0-15,0 25 0,-25-25 0</inkml:trace>
  <inkml:trace contextRef="#ctx0" brushRef="#br0" timeOffset="485326.7591">13320 13171 0,'0'0'0,"0"0"0,0 0 16,0 0-16,0 0 0,0 0 0,0 0 0,0 0 15,0 0-15,0 0 0,0 0 0,0 0 0,0 0 16,0 0-16,0 0 0,0 0 0,0-25 0,0 25 0,-25 0 15,25 0-15,25 0 0,-25 0 0,0 0 0,0 0 0,0 0 0,0 0 16,0 0-16,0 0 0,0 0 16,0 0-16,0 0 0,0 0 0,-25 0 0,25 0 0,0 0 0,0 0 0,0 0 15,0 0-15,0 0 0,0 0 0,0 0 0,0 0 0,0 0 16,0 0-1,0 0-15,0 0 0,0 0 16,0 0-16,0 0 16,0 0-16,0 0 0,0 0 0,0 0 0,0 0 0,0 0 0,0 0 0,0 0 0,0 0 0,0 0 0,0 0 0,-24 0 0,24 0 0,0-24 15,0 24-15,0 24 0,0-24 0,0 0 0,0 0 0,-25 0 0,25 0 31,0 0-31,0 0 0,0 0 0,0 0 0,0 0 0,0 0 0,0 0 0,-25 0 0,25 0 0,0 0 0,0 0 32,0 0-32,0 0 0,-25 0 0,25 0 0,0 25 0,0-25 0,0 0 0,0 0 0,0 0 15,0 0-15,0 0 0,-25 0 0,25 0 0,0 0 0,0 0 0,0 25 16,0-25-16,0 0 15,0 0-15,0 0 0,0 0 0,0 0 0,-25 25 0,25-25 0,0 0 0,0 0 16,0 0-16,0 0 0,0 25 0,0-25 0,0 0 0,0 0 16,0 0-1,-24 0-15,24 25 0,0-25 0,0 0 0,0 0 0,0 0 0,0 0 0,0 24 0,0-24 16,24 0-16,-24 0 0,0 25 0,0-25 0,-24 0 0,24 0 15,0 0 1,0 25-16,0-25 0,0 0 0,0 0 0,0 0 0,0 0 0,0 25 0,0-25 16,0 0-16,0 0 0,0 0 0,0 25 0,0-25 0,0 0 0,0 0 15,0 24-15,24-24 0,-24 0 16,0 0-16,0 0 0,0 25 0,0-25 0,0 0 0,0 0 0,0 0 15,0 0-15,0 0 0,25 25 0,-25-25 0,0 0 0,0 0 0,0 0 16,0 0 0,0 0-16,0 0 0,0 0 0,25 25 0,-25-25 0,0 0 0,0 0 46,0 0-46,0 0 16,0 0-16,0 25 0,25-25 0,-25 0 0,0 0 0,0 0 0,0 0 0,0 0 0,0 0 16,25 0-16,-25 0 0,0 24 0,0-24 0,0 0 0,0 0 15,0 0-15,25 0 0,-25 0 0,0 0 0,0 0 16,0 0-16,24 0 0,-24 0 0,0 0 0,0 0 0,0 0 0,25 0 0,-25 0 0,0 0 0,0-24 0,25 24 0,-25 0 0,0 0 0,0 0 0,0 0 0,25 0 0,-25 0 0,0 0 0,0 0 15,25-25 1,-25 25-16,0 0 0,0 0 0,0 0 0,0 0 0,0 0 0,24-25 16,-24 25-16,0 0 0,0 0 0,0 0 0,0 0 0,0-25 0,0 25 0,0 0 15,25 0 1,-25-25-16,0 25 0,0 0 0,0-24 0,0 24 0,0 0 0,0 0 0,0-25 15,0 25-15,0 0 0,0 0 0,25 0 0,-25-25 0,0 25 0,0 0 16,0 0 0,0-25-16,0 25 0,0 0 0,0 0 0,0 0 0,0-25 0,0 25 0,0 0 0,0 0 15,0 0-15,0-24 0,0 24 0,0 0 0,0 0 0,0-25 16,0 25-16,0 0 15,0 0-15,0 0 0,0-25 0,0 25 0,0 0 0,0 0 0,0 0 0,-25 0 16,25-25-16,0 25 0,0 0 0,0 0 0,0 0 0,0-25 0,0 25 16,0 0-16,0 0 15,0 0-15,0 0 0,-25-25 0,25 25 0,0 0 0,0 0 0,0 0 31,0-24-31,0 24 0,-24 0 0,24 0 0,0 0 0,0 0 0,0 0 0,0 0 0,0 0 0,0-25 0,0 25 32,0 0-32,0 0 0,0 0 0,0 0 0,-25 0 0,25 0 0,0 0 0,0 0 0,0 0 0,0 0 15,-25 0-15,25 25 0,0-25 0,0 0 0,0 0 0,0 0 0,0 0 16,0 0-16,0 0 0,0 0 15,0 0-15</inkml:trace>
  <inkml:trace contextRef="#ctx0" brushRef="#br0" timeOffset="488680.951">14387 13295 0,'25'0'0,"-25"0"15,0 0-15,24 0 0,-24 0 0,25 0 0,-25 0 0,0 0 0,25 0 32,-25 0-32,0 0 0,25 0 0,-25 0 0,0 0 0,25 0 0,-25 0 0,0 0 0,0 0 15,24 0-15,-24 0 0,0 0 0,0 0 0,0 0 0,0 0 0,0 0 0,25 0 31,-25 0-31,0 0 0,0-24 0,0 24 0,0 0 0</inkml:trace>
  <inkml:trace contextRef="#ctx0" brushRef="#br0" timeOffset="491344.1033">14511 13196 0,'0'0'0,"0"0"0,0 0 16,0 0-16,0 0 0,0 0 0,0 0 0,0 0 0,0 0 0,0 0 16,0 0-1,0 0-15,0 0 0,0 0 0,0 0 0,0 0 0,0 0 0,0 0 16,0 0-16,0 0 0,0 0 0,0 0 0,0 0 0,0 0 0,0 0 0,0 0 15,0 0 1,0 0-16,0 0 0,0 0 0,0 0 0,0 0 0,0 0 0,0 0 0,0 0 16,0 0-16,0 0 0,0 0 0,0 0 0,0 0 0,0 0 0,0 0 15,0 25-15,0-25 16,0 0-16,0 0 0,0 0 0,0 0 0,0 0 0,0 0 15,0 0-15,0 0 0,0 0 0,0 0 0,0 0 0,0 0 0,0 0 0,0 0 16,0 0-16,0 0 16,0 0-16,0 0 0,0 0 0,0 0 0,0 0 0,0 0 0,0 0 15,0 0-15,0 0 0,0 0 0,0 0 0,0 0 0,0 0 0,-25 0 16,25 0-1,0 0-15,0 0 0,0 0 0,0 0 0,0 0 0,0 0 0,0 0 0,0 0 0,0 0 16,0 0-16,0 0 0,-25 0 0,25 0 0,0 0 16,0 0-16,0 0 0,0 0 0,-25 0 15,25 0-15,0 0 0,0 0 0,0-25 0,0 25 0,0 0 0,0 0 16,0 0-16,0 0 0,0 0 0,0 0 0,0 0 0,-24 0 0,24 0 15,0 0-15,0 0 0,0 0 16,0 0-16,0 0 0,0 0 0,0 0 0,0 0 0,0 0 0,0 0 16,0 0-16,0 0 0,0 0 0,0 0 0,0 0 0,0 0 15,0 0 1,0 0-16,0 0 0,0-25 0,0 25 0,0 0 0,0 0 0,0 0 0,0 0 0,0 0 0,0 0 15,0 0 1,0 0-16,0 0 0,0 0 0,0 0 0,0 0 0,0 0 0,0 0 16,0 0-16,0 0 0,0 0 0,-25 0 0,25 0 0,0 0 15,0 0-15,0 0 0,0 0 0,0 0 0,0 0 16,0 0-16,0 0 0,25 0 0,-25 0 0,0 0 0,0 0 0,0 0 15,0 0-15,0 0 0,0 0 0,0 0 0,0 0 0,0 0 16,0 0-16,0 0 16,0 0-16,0 0 0,0 0 0,0 0 0,0 0 0,0 0 0,0 0 0,0 0 15,0 0-15,0 0 0,0 0 0,0 0 0,0 0 0,0 0 0,0 0 16,0 0-1,0 0-15,0 0 0,0 0 0,0 0 0,0 0 0,0 0 0,0 0 16,0 0-16,0 0 0,0 0 0,0 0 0,0 0 0,0 0 0,0 0 16,0 0-16,0 0 0,0 0 0,0 0 0,0 0 0,0 0 15,0 0-15,0 0 16,0 0-16,0 0 0,0 0 0,0 0 0,-25 0 0,25 0 0,0 0 0,0 0 15,0 0-15,0 0 0,0 0 0,0 0 0,0 0 0,0 0 0,0 0 16,0 0 0,0 0-16,0 0 0,0 0 0,0 0 0,0 0 0,0 0 0,0 0 0,0 0 15,0 0-15,0 0 0,0 0 0,0 0 0,0 0 0,0 0 0,0 0 16,0 0-1,0 0-15,0 0 0,0 0 0,0 0 0,0 0 0,0 0 0,0 0 0,0 0 0,0 0 16,0 0-16,0 0 0,0 0 31,0 0-31,0 0 0,0 0 0,0 0 0,0 0 0,0 0 0,0 0 0,0 0 0,0 0 0,0 0 0,0 0 0,0 0 47,0 0-47,0 0 0,0 0 0,0 0 0,0 0 0,0 0 0,0 0 0,0 0 0,0 0 16,0 0-16,0 0 0,0 0 0,0 0 0,0 0 0,0 0 0,0 0 0,0-25 0,0 25 0,0 0 0,0 0 0,0 0 15,0 0-15,0 0 0,0 0 0,0 0 0,0 0 0,0 0 0,0 0 16,0 0-16,0 0 0,0 0 0,0 0 0,0 0 0,0 0 0,0 0 15,0 0 1,0 0-16,0 0 0,0 0 0,0 0 0,0 0 0,0 0 0,0 0 0,0 0 0,0 0 0,0 0 16,0 0-16,0 0 15,0 0-15,0 0 0,0 0 0,0 0 0,0 0 16,0 0-16,0 0 0,0 0 0,0 0 0,0 0 0,0 0 0,0 0 0,0 0 15,0 0-15,0 0 0,0 0 0,0 0 0,0 0 0,0 0 16,0 0 0,0 0-16,0 0 0,0 0 0,0 0 0,0 0 0,0 0 0,0 0 0,0 0 0,0 0 0,0 0 15,0 0-15,0 0 0,0 0 0,0 0 0,0 0 0,0 0 16,0 0-1,0 0-15,0 0 0,0 0 0,0 0 0,0 0 0,0 0 0,0 0 32,0 0-32,0 0 0,0 0 0,0 0 0,0 0 0,0 0 0,25 0 0,-25 0 0,0 0 0,0 0 0,0 0 0,0 0 15,0 0-15,0 0 0,0 0 0,0 0 0,0 0 0,0 0 16,0 0-1,0 0-15,0 0 0,0 0 0,0 0 0,0 0 0,0 0 0,0 0 0,0 0 0,0 0 16,0 0-16,0 0 0,0 0 0,0 0 0,0 0 0,0 0 0,0 0 31,0 0-31,0 0 0,-25 0 0,25 0 0,0 0 0,0 0 0,0 0 16,0 0-16,0 0 0,0 0 0,0 0 0,0 0 0,0 0 0,0 0 0,0 0 0,0 0 15,0 0 1,0 0-16,0 0 0,0 0 0,0 0 0,0 0 0,0 0 0,0 0 0,0 0 16,0 0-16,0 0 0,0 0 0,0 0 0,0 0 0,0 0 0,0 0 15,0 0 1,0 0-16,0 0 0,0 0 0,0 0 0,0 0 0,0 0 0,0 0 0,0 0 15,0 0-15,0 0 0,0 0 0,0 0 0,0 0 0,0 0 0,0 0 0,0 0 32,0 0-32,0 0 0,0 0 0,0 0 0,0 0 0,0 0 0,0 0 0,0 0 15,0 0-15,0 0 0,0 0 0,0 0 0,0 0 0,0 0 0,0 0 0,0 0 16,0 0-1,0 0-15,0 0 0,0 0 0,0 0 0,0 0 0,0 0 0,0 0 16,0 0-16,0 0 0,0 0 0,0 0 0,0 0 0,0 0 0,0 0 0,0 0 16,0 0-16,0 0 0,0 0 0,0 0 0,0 0 0,0 0 15,0 0-15,0 0 16,0 0-16,0 0 0,0 0 0,0 0 0,0 0 0,0 0 0,0 0 15,0 0-15,0 0 0,0 0 0,0 0 0,0 0 0,0 0 0,0 0 16,0 0 0,0 0-16,0 0 0,0 0 0,0 0 0,0 0 0,0 0 0,0 0 0,0 0 15,25 0-15,-25-24 0,-25 24 0,25 0 0,0 0 0,0 0 0,0 0 16,0 0-1,0 0-15,0 0 0,0 0 0,25 0 0,-25 0 0,0 0 0,0 0 0,0 0 0,0 0 16,0 0-16,0 0 0,0-25 0,0 25 0,0 0 0,0 0 16,0 0-1,0 0-15,0 0 0,0 0 0,0 0 0,0 0 0,0 0 0,0 0 0,0 0 0,0 0 16,0 0-16,0 0 0,0 0 0,0 0 0,0-25 0,24 25 15,-24 0-15,0 0 16,0 0-16,0 0 0,0 0 0,0 0 0,0 0 0,0 0 0,0 0 16,0 0-16,25 0 0,-25 0 15,0-25-15,0 25 0,0 0 0,25 0 0,-25 0 0,0 0 0,0 0 0,0 0 16,0 0-16,25 0 0,-25 0 0,0 0 0,0 0 0,0 0 0,0 0 15,0 0-15,25 0 16,-25 0-16,0 0 0,0 0 0,0 0 0,0 0 0,0 0 0,0 0 47,0 0-47,0 0 0,0 0 0,0 0 0,24 0 0,-24 0 0,0 0 0,0 0 0,0 0 0,0 0 0,0 0 0,0 0 0,0 25 0,0-25 0,0 0 0,0 0 0,25 0 0,-25 25 15,0-25-15,0 0 16,0 0-16,0 25 0,0-25 0,0 0 0,25 0 0,-25 24 0,0-24 0,0 0 0,0 0 16,0 0-1,0 25-15,0-25 0,0 0 0,25 0 0,-25 0 0,0 25 0,0-25 0,0 0 0,0 0 16,0 0-16,0 0 0,0 25 0,0-25 0,0 0 0,0 0 0,0 0 15,0 0-15,0 25 16,0-25-16,0 0 0,0 0 0,0 0 0,0 0 0,0 0 0,0 25 16,0-25-16,0 0 0,0 0 0,0 0 0,0 0 0,0 24 0,-25-24 15,25 0 1,0 0-16,0 0 0,0 25 0,0-25 0,-25 0 0,25 0 0,0 0 0,0 0 0,-25 25 0,25-25 15,0 0 1,0 0-16,-24 25 0,24-25 0,0 0 0,0 0 0,-25 0 0,25 25 16,0-25-16,0 0 0,-25 0 0,25 0 0,0 24 0,0-24 0,0 0 15,-25 0-15,25 0 0,0 0 0,0 0 0,-25 25 16,25-25-16,0 0 0,0 0 0,0 0 0,0 0 15,0 0-15,-24 0 0,24 25 0,0-25 0,0 0 0,0 0 0,0 0 0,-25 0 32,25 0-32,0 0 0,0 0 0,0 0 0,0 0 0,-25 0 0,25 25 0,0-25 0,0 0 0,0 0 15,0 0-15,-25 0 0,25-25 0,0 25 0,0 0 0,0 0 16,0 0-16,-25 0 15,25 0-15,0 0 0,0 0 0,0 0 0,-25 0 0,25 0 0,0-25 47,0 25-47,0 0 0,0 0 0,0 0 0,0 0 0,0 0 0,0-25 0,0 25 0,0 0 0,0 0 0,0 0 0,0 0 0,0 0 16,0 0-16,0-24 0,0 24 0,0 0 0,0 0 0,0 0 0,0 0 15,25 0-15,-25-25 0,0 25 0,0 0 0,0 0 0,0 0 0,0 0 0,0 0 16,25 0-16,-25 0 16,0-25-16,0 25 0,25 0 0,-25 0 0,0 0 0,0 0 0,25 0 0,-25 0 0,0 0 15,0 0-15,0 0 0,0 0 0,25 0 0,-25 0 0,0 0 16,0 0-1,0 0-15,0 0 0,0 0 0,0 25 0,0-25 0,0 0 0,0 0 0,0 0 16,0 0-16,0 0 0,0 0 0,0 0 0,0 25 0,0-25 0,24 0 16,-24 0-1,0 0-15,0 24 0,0-24 0,0 0 0,0 0 0,0 0 0,0 25 0,0-25 0,25 0 16,-25 0-16,0 0 0,0 25 0,0-25 0,0 0 0,25 0 16,-25 0-1,0 25-15,0-25 0,0 0 0,25 0 0,-25 0 0,0 25 0,0-25 0,0 0 0,0 0 31,0 0-31,0 0 0,25 0 0,-25 24 0,0-24 0,0 0 0,0 0 0,0 0 0,24 0 0,-24 0 16,0 0-16,0 0 0,0 0 0,25 0 0,-25 0 0,0 0 0,0 0 16,25 0-1,-25 0-15,0 0 0,0 0 0,25 0 0,-25 0 0,0 0 0,0-24 0,25 24 16,-25 0-16,0 0 0,24 0 0,-24 0 0,0 0 0,0 0 0,25-25 0,-25 25 31,0 0-31,0 0 0,0 0 0,0-25 0,0 25 0,25 0 0,-25 0 0,0 0 0,0-25 16,0 25-16,0 0 0</inkml:trace>
  <inkml:trace contextRef="#ctx0" brushRef="#br0" timeOffset="496178.3798">15577 13469 0,'0'0'0,"0"0"15,0 0 1,0 0-16,0 0 0,0 0 0,0 0 0,0 0 0,0 0 0,-24 0 15,24 0-15,0 0 0,0 0 0,0 0 0,0 0 0,0 0 0,0 0 0,0 0 16,0 0 0,0 0-16,0 0 0,24 0 0,-24 0 0,0 0 0,0 0 0,0 0 15,0 0-15,0 0 0,0 0 0,0 0 0,0 0 0,0 0 0,0 0 0,0 0 16,0 0-16,0 0 0,0 0 0,0 0 0,0 0 15,0 0-15,0 0 0,-24 0 0,24 0 0,0 0 0,0 0 16,0 0 0,0 0-16,0 0 0,0 0 0,0 0 0,0 0 0,24 0 0,-24 0 0,0 0 0,0 0 15,0 0-15,0 0 0,0 0 0,0 0 0,0 0 16,0 0-16,0 0 0,0 0 15,0 0-15,0 0 0,0 0 0,0 0 0,0 0 0,0 0 0,0 0 0,0 0 16,0 0 0,0 0-16,0 0 0,0 0 0,0 0 0,0 0 0,0 0 0,25 0 0,-25 0 0,0 0 15,0 0-15,0 0 0,25 0 0,-25 0 0,0-25 0,25 25 0,-25 0 16,25 0-16,-25 0 0,0 0 15,24 0-15,-24 0 0,25 0 0,-25 0 0,25 0 0,-25 0 16,0 0-16,25 0 0,-25 0 0,0 0 0,25 0 0,-25 0 0,0 0 0,24 0 16,-24 0-1,0 0-15,25 0 0,-25 0 0,0 0 0,0 0 0,0 0 0,0 0 16,0 0-16,25 0 0,-25 0 0,0 0 0,0 0 0,0 0 0,0 0 0,0 0 15,0 0 1,0 0-16,0 0 0,0 0 0,0 0 0,-25 0 0,25 0 0,0 0 0,0 0 0,0 0 16</inkml:trace>
  <inkml:trace contextRef="#ctx0" brushRef="#br0" timeOffset="497252.4412">16272 13370 0,'0'0'0,"0"-25"15,0 25 1,0 0-16,0 0 0,-25 0 0,25 0 0,0 0 0,0 0 0,0 0 15,0-25-15,0 25 0,0 0 0,0 0 0,0 0 0,0 0 0,-25 0 0,25 0 16,0 0-16,0 0 16,0 0-16,0 0 0,0 0 0,-25 0 0,25-25 0,0 25 15,0 0-15,0 0 0,0 0 0,0 0 16,-24 0-16,24 0 0,0 0 0,-25 0 0,25 0 0,0 0 0,-25 0 15,25 0-15,-25 0 0,25 25 0,0-25 0,-25 0 0,25 0 0,0 0 0,-24 0 16,24 0-16,0 0 0,0 0 0,-25 0 0,25 0 0,0 25 16,0-25-16,0 0 15,-25 0-15,25 0 0,0 0 0,0 25 0,0-25 0,0 0 0,0 0 0,-25 0 0,25 25 16,0-25-16,0 0 0,0 0 15,0 0-15,0 24 0,0-24 0,0 0 0,0 0 16,0 25-16,25-25 0,-25 0 0,0 0 0,0 25 0,0-25 0,0 0 0,0 25 16,25-25-16,-25 0 0,0 0 0,0 25 0,0-25 15,25 0-15,-25 0 0,0 0 16,0 24-16,0-24 0,24 0 0,-24 0 0,0 0 0,0 0 0,0 0 0,0 0 15,25 0 1,-25 0-16,0 0 0,0 0 0,0 0 0,0 0 0,25 0 0,-25 0 16,0 0-16,0 0 0,25 0 0,-25 0 0,0 0 0,0-24 0,25 24 0,-25 0 15,0 0 1,24-25-16,-24 25 0,0 0 0,0-25 0,0 25 0,25 0 0,-25-25 0,0 25 15,0 0-15,0-25 0,0 25 0,0 0 0,0 0 0,25-24 0,-25 24 16,0 0-16,0 0 0,0 0 16,0-25-16,0 25 0,0 0 0,0 0 0,0 0 0,0 0 0,0 0 15,0 0-15,0 0 0,0 0 0,0 0 0,0 0 0,0 0 31,0 0-31,0 0 0,0 0 0,0 0 0,0 0 0,0 0 0,0 0 0,0 0 0,0 0 0,0 0 16,0 0-16,0 0 0,0 0 0,-25 0 0,25 0 0,0 0 0,0 0 0,0 25 16,0-25-1,0 0-15,0 0 0,0 0 0,0 24 0,0-24 0,0 0 0,0 25 16,0-25-16,0 0 0,0 25 0,0-25 0,0 0 0,0 25 0,0-25 0,0 0 31,0 25-31,0-25 0,0 0 0,0 24 0,0-24 0,0 0 0,0 25 0,0-25 0,0 0 16,0 25-16,0-25 0,25 0 0,-25 25 0,0-25 0,-25 0 0,25 25 15,0-25 1,0 0-16,0 0 0,0 24 0,0-24 0,0 0 0,0 25 0,0-25 0,0 0 15,0 25-15,-25-25 0,25 0 0,0 25 0,0-25 16,0 0-16,0 25 0,0-25 0,0 0 16,0 0-16,0 24 0,-24-24 0,24 0 0,0 0 0,0 0 0,0 0 0,0 25 15,-25-25-15,25 0 0,0 0 0,0 0 0,0 0 0,-25 0 16,25 0-1,0 0-15,0 0 0,0 0 0,-25 0 0,25 25 0,0-25 0,0 0 0,-25 0 0,25 0 16,0-25-16,0 25 0,0 0 0,-24 0 0,24 0 0,0 0 0,0 0 16,-25 0-1,25 0-15,0-25 0,0 25 0,0 0 0,0 0 0,0 0 16,0 0-16,0 0 0,-25-24 0,25 24 0,0 0 0,0 0 0,0 0 15,0 0-15,0 0 0,0 0 0,25 0 0,-25 0 0,0 0 0,0 0 32,0-25-32,0 25 0,0 0 0,0 0 0,0 0 0,0 0 0,0 0 0,0 0 0,0 0 15,0 0-15,0 0 0,0 0 0,0 0 0,0 0 0,0 0 0,0 0 16,0 0-1,25 0-15,-25 0 0,0 0 0,0 0 0,0 0 0,0 0 0</inkml:trace>
  <inkml:trace contextRef="#ctx0" brushRef="#br0" timeOffset="503006.7704">16892 13519 0,'0'0'0,"0"24"32,0-24-32,0 0 0,0 0 0,0 0 0,0 0 0,0 0 0,0 0 0,0 0 15,0 0-15,0 0 0,0 0 0,0 0 0,0 0 0,0 0 0,0 0 0,0 0 31,0 0-31,0 0 0,0 0 0,0 0 0,0 0 0,0 0 0,0 0 0,0 0 0,0 0 0,0 0 16,0 0-16,0 0 0,0 0 0,0 0 0,0 0 0,0 0 0,0 0 31,0 0-31,0 0 0,0 0 0,-25 0 0,25 0 0,0 0 0,0 0 0,0 0 47,0 0-47,0 0 16,0 0-16,0 0 0,0 0 0,0 0 0,0 0 0,0 0 0,0 0 0,0 0 0,0 0 0,0 0 0,0 0 0,0 0 0,0 0 0,0 0 0,0 0 0,0 0 0,0 0 0,0 0 0,0 0 0,0 0 0,0 0 0,0 0 15,0 0-15,0 0 0,0 0 0,0 0 0,0 0 0,0 0 16,0 0-1,0 0-15,0 0 0,0 0 0,0 0 0,0 0 0,0 0 0,0 0 16,0 0-16,0 0 16,0 0-16,0 0 0,0 0 0,0 0 0,0 0 0,0 0 0,0 0 0,0 0 15,0 0-15,0 0 0,0 0 0,0 0 0,0 0 0,0 0 0,0 0 0,0 0 16,0 0-16,0 0 15,0 0-15,0 0 0,0 0 0,0 0 0,0 0 0,0 0 0,25 0 0,-25 0 16,0 0-16,0 0 0,0 0 0,0 0 0,0 0 0,0 0 0,25 0 31,-25 0-31,0 0 0,0 0 0,0 0 0,25 0 0,-25 0 0,0 0 0,0 0 16,24 0-16,-24-24 0,0 24 0,0 0 0,25 0 0,-25 0 0,0 0 0,25 0 15,-25 0 1,0 0-16,0 24 0,25-24 0,-25 0 0,0 0 0,0 0 0,0 0 0,25 0 16,-25 0-16,0-24 0,0 24 0,0 0 0,0 0 0,0 0 0,0 0 0,0 0 15,0 0-15,0 0 0,24 0 16,-24 0-16,0 0 0,0 24 0,0-24 0,0 0 15,0 0-15,0 0 0,0 0 0,0 0 0,0 0 0,0 0 0,0 0 0,0 0 16,0 0-16,0-24 0,0 24 16,0 0-16,0 0 0,0 0 0,0 0 0,0 0 0,0 0 0,0 0 0,0 0 15,0 0 1,0 0-16,0 0 0,0 0 0,0 0 0,0-25 0,0 25 0,0 0 15,-24 0-15,24 0 0,0-25 0</inkml:trace>
  <inkml:trace contextRef="#ctx0" brushRef="#br0" timeOffset="504046.8299">16991 13717 0,'0'0'0,"0"0"16,0 0 0,0 0-16,0 0 0,0 0 0,0 0 0,0 0 0,0 0 0,0 0 0,0 0 15,0 0-15,0 0 16,0 0-16,0 0 0,0 0 0,0 0 0,0 0 0,0 0 0,0 0 0,0 0 15,0 0-15,0 0 0,0 0 0,0 0 0,0 0 0,25 0 0</inkml:trace>
  <inkml:trace contextRef="#ctx0" brushRef="#br0" timeOffset="504708.8676">17214 13742 0,'0'0'0,"-24"0"16,24 0-16,0 0 0,0 0 0,0 0 0,0 0 0,0 0 0,0 0 0,0 0 16,0 0-16,0 0 15,0 0-15,0 0 0,0 0 0,0 0 0,24 0 0,-24 0 16,0 0-16,0 0 0,0 0 0,0 0 0,0 0 0,0 0 0,25 0 15,-25 0 1,0-25-16,0 25 0,25 0 0,-25 0 0,0 0 0,0 0 0,25-25 0,-25 25 0,0 0 0,25 0 0,-25 0 16,0-25-16,0 25 0,24 0 0,-24 0 0,0 0 15,0-24-15,0 24 16,25 0-16,-25-25 0,0 25 0,0 0 0,0 0 0,0-25 0,25 25 0,-25 0 15,0-25-15,0 25 0,0 0 0,0-25 0,0 25 16,0 0-16,0-24 0,0 24 0,0 0 0,25 0 16,-25-25-16,0 25 0,0 0 0,0 0 0,-25 0 0,25 0 0,0 0 15,0 0-15,0 0 0,0 0 0,0 0 0,0 0 16,0 0-16,0 0 0,0 0 15,0 0-15,0 0 0,0 0 0,0 0 0,0 0 0,0 0 0,0 0 0,0 0 0,0 0 16,0 0-16,0 0 0,0 0 16,0 25-16,0-25 0,0 0 0,0 0 0,0 24 15,0-24-15,0 0 0,0 25 0,0-25 0,0 0 0,0 25 0,0-25 0,0 0 16,0 25-1,0-25-15,0 25 0,-25-25 0,25 24 0,0-24 0,0 25 0,0-25 0,0 25 0,0-25 16,0 25-16,0-25 0,0 0 0,-25 25 0,25-25 0,0 24 16,0-24-1,0 25-15,0-25 0,0 0 0,0 25 0,0-25 0,-24 0 0,24 25 0,0-25 31,0 0-31,0 25 0,0-25 0,0 0 0,0 0 0,0 0 0,0 24 0,0-24 0,0 0 0,0 0 0,0 0 16,0 0-16,0 0 0,0 0 0,0 0 0,0 0 0,0 0 0,0 0 16,0 0-1,0 0-15,0 0 0,0 0 0,0 0 0,0-24 0,0 24 0,24-25 16,-24 25-16,0 0 0</inkml:trace>
  <inkml:trace contextRef="#ctx0" brushRef="#br0" timeOffset="505562.9166">17537 13469 0,'0'0'0,"0"0"16,0 0 0,0 0-16,0 0 0,25 0 0,-25 0 0,0 0 0,0 0 0,0 0 15,0 0-15,0-25 0,0 25 0,0 0 0,0 0 0,25 0 0,-25 0 0,0 0 31,0 0-31,0 0 0,0 0 0,24 0 0,-24 0 0,0 0 0,0 0 0,0 0 0,25 0 16,-25-25-16,0 25 0,0 0 0,25 0 0,-25 0 0,0 0 0,0 0 31,25 0-31,-25 0 0,0 0 0,0 25 0,0-25 0,25 0 0,-25 0 0,0 0 0,0 0 0,0 0 0,0 0 16,0 0-16,0 25 0,24-25 0,-24 0 0,0 0 15,0 0-15,0 25 16,0-25-16,0 0 0,0 25 0,0-25 0,0 0 0,0 24 0,0-24 0,0 0 16,0 25-16,-24-25 0,24 0 0,0 25 0,0-25 0,0 0 0,0 25 15,0-25-15,-25 0 0,25 0 16,0 25-16,0-25 0,-25 0 0,25 0 0,0 24 0,0-24 0,-25 0 15,25 0-15,0 0 0,0 0 16,-25 25-16,25-25 0,0 0 0,0 0 0,0 0 16,0 0-16,0 0 0,0 0 0,0 0 0,0 0 0,0 0 0,0 0 0,0 0 0,0 0 46,0 0-46,0 0 0,0 0 0,0 0 0,0 0 0,0 0 0,0 0 0,0 0 0,0 0 0,0 0 0,0 0 0,0-25 0,0 25 0,0 0 16,25 0-16,-25 0 0,0 0 0,0 0 0,0 0 0,0 0 0,25 0 0,-25 0 31,0 0-31,0-24 0,25 24 0,-25 0 0,0 0 0,0 0 0,0 24 0,0-24 0,25 0 16,-25 0-16,0 0 0,0 0 0,0 0 0,24 0 0,-24 0 0,0 0 15,0 25 1,0-25-16,0 0 0,0 0 0,0 25 0,0-25 0,0 0 0,0 25 0,0-25 16,0 0-16,0 25 0,0-25 0,0 24 0,0-24 0,0 0 0,0 25 15,-24-25-15,24 0 16,0 25-16,0-25 0,0 0 0,0 25 0,-25-25 0,25 0 0,0 0 15,0 25-15,-25-25 0,25 0 0,0 0 0,-25 0 0,25 24 0,-25-24 16,25 0-16,0 0 16,-24 0-16,24 0 0,0 0 0,-25 0 0,25 0 0,0 0 0,-25 0 0,25 0 15,0-24-15,-25 24 0,25 0 0,0 0 0,0 0 0,-25 0 16,25 0-16,0-25 15,0 25-15,0 0 0,0 0 0,-25 0 0,25 0 0,0 0 0,0 0 0,0 0 16,0 0-16,0-25 0,0 25 0,0 0 0,0 0 0,-24 0 0,24 0 16,0-25-16,0 25 31</inkml:trace>
  <inkml:trace contextRef="#ctx0" brushRef="#br0" timeOffset="518345.6476">19943 14660 0,'0'0'0,"0"0"0,0 0 16,0 0-16,0 0 0,0 0 0,0 0 0,0 0 0,0 0 16,0 0-16,0 0 0,0 0 15,0 0-15,0 0 0,0 0 0,0 0 0,0 0 0,0 0 16,0 0-16,0 0 0,0 0 0,0 0 0,0 0 0,0 0 0,0 0 0,0 0 31,0 0-31,0 0 0,0 0 0,0 0 0,0 0 0,0 0 0,0 0 0,0 0 16,0 0-16,0 0 0,0 0 0,0 0 0,0 0 0,0 0 15,0 0-15,0 0 0,0 0 0,0 0 16,0 0-16,0 0 0,0 0 0,0 0 0,0 0 0,0 0 0,0 0 0,0 0 15,0 0-15,0 0 0,0 0 0,0 0 0,0 0 0,0 0 16,0 0 0,25 24-16,-25-24 0,0 0 0,0 0 0,0 0 0,0 0 0,25 0 0,-25 0 0,0 0 15,0 0-15,24 0 0,-24 0 0,0 0 0,25 0 0,-25 0 16,0 0-16,0 0 15,25 0-15,-25 0 0,0 0 0,0 0 0,25 0 0,-25 0 0,0 0 0,0 0 16,0 0-16,0 0 0,0 0 0,0 0 0,0 0 0,0 0 16,0 0-16,0 0 0,0-24 15,0 24-15,0 0 0,0 0 0,0 0 0,0 0 0,-25 0 0</inkml:trace>
  <inkml:trace contextRef="#ctx0" brushRef="#br0" timeOffset="519399.708">20191 14709 0,'0'0'0,"0"0"0,0 0 31,0 0-31,0 0 0,0 0 0,0 0 0,0 0 0,0 0 15,0 0-15,0 0 0,0 0 0,0 0 0,0 0 0,0 0 0,25 0 0,-25 0 0,0 0 0,0 0 16,0 0-16,0 0 0,0 0 0,0 0 0,0 0 0,0 0 16,0 0-16,25 0 15,-25 0-15,0-25 0,0 25 0,0 0 0,0 0 0,0 0 0,24 0 0,-24 0 31,0 0-31,0 0 0,0-24 0,25 24 0,-25 0 0,0 0 0,0-25 0,0 25 0,25 0 0,-25 0 0,0-25 0,0 25 32,25 0-32,-25-25 0,0 25 0,0 0 0,25 0 0,-25-25 0,0 25 0,0 0 15,0-24-15,24 24 0,-24 0 0,0 0 0,0-25 0,0 25 0,0 0 0,0 0 16,0 0-1,0 0-15,0 0 0,0 0 0,0 0 0,0 0 0,0-25 0,25 25 0,-25 0 16,0 0-16,0 0 0,0 0 0,0 0 0,0 0 0,0 0 0,0 0 16,0 0-16,0 0 15,0 0-15,0 0 0,0-25 0,0 25 0,0 0 0,0 0 0,0 0 0,0 0 16,0 0-16,0 0 0,0 0 0,0 0 0,0 0 0,0 0 0,0 0 31,0 0-31,0 0 0,0-25 0,0 25 0,0 0 0,0 0 0,0 0 0,0 0 16,0 0-16,0 0 0,0 0 0,0 0 0,0 0 0,0 0 0,0 0 0,0 0 15,0 0 1,0 0-16,0 0 0,0 0 0,0 0 0,0 0 0,0 0 0,0 0 15,0 0-15,0 0 0,0 0 0,0 0 0,0 0 0,0 0 0,0 0 0,0 0 32,0 0-32,0 0 0,0 25 0,0-25 0,0 0 0,0 0 0,0 0 0,0 25 0,0-25 15,0 0-15,0 25 0,0-25 0,0 0 0,0 25 0,0-25 0,0 24 31,0-24-31,-25 25 0,25-25 0,0 0 0,0 25 0,0-25 0,0 25 0,0-25 0,0 25 0,-24-25 0,24 0 16,0 24-16,0-24 16,0 25-16,0-25 0,0 0 0,-25 25 0,25-25 0,0 0 15,0 25-15,0-25 0,0 0 0,0 25 0,0-25 16,0 0-16,-25 24 0,25-24 0,0 0 0,0 0 0,0 25 15,0-25-15,0 0 0,0 0 0,0 0 0,0 0 0,0 0 0,0 0 16,0 0-16,0 0 0,0 0 0,0 0 0,0 0 0,0 0 0,0 0 31,0 0-31,0 0 0,0 0 0,0 0 0,0 0 0,0 0 0,0 0 0,0 0 0,0 0 16,0 0-16,0 0 0,0 0 0,0 0 15,0 0-15,0-25 0,0 25 0,0 0 0,0 0 16,0 0-16</inkml:trace>
  <inkml:trace contextRef="#ctx0" brushRef="#br0" timeOffset="520029.744">20786 14461 0,'0'0'0,"0"0"16,0 0-16,0 0 0,0 0 0,0 0 0,0 0 0,0 0 0,0 0 15,0 0 1,0 0-16,0 0 0,0 0 0,0 0 0,0 25 0,0-25 0,-24 0 0,24 0 15,0 25-15,0-25 0,0 0 0,0 25 0,0-25 0,0 24 0,0-24 16,-25 25 0,25-25-16,0 25 0,0-25 0,0 25 0,0-25 0,0 0 0,0 25 0,-25-25 15,25 24-15,0-24 16,0 25-16,0-25 0,0 0 0,0 25 0,0-25 0,0 0 0,-25 25 0,25-25 15,0 0-15,0 0 0,0 25 0,0-25 0,0 0 0,0 0 0,0 0 0,0 24 16,0-24-16,-25 0 0,25 0 16,0 0-16,0 0 0,0 0 0,0 0 0,0 0 15,0 0-15,0 0 0,0 0 0,0 0 0,0 0 0,0 0 0,0 0 0,0-24 16,-25 24-1,25 0-15,0 0 16,0 0-16,0-25 0,0 25 0,0 0 0,0 0 0,0-25 0</inkml:trace>
  <inkml:trace contextRef="#ctx0" brushRef="#br0" timeOffset="520187.7531">20662 14709 0,'0'0'0,"25"0"15,-25 0-15,0 0 0,0-25 0,0 25 0,0 0 16,25 0-16,-25 0 0,0 0 0,0 0 0,0 0 0,25 0 15,-25 0-15,0 0 0,0 0 0,25 0 0,-25 0 16,0 0-16,24 0 0,-24 0 0,0 0 0,25 0 0,-25 0 16,0 0-16,25 0 0,-25 0 0,0 0 0,25 0 15,-25 0-15,0 0 0,0 0 0,25 0 0,-25 0 16,0 0-16,0 0 0,24 0 0,-24 0 0,0 0 0,0 0 15,25-24-15,-25 24 0,0 0 0,0 0 0,0-25 16,25 25-16,-25 0 0</inkml:trace>
  <inkml:trace contextRef="#ctx0" brushRef="#br0" timeOffset="520443.7677">20985 14560 0,'0'0'0,"0"0"0,0 0 0,-25 0 0,25 0 15,0-24-15,0 24 0,0 0 0,0 0 0,0 0 16,0 0-16,0 0 0,0 0 0,0 0 0,0 0 0,0 0 16,0 0-16,0 0 0,0 0 0,0 0 0,0 0 15,0 0-15,0 0 0,0 0 0,0 0 0,0 24 16,0-24-16,0 0 0,0 0 0,0 25 0,0-25 0,0 25 15,0-25-15,0 25 0,0-25 0,0 25 0,0-25 16,-25 24-16,25-24 0,0 0 0,0 25 0,0-25 0,0 25 16,0-25-1,0 25-15,0-25 0,-25 25 0,25-25 0,0 0 0,0 24 0,0-24 0,0 25 0,0-25 16,0 0-16,0 0 0,0 25 0,0-25 0,0 0 15,0 0-15,0 25 16,0-25-16,0 0 0,0 0 0,0 0 0,0 0 0,0 0 0,0 0 0,0 0 0,0 0 16</inkml:trace>
  <inkml:trace contextRef="#ctx0" brushRef="#br0" timeOffset="520841.7905">21034 14957 0,'0'0'0,"0"0"16,0 0-16,0-25 0,0 25 15,0 0-15,0 0 0,0 0 0,0 0 0,0 0 0,0 0 0,0 0 0,0 0 0,0 0 16,25-24-1,-25 24-15,0 0 0,0 0 0,0 0 0,25-25 0,-25 25 0,0 0 0,0 0 16,0-25-16,25 25 0,-25 0 0,0 0 0,0-25 0,0 25 0,25 0 16,-25 0-1,0-25-15,0 25 0,0 0 0,24 0 0,-24 0 0,0-24 0,0 24 0,0 0 0,0 0 16,25 0-16,-25 0 0,0 0 0,0 0 0,0 0 0,0 0 0,0 0 0,0 0 31,0 0-31,0 0 0,0 0 0,0 0 0,0 0 0,0 0 0,-25 0 0,25 0 16,0 24-16,0-24 0,0 0 0,0 25 0,0-25 0,0 0 0,-24 25 15,24-25 1,0 0-16,0 25 0,0-25 0,-25 25 0,25-25 0,0 24 0,0-24 0,0 0 15,0 25-15,0-25 0,0 0 0,0 25 0,0-25 0,0 0 0,0 0 16,0 0-16,0 25 0,0-25 0,0 0 0,0 0 0,0 0 16,0 0-16,25 0 15</inkml:trace>
  <inkml:trace contextRef="#ctx0" brushRef="#br0" timeOffset="521220.8122">21679 14759 0,'0'0'16,"0"0"-1,0 0-15,0 0 0,0 0 0,0 0 0,25 25 0,-25-25 0,0 0 16,0 0-16,25 0 0,-25 0 0,25 0 0,-25 0 0,25 0 0,-25 0 0,24 0 16,-24 0-1,25 0-15,-25 0 0,25 0 0,-25 0 0,25-25 0,0 25 0,-25 0 0,24 0 0,1 0 0,-25 0 31,25 0-31,-25 0 0,25 0 0,0 0 0,-25 0 0,0 0 0,24 0 0,-24 0 0,0 0 16,25 0-16,-25 0 0,0 0 0,0 0 0,0 0 0,0 0 0,0 0 31,0 0-31,0 0 0,0 0 0</inkml:trace>
  <inkml:trace contextRef="#ctx0" brushRef="#br0" timeOffset="521453.8255">21903 14585 0,'0'0'0,"0"0"0,0 0 0,0 0 0,0 25 0,0-25 15,0 0-15,0 0 0,0 0 0,0 0 0,0 0 16,0 25-16,0-25 0,0 0 0,0 0 0,-25 25 16,25-25-16,0 24 0,0-24 0,0 25 0,0-25 15,0 25-15,0-25 0,0 25 16,-25-25-16,25 25 0,0-25 0,0 24 0,0-24 0,-25 25 0,25-25 0,0 0 15,0 25-15,0-25 0,0 25 16,-25-25-16,25 25 0,0-25 0,0 0 0,0 24 0,0-24 0,0 0 0,0 25 16,0-25-16,0 0 0,0 0 15,0 25-15</inkml:trace>
  <inkml:trace contextRef="#ctx0" brushRef="#br0" timeOffset="521818.8464">22324 14635 0,'0'0'0,"0"0"0,0 0 15,0 0-15,0 0 0,0 0 16,0 0-16,0 0 0,0 0 0,0 0 0,0 0 0,0 0 0,0 25 16,0-25-16,0 0 0,0 0 0,0 24 0,0-24 0,0 0 0,0 25 15,0-25 1,0 25-16,0-25 0,0 25 0,-25-25 0,25 25 0,0-1 0,0-24 0,0 25 0,0-25 0,0 25 31,-24-25-31,24 25 0,0-25 0,0 25 0,0-25 0,0 0 0,0 24 0,0-24 0,0 0 16,0 25-16,0-25 0,-25 0 15,25 0-15,0 0 0,0 0 0,0 25 0,0-25 0,0 0 16,0 0-16,0 0 0,0 0 0,0 0 0,0-25 15,0 25-15,0 0 0,0 0 0,0-25 0,0 25 0</inkml:trace>
  <inkml:trace contextRef="#ctx0" brushRef="#br0" timeOffset="522003.8569">22250 14808 0,'25'0'0,"-25"0"0,0-24 0,0 24 16,0 0-16,0 0 0,0 0 0,24 0 0,-24 0 15,0 0-15,0 0 0,25 24 0,-25-24 0,0 0 16,25 0-16,-25 0 0,0 0 0,25 0 0,-25 0 0,0 0 16,25 0-16,-25 0 0,24 0 0,-24 0 0,25 0 15,-25 0-15,0 0 0,25 0 0,-25 0 0,25 0 0,-25 0 16,25 0-16,-25-24 0,0 24 0,24 0 15,-24 0-15,0 0 0,25 0 0,-25-25 16,0 25-16,25 0 0,-25 0 0,0-25 0,0 25 0,0 0 0</inkml:trace>
  <inkml:trace contextRef="#ctx0" brushRef="#br0" timeOffset="522199.8682">22647 14610 0,'0'0'0,"0"0"0,0 0 0,0 0 15,0 0-15,0 0 0,0 0 0,0 0 0,0 0 16,0 0-16,0 0 0,0 0 0,-25 0 0,25 25 16,0-25-16,0 0 0,0 0 0,0 25 0,0-25 15,0 0-15,0 24 0,0-24 0,0 0 0,0 25 0,0-25 16,0 25-16,0-25 0,-25 25 0,25-25 0,0 25 15,0-25-15,0 24 0,0-24 0,0 0 0,0 25 0,-25-25 16,25 25-16,0-25 0,0 25 0,0-25 16,0 25 15,0-25-31,-25 0 0,25 24 0,0-24 0,0 0 0,0 25 0,0-25 0,0 0 0,0 25 0,0-25 0,0 0 0,0 0 0,0 0 0,0 0 0</inkml:trace>
  <inkml:trace contextRef="#ctx0" brushRef="#br0" timeOffset="522558.8886">22845 14908 0,'0'0'0,"0"0"0,0 0 0,0 0 15,0 0-15,0 0 0,0 0 0,-25 0 0,25 0 0,0 0 16,0 0-16,0 0 0,0 24 0,-24-24 0,24 0 15,0 0-15,0 0 0,-25 0 0,25 25 0,0-25 0,0 0 16,-25 0 0,25 25-16,0-25 0,0 0 0,-25 25 0,25-25 0,0 0 0,0 0 0,-25 25 0,25-25 15,0 0 1,0 24-16,-25-24 0,25 0 0,0 0 0,0 25 0,0-25 0,0 0 16,-24 0-16,24 0 0,0 0 0,0 0 0,0 0 0,0 25 0,0-25 15,0 0-15,0 0 0,0 0 0,0 0 0,0 0 0,24 0 0,-24 0 16,0 0-16,0 0 0,0 0 15,25 0-15,-25 0 0,0 0 0,0 0 0,25 0 0,-25 0 0,25 0 0,-25 0 32,0 0-32,25 0 0,-25 0 0,25 0 0,-25 0 0,24 0 0,-24 0 0,25 0 0,-25 0 15,0 0-15,25 0 0,-25 0 0,25 0 16,-25 0-16,0 0 0,25 0 0,-25 0 0,0 0 0,0 0 0,24 0 0,-24 0 15,0 0-15,0 0 0</inkml:trace>
  <inkml:trace contextRef="#ctx0" brushRef="#br0" timeOffset="522793.9021">22895 14957 0,'0'0'0,"0"0"0,0 0 0,0 0 0,0 0 15,0 0-15,0 0 0,0 0 0,0 0 0,0 0 0,0 0 16,0 0-16,0 25 0,0-25 15,0 0-15,0 0 0,0 25 0,0-25 16,0 0-16,-25 25 0,25-25 0,0 24 0,0-24 0,0 25 0,0-25 0,0 0 16,0 25-16,0-25 0,0 25 0,0-25 0,-25 25 0,25-25 15,0 0-15,0 24 16,0-24-16,0 0 0,0 25 0,0-25 0,0 0 0,-25 0 0,25 0 0,0 25 15,0-25-15,0 0 0,0 0 0,0 0 0,0 0 0</inkml:trace>
  <inkml:trace contextRef="#ctx0" brushRef="#br0" timeOffset="523231.9272">23292 14883 0,'0'0'0,"0"0"15,0 0-15,0 0 0,0 0 0,0 0 0,0 0 0,0 0 0,0 0 0,24 0 0,-24 0 16,0 0-16,0 0 0,25 0 0,-25 0 0,25 0 0,-25 0 15,25 0 1,-25 0-16,25 0 0,-25 0 0,24 0 0,-24 0 0,25 0 0,0 0 0,-25 0 16,25 0-16,0 0 0,-25 0 0,24 0 0,-24 0 0,25 0 0,0 0 15,-25 0 1,25 25-16,-25-25 0,25 0 0,-25 0 0,24 0 0,-24 0 0,0 0 0,25 0 0,-25 0 15,0 0-15,0 0 0,0 0 0,0 0 0,0 0 0,0 0 16,0 0 0,0 0-16,0 0 0,0 0 0,0 0 0,0 0 0,0 0 0,0-25 0,0 25 0,0 0 0</inkml:trace>
  <inkml:trace contextRef="#ctx0" brushRef="#br0" timeOffset="530954.3689">13221 14114 0,'0'0'15,"0"0"-15,0 0 0,0 0 16,0 0-16,0 0 0,0 0 0,0 0 0,0 0 0,0 0 16,0 0-16,0 0 0,0 0 0,0 0 0,0 0 0,0 0 0,0 0 15,0 0-15,0 0 0,0 0 16,0 0-16,0 0 0,0 0 0,0 0 0,0 0 0,0 0 31,0 0-31,0 0 0,0 0 0,0 0 0,0 0 0,0 0 0,0 0 0,0 0 0,0 0 0,0 0 0,0-25 0,0 25 0,0 0 16,-25 0-16,25 0 0,0 0 15,0 0-15,0 0 0,0 0 0,0 0 0,0 0 16,0 0-16,0 0 0,0 0 0,0 0 0,0 0 0,0 0 0,0 0 15,-25 0-15,25 0 0,0 0 0,0 0 16,0 0-16,0 0 0,0 0 0,0 0 0,0 0 0,-25 0 16,25 0-16,0 0 0,0 0 0,0 0 0,0 25 0,0-25 0,0 0 0,0 0 31,0 0-31,0 0 0,-24 0 0,24 0 0,0 0 0,0 0 0,0 0 0,0 0 0,0 0 0,0 0 0,0 0 15,0 25 1,0-25-16,0 0 0,0 0 0,-25 0 0,25 0 0,0 24 0,0-24 0,0 0 16,0 0-16,0 0 0,0 25 0,0-25 0,0 0 0,0 0 0,0 0 15,0 25 1,0-25-16,0 0 0,0 0 0,0 25 0,0-25 0,-25 0 0,25 0 15,0 25-15,0-25 0,0 0 0,0 0 0,0 24 0,0-24 0,0 0 0,0 0 16,0 0 0,0 25-16,0-25 0,0 0 0,0 0 0,0 25 0,0-25 0,0 0 0,0 0 15,0 0-15,0 25 0,25-25 0,-25 0 0,0 0 0,0 0 0,0 25 16,0-25-1,0 0-15,0 0 0,25 0 0,-25 0 0,0 0 0,0 25 0,0-25 0,0 0 0,24 0 16,-24 0 0,0 0-16,0 0 0,0 24 0,0-24 0,25 0 0,-25 0 0,0 0 15,0 0-15,0 0 0,25 0 0,-25 0 0,0 0 0,0 0 0,0 25 16,0-25-16,25 0 15,-25 0-15,0 0 0,0 0 0,0 0 0,25 0 0,-25-25 0,0 25 0,0 0 0,25 0 0,-25 0 16,24 0-16,-24 0 0,0 0 0,25-24 0,-25 24 0,0 0 16,0 0-16,25 0 15,-25 0-15,0 0 0,0-25 0,0 25 0,0 0 0,25 0 0,-25 0 0,0 0 0,0 0 16,0-25-16,0 25 0,0 0 15,0 0-15,0 0 0,0 0 0,25 0 0,-25 0 0,0-25 16,0 25-16,0 0 0,0 0 0,24 0 0,-24 0 0,0-25 0,0 25 0,25 0 31,-25 0-31,0-25 0,0 25 0,0 0 0,25 0 0,-25-24 0,0 24 0,0 0 0,0 0 16,0 0-16,0-25 0,0 25 0,25 0 0,-25 0 0,0 0 0,0 0 15,0-25-15,0 25 16,0 0-16,-25 0 0,25 0 0,0-25 0,0 25 0,0 0 0,0 0 0,0 0 16,0-25-16,0 25 15,0 0-15,0 0 0,0 0 0,0-24 0,0 24 0,0 0 0,0 0 0,0 0 16,0 0-16,0-25 0,0 25 0,0 0 0,0 0 0,0 0 15,-25 0-15,25-25 16,0 25-16,0 0 0,0 0 0,0-25 0,0 25 0,0 0 0,-25 0 0,25 0 0,0 0 0,0 0 16,0-25-1,0 25-15,0 0 0,0 0 0,0 0 0,0 0 0,0 0 0,-24 0 0,24 0 16,0 0-16,0 0 0,0 0 0,0 0 0,0 0 0,-25 0 0,25 0 15,0 0 1,-25 0-16,25 0 0,0 0 0,0 0 0,-25 0 0,25 25 0,0-25 16,-25 0-16,25 0 0,0 0 0,0 0 0,-24 0 0,24 0 0,0 0 0</inkml:trace>
  <inkml:trace contextRef="#ctx0" brushRef="#br0" timeOffset="535966.6556">14287 14263 0,'0'0'0,"0"0"0,0 0 16,0 0-16,0 0 0,25 0 0,-25 0 0,0 0 0,0 0 0,0 0 16,0 0-1,0 0-15,0 0 0,0 0 0,0 0 0,0 0 0,0 0 0,0 0 0,25 0 0,-25 0 16,0 0-16,0 0 0,0 0 0,0 0 0,0 0 0,0 0 15,0 0-15,0 0 16,0 0-16,25 0 0,-25 0 0,0 0 0,0 0 0,0-25 0,0 25 0,25 0 0,-25 0 16,0 0-16,0 0 15,25-25-15,-25 25 0,0 0 0,24 0 0,-24-25 0,0 25 16,25 0-16,-25-25 0,0 25 0,0 0 0,0-24 0,25 24 0,-25-25 0,0 25 15,0 0-15,0-25 16,0 25-16,25 0 0,-25-25 0,0 25 0,0 0 0,0-25 0,0 25 0,0 0 0,25 0 16,-25-24-16,0 24 15,0 0-15,0 0 0,0 0 0,0-25 0,0 25 0,0 0 0,0 0 0,0 0 0,0 0 16,0 0-16,0 0 0,0 0 0,24 0 0,-24 0 15,0 0-15,0 0 16,0 0-16,0 0 0,0-25 0,0 25 0,0 0 0,0 0 0,0 0 0,0 0 16,0 0-16,0 0 0,0 0 15,0 0-15,0 0 0,0 0 0,0 0 0,0 0 0,0 0 16,0 0-16,0 0 0,0 0 0,0 0 0,0 0 0,0 0 0,0 0 0,0 0 15,0 0-15,0 0 0,0 0 0,0 0 0,0 25 0,0-25 16,25 0-16,-25 0 16,-25 25-16,25-25 0,0 0 0,0 24 0,0-24 0,0 25 0,0-25 0,0 0 0,0 25 15,0-25-15,0 25 0,0-25 0,0 25 0,0-25 16,-24 24-16,24-24 15,0 25-15,0-25 0,0 25 0,0-25 0,0 25 0,0-25 0,0 25 0,0-25 16,0 24-16,0-24 0,0 25 0,0-25 0,0 0 0,0 25 0,0-25 16,-25 25-1,25-25-15,0 0 0,0 25 0,0-25 0,0 0 0,0 0 0,0 25 0,0-25 0,0 0 16,0 0-16,0 24 0,0-24 0,0 0 0,0 0 0,0 25 15,0-25 1,0 0-16,0 0 0,0 0 0,0 0 0,0 25 0,0-25 0,0 0 0,0 0 0,0 0 16,0 0-16,0 0 0,0 0 15,0 0-15,0 0 0,0 25 0,0-25 0,0 0 0,0 0 16,0 0-16,0 0 0,0 0 0,0 0 0,0 0 0,0 0 0,0 0 15,0 0-15,0 0 0,0 0 0,0 0 0,0 0 0,0 0 16,0 0 0,0 0-16,-25 0 0,25 0 0,0 0 0,0 0 0,0 0 0,-25 0 0,25 0 0,0 0 0,0 0 15,0 0-15,0 0 16,0 0-16,0 0 0,-25 0 0,25 0 0,0 0 0,0 0 15,0 0-15,0 0 0,0 0 0,-24 0 0,24 0 0,0 0 0,0 0 0,0 0 16,0 0-16,0 0 16,0 0-16,0 0 0,0 0 0,0 0 0,0 0 0,0 0 0,0 0 15,0 0-15,0 0 0,0 0 0,0 0 0,0 0 0,0 0 16,0 0-16,0 0 0,0 0 0,0 0 0,0 0 0,0 0 15,0 0-15,0 0 0,0 0 16,0 0-16,0 0 0,0 0 0,0 0 0,0 0 0,0 0 0,0 0 0,0 0 0,0 0 31,0 0-31,0 0 0,0 0 0,0 0 0,0 0 0,0 0 0,0 0 0,0 0 16,0 0-16,0 0 0,0 0 0,0 0 0,24 0 0,-24 25 0,0-25 0,0 0 31,0 0-31,25 0 0,-25 0 0,0 0 0,0 0 0,25 0 0,-25 0 0,0 0 0,25 0 0,-25 0 0,0 0 16,25 24-16,-25-24 0,24 0 0,-24 0 15,0 0-15,25 0 0,-25 0 16,25 0-16,-25 0 0,25 0 0,-25 0 0,0 0 0,25 0 0,-25 0 0,0 0 15,24 0-15,-24 0 0,0 0 0,0 0 0,0 0 0,0 0 16,0 0-16,0 0 0,0 0 16,0 0-16,25 0 0,-25 0 0,0 0 0,0 0 0,0 0 0,0 0 0,-25 0 15,25 0-15,0 0 0,0 0 16,0 0-16,0 0 0,0 0 0,0 0 0,0 0 15,0-24-15,0 24 0</inkml:trace>
  <inkml:trace contextRef="#ctx0" brushRef="#br0" timeOffset="541068.9474">15677 14362 0,'0'0'0,"0"0"15,0 0 1,0 0-16,0 0 0,0 0 0,0 0 0,0 0 0,0 0 0,0 0 16,0 0-16,0 0 0,0 0 0,0 0 0,0 0 0,0 0 0,0 0 0,0 0 15,0 0 1,0 0-16,0 0 0,0 0 0,0 0 0,0 0 0,0 0 0,0 0 0,0 0 15,0 0-15,0 0 0,0 0 0,0 0 0,0 0 0,0 0 0,0 0 16,0 0 0,0 0-16,0 0 0,0 0 0,0 0 0,0 0 0,0 0 0,0 0 0,0 0 15,0 0-15,0 0 0,0 0 0,0 0 0,0 0 0,0 0 0,0 0 0,0 0 31,0 0-31,0 0 0,0 0 0,0 0 0,0 0 0,0 0 0,0 0 16,0 0-16,0 0 0,0 0 0,0 0 0,0 0 0,-25 0 0,25 0 0,0 0 16,0 0-16,0 0 0,0 0 0,0 0 0,0 0 0,0 0 15,0 0-15,0 0 16,0 0-16,0 0 0,0 0 0,0 0 0,0 0 0,0 0 0,0 0 0,0 0 15,0 0-15,0 0 0,0 0 0,0 0 0,0 0 0,0 0 16,0 0 0,0 0-16,0 0 0,0 0 0,0 0 0,0 0 0,0 0 0,0 0 0,0 0 15,0 0-15,0 0 0,0 0 0,0 0 0,0 0 0,0 0 0,0 0 16,0 0-1,0 0-15,0 0 0,0 0 0,0 0 0,0 0 0,0 0 0,0 0 0,0 0 0,0 0 16,0 0-16,0 0 0,0 0 0,0 0 0,0 0 0,0 0 0,0 0 31,0 0-31,0 0 0,0 0 0,0 0 0,0 0 0,0 0 0,0 0 0,0 0 0,0 0 0,0 0 0,0 0 16,0 0-16,0 0 0,0 0 15,0 0-15,0 0 0,0 0 0,0 0 16,0 0-16,0 0 0,0 0 0,0 0 0,0 0 0,0 0 0,0 0 0,0-25 16,25 25-16,-25 0 0,0 0 0,0 0 0,24 0 0,-24 0 0,0 25 15,0-25 1,25 0-16,-25 0 0,0 0 0,25 0 0,-25 0 0,0 0 0,0 0 0,25 0 0,-25 0 15,0 0-15,25 0 16,-25 0-16,0 0 0,0 0 0,0 0 0,24 0 0,-24 0 0,0 0 0,0 0 0,0 0 16,25 0-16,-25 0 0,0 0 0,0 0 0,0 0 15,0 0-15,0 0 16,0 0-16,0 0 0,0 0 0,0 0 0,0 0 0,0 0 0,0 0 0,0 0 15,0 0-15,0 0 0,0 0 0,0 0 0,25 0 0,-25 0 0,0 0 16,0 0 0,0 0-16</inkml:trace>
  <inkml:trace contextRef="#ctx0" brushRef="#br0" timeOffset="542187.0114">15974 14536 0,'0'0'0,"0"0"0,0 0 16,0 0-16,0 0 0,0 0 0,0 0 0,0 0 0,0 0 15,0 0 1,0 0-16,0 0 0,0 0 0,0 0 0,0 0 0,0 0 0,0 0 0,0 0 0,0 0 0,0 0 16,0 0-1,0 0-15,0-25 0,0 25 0,0 0 0,0 0 0,0 0 0,25 0 0,-25-25 0,0 25 16,0 0-1,0 0-15,0 0 0,25-25 0,-25 25 0,0 0 0,0 0 0,25-25 0,-25 25 0,0 0 0,0-24 0,0 24 32,0 0-32,24 0 0,-24-25 0,0 25 0,0 0 0,0-25 0,0 25 0,25 0 15,-25-25-15,0 25 0,0 0 0,0-25 0,0 25 0,0 0 0,25 0 0,-25-25 31,0 25-31,0 0 0,0 0 0,0 0 0,0-24 0,0 24 0,25 0 0,-25 0 0,0-25 16,0 25-16,0 0 0,0 0 0,0 0 0,0 0 0,25 0 0,-25-25 31,0 25-31,0 0 0,0 0 0,0 0 0,0 0 0,0 0 0,0 0 0,0 0 0,0 0 16,0 25-16,0-25 0,0 0 0,0 0 0,-25 0 0,25 0 0,0 0 15,0 0-15,0 0 16,0 0-16,0 0 0,0 0 0,0 25 0,0-25 0,0 0 0,0 0 0,0 24 16,0-24-16,0 0 0,0 0 0,0 25 0,0-25 15,0 0-15,0 25 0,0-25 0,0 0 16,0 25-16,0-25 0,0 25 0,0-25 0,0 0 0,0 25 0,0-25 0,0 24 15,0-24-15,0 0 0,0 25 0,0-25 0,0 0 16,0 25-16,-25-25 0,25 0 0,0 25 16,0-25-16,0 0 0,0 25 0,0-25 0,25 0 0,-25 24 0,0-24 0,0 0 15,0 0-15,0 25 16,0-25-16,0 0 0,0 0 0,0 0 0,0 25 0,0-25 0,0 0 0,0 0 31,0 0-31,0 0 0,0 0 0,0 25 0,0-25 0,0 0 0,0 0 0,0 0 0,0 0 0,0 0 0,0 0 16,0 0-16,0 0 0,0 0 0,0 0 0,0 25 0,0-25 15,0 0-15,0 0 16,0 0-16,0 0 0,0 0 0,0 0 0,0 0 0,0 0 0,0 0 15,0 0-15,0 0 0,0 24 0,0-24 0,0 0 0,0 0 16,0 0-16,-25 0 0,25 0 16,0 0-16,0 0 0,0 0 0,0 0 0,-25 0 0,25 0 0,0 25 0,0-25 15,0 0-15,-25 0 0,25 0 0,0 0 0,0 0 0,0 0 0,0 0 31,0 0-31,-24 0 0,24 0 0,0 0 0,0 0 0,0 0 0,0 0 0,0 0 0,0 0 16,0 0-16,0 0 0,0 0 0,0 0 0,0 0 0,0 0 0,0 0 16,0 0-1,0 0-15,0 0 0,0 0 0,0 0 0,0 0 0,0 0 0,0 0 0,0 0 0,0 0 16,0 0-16,0 0 0,0 0 0,0 0 0,0 0 0,0 0 15,0 0 32,0 0-47,0 0 0,0 0 0,0 0 16,0 0-16,0 0 0,0 0 0,0 0 0,0 0 0,0 0 0,0 0 0,0 0 0,0 0 0,0 0 0,0 0 0,0 0 0,0 0 0,0 0 0,24 0 0,-24 0 0,0 0 0,0 0 0,0 0 0,25 0 0,-25 0 31,0 0-31,0 0 0,25 0 0,-25 0 0,0 0 0,25 0 0,-25 0 0,0 0 0,0 0 0,25 0 0,-25 0 16,24 0-1,-24 0-15,25 0 0,-25 0 0,0 0 0,25 0 0,-25 0 0,25 0 0,0 0 16,-25 0-16,0 0 0,24 0 0,-24 0 0,25 25 0,-25-25 0,0 0 0,0 0 15,25 0 1,-25 0-16,0 0 0,0 0 0,0 0 0,0 0 0,0 0 0,0 0 0,0-25 16,0 25-16,-25 0 0,25 0 0,0 0 0,0 0 0,0 0 0</inkml:trace>
  <inkml:trace contextRef="#ctx0" brushRef="#br0" timeOffset="546580.2626">16768 14511 0,'0'0'0,"0"0"31,0 0-31,0-25 0,0 25 0,0 0 0,0 0 0,0 0 0,0 0 0,0 0 0,0 0 0,0 0 0,0 0 0,0 0 16,0 0-16,0 0 0,0 0 0,0 0 0,0 0 0,0 0 0,0 0 0,0 0 31,0 0-31,0 0 0,0 0 0,0 0 0,0 0 0,0 0 0,0 0 0,0 0 0,0 0 0,0 0 16,0 0-1,0 0-15,25 0 0,-25 0 0,0 0 0,0 0 0,0 0 0,0 0 0,0 0 16,25 0-16,-25 0 0,0 0 0,24 0 0,-24 0 0,0 25 0,25-25 0,-25 0 15,0 0-15,25 0 0,-25 0 16,25 0-16,-25 0 0,0 0 0,25 0 0,-25 0 16,24 0-16,-24 0 0,0 0 0,25 0 0,-25 0 0,25 0 0,-25 0 0,0 0 15,25 0 1,-25 0-16,0 0 0,25 0 0,-25 0 0,0 0 0,0 0 0,0 0 0,0 0 15,0 0-15</inkml:trace>
  <inkml:trace contextRef="#ctx0" brushRef="#br0" timeOffset="547516.3162">17214 14337 0,'0'-25'0,"0"25"31,0 0-31,0 0 0,0 0 0,0 0 0,0 0 0,0 0 0,0 0 15,0 0-15,0 0 0,0 0 0,0 0 0,0 0 0,0 0 0,0 0 0,0 0 32,0 0-32,0 0 0,0 0 0,0 0 0,0 0 0,0 0 0,0 0 0,0 0 0,0 0 0,0 0 15,0 0-15,0 0 0,0 0 0,0 0 0,0 0 0,0 25 0,0-25 31,0 0-31,0 0 0,0 0 0,0 0 0,0 25 0,0-25 0,0 0 0,0 0 16,0 0-16,0 25 0,0-25 0,0 0 0,0 0 0,0 25 0,0-25 16,-24 0-16,24 0 0,0 24 0,0-24 15,0 0-15,0 0 0,0 25 0,0-25 0,0 0 0,-25 0 16,25 25-16,0-25 0,0 0 0,0 0 0,0 0 0,0 0 0,0 0 31,0 0-31,0 0 0,0 25 0,0-25 16,0 0-16,0 0 0,0 0 0,0 0 0,0 0 0,0 0 0,0 0 0,0 0 0,0 0 0,0 0 15,0 0-15,0 0 0,0 0 0,0 0 0,0 0 0,0 0 0,0 0 16,25 0-16,-25 0 0,0 0 0,0 0 0,0 0 0,0 0 15,24 0-15,-24 0 0,0 0 16,0 0-16,0-25 0,25 25 0,-25 0 0,0 0 0,0 0 0,0 0 0,25 0 16,-25 0-16,0 0 0,0 0 0,0 0 0,25 0 0,-25 0 15,0 0-15,25 0 16,-25 0-16,0 0 0,24 0 0,-24 0 0,0 0 0,25 0 0,-25 0 0,0 0 15,0 0-15,0 0 0,0 25 0,0-25 0,25 0 0,-25 0 16,0 0-16,0 0 16,0 0-16,0 0 0,0 25 0,0-25 0,0 0 0,0 0 0,25 0 0,-25 24 15,0-24-15,0 0 0,0 0 0,0 0 0,0 25 0,0-25 16,0 0-16,0 0 0,0 0 15,0 25-15,25-25 0,-25 0 0,0 0 0,0 25 0,0-25 0,0 0 0,0 0 32,-25 0-32,25 25 0,0-25 0,0 0 0,0 0 0,0 0 0,0 24 0,0-24 15,0 0-15,-25 0 0,25 0 0,0 25 0,0-25 0,0 0 0,0 0 0,0 0 16,-25 0-16,25 0 0,0 25 15,0-25-15,0 0 0,0 0 0,-25 0 0,25 0 63,0 0-63,0 0 0,0 0 0,0 0 0,-24 0 0,24 0 0,0 25 0,0-25 0,0 0 0,0 0 0,-25 0 0,25 0 0,0 0 0,0 0 0,0 0 0,-25-25 0,25 25 0,0 0 0,0 0 0,0 0 0,0 0 0,0 0 0,-25 0 0,25 0 0,0 0 15,0 0 1,0-25-16,0 25 0,0 0 0,0 0 0,0 0 0,-25 0 0,25 0 16,0 0-16,0 0 0,0 0 0,0 0 0,0-25 0,0 25 0,0 0 0,0 0 15,0 0 1,0 0-16,0-24 0,0 24 0,0 0 0,0 0 0,0 0 0,0-25 0,25 25 15</inkml:trace>
  <inkml:trace contextRef="#ctx0" brushRef="#br0" timeOffset="547750.3296">17338 14337 0,'0'0'0,"0"0"0,0 0 0,0 0 0,0 0 16,0 0-16,25-25 0,-25 25 0,0 0 0,0 0 0,0 0 0,25 0 16,-25 0-16,0 0 0,25 0 0,-25 0 0,25 0 0,-25 0 0,0 0 15,24 0-15,-24 0 16,25 0-16,-25 0 0,25 0 0,-25 0 0,25 0 0,-25 0 0,25 0 15,0 0-15,-25 0 0,24-25 0,-24 25 0,25 0 0</inkml:trace>
  <inkml:trace contextRef="#ctx0" brushRef="#br0" timeOffset="559728.0146">18628 13791 0,'0'0'0,"0"0"16,0 0-16,0 0 0,0 0 0,0 0 15,0 0-15,0 0 0,0 0 0,0 0 16,0 0-16,0 0 0,0 0 0,0 25 0,0-25 0,0 0 0,0 0 0,0 0 0,0 0 31,0 0-31,0 0 0,0 0 0,0 0 0,0-25 0,0 25 0,0 0 0,0 0 0,0 0 16,0 0-1,0 0-15,0 0 0,0 0 0,0 0 0,0 0 0,0 0 0,0 0 0,0 0 0,0 0 16,0 0-16,0 0 0,0 0 0,0 0 0,0 0 0,0 0 16,0 25-16,0-25 0,0 0 0,0 0 0,0 0 0,0 0 0,0 0 31,0 0-31,0 0 0,0 0 0,0 0 0,0 0 0,0 0 0,0 0 0,0 0 15,25 0-15,-25 0 0,0 0 0,0 0 0,0 0 0,25 0 0,-25 0 0,0 0 0,0 0 32,25 0-32,-25 0 0,0 0 0,0 0 0,25 0 0,-25 0 0,0 0 0,0 0 0,24 0 0,-24 0 15,0 0-15,25 0 0,-25 0 0,0 0 0,0 0 0,25 0 16,-25 0-16,25 0 15,-25-25-15</inkml:trace>
  <inkml:trace contextRef="#ctx0" brushRef="#br0" timeOffset="560691.0697">19100 13494 0,'0'0'0,"0"0"16,0-25 0,0 25-16,0 0 0,0 0 0,0 0 0,0 0 0,0 0 0,0 0 0,0 0 15,0 0-15,0 0 0,0 0 0,0 0 0,0 0 0,0 0 0,0 0 16,0 0-16,0 0 15,0 0-15,0 0 0,0 0 0,0 0 0,0 0 0,0 0 32,0 0-32,0 0 0,0 0 0,0 0 0,0 0 0,0 0 0,0 0 0,0 0 0,0 0 0,0 0 0,0 0 0,0 0 0,0 0 0,0 0 31,0 0-31,0 0 0,0 0 0,0 0 0,0 0 0,0 0 0,24 0 0,-24 0 0,0 0 0,0 0 15,0 0-15,25 0 0,-25 0 0,0 0 0,0 25 0,25-25 16,-25 0-16,0 0 16,0 0-16,25 0 0,-25 0 0,0 0 0,0 0 0,25 0 0,-25 0 0,0 0 0,0 0 15,0 0-15,0 0 0,0 0 0,0 0 16,0 0-16,24 0 0,-24 0 15,0 0-15,0 0 0,0 0 0,0 0 0,0 0 0,0 0 0,0 0 0,0 0 0,0 0 32,0 0-32,0 0 0,0 0 0,0 0 0,0 0 0,0 0 0,0 0 0,0 0 0,0 0 15,0 0-15,0 0 0,0 0 0,0 0 0,0 0 0,0 0 0,0 0 16,0 0-16,0 0 15,0 0-15,0 0 0,-24 0 0,24 0 0,0 25 0,0-25 16,0 0-16,0 0 0,0 0 0,0 0 0,0 24 0,0-24 0,0 0 0,0 0 16,0 0-1,0 25-15,0-25 0,0 0 0,0 0 0,0 25 0,0-25 0,-25 0 16,25 25-16,0-25 0,0 0 0,0 25 0,0-25 0,0 24 0,0-24 0,-25 25 0,25-25 31,0 0-31,0 25 0,0-25 0,-25 25 0,25-25 0,0 25 0,0-25 0,0 24 0,0-24 0,-25 0 16,25 25-16,0-25 0,0 25 0,0-25 0,0 0 0,0 25 15,-24-25 1,24 0-16,0 25 0,0-25 0,0 0 0,0 0 0,0 24 0,0-24 0,0 0 0,-25 0 0,25 25 15,0-25 1,0 0-16,0 0 0,0 25 0,0-25 0,0 0 0,-25 0 0,25 0 16,0 0-16,0 25 0,0-25 0,0 0 0,0 0 0,0 0 0,0 0 0,0 0 15,0 0 1,-25 0-16,25 0 0,0 0 0,0 0 0,0 0 0,0 0 0,0 0 0,0 0 0,0 0 15,0 0-15,0 0 0,25 0 0,-25 0 0,0 0 0,0 0 16,0-25 0,0 25-16</inkml:trace>
  <inkml:trace contextRef="#ctx0" brushRef="#br0" timeOffset="560926.0832">19000 13717 0,'0'0'0,"0"0"0,0 0 16,0 0-16,0 0 0,0 0 0,0-25 0,0 25 15,25 0-15,-25 0 0,0 0 0,0 0 0,0 0 16,0 0-16,0 0 0,25 0 0,-25 0 16,0 0-16,25 0 0,-25 0 0,0 0 0,25 0 0,-25 25 0,24-25 15,-24 0-15,25 0 0,-25 0 16,25 0-16,-25 0 0,25 0 0,-25 0 0,25 0 0,-25 0 0,0 0 15,24 0 1,-24 0-16,25 0 0,-25 0 0,0 0 0,25 0 0,-25 0 0</inkml:trace>
  <inkml:trace contextRef="#ctx0" brushRef="#br0" timeOffset="561870.1372">19447 13543 0,'0'0'0,"0"0"0,0 0 16,0 0-16,0 0 0,0 0 0,0 0 0,0 0 0,0 0 0,0 0 0,0 0 15,0 0-15,0 0 0,0 0 0,0 0 0,0 0 16,0 0 0,0 0-16,0 0 0,0 0 0,0 0 0,0 0 0,0 0 0,0 0 0,0 0 0,0 0 15,0 0-15,0 0 0,0 25 0,0-25 0,0 0 0,0 0 0,0 0 16,0 0-16,0 25 15,0-25-15,0 0 0,-25 25 0,25-25 0,0 0 0,0 0 0,0 25 16,0-25-16,0 0 0,0 24 0,0-24 0,-25 0 16,25 0-16,0 25 0,0-25 0,0 0 15,0 0-15,0 25 0,0-25 0,0 0 0,0 0 0,0 0 0,0 25 0,-25-25 16,25 0-16,0 0 0,0 0 0,0 0 0,0 0 0,0 0 15,0 0 1,0 0-16,0 0 0,0 0 0,0 0 0,0 0 0,0 0 0,0 0 0,0 0 16,0 0-16,0 0 0,0 0 0,0 0 0,0 0 0,0 0 0,25 0 15,-25 0-15,0 0 16,0 0-16,0 0 0,0 0 0,0 0 0,0 0 0,25 0 0,-25 0 0,0 0 0,0 0 31,0 0-31,0 0 0,0 0 0,0-25 0,25 25 0,-25 0 0,0 0 0,0 0 0,0 0 0,0 0 0,0 0 16,0 0-1,0 0-15,0 0 0,0 0 0,25 0 0,-25 25 0,0-25 0,0 0 0,0 0 16,0 0-16,0 0 0,0 0 0,0 0 0,0 0 0,0 0 15,0 0-15,0 25 0,0-25 0,0 0 16,24 0-16,-24 0 0,0 0 0,0 0 0,0 24 0,0-24 0,0 0 16,0 0-16,0 0 0,0 25 0,0-25 0,0 0 0,0 0 0,0 25 15,-24-25 1,24 0-16,0 0 0,0 25 0,0-25 0,0 0 0,0 25 0,0-25 0,0 0 0,0 0 15,0 24-15,0-24 0,0 0 0,0 0 0,0 0 0,0 25 16,0-25 0,0 0-16,-25 0 0,25 25 0,0-25 0,0 0 0,0 0 0,0 0 0,0 25 15,0-25-15,0 0 0,0 0 0,0 0 0,-25 0 0,25 0 0,0 0 16,0 25-16,0-25 0,0 0 15,0 0-15,0 0 0,0 0 0,0 0 0,-25 0 0,25 24 0,0-24 16,0 0-16,0 0 0,0 0 16,-25 0-16,25 0 0,0 0 0,0 0 0,0 0 15,0 0-15,0 0 0,-24 0 0,24 0 0,0 0 0,0 0 0,0 0 0,0 0 0,0 0 16,0 0-16,0 0 15,-25 0-15,25 0 0,0 0 0,0 0 0,0 0 0,0 0 16,0-24-16,0 24 16,0 0-16,0 0 0,0 0 15,0 0-15,-25 0 0,25-25 0,0 25 0,0 0 0,0 0 0,0 0 0,0 0 0,0 0 0,0 0 0,0-25 0,0 25 0,0 0 16,0 0-16,0 0 0,25 0 0,-25 0 0,0 0 0,0 0 15,0-25 1,0 25-16,0 0 0,0 0 0,0 0 0,25-25 0,-25 25 0,0 0 0</inkml:trace>
  <inkml:trace contextRef="#ctx0" brushRef="#br0" timeOffset="562101.1504">19496 13593 0,'0'0'0,"0"0"0,0 0 16,0 0-16,0-25 0,0 25 0,0 0 0,0 0 16,0 0-16,0 0 0,0 0 0,25 0 0,-25 0 0,0 0 15,0 0-15,25 0 0,-25 0 0,0 0 0,25 0 16,-25 0-1,0 0-15,25 0 0,-25 0 0,25 0 0,-25 0 0,0 0 0,24 0 0,-24 0 0,25 0 0,-25 25 16,25-25-16,-25 0 16,25 0-16,-25 0 0,25 0 0,-25-25 0,0 25 0</inkml:trace>
  <inkml:trace contextRef="#ctx0" brushRef="#br0" timeOffset="570260.617">19720 11088 0,'0'0'0,"0"0"0,0 0 31,0 0-31,25 0 0,-25 0 0,0 0 0,0 0 0,0 0 0,0 0 0,0 0 0,0 0 0,0 0 0,0 0 0,0 0 16,0 0-16,0 0 0,0 0 0,0 0 0,0 0 0,0 0 0,0 0 31,0 0-31,0 0 0,0 0 0,0 0 0,0 0 0,0 0 0,0 0 0,0 0 0,0 0 0,0 0 15,0 0-15,0 0 0,0 0 0,0 0 0,0 0 0,0 0 16,0 0-16,0 0 16,0 0-16,0 0 0,0 0 0,0 0 0,0 0 0,0 0 0,0 0 15,0 0-15,0 0 0,0 0 0,0 0 0,0 0 0,0 0 0,0 0 16,0 0-16,0 0 15,0 0-15,0 0 0,0 0 0,0 0 0,0 0 0,0 0 0,0 0 16,0 0-16,0 0 0,0 0 0,0 0 0,0 0 0,0 0 0,0 24 0,0-24 31,0 0-31,0 0 0,0 0 0,0 0 0,0 0 0,0 0 0,0 0 0,0 0 0,0 0 16,0 0-16,0 0 0,0 0 0,0 0 0,0 0 0,0 0 0,0 0 0,0 0 31,0 0-31,0 0 0,0 0 0,0 0 0,0 0 0,0 0 0,0 0 0,0 0 16,0 0-16,0 0 0,0 0 0,0 0 0,0 0 0,0 0 0,0 0 0,0 0 15,0 0-15,0 0 16,0 0-16,0 0 0,0 0 0,0 0 0,0 0 0,0 0 15,-25 0-15,25 0 0,0 0 0,0 0 0,0 0 0,0 0 0,0 0 0,0 0 16,0 0 0,0 0-16,0 0 0,0 0 0,0 0 0,0 0 0,-25 0 0,25 0 0,0 0 0,0 0 15,0 0-15,0 0 16,0 0-16,0 0 0,0 0 0,0 0 0,0 0 0,0 0 15,0 0-15,0 0 0,0 0 0,0 0 0,0 0 0,0 0 0,0 0 0,0 0 16,0 0 0,0 0-1,0 0-15,0 0 0,0 0 0,0 0 0,0 0 0,0 0 0,0 0 0,0 0 0,0 0 0,0 0 0,0 0 0,0 0 0,0 0 0,0 0 0,0 0 16,0 0-16,0 0 0,0 0 0,0 0 0,0 0 0,0 0 15,0 0 1,0 0-16,0 0 0,0 0 0,0 0 0,0 0 0,0 0 0,0 0 0,0 0 0,0 0 0,0 0 31,0 0-31,0 0 0,0 0 0,0 0 0,0 0 0,0 0 0,0 0 0,0 0 16,0 0-16,0 0 0,0 0 0,0 0 0,0 0 0,0 0 0,0 0 15,0 0-15,0 0 0,0 0 0,0 0 16,0 0-16,0 0 0,0 0 0,0 0 16,0 0-16,0 0 0,0 0 0,0 0 0,0 0 0,0 0 0,0 0 0,0 0 0,0 0 15,0 0-15,0 0 0,0 0 0,0 0 16,0 0-16,0 0 0,0 0 15,0 0-15,0 0 0,0 0 0,0 0 0,0 0 0,0 0 0,0 0 0,-25 0 0,25 0 16,0 0-16,0 0 16,0 0-16,0 0 0,0 25 0,0-25 0,0 0 0,0 0 0,0 0 31,0 25-31,0-25 0,0 0 0,0 0 0,-25 25 0,25-25 0,0 0 0,0 0 0,0 25 0,0-25 0,0 0 0,0 25 15,0-25-15,0 0 0,0 24 0,-24-24 0,24 0 0,0 0 16,0 25 0,0-25-16,0 0 0,0 25 0,0-25 0,0 0 0,0 0 0,0 25 0,-25-25 15,25 0-15,0 0 0,0 0 0,0 25 0,0-25 0,0 0 16,0 0-16,0 24 0,0-24 15,0 0-15,0 0 0,0 0 0,0 0 0,0 0 0,0 25 0,-25-25 16,25 0-16,0 0 0,0 0 0,0 0 0,0 0 0,0 0 0,0 0 0,0 0 16,0 0-16,0 0 15,0 25-15,0-25 0,0 0 0,0 0 0,0 0 0,0 0 16,0 0-16,0 0 0,0 0 0,0 0 0,0 0 0,0 0 0,0 0 0,0 0 31,0 0-31,0 0 0,0 0 0,0 0 0,0 0 0,0 0 0,0 0 0,0 0 0,0 0 0,0 25 16,0-25-16,-25 0 0,25 0 15,0 0-15,0 0 0,0 0 0,0 0 0,0 0 16,0 0-16,0 0 0,0 0 0,0 0 0,0 0 0,0 0 0,0 0 0,0 0 31,0 0-31,0 0 0,0 0 0,0 0 0,0 0 0,0 0 0,0 0 0,0 0 0,0 0 0,0 0 16,0 0-16,0 0 0,0 0 0,0 0 0,0 0 0,0 0 0,0 0 15,0 0 1,0 0-16,0 0 0,0 0 0,0 0 0,25-25 0,-25 25 0,0 0 0,0 0 15,0 0-15</inkml:trace>
  <inkml:trace contextRef="#ctx0" brushRef="#br0" timeOffset="576456.9715">18579 14635 0,'0'0'0,"0"0"31,0 0-31,0 0 0,0 0 0,0 0 0,0 0 0,0 0 0,0 0 0,0 0 0,0 0 16,0 0-16,0 0 0,0 0 0,0 0 0,0 0 0,0 0 0,0 0 16,0 0-1,0 0-15,0 0 0,0 0 0,0 0 0,0 0 0,0 0 0,0 0 0,0 0 0,0 0 16,0 0-16,0 0 0,0 0 0,0 0 0,0 0 0,0 0 0,0 0 31,0 0-31,0 0 0,0 0 0,0 0 0,0 0 0,0 0 0,0 0 0,0 0 16,0 0-16,0 0 0,0 0 0,0 0 0,0 0 0,0 0 0,0 0 15,0 0-15,0 0 0,0 0 16,0 0-16,0 0 0,0 0 0,0 0 0,0 0 0,0 0 0,0 0 15,0 0-15,0 0 0,0 0 0,0 0 0,0 0 0,0 0 0,0 0 32,0 0-32,0 0 0,25 0 0,-25 0 0,0 0 0,0 0 0,24 0 15,-24 0-15,0 0 0,0 0 0,25 0 0,-25 0 0,0 0 0,25 0 0,-25 0 0,0 0 0,0 0 16,25 0-16,-25 0 0,0 25 0,25-25 15,-25 0-15,0 0 0,0 0 16,24 0-16,-24 0 0,0 0 0,0 0 0,0 0 0,0 0 0,0 0 0,25 0 16,-25 0-16,0 0 0,0 0 0,0 0 0,0 0 15,0 0-15,0 0 0,0 0 0,0 0 0,0 0 16,0 0-16,0 0 0,0 0 0,0 0 0,0 0 0,0 0 0,0 0 15,0 0 1,0 0-16,0 0 0,0 0 0,0-25 0,0 25 0,0 0 0,0 0 0,0 0 0,0-25 16,0 25-16</inkml:trace>
  <inkml:trace contextRef="#ctx0" brushRef="#br0" timeOffset="577595.0366">19025 14560 0,'0'0'0,"0"0"0,-25 0 16,25-24-16,0 24 15,0 0-15,0 0 0,0 0 0,0 0 0,0 0 0,0 0 16,0 0-16,0 0 0,0 0 0,0 0 0,0 0 0,0 0 0,0 0 0,0 0 16,0 0-16,0 0 0,0 0 0,0 0 0,0 0 15,-24-25-15,24 25 16,0 0-16,0 0 0,0 0 0,0 0 0,0 0 0,0 0 15,0 0-15,0 0 16,0 0-16,0 0 0,0 0 0,0 0 0,0-25 0,0 25 0,0 0 0,0 0 0,0 0 0,0 0 0,0 0 16,0 0-16,0 0 0,0 0 0,0 0 0,24 0 0,-24 0 15,0-25-15,0 25 16,0 0-16,0 0 0,0 0 0,0 0 0,0 0 0,0 0 0,25 0 0,-25 0 15,0 0-15,0 0 0,0 0 16,0 0-16,25 0 0,-25 0 0,0 0 0,0 0 0,0 0 16,0 0-16,25 0 0,-25 0 0,0 0 0,0 0 0,0 0 0,25 0 0,-25 0 15,0 0-15,0 0 0,0 0 0,0 0 16,0 0-16,24 0 0,-24 0 0,0 0 0,0 0 15,0 0-15,0 0 0,0 0 0,0 25 0,0-25 0,0 0 0,0 0 16,0 0-16,0 25 0,0-25 0,0 0 0,0 0 0,0 0 16,0 0-16,0 25 15,0-25-15,0 0 0,0 0 0,0 0 0,0 0 0,0 24 0,0-24 0,0 0 16,0 0-16,0 0 0,0 25 0,0-25 0,0 0 15,0 0-15,0 25 0,-24-25 16,24 0-16,0 0 0,0 25 0,0-25 0,0 0 0,0 0 0,-25 25 0,25-25 16,0 0-16,0 0 0,0 0 0,0 24 0,-25-24 0,25 0 31,0 0-31,0 25 0,-25-25 0,25 0 0,0 0 0,0 0 0,0 0 0,-25 25 0,25-25 0,0 0 15,0 0-15,0 0 0,0 25 0,-24-25 0,24 0 16,0 0-16,0 0 16,0 0-16,0 0 0,-25 25 0,25-25 0,0 0 0,0 0 0,0 0 0,0 0 15,0 0-15,0 24 0,-25-24 0,25 0 0,0 0 0,0 0 0,0 0 16,0 0-16,0 0 0,0 0 0,0 0 15,0 0-15,0 0 0,0 25 16,0-25-16,0 0 0,0 0 0,0 0 0,0 0 0,0 0 0,0 0 0,0 0 0,0 0 16,0 0-16,0 0 0,0 0 0,0 0 0,0 0 0,0 0 15,0 0-15,0 0 16,0 0-16,0 0 0,0 0 0,25 0 0,-25 0 0,0 0 15,0 0-15,0 0 0,0 0 0,0 0 0,0 0 0,0 0 0,25 0 0,-25 0 16,0 0-16,0 0 0,24 0 0,-24 0 16,0 0-16,0 0 0,25 0 0,-25 0 0,0 0 15,0 0-15,25 0 0,-25 0 0,0 0 0,25 0 0,-25 0 0,0 0 0,0 0 31,0 0-31,25 0 0,-25 0 0,0 0 0,0 0 0,0 0 0,0 0 0,0 0 0,0 0 16,0 0-16,0 0 0,0 0 0,0 0 0,0 0 0,0 0 0,0 0 16,0 0-1,0 0-15,0 0 0,0 0 0,0 0 0,0 0 0,0 0 0,0 0 16,0 0-16,0 0 0,24 0 0,-24 0 0,0 0 0,0 0 0,0 0 0,0 0 0</inkml:trace>
  <inkml:trace contextRef="#ctx0" brushRef="#br0" timeOffset="578289.0763">19248 14759 0,'0'0'0,"0"0"16,0 0-16,0 0 0,0-25 0,0 25 0,0 0 0,0 0 0,0 0 0,0 0 15,0 0-15,0 0 0,25 0 0,-25-25 0,0 25 0,0 0 16,0 0-16,0 0 15,0 0-15,25-25 0,-25 25 0,0 0 0,0 0 0,0 0 0,0-24 0,0 24 16,25 0-16,-25-25 0,0 25 0,0 0 0,0 0 0,0-25 16,25 25-16,-25-25 15,0 25-15,0 0 0,0-25 0,0 25 0,0-24 0,0 24 0,24 0 0,-24-25 16,0 25-16,0 0 0,0-25 0,0 25 15,0 0-15,0 0 0,0 0 0,0 0 0,0 0 16,0 0-16,0 0 0,0-25 0,0 25 0,0 0 0,0 0 0,0 0 0,0 0 16,0 0-16,0 0 0,0 0 0,0 0 0,0 0 0,0 0 15,0 25-15,0-25 0,0 0 0,0 0 0,0 0 16,0 0-16,0 0 15,0 0-15,0 0 0,0 0 0,0 0 0,0 0 0,0 25 0,0-25 0,0 0 16,0 0-16,0 0 0,0 0 0,0 0 0,0 25 0,0-25 16,0 0-1,0 0-15,0 0 0,0 0 0,0 24 0,0-24 0,0 0 0,0 0 0,0 0 16,0 25-16,0-25 0,0 0 15,0 25-15,0-25 0,0 25 0,0-25 0,-24 0 0,24 25 0,0-25 0,0 24 16,0-24-16,0 25 0,0-25 0,0 0 0,0 25 0,0-25 0,0 25 0,0-25 16,0 0-16,0 25 0,0-25 15,0 24-15,0-24 0,0 0 0,0 25 0,0-25 0,0 0 0,0 25 16,0-25-16,0 0 0,0 0 15,0 25-15,0-25 0,0 0 0,0 0 0,0 0 16,0 0-16,0 0 0,0 0 0,0 0 0,0 0 0,0 0 0,0 0 0,0 0 0,0 0 16,0 0-1,0 0-15,0-25 0,0 25 0,0 0 0,-25 0 0</inkml:trace>
  <inkml:trace contextRef="#ctx0" brushRef="#br0" timeOffset="633634.2418">13022 15751 0,'0'0'0,"0"0"0,25 0 15,-25 0-15,0 0 0,0-25 0,0 25 0,0 0 0,0 0 0,0 0 0,0 0 16,0 0-16,0 0 0,0 0 0,0 0 0,0 0 16,0 0-16,0 0 0,0 0 0,0 0 15,0 0-15,0 0 0,0 0 0,0 0 0,0 0 0,0 0 0,0 0 0,0 0 31,0 0-31,0 0 0,0 0 0,0 0 0,0-25 0,0 25 0,0 0 0,0 0 16,0 0-16,25 0 0,-25 0 0,0 0 0,0 0 0,0 0 0,0 0 0,0 0 16,0 0-16,0 0 15,0 0-15,0 0 0,0 0 0,0 0 0,0 0 0,0 0 0,0 0 16,0 0-16,0 0 0,0-24 0,0 24 0,0 0 0,25 0 0,-25 0 15,0 0-15,0 0 16,0 0-16,0 0 0,0-25 0,0 25 0,0 0 0,0 0 0,0 0 0,0 0 16,25-25-16,-25 25 0,0 0 0,0 0 0,0-25 0,0 25 31,0 0-31,0 0 0,24 0 0,-24-25 0,0 25 0,0 0 0,0 0 0,0-24 0,0 24 15,25 0-15,-25 0 0,0-25 0,0 25 0,0 0 0,0 0 0,0-25 0,0 25 16,25 0 0,-25 0-16,0-25 0,0 25 0,0 0 0,0 0 0,0 0 0,0-25 15,0 25-15,0 0 0,0 0 0,0 0 0,0 0 0,0 0 0,0 0 0,0 0 16,0 0-1,0 0-15,0 0 0,0 0 0,0 0 0,0 0 0,0 0 0,0 0 0,0 0 16,0 0-16,0 0 0,0 0 0,0 0 0,0 0 0,0 0 0,0 0 16,0 0-16,0 0 15,0 0-15,0 25 0,0-25 0,0 0 0,0 0 0,0 0 0,0 25 0,0-25 0,0 0 16,0 25-1,0-25-15,0 0 0,0 25 0,0-25 0,0 24 0,0-24 0,0 25 16,0-25-16,0 25 0,0-25 0,0 25 0,0-25 0,0 25 0,0-25 0,0 0 16,0 24-16,0-24 15,0 25-15,-25-25 0,25 25 0,0-25 0,0 0 0,0 25 0,0-25 0,0 0 16,0 25-16,0-25 0,0 0 0,0 24 0,0-24 0,0 0 0,0 25 15,0-25 1,-25 0-16,25 0 0,0 0 0,0 0 0,0 0 0,0 25 0,0-25 0,0 0 16,0 0-16,0 0 0,0 0 0,0 0 0,0 0 0,0 0 0,0 0 0,0 0 15,0 0 1,0 0-16,0 0 0,0 0 0,0 0 0,0 0 0,0-25 0,0 25 15,0 0-15,0 0 0,25 0 0,-25 0 0,0-25 0,0 25 0,0 0 0</inkml:trace>
  <inkml:trace contextRef="#ctx0" brushRef="#br0" timeOffset="634890.3137">14362 15652 0,'0'0'0,"0"0"15,0 0-15,0 0 0,0 0 0,0 0 0,0 0 0,0 0 0,0 0 32,0 0-32,0 0 0,0 0 0,0 0 0,0 0 0,0-25 0,0 25 0,0 0 0,0 0 15,0 0-15,0 0 0,0 0 16,0 0-16,0 0 0,0 0 0,0 0 0,0-25 0,0 25 15,0 0-15,0 0 0,0 0 0,0 0 0,0 0 0,0 0 0,0 0 0,0 0 0,0-25 0,0 25 16,0 0-16,0 0 16,0 0-16,0 0 0,0-24 0,0 24 0,0 0 0,0 0 0,25 0 0,-25 0 31,0 0-31,0-25 0,0 25 0,25 0 0,-25 0 0,0 0 0,0 0 0,0 0 0,24-25 15,-24 25-15,0 0 0,0 0 0,25 0 0,-25 0 0,0 0 0,0 0 0,25 0 16,-25 0-16,0 0 16,0 0-16,25 0 0,-25 0 0,0 0 0,0 0 15,0 0-15,0 0 0,0 0 0,25 0 0,-25 25 0,0-25 0,0 0 0,0 0 0,0 0 16,0 25-16,0-25 15,-25 0-15,25 0 0,0 0 0,0 24 0,0-24 16,0 0-16,0 0 0,-25 25 0,25-25 0,0 0 0,0 0 0,0 25 0,-25-25 16,25 0-16,0 0 15,0 25-15,0-25 0,-25 0 0,25 0 0,0 25 0,0-25 0,0 0 16,0 0-16,0 0 0,-24 0 0,24 24 0,0-24 0,0 0 0,0 0 0,0 0 15,0 0-15,0 0 0,0 0 0,0 0 16,0 0-16,0 0 0,0 0 0,0 0 0,0 0 16,0 0-16,0 0 15,0 25-15,24-25 0,-24 0 0,0 0 0,0 0 0,0 0 0,0 0 0,0 0 0,25 0 16,-25 0-16,0 0 0,0 0 0,25 0 0,-25 0 0,0 25 0,0-25 15,25 0-15,-25 0 0,0 25 0,0-25 0,0 0 16,25 25-16,-25-25 0,0 0 0,0 24 0,0-24 16,0 0-16,0 0 0,0 25 0,0-25 0,0 0 0,0 25 0,0-25 31,0 0-31,0 0 0,0 25 0,0-25 0,0 0 0,0 0 0,0 25 0,0-25 0,0 0 0,0 0 0,0 0 15,-25 24-15,25-24 0,0 0 16,-25 0-16,25 0 0,0 0 0,0 0 0,-25 0 0,25 0 0,0 0 16,0 0-16,-25 0 0,25 0 0,0 0 0,0 0 0,0 0 15,0 0-15,0 0 0,-24 0 16,24 0-16,0 0 0,0 0 0,0 0 0,0 0 0,0-24 0,0 24 0,0 0 15,0 0-15,0 0 0,0 0 0,24 0 0,-24-25 0,0 25 16,0 0-16,0 0 16,25 0-16,-25 0 0,0 0 0</inkml:trace>
  <inkml:trace contextRef="#ctx0" brushRef="#br0" timeOffset="635647.357">15553 15577 0,'0'-24'0,"0"24"0,0 0 16,0 0-16,0 0 0,0 0 0,0 0 0,0 0 0,0 0 0,0 0 15,0-25-15,0 25 0,0 0 0,0 0 16,0 0-16,0 0 0,0 0 0,0 0 0,0 0 0,0 0 0,0 0 15,0 0-15,0 0 0,0 0 0,0 0 0,0 0 0,0 0 0,0 0 16,0 25-16,0-25 16,0 0-16,0 0 0,0 0 0,0 0 0,0 0 0,0 0 0,0 0 0,0 24 0,0-24 15,0 0-15,0 0 0,0 0 0,0 25 0,0-25 16,0 0-16,0 0 15,0 0-15,0 25 0,0-25 0,0 0 0,0 0 0,24 25 0,-24-25 16,0 0-16,0 0 0,0 0 0,0 25 0,0-25 0,0 0 0,0 24 16,0-24-16,25 0 0,-25 0 15,0 25-15,0-25 0,25 0 0,-25 0 0,0 25 0,0-25 0,25 0 0,-25 0 31,0 0-31,25 25 0,-25-25 0,0 0 0,24 0 0,-24 25 0,0-25 0,0 0 0,25 0 16,-25 0-16,0 24 0,0-24 0,25 0 0,-25 0 0,0 0 0,0 0 0,0 25 16,0-25-1,0 0-15,25 0 0,-25 0 0,0 0 0,0 0 0,0 0 0,0 25 16,0-25-16,0 0 0,0 0 0,0 0 0,0 0 0,0 0 0,0 0 0,0 25 15,0-25-15,-25 0 16,25 0-16,0 0 0,0 0 0,0 0 0,-25 0 0,25 0 0,0 0 16,-25 0-16,25 0 0,0 0 0,-24 25 0,24-25 0,0 0 0,-25 0 0,25 0 15,0 0-15,-25 0 16,25 0-16,0 0 0,-25 0 0,25 0 0,0-25 0,0 25 0,-25 0 0,25 0 0,0 0 15,0 0-15,0 0 0,0-25 0,0 25 0,0 0 0</inkml:trace>
  <inkml:trace contextRef="#ctx0" brushRef="#br0" timeOffset="635847.3684">15701 15577 0,'0'-24'0,"0"24"16,0 0-16,25 0 0,-25 0 0,0 0 0,0-25 15,0 25-15,25 0 0,-25 0 0,0 0 0,0 0 0,25 0 16,-25 0-16,25 0 0,-25 25 0,0-25 0,24 0 15,-24 0-15,25 0 0,-25 0 0,25 0 0,-25 0 0,25 0 16,0 24-16,-25-24 0,24 0 0,-24 0 0,25 0 16,0 25-16,0-25 0,-25 0 0,25 0 0,-1 25 15,1-25-15</inkml:trace>
  <inkml:trace contextRef="#ctx0" brushRef="#br0" timeOffset="636754.4203">16793 15776 0,'0'-25'0,"0"25"16,0 0-16,0 0 0,0 0 0,0-25 0,0 25 0,0 0 0,0 0 0,0-25 15,0 25-15,0 0 0,0 0 16,0 0-16,0 0 0,-25-24 0,25 24 0,0 0 0,0 0 16,0 0-16,0 0 0,0 0 0,0 0 0,-25 0 0,25 0 0,0 0 15,0 0-15,0 0 16,0 0-16,-25 0 0,25 0 0,0 0 0,0 24 0,-24-24 0,24 0 0,0 0 0,-25 0 15,25 25-15,0-25 0,0 0 0,0 0 0,-25 25 0,25-25 0,0 0 16,0 25-16,0-25 16,0 0-16,0 25 0,0-25 0,0 0 0,0 24 0,0-24 0,0 0 0,0 25 15,0-25-15,0 0 16,0 0-16,0 25 0,0-25 0,25 0 0,-25 0 0,0 0 0,0 25 15,25-25-15,-25 0 0,24 0 0,-24 0 0,0 0 0,25 0 0,-25 0 16,0 0-16,25 0 0,-25 0 16,0 0-16,0 0 0,25 0 0,-25 0 0,0-25 0,0 25 15,25 0-15,-25 0 0,0 0 0,0-25 0,24 25 0,-24 0 0,0 0 0,0-25 16,25 25-16,-25 0 15,0-24-15,0 24 0,0 0 0,0-25 0,0 25 0,25 0 0,-25-25 0,0 25 0,0 0 16,0 0-16,0 0 0,0 0 0,0 0 0,0 0 0,0 0 16,0 0-16,0 0 15,0 0-15,0 0 0,0 0 0,0 0 0,25 0 0,-25 0 0,0 0 0,0 0 16,0 25-16,0-25 0,0 0 0,0 0 0,0 25 0,0-25 0,0 0 15,0 24 1,0-24-16,0 0 0,0 25 0,0-25 0,0 0 0,0 25 0,0-25 0,0 25 0,0-25 0,0 25 31,0-25-31,0 0 0,0 24 0,0-24 0,0 25 0,0-25 0,0 0 0,0 25 0,0-25 16,0 0-16,0 25 0,0-25 0,0 0 0,0 25 15,0-25-15,0 0 0,-25 0 0,25 24 16,0-24-16,0 0 0,0 0 0,-25 0 0,25 25 0,0-25 0,0 0 0,0 0 16,-25 0-16,25 25 0,0-25 0,0 0 0,-24 0 0,24 0 0,0 0 15,0 0 1,-25 0-16,25 0 0,0 0 0,0 0 0,0 0 0,-25 0 0,25 0 0,0-25 0,0 25 31,0 0-31,0 0 0,-25 0 0,25 0 0,0 0 0,0 0 0,0-25 0,0 25 16,0 0-16,0 0 0,0 0 0,0 0 0,0 0 0,0 0 0,0 0 0,0-24 0,0 24 15,0 0-15,0 0 0,0 0 0,0 0 16,0 0-16,0 0 0,0 0 0,0 0 15,0 0-15,0 0 0,0 0 0,0 0 0,0 0 0,25 0 0,-25 0 0,0 0 32,0 0-32</inkml:trace>
  <inkml:trace contextRef="#ctx0" brushRef="#br0" timeOffset="638202.5031">18405 15776 0,'0'0'0,"0"0"15,0 0-15,0-25 0,0 25 0,0 0 0,0 0 0,0 0 0,0 0 0,0 0 16,0-25-16,0 25 0,0 0 0,0 0 0,0 0 0,0 0 16,0 0-16,0 0 0,0 0 15,0 0-15,0 0 0,0 0 0,0 0 0,0 0 0,0 0 0,0 0 16,0 0-16,0 0 0,0 0 0,0 0 0,0 0 15,0 0-15,0 0 0,0 0 16,0 0-16,0 25 0,0-25 0,0 0 0,0 0 0,0 0 0,0 0 0,0 0 16,0 0-16,0 0 15,0 25-15,0-25 0,0 0 0,0 0 0,0 25 0,0-25 0,0 0 0,-25 0 0,25 24 16,0-24-16,0 0 0,0 0 0,0 25 0,0-25 0,0 0 0,0 0 31,0 0-31,0 25 0,0-25 0,0 0 0,0 0 0,0 0 0,0 0 0,0 0 0,0 0 16,0 0-16,0 0 0,0 0 0,0 25 0,0-25 0,0 0 0,0 0 0,0 0 31,0 0-31,0 0 0,0 0 0,0 0 0,0 0 0,0 0 0,0 0 0,0 0 0,0 0 15,0 0-15,25 0 0,-25 0 0,0 0 0,0 0 0,0 0 16,0 0-16,0 0 0,25 0 16,-25-25-16,0 25 0,0 0 0,0 0 0,25 0 0,-25 0 0,0 0 0,0 0 0,0 0 15,0 0-15,24 0 16,-24 0-16,0 0 0,0 0 0,0 0 0,0 0 0,25 0 0,-25 25 0,0-25 15,0 0-15,0 0 0,0 0 0,0 0 0,0 0 0,0 0 16,0 25-16,0-25 16,0 0-16,0 0 0,0 0 0,0 24 0,0-24 0,0 0 0,0 0 0,0 25 15,25-25-15,-25 0 0,0 0 0,0 25 0,0-25 0,0 0 0,0 0 16,0 0-1,0 25-15,0-25 0,0 0 0,0 0 0,0 0 0,0 25 0,0-25 0,0 0 16,0 0-16,-25 0 0,25 0 0,0 0 0,0 0 0,0 0 0,0 24 16,0-24-16,0 0 15,0 0-15,0 0 0,-25 0 0,25 0 0,0 0 0,0 0 0,0 0 0,0 0 0,-24 0 16,24 0-16,0 0 0,0 0 0,0 0 0,0 0 0,-25 0 15,25 0-15,0 0 16,0 0-16,-25 0 0,25 0 0,0 0 0,0 0 0,-25 0 0,25 0 0,0 0 0,0 0 16,-25 0-16,25 0 15,0 0-15,0 0 0,0-24 0,0 24 0,0 0 0,0 0 16,0 0-16,-24 0 0,24 0 0,0 0 0</inkml:trace>
  <inkml:trace contextRef="#ctx0" brushRef="#br0" timeOffset="638404.5146">18455 15726 0,'0'0'0,"0"0"0,0 0 0,0 0 16,0 0-16,0 0 0,24 0 0,-24 0 0,0 0 0,0 0 15,0 0-15,25 0 0,-25 0 0,0 0 0,25 0 16,-25 0-16,0 0 0,25 0 0,-25 0 0,25 0 15,-25 25 1,25-25-16,-25 0 0,24 0 0,-24 0 0,25 0 0,-25 25 0,25-25 16,-25 0-16,25 0 0,-25 0 0,0 0 0,25 25 0</inkml:trace>
  <inkml:trace contextRef="#ctx0" brushRef="#br0" timeOffset="639178.559">18876 15875 0,'25'0'0,"-25"0"0,0 0 0,0 0 0,0-25 0,0 25 0,0 0 0,0 0 0,0 0 0,0 0 0,0-25 0,0 25 0,0 0 16,0 0-16,0 0 15,0 0-15,0 0 0,0 0 0,0 0 0,0 0 16,0 0-16,-25 0 0,25 0 0,0 0 0,0 0 0,0 0 0,0 0 0,0 0 16,0 0-16,0 0 0,0 0 0,-24 0 0,24 0 0,0 0 0,0 0 15,0 0-15,0 0 16,-25 0-16,25 0 0,0 0 0,0 0 0,0 0 0,0 0 0,0 0 0,0 25 0,-25-25 15,25 0-15,0 0 16,0 0-16,0 0 0,0 0 0,0 25 0,0-25 0,0 0 0,0 0 16,0 0-1,25 25-15,-25-25 0,0 0 0,0 25 0,0-25 0,0 0 0,0 24 0,0-24 0,25 0 0,-25 25 16,0-25-16,0 0 0,0 25 0,24-25 0,-24 0 0,0 25 0,0-25 0,25 25 31,-25-25-31,0 0 0,0 24 0,0-24 0,25 0 0,-25 25 0,0-25 0,0 0 0,25 25 0,-25-25 16,0 0-16,0 25 0,25-25 0,-25 0 0,0 0 0,0 0 15,0 25-15,0-25 16,0 0-16,24 0 0,-24 0 0,0 24 0,0-24 0,0 0 0,0 0 15,0 0-15,0 0 0,0 0 0,0 0 0,0 25 0,0-25 0,0 0 16,0 0-16,0 0 16,-24 0-16,24 0 0,0 0 0,-25 0 0,25 0 0,-25 0 0,25 0 0,0 25 15,-25-25-15,25 0 0,0 0 0,-25 0 0,25-25 0,0 25 0,-24 0 16,24 0-1,0 0-15,0 0 0,0 0 0,0 0 0,-25 0 0,25-25 0,0 25 63,0 0-48,0 0-15,0 0 78,173-173-78,-123 148 16,-50 25-16,0-25 0,0 25 0,0 0 0,25-25 0,-25 25 0,0 0 0,0 0 0,0 0 0,-25-24 0,25 24 16,0 0-16,0 0 0,-25 0 0,25 0 0,0-25 0,-25 25 0,25 0 0</inkml:trace>
  <inkml:trace contextRef="#ctx0" brushRef="#br0" timeOffset="641691.7026">13171 16396 0,'0'0'0,"0"-25"0,0 25 15,0 0-15,0 0 0,0 0 0,-25 0 0,25 0 0,0 0 16,0 0-16,0 0 16,0 0-16,0 0 0,0 0 0,0 0 0,0 0 0,0 0 0,0 0 0,0 0 15,0 0-15,0 0 0,0 0 0,0 0 0,0 0 0,0 0 0,0 0 16,0-25-1,0 25-15,0 0 0,0 0 0,0 0 0,0 0 0,0 0 0,0 0 0,0 0 0,0 0 32,0 0-32,0 0 0,-24 0 0,24 0 0,0 0 0,0 0 0,0 0 0,0 0 0,-25 0 0,25 0 15,0 0-15,0 0 0,0 0 0,-25 0 0,25 0 0,0 0 0,0 0 16,-25 0-16,25 0 0,0 0 0,0 0 0,-25 0 0,25 0 15,0 0-15,0 0 0,0 0 16,-24 0-16,24 0 0,0 0 0,0 0 0,0 0 0,0 0 0,-25 0 0,25 0 16,0 0-1,0 0-15,0 0 0,0 0 0,0 0 16,0 0-16,0 0 0,0 25 0,0-25 0,0 0 0,0 0 0,0 0 0,-25 0 0,25 0 15,25 25-15,-25-25 0,0 0 0,0 0 0,-25 25 0,25-25 0,0 0 16,0 25-16,0-25 0,0 0 0,0 24 0,0-24 0,0 0 0,0 25 16,0-25-1,0 25-15,0-25 0,0 0 0,0 25 0,0-25 0,0 0 0,25 25 0,-25-25 0,0 0 0,0 0 16,0 24-16,0-24 0,0 0 15,0 25-15,0-25 0,25 0 0,-25 0 0,0 0 16,0 25-16,0-25 0,24 0 0,-24 0 0,0 0 0,0 0 0,25 25 16,-25-25-16,0 0 0,0 0 0,25 0 0,-25 0 0,0 0 0,0 0 15,25 0-15,-25 0 16,0 0-16,0 0 0,25-25 0,-25 25 0,0 0 0,24 0 0,-24 0 0,0 0 15,0 0-15,25-25 0,-25 25 0,0 0 0,0 0 0,25-25 0,-25 25 16,0 0 0,0 0-16,25 0 0,-25-24 0,0 24 0,0 0 0,0 0 0,0 0 0,25-25 15,-25 25-15,0 0 0,0 0 0,0 0 0,0-25 0,0 25 0,0 0 16,0 0-16,0 0 15,0-25-15,0 25 0,0 0 0,0 0 0,0-25 0,0 25 0,0 0 0,0 0 32,0-24-32,0 24 0,0 0 0,0-25 0,0 25 0,0 0 0,0-25 0,0 25 0,0 0 0,0 0 0,0-25 0,-25 25 15,25 0 1,0 0-16,0-25 0,0 25 0,0 0 0,-25 0 0,25 0 0,0 0 0,0-25 15,0 25-15,0 0 0,0 0 0,0 0 0,0 0 0,0 0 0,0 0 0,0 0 16,0 0 0,0 0-16,0 0 0,0 0 0,0 0 0,0 0 0,25 0 0,-25 0 15,0 25-15,0-25 0</inkml:trace>
  <inkml:trace contextRef="#ctx0" brushRef="#br0" timeOffset="642541.7513">14412 16644 0,'0'0'0,"0"0"0,0 0 16,0 0-16,-25 0 0,25 0 0,0 0 0,0 0 0,0 0 0,0 0 0,0 0 15,0 0 1,0 0-16,0 0 0,0 0 0,0 0 0,0 0 0,0 0 0,0 0 0,25 0 16,-25-25-16,0 25 0,0 0 0,0 0 0,0 0 0,0 0 0,0 0 0,0 0 0,0-25 15,0 25 1,24 0-16,-24 0 0,0 0 0,0 0 0,0-24 0,0 24 0,0 0 0,25 0 0,-25 0 0,0-25 15,0 25-15,0 0 16,0 0-16,0-25 0,0 25 0,25 0 0,-25-25 0,0 25 16,0 0-16,0-25 0,0 25 0,25 0 0,-25-24 0,0 24 0,0 0 0,0-25 15,0 25-15,0 0 0,25 0 0,-25-25 0,0 25 0,0 0 16,0 0-16,0 0 0,0 0 15,0 0-15,0-25 0,0 25 0,0 0 0,0 0 0,0 0 0,0 0 0,0 0 16,0 0-16,0 0 16,0 0-16,0 0 0,0 0 0,0 0 0,0 0 0,0 0 15,0 0-15,0 0 0,0 0 0,0 0 0,0 0 0,0 0 0,0 0 0,0 0 0,0 0 16,0 25-16,0-25 15,0 0-15,0 0 0,0 25 0,0-25 0,0 0 0,0 25 16,0-25-16,0 0 0,0 24 0,0-24 0,0 25 0,0-25 0,0 25 0,0-25 16,0 0-1,0 25-15,0-25 0,0 25 0,-25-25 0,25 24 0,0-24 0,0 25 0,0-25 0,0 0 16,0 25-16,0-25 0,0 0 0,0 25 0,0-25 0,0 0 0,0 25 15,0-25 1,0 0-16,0 0 0,0 24 0,0-24 0,0 0 0,0 0 0,0 0 16,0 0-16,0 0 0,0 0 15,0 0-15,0 0 0,0 0 0,0 0 0,0 0 0</inkml:trace>
  <inkml:trace contextRef="#ctx0" brushRef="#br0" timeOffset="643380.7991">15429 16570 0,'0'0'0,"0"0"15,0 0-15,0 0 0,0 0 0,0 0 0,0 0 0,0 0 0,0 0 0,0 0 31,0 0-31,0 0 0,-25 0 0,25 0 0,0 0 0,0 0 0,0 0 0,0 0 0,0 0 0,0 0 16,0 0-16,0 0 0,0 0 0,0 0 16,25 0-16,-25 0 0,0 0 0,0 0 0,0 0 0,0 0 0,24 0 0,-24 0 15,0 0-15,25 0 0,-25 0 0,0 0 0,25 0 0,-25 0 16,25 0-1,-25 0-15,0 0 0,25 0 0,-25 0 0,0 0 0,24 0 0,-24 0 0,0 0 0,25 0 16,-25 0-16,0 0 0,25 0 0</inkml:trace>
  <inkml:trace contextRef="#ctx0" brushRef="#br0" timeOffset="643848.8261">15677 16669 0,'0'0'16,"0"0"-16,0 0 0,0 0 0,0 0 0,24 0 0,-24 0 31,0 0-31,0 0 0,0 0 0,0 0 0,0 0 0,0-25 0,25 25 0,-25 0 0,0 0 0,0 0 16,0 0-16,25-25 0,-25 25 0,0 0 0,0 0 0,0-25 0,25 25 15,-25 0 1,0 0-16,0-24 0,0 24 0,25 0 0,-25-25 0,0 25 0,0 0 0,0-25 0,0 25 16,0 0-16,24-25 0,-24 25 0,0 0 0,0 0 0,0-25 15,0 25-15,0 0 0,0 0 16,0 0-16,0-24 0,0 24 0,0 0 0,0 0 0,0 0 0,0 0 15,0-25-15,25 25 0,-25 0 0,0 0 0,0 0 0,0 0 0,0 0 16,0 0 0,0 0-16,0 0 0,0 0 0,0 0 0,-25 0 0,25 0 0,0 0 0,0 25 0,0-25 0,0 0 15,0 0-15,0 0 0,0 0 0,0 24 0,0-24 16,0 0-16,0 25 15,0-25-15,0 25 0,-24-25 0,24 25 0,0-25 0,0 25 0,0-25 0,0 24 0,0-24 16,0 25 0,0-25-16,-25 25 0,25-25 0,0 25 0,0-25 0,0 25 0,0-25 0,0 24 15,0-24-15,0 25 0,0-25 0,-25 25 0,25-25 0,0 0 0,0 25 0,0-25 16,0 0-1,0 25-15,0-25 0,0 0 0,0 24 0,0-24 0,0 0 0,0 0 0,0 0 0,0 0 0</inkml:trace>
  <inkml:trace contextRef="#ctx0" brushRef="#br0" timeOffset="644439.8599">16594 16594 0,'0'0'0,"0"0"16,0 0-16,0 0 0,0 0 0,0 0 0,0 0 0,0 0 15,0 0 1,0 0-16,0 0 0,0 0 0,0 0 0,0 0 0,0 0 0,0 0 0,25 0 0,-25 0 0,0 0 15,25 0-15,-25 0 0,0 0 0,25 0 0,-25 0 0,25 0 16,-25 0-16,24 0 0,-24 0 0,0 0 0,25 0 31,-25 0-31,0 0 0,25 0 0,-25 0 0,0 0 0,25 0 0,-25 0 0,0 0 0,25 0 0,-25 0 16,0 0-16,0 0 0,24 0 0</inkml:trace>
  <inkml:trace contextRef="#ctx0" brushRef="#br0" timeOffset="645079.8965">16991 16470 0,'0'0'0,"0"0"16,0 0-16,0 0 0,0 0 0,0 0 31,0 0-31,0 0 0,0 0 0,0 0 0,0 0 16,0 0-16,0 0 0,0 0 0,0 0 0,0 0 15,0 0-15,0 0 0,0 0 0,0 0 0,0 0 0,0 0 0,0 0 0,0 0 0,0 0 0,0 0 0,0 0 16,0 0-16,0 0 0,0 0 0,0 25 0,-25-25 0,25 0 0,0 0 15,0 0 1,0 0-16,0 0 0,0 25 0,0-25 0,0 0 0,0 0 0,0 0 0,0 25 0,0-25 0,0 0 0,0 0 16,0 25-1,0-25-15,0 0 0,-24 0 0,24 0 0,0 24 0,0-24 0,0 0 16,0 0-16,0 0 0,0 0 0,0 25 0,0-25 0,0 0 0,0 0 0,0 0 15,0 0-15,0 0 16,0 0-16,0 0 0,0 0 0,24 0 0,-24 0 0,0 0 0,0 0 0,0 0 16,0 0-16,0 25 0,0-25 0,0 0 0,25 0 0,-25 0 0,0 0 15,0 0-15,0 0 16,0 0-16,0 0 0,0 0 0,25 0 0,-25 0 0,0 0 0,0 0 0,0 0 0,0 0 15,25 0-15,-25 0 0,0 0 0,0 0 0,0 25 0,0-25 16,0 0-16,25 0 16,-25 0-16,0 0 0,0 0 0,0 0 0,0 0 0,0 0 0,0 0 0,24 0 0,-24 25 15,0-25-15,0 0 16,0 0-16,0 0 0,0 0 0,0 0 0,0 24 0,0-24 0,0 0 31,0 0-31,0 0 0,0 0 0,0 0 0,0 25 0,0-25 0,0 0 0,0 0 0,0 0 0,0 0 0,0 0 0,0 25 0,0-25 16,0 0-16,0 0 0,0 0 0,0 0 0,0 0 0,0 0 15,0 0-15,0 25 16,-24-25-16,24 0 0,0 0 0,0 0 0,0 0 0,0 0 0,0 0 0,0 0 0,0 0 15,0 0-15,0 0 0,-25 0 0,25 0 0,0 0 0,0 0 16,0 0-16,-25 0 0,25 0 0,0-25 16,0 25-16,0 0 0,0 0 0,0 0 0,0 0 0,0 0 0,-25 0 15,25 0-15,0-25 0,0 25 16,0 0-16,0 0 0,0 0 0,0 0 0,0-25 0,0 25 0,0 0 0</inkml:trace>
  <inkml:trace contextRef="#ctx0" brushRef="#br0" timeOffset="645283.9082">17090 16470 0,'0'-24'0,"0"24"0,0 0 0,0 0 0,0 0 0,0 0 16,0 0-16,0 0 0,0 0 0,0 0 0,0 0 15,25 0-15,-25 0 0,0 0 0,0 0 0,0 0 0,0 0 16,25 0-16,-25 0 0,0 0 0,0 0 0,25 0 15,-25 0-15,25 0 0,-25 0 16,24 0-16,-24 0 0,0 0 16,25 0-16,-25 0 0,25 24 0,-25-24 0,25 0 0,-25 0 0,25 0 0,-25 0 0,24 0 0</inkml:trace>
  <inkml:trace contextRef="#ctx0" brushRef="#br0" timeOffset="645923.9448">18430 16768 0,'0'0'16,"0"0"-16,0 0 0,0 0 15,0 0-15,0 0 0,0 0 0,0 0 0,0 0 0,0 0 0,0 0 16,0 0-16,25 0 0,-25 0 0,0 0 0,0 0 0,24 0 0,-24 0 16,0 0-16,25 0 15,-25 0-15,25 0 0,-25 0 0,0 0 0,25 0 0,-25 0 0,25 0 0,-25 0 16,25 0-16,-25 0 0,24 0 0,-24 0 0,0 0 0</inkml:trace>
  <inkml:trace contextRef="#ctx0" brushRef="#br0" timeOffset="646485.9769">18802 16694 0,'0'-25'0,"0"25"0,0 0 0,0 0 16,0 0-16,0 0 0,0 0 0,0-25 0,0 25 0,0 0 0,0 0 31,0 0-31,0 0 0,0 0 0,0 0 0,0 0 0,0-25 0,0 25 0,0 0 0,25 0 16,-25 0-16,0 0 0,0 0 0,0 0 0,0 0 0,25 0 0,-25 0 15,0 0-15,0 0 0,24 0 0,-24 0 0,0 0 16,0 0-16,25 0 0,-25 0 0,0 0 0,0 0 15,25 0-15,-25 0 0,0 25 0,0-25 0,0 0 0,25 0 0,-25 0 16,0 25 0,0-25-16,0 0 0,0 0 0,0 0 0,0 25 0,0-25 0,0 0 0,0 0 0,-25 24 0,25-24 0,0 0 15,0 0-15,-25 25 0,25-25 0,0 0 0,0 0 16,-25 25-16,25-25 15,-24 0-15,24 25 0,0-25 0,-25 0 0,25 25 0,-25-25 0,25 0 0,0 24 0,-25-24 16,25 0-16,0 25 0,0-25 0,-25 0 0,25 0 0,0 25 16,0-25-16,0 0 0,-24 0 15,24 25-15,0-25 0,0 0 0,0 0 0,0 0 0,0 25 0,0-25 16,0 0-16,0 0 0,0 0 0,0 0 0,0 24 0,0-24 0,0 0 15,0 0 1,0 0-16,0 0 0,0 0 0,24 25 0,-24-25 0,0 0 0,0 0 0,25 0 0,-25 0 0,0 0 16,0 0-16,25 0 0,-25 0 15,25 0-15,-25 0 0,0 0 0,25 0 0,-25 0 16,0 0-16,24 0 0,-24 0 0,25 0 0,-25 0 0,0 0 0,25 0 15</inkml:trace>
  <inkml:trace contextRef="#ctx0" brushRef="#br0" timeOffset="646928.0022">19050 17041 0,'0'0'0,"0"0"0,0 0 0,0 0 0,0 0 16,0 0-16,0 0 0,0 0 0,25 0 0,-25 0 0,0 0 15,0-25-15,0 25 16,0 0-16,0 0 0,0 0 0,0 0 0,25 0 16,-25 0-16,0 0 0,0-25 0,0 25 0,0 0 0,0 0 0,24 0 0,-24 0 15,0-25-15,0 25 0,0 0 0,25 0 0,-25 0 0,0-24 0,0 24 16,0 0-1,25-25-15,-25 25 0,0 0 0,0-25 0,0 25 0,0-25 0,25 25 0,-25-25 0,0 25 0,0 0 16,0-24-16,0 24 0,0 0 16,25-25-16,-25 25 0,0 0 0,0 0 0,0 0 0,0-25 15,0 25-15,0 0 0,0 0 0,0 0 0,0 0 0,0 0 0,0 0 16,0 0-16,0 0 0,0 0 0,0 0 0,0 0 0,0 0 0,0 0 15,0 0 1,0 0-16,0 0 0,0 0 0,0 0 0,0 0 0,0 25 0,0-25 0,0 0 0,0 25 16,0-25-16,-25 0 0,25 24 0,0-24 0,0 25 0,0-25 0,0 25 15,-25-25 1,25 25-16,0 0 0,0-25 0,0 24 0,-25-24 0,25 25 0,0-25 0,0 25 0,-25-25 15,25 25-15,0-25 0,0 25 0,-24-25 0,24 24 16,0-24-16,-25 25 0,25-25 16,0 0-16,-25 25 0,25-25 0,0 0 0,0 0 0,-25 25 0,25-25 0</inkml:trace>
  <inkml:trace contextRef="#ctx0" brushRef="#br0" timeOffset="648163.0728">18182 16346 0,'0'0'0,"0"0"16,0 0-16,0 0 0,0 0 0,0 0 0,0 0 0,0 0 0,0 0 0,0 0 0,0 0 31,0 0-31,-25 0 0,25 0 0,0 0 0,0 0 0,0 0 0,0 0 0,0 0 0,0 0 0,0 25 15,0-25-15,0 0 0,0 0 0,0 0 0,0 0 0,0 0 0,0 25 16,0-25 0,0 0-16,0 0 0,0 0 0,0 0 0,0 25 0,0-25 0,-25 0 0,25 0 0,0 25 15,0-25-15,0 0 0,0 24 0,0-24 0,0 25 0,-25-25 0,25 0 31,0 25-31,0-25 0,0 25 0,0-25 0,0 0 0,0 25 0,0-25 0,-24 24 0,24-24 16,0 0-16,0 25 0,0-25 0,0 25 16,-25-25-16,25 25 0,0-25 0,0 0 0,0 25 0,0-25 15,-25 24-15,25-24 0,0 25 0,0-25 0,0 0 0,0 25 0,0-25 16,0 25-16,-25-25 0,25 0 0,0 25 0,0-25 0,0 24 0,-25-24 15,25 0 1,0 25-16,0-25 0,0 0 0,0 25 0,-24-25 0,24 0 0,0 25 0,0-25 0,0 25 16,0-25-16,0 0 0,0 24 0,0-24 0,0 0 0,0 25 0,0-25 15,0 0 1,0 25-16,0-25 0,0 0 0,0 0 0,0 25 0,0-25 0,0 0 0,0 0 15,0 25-15,-25-25 0,25 0 0,0 0 0,0 24 0,0-24 0,0 0 0,0 25 16,0-25-16,0 0 16,0 25-16,0-25 0,0 0 0,0 25 0,-25-25 0,25 0 0,0 25 0,0-25 31,0 24-31,0-24 0,0 0 0,0 25 0,0-25 0,0 25 0,0-25 0,0 0 15,0 25-15,0-25 0,0 25 0,-25-25 0,25 24 0,0-24 16,0 0-16,0 25 0,0-25 0,0 25 0,0-25 0,0 0 0,0 25 0,0-25 0,0 0 0,0 25 16,-25-25-1,25 24-15,0-24 0,0 0 0,0 25 0,0-25 0,0 0 0,0 25 0,0-25 16,0 25-16,0-25 0,0 0 0,0 25 0,-24-25 0,24 0 0,0 25 0,0-25 15,0 24 1,0-24-16,0 0 0,0 25 0,0-25 0,0 25 0,0-25 0,0 0 0,0 25 0,-25-25 0,25 0 16,0 25-16,0-25 0,0 24 0,0-24 0,0 0 0,0 25 0,0-25 15,0 0 1,-25 25-16,25-25 0,0 0 0,0 25 0,0-25 0,0 0 0,0 25 0,0-25 15,0 0-15,0 24 0,0-24 0,-25 0 0,25 25 0,0-25 0,0 0 0,0 25 16,0-25-16,0 0 16,0 25-16,0-25 0,-25 0 0,25 25 0,0-25 0,0 0 0,0 24 0,0-24 15,0 25-15,0-25 0,0 0 0,-24 25 0,24-25 0,0 0 16,0 25-16,0-25 15,0 25-15,0-25 0,0 0 0,0 24 0,0-24 0,0 0 0,0 25 16,0-25-16,0 0 0,0 25 0,0-25 0,0 0 0,0 0 16,0 25-1,0-25-15,-25 0 0,25 0 0,0 0 0,0 25 0,0-25 0,0 0 31,0 0-31,0 0 0,0 0 0,0 0 0,0 0 0,0 0 0,0 0 0,0-25 0</inkml:trace>
  <inkml:trace contextRef="#ctx0" brushRef="#br0" timeOffset="649602.1552">19670 16197 0,'0'0'16,"0"0"0,0 0-16,0 0 0,0 0 0,0 0 0,0 0 0,0 0 0,0 0 0,0 0 15,0 0-15,0 0 0,0 0 0,0 0 0,0 0 0,0 0 0,0 0 16,0 0-16,0 0 15,0 0-15,0 0 0,0 0 0,0 0 0,0 25 0,0-25 0,0 0 16,0 0-16,0 0 0,0 0 0,0 25 0,0-25 0,0 0 0,0 0 0,-25 25 31,25-25-31,0 0 0,0 25 0,0-25 0,0 0 0,0 24 0,0-24 0,0 25 0,0-25 16,0 25-16,0-25 0,0 25 0,0 0 15,0-25-15,0 25 0,-24-25 0,24 24 0,0 1 0,0-25 16,0 25-16,0 0 0,0-25 0,0 25 0,0-1 0,0-24 0,0 25 0,-25-25 0,25 25 16,0 0-1,0-25-15,0 25 0,0-25 0,0 24 0,0 1 0,0-25 0,0 25 0,0-25 16,0 25-16,0 0 0,0-25 0,-25 24 0,25-24 0,0 25 0,0-25 15,0 25 1,0 0-16,0-25 0,0 25 0,0-1 0,-25-24 0,25 25 0,0 0 0,0-25 0,0 25 16,-25 0-16,25-25 0,0 24 0,0 1 0,0-25 0,-25 25 0,25 0 0,0-25 31,0 25-31,0-25 0,0 24 0,0 1 0,-24-25 0,24 25 0,0-25 0,0 25 0,0-25 15,0 25-15,0-25 0,-25 24 0,25-24 0,0 25 0,0-25 0,0 25 0,0-25 16,0 25-16,0-25 16,0 0-16,0 25 0,0-25 0,-25 24 0,25-24 0,0 0 0,0 25 0,0-25 15,0 25-15,0-25 0,0 0 0,0 25 0,0-25 0,0 25 0,0-25 16,-25 25-16,25-25 15,0 24-15,0-24 0,0 0 0,0 25 0,0-25 0,0 25 0,0-25 0,0 0 0,-25 25 16,25-25-16,0 0 0,0 25 0,0-25 0,0 0 16,0 24-16,0-24 0,0 0 0,0 25 46,0-25-46,0 0 0,0 0 0,0 25 0,0-25 0,0 0 0,-24 0 0,24 0 0,0 25 0,0-25 0,0 0 0,0 0 0,0 0 0,0 25 0,0-25 0,0 0 0,0 0 0,0 24 16,0-24-16,0 0 0,0 0 0,0 0 0,0 25 16,0-25-16,0 0 0,0 0 0,0 0 0,0 25 0,0-25 0,-25 0 0,25 0 15,0 0-15,0 25 0,0-25 0,0 0 0,0 0 0,0 0 16,0 25-16,0-25 15,0 0-15,0 0 0,0 0 0,0 24 0,0-24 0,0 0 0,0 0 0,0 0 0,0 0 16,0 25-16,0-25 0,0 0 0,0 0 0,0 0 16,0 0-1,0 0-15,0 0 0,0 0 0,0 0 0,0 0 0,0 0 0,0 0 0,0 0 16,0 0-16,0 0 0,0 0 0,0 0 0,0 0 0,0 0 15,0 0 1,0 0-16,0 0 0,0 0 0,0 0 0,0 0 0,0 0 0,0 0 0,0 0 16,0 0-16,0 0 0</inkml:trace>
  <inkml:trace contextRef="#ctx0" brushRef="#br0" timeOffset="652836.3401">13171 17190 0,'0'-25'0,"0"25"15,0 0 1,0 0-16,0 0 0,0 0 0,0-25 0,0 25 0,0 0 0,0 0 0,0 0 15,0 0-15,0-25 0,0 25 0,0 0 0,25 0 0,-25 0 0,0 0 16,0 0-16,0-25 16,0 25-16,0 0 0,0 0 0,0 0 0,0 0 0,0 0 0,0 0 0,0-24 0,0 24 15,0 0-15,0 0 0,0 0 16,0 0-16,0 0 0,-25 0 0,25 0 15,0-25-15,0 25 0,0 0 0,0 0 0,0 0 0,0 0 0,0 0 0,0 0 0,0 0 0,0 0 16,0 0-16,0 0 16,0 0-16,0 0 0,-25 0 0,25 0 0,0 0 0,0 0 15,0 0-15,0 0 0,0 0 0,0 0 0,-24 0 0,24 0 0,0 0 0,0 0 16,0 0-1,0 0-15,0 0 0,0 0 0,0 0 0,-25 0 0,25 25 0,0-25 0,0 0 16,0 0-16,0 0 0,0 0 0,0 0 0,0 0 0,0 0 0,0 24 16,0-24-16,-25 0 0,25 0 0,0 0 0,0 0 0,0 0 0,0 0 0,0 25 31,0-25-31,0 0 0,0 0 0,0 0 0,0 0 0,0 25 15,0-25-15,0 0 0,-25 0 0,25 0 0,0 25 0,0-25 0,25 0 0,-25 0 0,0 25 0,0-25 16,0 0-16,0 0 16,0 24-16,0-24 0,0 0 0,0 0 0,0 25 0,0-25 15,0 0-15,0 0 0,0 25 0,0-25 0,0 0 0,0 0 0,25 0 0,-25 25 0,0-25 31,0 0-31,0 0 0,0 0 0,0 0 0,0 25 0,25-25 0,-25 0 0,0 0 0,0 0 0,0 0 0,0 0 16,24 0 0,-24 0-16,0 0 0,0 0 0,0 0 0,25 0 0,-25 0 0,0 0 0,0 0 0,0 0 15,25 0-15,-25 0 0,0 0 0,0 0 0,25 0 0,-25 0 0,0 0 16,0 0-16,25 0 15,-25 0-15,0 0 0,0-25 0,25 25 0,-25 0 0,0 0 0,0 0 0,24 0 16,-24 0-16,0 0 0,0-25 0,0 25 0,25 0 0,-25 0 0,0 0 16,0 0-1,0 0-15,0-25 0,25 25 0,-25 0 0,0 0 0,0 0 0,0 0 0,0-25 0,0 25 16,0 0-16,0 0 0,25-24 0,-25 24 0,0 0 0,0 0 0,0-25 15,0 25 1,0 0-16,0-25 0,0 25 0,0 0 0,-25 0 0,25-25 0,0 25 0,0 0 0,0-25 16,0 25-16,0 0 0,0-24 0,-25 24 0,25 0 0,0 0 15,0-25-15,0 25 0,0 0 16,-25 0-16,25 0 0,0-25 0,0 25 0,0 0 0,0 0 0,0 0 15,0 0-15,-24 0 0,24 0 0,0 0 0,0 0 0,0 0 0,0 0 16,0 0 0,0 0-16,0 0 0,0 0 0,0 0 0,0 0 0,0 0 0,0 0 0,0 0 0,0 0 0,0 0 31</inkml:trace>
  <inkml:trace contextRef="#ctx0" brushRef="#br0" timeOffset="653870.3992">14213 17388 0,'0'0'15,"0"0"1,0 0-16,0 0 0,0 0 0,0 0 0,0 0 0,0 0 0,0 0 0,0 0 16,0 0-16,0 0 0,0 0 0,0 0 0,0 0 0,0 0 0,0 0 0,0 0 31,0 0-31,0 0 0,0 0 0,0 0 0,0 0 0,0-25 0,25 25 0,-25 0 0,0 0 15,0 0-15,0 0 0,0-25 0,0 25 0,0 0 0,25 0 0,-25-24 32,0 24-32,0 0 0,0 0 0,0-25 0,0 25 0,24 0 0,-24-25 0,0 25 0,0 0 15,0 0-15,0-25 0,0 25 0,25 0 0,-25-25 0,0 25 0,0 0 16,0 0-16,0-24 15,0 24-15,0 0 0,0 0 0,0-25 0,0 25 0,0 0 0,0 0 0,0 0 16,25 0-16,-25 0 0,0 0 0,0 0 0,0 0 0,0 0 0,0 0 0,0 0 31,0 0-31,0 0 0,0 0 0,0 0 0,0 0 0,0 0 0,0 0 0,0 0 16,0 0-16,0 0 0,0 0 0,0 25 0,0-25 0,0 0 0,0 0 0,0 0 15,0 24-15,0-24 16,0 0-16,0 25 0,0-25 0,0 0 0,0 25 0,0-25 0,0 0 16,0 25-1,0-25-15,0 25 0,0-25 0,0 0 0,0 24 0,0-24 0,0 0 0,0 0 0,0 25 0,0-25 0,0 0 16,0 0-16,0 25 0,-25-25 0,25 0 15,0 0-15,0 0 0,0 25 0,0-25 0,0 0 0,0 0 16,0 0-16,0 0 0,0 0 0,0 25 0,0-25 0,0 0 0,0 0 47,0 0-47,0 0 0,0 0 0,0 0 0,0 0 0,0 0 0,0 0 0,0 0 0,0 0 0,0 0 0,0 0 0,0 0 0,0 0 0,25 0 0,-25 0 15,0 0-15,0-25 0</inkml:trace>
  <inkml:trace contextRef="#ctx0" brushRef="#br0" timeOffset="654408.4301">14585 17066 0,'0'0'0,"-25"0"0,25 0 16,0-25-16,0 25 0,0 0 0,0 0 0,0 0 15,0 0-15,0 0 0,0 0 0,0 0 16,0 0-16,0 0 0,0 0 0,0 0 0,0 0 16,0 0-16,0 0 0,0 0 0,0 0 0,0 0 0,0 0 0,0 0 15,0 0-15,0 0 16,0 25-16,0-25 0,0 0 0,0 0 0,0 0 0,0 24 0,0-24 0,0 0 15,0 0-15,0 0 0,0 25 0,0-25 0,0 0 0,0 0 0,0 25 0,0-25 16,0 0 0,0 0-16,0 25 0,0-25 0,0 0 0,0 0 0,0 25 0,0-25 0,0 0 0,0 0 0,0 0 15,25 0-15,-25 24 0,0-24 0,0 0 0,0 0 0,0 0 16,0 0-1,0 0-15,0 25 0,0-25 0,25 0 0,-25 0 0,0 0 0,0 0 0,0 0 0,25 0 16,-25 0-16,0 0 0,0 25 16,0-25-16,25 0 0,-25 0 0,0 0 0,0 0 0,24 25 15,-24-25-15,0 0 0,0 0 0,0 0 0,0 25 0,25-25 0,-25 0 16,0 0-16,0 0 0,0 0 0,0 24 0,0-24 0,0 0 0,25 0 15,-25 0-15,0 25 16,0-25-16,0 0 0,0 0 0,0 0 0,0 25 0,0-25 0,0 0 0,0 0 0,0 25 16,0-25-16,0 0 0,0 0 0,0 0 0,0 25 0,0-25 0,0 0 15,0 0 1,0 0-16,0 0 0,-25 0 0,25 24 0,0-24 0,0 0 0,0 0 0,0 0 0,0 0 0,0 0 15,0 0-15,-25 0 0,25 0 16,0 0-16,0 0 0,0 0 0,0 0 0,0 0 0,0 0 16,-24 0-16,24 0 0,0-24 0,0 24 0,0 0 0,0 0 0,0 0 0,-25-25 0,25 25 15,0 0 1,0 0-16,0-25 0,0 25 0,0 0 0,0-25 0,0 25 0,0-25 0</inkml:trace>
  <inkml:trace contextRef="#ctx0" brushRef="#br0" timeOffset="654604.4413">14709 17090 0,'0'0'16,"0"0"-16,0 0 0,0 0 0,25 0 0,-25-24 0,0 24 16,0 0-16,0 0 0,25 0 0,-25 0 0,0 0 0,25-25 15,-25 25-15,24 0 0,-24 0 0,25 0 0,-25 0 16,25 0-16,-25 0 0,25 0 0,-25 0 0,25 0 0,-25 0 15,24 0-15,-24 0 0,25 0 0,-25 0 16,25 0-16,-25 0 0,25 0 0,-25 0 0,25 0 0,-25 0 0,24 0 31</inkml:trace>
  <inkml:trace contextRef="#ctx0" brushRef="#br0" timeOffset="655609.4988">15577 17338 0,'0'0'0,"0"0"0,0 0 16,0 0-16,0 0 0,0 0 0,0 0 0,0 0 0,0 0 0,0 0 31,0 0-31,0 0 0,0 0 0,0 0 0,0 0 0,0 0 0,0 0 0,0 0 0,0 0 0,0 0 16,0 0-16,0 0 0,0 0 0,0-24 0,0 24 0,0 0 15,0 0-15,25 0 16,-25 0-16,0 0 0,0 0 0,0-25 0,0 25 0,25 0 0,-25 0 0,0 0 0,0-25 0,0 25 31,25 0-31,-25 0 0,0-25 0,0 25 0,0 0 0,0 0 0,25-25 0,-25 25 16,0 0-16,0-24 0,0 24 0,0 0 0,0 0 0,0-25 0,24 25 0,-24 0 15,0 0 1,0 0-16,0-25 0,0 25 0,0 0 0,0 0 0,0 0 0,0 0 0,0-25 15,0 25-15,0 0 0,0 0 0,0 0 0,0 0 0,0 0 0,0 0 0,0 0 16,0 0 0,0 0-16,0 0 0,0 0 0,0 0 0,0 0 0,0 25 0,0-25 15,0 0-15,0 0 0,0 0 0,0 0 0,0 25 0,0-25 0,0 0 16,0 25-16,0-25 0,0 24 0,-24-24 0,24 0 15,0 25-15,0-25 0,0 25 0,0-25 0,0 25 16,0-25-16,0 25 0,0-25 0,0 0 0,0 24 0,0-24 0,-25 0 0,25 25 0,0-25 31,0 0-31,0 25 0,0-25 0,0 0 0,0 0 0,0 25 0,0-25 0,0 0 0,0 0 16,0 0-16,0 25 0,0-25 0,0 0 0,0 0 0,0 0 0,0 0 0,0 0 15,0 0-15,0 0 16,0 0-16,0 0 0,0 0 0,0 0 0,0 0 0,25 0 0,-25 0 0</inkml:trace>
  <inkml:trace contextRef="#ctx0" brushRef="#br0" timeOffset="656073.5253">15999 17165 0,'25'0'0,"-25"-25"0,0 25 0,0 0 15,0 0-15,0-25 0,0 25 0,0 0 0,-25 0 0,25-25 16,0 25-16,0 0 0,0 0 0,0 0 0,0 0 0,0 0 16,0 0-16,0 0 0,0 0 0,0-24 15,0 24-15,0 0 16,0 0-16,0 0 0,-25 0 0,25 24 0,0-24 0,0 0 0,0 0 0,-25 0 0,25 0 0,0 25 15,0-25 1,0 0-16,-24 25 0,24-25 0,0 0 0,0 25 0,-25-25 0,25 25 0,0-25 16,0 24-16,-25-24 0,25 25 0,0 0 0,0-25 0,0 25 0,0 0 15,-25-25-15,25 24 16,0 1-16,0-25 0,0 25 0,0-25 0,0 25 0,0-25 0,0 25 0,0-25 15,0 24-15,0-24 0,25 25 0,-25-25 0,0 0 0,0 0 0,0 25 0,0-25 16,25 0 0,-25 0-16,0 0 0,0 0 0,0 0 0,25 0 0,-25 0 0,0 0 0,0 0 31,24 0-31,-24 0 0,0-25 0,25 25 0,-25 0 0,0 0 0,0-25 0,25 25 0,-25-24 0,0 24 0,0 0 0,0-25 0,0 25 0,0-25 0,0 25 31,0 0-31,0-25 0,0 25 0,0 0 0,0-25 0,0 25 0,0-24 0,0 24 0,-25 0 16,25 0-16,0-25 0,0 25 0,-25 0 0,25 0 0,0 0 0,0 0 31,-24 0-31,24 0 0,0 0 0,0 0 0,-25 0 0,25 0 0,0 0 0,0 0 0,-25 0 0,25 0 0,0 0 0,0 25 15,-25-25-15,25 0 16,0 0-16,0 0 0,0 0 0,0 0 0,0 24 0,0-24 16,0 0-16</inkml:trace>
  <inkml:trace contextRef="#ctx0" brushRef="#br0" timeOffset="656928.574">16818 17214 0,'0'0'15,"0"0"1,0 0-16,0 0 0,0 0 0,24 0 0,-24 0 0,0-24 0,0 24 0,0 0 15,0 0-15,0 0 0,0 0 0,0 0 0,0 0 0,0 0 0,0-25 0,25 25 16,-25 0 0,0 0-16,0 0 0,25 0 0,-25 0 0,0 0 0,0 0 0,0 0 0,25 0 0,-25 0 31,0 0-31,0 0 0,0 0 0,0 0 0,25 0 0,-25 0 0,0 0 0,0 0 0,0 0 0,0 0 0,0 0 0,0 25 15,0-25-15,0 0 16,0 0-16,0 0 0,0 24 0,0-24 0,-25 0 0,25 0 0,0 25 0,0-25 0,0 0 0,-25 25 16,25-25-1,0 0-15,0 0 0,0 25 0,-25-25 0,25 0 0,0 0 0,0 25 0,0-25 0,-25 0 16,25 0-16,0 0 0,0 24 0,0-24 0,0 0 0,-24 0 15,24 0-15,0 0 16,0 25-16,0-25 0,0 0 0,0 0 0,0 0 0,0 0 0,0 0 0,0 25 16,0-25-16,0 0 0,0 0 0,0 0 0,0 0 0,0 0 0,0 0 15,24 25 1,-24-25-16,0 0 0,0 0 0,0 0 0,25 0 0,-25 25 0,0-25 0,0 0 0,25 0 15,-25 24-15,0-24 0,0 0 0,25 0 0,-25 0 0,0 25 0,0-25 16,0 0-16,25 0 16,-25 0-16,0 25 0,0-25 0,0 0 0,0 0 0,0 0 0,0 0 0,0 25 15,0-25-15,0 0 0,0 0 0,0 0 0,0 0 0,0 0 0,0 25 0,0-25 16,-25 0-1,25 0-15,0 0 0,0 0 0,0 0 0,0 25 0,-25-25 0,25 0 0,0 0 0,0 0 0,0 0 16,-25 24-16,25-24 0,0 0 0,0 0 0,0 0 0,-25 0 16,25 0-1,0 0-15,0 0 0,0 0 0,-24 0 0,24 0 0,0 0 0,0 0 0,0 0 0,0 0 0,0 0 16,0 0-1,0 0-15,0 0 0,0 0 0,0-24 0,0 24 0,24 0 0,-24 0 0,0 0 16,0-25-16,0 25 16,0 0-16,25 0 0</inkml:trace>
  <inkml:trace contextRef="#ctx0" brushRef="#br0" timeOffset="657373.5996">17165 17264 0,'0'0'0,"0"0"15,0 0-15,0-25 0,0 25 0,0 0 0,0 0 0,0 0 16,0 0-16,0 0 0,0 0 0,0 0 0,0 0 15,0 0-15,0 0 0,0 0 0,0 0 0,0 0 0,0 0 16,0 0-16,-25 0 0,25 0 0,0 0 0,0 0 16,0 25-16,0-25 0,-25 0 0,25 0 0,0 25 0,0-25 15,0 0-15,0 25 0,0-25 0,-25 0 0,25 24 0,0-24 16,0 0-16,0 25 0,0-25 0,0 25 0,0-25 15,0 25-15,0-25 0,0 25 0,0-25 0,-24 24 0,24-24 16,0 25-16,0-25 0,0 25 16,0-25-16,0 25 0,0-25 0,24 0 0,-24 25 0,0-25 0,0 0 0,0 0 15,0 25 1,0-25-16,0 0 0,25 0 0,-25 24 0,0-24 0,0 0 0,0 0 0,0 0 0,25 0 0,-25 0 15,0 0-15,0 0 0,25 0 0,-25 0 16,0 0-16,0 0 0,25 0 0,-25-24 0,0 24 0,0 0 0,24 0 0,-24 0 0,0-25 16,25 25-1,-25 0-15,0 0 0,25-25 0,-25 25 0,0-25 0,25 25 0,-25 0 0,0-25 0,0 25 16,0-25-16,25 1 0,-25 24 0,0-25 0,0 25 0,0-25 0,0 25 15,0-25 1,0 25-16,0-25 0,0 25 0,0-24 0,0 24 0,0 0 0,0 0 0,0-25 0,-25 25 0,25 0 16,0 0-16,0 0 0,0 0 0,0-25 0,0 25 15,-25 0-15,25 0 16,0 0-16,0 0 0,0 0 0,0 0 0,-25 0 0,25 0 0,0 0 0,0 0 0,0 0 15,0 0-15,0 0 0,-25 0 0</inkml:trace>
  <inkml:trace contextRef="#ctx0" brushRef="#br0" timeOffset="658362.6562">18231 17611 0,'0'-24'0,"0"24"16,0 0-16,0 0 0,0 0 0,0 0 0,0 0 0,0 0 0,0 0 0,0 0 15,0 0-15,0 0 0,0 0 0,0-25 0,0 25 0,0 0 16,0 0-16,25 0 0,-25 0 0,0 0 15,0-25-15,25 25 0,-25 0 0,0 0 0,0 0 0,25 0 0,-25-25 0,0 25 32,25 0-1,-25 0-31,0 0 0,0-25 0,0 25 0,24 0 0,-24 0 0,0-25 0,0 25 0,0 0 0,0 0 0,25-24 0,-25 24 0,0 0 0,0-25 0,0 25 0,0 0 0,0 0 0,0-25 15,0 25-15,0 0 0,0-25 0,0 25 0,0 0 0,0 0 0,0-25 0,0 25 16,0 0-16,0 0 0,0 0 0,0 0 0,0 0 0,0 0 16,0 0-16,0 0 0,0 0 15,0 0-15,0 0 0,0 0 0,0 0 0,0 0 0,0 0 0,0 0 16,0 0-16,0 0 0,0 0 0,0 25 0,0-25 0,0 0 0,0 25 0,0-25 31,0 0-31,0 25 0,-25-25 0,25 0 0,0 25 0,0-25 0,0 24 0,0-24 0,0 0 0,0 25 0,0-25 16,0 25-1,0-25-15,0 0 0,0 25 0,-24-25 0,24 0 0,0 25 0,0-25 16,0 0-16,0 25 0,0-25 0,0 0 0,0 0 0,0 24 0,0-24 0,-25 0 31,25 0-31,0 0 0,0 25 0,0-25 0,0 0 0,0 0 0,0 0 0,0 0 0,0 0 0,0 0 0,25 0 16,-25 0-16,0 0 0,0 0 0,0 0 0,0 0 0,24 0 0,-24 0 15,0 0 1</inkml:trace>
  <inkml:trace contextRef="#ctx0" brushRef="#br0" timeOffset="658931.6888">18604 17388 0,'0'0'0,"0"0"0,0 0 0,0-25 0,0 25 0,0 0 16,0 0-16,0 0 0,0 0 0,0 0 0,-25 0 0,25 0 16,0 0-16,0 0 0,0-25 0,0 25 0,-25 0 15,25 0-15,0 0 0,0 0 0,0 25 0,-25-25 16,25 0-16,0 0 0,0 0 0,-25 25 15,25-25-15,0 0 0,0 25 0,-25-25 0,25 0 0,0 25 0,0-25 0,0 0 16,0 24 0,0-24-16,0 25 0,0-25 0,0 0 0,0 25 0,0-25 0,0 0 0,0 0 0,0 25 15,0-25-15,0 0 0,0 0 0,0 0 0,0 0 0,0 25 0,0-25 16,25 0-1,-25 0-15,0 0 0,0 0 0,0 0 0,0 0 0,0 0 0,0 0 0,25 0 0,-25 0 0,0 0 16,0 0-16,0 0 0,0 0 0,0 0 0,25 0 0,-25 0 0,0 0 16,0 0-1,0-25-15,25 25 0,-25 0 0,0 0 0,0-25 0,0 25 0,0 0 0,25 0 16,-25-25-16,0 25 0,0 0 15,0-25-15,0 25 0,0 0 0,0 0 0,0 0 0,0-24 0,0 24 0,0 0 16,0 0-16,0 0 0,0 0 0,0 0 0,0 0 0,0 0 0,0 0 0,0 0 31,24 0-31,-24 0 0,0 0 0,0 0 0,0 0 0,0 0 0,0 24 0,0-24 0,0 0 0,0 0 0,0 25 16,25-25-16,-25 0 0,0 0 0,0 25 0,0-25 0,0 0 15,0 25-15,0-25 16,0 0-16,0 25 0,0-25 0,0 0 0,0 25 0,0-25 0,0 24 0,0-24 0,0 0 0,0 0 16,0 25-16,0-25 15,0 0-15,0 0 0,-25 25 0,25-25 0,0 0 0,0 0 0,0 25 16,0-25-16,0 0 0,0 0 0,0 0 0,0 0 0,0 0 0,-24 0 0,24 0 15,0 0-15,0 25 0,-25-25 16,25 0-16,0 0 0,0 0 0,-25 0 0,25 0 0,0 0 0,-25 0 0,25 0 16,0 0-16,0 0 0,0 0 0,-25 0 0,25 0 0,0 0 15,0 0-15,0 0 16,0-25-16,0 25 0,0 0 0,0 0 0,0 0 0,0 0 0,0 0 0</inkml:trace>
  <inkml:trace contextRef="#ctx0" brushRef="#br0" timeOffset="659518.7222">19050 17363 0,'0'-25'0,"0"25"0,0 0 0,0 0 0,0 0 16,-25-24-1,25 24-15,0 0 0,0 0 0,0 0 0,0 0 0,0 0 0,-25 0 0,25 0 0,0 0 0,0 0 0,0 0 0,0 0 0,0 0 0,0 0 0,0 0 0,0 0 0,0 0 0,0 0 0,0 0 0,-24 0 0,24 0 0,0 0 0,0 0 0,0 0 0,0 24 16,0-24-16,0 0 0,0 0 0,0 0 0,0 0 0,0 25 16,0-25-16,0 0 0,0 0 0,0 25 0,0-25 0,0 0 0,0 25 0,0-25 15,0 0-15,0 0 0,0 25 0,0-25 0,0 0 0,24 24 0,-24-24 16,0 0-1,0 25-15,0-25 0,0 0 0,0 25 0,25-25 0,-25 0 0,0 25 0,0-25 0,0 0 0,0 25 16,0-25-16,0 0 0,0 25 0,0-25 0,0 0 16,0 0-16,0 24 0,0-24 15,0 0-15,0 0 0,25 0 0,-25 25 0,0-25 0,0 0 0,0 0 16,0 0-16,-25 0 0,25 25 15,0-25-15,0 0 0,0 0 0,0 0 0,0 0 0,0 0 0,-25 0 0,25 0 0,0 25 0,0-25 0,-24 0 32,24 0-32,0 0 0,0 0 0,-25 0 0,25 0 0,0 0 0,-25 0 0,25 0 0,0 0 0,-25 0 0,25 0 15,0 0-15,0-25 0,0 25 0,0 0 0,0 0 0,0 0 0,0-25 16,0 25-1,0 0-15,0 0 0,0-25 0,0 25 0,0 0 0,0 0 0,25 0 0,-25-24 16,0 24-16,0 0 0,25-25 0,-25 25 0,25 0 0,-25-25 0,0 25 0,24-25 16,-24 25-16,25 0 15,-25-25-15,25 25 0,-25 0 0,25 0 0,-25-25 0,0 25 0,25 0 0,-25-24 0,24 24 16,-24 0-1,0 0-15,25-25 0,-25 25 0,0 0 0,25 0 0,-25-25 0,0 25 0,0 0 0,0 0 0,0-25 16,0 25-16,0 0 0,0 0 0,0 0 0,0-25 0,0 25 16,0 0-16,-25 0 15,25 0-15,0 0 0</inkml:trace>
  <inkml:trace contextRef="#ctx0" brushRef="#br0" timeOffset="661376.8286">13196 17711 0,'0'0'16,"0"0"-16,0-25 15,0 25-15,0 0 0,-25 0 0,25 0 0,0 0 0,0 0 0,0 0 0,0 0 16,0 0-16,0 0 0,0-25 15,0 25-15,0 0 0,0 0 0,0 0 0,0 0 0,0 0 0,0 0 0,0 0 16,0 0-16,0 0 0,0 0 0,0 0 0,0 0 0,0 0 0,0 0 31,0 0-31,0 25 0,0-25 0,0 0 0,0 0 0,-25 0 0,25 0 0,0 0 0,0 0 0,0 0 0,-24 25 16,24-25-16,0 0 0,0 0 0,-25 0 0,25 24 0,0-24 0,0 0 15,-25 0-15,25 25 0,0-25 16,0 0-16,0 25 0,-25-25 0,25 25 0,0-25 0,0 25 0,0-25 0,0 24 0,0-24 16,0 25-1,0-25-15,0 0 0,0 25 0,0-25 0,25 25 0,-25-25 0,0 0 16,0 25-16,0-25 0,0 0 0,25 24 0,-25-24 0,0 0 0,0 0 0,25 25 0,-25-25 15,0 0-15,24 0 0,-24 0 0,0 0 0,0 0 0,25 0 16,-25 0-16,0 0 16,25 0-16,-25 0 0,0 0 0,25 0 0,-25 0 0,25 0 0,-25 0 15,0-25-15,25 25 0,-25 0 0,0 0 0,24-24 16,-24 24-16,0-25 0,25 25 0,-25-25 0,0 25 0,0-25 0,0 25 0,0-25 15,0 25 1,0-24-16,0 24 0,0-25 0,0 25 0,0-25 0,0 25 0,0-25 0,0 25 0,0-25 0,0 25 16,0-24-16,0 24 0,0-25 0,0 25 0,-25 0 0,25-25 0,0 25 15,0 0 1,0 0-16,0 0 0,0-25 0,0 25 0,0 0 0,0 0 0,0 0 0,0 0 0,0 0 0,0 0 0,0 0 15,-24 0 1,24 0-16,0 0 0,0 0 0,0 25 0,0-25 0,0 0 0,0 0 0,0 0 16,0 0-16,0 0 0</inkml:trace>
  <inkml:trace contextRef="#ctx0" brushRef="#br0" timeOffset="662250.8786">14387 17934 0,'0'0'0,"0"0"15,0 0-15,0 0 16,0 0-16,-25-25 0,25 25 0,0 0 0,0 0 0,0 0 0,0 0 15,0 0-15,0 0 0,0 0 0,0 0 0,0 0 0,-25 0 0,25-25 0,0 25 16,0 0-16,0 0 16,0 0-16,0 0 0,0 0 0,0 0 0,0 0 0,0 0 0,0 0 0,0 0 0,0-25 31,0 25-31,0 0 0,25 0 0,-25 0 0,0 0 0,0 0 0,0 0 0,0 0 0,0-24 0,0 24 0,0 0 0,0 0 15,25 0-15,-25 0 0,0 0 0,0-25 0,0 25 0,0 0 16,25 0-16,-25 0 16,0 0-16,0 0 0,24 0 0,-24 0 0,0 0 0,0 0 0,25 0 0,-25 0 15,0 0-15,0 0 0,0 0 0,0 0 0,0 25 0,25-25 0,-25 0 16,0 0-1,0 0-15,0 24 0,0-24 0,0 0 0,0 0 0,0 25 0,0-25 0,0 0 0,0 0 0,0 25 0,0-25 16,0 0-16,0 25 16,0-25-16,0 0 0,-25 25 0,25-25 0,0 0 0,0 24 0,0-24 0,0 0 0,-25 25 15,25-25-15,0 0 0,0 25 0,-24-25 0,24 25 0,0-25 0,0 0 16,-25 25-16,25-25 15,0 0-15,0 0 0,0 24 0,-25-24 0,25 0 0,0 0 0,0 0 0,0 0 16,0 0-16,0 0 0,0 0 0,0 25 0,0-25 16,0 0-16,0 0 0,0 0 0,25 0 0,-25 0 0,0 0 15,0 0-15,0 0 0,0 0 0,0 0 0,25 0 0,-25 0 0,0 0 0,0 0 31,24 0-31,-24 0 0,0 0 0,25 0 0,-25 0 0,25 0 0,-25-25 0,25 25 0,-25 0 16,0 0-16,25 0 0,-25 0 0,24 0 0,-24 0 0,25 0 0,-25 0 16,0 0-16,25 0 0,-25 0 0,25 0 15,-25 0-15,0 0 0,25 0 0,-25-24 0,24 24 0</inkml:trace>
  <inkml:trace contextRef="#ctx0" brushRef="#br0" timeOffset="662714.9052">15379 17983 0,'0'0'0,"0"0"0,0 0 16,0 0 0,0 0-16,0 0 0,0 0 0,0-24 0,0 24 0,0 0 0,0 0 0,0 0 15,0 0-15,0 0 0,0 0 0,25 0 0,-25 0 0,0 0 0,0 0 16,25 0-16,-25 0 0,24 0 0,-24 0 15,25 0-15,-25 0 0,25 0 0,0 0 0,-25 0 16,25 0-16,-1 0 0,1 0 0,-25 0 0,25 0 0,0 0 0,-25 0 0,25 0 0,-25 0 16,24 0-16,-24 0 0,0 0 0,25 0 0,-25 0 0,0 0 15</inkml:trace>
  <inkml:trace contextRef="#ctx0" brushRef="#br0" timeOffset="663437.9465">15925 17909 0,'0'0'15,"0"0"-15,0 0 0,0-25 0,0 25 0,0 0 0,0 0 0,0 0 16,0-25-16,0 25 0,0 0 0,0 0 0,0-24 15,0 24-15,0 0 0,0 0 0,0-25 16,0 25-16,0 0 0,0 0 0,0 0 0,-25-25 0,25 25 0,0 0 0,0 0 16,0 0-1,0 0-15,0 0 0,0-25 0,0 25 0,-25 0 0,25 0 0,0 0 0,0 0 16,-25 0-16,25 0 0,0 25 0,0-25 0,-25 0 0,25 0 0,0 0 0,-24 0 15,24 0-15,0 0 16,-25 25-16,25-25 0,0 0 0,0 25 0,0-25 0,0 0 0,-25 24 0,25-24 0,0 0 16,0 25-1,0-25-15,0 25 0,0-25 0,0 0 0,0 25 0,25-25 0,-25 0 0,0 25 0,0-25 16,0 0-16,0 0 0,25 24 0,-25-24 0,0 0 0,0 0 0,0 0 0,24 25 15,-24-25 1,0 0-16,0 0 0,25 0 0,-25 0 0,0 0 0,0 0 0,25 0 16,-25 0-16,0 0 0,0 0 0,0 0 0,25 0 0,-25 0 0,0 0 0,0 0 0,25 0 15,-25-25 1,0 25-16,0 0 0,24 0 0,-24 0 0,0-24 0,0 24 0,0 0 0,25-25 0,-25 25 0,0 0 15,0 0-15,0-25 0,0 25 0,0 0 0,0 0 0,0-25 0,0 25 16,0 0-16,0 0 0,0 0 0,0 0 16,0 0-16,0 0 0,0 0 0,0 0 0,0 0 0,0 0 31,0 0-31,0 0 0,0 0 0,0 0 0,0 0 0,0 0 0,0 0 0,0 0 0,0 0 0,0 0 0,0 25 0,0-25 15,0 0-15,0 0 0,0 25 0,0-25 0,25 0 0,-25 25 0,0-25 16,0 0 0,0 24-16,0-24 0,0 0 0,0 25 0,0-25 0,0 0 0,0 25 0,0-25 0,0 25 0,0-25 15,0 0-15,0 25 0,0-25 0,0 0 0,0 0 0,-25 24 16,25-24-16,0 0 15,0 25-15,0-25 0,0 0 0,0 0 0,0 0 0,-25 25 0,25-25 0,0 0 0,0 0 16,-24 0 0,24 0-16,0 0 0,0 0 0,-25 25 0,25-25 0,0 0 0,0 0 0,-25 0 0,25 0 0,0 0 15,-25 0-15,25 0 0,0 0 0,-25 0 0,25 0 0,0 0 0,0 0 0,0 0 31,-24-25-31,24 25 0,0 0 0,0 0 0,0 0 0,0 0 0,0 0 0,0 0 16,0 0-16,-25 0 0,25 0 0,0 0 0,0 0 0,0 0 0,0 0 0,0 0 0,0 0 16,0-25-16,0 25 15,0 0-15,0 0 0,0 0 0,25 0 0,-25 0 0,0 25 0,0-25 16,0 0-16,0 0 0,0 0 0</inkml:trace>
  <inkml:trace contextRef="#ctx0" brushRef="#br0" timeOffset="665290.0525">16669 18033 0,'0'0'0,"0"0"16,-25 0-16,25-25 0,0 25 0,0 0 0,0 0 0,0 0 0,0 0 0,0 0 0,0 0 15,0 0-15,0 0 0,0 0 0,0 0 0,0 0 16,0 0-16,0 0 0,0 0 0,0 0 16,0 0-16,25 0 0,-25 0 0,0 0 0,0 0 0,0 0 0,0 0 15,25 0-15,-25 0 0,0 0 0,24 0 0,-24 0 0,0 0 0,0 0 16,25 0-16,-25 25 15,25-25-15,-25 0 0,0 0 0,25 0 0,-25 0 0,25 0 0,-25 0 0,24 0 0,-24 0 16,25 0-16,-25 0 0,25 0 0,-25 0 16,0 0-16,25 0 0,-25 0 0,25 0 0</inkml:trace>
  <inkml:trace contextRef="#ctx0" brushRef="#br0" timeOffset="665707.0763">16966 18182 0,'0'0'0,"0"0"0,0 0 0,0 0 78,0 0-78,0 0 0,0 0 0,0 0 0,0 0 0,0 0 0,0 0 0,0 0 15,0 0-15,0 0 0,0-25 0,25 25 0,-25 0 0,0 0 0,0 0 0,0 0 0,0 0 0,25-25 0,-25 25 0,0 0 0,0 0 0,0 0 0,25-25 0,-25 25 0,0 0 0,0-24 0,0 24 0,0 0 0,25-25 0,-25 25 0,0-25 0,0 25 16,0 0-16,0-25 0,0 25 0,0-25 0,24 25 0,-24 0 16,0-24-16,0 24 0,0-25 0,0 25 0,0 0 0,0-25 0,0 25 15,0 0-15,0 0 0,0 0 0,0-25 0,0 25 0,0 0 0,0 0 0,0 0 16,0 0-16,0 0 15,0 0-15,0 0 0,0 0 0,0 0 0,0 0 0,0 25 0,0-25 0,0 0 0,0 0 16,0 0 0,0 25-16,0-25 0,0 0 0,25 25 0,-25-25 0,0 24 0,0-24 15,0 0-15,0 25 0,0-25 0,0 25 0,0-25 0,0 0 0,0 25 0,0-25 0,0 25 0,0-25 31,0 0-31,0 24 0,0-24 0,0 0 0,0 25 0,0-25 0,0 0 0,0 0 16,-25 25-16,25-25 0,0 0 0,0 25 0,0-25 0,0 0 0,0 0 0,0 25 16,0-25-16,0 0 15,0 0-15,0 24 0,0-24 0,0 0 0,0 0 0,-24 0 0,24 25 16,0-25-16,0 0 0,0 0 0,0 0 0,24 0 0,-24 0 0</inkml:trace>
  <inkml:trace contextRef="#ctx0" brushRef="#br0" timeOffset="666342.1126">17264 17884 0,'0'0'0,"0"0"0,0 0 0,0 0 0,0 0 0,0 0 0,0 0 31,0 0-31,0 0 0,0 0 0,0 0 0,0 0 0,0 0 0,0 0 0,0-25 15,0 25-15,25 0 0,-25 0 0,0 0 0,0 0 0,0 0 0,25 0 0,-25 0 0,0 0 16,0 0-16,24 0 0,-24 0 0,0 0 0,0 0 0,0 0 0,0 0 0,0 0 16,25 0-1,-25 0-15,0 0 0,0 0 0,0 0 0,0 0 0,0 0 0,0 0 0,0 0 0,0 0 0,25 0 31,-25 0-31,0 0 0,0 0 0,0 25 0,0-25 0,0 0 0,0 0 0,0 0 0,0 0 0,0 25 16,0-25-16,0 0 0,0 0 0,0 25 0,0-25 0,-25 0 0,25 25 0,0-25 0,0 0 31,0 0-31,-25 24 0,25-24 0,0 0 0,0 25 0,-24-25 0,24 0 0,0 0 16,0 25-16,0-25 0,-25 0 0,25 0 0,0 0 0,0 25 0,0-25 0,0 0 15,0 0 1,0 0-16,0 0 0,0 0 0,0 0 0,0 0 0,0 0 0,0 0 0,0 0 0,0 0 0,0 0 16,0 0-16,0 0 0,25 0 0,-25 0 0,0 25 0,0-25 0,0 0 15,0 0 1,24 0-16,-24 0 0,0 0 0,0 0 0,0 0 0,0 0 0,0 0 0,0 0 0,0 24 0,25-24 15,-25 0-15,0 0 0,0 0 16,0 0-16,0 25 0,0-25 0,0 0 0,0 0 0,0 0 16,0 25-16,0-25 0,0 0 0,0 0 0,0 25 0,0-25 0,0 0 0,0 0 15,0 25-15,0-25 0,0 0 0,0 0 0,0 0 0,0 24 0,0-24 16,0 0-16,0 0 15,0 0-15,-25 0 0,25 25 0,0-25 0,0 0 0,0 0 0,0 0 0,-24 0 16,24 0-16,0 0 16,0 0-16,0 0 0,0 0 0,-25 0 0,25 0 0,0 0 0,0 0 0,0 0 0,0 0 15,0-25-15,0 25 16,0 0-16,0 0 0,0 0 0</inkml:trace>
  <inkml:trace contextRef="#ctx0" brushRef="#br0" timeOffset="667479.1775">17983 18107 0,'0'0'0,"0"0"15,0 0-15,0 0 0,-24-24 0,24 24 0,0 0 0,0 0 0,0 0 16,0 0 0,0 0-16,0 0 0,0 0 0,0 0 0,0 0 0,0 0 0,0 0 0,0 0 0,0 0 15,0 0-15,0 0 0,24 0 0,-24 0 0,0 0 16,25 0-16,-25 0 0,25 0 0,-25 0 15,25 0-15,-25 24 0,0-24 0,25 0 0,-25 0 0,24 0 0,-24 0 0,25 0 16,-25 25-16,25-25 0,-25 0 0,25 0 0,-25 0 16,25 0-16,-25 0 0,24 0 0,-24 0 0,25 0 15,-25 0-15,25 0 0,-25 0 0</inkml:trace>
  <inkml:trace contextRef="#ctx0" brushRef="#br0" timeOffset="667896.2015">18479 18008 0,'0'0'0,"0"0"0,0 0 0,0 0 0,0 0 16,0 0-16,0 0 0,0 0 0,0 0 0,0 0 0,0 0 15,0 0-15,0 0 0,0 0 0,0 0 16,25 0-16,-25 0 0,0 0 0,25 0 15,-25 0-15,0 0 0,25 0 0,-25 0 0,0 0 0,25 0 0,-25 0 0,0 0 0,25 0 16,-25 0-16,0 0 16,0 0-16,24 0 0,-24 0 0,0 0 0,0 0 0,0 0 0,0 25 0,0-25 0,0 0 15,0 0-15,0 0 0,0 0 0,0 0 0,0 0 0,0 0 0,0 0 16,0 0-1,0 0-15,0 0 0,0 0 0,0 25 0,0-25 0,0 0 0,0 0 0,-24 25 0,24-25 0,0 0 16,0 0-16,0 24 0,0-24 0,0 0 0,0 25 0,0-25 16,-25 0-16,25 25 15,0-25-15,0 0 0,0 25 0,0-25 0,0 0 0,0 25 16,0-25-16,0 24 0,0-24 0,0 0 0,0 25 0,0-25 0,0 0 15,0 0-15,0 25 0,0-25 0,0 0 0,0 25 0,0-25 16,0 0-16,-25 0 0,25 25 16,0-25-16,0 0 0,0 0 0,0 0 0,0 0 15,0 0-15,0 0 0,0 0 0,0 0 0,-25 0 0,25 0 0,0 0 16,0 0-16,0 0 15,0 0-15,-25 0 0</inkml:trace>
  <inkml:trace contextRef="#ctx0" brushRef="#br0" timeOffset="668087.2124">18479 18231 0,'0'0'0,"0"0"0,0 0 0,0 0 0,0 0 0,0 0 15,0 0-15,0 0 0,25 0 0,-25-24 0,0 24 0,0 0 16,0 0-16,0 0 0,0 0 0,25 24 0,-25-24 15,0 0-15,25 0 0,-25 0 0,0 0 0,25 0 0,-25 0 16,0 0-16,25 0 0,-25 0 62,24 0-62,-24 0 0,0 0 0,25 0 0,-25 0 0,0 0 0,25 0 32,-25 0-32,0 0 0,0 0 0,25 0 0,-25 0 0,0-24 0</inkml:trace>
  <inkml:trace contextRef="#ctx0" brushRef="#br0" timeOffset="668526.2374">18852 18033 0,'0'0'0,"0"0"0,0 0 0,0 0 0,0 0 0,0 0 0,0 0 0,-25 0 0,25 0 0,0 0 0,0 0 0,0 0 0,0 0 15,0 0-15,0 0 0,0 0 0,0 0 0,0 0 16,0 0-16,0 0 0,0 0 0,0 25 0,0-25 0,0 0 15,0 0-15,0 0 0,0 25 0,-25-25 0,25 0 0,0 0 16,0 24-16,0-24 0,0 0 0,0 25 0,0-25 0,0 0 16,0 25-16,0-25 0,0 0 0,0 0 0,0 25 15,0-25-15,0 0 0,0 0 0,0 25 0,0-25 16,0 0-16,0 0 0,0 0 0,0 24 0,0-24 0,0 0 0,0 0 15,0 0-15,25 25 16,-25-25-16,0 0 0,0 0 0,0 0 0,0 25 0,0-25 0,0 0 16,25 0-16,-25 0 0,0 25 0,0-25 0,0 0 0,0 0 31,0 0-31,24 0 0,-24 0 0,0 25 0,0-25 0,0 0 0,0 0 0,0 0 0,0 0 15,0 0-15,25 0 0,-25 24 0,0-24 0,0 0 0,0 0 16,0 0-16,0 0 16,0 0-16,0 25 0,0-25 0,-25 0 0,25 0 0,0 0 0,0 0 15,0 0-15,0 0 0,0 0 0,0 0 0,0 0 0,0 0 16,0 25-16,0-25 15,-24 0-15,24 0 0,0 0 0,0 0 0,0 0 0,0 0 0,0 0 32,0 0-32,0 0 0,-25 0 0,25 0 0,0 0 0,0 0 0,0 0 0,0-25 15,0 25-15,-25 0 16,25 0-16,0 0 0,0-25 0,0 25 0,0 0 0,0 0 0</inkml:trace>
  <inkml:trace contextRef="#ctx0" brushRef="#br0" timeOffset="668709.248">18901 18033 0,'0'0'0,"0"0"0,0 0 0,0 0 16,0 0-16,0 0 0,0 0 0,0 0 0,0 0 0,0 0 15,0 0-15,25 0 0,-25 0 0,0 0 0,0 0 0,25 0 16,-25 0-16,0 0 0,25 0 0,-25 0 0,0 0 0,24 0 15,-24 0-15,25 0 0,-25 0 0,25 0 16,-25 0-16,0 0 0,25 0 0,-25 0 16,25 0-16,-25 0 0,24 0 0</inkml:trace>
  <inkml:trace contextRef="#ctx0" brushRef="#br0" timeOffset="737547.1851">12254 7913 0,'0'0'0,"0"0"0,0 0 0,0 0 31,0 0-31,0 0 0,0 0 0,0 0 0,24 0 0,-24 0 0,0 0 16,0 0-16,0 0 0,0 0 0,0 0 0,0 0 0,0 0 0,0-25 0,0 25 16,0 0-16,0 0 0,0 0 0,0 0 0,0 0 0,0 0 15,0 0-15,0 0 0,0 0 16,0 0-16,0 0 0,0 0 0,0 0 0,0 0 0,0 25 0,0-25 15,0 0 1,0 0-16,0 0 0,0 0 0,0 0 0,0-25 0,0 25 16,0 0-16,0 0 0,0 0 0,0 0 0,-24 0 0,24 0 0,0 0 0,0 0 0,0 0 0,0 0 15,0 0-15,24 0 16,-24 0-16,0 0 0,0 0 0,0 0 0,0 0 0,0 0 15,0 0-15,0 0 0,0 0 0,0 0 0,0 0 0,0 0 0,0 0 0,0 0 16,0 0-16,0 0 0,0 0 0,0 0 0,0 0 16,0 0-16,0 0 0,0 0 0,0 0 15,0 0-15,0 0 0,0 0 0,0 0 0,0 0 0,0 0 0,-24 0 16,24 0-16,0 0 0,0 0 0,0 0 15,0 0-15,0 0 0,0 0 0,0 0 16,0 0-16,0 0 0,0 0 0,0 0 0,0 0 0,0 0 0,0 0 16,0 0-16,0 0 0,0 0 0,0 0 0,0 0 0,0 0 15,0 0-15,0 0 0,0 0 16,0 0-16,0 0 0,0 0 0,0 0 0,0 0 0,0 0 0,0 0 0,0 0 0,0 0 15,0 0 1,0 0-16,0 0 0,0 0 0,0 0 0,0 0 0,0 0 0,0 0 16,0 0-16,0 0 0,0 0 0,0 0 0,0 0 0,0 0 0,0 0 0,0 0 15,-25 0-15,25 0 0,0 0 0,0 0 16,0 0-16,0 0 0,0 0 0,0 0 15,0 0-15,0 0 0,0 0 0,0 0 0,25 0 0,-25 0 0,0 0 0,0 0 16,0 0-16,0 0 0,0 0 0,0 0 0,0 0 0,0 0 16,0 0-16,0 0 0,0 0 0,0 0 0,0 0 15,0 0-15,0 0 0,0 0 0,0 0 0,0 0 16,0 0-16,0 0 0,0 0 15,0 0-15,0 0 0,0 0 0,0 0 0,24 0 0,-24 0 0,0 0 0,0 0 16,0 0-16,0 0 0,25 0 16,-25 0-16,0 0 0,0 0 0,0 0 0,25 0 0,-25 0 15,0 0-15,0 0 0,0 0 0,0 0 0,25 0 0,-25 0 0,0 0 16,0 0-1,0 0-15,0 0 0,25 0 0,-25 0 0,0 0 0,0 0 0,0 25 0,24-25 0,-24 0 16,0 0-16,0 0 0,25 0 0,-25 0 0,0 0 0,0 0 0,0 0 16,25 0-16,-25 0 0,0 0 0,0 0 15,0 0-15,0 0 0,25 0 0,-25 0 16,0 0-16,0 0 0,0-25 0,0 25 15,0 0-15,0 0 0,0 0 0,0 0 0,0 0 0,0 0 0,0 0 16,0 0-16,25 0 0,-25 0 0,0 0 0,0 0 0,0 0 0,0 0 16,0 0-16,0 0 0,0 0 0,0 0 0,0 0 0,0 0 0,0 0 15,0 0-15,24 0 16,-24 0-16,0 25 0,0-25 0,0 0 0,0 0 0,0 0 0,0-25 0,0 25 15,25 0-15,-25 0 0,0 0 0,0 0 0,0 0 0,0 0 16,0 0-16,0 0 16,0 0-16,0 0 0,0 0 0,0 0 0,0 0 0,0 0 0,0 0 0,0 0 15,0 0-15,0 0 0,0 0 0,0 0 0,0 0 0,0 0 16,0 0-16,0 25 15,0-25-15,0 0 0,0 0 0,0 0 0,0 0 0,0 0 0,0 0 16,0 0-16,0 0 0,0 0 0,0 0 0,0 0 0,0 0 0,0 0 31,0 0-31,0 0 0,0 0 0,25 0 0,-25 0 0,0 0 16,0 0-16,0 0 0,0 0 0,0 0 0,-25 0 0,25 0 0,0 0 0,0 0 0,0 0 0,0 0 15,0 0-15,0 0 0,0 0 0,0 0 0,0 0 16,0 0-16,0 0 0,0 0 16,0 0-16,0 0 0,0 0 0,0 0 0,0 0 0,0 0 0,0 0 0,0 0 15,0 0-15,0 0 0,0 0 0,0 0 0,0 0 0,0 0 16,0 0-16,0 0 47,0 0-47,0 0 0,0 0 0,0 0 0,0 0 0,0 0 0,0 0 0,0 0 0,0 0 0,0 0 0,0 0 0,0 0 0,0 0 0,0 0 0,0 0 0,0 0 0,0 0 0,0 0 0,0 0 15,0 0-15,0 0 16,0 0-16,0 0 0,0 0 0,0 0 0,0 0 0,0 0 0,0 0 0,0 0 15,0 0-15,0 0 0,0 0 0,25 0 0,-25 0 0,0 0 0,0 0 16,0 0 0,0 0-16,0 0 0,0 0 0,0 0 0,25 0 0,-25 0 0,0 0 0,0 0 0,0 0 15,0 0-15,25 0 0,-25 0 0,0 0 0,0 0 0,0 0 0,24 0 31,-24 0-31,0 0 0,0 0 0,25 24 0,-25-24 0,0 0 0,0-24 0,25 24 16,-25 0-16,0 0 0,0 0 0,0 0 0,25 0 0,-25 0 0,0 0 0,0 0 16,0 0-1,25 0-15,-25 0 0,0 0 0,0 0 0,0 0 0,24 0 0,-24 0 0,0 0 16,0 0-16,0 0 0,25 0 0,-25 0 0,0 0 0,0 0 0,0 0 31,0 0-31,25 0 0,-25 0 0,0 0 0,0 0 0,0 0 0,0 0 0,25 0 0,-25 0 16,0 0-16,0 0 15,0 0 1,25 0-16,-25 0 0,0 0 0,24 0 0,-24 0 0,0 0 0,25 0 0,-25 0 0,0 24 0,0-24 0,25 0 0,-25 0 0,0 0 15,25 0-15,-25 0 0,0 0 0,25 0 16,-25-24-16,0 24 0,24 0 0,-24 0 0,25 0 0,-25 0 0,0 0 0,25 0 16,-25 0-16,25 0 0,-25 0 0,25 0 0,-25 0 0,24 0 15,-24 0 1,0 0-16,25 0 0,-25 0 0,0 0 0,25 0 0,-25 0 0,0 0 0,25 0 0,-25 0 15,0 0-15,25 0 0,-25 0 0,0 0 0,25 0 0,-25 0 0,0 0 16,24 0 0,-24 0-16,0 0 0,25 0 0,-25 0 0,0 0 0,25 0 0,-25 0 0,25 0 15,-25 0-15,0 0 0,25 0 0,-25 0 0,24 0 0,-24 0 0,0 0 31,0 0-31,25 0 0,-25 0 0,0 0 0,25 0 0,-25 0 0,0 0 0,0 0 0,25 0 16,-25 0-16,0 0 0,25 0 0,-25 0 0,0 0 0,24 0 0,-24 0 16,0 0-1,25 0-15,-25 0 0,0 0 0,25 0 0,-25 0 0,25 0 0,-25 0 16,0 0-16,25 0 0,-25 24 0,24-24 0,-24 0 0,25 0 0,-25 0 15,25 0-15,-25 0 0,25 0 0,-25 0 0,25 0 0,-25 0 16,24 0-16,-24 0 0,25 0 0,-25 0 16,25 0-16,-25 0 0,25 0 0,-25 0 0,25 0 0,-25 0 0,24 0 15,-24 0-15,25 0 0,-25 0 0,25 0 0,-25 0 0,25 0 16,-25 0-1,25 0-15,-25 0 0,24 0 0,-24 0 0,0 0 0,25 0 16,-25 25-16,25-25 0,-25 0 0,25 0 0,-25 0 0,0 0 0,25 0 0,-25 0 0,24 0 16,-24 0-16,25 0 15,-25 0-15,25 0 0,-25 0 0,25 0 0,-25 0 0,25 0 16,-25 0-16,0 0 0,24 0 0,-24 0 0,0 0 0,25 0 0,-25 0 0,0 0 15,0 0-15,25 0 0,-25 0 0,0 0 0,25 0 0,-25 0 16,25 0-16,-25 0 16,25 0-16,-25 0 0,0 0 0,24 0 0,-24 0 0,25 0 0,-25 0 0,0 0 0,25 0 15,-25 0-15,25 0 0,-25 0 0,0 0 0,25 0 16,-25 0-1,24 0-15,-24 0 0,25 0 0,-25 0 0,25 0 0,-25 0 0,0 0 0,25 0 16,-25-25-16,25 25 0,-25 0 0,24 0 0,-24 0 0,25 0 0,-25 0 16,0 0-16,25 0 0,-25 0 15,25 0-15,-25 0 0,25 0 0,-25 0 0,0 0 0,24 0 0,-24 0 16,25 0-16,-25 0 0,25 0 0,-25 0 0,25 0 0,-25 0 0,0 0 15,25 0-15,-25 0 16,24 0-16,-24 0 0,25 0 0,-25 0 0,0 0 0,25 0 0,-25 0 0,25 0 16,-25 0-16,25 0 0,-25 0 0,24 0 0,-24 0 0,0-24 15,25 24-15,-25 0 16,25 0-16,-25 0 0,25 0 0,-25 0 0,25 0 0,-25 0 0,24 0 0,-24 0 15,25 0-15,-25 0 0,25 0 16,-25 0-16,25 0 0,-25 0 0,0 0 0,25 0 0,-25 0 0,24 0 0,-24 0 16,25 0-16,-25 0 0,25 0 0,-25 0 0,25 0 0,-25 0 15,25 0 16,-25 0-31,25 0 0,-25 0 0,24 0 0,-24 0 0,25 0 0,-25 0 0,25 0 0,-25 0 0,25 0 0,-25 0 0,0 0 0,25 0 0,-25 0 16,24 0-16,-24 0 0,25 0 0,-25 0 0,25 0 0,-25 0 0,0 0 16,25 0-1,-25 0-15,25 0 0,-25 0 0,0 0 0,24 0 0,-24 0 0,25 0 0,-25 0 16,0 0-16,25 0 0,-25 0 0,0 0 0,25 0 0,-25-25 0,25 25 15,-25 0 1,0 0-16,24 0 0,-24 0 0,25 0 0,-25 0 0,25 0 0,-25 0 0,25 0 16,-25 0-16,25 0 0,-1 0 0,-24 0 0,25 0 0,-25 0 0,25 0 15,0 0 1,-25 0-16,25 0 0,-25 0 0,24 0 0,1 0 0,-25 0 0,25 0 0,0 0 15,0 0-15,-25 0 0,24 0 0,1 0 0,0 0 0,-25 0 0,25 0 0,0 0 16,-1 0 0,-24 0-16,25 0 0,0 0 0,-25 0 0,25 0 0,0 0 0,0 0 0,-25 0 15,24 0-15,1 0 0,0 0 0,-25 0 0,25 0 0,0 0 0,-1 0 16,-24 0-1,25 0-15,0 0 0,0 0 0,-25 0 0,25 0 0,-1 0 0,1 0 0,0 0 0,-25 0 0,25 0 16,0 0 0,-1 0-16,-24 0 0,25 0 0,0 0 0,0 0 0,-25 0 0,25 0 15,-1 0-15,1 0 0,-25 0 0,25 0 0,0 0 0,0 0 0,-25 25 0,24-25 31,1 0-31,0 0 0,-25 0 0,25 0 0,0 0 0,-25 0 0,24 0 0,1 0 0,-25 0 0,25 0 0,0 0 32,-25 0-32,25 0 0,-25 0 0,24 0 0,-24 0 0,25 0 0,-25 0 0,25 0 15,0 0-15,-25 0 0,25 0 0,-25 0 0,24 0 0,-24 0 0,25 0 0,-25 0 16,25 0-16,-25 0 0,25 0 0,-25 0 15,25 0-15,-25 24 0,25-24 0,-25 0 16,24 0-16,1 0 0,-25 0 0,25 0 0,-25 0 0,25 0 0,0 0 16,-25 0-16,24 0 0,-24 0 0,25 0 15,0 0-15,-25 0 0,25 0 0,0 25 0,-25-25 0,24 0 16,1 0-16,-25 0 0,25 0 0,0 0 0,0 0 0,-25 0 47,24 0-47,1 0 0,-25 0 0,25 0 0,0 0 0,-25 0 0,25 0 0,-1 0 0,-24 0 0,25 0 0,-25 0 0,25 0 0,-25 0 0,25 0 0,0 0 0,-25 0 0,24 0 15,-24 0-15,25 0 0,0 0 0,-25 0 16,25 0-16,0 0 0,-25 0 0,24 0 15,-24 0-15,25 0 0,0 0 0,-25 0 0,25 0 0,-25 0 0,25 0 0,-1 0 0,-24 0 16,25 0-16,-25 0 16,25 0-16,0 25 0,-25-25 0,25 0 0,0 0 0,-25 0 0,24 0 0,1 0 15,-25 0-15,25 0 0,0 0 0,-25 0 0,25 0 0,-1 0 16,-24 0-1,25 0-15,0 0 0,-25 0 0,25 25 0,0-25 0,-1 0 0,-24 0 0,25 0 0,0 0 0,0 0 16,0 0-16,-25 0 0,24 0 0,1 0 0,0 0 16,0 25-16,-25-25 15,25 0-15,-1 0 0,1 0 0,0 0 0,-25 0 0,25 0 0,0 0 0,-1 0 0,-24 0 16,25 0-16,0 0 0,0 0 0,-25 0 0,25 0 15,-1 0-15,-24 0 0,25 0 16,0 0-16,-25 0 0,25 0 0,0 0 0,-25 0 0,24 0 0,1 0 0,-25 0 31,25 0-31,0 0 0,0 0 0,-25 0 0,25 0 0,-1 0 0,-24 25 0,25-25 0,0 0 0,0 0 0,-25 0 16,25 0-16,-1 0 0,-24 0 0,25 0 15,0 0-15,-25 0 0,25 0 0,-25 0 16,25 0-16,-25 0 0,24 0 0,1 0 0,-25 0 0,25 0 0,-25 0 0,25 0 16,0 0-16,-25 0 0,24 0 0,-24 0 15,25 0-15,0 0 0,-25 0 0,25-25 0,0 25 16,-25 0-16,24 0 0,-24 0 0,25 0 0,0 0 0,-25 0 0,25 0 0,-25 0 15,25 0-15,-25 0 16,24 0-16,1 0 0,-25 0 0,25 0 0,-25 0 0,25 0 0,0 0 0,-25 0 16,24 0-16,-24 0 0,25 0 0,-25 0 0,25 0 0,-25 0 15,25 0-15,-25 0 16,25 0-16,-25 0 0,24 0 0,-24 0 0,25 0 0,-25 0 0,25 0 0,-25 0 15,25 0-15,-25 0 0,25 0 0,-25 0 0,24 0 0,-24 0 16,25-25-16,-25 25 0,0 0 16,25 0-16,-25 0 0,25 0 0,-25 0 0,0 0 0,25 0 0,-25 0 0,0 0 15,0 0-15,25 0 0,-25 0 0,0 0 0,24 0 0,-24 0 16,25 0-16,-25 0 0,0 0 15,25 0-15,-25 0 0,0 0 0,25 0 0,-25 0 0,25 0 0,-25 0 0,0 0 32,24 0-32,-24 0 0,25 0 0,-25 0 0,25 0 0,-25 0 0,25 0 0,-25 0 0,25 0 0,-1 0 15,-24 0-15,25 0 0,-25 0 0,25 0 0,0 0 0,-25 0 16,25 0-16,-25 0 15,24 0-15,1 0 0,-25 0 0,25 25 0,0-25 0,0 0 0,-25 0 0,24 0 0,1 0 16,0 0 0,-25 0-16,25 0 0,0 0 0,-1 0 0,1 0 0,0 0 0,-25 0 0,25 0 15,0 0-15,-1 0 0,-24 0 0,25 0 0,0 0 0,0 0 0,-25 0 16,25 0-1,-1 0-15,1 0 0,-25 0 0,25 0 0,0 0 0,-25 0 0,25 0 0,0 0 0,-25 0 0,24 0 16,1 0 0,-25 0-16,25 0 0,0 0 0,-25 0 0,25 0 0,-25 0 0,24 0 15,1 0-15,-25 0 0,25 0 0,-25 0 0,25 25 0,-25-25 0,25 0 0,-1 0 16,-24 0-1,25 0-15,-25 0 0,25 0 0,-25 0 0,25 0 0,0 0 0,-25 0 0,24 0 16,-24 0-16,25 0 0,0 0 0,-25 0 0,25 0 0,0 0 0,-25 0 16,24 0-1,-24 0-15,25 0 0,-25 0 0,25 0 0,-25 0 0,25 0 0,-25 0 0,25 0 16,-25 0-16,24 0 0,-24 0 0,25 0 0,-25 24 0,25-24 0,-25 0 15,25 0-15,-25 0 16,0 0-16,25 0 0,-25 0 0,24 0 0,-24 0 0,25 0 0,-25 0 0,0 0 16,25 0-16,-25 0 0,25 0 0,-25 0 0,0 0 0,25 0 15,-25 0-15,0 0 16,24 0-16,-24 0 0,25 0 0,-25 0 0,0 0 0,25 0 0,-25 0 0,25 25 0,-25-25 15,0 0 1,25 0-16,-25 0 0,25 0 0,-25 0 0,0 0 0,24 0 0,-24 0 0,25 0 16,-25 0-16,25 0 0,-25 0 0,25 0 0,-25 0 0,25 0 0,-25 0 0,24 0 15,-24 0 1,0 0-16,25 0 0,-25 0 0,25 0 0,-25 0 0,25 0 0,-25 0 0,0 0 0,25 0 31,-25 0-31,0 0 0,0 0 0,0 0 0,0 0 0,0 0 0,0 0 0,0 0 0,0 0 0,0 0 16,0 0-16,0-25 0,-25 25 0,25 0 0,0 0 0,-25-24 0,25 24 31</inkml:trace>
  <inkml:trace contextRef="#ctx0" brushRef="#br0" timeOffset="738641.2479">21506 7466 0,'0'0'0,"0"0"15,0 0-15,0 0 16,0-25-16,0 25 0,0 0 0,0 0 0,0 0 0,0 0 0,0 0 0,0 0 0,0-24 16,0 24-1,0 0-15,0 0 0,0 0 0,-25 0 0,25 0 0,0-25 0,0 25 0,0 0 16,0 0-16,0 0 0,0-25 0,0 25 0,0 0 0,-25 0 0,25 0 15,0 0 1,0-25-16,0 25 0,0 0 0,-25 0 0,25 0 0,0 0 0,0 0 0,0 0 0,-25 0 16,25-25-16,0 25 0,0 0 0,-24 0 0,24 0 0,0 0 0,0 0 31,0 0-31,0 0 0,0 0 0,0 0 0,-25 25 0,25-25 0,0 0 0,0 0 0,0 0 15,0 0-15,0 0 0,0 25 0,-25-25 0,25 0 0,0 0 16,0 0-16,0 25 0,0-25 16,0 0-16,0 25 0,-25-25 0,25 0 0,0 24 0,0-24 0,0 25 0,0-25 0,0 25 15,0-25-15,0 25 0,0-25 0,0 25 0,0-25 16,0 24-16,25-24 0,-25 25 47,0-25-47,0 25 0,0-25 0,25 25 0,-25-25 0,0 25 0,0-25 0,25 24 0,-25-24 0,24 0 15,-24 25-15,0-25 0,25 0 0,-25 0 0,25 25 0,-25-25 0,25 0 0,-25 0 0,0 25 0,25-25 0,-25 0 0,24 0 16,-24 0-16,25 0 0,-25 0 0,0 0 0,25 0 0,-25 0 0,0 0 15,25-25-15,-25 25 0,0 0 16,25 0-16,-25 0 0,0-25 0,24 25 0,-24 0 16,0-25-16,0 25 0,25 0 0,-25-24 0,0 24 0,0-25 0,0 25 0,25 0 0,-25-25 15,0 25 1,0 0-16</inkml:trace>
  <inkml:trace contextRef="#ctx0" brushRef="#br0" timeOffset="738980.2672">21828 7367 0,'0'0'0,"0"0"16,0 0-16,0 0 0,0 0 0,0 0 0,0-25 16,0 25-16,-25 0 0,25 0 0,0 0 0,0 0 0,0 0 15,0 0-15,0 0 0,0 0 16,0 25-16,0-25 0,0 0 0,0 0 15,0 0-15,0 25 0,0-25 0,0 0 0,0 25 0,-24-25 0,24 0 0,0 24 0,0-24 16,0 25-16,0-25 0,0 25 0,0-25 16,0 25-16,0-25 0,0 25 0,0-25 15,0 0-15,0 24 0,0-24 0,0 25 0,0-25 0,0 25 0,0-25 0,0 25 16,0-25-1,0 25-15,0-25 0,0 0 0,0 24 0,0-24 0,0 0 0,0 25 0,0-25 16,0 0-16,0 0 0,0 0 0,-25 25 0,25-25 0,0 0 0,0 0 16,0 0-1,0 0-15,0 0 0,0 0 0,0 0 0,0 0 0,0 0 0,0 0 0,0 0 16,0 0-16,0 0 0,0 0 0,0 0 0,0-25 0</inkml:trace>
  <inkml:trace contextRef="#ctx0" brushRef="#br0" timeOffset="739307.286">21878 7293 0,'0'-25'0,"0"25"0,25 0 0,-25 0 0,0 0 0,0 0 15,0 0-15,24 0 0,-24 0 0,0 0 0,0 0 0,25 0 16,-25 0-16,0 0 0,0 25 0,0-25 0,25 0 16,-25 0-16,0 0 0,0 24 0,0-24 0,25 0 15,-25 0 1,0 25-16,0-25 0,0 0 0,0 0 0,0 25 0,0-25 0,0 0 0,0 25 0,0-25 15,0 0-15,0 0 0,0 25 0,0-25 0,0 0 0,0 0 0,0 24 16,0-24 0,-25 0-16,25 0 0,0 0 0,0 25 0,0-25 0,-25 0 0,25 0 15,0 0-15,0 0 0,-25 25 0,25-25 0,0 0 0,-24 0 0,24 0 16,0 0-1,-25 0-15,25 0 0,0 0 0,0 0 0,0 0 0,-25 0 0,25 0 0,0 0 0,0 0 16,0 0-16,0 0 0,0 0 0,0 0 0,0-25 0</inkml:trace>
  <inkml:trace contextRef="#ctx0" brushRef="#br0" timeOffset="739658.3061">22200 7268 0,'0'0'0,"0"0"0,0 0 0,0 0 0,0 0 0,0 0 0,0 0 0,0 25 0,0-25 0,0 0 0,0 0 0,0 0 0,0 24 0,0-24 0,0 0 16,0 0-16,0 25 0,0-25 15,0 0-15,0 25 0,0-25 0,0 25 0,0-25 0,0 0 0,0 25 16,0-25-16,0 24 16,0-24-1,0 25-15,0-25 0,-25 0 0,25 25 0,0-25 0,0 25 0,0-25 0,0 0 0,0 25 0,0-25 0,0 0 0,0 24 0,0-24 0,0 0 16,0 0-16,0 25 0,0-25 0,0 0 0,0 0 0,0 0 15,0 25-15,0-25 16,0 0-16,0 0 0,0 0 0,0 0 0,0 0 0,0 0 0,0 0 0,0 0 16,0 0-16,0 0 0,0 0 0,0 0 0,0 0 0,0 0 15,0 0 1,0 0-16,0 0 0,0 0 0,0 0 0,0 0 0,0 0 0</inkml:trace>
  <inkml:trace contextRef="#ctx0" brushRef="#br0" timeOffset="740237.3392">22250 7243 0,'0'0'0,"0"0"0,0 0 0,0 0 0,0-25 0,0 25 16,25 0-16,-25 0 0,0 0 0,0 0 0,0 0 0,0 0 15,0-25-15,0 25 0,24 0 0,-24 0 0,0 0 32,0 0-32,0 0 0,25 0 0,-25 0 0,0 25 0,0-25 0,0 0 0,25 0 15,-25 0-15,0 0 0,25 25 0,-25-25 0,0 0 0,25 0 0,-25 0 0,0 25 16,24-25-1,-24 0-15,0 0 0,0 25 0,25-25 0,-25 0 0,0 24 0,0-24 16,0 25-16,0-25 0,0 0 0,0 0 0,0 25 0,0-25 0,0 0 0,0 25 16,0-25-16,-25 0 0,25 25 0,0-25 0,0 0 15,-24 24-15,24-24 0,-25 0 0,25 0 16,0 25-16,-25-25 0,25 0 0,0 0 0,-25 25 0,25-25 0,0 0 15,-25 0 1,25 0-16,0 0 0,0 0 0,0 0 0,0 0 0,0 0 0,0 0 0,0 25 0,0-25 0,0 0 16,0 0-16,0 0 0,0 0 0,25 0 0,-25 0 0,0 0 15,0 0-15,0 0 16,25 0-16,-25 0 0,0 0 0,0 0 0,25 0 0,-25 0 0,0 0 15,25 0-15,-25 25 0,0-25 0,0 0 0,24 0 0,-24 0 0,0 24 16,0-24 0,0 0-16,0 25 0,0-25 0,0 0 0,0 25 0,0-25 0,0 0 0,0 25 0,0-25 15,0 0-15,0 25 0,0-25 0,-24 0 0,24 0 0,0 24 16,0-24-1,-25 0-15,25 0 0,0 0 0,-25 25 0,25-25 0,0 0 0,0 0 0,-25 0 0,25 0 16,0 0 0,0 0-16,-25 0 0,25 0 0,0 0 0,0 0 0,0 0 0,0 0 0,0 0 15,0 0-15,0 0 0,0 0 0,0 0 0,0 0 0,0 0 0,0 0 16,0 0-16,0 0 0,0-25 0,0 25 0,0 0 0,0 0 15,0 0-15,0-24 16,0 24-16,0 0 0,25 0 0</inkml:trace>
  <inkml:trace contextRef="#ctx0" brushRef="#br0" timeOffset="740615.3608">22671 7342 0,'0'0'0,"0"0"16,0 0-16,0 0 0,0 0 0,0 0 16,-24 0-16,24 0 0,0 0 0,0 0 0,0 0 0,0 25 0,0-25 15,0 0 1,0 0-16,0 25 0,0-25 0,0 0 0,0 25 0,0-25 0,0 24 0,0-24 15,0 25-15,0-25 0,0 0 0,0 25 0,-25-25 0,25 25 0,0-25 16,0 25 0,0-25-16,0 0 0,0 24 0,0-24 0,0 0 0,0 25 0,0-25 0,0 0 15,0 25-15,0-25 0,0 0 0,0 0 0,0 25 0,0-25 0,0 0 16,0 0-16,0 0 15,0 0-15,0 25 0,0-25 0,0 0 0,-25 0 0,25 0 0,0 0 16,0 0-16,0 0 0,0 0 0,0 0 0,0 0 0,0 0 0,0 0 0,0 0 31,0 0-31,0 0 0,0 0 0,0-25 0,25 25 0,-25 0 0,0 0 0,0-25 0,0 25 0,0 0 31,0-25-31,0 25 0,0-25 0</inkml:trace>
  <inkml:trace contextRef="#ctx0" brushRef="#br0" timeOffset="740980.3817">22696 7268 0,'25'0'0,"-25"0"0,0-25 0,0 25 0,0 0 0,0 0 16,0-25-16,0 25 0,25 0 0,-25 0 0,0-25 0,0 25 16,0 0-16,0 0 0,0 0 0,25 0 0,-25-24 15,0 24-15,0 0 0,0 0 0,0 0 0,25 0 16,-25 0-16,0 0 0,0 24 0,0-24 0,0 0 0,24 0 15,-24 0-15,0 0 0,0 0 0,25 25 0,-25-25 0,0 0 16,0 0-16,25 25 0,-25-25 0,0 25 0,25-25 16,-25 0-16,0 25 15,25-25-15,-25 24 0,0-24 0,24 0 0,-24 25 0,0-25 0,0 25 0,25-25 16,-25 0-16,0 25 0,0-25 0,0 25 0,0-25 0,0 0 16,0 24-1,0-24-15,0 25 0,0-25 0,0 25 0,0-25 0,0 0 0,-25 25 0,25-25 0,0 0 16,0 25-16,-24-25 0,24 24 0,0-24 0,0 0 0,-25 25 15,25-25-15,0 0 16,0 0-16,-25 25 0,25-25 0,0 0 0,-25 0 0,25 25 0,0-25 0,0 0 16,-25 0-16,25 25 0,0-25 0,-24 0 0,24 0 0,0 0 15,0 24-15,-25-24 0,25 0 16,0 0-16,0 0 0,-25 0 0,25 0 0,0 0 0,-25 0 0,25 0 0,0-24 15,-25 24-15,25 0 16,0 0-16,-25-25 0,25 25 0</inkml:trace>
  <inkml:trace contextRef="#ctx0" brushRef="#br0" timeOffset="741169.3925">22597 7491 0,'0'0'0,"0"0"15,0 0-15,0 0 0,0 0 0,0 0 0,0 0 16,25 0-16,-25 0 0,0 0 0,25 0 78,-25 0-78,24 0 0,1 0 0,-25 0 0,25 0 0,0 0 0,0 0 0,0 0 0,-1 25 0,1-25 0,0 0 0,0 0 0,-25 0 0,25 25 0</inkml:trace>
  <inkml:trace contextRef="#ctx0" brushRef="#br0" timeOffset="744038.5566">23515 13419 0,'0'0'0,"0"0"16,0 0-16,0 0 0,0 0 0,0 25 0,0-25 0,0 0 0,0 0 16,0 0-1,0 0-15,0 0 0,0 0 0,0 0 0,0 0 0,0 0 0,0 0 0,0 0 0,0 0 16,0 0-16,0 0 0,0 0 15,0 0-15,0 0 0,0 0 0,0 0 0,0 0 0,0 0 0,0 0 0,0 0 16,0 0 0,0 0-16,0 0 0,0 25 0,0-25 0,0 0 0,0 0 0,0 0 0,0 0 15,0 0-15,0 0 0,0 0 0,0 0 0,0 0 0,0 0 0,-25 0 16,25 0-16,0 25 15,0-25-15,0 0 0,0 0 0,0 0 0,0 0 0,0 25 0,0-25 0,0 0 16,0 24-16,0-24 0,-25 0 0,25 0 0,0 25 0,0-25 0,0 0 31,0 25-15,0-25-16,0 25 0,0-25 0,0 0 0,0 25 0,-25-25 0,25 24 0,0-24 0,0 25 0,0-25 0,0 25 0,0-25 0,0 0 0,0 25 0,0-25 15,-24 25 1,24-25-16,0 24 0,0-24 0,0 25 0,0-25 0,0 0 0,0 25 0,0-25 16,0 0-16,0 25 0,0-25 0,0 0 0,0 25 0,0-25 0,0 0 15,0 0 1,0 0-16,0 0 0,0 24 0,0-24 0,0 0 0,0 0 0,0 0 0,0 0 0,0 0 15,0 0-15,0 0 0,0 0 0,0 0 0,0-24 0,0 24 0</inkml:trace>
  <inkml:trace contextRef="#ctx0" brushRef="#br0" timeOffset="744347.5741">23465 13618 0,'0'0'0,"0"0"0,0 0 0,0 0 0,0 0 16,0 0-16,0 0 0,25 0 0,-25 0 15,0 25-15,0-25 0,25 0 16,-25 0-16,25 0 0,-25 0 0,0 0 0,24 0 0,-24 0 0,25 0 0,-25 24 0,25-24 0,-25 0 31,0 0-31,25 0 0,-25 0 0,25 0 0,-25 0 0,0 0 0,24 0 0,-24 0 16,0 0-16,25 0 0,-25 0 0,0 0 0,25 0 0,-25 0 0,0 0 0,0 0 31,0 0-31,25-24 0,-25 24 0,0 0 0,0 0 0,0 0 0,0 0 0,0 0 15,0 0-15,0 0 0,0-25 0,0 25 0,0 0 0,0 0 0,0 0 16</inkml:trace>
  <inkml:trace contextRef="#ctx0" brushRef="#br0" timeOffset="744572.587">23788 13593 0,'0'0'0,"0"0"0,0 0 46,0 0-46,0 0 0,0 0 0,0-25 0,0 25 0,0 0 0,0 0 0,0 0 0,0 0 0,0 0 0,0 0 0,0 0 0,0 0 0,0 0 0,0 0 0,0 0 0,0 0 0,0 0 0,0 0 16,0 0-16,0 0 0,0 0 0,0 0 0,0 0 0,0 0 16,0 0 77,-25 25-77,25-25-16,0 25 0,0-25 0,0 25 0,0-25 0,0 24 0,-25-24 0,25 25 0,0-25 0,0 25 0,0-25 0,0 25 0,0-25 0,-25 25 0,25-25 0,0 24 0,0-24 0,0 25 0,0-25 0,0 25 0,0-25 0,0 25 0,0-25 0,-25 0 0,25 25 0,0-25 0,0 24 0,0-24 0,0 0 0,0 0 0,0 0 0,0 25 0,0-25 0,0 0 0,0 0 15,0 0-15,0 0 0,0 0 0,0 0 0,0 0 16,0 0-16</inkml:trace>
  <inkml:trace contextRef="#ctx0" brushRef="#br0" timeOffset="745912.6638">23788 13940 0,'0'0'0,"0"0"0,0 0 15,0 0-15,0 0 0,0 0 0,0 0 0,0 0 0,0 0 0,0 0 0,0 0 16,0 0-16,0 0 15,0 0-15,0 0 0,0 0 0,0 0 0,0 0 0,0 0 0,0 0 16,0 0-16,0 0 0,0 0 0,0 0 0,0 0 0,0 0 0,0 0 16,0 0-1,0 0-15,0 0 0,0 0 0,0 0 0,0 0 0,0 0 0,0 0 0,0 0 16,0 0-16,0 0 0,0 0 0,0 0 0,0 0 0,0 0 0,0 0 15,0 0-15,0 0 16,0 0-16,0 0 0,0 0 0,0 0 0,0 0 0,0 0 16,0 0-16,0 0 0,0 0 0,0 0 0,0 0 0,0 0 0,0 0 0,0 0 31,0 0-31,0 0 0,0 0 0,0 0 0,0 0 0,0 0 0,0 0 0,0 0 0,0 0 0,0 0 0,0 0 15,0 0-15,0 0 0,0 0 0,0 0 0,0 0 0,0 0 16,0 0 0,0 0-16,0 0 0,0 0 0,0 0 0,0 0 0,0 0 0,0 0 0,0 0 15,0 0-15,0 0 0,0 0 0,0 0 0,0 0 0,0 0 0,0 0 16,0-25-16,0 25 15,0 0-15,0 0 0,0 0 0,0 0 0,0 0 0,0 0 0,0 0 0,0 0 47,0 0-47,0 0 0,0 0 0,0 0 0,0 0 0,0 0 0,0 0 0,0 0 0,0 0 0,0 0 0,0 0 16,24 0-16,-24 0 0,0 0 0,0 0 0,0 0 0,0 0 0,0 0 0,0 0 0,0 0 15,0 0-15,0 0 0,0 0 0,25 0 0,-25 0 0,0 0 0,0 0 0,0 0 16,0 0-16,0 0 0,0 0 0,0 0 0,25 0 16,-25 0-16,0 0 15,0 0-15,0 25 0,0-25 0,0 0 0,0 0 0,0 0 0,0 0 0,25 0 16,-25 0-16,0 25 0,0-25 0,0 0 0,0 0 0,0 0 0,0 25 15,0-25 1,0 0-16,0 0 0,0 0 0,0 0 0,0 0 0,0 25 0,-25-25 0,25 0 16,0 0-16,0 0 0,0 24 0,0-24 0,0 0 0,0 0 0,0 0 15,-25 0 1,25 0-16,0 25 0,0-25 0,0 0 0,0 0 0,0 0 0,0 0 0,-25 0 0,25 0 15,0 0-15,0 0 0,0 0 0,0 0 0,0 0 0,0 0 16,0 0-16,0 0 16,0 0-16,0 0 0,0 0 0,0 0 0,0 0 0,0 0 0,0 0 0,0 0 15,0 0-15,0 0 0,0 0 0,0 0 0,0 0 0,0 0 16,0 0-16,0 0 15,0 0-15,25 0 0,-25 0 0,0-25 0,0 25 0,0 0 0,0 0 16,0 0-16,0 0 0,0 0 0,25 0 0,-25 0 0,0 0 0,0 0 0,0 0 16,0 25-1,0-25-15,0 0 0,0 0 0,0 0 0,25 0 0,-25 0 0,0 25 16,0-25-16,0 0 0,0 0 0,0 0 0,0 25 0,0-25 0,0 0 0,0 0 31,0 25-31,0-25 0,0 0 0,0 0 0,0 0 0,0 24 0,0-24 0,0 0 0,0 0 16,-25 0-16,25 0 0,0 0 0,0 0 0,0 0 0,0 0 0,0 0 15,-25 0 1,25 0-16,0 0 0,0 0 0,0 0 0,-25 0 0,25 0 0,0 0 0,0 0 15,0 0-15,0 0 0,0 0 0,0 0 0,-24-24 0,24 24 0,0 0 0,0 0 16,0 0 0,0 0-16,0-25 0,0 25 0,0 0 0</inkml:trace>
  <inkml:trace contextRef="#ctx0" brushRef="#br0" timeOffset="751134.9625">22820 14734 0,'174'0'0,"-149"25"0,-25-25 0,0 0 0,0 0 0,0 0 0,0 0 0,0 0 0,0 0 0,0 0 0,0 0 0,0 0 0,0 0 0,0 0 0,0 0 0,25 0 0,-25 0 0,0 0 0,0 0 0,0 0 0,0 0 0,0 0 0,0 0 0,0 0 0,0 0 0,0 0 0,0 0 0,0 0 16,0 0-16,0 0 0,0 0 0,0 0 0,0 0 0,0 0 0,0 0 0,0 0 0,0 0 0,0 0 15,0 0-15,0 0 0,0 0 0,0 0 0,0 0 0,0 0 0,0 0 0,0 0 16,0 0 234</inkml:trace>
  <inkml:trace contextRef="#ctx0" brushRef="#br0" timeOffset="752309.0297">22994 14585 0,'0'0'0,"0"0"110,0 0-110,0 0 0,0 0 0,0 0 0,0 0 0,0 0 0,0 0 0,0 0 0,0 0 0,0 0 0,0 0 0,0 0 0,0 0 0,0 0 0,0 0 0,0 0 0,0 0 0,0 0 0,0 0 0,0 0 0,0 0 0,0 0 0,0 0 0,0 0 0,0 0 0,0 0 0,0 0 0,0 0 0,0 0 0,0 0 0,0 0 0,0 0 0,0 0 0,0 0 0,0 0 0,0 0 0,0 0 0,0 0 15,0 0 1,0 0-16,0 0 0,0 0 0,0 0 0,0 0 0,0 0 0,0 0 15,0 0-15,0 0 0,0 0 0,0 0 0,0 0 0,0 0 0,0 0 0,0 0 16,0 0 0,0 0-16,0 0 0,0 0 0,0 0 0,0 0 0,0 0 0,0 0 15,0 0-15,0 0 0,0 0 0,0 0 0,0 25 0,0-25 0,0 0 0,0 0 63,0 0-63,0 0 0,0 0 0,0 0 0,0 0 124,0 25-30,50 74-94,-50-99 0,0 0 0,24 0 0,-24 0 0,0 0 0,0 0 0,0 0 0,0 0 0,0 0 0,0 0 0,0 0 0,0 0 0,0 0 0,0 0 0,0 0 0,0 0 0,0 0 0,0 0 0,0 0 0,0 0 0,0 0 0,0 0 0,0 0 0,0 0 0,0 0 0,0 0 0,0 0 0,0 0 0,0 0 0,0 0 0,0 0 0,0 0 0,0 0 0,0 0 0,0 0 0,0 0 16,0 0-16,0 0 15,0 0-15,0 0 0,0 0 0,0 0 0,0 0 0,0 0 0,0 25 141,0-25-141,0 0 0,0 0 0,-24 0 0,24 25 0,0-25 0,0 0 0,0 0 0,0 0 0,0 0 0,0 0 0,0 0 0,0 0 0,0 0 0,0 0 0,0 24 15,0-24-15,0 0 0,0 0 0,0 0 0,-25 0 0,25 0 16,0 0-16,0 25 0,0-25 0,0 0 0,0 0 0,0 0 0,0 0 0,-25 25 0,25-25 0,0 0 0,0 0 0,0 0 0,0 0 0,0 0 0,0 0 0,0 0 0,0 0 0,0 25 0,0-25 0,0 0 0,0 0 0,0 0 0,0 0 15,0 0-15,0 0 47,0 0-47,0 0 0,0 0 0,0 0 0,0 0 0,0 0 0,0 0 0,0 0 0,0 0 0,0 0 0,0 0 0,0 0 0,0 0 0,0 0 0,0 0 0,0 0 0,0 0 0,0 0 0,0 0 0,-25 0 16,25 0-16,0 0 15,0 0-15,0 0 0,0 0 0,0 0 0,0 0 0,0 0 0,0 0 16,0 0-16,0 0 0,0 0 0,0 0 0,0 0 0,0 0 0,0 0 16,0 0-1,0 0-15,0 0 0,0 0 0,0 0 0,0 0 0,0 0 0,0 0 0,0 0 16,0 0-16,0 0 0,0 0 0,0 0 0,0 0 0,0 0 0,0 0 15,0 0-15,0 0 0,0 0 16,0 0-16,0 0 0,0 0 0,0 0 0,0 0 16</inkml:trace>
  <inkml:trace contextRef="#ctx0" brushRef="#br0" timeOffset="754272.1419">23440 14635 0,'0'0'0,"0"0"0,0 0 0,0 0 15,-24 0-15,24 0 0,0 0 0,0 0 0,0 0 0,0 0 16,0 0-16,0 0 16,0 0-16,0 0 0,0 0 0,0 0 0,0 0 0,0 0 0,0 0 0,0 0 15,0 0-15,0 0 0,0 0 0,0 0 0,0 0 0,0 0 0,0 0 16,0 0-1,0 0-15,0 0 0,0 0 0,0 0 0,0 0 0,0 0 0,0 0 16,0 0-16,0 0 0,0 0 0,0 0 0,0 0 0,0 0 0,0 0 0,0 0 16,0 0-16,0 0 15,0 0-15,-25 0 0,25-25 0,0 25 0,0 0 0,0 0 0,0 0 16,0 0-16,0 0 0,0 0 0,0 0 0,0 0 0,0 0 0,0 0 0,0 0 15,0 0 1,0 0-16,0 0 0,0 0 0,0 0 0,0 0 0,0 0 0,0 0 0,0 0 0,0 0 16,-25 0-16,25 0 0,0 0 0,0 0 0,0 0 0,0 0 31,0 0-31,0 0 0,0 0 0,0 0 0,0 0 0,0 0 0,0 0 0,0 0 0,0 0 0,0 0 0,-25 0 31,25 0-31,0 0 0,0 0 0,0 0 0,0 0 0,0 0 0,0 0 16,0 0-16,0 0 0,0 25 0,0-25 0,0 0 0,0 0 0,0 0 0,0 0 15,0 0-15,0 0 16,0 25-16,-25-25 0,25 0 0,0 0 0,0 0 0,0 24 0,0-24 0,0 0 15,0 25 32,0-25-47,0 0 0,-24 25 0,24-25 0,0 0 0,0 25 0,0-25 0,0 0 16,0 25-16,0-25 0,0 0 0,0 24 0,0-24 0,0 25 0,0-25 0,-25 25 0,25-25 0,0 0 0,0 25 0,0-25 0,0 25 0,0-25 0,0 24 0,0-24 0,0 25 0,0-25 0,0 25 15,0-25-15,0 25 0,0-25 0,0 0 0,0 25 0,0-25 16,0 0-16,0 24 16,0-24-16,0 0 0,0 25 0,0-25 0,0 0 0,0 0 0,0 0 0,0 0 358</inkml:trace>
  <inkml:trace contextRef="#ctx0" brushRef="#br0" timeOffset="755833.2312">23763 14684 0,'0'0'0,"0"25"0,0-25 0,0 25 15,-25-25-15,25 25 0,0-25 0,0 25 0,0-25 0,0 24 0,0-24 0,0 25 0,0-25 0,-25 25 0,25-25 0,0 0 0,0 25 0,0-25 0,0 25 0,0-25 0,0 0 0,0 24 0,0-24 0,0 0 0,0 25 0,0-25 0,0 0 0,0 25 0,0-25 0,-25 0 0,25 0 0,0 0 0,0 25 0,0-25 0,0 0 0,0 0 0,0 0 0,0 0 0,0 0 16,0 0-16,0 0 0,0 0 0,0 0 16,0 0-16,0 0 0,0 0 280</inkml:trace>
  <inkml:trace contextRef="#ctx0" brushRef="#br0" timeOffset="757479.3254">23937 14982 0,'0'0'0,"-25"0"0,25 0 0,0 0 0,0 0 0,0 0 0,0 0 0,0 0 16,0 0-16,0 0 0,0 0 0,0 0 0,0 25 0,-25-25 0,25 0 0,0 0 0,0 0 0,0 0 0,0 0 0,0 25 0,0-25 0,0 0 0,0 0 0,-25 0 0,25 0 0,0 24 0,0-24 0,0 0 0,0 0 0,0 0 0,0 0 0,0 25 0,-25-25 0,25 0 0,0 0 0,0 0 0,0 0 0,0 0 16,0 0-16,0 0 0,0 0 0,0 25 0,0-25 0,0 0 15,224 25 765</inkml:trace>
  <inkml:trace contextRef="#ctx0" brushRef="#br0" timeOffset="762033.5858">24110 15056 0,'0'0'0,"-25"0"0,25 0 15,0 0-15,0 0 16,0 0-16,0 0 0,0 0 0,0 0 0,0 0 0,0 0 0,0 0 0,0 0 0,0 0 15,0 0-15,0 0 0,0 0 0,0 0 0,0-24 0,0 24 0,0 0 16,0 0-16,0 0 0,0 0 0,0 0 0,0 0 0,0 0 0,0 0 16,0 0-1,0 0-15,0 0 0,0 0 0,0 0 0,0 0 0,0 0 0,0 0 0,0 0 0,0 0 16,0 0-16,0-25 0,0 25 0,0 0 0,0 0 0,0 0 15,0 0 1,0 0-16,0 0 0,0 0 0,0 0 0,0 0 0,0 0 0,0 0 0,0 0 0,0 0 0,0 0 16,0 0-1,0 0-15,0 0 0,0 0 0,0 0 0,0 0 0,0 0 0,0 0 16,0 0-16,0-25 0,0 25 0,0 0 0,0 0 0,0 0 0,0 0 0,0 0 15,0 0 1,0 0-16,0 0 0,0 0 0,0 0 0,0 0 0,0 0 0,0 0 16,0 0-16,0 0 0,0 0 0,0 0 0,0 0 0,0 0 0,0 0 0,0 0 15,0 0-15,0 25 16,0-25-16,0 0 0,0 0 0,0 0 0,0 0 0,0 0 15,0 0-15,0 25 0,0-25 0,0 0 0,0 0 0,0 24 0,0-24 0,0 0 16,0 25-16,0-25 0,0 0 0,0 25 0,0-25 0,0 0 16,-24 25-16,24-25 0,0 0 15,0 25-15,0-25 0,0 0 0,0 0 0,0 24 0,0-24 0,0 0 16,0 0-16,0 25 0,0-25 15,0 0-15,0 0 0,0 0 0,0 0 0,0 25 0,0-25 16,0 0-16,0 0 0,0 0 0,0 0 0,0 25 0,0-25 0,0 0 0,0 0 31,0 0-31,0 0 0,0 0 0,0 0 0,0 25 0,0-25 0,0 0 0,0 0 16,0 0-16,0 0 0,0 0 0,0 0 0,0 0 0,0 0 0,0 0 0,0 0 15,0 0 1,0 0-16,0 0 0,0 0 0,0 0 0,0 0 0,0 0 0,0 0 0,0 0 0,0 0 16,-25 0-16,25 0 0,0 0 0,0 0 0,0 0 0,0 0 15,0 0 1,-25 0-16,25 0 0,0 0 0,0-25 0,0 25 0,-25 0 0</inkml:trace>
  <inkml:trace contextRef="#ctx0" brushRef="#br0" timeOffset="765511.7846">12998 14883 0,'0'0'16,"0"0"-16,0 0 16,-25 0-16,25 0 0,0 0 0,0 0 0,0 0 0,0 0 0,0 0 15,0 0-15,0 0 0,0 0 0,0 0 0,0 0 0,0 0 0,0 0 16,0 0-16,0 0 15,0 0-15,0 0 0,0 0 0,0 0 0,0 0 0,0 0 0,0 0 16,0 0-16,0 0 0,0 0 0,0 0 0,0 0 0,0 0 0,0 0 16,0 0-1,0 0-15,0 0 0,0 0 0,0 0 0,0 0 0,0 0 0,0 0 0,0 0 16,0 0-16,0 0 0,0 0 0,0 0 0,0 0 0,0 0 0,0 0 0,0 0 15,0 0-15,0 0 0,0 0 16,0 0-16,0 0 0,0 0 16,0 0-16,0 0 0,0 0 0,0 0 0,0 0 15,0 0-15,0 0 0,25 0 0,-25 0 0,0 0 0,0 0 0,0 0 0,24 0 0,-24 0 16,0 0-16,25 0 15,-25 0-15,0 0 0,25 0 0,-25 0 0,0 0 0,25 0 0,-25 0 0,25 0 0,-25 0 0,0 0 32,24 0-32,-24 0 0,25 0 0,-25 0 0,0 0 0,25 0 0,-25 0 0,25 0 0,-25 0 15,25 0-15,-25 0 0,25 0 0,-25 0 0,24 0 0,-24 0 0,25 0 16,-25 0-16,25 0 15,-25 0-15,25 0 0,-25 0 0,25 0 0,-25 0 0,24 0 0,-24 0 16,25 0-16,-25 0 0,0 0 0,25 0 0,-25 0 0,0 0 0,25 0 16,-25 0-1,0 0-15,0 0 0,25 0 0,-25 0 0,0 0 0,0 0 0,0 0 0,0 0 0,0 0 16,24 0-16,-24 0 0,0 0 0,0 0 0,0 0 0,0 0 15,0 0-15,25 0 16,-25 0-16,0 0 0,0 0 0,0 0 0,25 0 0,-25 0 0,0 0 16,0 0-16,25 0 0,-25 0 0,0 0 0,0 0 0,25 0 0,-25 0 15,0 0-15,24 0 16,-24 0-16,0 0 0,25 0 0,-25-25 0,25 25 0,-25 0 0,25 0 0,-25 0 15,25 0-15,-25 0 0,24 0 0,-24 0 0,25 0 0,-25 0 0,25 0 16,-25 0-16,25 0 0,-25 0 0,25 0 0,-25 0 0,24 0 16,-24 0-16,25 0 15,-25 0-15,25 0 0,-25 0 0,25 0 0,-25 0 0,25 0 0,-25 0 0,24 0 31,-24 0-31,25 0 0,-25 0 0,25 0 0,-25 0 0,25 0 0,-25 0 0,0-25 0,25 25 0,-25 0 0,24 25 16,-24-25-16,25 0 0,-25 0 0,25 0 16,-25 0-16,0 0 0,25 0 0,-25 0 0,25 0 0,-1 0 0,-24 0 15,25 0 1,-25 0-16,25 0 0,-25 0 0,25 0 0,-25 0 0,25 0 0,-25 0 0,25 0 15,-25 0-15,24 0 0,-24 0 0,25 0 0,-25 0 0,25 0 0,-25 0 16,25 0 0,-25 25-16,25-25 0,-25 0 0,24 0 0,-24 0 0,25 0 0,-25 0 0,25 0 15,-25 0-15,25 0 0,-25 0 0,0 0 0,25 0 0,-1 0 0,-24 0 16,25 0-16,-25 0 0,25 0 0,-25 25 0,25-25 0,-25 0 15,25 0-15,-1 0 32,-24 0-32,25 0 0,-25 0 0,25 0 0,0 0 0,-25 0 0,25 0 0,-1 0 0,1 0 0,-25 0 0,25 0 0,0 24 0,0-24 0,-25 0 15,24 0-15,1 0 0,0 0 0,-25 0 16,25 0-16,0 0 0,-25 0 0,24 0 15,1 0-15,-25 0 0,25 0 0,0 0 0,-25 0 0,25 0 0,-1 0 0,-24 0 16,25 0-16,0 0 0,0 0 0,-25 0 16,25 0-16,0 0 0,-1 0 0,1 0 0,-25 0 15,25 0-15,0 0 0,0 0 0,-1 0 0,-24 0 0,25 0 0,0 0 0,0 0 31,-25 0-31,25 0 0,-1 0 0,1 0 0,-25 0 0,25 0 0,0 0 0,-25 0 32,25 25-32,-1-25 0,1 0 0,-25 0 0,25 0 0,0 0 0,-25 0 0,25 0 0,-1 0 0,1 0 0,-25 0 0,25 0 0,0 0 15,-25 0 1,25 0-16,-1 0 0,1 0 0,-25 0 0,25 0 0,0 0 0,-25 0 0,25 0 15,-25 25-15,24-25 0,1 0 0,-25 0 0,25 0 0,-25 0 0,25 0 0,0 0 16,-1 0 0,-24 0-16,25 0 0,0 0 0,-25 0 0,25 0 0,0 0 0,0 25 15,-25-25-15,24 0 0,1 0 0,-25 0 0,25 0 0,0 0 0,0 0 0,-25 0 16,24 0-16,1 0 0,-25 0 0,25 0 0,0 0 0,-25 25 15,25-25 1,-1 0-16,-24 0 0,25 0 0,0 0 0,-25 0 0,25 0 0,0 0 0,-25 0 16,24 0-16,1 0 0,-25 0 0,25 24 0,0-24 0,-25 0 15,25 0-15,-1 0 16,1 0-16,-25 0 0,25 0 0,0 0 0,-25 0 0,25 0 0,-1 0 0,1 25 0,-25-25 15,25 0-15,0 0 0,0 0 0,-25 0 0,24 0 0,1 0 16,0 0 0,-25 0-16,25 0 0,0 0 0,-1 0 0,-24 25 0,25-25 0,0 0 0,0 0 15,-25 0-15,25 0 0,-1 0 0,-24 0 0,25 0 0,-25 0 0,25 0 16,-25 0-16,25 0 0,0 0 0,-25 25 0,25-25 0,-25 0 31,24 0-31,1 0 0,-25 0 0,25 0 0,0 0 0,0 0 0,-25 0 0,24 0 0,1 0 16,0 0-16,-25 0 0,25 0 0,0 0 0,-1 0 15,-24 25-15,25-25 0,0 0 0,-25 0 16,25 0-16,0 0 0,-1 0 0,-24 0 0,25 0 0,0 0 0,-25 0 0,25 0 15,0 0-15,-25 0 0,24 0 0,1 0 0,-25 0 16,25 0-16,0 0 0,-25 0 16,25 0-16,-1 0 0,-24 0 0,25 0 0,-25 0 0,25 0 0,0 0 0,-25 0 15,25 24-15,-25-24 0,24 0 0,1 0 0,-25 0 0,25 0 16,-25 0-16,25 0 15,-25 0-15,25 0 0,-1 0 0,-24 0 0,25 0 0,0 0 0,-25 0 0,25 0 0,0 0 16,-25 0-16,25 0 0,-1 0 0,-24 0 16,25 0-16,0 0 0,0 0 15,-25 0-15,25 0 0,-1 25 0,1-25 0,-25 0 0,25 0 0,0 0 0,0 0 16,-1 0-16,1 0 0,0 0 0,-25 0 0,25 0 0,0 0 15,-1 0-15,1 0 0,0 0 16,0 25-16,0-25 0,-25 0 0,24 0 0,1 0 0,0 0 0,0 0 16,0 0-16,-25 0 0,24 0 0,1 25 0,0-25 0,0 0 15,0 0-15,-25 0 16,24 0-16,1 0 0,0 0 0,0 0 0,0 25 0,-25-25 0,24 0 0,1 0 0,0 0 15,0 0-15,0 0 0,-25 0 0,25 24 0,-1-24 16,1 0-16,0 0 16,0 0-16,0 0 0,-1 25 0,1-25 0,0 0 0,-25 0 0,25 0 0,0 0 0,-1 25 15,1-25-15,0 0 0,0 0 16,0 0-16,-1 0 0,1 0 0,-25 25 0,25-25 0,0 0 0,0 0 15,-1 0-15,1 0 0,0 25 0,0-25 0,-25 0 0,25 0 0,-1 0 16,1 25 0,0-25-16,-25 0 0,25 0 0,0 0 0,-1 0 0,-24 0 0,25 0 0,0 0 0,0 24 15,-25-24-15,25 0 0,-1 0 0,1 0 0,-25 0 0,25 0 16,0 0-16,0 25 15,-1-25-15,-24 0 0,25 0 0,0 0 0,0 0 0,-25 0 0,25 0 0,0 25 16,-25-25-16,24 0 0,1 0 0,0 0 0,-25 0 0,25 0 16,-25 0-16,25 0 0,-1 0 15,-24 25-15,25-25 0,0 0 0,-25 0 0,25 0 0,-25 0 0,25 0 0,-1 0 16,-24 0-1,25 0-15,-25 0 0,25 0 0,0 0 0,-25 0 0,25 0 0,-25 0 0,24 0 0,1 0 16,-25 0-16,25 0 0,-25 25 0,25-25 0,-25 0 0,25 0 0,-25 0 16,24 0-1,1 0-15,-25 0 0,25 0 0,-25 0 0,25 0 0,-25 0 0,25 0 0,-1 0 0,-24 0 16,25 0-16,0 24 0,-25-24 0,25 0 15,0 0-15,-25 0 0,24 0 0,1 0 16,-25 0-16,25 0 0,0 0 0,-25 0 16,25 0-16,-1 25 0,-24-25 0,25 0 0,0 0 0,-25 0 0,25 0 0,0 0 0,0 0 15,-25 0-15,24 0 0,1 0 0,-25 25 0,25-25 0,0 0 0,-25 0 31,25 0-31,-1 0 0,-24 0 0,25 0 0,0 0 0,0 0 0,-25 0 0,25 0 16,-1 0-16,1 0 0,0 0 0,-25 25 0,25-25 0,0 0 0,-1 0 0,1 0 16,0 0-1,0 0-15,0 0 0,-1 0 0,1 0 0,0 25 0,0-25 0,0 0 0,-1 0 16,1 0-16,0 0 0,0 0 0,0 0 0,-1 0 0,1 0 0,0 0 15,0 0 1,0 0-16,-1 24 0,1-24 0,0 0 0,0 0 0,0 0 0,0 0 0,24 0 0,-24 0 16,0 0-16,0 0 0,-1 0 0,1 0 0,0 0 0,0 0 15,0 0-15,-1 0 16,1 0-16,0 0 0,0 0 0,0 0 0,-1 0 0,1 0 0,0 0 0,0 0 15,0 0-15,-1 0 0,1 0 0,0 0 0,0 0 0,0 0 16,-1 0 0,-24 0-16,25 0 0,0 0 0,0 0 0,-25 0 0,25 0 0,-1 0 0,-24 0 0,25 0 15,-25 0-15,25 0 0,-25 0 0,25 0 0,-25 0 0,0-24 0,25 24 16,-25 0-1,0 0-15,24 0 0,-24 0 0,0 0 0,25 0 0,-25 0 0,0 0 0,25 0 0,-25 0 0,25 0 16,-25 0-16,0 0 0,25 0 16,-25 0-16,0 0 0,24 0 0,-24 0 0,25 0 0,-25 0 0,0 0 15,25 0-15,-25 0 16,25 0-16,-25 0 0,0 0 0,25 0 0,-25 0 0,0 0 0,25 0 15,-25 0-15,0 0 0,0 0 0,24 0 0,-24 0 0,0 0 0,0-25 0,0 25 32,0 0-32,0 0 0,-24 0 0,24 0 0,0-25 0,-25 25 0,25 0 0,-25-25 0</inkml:trace>
  <inkml:trace contextRef="#ctx0" brushRef="#br0" timeOffset="772860.205">14635 16148 0,'0'0'16,"0"0"-16,0 0 0,0 0 0,0 0 0,0 0 15,0 25-15,0-25 0,0 0 0,0 0 16,0 0-16,25 0 0,-25 0 0,0 0 0,0 0 0,0 0 0,0 0 0,0 0 0,0 0 0,0 0 0,0 0 16,0 0-1,0 0-15,0 0 0,-25 0 0,25 0 0,0 0 0,0 0 0,0 0 0,0 0 16,0 0-16,0 0 0,0 0 0,0 0 0,0 0 0,0 0 0,0 0 15,0 0-15,0 0 16,0 0-16,0 0 0,0 0 0,0 0 0,0 0 0,0 0 16,0 0-16,0 0 0,0 0 0,0 0 0,0 0 0,0 0 0,0 0 0,-25 0 0,25 0 15,0 0 1,0 0-16,0 0 0,0 0 0,0 0 0,0 0 0,0 24 0,0-24 0,0 0 0,0 0 15,0 0-15,0 0 0,0 0 0,0 0 0,0 0 0,0 0 16,0 0 0,0 0-16,0 0 0,0 0 0,0 0 0,0 0 0,0 0 0,0 0 0,0 0 0,0 0 15,0 0-15,0 0 0,0 0 0,-25 0 0,25 0 0,0 0 0,0 0 16,0 0-1,0 0-15,0 0 0,0 0 0,0 0 0,0 0 0,0 0 16,0 0-16,0 0 0,0 0 0,0 0 0,0 0 0,0 0 0,0 0 0,-25 0 0,25 0 31,0 0-31,0 0 0,0 0 0,0 0 0,0 0 0,0 0 0,0 0 0,-24 0 0,24 0 0,0 0 0,0 0 16,0 0-16,0 0 15,0 0-15,0 0 0,0 0 0,0 0 0,0 0 16,0 0-16,0 0 0,0 0 0,0 0 0,0 0 0,0 0 0,0 0 0,0 0 0,0 0 16,0 0-16,0 0 0,0 0 0,-25 0 0,25 0 0,0 0 15,0 25-15,0-25 0,0 0 16,0 0-16,0 0 0,0 0 0,0 0 0,0 0 0,0 0 0,0 0 15,0 0-15,0 0 0,0 0 0,0 0 0,0 0 0,0 0 16,0 0-16,0 0 0,0 0 16,0 0-16,0 0 0,0 0 0,0 0 0,0 0 0,0 0 0,0 0 0,0 0 0,-25 0 15,25 0-15,0 0 0,0 0 16,0 0-16,0 0 0,0 0 0,0 0 0,0 0 15,0 0-15,0 0 0,0 0 0,0 0 0,0 0 0,0 0 0,0 0 0,0 0 16,0 0 0,0 0-16,0 0 0,0 0 0,0 25 0,0-25 0,0 0 0,0 0 0,0 0 0,0 0 15,0 0-15,-25 0 0,25 0 0,0 0 0,0 0 0,0 0 0,0 0 16,0 0-1,0 0-15,0 0 0,0 0 0,0 0 0,0 0 0,0 0 0,0 25 16,0-25-16,0 0 0,-25 0 0,25 0 0,0 0 0,0 0 0,0 0 0,0 0 16,0 0-16,0 0 15,0 0-15,0 0 0,0 0 0,0 0 0,0 0 0,0 0 0,0 0 0,0 0 16,0 0-16,0 0 0,0 0 0,0 0 0,0 0 0,-24 0 0,24 0 31,0 0-31,0 0 0,0 0 0,0 0 0,0 0 0,0 0 0,0 0 0,0 0 0,0 25 0,0-25 0,0 0 16,0 0-16,0 0 0,0 0 0,0 0 15,0 0-15,-25 0 0,25 0 16,0 0-16,0 0 0,0 0 0,0 0 0,0 0 0,0 0 0,0 24 0,0-24 15,0 0-15,-25 0 0,25 0 0,0 0 0,0 0 0,0 0 16,0 0-16,0 0 0,0 0 16,0 0-16,0 0 0,0 0 0,0 0 0,0 0 0,0 0 0,0 0 0,0 0 0,0 0 15,0 0 1,0 25-16,0-25 0,0 0 0,-25 0 0,25 0 0,0 0 0,0 0 0,0 0 15,0 0-15,0 0 0,0 0 0,0 0 0,0 0 0,0 0 0,0 0 0,0 0 32,0 0-32,0 0 0,0 0 0,0 0 0,0 0 0,0 0 0,0 0 0,0 0 15,0 25-15,0-25 0,0 0 0,0 0 0,0 0 0,0 0 0,0 0 0,0 0 16,0 0-1,0 0-15,0 0 0,0 0 0,0 0 0,0 0 0,0 0 0,0 0 0,0 25 16,0-25-16,0 0 0,0 0 0,0 0 0,0 0 0,0 0 0,0 0 16,0 0-1,0 0-15,-25 0 0,25 0 0,0 0 0,0 0 0,0 0 0,0 25 0,0-25 0,0 0 16,0 0-16,0 0 0,0 0 0,0 0 0,-25 0 0,25 0 0,0 0 15,0 0 1,0 0-16,0 25 0,0-25 0,0 0 0,0 0 0,0 0 0,0 0 0,0 0 0,0 0 16,0 0-16,0 0 0,0 0 0,0 0 0,0 24 0,0-24 15,0 0-15,0 0 16,0 0-16,0 0 0,0 0 0,0 0 0,0 0 0,0 0 0,0 0 0,0 25 15,0-25-15,0 0 16,0 0-16,0 0 0,0 0 0,0 0 0,0 0 0,0 0 0,0 0 16,0 0-16,0 25 0,0-25 0,0 0 0,0 0 0,0 0 0,0 0 0,0 0 15,0 0-15,0 0 0,0 0 0,0 0 0,0 25 16,0-25-16,0 0 0,0 0 0,0 0 0,0 0 15,0 0-15,0 0 0,0 0 0,0 25 0,0-25 16,0 0-16,0 0 0,0 0 0,0 0 0,0 0 16,0 0-16,0 0 0,0 0 0,0 0 0,0 0 0,0 0 0,0 24 15,0-24-15,0 0 0,25 0 0,-25 0 0,0 0 0,0 0 0,0 0 31,0 0-31,0 0 0,0 0 0,0 0 0,0 0 0,0 25 0,0-25 0,0 0 0,0 0 16,0 0-16,0 0 0,25 0 0,-25 0 0,0 0 0,0 0 0,0 0 0,0 0 16,0 0-16,0 0 15,0 25-15,0-25 0,0 0 0,0 0 0,0 0 0,0 0 0,0 0 16,0 0-16,0 0 0,0 0 0,0 0 0,0 25 0,0-25 0,0 0 0,25 0 31,-25 0-31,0 0 0,0 0 0,0 0 0,0 0 0,0 0 0,0 0 0,0 0 0,0 0 16,0 0-16,0 0 0,0 25 0,0-25 0,0 0 0,0 0 0,0 0 0,0 0 31,25 0-31,-25 0 0,0 0 0,0 0 0,0 0 0,0 0 0,0 0 15,0 0-15,0 0 0,0 0 0,0 0 0,0 0 0,0 0 0,0 24 0,25-24 32,-25 0-32,0 0 0,0 0 0,0 0 0,0 0 0,0 0 0,24 0 0,-24 0 0,0 0 0,0 0 0,0 0 15,0 25-15,25-25 0,-25 0 0,0 0 0,0 0 0,0 0 0,0 0 16,0 0 0,0 0-16,0 0 0,0 0 0,0 0 0,0 0 0,0 0 0,0 0 0,0 0 0,0 0 15,0 0-15,0 0 0,25 0 0,-25 0 0,0 0 0,0 0 0,0 0 16,0 0-1,0 0-15,0 0 0,0 0 0,0 0 0,25 0 0,-25 0 0,0 0 0,0 0 0,0 0 0,0 0 16,0 0 0,0 0-16,0 0 0,0 0 0,0 0 0,25 0 0,-25 0 0,0 0 15,0 0-15,0 0 0,0 0 0,0 0 0,0 0 0,0 0 0,0 0 16,24 0-16,-24 0 0,0 0 0,0 0 0,0 0 15,0 0-15,25 0 0,-25 0 0,0 0 0,0 0 0,0 0 16,0 0-16,25 0 0,-25 0 0,0 0 0,0 0 0,25 0 0,-25 0 16,0 0-16,0 0 0,0 0 15,0 0-15,0 0 0,0 0 0,25 0 0,-25 0 16,0 0-16,0 0 0,0-25 0,0 25 0,0 0 0,0 0 0,0 0 0,24 0 0,-24 0 15,0 0-15,0 0 16,0 0-16,0 0 0,25 0 0,-25 0 0,0 0 0,0 0 0,0 0 16,0 0-16,0 0 0,0 0 0,25 0 0,-25 0 0,0 0 0,0 0 31,0 0-31,25 0 0,-25 0 0,0 0 0,0 0 0,0-24 0,0 24 0,0 0 0,0 0 0,0 0 0,25 0 0,-25 0 15,0 0-15,0 0 0,0 0 16,0 0-16,24-25 0,-24 25 0,0 0 0,0 0 0,0 0 0,0 0 16,0 0-16,0-25 0,25 25 0,-25 0 0,0 0 0,0 0 0,0 0 15,0 0-15,0 0 16,0 0-16,0-25 0,25 25 0,-25 0 0,0 0 0,0 0 0,0 0 15,0 0-15,-25 0 0,25-25 0,0 25 0,0 0 0,0 0 0,25 0 0,-25 0 16,0 0 0,0-24-16,0 24 0,0 0 0,0 0 0,0 0 0,0 0 0,0 0 0,0-25 0,0 25 15,0 0-15,0 0 0,0 0 0,0-25 0,0 25 16,0 0-16,0 0 0,0 0 15,0 0-15,0 0 0,0-25 0,0 25 0,0 0 0,0 0 0,0 0 0,0 0 16,0 0-16,0 0 0,0 0 0,0-25 0,0 25 0,0 0 16,0 0-16,0 0 0,0 0 15,0-24-15,0 24 0,0 0 0,0 0 0,0 0 0,0 0 0,0 0 0,0 0 16,0-25-16,0 25 0,0 0 0,0 0 0,0 0 0,0 0 15,0 0-15,0 0 16,0-25-16,0 25 0,-25 0 0,25 0 0,0 0 0,0 0 0,0 0 0,0 0 0,0-25 16,0 25-16,0 0 0,0 0 0,0 0 15,0 0-15,0 0 0,0 0 0,0-25 16,0 25-16,0 0 0,0 0 0,-25 0 0,25 0 0,0 0 15,0-25-15,0 25 0,0 0 0,0 0 0,0 0 16,0 0-16,0 0 0,0-24 0,0 24 0,-24 0 0,24 0 0,0 0 0,0 0 31,0 0-31,0 0 0,0 0 0,0-25 0,0 25 0,-25 0 0,25 0 0,0 0 0,0 0 0,0 0 16,0-25-16,0 25 0,0 0 0,0 0 0,0 0 0,-25 0 0,25 0 15,0 0 1,0 0-16,0 0 0,0 0 0,0 0 0,0-25 0,0 25 0,-25 0 0,25 0 16,0 0-16,0 0 0,0 0 0,0 0 0,0 0 0,0 0 0,-25 0 0,25 0 15,0 0 1,0 0-16,0-25 0,0 25 0,-24 0 0,24 0 0,0 0 0,0 0 0,0 0 0,0 0 15,0 0-15,0 0 0,-25 0 0,25-24 0,0 24 0,0 0 16,0 0-16,0 0 16,0 0-16,0 0 0,-25 0 0,25 0 0,0 0 0,0 0 0,0 0 0,0 0 0,-25 0 15,25 0-15,0 0 0,-25 0 0,25 0 0,0 0 16,0 0-16,-24 0 15,24 0-15,0 0 0,0 0 0,0 0 0,0 0 0,0 0 0,0-25 0,0 25 16,0 0-16</inkml:trace>
  <inkml:trace contextRef="#ctx0" brushRef="#br0" timeOffset="778828.5465">26268 7987 0,'0'0'15,"0"0"-15,0 0 16,0 0-16,0 0 0,0 0 0,0 0 0,0 0 0,0 0 0,0 25 0,0-25 16,0 0-16,0 0 0,0 0 0,0 0 15,0 0-15,0 0 0,0 0 0,0 0 16,0 0-16,25 0 0,-25 0 0,0 0 0,0 0 0,0 0 0,0 0 0,0 0 15,0 0-15,0 0 0,0 0 0,0 0 0,0 0 0,0 0 0,0 0 16,0 25 0,0-25-16,0 0 0,0 0 0,0 0 0,25-25 0,-25 25 0,0 0 0,0 0 0,0 0 15,0 0 1,0 0-16,0 0 0,0 0 0,0 0 0,0 0 0,0 0 0,0 0 15,0 0-15,0 0 0,0 0 0,0 0 0,0 0 0,0 0 0,0 0 0,0 0 16,0 0-16,25-25 16,-25 25-16,0 0 0,0 0 0,0-25 0,0 25 0,24 0 0,-24-25 15,0 25-15,0 0 0,0-24 0,25 24 0,-25 0 0,0-25 0,0 25 0,0-25 16,0 25-16,25-25 15,-25 25-15,0 0 0,0-25 0,0 25 0,0-24 0,0 24 0,0-25 0,0 25 16,25 0 0,-25-25-16,0 25 0,0 0 0,0 0 0,0 0 0,0-25 0,0 25 0,0 0 0,0 0 0,0 0 15,0 0-15,0 0 0,0 0 0,0 0 0,0 0 0,0 0 16,0 0-16,0 0 15,0 0-15,0 0 0,0 0 0,0 0 0,0 0 0,0 0 0,0 0 16,0 0-16,0 0 0,0 0 0,0 0 0,0 0 0,0 0 0,0 0 16,0 0-1,0 0-15,0 0 0,-25 0 0,25 0 0,0 25 0,0-25 0,0 0 0,0 0 0,0 0 16,0 25-16,0-25 0,0 0 0,0 25 0,0-25 0,0 24 0,0-24 31,0 0-31,0 25 0,0-25 0,0 25 0,0-25 0,0 25 0,0-25 0,-25 25 16,25-25-16,0 24 0,0-24 0,0 0 0,0 25 0,0-25 0,0 25 15,0-25 1,0 0-16,0 25 0,0-25 0,0 0 0,0 0 0,0 0 0,0 0 0,0 25 0,0-25 15,0 0-15,0 0 0,0 0 0,0 0 0,0 0 0,0 0 0,0 0 16,0 0 0,0 0-16,0 0 0,0 0 0,0 0 0,0-25 0,0 25 0,0 0 0,0 0 31,0 0-31,0 0 0,0-25 0,0 25 0,0 0 0</inkml:trace>
  <inkml:trace contextRef="#ctx0" brushRef="#br0" timeOffset="780152.6222">27310 7789 0,'0'0'0,"0"0"15,0 0 1,0 0-16,0 0 0,0 0 0,0 0 0,0 0 0,0 0 0,0 24 15,0-24-15,0 0 0,0 0 0,0 0 0,0 0 0,0 0 0,0 0 16,0 0-16,0 0 0,0 0 0,0 0 0,0 0 0,0 0 16,0 0-16,0 0 0,0 0 15,0 0-15,0 0 0,0 0 0,0 0 0,0 0 0,0 0 0,0 0 0,0 0 16,0 0-1,0 0-15,0 0 0,0 0 0,0 0 0,0 0 0,0 0 0,0 0 16,0 0-16,0 0 0,0 0 0,0-24 0,0 24 0,0 0 0,0 0 0,0 0 0,0 0 31,0 0-31,0 0 0,0 0 0,0 0 0,0 0 0,0 0 0,0 0 0,0-25 0,0 25 16,0 0-16,0 0 0,0 0 0,0 0 0,0 0 0,0-25 15,0 25-15,0 0 0,25 0 16,-25 0-16,0 0 0,0 0 0,0-25 0,0 25 0,0 0 0,0 0 0,0 0 16,0 0-16,0 0 0,0-25 0,0 25 0,0 0 15,0 0-15,0 0 16,0 0-16,0 0 0,25 0 0,-25 0 0,0 0 0,0 0 0,0 0 15,0 0-15,0 0 0,0 0 0,0 0 32,0 0-32,0 0 0,0 0 0,0 0 0,24 0 0,-24 0 0,0 0 0,0 0 0,0 0 0,0 0 0,0 25 0,0-25 0,0 0 0,0 0 0,0 0 31,0 0-31,0 25 0,0-25 0,0 0 0,0 0 0,0 25 0,0-25 0,0 0 15,0 25-15,0-25 0,0 0 0,0 0 16,0 24-16,0-24 0,0 0 0,-24 0 0,24 25 0,0-25 0,0 0 0,0 0 16,0 0-16,0 25 0,-25-25 0,25 0 0,0 0 0,0 0 0,0 0 15,0 25 1,-25-25-16,25 0 0,0 0 0,0 0 0,0 0 0,0 0 0,0 0 0,0 0 15,0 0-15,0 0 0,0 0 0,0 0 0,0 0 0,0 0 0,0 0 16,0 0 0,0 0-16,0 0 0,0 0 0,0 0 0,0 0 0,0 0 0,0 0 0,25 0 15,-25 0-15,0 0 0,0 0 0,0 0 0,0 0 0,25-25 0,-25 25 0,0 0 16,0 0-16,24 0 0,-24 0 0,0 0 15,0 0-15,0 0 0,25 0 47,-25 0-47,0 0 0,0 0 0,0 0 0,25 25 0,-25-25 0,0 0 0,0 0 0,0 0 0,0 0 0,0 25 0,0-25 0,0 0 0,0 0 0,0 24 0,0-24 0,0 0 0,0 0 0,0 25 16,0-25-16,0 0 0,0 0 0,0 0 0,0 25 0,0-25 15,-25 0-15,25 0 0,0 25 16,0-25-16,0 0 0,-25 0 0,25 0 0,0 25 0,0-25 0,0 0 16,-24 0-16,24 0 0,0 0 0,0 0 0,0 0 15,0 0-15,-25 0 0,25 0 16,0 0-16,0 0 0,0 0 0,0 0 0,0 0 0,0 0 0,0 0 0,0 0 0,0 0 15,0 0 1,0 0-16,0 0 0,0 0 0,-25 0 0,25 0 0,0-25 0,0 25 0,0 0 16,0 0-16,0 0 0,0 0 0,0 0 0,0 0 0,0 0 0,25-25 15,-25 25 1,0 0-16</inkml:trace>
  <inkml:trace contextRef="#ctx0" brushRef="#br0" timeOffset="781398.6934">28501 7565 0,'0'0'0,"0"0"15,0 0 1,0 0-16,0 0 0,0 0 0,0 0 0,0 0 0,0 0 0,0 0 0,0 0 16,0 0-16,0 0 0,0 0 0,0 0 0,0 0 0,0 0 0,0 0 15,0 0-15,0 0 16,0 0-16,0 0 0,0 0 0,0 25 0,24-25 0,-24 0 0,0 0 0,0 0 15,0 0-15,0 0 0,0 0 0,0 0 0,0 0 0,0 0 16,0 0-16,0 0 0,0 0 0,0 0 16,0 0-16,0 0 0,0 25 0,0-25 0,0 0 0,0 0 0,0 0 31,0 0-31,0 0 0,0 0 0,0 0 0,0 0 0,0 25 0,0-25 0,0 0 0,0 0 15,0 0-15,0 0 0,0 0 0,0 0 0,0 0 0,0 25 0,0-25 16,0 0-16,0 0 16,0 0-16,0 0 0,25 0 0,-25 0 0,0 0 0,0 0 0,0 0 15,0 24-15,0-24 0,25 0 0,-25 0 0,0 0 0,0 0 0,0 25 0,0-25 16,25 0-1,-25 0-15,0 0 0,0 25 0,0-25 0,25 0 0,-25 0 0,0 0 0,0 25 16,0-25-16,0 0 0,24 0 0,-24 0 0,0 25 0,0-25 0,0 0 31,0 24-31,25-24 0,-25 0 0,0 0 0,0 25 0,0-25 0,0 0 0,0 0 0,0 25 16,0-25-16,0 0 0,0 0 0,0 0 0,0 25 0,0-25 0,0 0 15,0 0 1,0 0-16,0 25 0,0-25 0,0 0 0,0 0 0,-25 0 0,25 0 0,0 0 16,0 0-16,0 24 0,-24-24 0,24 0 0,0 0 0,0 0 0,-25 0 31,25 0-31,0 0 0,-25 0 0,25 0 0,0 0 0,0 0 0,-25 0 0,25 0 0,0 0 0,0 0 0,-25 0 15,25 0-15,0-24 0,0 24 0,0 0 0,-24 0 16,24 0-16,0-25 16,0 25-16,0 0 0,0 0 0,0-25 0,0 25 0,0 0 0,0-25 0,0 25 31,0-25-31</inkml:trace>
  <inkml:trace contextRef="#ctx0" brushRef="#br0" timeOffset="781601.705">28674 7565 0,'0'0'0,"0"0"0,0 0 0,0 0 0,0 0 15,0 0-15,0 0 0,0 0 0,0 0 0,0 0 16,0 0-16,25 0 0,-25 0 0,0 0 0,0 0 0,25 0 16,-25 0-16,25 0 0,-25 0 0,24 0 0,-24 0 15,25-24-15,0 24 0,-25 0 0,25 0 0,-25 0 0,25 0 16,-1 0-16,-24 0 0,25 0 0,-25 0 0,25 0 15,0 0-15,-25 0 0,25 0 0,-1 0 0,-24 0 0</inkml:trace>
  <inkml:trace contextRef="#ctx0" brushRef="#br0" timeOffset="782722.7692">29790 7615 0,'0'0'0,"0"0"15,0 0-15,25 0 0,-25 0 0,0-25 0,-25 25 0,25 0 0,0 0 16,0 0-16,0 0 0,0 0 16,0-25-16,0 25 0,0 0 0,0 0 0,0 0 0,0 0 0,0 0 15,0 0-15,0 0 0,0 0 0,0 0 0,0 0 0,0 0 16,0 0-16,0-24 15,-24 24-15,24 0 0,0 0 0,0 0 0,0 0 0,0 0 0,0 0 0,0 0 0,0 0 63,0 0-63,-25 24 0,25-24 0,0 0 0,0 0 0,0 0 0,0 0 0,-25 25 0,25-25 0,0 0 0,0 0 0,0 0 0,-25 25 0,25-25 0,0 0 0,0 0 0,0 25 0,0-25 0,-25 0 0,25 25 0,0-25 0,0 0 15,0 24-15,0-24 0,0 0 16,0 25-16,0-25 0,0 0 0,0 25 0,0-25 0,0 0 16,0 0-16,0 25 0,0-25 0,0 0 0,0 25 0,0-25 0,0 0 15,0 0 1,0 0-16,0 0 0,0 0 0,25 24 0,-25-24 0,0 0 0,0 0 0,0 0 0,0 0 0,25 0 15,-25 0-15,0 0 0,0 0 0,0 0 0,25 0 16,-25 0-16,0 0 16,0 0-16,25 0 0,-25 0 0,0 0 0,0 0 0,24 0 0,-24-24 0,0 24 0,0 0 15,25 0-15,-25 0 16,0-25-16,0 25 0,25 0 0,-25 0 0,0-25 0,0 25 0,25 0 15,-25 0-15,0-25 0,0 25 0,25 0 0,-25 0 0,0-25 0,0 25 16,0 0-16,24 0 0,-24-24 0,0 24 0,0 0 0,0 0 16,0 0-16,0-25 15,0 25-15,0 0 0,0 0 0,0 0 0,0 0 0,0 0 0,0 0 0,0 0 0,0 0 16,0 0-1,0 0-15,0 0 0,0 0 0,0 0 0,0 0 0,0 0 16,0 0-16,0 0 0,0 0 0,0 0 0,0 0 0,0 0 0,0 0 16,0 0-1,0 0-15,0 0 0,0 0 0,0 0 0,0 0 0,0 0 0,0 0 0,0 0 16,0 0-16,0 25 0,0-25 0,0 0 0,-24 0 0,24 24 0,0-24 0,0 0 15,0 25-15,0-25 0,0 0 16,0 25-16,0-25 0,0 25 0,0-25 0,0 25 0,0-25 0,0 0 16,0 24-16,0-24 0,0 25 0,0-25 0,0 25 0,0-25 0,-25 25 15,25-25 1,0 0-16,0 25 0,0-25 0,0 0 0,0 24 0,0-24 0,0 0 0,0 0 0,0 25 0,0-25 15,0 0 1,0 0-16,0 25 0,0-25 0,0 0 0,-25 0 0,25 0 0,0 25 0,0-25 0,0 0 16,0 0-16,0 0 0,-25 0 0,25 0 0,0 0 0,0 0 0,-25 25 31,25-25-31,0 0 0,0 0 0,-24 0 0,24 0 0,0 0 0,0 0 0,-25 0 15,25 0-15,0 0 0,0 0 0,-25 0 0,25 0 0,0 0 0,0 0 0,0 0 16,-25 0-16,25 0 16,0-25-16,0 25 0,0 0 0,0 0 0,0 0 0,0-25 0,0 25 15,0 0-15,0 0 0,0 0 0,0 0 0,25 0 0,-25 0 0</inkml:trace>
  <inkml:trace contextRef="#ctx0" brushRef="#br0" timeOffset="785504.9283">30485 7516 0,'0'0'0,"0"0"15,0 0 1,0 0-16,0 0 0,0 0 0,0 0 0,0 0 0,0 0 0,0 0 0,0 0 0,0 0 15,0 25-15,0-25 0,0 0 0,0 0 0,0 0 0,0 0 16,0 0-16,0 0 16,0 0-16,0 0 0,0 0 0,0 24 0,0-24 0,0 0 0,0 0 0,-25 0 15,25 0-15,0 0 0,0 25 0,0-25 0,0 0 0,0 0 0,0 0 31,0 0-31,0 0 0,0 25 0,0-25 0,0 0 0,0 0 0,0 0 0,0 25 0,0-25 16,0 0-16,-25 0 0,25 0 0,0 25 0,0-25 0,0 0 0,0 0 16,0 24-1,0-24-15,0 0 0,0 0 0,0 25 0,0-25 0,0 0 0,0 25 0,0-25 16,0 0-16,0 25 0,0-25 15,0 0-15,0 25 0,0-25 0,0 0 0,-24 24 0,24-24 0,0 0 16,0 25-16,0-25 0,0 0 0,0 25 0,0-25 0,0 0 0,0 0 16,0 25-16,0-25 15,0 0-15,0 25 0,0-25 0,0 0 0,0 0 0,0 24 0,0-24 16,0 0-16,0 25 0,0-25 0,0 0 0,0 0 0,0 25 0,0-25 0,0 0 15,0 0-15,0 25 0,0-25 0,0 0 0,0 0 0,0 25 16,0-25-16,0 0 31,0 25-31,0-25 0,0 0 0,0 0 0,0 24 0,0-24 0,0 0 0,0 0 0,0 25 0,0-25 0,0 0 0,0 0 0,0 25 0,0-25 16,0 0-1,24 25-15,-24-25 0,0 0 0,0 0 0,0 25 0,0-25 0,0 0 0,0 24 16,0-24-16,0 0 0,0 0 0,0 0 0,0 25 0,0-25 0,0 0 16,0 25-16,0-25 15,0 0-15,0 25 0,0-25 0,0 0 0,0 25 0,0-25 16,0 24-16,0-24 0,0 0 0,0 25 0,0-25 0,0 0 0,0 0 0,0 25 15,0-25-15,0 0 16,0 25-16,0-25 0,0 0 0,0 25 0,0-25 0,0 0 16,0 24-16,0-24 0,-24 0 0,24 25 0,0-25 0,0 25 0,0-25 0,0 0 31,0 25-31,0-25 0,0 0 0,0 25 0,0-25 0,0 0 0,0 24 0,0-24 0,0 0 0,0 0 0,0 25 15,0-25-15,0 25 0,0-25 0,0 0 16,0 25-16,0-25 0,0 0 0,0 25 0,0-25 16,0 24-16,0-24 0,0 0 0,0 25 0,0-25 0,0 25 0,-25-25 0,25 0 15,0 25-15,0-25 0,0 25 0,0-25 0,0 0 16,0 24-16,0-24 0,0 0 15,0 25-15,0-25 0,0 0 0,0 25 0,-25-25 0,25 25 0,0-25 0,0 0 16,0 25 0,0-25-16,0 0 0,0 24 0,0-24 0,0 0 0,0 25 0,0-25 15,0 0-15,0 25 0,0-25 0,0 25 0,0-25 0,-25 25 0,25-25 0,0 25 16,0-25-1,0 0-15,0 24 0,0-24 0,0 25 0,0-25 0,0 0 0,0 25 0,0-25 16,0 0-16,0 25 0,0-25 0,0 0 0,0 25 0,0-25 0,0 0 16,0 24-1,-25-24-15,25 0 0,0 25 0,0-25 0,0 0 0,0 25 0,0-25 0,0 25 0,0-25 16,0 0-16,0 25 0,0-25 0,0 0 0,0 24 0,0-24 15,0 0-15,0 25 0,0-25 16,0 0-16,0 25 0,0-25 0,-24 0 0,24 25 0,0-25 0,0 25 0,0-25 16,0 0-1,0 24-15,0-24 0,0 25 0,0-25 0,0 0 0,0 25 0,0-25 0,0 0 16,-25 25-16,25-25 0,0 25 0,0-25 0,0 0 0,0 24 0,0-24 15,0 0-15,0 25 0,0-25 16,0 0-16,0 25 0,0-25 0,0 0 0,0 0 0,0 25 0,0-25 0,0 0 16,0 0-16,0 25 0,0-25 0,0 0 0,0 0 0,0 24 15,0-24 1,0 0-16,0 0 0,0 25 0,-25-25 0,25 0 0,0 25 0,0-25 0,0 0 15,0 25-15,0-25 0,0 0 0,0 25 0,0-25 0,0 0 16,0 0-16,0 24 0,0-24 16,0 0-16,0 0 0,0 25 0,0-25 0,0 0 0,-25 25 0,25-25 15,0 0-15,0 25 0,0-25 0,0 0 0,0 25 0,0-25 0,0 0 31,0 24-31,0-24 0,0 25 0,0-25 0,0 0 0,0 25 0,0-25 0,0 25 0,0-25 0,0 0 16,0 25-16,0-25 0,0 25 0,0-25 0,0 0 0,0 24 16,0-24-16,0 25 15,0-25-15,0 0 0,0 25 0,0-25 0,0 25 0,0-25 0,0 25 0,0-25 0,0 0 16,0 24-16,0-24 15,0 0-15,0 25 0,0-25 0,0 0 0,0 25 0,0-25 0,0 0 16,0 25-16,0-25 0,0 0 0,0 25 0,0-25 0,0 0 0,0 24 16,0-24-1,0 0-15,0 25 0,0-25 0,0 0 0,0 25 0,0-25 0,0 25 0,0-25 16,0 0-16,0 25 0,0-25 0,0 0 0,0 24 0,0-24 0,0 0 15,0 25-15,0-25 0,0 0 16,0 25-16,0-25 0,0 0 0,0 25 0,0-25 0,0 0 0,0 25 0,0-25 31,0 0-31,0 24 0,0-24 0,0 0 0,-25 25 0,25-25 0,0 0 0,0 25 0,0-25 16,0 0-16,0 0 0,0 25 0,0-25 0,25 0 0,-25 0 0,0 25 15,0-25-15,0 0 0,0 24 16,0-24-16,0 0 0,0 0 0,0 25 0,0-25 0,0 0 16,0 25-16,0-25 0,0 0 0,0 0 0,0 25 0,0-25 0,0 0 0,0 25 15,0-25 1,0 0-16,0 24 0,0-24 0,0 0 0,0 25 0,0-25 0,0 0 0,0 25 15,0-25-15,0 0 0,0 0 0,0 25 0,0-25 0,0 0 0,-25 25 16,25-25 0,0 0-16,0 24 0,0-24 0,0 0 0,0 25 0,0-25 0,0 25 0,0-25 0,0 0 15,0 25-15,0-25 0,0 25 0,0-25 0,0 24 0,0-24 0,0 0 47,0 25-47,0-25 0,-25 25 0,25-25 0,0 25 0,0-25 0,0 0 0,0 25 0,0-25 0,0 25 0,0-25 0,0 24 0,0-24 0,0 25 0,0-25 0,0 25 31,-24-25-31,24 25 0,0-25 0,0 0 0,0 25 0,0-25 0,0 24 0,0-24 16,0 25-1,0-25-15,0 0 0,0 25 0,0-25 0,0 25 0,0-25 0,0 0 0,0 25 0,0-25 0,0 24 0,0-24 0,0 0 16,0 25-16,0-25 16,0 25-16,0-25 0,0 0 0,0 25 0,0-25 0,0 25 0,0-25 15,0 0-15,0 24 0,0-24 0,0 25 0,-25-25 0,25 0 0,0 25 0,0-25 16,0 0-1,0 25-15,0-25 0,0 0 0,0 25 0,0-25 0,0 0 0,0 24 16,0-24-16,0 0 0,0 25 0,0-25 0,0 0 0,0 0 0,0 25 0,0-25 16,0 0-1,0 25-15,-25-25 0,25 0 0,0 0 0,0 25 0,0-25 0,0 0 0,0 0 16,0 24-16,0-24 0,0 0 0,0 0 0,0 25 0,0-25 0,0 0 31,0 0-31,0 25 0,0-25 0,0 0 0,-25 25 0,25-25 0,0 0 0,0 0 16,0 25-16,0-25 0,0 0 0,0 24 0,0-24 0,0 0 0,0 25 0,0-25 15,0 0-15,0 25 16,0-25-16,0 0 0,0 25 0,0-25 0,0 0 0,0 25 0,0-25 15,0 0-15,-25 24 0,25-24 0,0 0 0,0 25 0,0-25 0,0 0 16,0 25 0,0-25-16,0 0 0,0 25 0,0-25 0,0 0 0,0 25 0,0-25 0,0 25 0,0-25 15,0 0-15,0 24 0,0-24 0,0 25 0,0-25 0,0 0 0,0 25 16,0-25 15,0 25-31,0-25 0,0 0 0,0 25 0,-24-25 0,24 24 0,0-24 0,0 0 0,0 25 0,0-25 0,0 0 0,0 25 0,0-25 0,0 0 16,0 0-16,0 25 0,0-25 0,0 0 0,0 0 15,0 0-15,0 0 0,0 0 16,0 0-16,0 0 0,0 0 0,0 0 0,0 0 0,0 0 0,0 0 0,0 0 15,0 0-15,0 0 0,0-25 0,0 25 0,0 0 0,0 0 16,0-25-16,0 25 16,0-25-16</inkml:trace>
  <inkml:trace contextRef="#ctx0" brushRef="#br0" timeOffset="787604.0484">30807 7541 0,'0'0'0,"0"0"0,0 0 16,0 0-16,25 0 0,-25 0 0,0 0 0,0 0 0,0 0 15,0 0-15,0 0 0,0 0 0,0 0 0,0 0 0,0 0 0,0 0 16,0 0 0,0 0-16,0 0 0,0 0 0,0 0 0,0 0 0,0 0 0,0 0 0,0 0 15,0 0-15,0 0 0,0 0 0,0 0 0,0 0 0,0 0 0,0 0 16,0 0-16,0 0 15,0 0-15,0 0 0,0 0 0,0 0 0,0 0 0,0 0 16,0 0-16,0 0 0,0 0 0,0 0 0,0 24 0,0-24 0,0 0 0,0 0 16,0 0-1,0 0-15,0 0 0,0 0 0,0 0 0,-25 25 0,25-25 0,0 0 0,0 0 0,0 0 0,0 25 0,0-25 16,0 0-1,0 0-15,0 25 0,0-25 0,0 0 0,-24 25 0,24-25 0,0 0 16,0 0-16,0 24 0,0-24 0,0 0 0,0 0 0,0 25 0,0-25 0,0 0 16,-25 0-16,25 25 0,0-25 0,0 0 0,0 0 0,0 0 15,0 0-15,0 0 0,0 0 16,0 0-16,0 25 0,0-25 0,0 0 0,0 0 0,0 0 0,0 0 15,0 0-15,0 0 0,0 0 0,0 0 0,0-25 0,0 25 16,0 0-16,0 0 16,25 0-16,-25 0 0,0 0 0,0 0 0,0 0 0,0 0 0,0 0 0,0 0 0,0 0 15,0 0-15,24 0 16,-24 0-16,0 0 0,0 0 0,0 0 0,0 0 15,0 0-15,0 0 0,0 0 0,0 0 0,25 0 0,-25 0 0,0 0 0,0 0 0,0 0 16,0 0-16,0 0 16,0 0-16,25 0 0,-25 0 0,0 0 0,0 0 0,0 0 0,0 0 0,25 0 15,-25 0-15,0 0 0,0 0 0,0 0 0,25 0 0,-25 0 0,0 0 16,0 0-1,0 0-15,0 0 0,0 25 0,24-25 0,-24 0 0,0 0 0,0 0 0,0 0 16,0 0-16,0 0 0,0 0 0,0 25 0,0-25 0,0 0 0,0 0 16,0 0-16,0 24 15,0-24-15,0 0 0,0 0 0,0 25 0,0-25 0,0 0 0,0 0 16,0 25-1,0-25-15,0 0 0,0 0 0,0 25 0,0-25 0,-24 0 0,24 0 0,0 25 0,0-25 16,0 0-16,0 0 0,-25 24 0,25-24 0,0 0 0,0 0 16,0 0-16,-25 25 0,25-25 0,0 0 0,0 0 0,0 0 0,0 0 0,-25 25 15,25-25-15,0 0 0,0 0 0,0 0 0,-25 0 0,25 0 16,0 0-16,0 0 15,0 0-15,0 0 0,-24 0 0,24 0 0,0 0 0,0 0 0,0 0 0,0 0 16,0-25-16,0 25 0,-25 0 0,25 0 0,0 0 0,0 0 16,0 0-16,0 0 15,0 0-15,0 0 0,0 0 0,-25-25 0,25 25 0,0 0 0,0 0 31,0 0-31,0 0 0,0 0 0,0 0 0,0-24 0,0 24 0,0 0 0,0 0 0,0 0 0,0 0 0,0-25 0</inkml:trace>
  <inkml:trace contextRef="#ctx0" brushRef="#br0" timeOffset="787841.062">30807 7565 0,'0'0'15,"0"0"-15,0 0 0,25 0 0,-25 0 0,0 0 0,0 0 16,0 0-16,0 0 0,25 0 0,-25 0 0,0 0 16,25 0-16,-25 0 0,0 0 0,25 25 15,-25-25-15,0 0 0,24 0 0,-24 0 0,25 0 0,-25 0 0,0 0 16,25 0-16,-25 0 0,0 0 0,25 0 15,-25 0-15,0 0 0,25 0 0,-25 0 0,0 0 0,0 0 0</inkml:trace>
  <inkml:trace contextRef="#ctx0" brushRef="#br0" timeOffset="788687.1104">31229 7665 0,'0'0'0,"0"0"0,0 0 16,0 0-16,0-25 0,0 25 0,0 0 0,0 0 0,0 0 0,0 0 15,0 0-15,0 0 0,0 0 0,0 0 16,0 0-16,0 0 0,0 0 0,0 0 16,0 0-16,0 0 0,0 0 0,0 0 0,0 0 0,0 0 0,0 0 0,0 0 15,0 0-15,0 0 0,0 0 0,0 0 0,0 0 0,-25 0 16,25 0-16,0 25 0,0-25 15,0 0-15,0 0 0,0 0 0,0 0 0,0 0 0,-25 0 0,25 0 0,0 0 0,0 24 32,0-24-32,0 0 0,0 0 0,-24 0 0,24 25 0,0-25 0,0 0 0,0 0 0,0 0 0,0 0 15,0 25-15,0-25 0,0 0 0,0 0 0,0 0 0,0 25 0,0-25 31,0 0-31,0 0 0,0 0 0,0 25 0,0-25 0,0 0 0,24 0 0,-24 0 16,0 24 0,0-24-16,0 0 0,0 0 15,0 25-15,0-25 0,0 0 0,25 0 0,-25 25 0,0-25 0,0 0 0,0 0 0,25 25 0,-25-25 0,0 0 0,25 25 0,-25-25 16,0 0-16,0 0 0,25 0 0,-25 24 0,0-24 0,25 0 0,-25 0 15,0 0-15,0 0 0,0 0 16,0 25-16,24-25 0,-24 0 0,0 0 0,0 0 0,0 25 0,0-25 0,0 0 16,0 0-16,0 0 0,0 0 0,0 0 0,0 0 0,0 0 15,0 0-15,0 0 16,0 0-16,0 0 0,0 25 0,0-25 0,0 0 0,-24 0 0,24 0 0,0 0 0,0 0 15,0 0-15,-25 0 16,25 0-16,0 0 0,-25 0 0,25 25 0,0-25 0,0 0 0,-25 0 16,25 0-16,0 0 0,0 0 0,0 0 0,-25 0 0,25 0 0,0 0 15,0 0-15,0-25 0,0 25 0,0 0 16,0 0-16,0 0 0,0-25 0,0 25 0,0 0 15,0 0-15,0-25 0,0 25 0,0 0 0,0-25 0,25 25 0,-25 0 0,0-24 16,0 24-16,0 0 0,25-25 16,-25 25-16,0 0 0,0 0 0,25-25 0,-25 25 0,0 0 0,25 0 15,-25-25-15,0 25 0,24 0 0,-24-25 0,0 25 0,0 0 0,25 0 16,-25-24-16,0 24 0,0 0 15,25 0-15,-25-25 0,0 25 0,0 0 0,0 0 0,0-25 0,25 25 16,-25 0-16,0 0 0,0 0 0,0-25 0,0 25 0,0 0 0,0 0 16,0 0-1,0 0-15,0 0 0,0 0 0,0 0 0,0-25 0,0 25 0,0 0 0,0 25 0,0-25 16,0 0-16,-25 0 0,25 0 0,0 0 0,0 0 0,0 0 0,0 0 15,0 0 1,0 0-16,0 0 0,0 0 0,0 0 0,0 0 0</inkml:trace>
  <inkml:trace contextRef="#ctx0" brushRef="#br0" timeOffset="790674.2239">31651 7466 0,'0'0'0,"0"0"0,0 0 15,0 0-15,0 0 0,0 0 0,0 0 0,0 0 0,0 0 0,0 0 16,0 0 0,0 0-16,25 25 0,-25-25 0,0 0 0,0 0 0,0 0 0,0 0 0,0 0 31,0 0-31,0 25 0,0-25 0,0 0 0,0 0 0,0 0 0,0 0 0,0 25 0,-25-25 0,25 0 0,0 0 0,0 24 0,0-24 0,0 0 15,0 0 1,0 25-16,0-25 0,0 0 0,0 0 0,0 25 0,0-25 0,0 0 0,0 25 0,0-25 16,0 0-16,0 0 0,0 25 15,-25-25-15,25 0 0,0 24 0,0-24 0,0 0 0,0 25 16,0-25-16,0 0 0,0 25 0,0-25 0,0 25 0,0-25 0,0 0 15,0 25-15,0-25 0,0 0 0,0 24 0,0-24 0,0 0 0,0 25 16,0-25-16,0 25 0,0-25 0,0 0 16,0 25-16,0-25 0,0 0 0,0 25 0,0-25 0,0 24 0,0-24 15,-25 0-15,25 25 0,0-25 0,0 25 0,0-25 16,0 25-16,0-25 0,0 0 0,0 25 15,0-25-15,0 25 0,0-25 0,0 0 0,0 24 0,-25-24 0,25 0 16,0 25-16,0-25 0,0 0 0,0 25 0,0-25 16,25 25-16,-25-25 0,0 0 0,0 25 0,0-25 15,0 24-15,0-24 0,0 0 0,0 0 0,0 25 0,0-25 0,0 0 16,0 25-16,0-25 0,0 0 0,0 0 0,0 25 0,0-25 15,0 0-15,0 25 0,0-25 0,0 0 16,0 0-16,0 24 0,0-24 0,0 0 0,0 25 0,0-25 0,0 0 0,0 25 16,0-25-1,0 0-15,0 25 0,0-25 0,0 0 0,0 25 0,0-25 0,0 0 16,0 24-16,0-24 0,0 0 0,0 25 0,0-25 0,0 25 0,0-25 0,0 25 0,0-25 31,0 0-31,0 25 0,0-25 0,25 24 0,-25-24 0,0 0 0,0 0 0,0 25 0,0-25 0,0 0 0,0 25 31,0-25-31,0 25 0,0-25 0,0 0 0,0 25 0,-25-25 0,25 0 0,0 24 0,0-24 16,0 0-16,0 25 0,0-25 0,0 25 0,0-25 0,0 0 0,0 25 15,0-25-15,0 25 0,0-25 16,0 0-16,0 24 0,-25-24 0,25 25 0,0-25 0,0 0 0,0 25 0,0-25 16,0 0-16,0 25 0,0-25 0,0 0 0,0 25 0,0-25 0,0 24 31,0-24-31,0 0 0,0 25 0,0-25 0,0 25 0,0-25 0,0 0 0,0 25 0,0-25 0,0 0 0,0 25 15,0-25-15,0 0 0,0 25 0,0-25 16,0 0-16,0 24 0,0-24 0,0 0 16,0 25-16,0-25 0,-24 0 0,24 25 0,0-25 0,0 25 0,0-25 0,0 25 0,0-25 15,0 0-15,0 24 0,0-24 0,0 0 0,0 25 16,-25-25-16,25 0 0,0 25 15,0-25-15,0 0 0,0 25 0,0-25 0,0 0 0,0 25 0,0-25 0,0 24 16,0-24-16,0 0 0,0 25 0,0-25 0,0 0 16,0 25-16,0-25 0,0 0 0,0 0 15,0 25-15,0-25 0,0 0 0,-25 0 0,25 25 0,0-25 0,0 0 0,0 24 0,0-24 0,0 0 31,0 25-31,0-25 0,0 25 0,0-25 0,0 0 0,0 25 0,0-25 0,0 0 16,0 25-16,0-25 0,0 0 0,0 24 16,0-24-16,0 25 0,0-25 0,0 0 0,0 25 0,0-25 0,0 25 15,0-25-15,0 25 0,0-25 0,0 24 0,0-24 0,0 0 0,0 25 16,0-25-16,0 25 0,0-25 0,0 25 0,0-25 0,0 0 0,0 25 15,0-25-15,0 24 16,0-24-16,0 25 0,0-25 0,0 25 0,0-25 0,0 0 0,0 25 0,0-25 0,0 25 16,0-25-16,0 24 0,0-24 0,0 0 0,0 25 0,0-25 15,0 25-15,0-25 47,0 25-47,0-25 0,0 25 0,0-25 0,0 0 0,0 25 0,0-25 0,0 24 0,-25-24 0,25 25 0,0-25 0,0 25 0,0-25 0,0 0 0,0 25 0,0-25 0,0 25 16,0-25-16,0 24 0,-25-24 0,25 0 0,0 25 0,0-25 15,0 25-15,0-25 0,0 25 0,0-25 0,0 25 0,0-25 0,0 24 16,-24-24-16,24 25 0,0-25 0,0 25 0,0-25 0,0 25 15,0-25-15,0 25 0,0-25 0,0 24 16,0-24-16,0 25 0,0-25 0,-25 25 0,25-25 0,0 25 0,0-25 0,0 25 16,0-25-16,0 24 15,0-24-15,0 25 0,0-25 0,0 0 0,0 25 0,0-25 0,0 0 16,0 25-16,0-25 0,0 25 0,0-25 0,0 0 0,0 24 0,0-24 0,0 25 15,0-25 1,0 0-16,0 25 0,0-25 0,-25 25 0,25-25 0,0 0 0,0 25 0,0-25 0,0 24 0,0-24 16,0 0-16,0 25 0,0-25 0,0 25 0,0-25 0,0 25 15,0-25-15,0 0 16,0 25-16,0-25 0,0 24 0,0-24 0,0 0 0,0 25 0,0-25 0,0 0 15,0 25-15,0-25 0,0 25 0,0-25 16,0 0-16,0 25 0,0-25 0,0 24 0,-25-24 0,25 25 16,0-25-16,0 25 0,0-25 0,0 0 0,0 25 0,0-25 0,0 25 15,0-25-15,0 0 0,0 25 0,0-25 0,0 24 0,0-24 0,0 25 16,0-25-1,0 0-15,0 25 0,0-25 0,0 25 0,0-25 0,0 25 0,0-25 0,0 0 0,-25 24 0,25-24 16,0 25 0,0-25-16,0 0 0,0 25 0,0-25 0,0 25 0,0-25 0,0 25 0,0-25 15,0 0-15,0 24 0,0-24 0,0 25 0,0-25 0,0 0 0,0 25 16,0-25-16,0 25 0,0-25 0,0 0 0,0 25 0,0-25 15,0 0-15,0 24 0,0-24 16,0 0-16,0 25 0,0-25 0,0 0 0,0 25 0,0-25 0,0 0 0,0 25 16,0-25-16,0 25 0,0-25 0,0 0 0,0 0 0,0 24 15,0-24-15,0 0 16,0 25-16,0-25 0,0 0 0,0 25 0,0-25 0,0 0 0,0 25 0,-24-25 0,24 0 15,0 25 1,0-25-16,0 0 0,0 24 0,0-24 0,0 0 0,0 0 0,0 25 0,0-25 0,0 0 0,0 25 16,0-25-1,0 0-15,0 0 0,0 25 0,0-25 0,0 0 0,0 25 0,0-25 16,0 0-16,0 24 15,0-24-15,0 0 0,0 25 0,0-25 0,0 0 0,0 25 0,0-25 0,0 0 0,0 25 0,0-25 16,0 0-16,0 0 0,0 25 0,0-25 0,0 0 0,0 0 0,0 24 0,0-24 31,0 0-31,0 0 0,0 0 0,0 25 0,0-25 0,0 0 0,0 0 0,0 0 0,0 0 16,0 0-16,0 25 0,0-25 0,0 0 0,0 0 0,0 0 0,0 0 15,0 0-15,0 0 16,0 0-16,0 25 0,0-25 0,0 0 0,0 0 0,0 0 0,0 0 16,0 0-16,0 0 0,0 0 0,0 0 0,0 0 0,0 0 0,0 0 0,0 0 15,0 0 1,0 0-16,0 0 0,0 0 0,0 0 0,0 0 0,0 0 0,24 0 0,-24 0 0,0 0 15,0 0-15,0 0 0,0 0 0,0 0 0,0-25 0,0 25 0,0 0 32,0 0-32,0 0 0,0-25 0,0 25 0,0 0 0,0 0 0,0-25 0,0 25 0,0 0 15,0 0-15,0 0 0</inkml:trace>
  <inkml:trace contextRef="#ctx0" brushRef="#br0" timeOffset="794708.4548">32048 7590 0,'0'0'0,"0"0"0,0 0 15,0 0-15,0 0 0,0 0 0,0 0 0,0 0 0,0 0 0,0 0 16,0 0-16,0 0 15,0 0-15,0 0 0,0-25 0,0 25 0,0 0 0,0 0 0,0 0 0,0 0 16,0 0-16,0 0 0,0 0 0,0 0 0,0 0 16,0 0-16,0 0 0,0 0 0,0 0 0,0 0 15,0 0-15,0 0 0,0 0 0,0 0 0,0 0 0,0 0 0,0 0 0,0 0 0,0 0 16,0 0-16,0 25 0,0-25 0,0 0 0,0 0 15,-25 0-15,25 0 16,0 0-16,0 25 0,0-25 0,0 0 0,0 25 0,0-25 0,0 0 0,0 25 16,0-25-16,-25 24 0,25-24 0,0 0 0,0 25 0,0-25 0,0 25 15,0 0 1,0-25-16,0 25 0,-25-25 0,25 24 0,0-24 0,0 25 0,0-25 0,0 0 0,0 25 0,0-25 15,0 0-15,0 25 16,0-25-16,0 0 0,0 0 0,0 25 0,0-25 0,0 0 0,0 0 16,0 0-16,0 0 0,0 0 0,0 0 15,0 0-15,0 0 16,0 24-16,0-24 0,0 0 0,0 0 0,0 0 0,-25 0 0,25 0 0,0 0 0,0 0 0,0 0 0,0 0 15,0 0-15,0 0 0,0-24 0,0 24 0,0 0 0,0 0 0,0 0 0,0 0 32,0-25-32</inkml:trace>
  <inkml:trace contextRef="#ctx0" brushRef="#br0" timeOffset="794914.4665">31973 7764 0,'0'0'0,"0"0"15,0 0-15,0 0 0,0 0 0,0 0 0,0-25 0,0 25 16,0 0-16,0 0 0,0 0 0,0 0 0,0 0 0,25 25 16,-25-25-16,0 0 0,0 0 0,25 0 0,-25 0 15,0 0-15,25 0 0,-25 0 0,24 0 0,-24 0 0,25 0 16,-25 0-16,25 0 0,-25 0 0,0 0 0,25 0 15,-25 0-15,25 0 0,-25-25 0,24 25 0,-24 0 0,0 0 16,25 0-16,-25 0 0,0 0 0,25 0 0,-25 0 0,0 0 16,0 0-16,0 0 0,25 0 0,-25 0 0,0 0 15,0 0-15,0-25 0,0 25 0,0 0 0,0 0 0,0 0 16</inkml:trace>
  <inkml:trace contextRef="#ctx0" brushRef="#br0" timeOffset="795131.4789">32296 7640 0,'0'-25'0,"0"25"16,0 0-16,0 0 0,0 0 0,0 0 0,0 0 0,0 0 46,0 0-46,0 0 0,0 0 0,0 0 16,0 0-16,0 0 0,0 0 0,0 0 0,0 0 0,0 0 0,0 0 0,0 0 0,0 0 0,0 0 0,0 0 0,-25 0 0,25 0 0,0 25 0,0-25 0,0 0 0,0 0 0,0 25 0,0-25 16,0 0-16,0 24 0,0-24 0,0 0 0,0 0 0,0 25 15,0-25-15,0 0 0,0 25 0,0-25 0,-25 0 16,25 25-16,0-25 0,0 0 0,0 25 0,0-25 0,0 0 15,0 24-15,0-24 0,0 0 0,0 25 0,0-25 0,0 0 16,0 0-16,0 25 0,0-25 0,0 0 16,0 0-16,0 0 0,0 25 0,0-25 0,0 0 0,0 0 0,25 0 15,-25 0-15,0 0 16,0 0-16,0 0 0</inkml:trace>
  <inkml:trace contextRef="#ctx0" brushRef="#br0" timeOffset="795485.4992">32345 7962 0,'0'0'0,"0"0"0,0 0 0,0 0 0,0 0 0,0 0 0,0 0 0,0 0 0,0 0 16,0 0-16,25-25 0,-25 25 0,0 0 0,0 0 15,0 0-15,25 0 0,-25-24 0,0 24 0,25 0 0,-25 0 16,0-25-16,0 25 0,25 0 0,-25 0 0,0-25 0,24 25 15,-24 0-15,0-25 0,0 25 0,25 0 0,-25 0 16,0-25-16,0 25 0,0 0 0,0 0 0,0 0 0,25-24 16,-25 24-16,0 0 0,0 0 0,0 0 15,0 0-15,0 0 0,0-25 0,0 25 0,0 0 0,0 0 0,0 0 16,0 0-16,0 0 15,0 0-15,0 25 0,0-25 0,0 0 0,0 0 0,0 0 0,0 24 0,0-24 0,0 0 16,0 25-16,0-25 0,-25 25 16,25-25-16,0 25 0,0-25 0,0 25 0,0-25 0,0 24 0,0-24 0,0 25 0,-25-25 31,25 25-31,0-25 0,0 25 0,0-25 0,0 25 0,-24-25 0,24 25 0,0-25 0,0 24 0,0 1 15,-25-25-15,25 25 0,0-25 0,-25 25 0,25-25 0,0 0 0,0 25 16,-25-25-16,25 24 0,0-24 16</inkml:trace>
  <inkml:trace contextRef="#ctx0" brushRef="#br0" timeOffset="798159.6522">26367 8806 0,'0'0'0,"0"0"0,-24 0 16,24 0-1,0 0-15,0 0 0,0 0 0,0 0 0,0 0 0,0 0 0,0 0 0,0 0 0,0-25 16,0 25-16,0 0 0,0 0 0,0 0 0,0 0 0,0 0 31,0 0-31,0 0 0,0 0 0,0 0 0,0 0 0,0 0 0,0 0 0,0 0 0,0 0 0,0 0 0,0 0 16,0 0-16,0 0 0,0 0 15,0 0-15,0 0 0,0 0 0,0 0 0,0 0 0,0 0 16,0 0-16,0 0 0,-25 0 0,25 0 0,0 0 0,0 0 0,0 0 15,0 0-15,0 0 0,0 0 0,0 0 0,-25 0 16,25 0-16,0 0 16,0 0-1,0 0-15,0 0 0,0 25 0,-25-25 0,25 0 0,0 0 0,0 0 0,0 0 0,-25 0 0,25 0 0,0 0 0,0 0 16,0 0-16,0 0 0,-24 0 0,24 0 0,0 24 0,0-24 0,0 0 15,0 0-15,0 0 0,-25 0 16,25 0-16,0 0 0,0 0 0,0 25 0,0-25 0,0 0 16,0 0-16,-25 0 0,25 25 0,0-25 0,0 0 0,0 0 0,0 25 0,0-25 31,0 0-31,0 0 0,0 25 0,0-25 0,0 0 0,0 24 0,0-24 15,0 0-15,0 0 0,0 25 0,0-25 0,0 0 0,0 0 0,0 0 0,0 25 0,0-25 16,25 0 0,-25 0-16,0 25 0,0-25 0,0 0 0,0 0 0,0 0 0,25 25 15,-25-25-15,0 0 0,0 0 0,0 0 0,0 0 0,24 0 0,-24 25 16,0-25-1,0 0-15,0 0 0,25 0 0,-25 0 0,0 0 0,0 0 0,25 0 0,-25 0 0,0 0 0,0 0 16,0 0-16,25 0 0,-25 0 16,0 0-16,0 0 0,25 0 0,-25 0 0,0 0 0,0 0 15,24 0-15,-24 0 0,0 0 0,0 0 0,25 0 0,-25-25 0,0 25 0,25 0 16,-25 0-16,0 0 15,0 0-15,25-25 0,-25 25 0,0 0 0,0 0 0,0 0 16,25 0-16,-25-25 0,0 25 0,0 0 0,0 0 0,0-25 0,0 25 0,0 0 16,0 0-1,0-25-15,0 25 0,0 0 0,0 0 0,0 0 0,0-24 0,0 24 0,0 0 16,0-25-16,0 25 0,0 0 0,0 0 0,0-25 0,0 25 0,0 0 15,0 0-15,0 0 0,0-25 16,0 25-16,-25 0 0,25 0 0,0 0 16,0 0-16,0 0 0,0 0 0,-25-25 0,25 25 0,0 0 0,0 0 0,-25 0 0,25 0 0,0 0 15,0 0 1,0 0-16,-25-24 0,25 24 0,0 0 0,0 0 0,0 0 0,0 0 15,0 0-15,0 0 0,0 0 0,0 0 0,0 0 0,0 0 0,0 0 16,0 0 0,0 0-16,0 0 0,0 0 0</inkml:trace>
  <inkml:trace contextRef="#ctx0" brushRef="#br0" timeOffset="799441.7254">27211 9004 0,'0'0'0,"0"0"0,0 0 16,0 0-16,0 0 0,0 0 0,0 0 0,0 0 0,0 0 0,0 0 15,25 0-15,-25 0 0,0 0 0,0-25 0,0 25 16,0 0-16,0 0 0,0 0 0,0 0 15,24-25-15,-24 25 0,0 0 0,0 0 0,0-24 0,25 24 0,-25 0 0,0-25 16,0 25 0,25 0-16,-25-25 0,0 25 0,25-25 0,-25 25 0,0 0 0,0-25 0,25 25 0,-25-24 15,0 24-15,0 0 0,24-25 0,-24 25 0,0-25 0,0 25 0,0 0 31,25-25-31,-25 25 0,0 0 0,0 0 0,0-25 0,0 25 0,0 0 0,0 0 0,0 0 0,0 0 16,0 0-16,0 0 16,0 0-16,0 0 0,0 0 0,0 0 0,0 0 0,0 0 0,0 0 0,0 0 15,0 0-15,0 0 0,0 0 0,0 0 0,0 0 0,0 0 0,0 0 16,0 0-1,0 0-15,0 0 0,0 0 0,0 25 0,0-25 0,0 0 0,0 25 0,-25-25 16,25 0-16,0 25 0,0-25 0,0 0 0,0 25 0,0-25 0,0 24 31,0-24-31,0 25 0,0-25 0,0 25 0,0-25 0,0 25 0,0-25 0,0 0 16,0 25-16,0-25 0,0 24 0,0-24 0,0 0 0,-24 0 0,24 25 0,0-25 15,0 0 1,0 0-16,0 0 0,0 25 0,0-25 0,0 0 0,0 0 0,0 0 0,0 0 16,0 0-16,0 0 0,0 0 0,0 0 0,0 0 0,0 0 0,0 0 15,24 0-15,-24 0 0,0 0 16,0 0-16,0 0 0,0-25 0</inkml:trace>
  <inkml:trace contextRef="#ctx0" brushRef="#br0" timeOffset="799911.7524">28228 8756 0,'0'0'0,"-25"0"15,25 0-15,0 0 0,0 0 0,0 0 0,0 0 0,0 0 0,0 0 0,0 0 0,0 0 16,0 0-16,0 0 0,0 0 0,0 0 0,0 0 0,0 0 15,0 0-15,0 0 16,25 0-16,-25 0 0,0 0 0,0 0 0,25 0 0,-25 0 0,24 0 0,-24 0 16,0 0-16,25 0 0,-25 0 0,0 0 0,25 0 0,-25 0 15,0 0-15,25 0 16,-25 0-16,0 0 0,25 0 0,-25 0 0,0 0 0,0 0 0,24 0 0,-24 0 15</inkml:trace>
  <inkml:trace contextRef="#ctx0" brushRef="#br0" timeOffset="800366.7782">28525 8880 0,'0'0'0,"0"0"0,0 0 15,0 0-15,0 0 0,0 0 0,0 0 0,0 0 0,0 0 16,0 0-16,0 0 0,0 0 0,0-25 47,0 25-47,0 0 0,25 0 15,-25-25-15,0 25 0,0 0 0,0 0 0,25 0 0,-25-24 16,0 24-16,0 0 0,25-25 0,-25 25 0,0 0 0,0-25 0,0 25 0,25 0 0,-25-25 0,0 25 0,0 0 0,0-25 0,0 25 0,0-24 0,24 24 0,-24-25 0,0 25 0,0 0 0,0-25 15,0 25-15,0-25 16,0 25-16,0 0 0,0-25 0,0 25 0,0 0 0,0-24 0,0 24 16,0 0-16,0 0 0,0 0 0,0-25 0,0 25 0,0 0 0,0 0 15,0 0-15,0 0 0,0 0 0,0 0 0,0 0 16,0 0-16,0 0 0,0 0 15,0 0-15,0 0 0,0 0 16,0 25-16,0-25 0,0 0 0,0 0 0,0 24 0,0-24 0,0 0 0,0 25 16,0-25-16,0 0 0,0 25 0,25-25 0,-25 25 0,0-25 0,0 25 0,0-25 15,0 24-15,0 1 16,0-25-16,0 25 0,0-25 0,0 25 0,0-25 0,0 25 0,0-25 15,0 24-15,0-24 0,0 0 0,0 25 0,0-25 0,0 25 0,0-25 16,0 0-16,0 25 0,0-25 0,0 0 0,0 25 0,0-25 16,0 0-16,0 0 15,0 24-15,0-24 0,0 0 0,0 0 0,0 0 0,0 0 0,0 0 0,0 0 0,0 0 16,0 0-16,0-24 0</inkml:trace>
  <inkml:trace contextRef="#ctx0" brushRef="#br0" timeOffset="801292.8314">29344 8682 0,'0'0'0,"0"0"0,0 0 15,0 0-15,0 0 0,0 0 0,0 0 0,0 0 0,0 0 0,0 0 32,0 0-32,0 0 0,0 0 0,0 0 0,0 0 0,0 0 0,0 0 0,0 0 0,0 0 15,0 0-15,0 0 0,25 24 0,-25-24 0,0 0 0,0 0 0,25 0 16,-25 0-16,0 0 0,24 0 0,-24 0 0,25 0 0,-25 0 15,0 0-15,25 0 16,-25 0-16,25 0 0,-25 0 0,0 0 0,25 0 0,-25 0 0,24 0 0,-24 0 16,0 0-16,25 0 0,-25 0 0,25 0 15,-25 0-15,0 0 0,25-24 16,-25 24-16,0 0 0,25 0 0,-25 0 0</inkml:trace>
  <inkml:trace contextRef="#ctx0" brushRef="#br0" timeOffset="802055.875">29766 8533 0,'0'-25'0,"0"25"15,0 0-15,0 0 0,0 0 0,0 0 0,0 0 0,0 0 0,0 0 16,0 0-16,0-25 0,0 25 0,0 0 0,0 0 0,0 0 0,0 0 0,0 0 15,0 0-15,0 0 0,0 0 0,0 0 0,0 0 0,0 25 16,0-25-16,0 0 0,0 0 16,0 0-16,0 25 0,0-25 0,0 0 0,0 0 0,0 25 0,0-25 15,0 0-15,0 24 0,0-24 0,0 0 0,0 0 0,0 25 16,0-25-1,0 0-15,0 25 0,0-25 0,0 0 0,0 0 0,0 25 0,0-25 0,0 0 0,0 25 16,0-25-16,0 0 0,0 0 0,0 0 0,0 24 16,0-24-16,0 0 0,0 0 0,0 0 15,0 0-15,0 0 0,0 0 0,0 0 0,0 0 0,0 0 0,0 0 0,0 0 16,0 0-16,0 0 0,0 0 0,0 0 0,0 0 0,0 0 15,0 0-15,0 0 16,0 0-16,0 0 0,0 0 0,0 0 0,24 0 0,-24 0 0,0 0 0,0 0 16,0 0-16,0 0 0,0 0 0,0 0 0,0 0 0,25 0 15,-25 0-15,0 0 16,0 0-16,0-24 0,0 24 0,0 0 0,25 0 0,-25 0 0,0 0 0,0 0 15,25 0-15,-25 0 0,0 0 0,0 0 0,0 24 0,25-24 16,-25 0-16,0 0 16,0 0-16,0 0 0,24 0 0,-24 0 0,0 0 0,0 0 0,0 25 0,0-25 15,0 0-15,25 0 0,-25 0 0,0 25 0,0-25 0,0 0 16,0 0-1,0 25-15,0-25 0,0 0 0,0 0 0,0 0 0,0 25 0,0-25 0,0 0 0,0 0 0,0 24 0,0-24 16,0 0-16,0 0 0,0 25 16,0-25-16,0 0 0,0 0 0,-25 25 0,25-25 15,0 0-15,0 0 0,0 0 0,0 0 0,0 0 0,0 25 0,-24-25 0,24 0 16,0 0-16,0 0 0,0 0 15,0 25-15,0-25 0,-25 0 0,25 0 0,0 0 16,0 0-16,0 0 0,0 24 0,-25-24 0,25 0 16,0 0-16,0 0 0,0 0 0,-25 0 0,25 0 0,0 0 0,0 0 15,0 0-15,0 0 0,0 0 0,-25 0 0,25 0 0,0 0 16,0 0-1,0-24-15,0 24 0,0 0 0,0 0 0,0 0 0,-24 0 0,24-25 0,0 25 16,0 0-16,0 0 0,0-25 0,0 25 0,0 0 0,0-25 0,0 25 0,0 0 31,0-25-31,0 25 0,0 0 0,0-24 0,0 24 0,24 0 0</inkml:trace>
  <inkml:trace contextRef="#ctx0" brushRef="#br0" timeOffset="802294.8887">29865 8533 0,'0'0'0,"0"0"0,-25 0 0,25-25 0,0 25 0,0 0 16,0 0-16,0 0 0,0 0 0,0 0 0,0 0 16,0 0-16,0 0 0,25 0 0,-25 0 0,0 0 0,0 0 15,25 0-15,-25 25 0,24-25 0,-24 0 0,25 0 16,-25 0-16,25 0 0,0 0 15,-25 0-15,25 0 0,-1 0 0,1 0 0,-25 0 0,25 0 16,0 0-16,-25 0 0,25 0 0,-1 0 0,1 0 0,-25 0 0,25 25 16,-25-25-16</inkml:trace>
  <inkml:trace contextRef="#ctx0" brushRef="#br0" timeOffset="803177.9392">30535 8954 0,'0'0'0,"0"0"0,0 0 16,0 0-16,0 0 0,0 0 0,0 0 0,0 0 0,24 0 0,-24 0 15,0 0-15,0 0 0,0 0 16,0 0-16,0 0 0,25-24 0,-25 24 0,0 0 0,0 0 0,0 0 15,25 0-15,-25 0 0,0 24 0,0-24 0,25 0 0,-25 0 0,0 0 16,0 0 0,25 0-16,-25 0 0,24 0 0,-24 0 0,0 0 0,25 0 0,-25 0 15,25 0-15,-25 0 0,0 0 0,25 0 0,-25-24 0,0 24 0,25 0 0,-25 0 0,0 0 16,24 0-1,-24 0-15,25 0 0,-25 0 0,0 0 0</inkml:trace>
  <inkml:trace contextRef="#ctx0" brushRef="#br0" timeOffset="803780.9737">30981 8756 0,'0'0'0,"0"0"0,0-25 0,0 25 0,0 0 0,0 0 0,0-25 15,0 25-15,0 0 0,0 0 0,0 0 0,0-24 0,0 24 0,0 0 0,0 0 16,0 0-16,0 0 16,0 0-16,0 0 0,0 0 0,0-25 0,0 25 0,0 0 0,0 0 0,0 0 0,0 0 15,0 0-15,0 0 0,0 0 0,0 0 0,0 0 0,0 0 0,0 0 0,25 0 31,-25 0-31,0 0 0,0 0 0,0 0 0,0 0 0,0 0 0,25 0 0,-25 0 0,0 0 0,0 0 16,0 0-16,24 0 0,-24 0 0,0 0 0,0 0 0,0 25 0,25-25 31,-25 0-31,0 0 31,0 0-31,0 0 0,0 0 0,25 0 0,-25 24 0,0-24 0,0 0 0,0 0 0,0 0 0,0 25 0,0-25 0,0 0 0,0 0 0,0 25 0,0-25 32,0 0-32,-25 0 0,25 25 0,0-25 0,0 0 0,0 0 0,0 25 0,-25-25 0,25 0 0,0 24 0,0-24 0,0 0 0,-24 25 0,24-25 0,0 0 15,0 25-15,-25-25 0,25 0 0,0 25 0,0-25 0,-25 0 0,25 25 16,0-25-16,0 0 15,0 24-15,-25-24 0,25 0 0,0 0 0,0 25 0,0-25 0,0 0 16,0 0-16,0 0 0,0 25 0,-25-25 0,25 0 0,0 0 0,0 0 16,0 0-1,0 0-15,0 0 0,0 0 0,0 0 0,0 25 0,0-25 0,0 0 0,0 0 16,0 0-16,0 0 0,25 0 0,-25 0 0,0 0 0,0 0 0,0 0 15,0 0-15,0 0 16,0 0-16,25 0 0,-25 0 0,0 0 0,0 0 0,0 0 0,25 0 16,-25 0-16,0 0 0,25-25 0,-25 25 0,0 0 0,24 0 0,-24 0 15,0 0-15,25 0 0,-25 0 16,0 0-16,25-25 0,-25 25 0,0 0 0,0 0 15,0 0-15,25 0 0,-25 0 0</inkml:trace>
  <inkml:trace contextRef="#ctx0" brushRef="#br0" timeOffset="804286.0026">31204 8930 0,'0'0'0,"0"0"0,0 0 0,0 0 0,0 0 16,0 0-16,0 0 0,0 0 0,0 0 0,0-25 31,0 25-31,0 0 0,0 0 0,0 0 0,25 0 0,-25 0 0,0-25 0,0 25 0,0 0 0,0 0 16,0-25-16,0 25 0,25 0 0,-25 0 0,0-25 0,0 25 15,0 0-15,0-24 16,0 24-16,0 0 0,0-25 0,0 25 0,0-25 0,25 25 0,-25-25 0,0 25 16,0 0-16,0-25 0,0 25 0,0 0 0,0 0 0,0-24 0,0 24 15,0 0 1,0 0-16,0 0 0,0 0 0,0 0 0,0-25 0,0 25 0,0 0 0,0 0 15,0 0-15,0 0 0,0 0 0,0 0 0,0 0 0,0 0 0,0 0 0,0 0 32,0 0-32,0 0 0,0 0 0,0 0 0,0 0 0,0 0 0,0 0 0,0 0 15,0 0-15,0 0 0,0 0 0,0 0 0,0 0 0,0 0 0,0 0 0,0 0 16,0 25-1,0-25-15,0 0 0,0 0 0,0 0 0,0 0 0,0 0 0,0 24 0,25-24 16,-25 0-16,0 0 0,0 25 0,0-25 0,0 0 0,0 25 0,0-25 16,0 25-16,0-25 15,0 0-15,0 25 0,0-25 0,0 24 0,0-24 0,0 25 0,0-25 0,0 25 0,0-25 0,0 25 16,0-25-1,0 25-15,0-25 0,0 24 0,0-24 0,0 25 0,0-25 0,0 0 16,0 25-16,0-25 0,0 0 0,0 25 0,0-25 0,0 0 0,24 0 0,-24 0 16,0 25-16,0-25 15,0 0-15</inkml:trace>
  <inkml:trace contextRef="#ctx0" brushRef="#br0" timeOffset="804996.0432">32221 8632 0,'0'-25'15,"0"25"-15,-25 0 16,25 0-16,0 0 0,0 0 0,0 0 0,0 0 0,0 0 0,0 0 0,0 0 0,0 0 15,0 0-15,0 0 0,0 0 0,0 0 16,0 0-16,0 0 0,0 0 0,0 0 16,0 0-16,0 0 0,0 25 0,0-25 0,0 0 0,0 0 0,0 0 15,0 25-15,-24-25 0,24 0 0,0 25 16,0-25-1,0 24-15,0-24 0,0 25 0,0-25 0,0 0 0,0 25 0,0-25 0,0 25 0,0-25 0,0 25 0,0-25 0,-25 24 0,25-24 0,0 25 16,0-25-16,0 0 0,0 25 0,0-25 0,0 25 0,0-25 16,0 25-16,0-25 15,0 0-15,0 24 0,0-24 0,0 0 0,0 25 0,0-25 0,0 0 0,0 25 16,0-25-16,0 0 0,0 0 0,0 0 0,0 0 0,0 0 0,0 25 15,0-25 1,0 0-16,0 0 0,0 0 0,0 0 0,0 0 0,0 0 0,0 0 16,0 0-16,0 0 0,0 0 0,0 0 0,0-25 15,-25 25-15,25 0 0,0 0 0,0-25 0,0 25 0</inkml:trace>
  <inkml:trace contextRef="#ctx0" brushRef="#br0" timeOffset="805203.055">32122 8806 0,'0'0'0,"0"0"15,25 0-15,-25 0 0,0 0 0,0 0 0,0 0 0,0 0 16,0 0-16,0 0 0,0 0 0,25 0 0,-25 0 15,0 0-15,0 0 0,24 0 0,-24 0 0,0 0 0,25 0 16,-25 0-16,0 0 0,25 0 0,-25 0 0,0 0 16,25 0-16,-25 0 0,0 0 0,25 0 0,-25 0 0,0 0 15,25 0-15,-25 0 0,0 0 0,0 0 0,24-25 0,-24 25 16,0 0-16,0 0 0,25 0 0,-25 0 0,0 0 0,0-25 15,0 25-15,0 0 0,0 0 0</inkml:trace>
  <inkml:trace contextRef="#ctx0" brushRef="#br0" timeOffset="805458.0696">32370 8657 0,'0'0'0,"0"0"0,-25-25 0,25 25 0,0 0 0,0 0 15,0 0-15,0 0 0,0 0 0,0 0 0,0 0 0,0 0 16,0 0-16,0 0 0,0 0 0,0 0 0,0 0 16,0 0-16,0 0 0,0 0 0,0 0 0,0 0 0,0 0 15,0 0-15,0 0 0,0 25 0,0-25 0,0 0 0,0 0 16,0 25-16,0-25 0,0 0 0,0 24 0,0-24 0,-24 0 15,24 25-15,0-25 0,0 25 0,0-25 0,0 0 16,0 25-16,0-25 0,0 25 0,0-25 0,0 0 0,0 24 16,0-24-16,0 0 0,0 25 0,0-25 0,0 25 0,0-25 15,0 0-15,0 25 0,0-25 0,0 0 0,0 25 16,0-25-16,0 0 0,0 0 15,0 24-15,0-24 0,0 0 0,0 25 0,0-25 0,0 0 0,0 0 0,0 0 0,0 0 16,0 0-16,0 0 0,0 25 16,0-25-16,0 0 0,0 0 0,0 0 0,0 0 15</inkml:trace>
  <inkml:trace contextRef="#ctx0" brushRef="#br0" timeOffset="805911.0954">32420 8979 0,'0'-25'0,"0"25"16,0 0-16,0 0 0,0 0 0,0 0 0,0 0 0,0 0 16,0 0-16,0 0 0,0 0 0,0-24 0,0 24 15,0 0-15,25 0 0,-25 0 0,0 0 0,0 0 0,0 0 16,0 0-16,24 0 0,-24 0 0,0 0 0,0 0 15,0 0-15,25 0 0,-25 0 0,0 0 16,0 24-16,0-24 0,0 0 0,0 0 0,25 0 0,-25 0 0,0 0 0,0 0 16,0 0-1,0 25-15,0-25 0,0 0 0,0 0 0,0 0 0,0 0 0,0 25 0,0-25 16,0 0-16,0 0 0,0 25 0,0-25 0,0 0 0,-25 0 15,25 25-15,0-25 0,0 0 0,0 0 16,0 25-16,-25-25 0,25 0 0,0 0 0,0 24 0,0-24 0,-24 0 0,24 0 0,0 0 16,0 25-16,0-25 0,-25 0 0,25 0 0,0 0 0,0 25 15,0-25-15,0 0 16,0 0-16,0 0 0,-25 0 0,25 0 0,0 0 0,0 25 0,0-25 0,0 0 15,0 0-15,0 0 0,0 0 0,0 0 0,0 0 0,25 0 0,-25 0 16,0 0 0,0 0-16,0 0 0,0 0 0,0 0 0,0 0 0,25 0 0,-25 0 0,0 0 0,24 0 0,-24 0 15,0 0-15,25 0 0,-25 0 16,25 0-16,-25 0 0,0 0 0,25 0 0,-25 0 0,25 0 0,-25 0 0,24 0 0,-24-25 15,0 25-15,25 0 0,-25 0 0,0 0 0,25 0 0</inkml:trace>
  <inkml:trace contextRef="#ctx0" brushRef="#br0" timeOffset="817796.7751">31601 9723 0,'0'0'0,"0"0"16,0 0-1,0 0-15,0 0 0,0 0 0,0 0 0,0 0 0,0 0 0,0 0 16,0 0-16,0 0 0,0 0 0,0 0 15,0 0-15,0 0 0,0 0 0,0 0 0,0 0 0,0 0 0,0 0 0,0 0 16,0 0-16,0 0 0,0 0 0,0 0 0,0 0 0,0 0 0,0 0 16,0 0-16,0 0 0,0 0 15,0 0-15,0 0 0,0 0 0,0 0 0,0 25 0,0-25 0,0 0 16,0 0-16,0 0 0,0 0 0,0 0 0,0 0 0,0 0 0,0 0 15,0 0-15,25 0 0,-25 0 0,0 0 16,0 0-16,0 0 0,0 0 0,0 0 16,0 0-16,0 0 0,25 0 0,-25 0 0,0 0 0,0 0 0,25 25 0,-25-25 0,0 0 31,0 0-31,24 0 0,-24 0 0,0 0 0,25 0 0,-25 0 0,25 0 0,-25 0 0,0 0 0,25 0 0,-25 0 15,25 0 1,-25 0-16,0 0 0,24 0 0,-24 0 0,0 0 0,0 0 0,0 0 0,0-25 0,0 25 16,25 0-16,-25 0 0,0 0 0,0 0 0,0 0 0,0 0 0,-25 0 15,25 0-15,0 0 16,0 0-16,0 0 0</inkml:trace>
  <inkml:trace contextRef="#ctx0" brushRef="#br0" timeOffset="818513.8163">31800 9872 0,'0'0'0,"0"-25"16,0 25-16,24 0 0,-24 0 0,0 0 0,0 0 0,0 0 0,0 0 0,0-24 15,25 24-15,-25 0 0,0 0 0,0 0 16,0-25-16,25 25 0,-25 0 0,0-25 0,0 25 16,0 0-16,25 0 0,-25-25 0,0 25 0,0 0 0,0-25 0,0 25 31,25 0-31,-25 0 0,0-24 0,0 24 0,0 0 0,0 0 0,0-25 0,0 25 0,0 0 0,0 0 15,0 0-15,0-25 0,24 25 0,-24 0 0,0 0 0,0 0 0,0-25 0,0 25 16,0 0-16,0 0 0,0 0 16,0 0-16,0-25 0,0 25 0,0 0 0,0 0 0,0 0 15,25-24-15,-25 24 0,0 0 0,0 0 0,0 0 0,0 0 0,0 0 0,0 0 16,0 0-1,0 0-15,0 0 0,0 0 0,0 0 0,0 0 0,0 0 0,0 0 0,0 0 16,0 0-16,0 0 0,0 0 0,0 0 0,0 0 0,0 0 0,0 0 0,0 0 16,0 0-16,0 0 15,0 0-15,0 0 0,0 0 0,0 24 0,0-24 0,0 0 16,-25 0-16,25 25 0,0-25 0,0 0 0,0 0 0,0 25 0,0-25 0,0 0 31,0 25-31,0-25 0,-24 0 0,24 25 0,0-25 0,0 24 0,0-24 0,0 0 0,0 25 0,0-25 16,0 0-16,0 25 0,0-25 0,0 0 0,-25 25 0,25-25 0,0 0 0,0 0 15,0 25 1,0-25-16,0 0 0,0 0 0,0 24 0,0-24 0,0 0 0,0 0 0,0 0 0,0 25 15,0-25-15,0 0 0,0 0 0,0 0 0,0 0 0,0 0 0,0 0 32,0 0-32,0 0 0,0 0 0,0 0 0,0 0 0,0 0 0,0 0 0,0 0 0,-25 0 15,25 0-15,0 0 0,0 0 16,0 0-16,0 0 0</inkml:trace>
  <inkml:trace contextRef="#ctx0" brushRef="#br0" timeOffset="819135.8519">32023 9575 0,'0'0'0,"0"0"0,0 0 0,0 0 16,0 0-16,0 0 15,0 24-15,0-24 0,0 0 0,0 0 0,0 0 0,0 0 0,0 0 0,0 0 16,0 0-16,0 0 0,0 25 0,0-25 0,0 0 0,0 0 16,0 0-16,0 0 15,0 0-15,0 25 0,0-25 0,0 0 0,0 0 0,0 0 0,0 25 16,-25-25-16,25 0 0,0 0 0,0 0 0,0 0 15,0 25-15,0-25 0,0 0 0,0 0 0,0 0 0,0 0 0,0 0 0,0 0 16,0 24-16,0-24 0,0 0 0,0 0 0,25 0 0,-25 0 16,0 0-16,0 0 0,0 0 15,0 25-15,0-25 0,0 0 0,0 0 0,0 0 0,0 0 0,0 25 16,0-25-16,25 0 0,-25 0 0,0 0 0,0 0 0,0 0 0,0 0 15,0 25 1,0-25-16,0 0 0,24 0 0,-24 0 0,0 0 0,0 0 0,0 25 0,0-25 0,25 0 16,-25 0-16,0 0 0,0 0 0,0 0 0,0 24 0,0-24 0,25 0 15,-25 0 1,0 0-16,0 0 0,0 0 0,0 25 0,0-25 0,25 0 0,-25 0 0,0 0 15,0 0-15,0 0 0,0 25 0,0-25 0,0 0 0,0 0 0,0 0 0,0 0 47,0 0-47,0 0 0,0 0 0,0 0 0,0 0 0,0 25 0,0-25 0,0 0 0,0 0 0,0 0 0,0 0 0,0 0 0,0 0 0,0 0 0,0 0 0,0 0 16,-25 0-16,25 0 0,0 0 0,0 25 0,0-25 0,0 0 0,-25 0 15,25 0 1,0 0-16,0 0 0,-25 0 0,25 0 0,0 0 0,0 0 0,-24 0 0,24 0 0,0 0 16,0 0-16,-25 0 15,25 0-15,0 0 0,0 0 0,0-25 0,0 25 0,0 0 0,0 0 0,0 0 16,-25 0-16,25 0 0,0-25 0,0 25 0,0 0 0</inkml:trace>
  <inkml:trace contextRef="#ctx0" brushRef="#br0" timeOffset="819339.8636">32097 9599 0,'0'0'16,"0"0"-16,0 0 0,0-24 0,0 24 0,0 0 15,0 0-15,25 0 0,-25 0 0,0 0 0,0 0 0,0 0 16,25 0-16,-25 0 0,0 0 0,25 0 0,-25 0 0,0 0 15,0 0-15,24 0 0,-24 0 0,0 0 0,25 0 0,-25 0 16,0 0-16,0 0 0,25 0 0</inkml:trace>
  <inkml:trace contextRef="#ctx0" brushRef="#br0" timeOffset="819667.8824">32271 9525 0,'0'0'0,"0"0"0,0 0 0,0 0 16,0 0-16,0 0 0,0 0 0,0 0 0,0 0 0,0 0 16,0 0-16,0 0 0,0 0 0,0 0 0,0 0 0,0 0 15,0 25-15,0-25 0,0 0 0,0 0 0,0 0 0,0 25 16,0-25-16,0 0 0,0 24 15,0-24-15,0 0 0,-25 25 0,25-25 0,0 0 16,0 25-16,0-25 0,0 0 0,0 25 0,0-25 0,0 0 0,0 25 0,0-25 0,0 0 16,0 24-1,0-24-15,0 25 0,0-25 0,0 0 0,-25 25 0,25-25 0,0 0 0,0 25 16,0-25-16,0 0 0,0 25 0,0-25 0,0 0 0,-25 0 0,25 24 0,0-24 15,0 0 1,0 0-16,0 25 0,0-25 0,0 0 0,0 0 0,0 0 0,0 0 0,0 0 0,0 0 16,0 0-16,0 0 0,0 0 0,0 0 0,0 0 0,0 0 15,0-25-15</inkml:trace>
  <inkml:trace contextRef="#ctx0" brushRef="#br0" timeOffset="819888.895">32221 9723 0,'0'0'0,"0"0"0,0 0 0,0 0 0,0 0 0,0 0 15,0 0-15,0 0 0,0 0 0,0 0 0,0 0 0,25 0 16,-25 0-16,0 0 0,0 0 0,0 0 0,25 0 0,-25 0 16,0 0-16,25 0 0,-25 0 0,0 0 0,25 0 15,-25 0-15,0 0 0,24 0 0,-24 0 0,25 0 0,-25 0 16,0 0-16,25 0 0,-25 0 15,25-24-15,-25 24 0,0 0 0,25 0 0,-25 0 16,0 0-16,24 0 0,-24 0 0,0-25 0,0 25 0,25 0 0,-25 0 0,0 0 0,0 0 16,0-25-16,0 25 15,0 0-15</inkml:trace>
  <inkml:trace contextRef="#ctx0" brushRef="#br0" timeOffset="820145.9097">32494 9525 0,'0'0'0,"0"0"0,0 0 0,0 0 0,0 0 16,0 0-16,0 0 0,0 0 0,0 0 0,0 0 15,0 0-15,0 0 0,0 0 0,0 0 0,0 0 0,0 0 16,0 0-16,0 0 0,-25 0 0,25 0 0,0 0 0,0 25 15,0-25-15,0 0 0,0 0 0,0 0 0,0 25 0,0-25 16,0 0-16,0 0 0,0 24 0,0-24 0,0 0 16,0 0-16,0 25 0,0-25 0,0 0 0,0 25 0,0-25 15,0 0-15,0 25 0,0-25 0,0 0 0,0 25 0,0-25 16,0 0-16,0 24 0,0-24 0,-24 0 15,24 25-15,0-25 0,0 0 0,0 25 0,0-25 16,0 0-16,0 25 0,0-25 0,0 0 0,0 25 0,0-25 0,0 0 0,0 0 31,0 0-31,0 24 0,0-24 0,0 0 0,-25 0 0,25 0 0,0 0 0,25 25 0,-25-25 0,0 0 16,0 0-16,0 0 0,0 0 0,0 0 0,0 0 0</inkml:trace>
  <inkml:trace contextRef="#ctx0" brushRef="#br0" timeOffset="820534.9319">32494 9947 0,'0'0'0,"0"0"0,0 0 0,0 0 15,0 0-15,0 0 0,0 0 0,0 0 0,0 0 0,0 0 16,25 0-16,-25 0 0,0 0 0,0 0 0,0 0 15,0-25-15,25 25 0,-25 0 0,0 0 0,0 0 0,25 0 0,-25 0 16,0-25-16,0 25 0,24 0 0,-24 0 0,0-25 0,0 25 16,25 0-16,-25 0 15,0-25-15,0 25 0,25 0 0,-25-24 0,0 24 16,0 0-16,0-25 0,0 25 0,25 0 0,-25 0 0,0 0 0,0-25 0,0 25 0,0 0 31,0 0-31,0 0 0,0 0 0,0 0 0,0 0 0,0 0 0,0 0 0,0 0 0,0 0 16,0 0-16,0 0 0,0 0 0,0 0 0,0 25 0,0-25 0,0 0 0,-25 25 15,25-25-15,0 0 0,0 0 0,0 24 0,0-24 16,0 0-16,0 25 0,0-25 15,-25 0-15,25 25 0,0-25 0,0 0 0,0 25 0,0-25 0,0 25 0,0-25 0,0 0 0,0 24 16,0-24-16,-25 0 0,25 25 0,0-25 0,0 0 16,0 25-16,0-25 15,0 0-15,0 0 0,0 25 0,-24-25 0,24 0 0,0 0 0,0 0 0,0 0 16,0 25-16,-25-25 0,25 0 0</inkml:trace>
  <inkml:trace contextRef="#ctx0" brushRef="#br0" timeOffset="835984.8156">26467 9624 0,'0'0'0,"0"0"16,0 0-16,0 0 0,0 0 0,0 0 0,0 0 0,0 0 0,0 0 0,0 0 15,24 0-15,-24 0 0,0 0 16,0 0-16,0 0 0,0 0 0,0 0 0,0 0 0,0 0 0,0 0 15,0 0-15,0 0 0,0 0 0,0 0 0,0 0 0,0 0 0,0 0 16,25 0-16,-25 0 0,0 0 0,0-25 16,0 25-16,0 0 0,0 0 15,0 0-15,0 0 0,0 0 0,0 0 0,0 0 0,0 0 0,0 0 0,0 0 16,0 0-16,0 0 0,0 0 0,0 0 15,0 0-15,0 0 0,-25 0 16,25 0-16,0 0 0,0 0 0,0 0 0,0 0 0,0 0 0,0 0 0,0 0 0,0 0 0,0 0 0,0 0 16,0 0-1,0 0-15,0 0 0,0 0 0,0 0 0,0 0 0,0 0 0,0 0 0,0 0 0,0 0 0,0 0 16,0 0-16,0 0 15,0 0-15,0 0 0,0 0 0,0 0 0,0 0 0,-24-24 0,24 24 0,0 0 16,0 0-16,0 0 0,0 0 0,0 0 0,0 0 0,0 0 16,0 0-1,0 0-15,0 0 0,0 0 0,0 0 0,0 0 0,0 0 0,-25 0 0,25 0 16,0 0-16,0 0 0,0 0 0,0 0 0,0 0 0,0 0 0,-25 0 15,25 0 1,0 0-16,0 0 0,0 0 0,0 24 0,0-24 0,-25 0 0,25 0 0,0 0 0,0 0 16,0 0-16,0 0 0,0 0 0,0 0 0,-25 0 0,25 0 15,0 0 1,0 0-16,0 0 0,0 0 0,0 0 0,-24 0 0,24 0 0,0 0 0,0 0 0,0 0 15,0 0-15,0 0 0,-25 0 0,25 25 0,0-25 0,0 0 0,0 0 16,0 0 0,0 0-16,-25 0 0,25 0 0,0 0 0,0 0 0,0 0 0,0 0 15,0 25-15,0-25 0,0 0 0,-25 0 0,25 0 0,0 0 0,0 25 0,0-25 31,0 0-31,0 0 0,0 0 0,0 0 0,0 25 0,-25-25 0,25 0 16,0 0-16,0 0 0,0 24 0,0-24 0,0 0 0,0 0 0,0 0 0,0 25 16,0-25-16,0 0 0,0 0 15,0 0-15,0 0 0,0 0 0,0 25 0,0-25 0,0 0 0,0 0 31,0 0-31,0 0 0,0 0 0,0 0 0,0 25 0,0-25 0,0 0 0,0 0 0,0 0 0,0 0 0,0 25 0,0-25 0,0 0 16,0 0-16,0 0 0,0 24 0,0-24 0,0 0 16,25 0-1,-25 0-15,0 0 0,0 25 0,0-25 0,0 0 0,0 0 0,0 0 0,0 0 0,0 0 16,0 0-16,0 25 0,25-25 0,-25 0 0,0 0 0,0 0 15,0 0-15,0 0 16,0 0-16,0 0 0,0 25 0,0-25 0,25 0 0,-25 0 0,0 0 16,0 0-16,0 0 0,0 0 0,0 0 0,0 25 0,0-25 0,25 0 15,-25 0-15,0 0 0,0 0 16,0 0-16,0 0 0,0 0 0,0 0 0,0 0 0,0 0 0,24 0 15,-24 0-15,0 0 0,0 0 0,0 0 0,0 0 0,0 0 0,25 0 16,-25 0 0,0 0-16,0 0 0,0 0 0,0 0 0,25 0 0,-25 0 0,0 0 0,0 0 15,0 0-15,25 0 0,-25 0 0,0 0 0,0 0 0,0 0 0,0 0 16,25 0-1,-25 0-15,0 0 0,0 0 0,0 0 0,24 0 0,-24 0 0,0 0 16,0 0-16,0 0 16,0 0-16,25 0 0,-25-25 0,0 25 0,0 0 0,0 0 0,0 0 0,0 0 0,0 0 0,25 0 15,-25 0-15,0 0 0,0 0 0,0-25 0,0 25 0,0 0 0,0 0 16,25 0-1,-25 0-15,0 0 0,0-25 0,0 25 0,0 0 0,0 0 0,0 0 0,0-25 0,25 25 0,-25 0 16,0 0-16,0 0 0,0 0 16,0-24-16,0 24 0,0 0 0,0 0 0,0 0 15,0-25-15,0 25 0,0 0 0,0 0 0,0-25 0,0 25 0,0 0 0,0 0 16,0 0-16,0 0 0,0-25 15,0 25-15,0 0 0,0 0 0,0 0 0,0 0 0,0-25 16,0 25-16,0 0 0,0 0 0,0 0 0,0 0 0,0-24 0,0 24 16,0 0-16,0 0 0,-25 0 15,25-25-15,0 25 0,0 0 0,0 0 0,0 0 0,0 0 16,0 0-16,0-25 0,0 25 0,0 0 0,0 0 0,-25 0 0,25 0 0,0-25 15,0 25 1,0 0-16,0 0 0,0 0 0,0 0 0,0-25 0,0 25 0,0 0 16,0 0-16,0 0 0,0 0 0,0 0 0,0 0 0,0 0 0,0 0 15,-25 0-15,25 0 0,0 0 0,0 0 0,0 0 16,0 0-16,0-24 0,0 24 15,0 0-15,-25 0 0,25 0 0,0 0 0,-24 0 0,24 0 0,0 24 0,-25-24 0,25 0 32</inkml:trace>
  <inkml:trace contextRef="#ctx0" brushRef="#br0" timeOffset="841944.1565">27409 9525 0,'0'0'0,"0"0"16,0 0-16,0 0 0,0 0 0,0 0 15,0 0-15,0 0 0,0 0 0,0 0 0,0 0 0,0 0 0,0 0 0,0 0 16,0 25-16,0-25 0,0 0 0,0 0 0,0 0 0,0 0 15,0 0 1,0 0-16,0 0 0,0 0 0,0 0 0,0 0 0,0 0 0,0 0 0,0 0 0,0 0 0,25 0 16,-25-25-1,0 25-15,0 0 0,0 25 0,0-25 0,0 0 0,0 0 0,0 0 16,0 0-16,0 0 0,0 0 0,0 0 0,0 0 0,0 0 0,0-25 15,0 25-15,0 0 0,0 0 0,0 0 0,0 0 0,0 0 16,0 0-16,0 0 16,0 0-16,0 0 0,0 0 0,0 0 0,0 0 0,0 0 0,0 0 0,0 0 0,0 0 15,0 0-15,0 0 0,0 0 0,0 0 0,0 0 0,0 0 16,0 0-1,0 0-15,0 0 0,-25 0 0,25 0 0,0 0 0,0 0 0,0 0 0,0 0 16,0 0-16,0 0 0,0-25 0,0 25 0,0 0 0,0 0 0,0 0 16,0 0-16,0 0 15,0 0-15,0 0 0,0 0 0,0 0 0,0 0 0,0 0 0,0 0 16,-25 0-16,25 0 0,0 0 0,0 25 0,0-25 0,0 0 0,0 0 15,0 0-15,0 0 0,-24 0 0,24 0 0,0 0 0,0 0 16,0 0 0,0 0-16,0 0 0,0 0 0,0 0 0,0 0 0,-25 0 0,25 0 15,0 0-15,0 0 0,0 0 0,0 0 0,0 0 16,0 0-16,0 0 0,0 0 0,-25 25 0,25-25 0,0 0 0,0 0 15,0 0-15,0 0 0,0 0 0,0 0 0,0 0 16,0 0-16,0 0 0,0 0 0,-25 25 0,25-25 0,0 0 16,0 0-16,0 0 0,0 0 0,0 0 0,0 0 0,0 0 0,0 24 15,0-24-15,0 0 0,0 0 0,-25 0 16,25 0-16,0 0 0,0 0 15,0 25-15,0-25 0,0 0 0,0 0 0,0 0 0,0 0 0,0 0 0,0 25 0,0-25 16,0 0-16,0 0 16,0 0-16,0 0 0,-24 0 0,24 0 0,0 0 0,0 0 0,0 25 15,0-25-15,0 0 0,0 0 0,0 0 0,0 0 0,0 25 0,0-25 0,0 0 16,0 0-1,0 0-15,0 0 0,0 24 0,0-24 0,0 0 0,0 0 0,0 0 0,0 0 16,0 0-16,0 25 0,0-25 0,0 0 0,0 0 0,0 0 16,0 0-16,0 0 15,0 0-15,0 25 0,0-25 0,0 0 0,0 0 0,0 0 0,0 0 0,0 0 16,0 25-16,0-25 0,0 0 0,0 0 0,0 0 0,24 0 15,-24 0-15,0 0 0,0 0 16,0 0-16,0 25 0,0-25 0,0 0 0,0 0 0,0 0 0,0 0 16,0 0-16,0 0 0,0 0 0,25 0 0,-25 0 0,0 0 0,0 0 15,0 0 1,0 24-16,0-24 0,0 0 0,0 0 0,0 0 0,25 0 0,-25 0 0,0 0 15,0 0-15,0 25 0,0-25 0,0 0 0,0 0 0,25 0 16,-25 0-16,0 0 0,0 0 16,0 0-16,0 0 0,0 0 0,0 25 0,25-25 0,-25 0 0,0 0 0,0 0 15,0 0-15,0 0 0,0 0 16,0 0-16,24 0 0,-24 0 0,0 0 0,0 0 15,0 0-15,0 0 0,0 0 0,0 0 0,0 0 0,25 0 0,-25 0 0,0 0 16,0 0-16,0 0 0,0 0 0,0 0 0,0 0 16,25 25-16,-25-25 15,0 0-15,0 0 0,0-25 0,0 25 0,0 0 0,25 0 0,-25 0 0,0 0 16,0 0-16,0 0 0,0 0 15,0 0-15,0 0 0,25 0 0,-25 0 0,0 0 0,0 0 0,0 0 0,0 0 16,0 0-16,24 0 0,-24 0 0,0 0 0,0 0 0,0 0 0,0 0 16,25 0-16,-25 0 0,0-25 0,0 25 15,0 0-15,0 0 0,25 0 0,-25 0 16,0 0-16,0 0 0,0 0 0,0 0 0,25 0 0,-25 0 0,0 0 0,0-25 0,0 25 15,0 0-15,25 0 0,-25 0 0,0 0 0,0 0 0,0 0 16,0 0-16,0 0 31,0 0-31,24-24 0,-24 24 0,0 0 0,0 0 0,0 0 0,0 0 0,0 0 0,0 0 0,0-25 0,25 25 0,-25 0 0,0 0 16,0 0-1,0 0-15,0 0 0,0 0 0,0 0 0,0-25 0,0 25 0,0 0 0,0 0 0,0 0 0,0 0 32,0 0-32,0 0 0,0-25 0,0 25 0,25 0 0,-25 0 0,0 0 0,0 0 0,0 0 0,0-25 15,0 25-15,0 0 0,0 0 0,0 0 0,0 0 0,0-24 16,0 24-16,0 0 15,0 0-15,0 0 0,0 0 0,0-25 0,0 25 0,0 0 0,0 0 0,0 0 16,0 0-16,0 0 0,0-25 0,0 25 0,0 0 0,0 0 16,-25 0-16,25-25 0,0 25 15,0 0-15,0 0 0,0 0 0,0 0 0,0-25 0,0 25 0,0 0 16,0 0-16,0 0 0,0 0 0,0 0 0,0-24 0,0 24 0,0 0 31,-25 0-31,25 0 0,0 0 0,0-25 0,0 25 0,0 0 0,0 0 0,0 0 0,0 0 0,0-25 0,0 25 16,0 0-1,0 0-15,0 0 0,0 0 0,-24 0 0,24 0 0,0 0 0,0 0 16,0-25-16,0 25 0,0 0 0,0 0 0,-25 0 0,25 0 0,0 0 15,0 0-15,0 0 0,0 0 0,-25 0 16,25 0-16,0 0 0,0 0 0,0 0 0,-25 0 0,25 0 16,0 0-16,0 0 0,0 0 0,0 0 0,-25 0 0,25 0 0,0-25 31,0 25-31,0 0 0,0 0 0,0 0 0,-24 0 0,24 0 0,0 0 0,0 0 15,0 0-15,0 0 0,0 0 0,-25 0 0,25 0 0,0 0 0,0 0 0,0 0 0,-25 0 16,25 0 0,0 0-16,0 0 0,0 25 0,-25-25 0,25 0 0,0 0 0,0 0 0,0 0 0,-25 0 15,25 0-15,0 0 0,0 0 0,0 0 16</inkml:trace>
  <inkml:trace contextRef="#ctx0" brushRef="#br0" timeOffset="848499.5314">28426 9550 0,'0'0'0,"0"0"0,0 0 16,0 0-16,0 0 0,0 0 0,0 0 0,0 0 0,0 0 0,0 0 31,25 0-31,-25 0 0,0 0 0,0 0 0,0 0 0,0 0 0,0 0 0,0 0 0,0 0 15,0 0-15,0 0 0,0 0 0,0 0 0,0 0 0,0 0 0,0 0 16,0 0 0,0 0-16,0 0 0,0 0 0,0 0 0,0 0 0,0 0 0,0 0 15,0 0-15,0 0 0,0 0 0,0 0 0,0 0 0,0 0 0,0 0 0,0 0 16,0 0-16,0 0 0,0 0 15,-25 0-15,25 0 0,0 0 0,0 0 0,0 0 0,0 0 16,0 0-16,0 0 0,0 0 0,0 0 0,0-25 0,0 25 0,0 0 0,0 0 16,0 0-1,0 0-15,0 0 0,0 0 0,0 0 0,0 0 0,0 0 0,0-25 16,0 25-16,0 0 0,0 0 0,0 0 0,0 0 0,0 0 0,0 0 0,0 0 15,0 0 1,0 0-16,0 0 0,0 0 0,0 0 0,0 0 0,0 0 0,0-25 0,0 25 16,25 0-16,-25 0 0,0 0 0,0 0 15,0 0-15,0 0 0,0 0 0,0 0 0,0 0 0,0 0 0,0 0 16,0 0-16,0 0 0,0-24 0,25 24 0,-25 0 0,0 0 0,0 0 15,0 0-15,0 0 16,0 0-16,0 0 0,25 0 0,-25 0 0,0 0 0,0 0 16,0 0-16,0 0 0,0 0 0,0 0 0,0 0 0,0 0 0,24 0 0,-24 0 15,0 0 1,0 0-16,0 0 0,0 0 0,0 0 0,0 0 0,0 0 0,0 0 15,0 0-15,0 0 0,0 0 0,0 0 0,0 0 0,0 0 0,0 0 0,0 24 32,0-24-32,0 0 0,0 0 0,0 0 0,0 0 0,0 25 0,0-25 0,0 0 0,0 0 0,0 25 15,-24-25-15,24 0 0,0 0 0,0 25 0,0-25 0,0 0 0,-25 0 16,25 25-1,0-25-15,0 0 0,0 0 0,0 0 0,-25 24 0,25-24 0,0 0 0,0 0 16,0 0-16,0 0 0,0 25 0,0-25 0,0 0 0,-25 0 0,25 0 16,0 0-16,0 0 15,0 0-15,0 0 0,0 0 0,0 0 0,0 0 0,0 0 0,0 0 16,0 0-16,0 0 0,0 0 0,0 0 0,0 0 0,0 0 0,0 0 15,0 0-15,0 0 0,0 0 16,0 0-16,0 0 0,0 0 0,0 0 0,0 0 16,0 0-16,25 0 0,-25 0 0,0 0 0,0 0 0,0-25 0,0 25 0,0 0 15,0 0-15,0 0 0,25 0 0,-25 0 16,0 0-16,0 0 0,0 0 0,0 0 0,0 0 0,0 0 0,25 25 15,-25-25-15,0 0 16,0 0-16,0 0 0,0 0 0,0 0 0,0 0 0,0 0 0,0 0 16,0 25-16,0-25 0,0 0 0,0 0 0,0 0 0,0 0 0,0 25 0,24-25 31,-24 0-31,0 0 0,0 0 0,0 25 0,-24-25 0,24 0 0,0 0 0,0 24 15,0-24-15,0 0 0,0 0 0,0 25 0,0-25 0,0 0 0,0 0 0,0 25 16,0-25-16,-25 0 0,25 0 16,0 0-16,0 25 0,0-25 0,0 0 15,0 0-15,0 0 0,-25 0 0,25 25 0,0-25 0,0 0 0,0 0 0,0 0 16,0 0-16,-25 0 0,25 0 0,0 24 0,0-24 0,0 0 0,0 0 15,0 0-15,-25 0 16,25 0-16,0 0 0,0 0 0,0 0 0,-24 0 0,24 0 0,0 0 0,0 0 16,0 0-16,0 0 0,-25 0 0,25 0 0,0 0 0,0 0 15,0 0 1,0 0-16,0 0 0,0 0 0,0 0 0,0 0 0,0 0 0,0-24 0,0 24 15,0 0-15,0 0 0,0 0 0,0 0 0,0 0 0,0 0 16,0 0-16,0 0 16,0-25-16,0 25 0,0 0 15,0 0-15,25 0 0,-25 0 0,0 0 0,0-25 0,0 25 0,24 0 0,-24 0 0,0 0 16,25 0-16,-25 0 0,0 0 0</inkml:trace>
  <inkml:trace contextRef="#ctx0" brushRef="#br0" timeOffset="849218.5726">28674 9723 0,'0'0'0,"0"0"0,0 0 0,0 0 16,0 0-16,0 0 15,0 0-15,0-24 0,0 24 0,0 0 0,0 0 0,0 0 0,25 0 0,-25-25 16,0 25-16,0 0 0,0 0 0,0 0 0,0-25 0,25 25 15,-25 0-15,0 0 16,0-25-16,0 25 0,0 0 0,25-25 0,-25 25 0,0 0 0,0-24 31,0 24-31,24 0 0,-24-25 0,0 25 0,0 0 0,0 0 0,0-25 0,0 25 0,25 0 0,-25-25 0,0 25 0,0 0 0,0 0 31,0-25-31,0 25 0,25 0 0,-25 0 0,0 0 0,0-24 0,0 24 0,0 0 0,0 0 16,0 0-16,0 0 0,0 0 0,0-25 0,0 25 0,0 0 0,0 0 16,0 0-1,0 0-15,0 0 0,0 0 0,0 0 0,0 0 0,0 0 0,0 0 0,0 0 16,0 0-16,0 0 0,0 0 0,0 0 0,0 0 0,0 0 0,0 0 15,0 0 1,0 0-16,0 0 0,0 0 0,0 0 0,0 0 0,0 0 0,0 0 16,25 0-16,-25 0 0,0 0 0,0 0 0,0 25 0,0-25 0,0 0 0,0 0 15,-25 0 1,25 0-16,0 24 0,0-24 0,0 0 0,0 0 0,0 25 0,0-25 0,0 0 0,0 25 15,0-25-15,0 0 0,0 25 0,0-25 0,0 25 0,0-25 16,0 0 0,0 24-16,0-24 0,0 0 0,0 25 0,0-25 0,0 0 0,0 25 0,-25-25 15,25 25-15,0-25 0,0 0 16,0 25-16,0-25 0,0 24 0,0-24 0,0 0 0,0 25 0,0-25 0,0 0 15,0 25-15,0-25 0,0 0 0,0 25 0,0-25 0,-25 0 0,25 25 16,0-25-16,0 0 0,0 0 16,0 24-16,0-24 0,0 0 0,0 0 0,0 25 15,0-25-15,0 0 0,0 0 0,0 0 16,0 25-16,0-25 0,0 0 0,0 0 0,0 0 0,0 0 0,0 0 0,0 0 0,0 0 0,0 0 15,0 0 1,0 25-16,0-25 0,0 0 0,0 0 0,0 0 0,0 0 0,0 0 16,0 0-16,0 0 0,0 0 0,0 0 0,0 0 0,0 0 0,0 0 0,0 0 15,0 0-15,0 0 0,0-25 0,0 25 0,0 0 0,0 0 16,0 0-16,0 0 15,0-25-15,0 25 0</inkml:trace>
  <inkml:trace contextRef="#ctx0" brushRef="#br0" timeOffset="856910.0125">29443 9748 0,'0'0'0,"0"0"0,0 0 16,0 0-16,0 0 0,0 0 0,0 0 0,0 0 0,0 0 15,0 0 1,0 0-16,0 0 0,0 0 0,0 0 0,25 0 0,-25 0 0,0 0 0,0 0 0,0 0 0,0 25 15,0-25-15,0 0 0,0 0 0,0 0 0,25 0 0,-25 0 16,0 0 0,0 0-16,0 0 0,0 0 0,0 0 0,0 0 0,0 0 0,0 0 15,0 0-15,0 0 0,0 0 0,25 0 0,-25 0 0,0 0 0,0 0 16,0 0-16,0 0 0,0 0 15,0 0-15,0 0 0,0 0 0,24 0 0,-24 0 0,0 0 0,0-25 0,0 25 16,0 0-16,0 0 0,25 0 0,-25-25 0,0 25 0,0 0 16,0 0-16,25-24 15,-25 24-15,0 0 0,0 0 0,25-25 0,-25 25 0,0 0 0,0-25 0,25 25 16,-25-25-16,0 25 0,0 0 0,0-25 0,24 25 15,-24-24-15,0 24 0,0 0 16,0-25-16,0 25 0,25 0 0,-25-25 0,0 25 0,0 0 0,0 0 0,0 0 16,0-25-16,0 25 0,0 0 0,0 0 0,0 0 15,0-25-15,0 25 0,0 0 0,0 0 0,0 0 0,0 0 16,0 0-16,0 0 0,0 0 0,0 0 0,0 0 0,0 0 15,0 0-15,0 0 16,0 0-16,0 0 0,0 0 0,0 0 0,0 0 0,0 0 0,0 0 0,0 0 0,0 0 31,0 0-31,0 0 0,0 0 0,0 0 0,0 0 0,0 0 0,0 0 0,0 0 0,0 0 16,0 0-16,0 0 0,0 0 0,0 0 0,0 0 15,0 0-15,0 25 0,0-25 0,0 0 16,0 0-16,-25 25 0,25-25 0,0 0 0,0 25 0,0-25 0,0 0 0,0 25 16,-24-25-16,24 24 0,0-24 0,0 25 0,0-25 0,0 25 15,-25-25 1,25 25-16,0-25 0,0 0 0,0 25 0,0-25 0,-25 24 0,25-24 0,0 25 0,0-25 15,0 0-15,0 25 0,0-25 0,0 0 0,0 25 0,0-25 0,0 0 16,0 0 0,0 25-16,-25-25 0,25 0 0,0 0 0,0 24 15,0-24-15,0 0 0,0 0 0,0 0 0,0 0 0,0 0 0,0 0 0,0 0 0,0 0 16,0 25-16,0-25 15,0 0-15,0 0 0,0 0 0,0 0 0,0 0 0,0 0 0,0 0 0,0 0 16,0 0-16,0 0 0,0 0 0,0 0 0,0-25 0,0 25 0,0 0 16,0 0-1,0 0-15,25 0 0,-25-24 0</inkml:trace>
  <inkml:trace contextRef="#ctx0" brushRef="#br0" timeOffset="857627.0535">29815 9451 0,'0'0'0,"0"0"0,0 0 0,0 0 15,0 0-15,0 0 0,0 0 0,0 0 0,0 0 16,0 0-16,0 0 0,0 0 0,0 0 0,0 0 15,0 0-15,0 24 0,0-24 0,-25 0 0,25 0 0,0 0 16,0 0-16,0 0 0,0 25 0,0-25 0,0 0 16,0 0-16,0 0 0,0 0 0,0 25 0,-24-25 0,24 0 15,0 0-15,0 25 0,0-25 0,0 0 0,0 25 16,0-25-16,0 0 0,0 24 0,0-24 0,0 0 0,-25 25 15,25-25-15,0 25 0,0-25 0,0 25 0,0-25 16,0 0-16,0 25 0,0-25 0,0 24 0,0-24 16,0 25-16,0-25 0,0 0 0,0 25 0,0-25 0,0 0 15,0 25-15,0-25 0,0 0 0,0 25 0,0-25 0,0 0 16,0 0-16,25 0 0,-25 24 0,0-24 15,0 0-15,0 0 0,0 0 0,0 0 0,0 0 0,0 0 16,0 0-16,0 0 0,24 0 0,-24 0 16,0 0-16,0 0 0,0 0 0,0 0 0,25 0 0,-25 0 0,0-24 15,0 24 1,0 0-16,25 0 0,-25 0 0,0-25 0,0 25 0,25 0 0,-25 0 15,0-25-15,0 25 0,0 0 0,25-25 0,-25 25 0,0-25 0,0 25 0,24-24 16,-24 24 0,0 0-16,0-25 0,0 25 0,0 0 0,25-25 0,-25 25 0,0 0 0,0-25 15,0 25-15,0-25 0,0 25 0,0 0 0,0-24 0,0 24 0,0 0 0,0-25 31,0 25-31,0 0 0,0-25 0,0 25 0,0 0 0,0 0 0,0 0 0,0-25 0,0 25 16,0 0-16,0 0 0,0 0 0,0-25 0,0 25 0,0 0 0,0 0 31,0 0-31,0 0 0,0 0 0,-25 0 0,25-24 0,0 24 0,0 0 0,0 0 0,0 0 0,0 0 16,0 0-16,0 0 0,0-25 0,0 25 0,0 0 0,0 0 15,0 0-15,-24 0 16,24 0-16,0 0 0,0 25 0,0-25 0,0 0 0,0 0 0,0 0 0,0 0 16,0 0-16,0 24 0,-25-24 0,25 0 0,0 0 0,0 0 15,0 0-15,0 0 0,0 25 16</inkml:trace>
  <inkml:trace contextRef="#ctx0" brushRef="#br0" timeOffset="858627.1107">30113 9426 0,'0'0'0,"0"0"15,0 0-15,0 0 0,0 0 0,0 0 0,0 0 0,0 0 0,0 0 0,0 0 16,0 0-16,0 0 0,0 0 0,0 0 15,0 0-15,0 0 0,0 0 0,0 0 16,0 0-16,0 0 0,0 0 0,0 0 0,0 0 0,0 0 0,0 0 16,0 0-16,0 0 0,0 0 0,0 0 0,-25 0 0,25 0 0,0 0 15,0 0 1,0 25-16,0-25 0,0 0 0,0 0 0,0 0 0,0 24 0,0-24 15,0 0-15,0 0 0,0 25 0,0-25 0,0 0 0,-25 0 0,25 25 0,0-25 16,0 0 0,0 0-16,0 0 0,0 25 0,0-25 0,0 0 0,0 0 0,0 25 15,0-25-15,0 0 0,0 0 0,0 0 0,0 0 0,0 0 0,-25 0 16,25 24-1,0-24-15,0 0 0,0 0 0,0 0 16,0 0-16,0 0 0,0 0 0,0 0 0,0 0 0,0 0 0,0 0 0,0 0 0,0 0 0,0 0 0,0 0 0,0 0 16,0 0-1,0 0-15,0 0 0,0 0 0,25 0 0,-25 0 0,0 0 0,0 0 0,0 0 0,0-24 0,0 24 16,0 0-16,0 0 15,0 0-15,0 0 0,0 0 0,0 0 0,0 0 0,0 0 16,0 0-16,25 0 0,-25 0 0,0-25 0,0 25 0,0 0 0,0 0 16,0 0-16,0 0 0,0 25 15,0-25-15,0 0 0,0 0 0,0 0 0,0 0 0,0 0 0,25 0 16,-25 0-16,0 0 0,0 0 0,0 0 0,0 0 0,0 0 0,0 0 0,0 0 15,0 0-15,0 0 0,0 0 16,25 0-16,-25 0 0,0 24 0,0-24 0,0 0 16,0 0-16,0 0 0,0 25 0,0-25 0,0 0 0,0 0 0,0 0 0,0 25 15,0-25-15,0 0 16,0 0-16,0 25 0,0-25 0,0 0 0,0 0 0,0 25 15,0-25-15,0 0 0,0 0 0,0 24 0,0-24 0,0 0 0,0 25 0,0-25 16,0 0-16,0 0 0,0 0 0,0 25 0,0-25 16,0 0-16,0 0 15,0 25-15,0-25 0,-25 0 0,25 0 0,0 25 0,0-25 0,0 0 0,0 0 0,0 0 16,0 24-16,0-24 0,0 0 0,-25 0 15,25 0-15,0 0 0,0 0 16,0 25-16,0-25 0,0 0 0,0 0 0,0 0 0,-25 0 0,25 0 0,0 0 0,0 25 16,0-25-16,0 0 0,0 0 0,-25 0 0,25 0 0,0 0 31,0 0-31,0 0 0,0 0 0,0 0 0,0 0 0,0 0 0,0 0 0,-24 0 0,24 0 0,0 0 0,0 0 15,0 0 1,0 0-16,0 0 0,0 0 0,0 0 0,0 0 0,0-25 0,-25 25 0,25 0 0,0 0 16,0 0-16,0 0 0,0 0 0,0 0 0,0 0 0,0 0 15,0 0 1,0-25-16,0 25 0,0 0 0,0 0 0,0 0 0,0 0 0,-25 0 0,25 0 15,0 0-15,0 0 0,0 0 0,0 0 0,0 0 0,0 0 0,0 0 16,0-24 0,25 24-16,-25 0 0,0 0 0,0 0 0,0 0 0,0-25 0,0 25 0</inkml:trace>
  <inkml:trace contextRef="#ctx0" brushRef="#br0" timeOffset="859056.1352">30162 9401 0,'0'0'15,"-24"0"-15,24 0 16,0 0-16,0 0 0,0 0 0,0 0 0,0 0 0,0 0 0,0 0 0,0 0 0,0 0 15,0 0-15,0 0 0,0 0 0,0 0 0,0 0 0,0 0 32,0 0-32,0 0 0,0 0 0,0 0 0,0 0 0,0 0 0,0 0 0,0 0 15,0 0-15,0 0 0,0 0 0,0 0 0,0 0 0,0 0 0,0 0 0,0 0 31,0 0-31,0 0 0,0 0 0,0 0 0,0 0 0,0 0 0,0 0 0,0 0 16,0 0-16,24 0 0,-24 0 0,0 0 0,0 0 0,0 0 0,0 0 0,25 0 16,-25 0-16,0 0 0,0 0 0,25 0 0,-25 0 15,0-25-15,0 25 0,25 0 16,-25 0-16,0 0 0,0 0 0,25 0 0,-25 0 0,0 0 0,0-25 0,0 25 15,25 0-15,-25 0 16,0 0-16</inkml:trace>
  <inkml:trace contextRef="#ctx0" brushRef="#br0" timeOffset="877090.1667">30683 9525 0,'0'0'0,"0"0"0,0 0 16,0 0-16,0 0 0,0 0 16,0 0-16,0 0 0,0 0 0,0 0 0,0 0 0,25 0 15,-25 0-15,0 0 0,0 0 0,0 0 0,0 0 0,0 0 0,0 0 31,0 0-31,0 0 0,0 0 0,0 0 0,0 0 0,0 0 0,0 0 0,0 0 0,0 0 0,0 0 16,0 0-16,0 0 0,0 0 0,0 0 0,0 0 0,0 0 0,0 0 0,0 0 16,0 0-1,0 0-15,0 0 0,0 0 0,0 0 0,0 0 0,0 0 0,0 0 0,0 0 16,0 0-16,0 0 0,0 0 0,0 0 0,0-25 0,0 25 0,0 0 15,0 0 1,0 0-16,0 0 0,0 0 0,0 0 0,0 0 0,0 0 0,0 0 0,0 0 16,0 0-16,0 0 0,0 0 0,0 0 0,0 0 0,0 0 0,0 0 0,0 0 15,0 0-15,0 0 0,0 0 0,0 0 0,0 0 0,0 0 16,0 0-1,0 0 1,0 0-16,0 0 0,0 0 0,0 0 0,0 0 0,0 0 0,0 0 0,0 0 0,0 0 0,0 0 0,0 0 0,0 0 0,0 0 16,0 0-16,0 0 15,0 0-15,0 0 0,0 0 0,0 0 0,0 0 0,0 0 0,-25 25 16,25-25-16,0 0 0,0 0 0,0 0 0,0 25 0,0-25 0,0 0 0,-24 0 15,24 0-15,0 25 16,0-25-16,0 0 0,0 24 0,0-24 0,-25 0 0,25 0 0,0 25 16,0-25-16,0 0 0,0 0 0,0 0 0,0 25 0,0-25 0,0 0 15,0 0-15,0 0 16,-25 0-16,25 0 0,0 0 0,0 0 0,0 0 0,0 25 0,0-25 0,0 0 15,0 0-15,0 0 0,0 0 0,0 0 0,0 0 0,0 0 0,0 0 0,0 0 16,0 0 0,0 0-16,0 0 0,0 0 0,0 0 0,0 0 0,0 0 0,0 0 0,0 0 0,0 0 0,0 0 15,0 0-15,0 0 0,0 0 0,0 0 0,0 0 16,0 0-16,0 0 15,0 0-15,0 0 0,25 0 0,-25 0 0,0 0 0,0-25 0,0 25 16,0 0-16,0 0 0,0 0 0,0 0 0,0 0 0,0 0 0,0 0 16,0 0-16,0 0 15,25 0-15,-25 0 0,0-25 0,0 25 0,0 0 0,0 0 0,0 0 0,0 0 16,0 0-16,0 0 0,24 0 0,-24 0 0,0 0 0,0 0 0,0 0 15,0 0 1,0 0-16,0 0 0,0 0 0,0 0 0,0 0 0,0 0 0,25 0 16,-25 0-16,0 0 0,0 0 0,0 0 0,0 0 0,0 0 0,0 0 0,0 0 15,0 25-15,0-25 0,0 0 16,0 0-16,25 0 0,-25 0 0,0 0 0,0 25 0,0-25 0,0 0 15,0 0-15,0 25 0,0-25 0,0 0 0,0 0 0,0 0 0,0 24 16,0-24 0,0 0-16,0 0 0,0 25 0,0-25 0,-25 0 0,25 0 0,0 0 0,0 25 15,0-25-15,0 0 0,0 0 0,0 0 0,0 25 0,0-25 0,0 0 16,0 0-16,0 0 0,0 25 0,0-25 0,0 0 15,0 0-15,-25 0 0,25 0 0,0 0 0,0 0 0,0 24 0,0-24 16,0 0 0,0 0-16,0 0 0,0 0 0,-24 0 0,24 0 0,0 25 0,0-25 0,0 0 15,0 0-15,0 0 0,0 0 0,-25 0 0,25 0 0,0 0 0,0 0 16,0 0-1,0 0-15,0 0 0,-25 0 0,25 0 0,0 0 0,0 0 0,0 0 0,0 0 0,-25 0 16,25 0-16,0 0 0,0 0 0,0 0 0,0 0 0,0 0 16,0 0-16,0 0 15,0 0-15,0 0 0,-25 0 0,25 0 0,0 0 0,0 0 0,0 0 16,0 0-16,0 0 0,0-25 0,0 25 0,0 0 0,0 0 0,0 0 0,0 0 15,0 0 1,0 0-16,0-24 0,0 24 0,0 0 0,0 0 0,0 0 0,0 0 0,0 0 16,0-25-16,0 25 0,0 0 0,25 0 0,-25 0 0,0-25 0,0 25 0,0 0 31,0 0-31,0 0 0,25-25 0,-25 25 0,0 0 0</inkml:trace>
  <inkml:trace contextRef="#ctx0" brushRef="#br0" timeOffset="877392.1839">30708 9525 0,'0'0'0,"0"0"0,0 0 0,0 0 16,0-25-16,0 25 0,0 0 0,0 0 0,0 0 0,0 0 15,0 0-15,0 0 0,0 0 0,0 0 0,0 0 16,0 0-16,25 0 0,-25 0 0,0 0 0,0 0 16,0 0-16,0 0 0,25 0 0,-25 0 0,0 0 15,0-25-15,0 25 0,25 0 0,-25 0 0,0 0 0,0 0 0,24 0 16,-24 0-16,0 0 15,0 0-15,25 0 0,-25 0 0,0 0 0,0 0 0,0 0 0,25 0 0,-25 0 16,0 0-16,25 0 0,-25 0 0,0 0 0,0 0 16,0 0-16,25 0 0,-25 0 15,0 0-15,0 0 0,0 0 0</inkml:trace>
  <inkml:trace contextRef="#ctx0" brushRef="#br0" timeOffset="878072.2229">30758 9798 0,'0'0'0,"0"0"0,0 0 15,0 0-15,0 0 0,0 0 0,0 0 0,0 0 0,0 0 0,0 0 0,0 0 16,0 0 0,0 0-16,0 0 0,0 0 0,0 0 0,25 0 0,-25 0 0,0 0 15,0 0-15,0 0 0,0 0 0,0 0 0,24 0 0,-24 0 0,0-25 0,0 25 16,0 0-16,0 0 0,25 0 0,-25 0 0,0-25 15,0 25-15,0 0 0,25 0 0,-25-25 16,0 25-16,0 0 0,25-24 0,-25 24 0,0-25 0,0 25 0,25 0 0,-25-25 16,0 25-1,0 0-15,24-25 0,-24 25 0,0 0 0,0-25 0,0 25 0,0 0 16,25 0-16,-25 0 0,0-24 15,0 24-15,0 0 0,0 0 0,0 0 0,0 0 0,0 0 0,0-25 0,0 25 16,0 0-16,0 0 0,0 0 0,0 0 0,0 0 0,0 0 0,0 0 16,0 0-16,0 0 0,0 0 0,0 0 0,0 25 0,0-25 0,0 0 15,0 0 1,0 0-16,0 0 0,0 0 0,0 24 0,0-24 0,0 0 0,0 0 0,0 0 0,0 25 15,0-25-15,0 0 0,0 0 0,0 25 0,0-25 0,0 0 16,-25 0-16,25 25 16,0-25-16,0 0 0,0 0 0,0 25 0,0-25 0,0 0 0,0 0 0,0 24 31,0-24-31,-24 0 0,24 0 0,0 25 0,0-25 0,0 0 0,0 25 0,0-25 0,0 0 15,0 0-15,0 25 0,0-25 0,0 0 0,0 0 0,0 0 0,0 25 16,0-25-16,-25 0 0,25 0 0,0 0 0,0 0 0,0 0 0,0 0 16,0 24-1,0-24-15,0 0 0,0 0 16,0 0-16,0 0 0,0 0 0,0 0 0,0 0 0,0 0 0,0 0 0,0 0 0,0 0 0,0 0 0,0 0 15,0 0-15,0 0 0,0 0 0,0 0 0,0 0 0,0 0 0,0 0 16,0 0 0,0 0-16,0 0 0</inkml:trace>
  <inkml:trace contextRef="#ctx0" brushRef="#br0" timeOffset="879053.2789">31105 9550 0,'0'0'0,"0"0"0,0 0 16,0 0-16,0 0 0,0 0 0,0 0 0,0 0 0,0 0 0,0 0 16,0 0-16,0 0 15,25 0-15,-25 0 0,0 0 0,0 0 0,0 0 0,0 0 0,0 0 16,0 0-16,0 0 0,0 0 0,0 0 0,0 0 0,0 0 0,0 0 0,0 0 15,0 0 1,25-25-16,-25 25 0,0 0 0,0 0 0,0 0 0,0 0 0,0 0 0,0 0 16,0 0-16,24 0 0,-24 0 0,0 0 0,0 0 0,0 0 0,0 0 0,25 0 31,-25-25-31,0 25 0,0 0 0,0 0 0,0 0 0,25 0 0,-25 0 0,0 0 15,0 0-15,0 0 0,0 0 0,0 0 0,25 0 0,-25 0 0,0 25 16,0-25-16,0 0 16,0 0-16,0 0 0,0 0 0,0 0 0,0 25 0,0-25 0,0 0 0,0 0 15,0 25-15,0-25 0,0 0 0,0 0 0,0 0 0,-25 24 0,25-24 16,0 0-16,0 25 15,0-25-15,0 0 0,0 0 0,0 25 0,-25-25 0,25 0 0,0 0 0,0 25 0,0-25 16,-25 0-16,25 0 0,0 25 0,0-25 0,0 0 0,-24 0 0,24 24 16,0-24-16,0 0 15,0 0-15,0 0 0,-25 0 0,25 0 0,0 0 0,0 25 0,0-25 0,0 0 31,0 0-31,0 0 0,0 0 0,0 0 0,0 0 0,0 0 0,0 0 0,0 0 0,0 0 0,0 0 16,0 0-16,0 0 0,0 0 0,0 0 0,0 0 0,0 0 16,0 0-16,0 0 15,0-25-15,0 25 0,0 0 0,0 0 0,0 0 0,25 0 0,-25 0 0,0 0 16,0 0-16,0 0 0,0 0 0,0 0 0,24 0 0,-24 0 0,0-24 15,0 24-15,0 0 16,25 0-16,-25 0 0,0 0 0,0 0 0,0 0 0,0 0 0,25 24 0,-25-24 16,0 0-16,0 0 0,0 0 0,0 25 0,0-25 0,0 0 0,0 25 31,0-25-31,0 0 0,0 0 0,0 0 0,0 25 0,0-25 0,0 0 0,0 25 0,0-25 0,0 0 15,0 0-15,-25 24 0,25-24 0,0 0 0,0 0 0,0 25 16,0-25 0,-25 0-16,25 0 0,0 25 0,0-25 0,0 0 0,-24 0 15,24 0-15,0 0 0,0 0 0,0 0 0,0 25 0,-25-25 0,25 0 16,0 0-16,0 0 0,0 0 0,0 0 0,0 0 0,-25 0 0,25 0 0,0 0 15,0 0-15,0 0 0,0 0 16,0 0-16,0 0 0,0 0 0,0 0 0,0-25 0,0 25 0,-25 0 0,25 0 16,0 0-16,0 0 15,0 0-15,0 0 0,0 0 0,0-25 0,0 25 0,0 0 0,0 0 16,0 0-16</inkml:trace>
  <inkml:trace contextRef="#ctx0" brushRef="#br0" timeOffset="890430.9298">32569 10021 0,'0'0'0,"0"0"15,0 0-15,0 0 0,0 0 0,0 0 0,0 0 0,0 25 0,0-25 16,0 0-16,0 0 15,0 0-15,0 0 0,0 0 0,0 0 0,0 0 0,24 0 0,-24 0 0,0 0 0,0 0 0,0 0 16,0 0-16,0 0 0,0 0 0,0 0 0,0 0 0,0 0 0,0 0 16,0 0-1,0 0-15,0 0 0,0 0 0,0 0 0,0 0 0,0 0 0,0 0 0,0 0 0,0 0 0,0 0 16,0 0-16,0 0 0,0 0 15,0 0-15,0 0 0,0 0 0,0 0 16,0 0-16,0 0 0,0 0 0,0 0 0,0 0 0,0 0 0,0 0 0,0 0 0,0 0 0,0 0 16,0 0-1,0 0-15,0 0 0,0 0 0,0 0 0,0 0 0,0 0 0,0 0 0,0 0 0,0 0 16,0 0-16,0 0 0,0 0 0,0 0 0,0 0 0,0 0 15,0 0-15,0 0 16,0-25-16,0 25 0,0 0 0,0 0 0,0 0 0,0 0 0,0 0 0,0 0 16,0 0-16,0 0 0,0 0 0,0 0 0,0 0 0,0-25 0,0 25 0,0 0 15,0 0 1,0 0-16,-24 0 0,24 0 0,0 0 0,0-25 0,0 25 0,0 0 0,0 0 15,0 0-15,0 0 0,0 0 0,0 0 0,0 0 0,0 0 0,0 0 0,0 0 16,0 0 0,0-24-16,0 24 0,0 0 0,0 0 0,0 0 0,0 0 0,0 0 0,0 0 0,0 0 15,0 0-15,0 0 0,0 0 0,0 0 0,0 0 0,0 0 0,0 0 31,0 0-31,0-25 0,0 25 0,0 0 0,0 0 0,0 0 0,0 0 0,0 0 0,0 0 0,0 0 16,0 0-16,0 0 0,0-25 0,0 25 0,0 0 0,0 0 16,0 0-16,0 0 0,0 0 0,0 0 15,0 0-15,0 0 0,0 0 0,0-25 0,0 25 0,0 0 0,24 0 16,-24 0-16,0 0 0,0 0 0,0-25 0,0 25 0,0 0 0,0 0 15,0 0-15,0 0 16,0 0-16,0 0 0,25 0 0,-25 0 0,0 0 0,0 0 0,0 0 0,0 0 0,0 0 31,0 0-31,0 0 0,0 0 0,0 0 0,0 0 0,0 0 0,0 0 0,0 0 0,0 0 0,0 0 0,0 0 16,0 0-16,0 0 0,25 0 0,-25 0 0,0 0 0,0 25 15,0-25-15,0 0 0,0 0 16,0 0-16,25 0 0,-25 0 0,0 0 0,0 25 0,0-25 0,0 0 0,0 0 16,25 0-16,-25 0 0,0 0 0,0 25 0,0-25 0,0 0 0,0 0 15,0 0-15,24 0 16,-24 0-16,0 25 0,0-25 0,0 0 0,0 0 0,0 0 0,0 0 0,0 0 0,0 0 15,0 24-15,0-24 0,0 0 16,0 0-16,0 0 0,0 0 0,0 0 0,0 25 0,0-25 16,-24 0-16,24 0 0,0 0 0,0 0 0,0 0 0,0 25 0,-25-25 0,25 0 15,0 0-15,0 0 0,-25 0 0,25 25 16,0-25-16,0 0 0,-25 0 0,25 0 0,0 25 0,-25-25 15,25 0-15,0 0 0,0 0 0,-24 0 0,24 0 0,0 25 0,0-25 0,-25 0 32,25 0-32,0 0 0,0 0 0,0 0 0,-25 24 0,25-24 0,0 0 0,0 0 0,0 0 15,-25 0-15,25 0 0,0 0 0,0 0 0,-25 0 0,25 0 0,0 0 0,0 25 16,0-25-16,-24 0 15,24 0-15,0 0 0,0 0 0,0 0 0,0 0 0,-25 0 0,25 0 16,0 0-16,0 0 0,0 0 0,0 0 0,0 0 0,0 0 0,-25 0 0,25 0 31,0 0-31,0 0 0,0 0 0,0 0 0,0 0 0,0 0 0,0 0 0,0 0 0,0 0 0,0 0 16,0 0-16,0 0 0,0 0 0,0 0 0,0 0 0,0 0 0,0 0 31,0 0-31,0 0 0,0 0 16,0 0-16,0 0 0,0 0 0,0 0 0,0 0 0,0 0 0,0 0 0,0 0 0,0 0 0,0 0 0,0 25 0,0-25 15,0 0-15,0 0 0,0 0 0,0 0 0,0 0 0,0 0 16,0 0-16,0 0 15,0 0-15,0 0 0,0 0 0,25 0 0,-25 0 0,0 0 0,0 0 0,0 0 0,25 0 0,-25 25 16,0-25-16,0 0 0,24 0 0,-24 0 0,0 0 0,25 0 0,-25 0 16,0 0-1,0 0-15,25 0 0,-25 25 0,0-25 0,25 0 0,-25 0 0,0 0 0,25 0 0,-25 0 0,0 0 16,24 0-1,-24 0-15,0 0 0,0 0 0,0 0 0,25 0 0,-25 0 0,0 24 0,0-24 0,0 0 16,0 0-16,0 0 0,25 0 0,-25 0 0,0 0 0,0 0 0,0 0 0,0 0 31,0 0-31,0 0 0,0 0 0,0 0 0,0 0 0,0 0 0,0 0 0,0 0 0,0 0 0,0 0 16,25 0-16,-25 0 0,0 0 0,0 0 0,0 0 0,0 0 15,0-24-15,0 24 16,0 0-16,0 0 0,0 0 0,0 0 0,25 0 0,-25 0 0,0 0 0,0-25 0,0 25 16,0 0-16,0 0 0,0 0 0,0 0 15,0 0-15,0 0 0,0 0 0,0 0 0</inkml:trace>
  <inkml:trace contextRef="#ctx0" brushRef="#br0" timeOffset="891196.9736">31502 10666 0,'0'0'15,"0"0"-15,0 0 16,0 0-16,0 0 0,0 0 0,0 0 0,0 0 0,0 0 0,0 0 15,0 0-15,0 0 0,0 0 0,0 0 0,0 0 0,0 0 0,0 0 0,0 0 16,0 0-16,0 0 16,0 0-16,0 0 0,0 0 0,0 0 0,25 0 0,-25 0 0,0 0 15,0 0-15,0 0 0,0 0 0,0 0 0,0 0 0,0 25 0,25-25 0,-25 0 31,0 0-31,0 0 0,0 0 0,24 0 0,-24 0 0,0 0 0,0 0 0,25 0 0,-25 0 16,0 0-16,25 0 0,-25 0 0,0 0 0,0 0 0,25 0 0,-25 0 0,0 0 31,25 0-31,-25 0 0,0 0 0,0 0 0,24 0 0,-24 0 0,0 0 0</inkml:trace>
  <inkml:trace contextRef="#ctx0" brushRef="#br0" timeOffset="891863.0117">31775 10716 0,'-25'0'0,"25"0"0,0 0 0,0 0 16,0 0-16,0 0 0,0-25 0,0 25 0,0 0 0,0 0 0,0 0 0,0 0 16,0 0-16,0-25 15,0 25-15,0 0 0,0 0 0,0 0 0,0 0 0,0-25 16,0 25-16,25 0 0,-25 0 0,0 0 0,0 0 0,0 0 0,0-25 0,0 25 15,0 0-15,25 0 0,-25 0 0,0 0 0,0 0 16,0 0-16,0 0 0,0 0 16,0 0-16,24-24 0,-24 24 0,0 0 0,0 0 0,0 0 0,0 0 0,25 24 0,-25-24 0,0 0 15,0 0-15,0 0 16,0 0-16,0 0 0,25 0 0,-25 0 0,0 0 0,0 0 31,0 0-31,0 0 0,0 0 0,0 0 0,25 25 0,-25-25 0,0 0 0,0 0 0,0 0 0,0 25 0,0-25 0,0 0 0,0 0 16,0 25-16,0-25 0,-25 0 0,25 25 15,0-25-15,0 0 0,0 0 0,0 24 16,0-24-16,-25 25 0,25-25 0,0 0 0,0 25 0,-25-25 0,25 0 0,0 25 0,0-25 15,-24 0-15,24 25 0,-25-25 0,25 0 0,0 24 0,-25-24 16,25 0-16,0 25 16,-25-25-16,25 0 0,-25 0 0,25 25 0,0-25 0,-24 0 0,24 0 0,0 0 15,0 25-15,-25-25 0,25 0 0,0 0 0,0 0 0,0 0 16,0 0-16,-25 25 0,25-25 0,0 0 15,0 0-15,0 0 0,0 0 0,0 0 0,0 0 0,0 0 0,0 0 16,0 0-16,0 0 0,0 0 0,0 0 0,0 0 0,0 0 0,25 0 16,-25 0-1,0 0-15,0 0 0,0 0 0,0 0 0,0 0 0,0 0 0,25 0 0,-25 0 16,0 0-16,0 0 0,24 0 0,-24 0 0,0 0 0,25 0 0,-25 0 0,0 0 15,25 0 1,-25 0-16,25 0 0,-25 0 0,0 0 0,25 0 0,-25 0 0,24 0 16,-24 0-16,0 0 0,25 0 0,-25 0 0,25 0 0,-25 0 0,0 0 0,25 0 0,-25 0 31,0 0-31,25 0 0,-25-25 0,0 25 0,24 0 0,-24 0 0,0 0 0,0 0 0,25-25 15</inkml:trace>
  <inkml:trace contextRef="#ctx0" brushRef="#br0" timeOffset="892251.0339">32072 10567 0,'0'0'0,"0"0"0,0 0 16,0 0-16,0 0 0,0 0 0,0 0 0,0 0 16,0 0-16,0 0 0,0 0 0,0 0 0,0 25 0,0-25 15,0 0-15,0 0 0,0 0 0,25 0 0,-25 0 0,0 24 16,0-24-1,0 0-15,0 0 0,0 25 0,0-25 0,0 0 0,0 25 0,0-25 0,0 25 0,0-25 16,0 0-16,-25 25 0,25-25 0,0 24 0,0-24 0,0 25 16,0-25-16,0 25 15,0-25-15,-24 0 0,24 25 0,0-25 0,0 25 0,0-25 0,-25 24 16,25-24-16,0 25 0,0-25 15,0 0-15,0 25 0,-25-25 0,25 0 0,0 0 0,0 25 0,0-25 0,0 0 16,0 0-16,0 0 0,0 0 0,0 0 0,0 0 0,0 0 0,0 0 0,0 0 16,0 0-16,0 0 0,0 0 15,0 0-15,0 0 0,0 0 0,0 0 0,0 0 16,0 0-16,0 0 0,0-25 0,0 25 0,0 0 0,0 0 0,0-25 0,0 25 0,0 0 15</inkml:trace>
  <inkml:trace contextRef="#ctx0" brushRef="#br0" timeOffset="892449.0452">32048 10740 0,'0'0'0,"0"0"0,0 0 0,0 0 0,0 0 0,0 0 16,0 0-16,0 0 0,24 0 0,-24 0 0,0 0 15,0 0-15,0 0 0,25 0 0,-25 0 0,0 0 16,25 25-16,-25-25 0,0 0 0,25 0 0,-25 0 0,25 0 0,-25 0 16,24 0-16,-24 0 0,0 0 0,25 0 0,-25 0 15,25 0-15,-25 0 0,0 0 0,25 0 0,-25 0 0,0 0 16,25-25-16,-25 25 0,0 0 0,25 0 0,-25 0 0,0 0 15,0-24-15,24 24 0,-24 0 0,0 0 0,0 0 16,0-25-16,25 25 0</inkml:trace>
  <inkml:trace contextRef="#ctx0" brushRef="#br0" timeOffset="892652.0568">32395 10592 0,'0'0'0,"0"0"0,0 0 0,0 0 15,0 0-15,0 0 0,0 0 0,0-25 0,0 25 0,0 0 16,0 0-16,-25 25 0,25-25 0,0 0 0,0 0 0,0 0 16,0 0-16,0 0 0,0 24 0,0-24 0,-25 0 15,25 0-15,0 25 0,0-25 0,0 0 0,0 0 0,-24 25 16,24-25-16,0 0 0,0 25 0,-25-25 0,25 25 0,0-25 15,0 0-15,0 24 0,-25-24 0,25 0 0,0 25 16,0-25-16,0 25 0,-25-25 0,25 0 0,0 0 0,0 25 16,0-25-16,0 0 0,-25 25 0,25-25 0,0 0 0,0 0 15,0 24-15,0-24 0,0 0 0,0 0 0,-25 25 0,25-25 16,0 0-16,0 0 15,0 0-15,0 0 0,0 25 0,0-25 0,0 0 16,0 0-16,0 0 0,0 0 0,0 0 0,0 0 0,0 0 0</inkml:trace>
  <inkml:trace contextRef="#ctx0" brushRef="#br0" timeOffset="893177.0868">32271 10939 0,'0'0'0,"25"0"0,-25 0 0,0 0 0,0 0 16,0 0-16,0 0 0,0-25 0,0 25 0,0 0 15,0 0-15,0 0 0,0 0 0,0 0 0,25 0 0,-25 0 16,0 0-16,0 0 0,0 0 0,0 0 0,24 0 16,-24 0-16,0 0 0,0 0 0,0 0 0,0 0 0,25 0 15,-25 0-15,0 0 0,0 0 0,0 25 0,0-25 16,25 0-16,-25 0 0,0 0 0,0 0 15,0 0-15,0 0 0,0 25 0,0-25 0,0 0 0,0 0 0,0 0 0,0 0 16,0 24-16,0-24 16,0 0-16,0 0 0,0 0 0,0 25 0,0-25 0,0 0 0,0 0 0,0 0 15,0 0-15,0 25 0,0-25 0,0 0 0,0 0 0,-25 0 0,25 25 0,0-25 16,0 0-1,-25 0-15,25 0 0,0 25 0,0-25 0,-24 0 0,24 0 0,0 24 0,-25-24 0,25 0 0,0 0 16,-25 0 0,25 25-16,0-25 0,0 0 0,-25 0 0,25 0 0,0 25 0,0-25 0,0 0 0,-25 0 15,25 0-15,0 0 0,0 0 0,0 25 16,0-25-16,0 0 0,0 0 0,-25 0 0,25 0 0,0 0 0,0 0 15,0 0-15,0 0 0,0 0 0,0 0 0,0 0 0,0 0 0,0 0 0,0 0 16,0 0 0,0 0-16,0 25 0,0-25 0,0 0 0,25 0 0,-25 0 0,0 0 15,0 0-15,0 0 0,0 0 0,0 0 0,25 0 0,-25 0 0,0 0 0,25 0 0,-25 0 16,0 0-16,0 0 15,25 0-15,-25 0 0,25 0 0,-25 0 0,0 0 0,24 0 0,-24 0 0,25 0 0,-25 0 32,0 0-32,25 0 0,-25 0 0,0 0 0,25 0 0,-25 0 0,0 0 0,0 0 15,25 0-15,-25 0 0,0 0 0,0 0 0,0 0 0,0 0 0,0 0 0,0 0 0,0-25 31,0 25-31,0 0 0,0 0 0,0 0 0,0 0 0,0 0 0</inkml:trace>
  <inkml:trace contextRef="#ctx0" brushRef="#br0" timeOffset="898197.374">26516 10641 0,'0'0'0,"0"0"15,0 0 1,0 0-16,0 0 0,0 0 0,0 0 0,0 0 0,0 0 0,0 0 0,0 0 15,0 0-15,0 0 0,0 0 0,0 0 0,0 0 0,0 0 0,0 0 16,0 0-16,0 0 16,0 0-16,0 0 0,0 0 0,0 0 0,0 0 0,0 0 0,0 0 0,0 0 15,0 0 1,0 0-16,0 0 0,0 0 0,0 0 0,0 0 0,0 0 0,0 0 0,0 0 0,0 0 15,0 0-15,0 0 0,0 0 0,0 0 0,0 0 0,0 0 0,0 0 32,0 0-32,0 0 0,0-25 0,0 25 0,0 0 0,0 0 0,0 0 0,0 0 15,-25 0-15,25 0 0,0 0 0,0 0 0,0 0 0,0 0 0,0 0 16,0 0-16,0 0 15,0 0-15,0 0 0,0 0 0,0 0 0,0 0 0,-24 0 0,24 0 0,0 0 16,0 0-16,0 0 0,0 0 16,0 0-16,0 0 0,0 0 0,0 0 0,0 0 0,0 0 0,0 0 0,0 0 15,0 0-15,0 0 0,0 0 0,0 0 0,0 0 0,-25 0 0,25 0 16,0 0-16,0 0 15,0 25-15,0-25 0,0 0 0,0 0 0,0 0 0,0 0 16,0 0-16,0 0 0,0 0 0,0 25 0,-25-25 0,25 0 0,0 0 0,0 0 0,0 0 16,0 25-16,0-25 15,0 0-15,0 0 0,0 0 0,-25 0 0,25 0 16,0 25-16,0-25 0,0 0 0,0 0 0,0 0 0,0 0 0,0 0 0,0 24 15,0-24-15,0 0 0,0 0 16,0 0-16,0 0 0,-25 0 0,25 0 0,0 0 0,0 25 16,0-25-16,0 0 0,0 0 0,0 0 0,0 0 0,0 0 0,0 0 0,0 0 15,0 0-15,0 25 16,0-25-16,0 0 0,0 0 0,0 0 0,0 0 0,0 25 0,0-25 0,0 0 0,0 0 15,0 0-15,0 0 0,0 25 16,0-25-16,0 0 0,0 0 0,0 0 16,0 0-16,0 24 0,0-24 0,0 0 0,0 0 0,0 0 0,0 0 0,0 25 15,0-25-15,0 0 0,0 0 0,0 0 0,0 0 0,0 25 16,0-25-16,0 0 15,0 0-15,0 0 0,0 0 0,0 25 0,25-25 0,-25 0 0,0 0 0,0 0 0,0 0 32,0 0-32,0 0 0,0 0 0,0 25 0,25-25 0,-25 0 0,0 0 15,0 0-15,0 0 0,0 0 0,25 0 0,-25 0 0,0 0 0,0 24 0,0-24 16,0 0-16,0 0 0,25 0 0,-25 0 0,0 0 0,0 0 0,0 0 15,0 0-15,24 0 16,-24 0-16,0 0 0,0 0 0,0 0 0,25 0 0,-25 0 0,0 0 0,0 0 0,0 0 16,25 0-1,-25 0-15,0 0 0,0 0 0,0 0 0,0 0 0,25 0 0,-25 0 0,0 0 0,0 0 16,0 0-16,0 0 0,25 0 0,-25 0 0,0 0 0,0-24 15,0 24 1,0 0-16,24 0 0,-24 0 0,0 0 0,0 0 0,0 0 0,0-25 0,25 25 16,-25 0-16,0 0 0,0 0 15,0 0-15,0 0 0,25 0 0,-25 0 0,0-25 0,0 25 0,0 0 0,0 0 16,0 0-16,0 0 0,25 0 0,-25 0 0,0 0 0,0 0 0,0-25 31,0 25-31,0 0 0,0 0 0,0 0 0,0 0 0,0 0 0,0-25 0,25 25 0,-25 0 16,0 0-16,0 0 0,0-24 0,0 24 0,0 0 0,0 0 0,0-25 0,0 25 15,0 0 1,0 0-16,0 0 0,0-25 0,0 25 0,0 0 0,0 0 0,0 0 15,0-25-15,0 25 0,0 0 0,0 0 0,0 0 0,0-25 0,0 25 0,0 0 32,0 0-32,0 0 0,0 0 0,0-24 0,0 24 0,0 0 0,0 0 0,0 0 0,0-25 15,0 25-15,0 0 0,0 0 0,0 0 0,0 0 0,-25 0 0,25 0 31,0-25-31,0 25 0,0 0 0,0 0 0,0 0 0,0 0 0,0 0 0,0 0 0,0 0 16,0 0-16,0 0 0,0 0 0,0-25 16,0 25-16,-25 0 0,25 0 0,0 0 0,0 0 15,0 0-15,0 0 0,0 0 0,0 0 0,0-25 0,0 25 0,0 0 16,0 0-16,-25 0 0,25 0 0,0 0 0,0 0 0,0 0 0,0 0 15,0-24 1,0 24-16,0 0 0,0 0 0,0 0 0,0 0 0,0 0 0,-25 0 0,25 0 0,0 0 0,0 0 31,0 0-31,0 0 0,0 0 0,0 0 0,-24 0 0,24 0 0,0 0 0,0 0 0,0 0 0,0 0 16,0 0-16,0 0 0,0 0 15,-25 0-15,25 0 0,0 0 0,0 0 0,0 0 16,0 0-16,0 0 0,0 0 0,0 0 0,-25 0 0,25 0 0,0 0 0,0 0 16,0 0-16,0-25 0,0 25 0,0 0 0,-25 0 0</inkml:trace>
  <inkml:trace contextRef="#ctx0" brushRef="#br0" timeOffset="902717.6325">27558 10542 0,'0'0'0,"0"0"0,0 0 31,0 0-31,0 0 0,25 0 0,-25 0 0,0 0 0,0 0 0,0-25 0,0 25 0,0 0 0,0 0 0,0 0 0,0 0 31,0 0-31,0 0 0,0 0 0,0 0 0,0 0 0,0 0 0,0 0 0,25 0 0,-25 0 0,0 0 0,0 0 16,0 0-16,0 0 15,0 0-15,0 0 0,0 0 0,0 0 0,0 0 0,0 0 16,0 0-16,0 0 0,0 0 0,0 0 0,0 0 0,0 0 0,0 0 0,0 0 15,0 0-15,0 0 16,0 0-16,0 0 0,0 0 0,0 0 0,0 0 0,0 0 16,0 0-16,0 0 0,0 0 0,0 0 0,0 0 0,0 0 15,0 0-15,0 0 0,0 0 0,0 0 0,0 0 0,0 0 0,-25 0 0,25 0 16,0 0-16,0 0 0,0 0 15,0 0-15,0 0 0,0 25 0,-25-25 0,25 0 0,0 0 0,0 0 0,0 0 16,0 0-16,-25 0 0,25 25 0,0-25 0,0 0 16,0 0-16,0 0 15,0 0-15,-25 0 0,25 25 0,0-25 0,0 0 0,0 0 0,0 0 0,0 24 0,-24-24 16,24 0-16,0 0 0,0 25 15,0-25-15,0 0 0,0 0 0,0 0 0,-25 25 16,25-25-16,0 0 16,0 0-1,0 25-15,0-25 0,0 0 0,0 0 0,0 0 0,0 25 0,0-25 0,0 0 0,0 0 0,-25 24 0,25-24 0,0 0 0,0 0 0,0 25 0,0-25 16,0 0-16,0 0 0,0 25 0,0-25 0,0 0 0,0 0 0,0 25 15,0-25 1,0 0-16,0 0 0,0 25 0,0-25 0,0 0 0,0 0 0,0 0 31,0 24-31,0-24 0,25 0 0,-25 0 0,0 0 0,0 0 0,0 25 0,0-25 0,0 0 0,0 0 0,0 0 0,0 0 0,25 0 16,-25 25-16,0-25 0,0 0 15,0 0-15,0 0 0,24 0 0,-24 0 0,0 0 16,0 0-16,0 0 0,25 0 0,-25 0 0,0 0 0,0 0 0,0 0 16,25 25-16,-25-25 0,0 0 0,0 0 0,0 0 0,25 0 0,-25 0 31,0 0-31,0 0 0,0 0 0,0 0 0,25 0 0,-25 0 0,0 0 0,0 0 0,0 0 15,0 0-15,24 0 0,-24 0 0,0-25 0,0 25 0,0 0 0,0 0 16,25 0-16,-25 0 16,0 0-16,0 0 0,0 0 0,0 0 0,0 0 0,25-25 0,-25 25 15,0 0-15,0 0 0,0 0 0,0 0 0,0 0 0,0-25 0,25 25 0,-25 0 16,0 0-16,0 0 15,0 0-15,0-24 0,0 24 0,0 0 0,0 0 0,0 0 0,0-25 16,0 25-16,25 0 0,-25 0 0,0-25 0,0 25 0,0 0 0,0 0 16,0 0-1,0-25-15,0 25 0,0 0 0,0 0 0,0 0 0,0-25 0,0 25 0,0 0 0,0 0 16,0 0-16,0-24 0,0 24 15,0 0-15,0 0 0,0-25 0,0 25 0,0 0 0,0 0 16,0 0-16,-25-25 0,25 25 0,0 0 0,0 0 0,0-25 16,0 25-16,0 0 0,0 0 0,0 0 0,0-25 0,0 25 0,0 0 15,-25 0-15,25 0 16,0 0-16,0-24 0,0 24 0,0 0 15,0 0-15,0 0 0,0 0 0,0 0 0,0-25 0,-25 25 0,25 0 0,0 0 16,0 0-16,0 0 0,0 0 0,0 0 0,0-25 0,0 25 0,0 0 16,0 0-16,0 0 0,0 0 0,0 0 15,-25 0-15,25 0 0,0-25 0,0 25 0,0 0 16,0 0-16,0 0 0,0 0 0,0 0 0,0 0 0,0 0 0,0 0 15,0-25-15,-24 25 0,24 0 16,0 0-16,0 0 0,0 0 0,0 0 0,0 0 0,0 0 16,0 0-16,0 0 0,-25 0 0,25 0 0,0 0 0,0 0 0,-25 0 0</inkml:trace>
  <inkml:trace contextRef="#ctx0" brushRef="#br0" timeOffset="907317.8957">28277 10542 0,'0'0'0,"25"0"31,-25 0-31,0 0 0,0 0 0,0 0 0,0 0 0,0 0 0,0 0 0,0 0 0,0 0 0,0 0 16,0 0-16,0 0 0,0 0 15,0 0-15,0 0 0,0 0 0,0 0 0,0 0 16,0 0-16,0 0 0,0 0 0,0 0 0,25 25 0,-25-25 0,0 0 0,0 0 15,0 0-15,0 0 0,0 0 0,0 0 0,0 0 0,0 0 16,0 0 0,0 0-16,0 0 0,0 0 0,0 0 0,0 0 0,0 0 0,0 0 0,0 0 0,0 0 0,0 0 15,0 0 1,0 0-16,0 0 0,0 0 0,0 0 0,0 0 0,0 0 15,25 0-15,-25 0 0,0 0 0,0 0 0,0 0 0,0 0 0,0 0 32,0 0-32,0 0 0,0 0 0,0 0 0,0 0 0,25 25 0,-25-25 0,0 0 0,24 0 0,-24 0 0,0 0 0,25 0 0,-25 0 15,25 0 1,-25 0-16,0 0 0,25 0 0,-25 24 0,25-24 0,-25 0 0,24 0 15,-24 0-15,0 0 0,25 0 0,-25 0 0,0 0 0,25 0 0,-25 0 0,0 0 16,0 0-16,0 0 0,25 0 0,-25 0 16,0 0-16,0 0 0,0 0 0,0 0 15,0 0-15,0 0 0,25-24 0,-25 24 0,0 0 0</inkml:trace>
  <inkml:trace contextRef="#ctx0" brushRef="#br0" timeOffset="908240.9484">28501 10294 0,'0'0'0,"0"0"15,0 0-15,0 0 0,0 0 0,0 0 0,0 0 0,0 0 0,0 0 0,0 0 31,-25 0-31,25 0 0,0 0 0,0 0 0,0 0 0,0 0 0,0 0 0,0 0 16,0 0-16,25 0 0,-25 0 0,0 0 0,0 0 0,0 0 0,0 0 0,0 0 16,0 0-16,0 0 0,0 0 0,24 25 0,-24-25 0,0 0 15,0 0-15,0 0 16,25 0-16,-25 0 0,0 0 0,0 0 0,25 0 0,-25 0 0,0 0 0,0 0 15,0 0-15,25 0 0,-25 0 16,0 0-16,0 25 0,0-25 0,25 0 0,-25 0 16,0 0-16,0 0 0,0 0 0,0 0 0,0 0 0,0 0 0,0 0 0,0 0 15,0 0-15,0 0 0,24 0 16,-24 0-16,0 0 0,0 0 0,0-25 0,0 25 0,0 0 0,0 0 15,0 0-15,0 0 0,0 0 0,0 0 0,0 0 0,0 0 0,0 0 32,0 0-32,0 0 0,0 0 0,0 0 0,0 0 0,0 0 0,0 0 0,0 0 0,0 0 15,0 0-15,0 0 0,0 0 0,0 0 0,0 0 0,0 0 0,0 0 16,0 0-1,0 0-15,0 0 0,0 0 0,0 0 0,0 25 0,0-25 0,0 0 0,0 0 16,0 0-16,0 0 0,0 0 0,0 0 0,0 0 0,0 24 0,0-24 0,0 0 16,0 0-1,0 0-15,0 25 0,0-25 0,0 0 0,0 0 0,0 25 0,0-25 0,0 0 16,0 0-16,0 0 0,0 25 0,0-25 0,0 0 0,0 25 15,0-25-15,0 0 16,0 0-16,0 24 0,0-24 0,0 0 0,0 25 0,0-25 0,0 0 0,-24 25 0,24-25 16,0 0-16,0 25 0,0-25 0,0 0 0,0 25 0,0-25 15,0 0 1,0 24-16,0-24 0,0 25 0,0-25 0,0 0 0,-25 25 0,25-25 0,0 0 15,0 25-15,0-25 0,0 25 0,0-25 0,0 0 0,0 24 0,-25-24 16,25 0 0,0 25-16,0-25 0,0 25 0,0-25 0,0 0 0,0 25 0,0-25 0,0 0 0,0 0 15,0 25 1,0-25-16,-25 0 0,25 24 0,0-24 0,0 0 0,0 0 0,0 25 0,0-25 0,0 0 15,0 0-15,0 0 0,0 0 0,0 0 0,0 25 0,0-25 0,0 0 16,0 0 0,0 0-16,0 0 0,0 0 0,0 0 0,0 0 0,0 0 0,0 0 0,0 0 15,0 0-15,0 0 0,0 0 0,0 0 0,0 0 0,0 0 0,0 0 16,0 0-1,0 0-15,0 0 0,0-25 0,0 25 0,0 0 0,0 0 0,0 0 0,0-25 16,0 25-16,25 0 0,-25 0 0</inkml:trace>
  <inkml:trace contextRef="#ctx0" brushRef="#br0" timeOffset="908543.9658">28575 10616 0,'0'0'0,"0"0"0,0 0 0,0 0 0,0 0 15,0 0-15,0 0 0,0 0 0,25 0 0,-25 0 16,0 0-16,0 0 0,0 0 0,0 0 0,0 0 0,0 0 15,0 0 1,0 0-16,0 0 0,0 0 0,0 0 0,25 0 0,-25 0 0,0 0 0,0 0 0,24 0 16,-24 0-16,0 0 0,0 0 0,25 0 0,-25 0 0,0 0 15,25 0 1,-25 0-16,0 0 0,25 0 0,-25 0 0,0 0 0,0 0 0,25 0 0,-25 0 15,0 0-15,0 0 0,0 0 0,24 0 0,-24 0 0,0 0 0,0 0 16,0 0 0,0 0-16,25 0 0,-25 0 0,0 0 0</inkml:trace>
  <inkml:trace contextRef="#ctx0" brushRef="#br0" timeOffset="909226.0048">28129 10765 0,'0'0'0,"0"0"0,0 0 15,0 0-15,0 0 0,0 0 0,0 0 0,0 0 0,0 0 0,0 0 16,0 0-1,24 0-15,-24 0 0,0 0 0,0 0 0,0 0 0,0 0 0,0 0 0,0 0 16,25 0-16,-25 0 0,0 0 0,0 0 0,0 0 0,25 0 0,-25 0 31,0 0-31,0 0 0,0 0 0,25 0 0,-25 0 0,0 0 0,0 0 0,25 0 16,-25 0-16,0 0 0,0-25 0,24 25 0,-24 0 0,0 0 0,0 25 0,25-25 15,-25 0-15,0 0 16,0 0-16,0 0 0,0 0 0</inkml:trace>
  <inkml:trace contextRef="#ctx0" brushRef="#br0" timeOffset="915679.3739">29418 10740 0,'0'0'0,"0"0"16,0 0-16,0 0 0,0 0 0,0 0 0,0 0 0,0 0 0,0 0 0,0 0 0,0 0 15,0 0-15,0 0 0,0 0 0,0 0 0,25 0 0,-25 0 16,0 0-16,0 0 0,0 0 16,0 0-16,0 0 0,0 0 0,0 0 0,0 0 0,0 0 0,0 0 15,0 0-15,0 0 0,0 25 16,0-25-16,25 0 0,-25 0 0,0 0 0,0 0 0,0 0 15,0 0-15,0 0 0,0 0 0,0 0 0,0 0 0,0 0 0,0 0 0,0 0 16,0 0-16,0 0 0,0 0 0,0 0 0,0 0 16,0 0-16,0 0 0,0 0 15,0 0-15,0 0 0,0 0 0,0 0 0,0 0 0,0 0 0,0 0 16,0 0-16,0 0 0,0 0 0,0 0 0,0 0 0,0 0 0,0 0 15,25 0 1,-25 0-16,0 0 0,0 0 0,0 0 0,25 0 0,-25 0 0,0 0 0,0 0 0,24 25 31,-24-25-31,0 0 0,0 0 0,25 0 0,-25 0 0,0 0 0,0 0 0,25 0 0,-25 0 16,0 0-16,0 0 0,25 0 0,-25 0 15,0 0-15,0 0 0,0 0 0,25 0 0,-25 0 0,0 0 0,0 0 0,0 0 16,0 0-16,0 0 16,0 0-16,0 0 0,0 0 0,0 0 0,0 0 0,0 0 0,0 0 15,-25 0-15,25 0 0,0 0 0,0 0 0,0-25 0,0 25 0,0 0 16</inkml:trace>
  <inkml:trace contextRef="#ctx0" brushRef="#br0" timeOffset="917161.4587">29790 10666 0,'0'0'0,"0"0"16,0 0-16,0 0 0,0 25 0,0-25 0,0 0 0,0 0 0,0 0 0,0 0 15,0 0-15,0 0 0,0 0 16,0 0-16,0 0 0,0 0 0,0-25 0,0 25 0,0 0 15,0 0-15,0 0 0,0 0 0,0 0 0,0 0 0,0 0 0,0 0 32,0 0-32,0 0 0,0 0 0,0 0 0,0 0 0,0 0 0,0 0 0,0 0 0,0 0 0,0 0 0,0 0 0,25 0 15,-25 0 1,0 0-16,0 0 0,0 0 0,0 0 0,0 0 0,0 0 0,0 0 15,0 0-15,0 0 0,0 0 0,0 0 0,-25 0 0,25 0 0,0 0 16,0 0-16,0 0 16,0 0-16,0 0 0,0 0 0,0-25 0,0 25 0,25 0 0,-25 0 0,0 0 15,0 0-15,0 0 0,0 0 0,0 0 0,0 0 0,0 0 0,0 0 16,0-25-1,0 25-15,0 0 0,0 0 0,0 0 0,0 0 0,0 0 0,0 0 0,0 0 16,0-24-16,0 24 0,0 0 0,25 0 0,-25 0 0,0 0 0,0 0 16,0 0-16,0 0 15,0 0-15,0 0 0,0 0 0,0-25 0,0 25 0,0 0 0,0 0 16,0 0-16,0 0 0,0 0 0,0 0 0,25 0 0,-25 0 0,0 0 15,0 0 1,0 0-16,0 0 0,0 0 0,0 0 0,0 0 0,0 0 0,0 0 0,0 0 16,25 0-16,-25 0 0,0 0 0,0 0 0,0 0 0,0 0 0,0 0 0,0 0 15,0 0 1,24 0-16,-24 0 0,0 0 0,0 0 0,0 0 0,0 0 0,0 0 15,0 0-15,25 25 0,-25-25 0,0 0 0,0 0 0,0 0 0,0 0 16,0 0-16,0 0 16,0 0-16,0 24 0,0-24 0,0 0 0,0 0 0,0 0 0,0 0 0,0 25 15,0-25-15,0 0 0,0 0 0,0 0 16,0 25-16,0-25 0,0 0 0,0 0 0,0 0 0,0 25 0,0-25 0,-25 0 15,25 0-15,0 0 0,0 25 0,0-25 0,0 0 0,0 0 16,0 24 0,0-24-16,-24 0 0,24 0 0,0 0 0,0 25 0,0-25 0,0 0 0,0 0 15,0 0-15,-25 0 0,25 25 0,0-25 0,0 0 0,0 0 0,0 0 16,0 0-16,0 0 15,-25 25-15,25-25 0,0 0 0,0 0 0,0 0 0,0 0 0,0 0 16,0 25-16,0-25 0,0 0 0,-25 0 0,25 0 0,0 0 0,0 0 16,0 0-16,0 0 0,0 0 0,0 0 0,0 0 15,0 0-15,0 0 0,0 0 16,0 0-16,0 0 0,0 0 0,0 0 0,0 0 0,0 0 0,0 0 0,0 0 0,0 0 15,0 0-15,0 0 0,0 0 0,0 0 16,0 0-16,25 0 0,-25 0 16,0 0-16,0 0 0,0 0 0,0 0 0,0 0 0,0-25 0,0 25 0,0 0 0,0 0 15,25 0-15,-25 0 0,0 0 0,0 0 0,0 0 16,0 0-16,0 0 0,0 0 15,25 0-15,-25 0 0,0-25 0,0 25 0,0 0 0,24 0 0,-24 0 16,0 0-16,0 0 0,0 0 0,0 0 0,0 0 16,25 0-16,-25 0 0,0 0 31,0 0-31,0 0 0,0 25 0,0-25 0,0 0 0,0 0 0,0 0 0,0 0 0,25 0 0,-25 0 0,0 0 0,0 25 0,0-25 0,0 0 15,0 0-15,0 0 0,0 0 0,0 0 0,0 24 16,0-24-16,0 0 0,0 0 0,0 0 16,0 25-16,0-25 0,0 0 0,0 0 0,0 0 0,0 25 0,0-25 0,0 0 15,0 0-15,0 25 16,0-25-16,0 0 0,0 0 0,0 0 0,0 25 0,0-25 0,0 0 15,0 0-15,-25 24 0,25-24 0,0 0 0,0 0 0,0 0 0,0 0 0,0 25 16,0-25-16,0 0 0,-25 0 0,25 0 0,0 0 16,0 25-16,0-25 46,-24 0-46,24 0 0,0 0 0,0 0 0,0 25 0,-25-25 0,25 0 16,0 0-16,0 0 0,0 0 0,-25 0 0,25 25 0,0-25 0,0 0 0,0 0 0,-25 0 0,25 0 0,0 0 0,0 0 0,0 0 0,0 0 0,-25 0 0,25 0 16,0 0-16,0 0 0,0 0 0,0 0 0,0 0 0,0 0 0,-24 0 15,24 0 1,0 0-16,0 0 0,0-25 0,0 25 0,0 0 0,0 0 0,0 0 15,0 0-15,-25 0 0,25 0 0,0 0 0,0 0 0,0 0 0,0 0 0,0 0 0,0 0 32,0-25-32,0 25 0,0 0 0,0 0 0,0 0 0,0 0 0,0 0 0,0 0 0,0 0 0,0 0 0,0 0 15,0 0-15,0 0 16,0 0-16,0 0 0,0 0 0,0 0 0,0 0 0,0 0 0</inkml:trace>
  <inkml:trace contextRef="#ctx0" brushRef="#br0" timeOffset="925720.9482">30460 10815 0,'0'0'0,"0"0"16,0 0-1,0 0-15,0 0 0,0 0 0,0 0 0,25 0 0,-25 0 0,0 0 0,0 0 16,0 0-16,0 0 0,0 0 0,0 0 0,0 0 0,0 0 0,0 0 15,0 0-15,0 0 16,0 0-16,0 0 0,25 0 0,-25 0 0,0 0 0,0 0 0,0 0 16,0 0-16,0 0 0,0 0 0,0 0 0,0 0 0,0 0 0,0 0 15,0 0-15,0 0 0,0 0 16,0 0-16,0 0 0,25 0 0,-25 0 0,0 0 15,0 0-15,0 0 0,0 0 0,0 0 0,0 0 0,0 0 0,0 0 0,0 0 0,0 0 32,0 0-32,0 0 0,0 25 0,0-25 0,0 0 0,0 0 0,0 0 0,0 0 0,0 0 0,0 0 15,0 0-15,0-25 16,24 25-16,-24 0 0,0 0 0,0 0 0,0 0 0,0 0 0,0 0 15,25 0-15,-25 0 0,0 0 0,25 0 0,-25 0 0,0 0 0,0 0 0,25 0 16,-25 0-16,0 0 0,25 0 0,-25 0 0,0 0 0,0 0 16,24 0-16,-24 0 31,0 0-31,0 0 0,25 0 0,-25 0 0,0 0 0,0 0 0,25 0 0,-25 0 0,0 0 0,0 0 0,0 0 0,0 0 15,0 0-15,0 0 0,0 0 0,0 0 0,0 0 0,0 0 0,0 0 16,0 0-16,0 0 0,0 0 0,0 0 16,0 0-16,-25 0 0</inkml:trace>
  <inkml:trace contextRef="#ctx0" brushRef="#br0" timeOffset="927086.0263">30857 10740 0,'0'0'0,"0"0"16,0 0-16,0 0 0,-25 0 0,25 0 0,0 0 0,0 0 0,0 0 0,0-24 16,0 24-1,0 0-15,0 0 0,0 0 0,0 0 0,0 0 0,0 0 0,0 0 16,0 0-16,0 0 0,0 0 0,0 0 0,0 0 0,0 0 0,0 0 0,0 0 31,0 0-31,0 0 0,0 0 0,0 0 0,0 0 0,0 0 0,0 0 0,0 0 0,0 0 0,0 0 0,0 0 0,0-25 31,0 25-31,0 0 0,0 0 0,0 0 0,0 0 0,0 0 0,0 0 0,0 0 16,0 0-16,0 0 0,25 0 0,-25 0 0,0 0 0,0-25 0,0 25 0,0 0 15,0 0 1,0 0-16,0 0 0,0 0 0,0 0 0,0 0 0,0 0 0,0 0 16,0-25-16,0 25 0,25 0 0,-25 0 0,0 0 0,0 0 0,0 0 0,0 0 0,0 0 15,0-25 1,0 25-16,0 0 0,0 0 0,25 0 0,-25 0 0,0 0 0,0 0 0,0 0 15,0 0-15,0 0 0,0 0 0,0 0 0,0 0 0,24 0 0,-24 0 16,0 0 0,0 0-16,0 0 0,0-24 0,0 24 0,0 0 0,25 0 0,-25 0 0,0 0 15,0 0-15,0 0 0,0 0 0,0 0 0,0 0 0,0 0 0,0 0 0,0 0 16,25 0-1,-25 0-15,0 24 0,0-24 0,0 0 0,0 0 0,0 0 0,0 0 16,0 0-16,0 0 0,0 0 0,0 0 16,0 0-16,0 0 0,0 0 0,0 25 0,0-25 0,0 0 0,0 0 0,0 0 15,0 0-15,0 25 0,0-25 0,0 0 0,0 0 0,0 0 0,0 25 31,0-25-31,0 0 0,0 0 0,0 0 0,0 25 0,-25-25 0,25 0 0,0 0 16,0 0-16,0 24 0,0-24 0,0 0 0,0 0 0,-25 0 0,25 25 0,0-25 0,0 0 16,0 0-1,0 0-15,0 25 0,-24-25 0,24 0 0,0 0 0,0 0 0,0 0 0,0 0 0,0 25 31,0-25-31,-25 0 0,25 0 0,0 0 0,0 0 0,0 0 0,0 25 0,0-25 0,0 0 0,0 0 16,0 0-16,0 0 0,0 0 0,0 0 0,0 0 0,0 0 0,0 0 16,0 0-1,0 0-15,0 0 0,0 0 0,0 0 0,0 0 0,0 0 0,0 0 0,0 0 16,0 0-16,0 0 0,0 24 0,0-24 0,0 0 0,0 0 0,0 0 0,0 0 31,0 0-31,0 0 0,0 0 0,0 0 0,0 0 0,0-24 0,0 24 0,25 0 16,-25 0-16,0 0 0,0 0 0,0 0 0,24 0 0,-24 0 0,0 0 0,0 0 15,25-25-15,-25 25 0,0 0 0,0 0 16,25 0-16,-25 0 0,0 0 15,0 0-15,0 0 0,0 0 0,25 0 0,-25 0 0,0 0 0,0 0 0,0 0 0,0 0 16,0 0 0,0 0-16,0 25 0,0-25 0,0 0 0,0 0 0,25 0 0,-25 0 0,0 0 0,0 0 15,0 0-15,0 0 0,0 24 0,0-24 0,0 0 0,0 0 16,0 0-16,0 0 15,0 0-15,0 25 0,0-25 0,0 0 0,0 0 0,0 25 0,0-25 0,0 0 16,0 0-16,0 0 0,0 25 0,0-25 0,-25 0 0,25 0 0,0 25 0,0-25 31,0 0-31,0 0 0,0 24 0,-25-24 0,25 0 0,0 0 0,0 25 0,0-25 0,0 0 0,0 0 16,-25 0-16,25 0 0,0 25 15,0-25-15,0 0 0,-25 0 0,25 0 0,0 0 0,0 0 0,0 25 16,0-25-16,-24 0 0,24 0 0,0 0 0,0 0 0,0 0 0,0 0 16,-25 0-16,25 0 15,0 0-15,0 0 0,0 0 0,-25 0 0,25 0 0,0 0 0,0 0 16,0 0-16,0 0 0,0 0 0,-25 0 0,25 0 0,0 0 0,0 0 15,0 0 1,0 0-16,0-25 0,0 25 0,0 0 0,0 0 0,0 0 0,0 0 0,-25 0 0,25 0 0,0 0 16,0 0-16,0 0 0,0 0 0,0 0 0,0 0 0,0 0 15,0 0 1,0 0-16,0-25 0,25 25 0,-25 0 0,0 0 0,0 0 0,0 0 0,0 0 15,25 0-15,-25 0 0,0 0 0,0-25 0</inkml:trace>
  <inkml:trace contextRef="#ctx0" brushRef="#br0" timeOffset="928144.0868">31130 10691 0,'0'0'0,"0"0"0,0 0 16,0 0-16,0-25 0,0 25 0,0 0 0,0 0 0,0 0 15,0 0 1,0 0-16,0 0 0,0 0 0,0 0 0,0 0 0,0 0 0,0 0 0,0 0 0,0 0 31,0 0-31,0 0 0,0 0 0,0 0 0,0 0 0,0 0 0,0 0 0,0 0 0,0 0 16,0 0-16,0 0 0,0 0 0,0 0 0,0 0 0,0 0 0,0 0 0,0 0 15,0 0-15,0-25 0,0 25 16,0 0-16,0 0 0,0 0 0,0 0 0,0 0 16,0 0-16,0 0 0,0 0 0,0 0 0,0 0 0,0 0 0,0 0 0,0 0 15,0 0-15,0 0 0,0 0 0,0 0 0,25 0 0,-25 0 0,0 0 16,0-25-1,0 25-15,0 0 0,0 0 0,24 0 0,-24 0 0,0 0 0,0 0 0,0 0 0,0 0 16,0 0-16,25 0 0,-25 0 0,0 0 0,0 0 16,0 0-16,0 0 15,0 0-15,0 0 0,0 0 0,0 25 0,25-25 0,-25 0 0,0 0 0,0 0 0,0 0 16,0 0-16,0 0 0,0 0 0,0 0 15,0 0-15,0 0 0,0 25 0,0-25 0,0 0 16,0 0-16,0 0 0,0 0 0,0 25 0,-25-25 0,25 0 0,0 0 0,0 25 0,0-25 31,0 0-31,0 0 0,0 0 0,0 24 0,-25-24 0,25 0 0,0 0 16,0 25-16,0-25 0,0 0 0,0 0 0,0 0 0,-24 25 0,24-25 0,0 0 0,0 0 15,0 0-15,0 25 16,0-25-16,0 0 0,0 0 0,0 0 0,0 0 0,0 0 16,-25 25-16,25-25 0,0 0 0,0 0 0,0 0 0,0 0 0,0 0 0,0 0 15,0 0 1,0 0-16,0 0 0,0 0 0,0 0 0,0 0 0,0 0 0,0 0 0,0 0 0,0 0 15,0 0-15,0 0 0,0 0 0,0 0 0,0 0 0,0 0 0,0 0 32,0 0-32,0 0 0,0 0 0,0 0 0,0 0 0,0 0 0,0 0 0,0 0 15,0 0-15,0 0 0,0 0 0,0 0 0,0 0 0,0 0 0,25 0 0,-25 0 16,0 0-16,0 0 0,0 0 15,0 0-15,0 0 0,24 0 0,-24 0 0,0 0 0,0 0 16,0 0-16,0 0 0,0 0 0,0 0 0,25 0 0,-25 0 0,0 0 0,0 0 16,0 0-1,0 0-15,0 0 0,0 0 0,25 0 0,-25 0 0,0 24 16,0-24-16,0 0 0,0 0 0,0 0 0,0 0 0,0 0 0,0 0 0,0 0 0,0 25 15,0-25 1,0 0-16,0 0 0,0 0 0,0 0 0,0 25 0,0-25 0,0 0 0,0 0 16,0 25-16,0-25 0,0 0 0,0 0 0,0 25 0,0-25 0,0 0 0,0 0 15,0 24 1,-25-24-16,25 0 0,0 25 0,0-25 0,0 0 0,0 0 0,0 25 0,0-25 15,-25 0-15,25 0 0,0 25 0,0-25 0,0 0 0,0 0 0,0 25 32,-24-25-32,24 0 0,0 0 0,0 0 0,0 0 0,0 24 0,0-24 0,-25 0 15,25 0-15,0 0 0,0 0 0,0 0 0,0 0 0,0 0 16,-25 0-16,25 0 0,0 0 0,0 0 0,0 0 0,0 0 0,0 0 0,0 0 16,0 0-16,0 0 15,-25 0-15,25 0 0,0 0 0,0 0 0,0 0 0,0 0 16,0 0-16,0 0 0,0-24 0,0 24 0,0 0 0,0 0 0,0 0 0,0 0 15,0 0-15,0 0 0,0 0 0</inkml:trace>
  <inkml:trace contextRef="#ctx0" brushRef="#br0" timeOffset="934219.4343">26491 11509 0,'0'0'0,"0"0"0,0 0 16,0 0-16,0 0 0,25 0 0,-25 0 0,0 0 0,0 0 0,0 0 31,0 0-31,0 0 0,0 0 0,0 0 0,0 0 0,0 0 0,0 0 0,0 0 16,0 0-16,0 0 0,0 0 0,0 0 0,0 0 0,0 0 0,0 0 0,0 0 15,0 0 1,0 0-16,0 0 0,0 0 0,0 0 0,0 0 0,0 0 0,0 0 0,0 0 15,0 0-15,25 0 0,-25 0 0,0 0 0,0 0 0,0 0 0,0 0 16,0 0 0,0 0-16,0 0 0,0 0 0,0 0 0,0 0 0,0 0 0,0 0 15,0 0-15,0 0 0,0 0 0,0 0 0,0 0 0,0 0 0,0 0 31,0 0-31,0 0 0,0 0 0,0 0 0,0 0 0,0 0 0,0 0 0,0 0 0,0 0 16,0 0-16,0 0 0,0 0 0,0 0 0,0 0 0,25 0 0,-25 0 0,0 0 16,0 0-16,0 0 15,0 0-15,0 0 0,25 0 0,-25 0 0,0 0 16,0 0-16,0 0 0,24 0 0,-24 0 0,0 0 15,0 0-15,25 0 0,-25 0 0,0 0 0,0 0 0,0 0 0,25 25 0,-25-25 16,0 0-16,0 0 0,25 0 0,-25 0 0,0 0 0,0 0 0,0 0 0,25 0 31,-25 0-31,0 0 0,0 0 0,0 0 0,0 0 0,24 0 0,-24 0 0,0 0 0,0 0 16,0 0-16,0 0 0,0 0 0,25 0 0,-25 0 0,0 0 0,0 0 31,0 0-31,0 0 0,0 0 0,25 0 0,-25 0 0,0 0 0,0 0 0,0 0 0,0 0 16,0 0-16,25 0 0,-25 0 0,0 0 0,0 0 0,0 0 0,0 0 15,0 0-15,25 0 16,-25 0-16,0 0 0,0 0 0,0 0 0,24 0 0,-24 0 0,0 0 0,0 0 15,25 0-15,-25 0 0,0 0 16,0 0-16,25 0 0,-25 0 0,25 0 0,-25 0 16,25 0-16,-25 0 0,24 0 0,-24 0 0,25 0 0,-25 25 0,25-25 0,-25 0 0,25 0 15,-25 0 1,0-25-16,25 25 0,-25 0 0,25 0 0,-25 25 0,24-25 0,-24 0 15,25 0-15,-25 0 0,0 0 0,25 0 0,-25 0 0,25 0 0,-25 0 16,0 0 0,0 0-16,25 0 0,-25 0 0,0 0 0,0 0 0,24 0 0,-24 0 0,0 0 0,0 0 0,0 0 31,25 0-31,-25 0 0,0 0 0,0 0 0,0 0 0,0 0 0,25 0 0,-25 0 0,0 0 0,0 0 0,0 0 0,25 0 15,-25 0 1,0 0-16,0 0 0,25 0 0,-25 0 0,0 0 0,0 0 0,24 0 0,-24 0 16,0 0-16,25 0 0,-25 0 0,0 0 0,25 0 0,-25 0 0,25 0 31,-25 0-31,25 0 0,-25 0 0,24 0 0,-24 0 0,25 0 0,-25 0 0,25 0 0,0 0 15,-25 0-15,25 0 0,-25 0 0,24 0 0,1 25 0,-25-25 0,25 0 16,-25 0 0,25 0-16,-25 0 0,25 0 0,-1 0 0,-24 0 0,25 0 0,-25 0 0,25 0 15,-25 0-15,25 0 0,-25 0 0,25 0 0,-25 0 0,0 0 0,24 0 16,-24 0-16,25 0 15,-25 0-15,0 0 0,25 0 0,-25 0 0,25 0 0,-25 0 0,0 0 0,25 0 0,-25 0 16,0 0-16,24 0 0,-24 0 0,0 0 0,0 0 0,25 0 31,-25 0-31,0 0 0,0 0 0,25 0 0,-25 0 0,0 0 0,0 0 0,0 0 0,0 0 0,25 0 16,-25 0-16,0 0 0,0 0 0,0 0 0,0 0 0,25 0 15,-25 0 1,0 0-16,0 0 0,25 0 0,-25 0 0,0 0 0,24 0 0,-24 0 0,25 0 16,-25 0-16,25 0 0,-25 0 0,25 0 0,-25 0 0,25 0 0,-25 0 15,24 0-15,-24 0 0,25 0 0,0 0 16,-25 0-16,25 0 0,0 0 0,-25 0 0,24 0 31,1 0-31,-25 0 0,25 0 0,-25 0 0,25 0 0,0 0 0,-25 0 0,24 0 0,-24 0 0,25 0 0,0 0 0,-25 0 0,25 0 16,-25 0-16,25 0 0,-25 0 0,24 0 0,-24 0 15,25 0-15,-25 0 0,25 0 16,-25 0-16,25 0 0,-25 0 0,25 0 0,-25 0 0,0 0 0,24 0 0,-24 0 15,25 0-15,-25 0 16,0 0-16,25 0 0,-25 0 0,25 0 0,-25 0 0,0 0 0,25 0 16,-25 0-16,24 0 0,-24 0 0,0 0 0,25 0 0,-25 0 0,0 0 0,25 0 31,-25 0-31,25 0 0,-25 0 0,25-25 0,-25 25 0,0 0 0,24 0 0,-24 0 0,25 0 15,-25 0-15,0 25 0,25-25 0,-25 0 0,25 0 0,-25 0 0,25 0 16,-25 0 0,0 0-16,25-25 0,-25 25 0,24 0 0,-24 0 0,25 0 0,-25 0 15,25 0-15,-25 0 0,25 0 0,-25 0 0,0 0 0,25 0 0,-25 0 0,24 0 16,-24 0-1,25 0-15,-25 0 0,25 0 0,-25 0 0,0 0 0,25 0 0,-25 0 0,25 0 0,-25 0 16,0 0-16,24 0 0,-24 0 0,25 0 0,-25 0 0,0 0 16,25 0-1,-25 0-15,25 0 0,-25 0 0,0 0 0,25 0 0,-25 0 0,24 0 16,-24 0-16,25 0 0,-25 0 0,0 0 0,25 0 15,-25 0-15,25 0 0,-25 0 0,25 0 0,-25 0 0,24 0 0,-24 0 0,25 25 16,-25-25-16,25 0 16,-25 0-16,25 0 0,-25 0 0,25 0 0,-25 0 0,24 0 0,-24 0 0,25 0 15,-25 0-15,25 0 0,-25 0 0,25 0 0,-25 0 0,25 0 0,-25 0 16,0 0-16,24 0 0,-24 0 15,25 0-15,-25 0 0,25 0 0,-25 0 0,25 0 0,0 0 0,-25 0 0,24 0 16,-24 0-16,25 0 0,-25 0 0,25 0 16,-25 0-16,25 0 0,0 0 0,-25 0 15,24 25-15,-24-25 0,25 0 0,-25 0 0,25 0 0,-25 0 0,25 0 0,0 0 16,-25 0-16,25 0 0,-25 0 15,24 0-15,-24 0 0,25 0 0,-25 0 0,25 0 16,-25 0-16,25 0 0,-25 0 0,25 0 0,-1 0 0,-24 24 0,25-24 0,-25 0 0,25 0 16,0 0-16,-25 0 0,25 0 0,-25 0 0,24 0 15,-24 0-15,25 0 0,0 0 16,-25 0-16,25 0 0,-25 0 0,25 0 0,-25 0 0,24 0 0,-24 0 0,25 0 15,-25 25 1,25-25-16,0 0 0,-25 0 0,25 0 0,-25 0 0,24 0 0,-24 0 16,25 0-16,-25 0 0,25 0 0,-25 0 0,25 0 0,-25 0 0,25 0 0,-25 0 0,24 0 31,-24 0-31,25 0 0,-25 0 0,0 0 0,25 0 0,-25 0 0,25 0 0,-25 0 0,25 25 15,-25-25-15,24 0 0,-24 0 0,0 0 0,25 0 0,-25 0 16,25 0-16,-25 0 0,25 0 0,-25 0 16,0 0-16,25 0 0,-25 0 0,24 0 0,-24 0 0,25 0 0,-25 0 0,0 0 15,25 0 1,-25 0-16,25 0 0,-25 0 0,25 0 0,-25 0 0,25 0 0,-25 25 0,24-25 15,-24 0-15,25 0 0,-25 0 0,25 0 0,-25 0 0,25 0 0,-25 0 0,25 0 16,-25 0 0,24 0-16,-24 0 0,25 0 0,-25 0 0,25 0 0,-25 0 0,25 0 0,-25 0 15,25 0-15,-1 0 0,-24 0 0,25 0 0,-25 0 0,25 0 0,0 0 0,-25 0 16,25 0-1,-25 0-15,24 0 0,1 0 0,-25 0 0,25 0 0,0 25 0,-25-25 0,25 0 0,-1 0 16,-24 0-16,25 0 0,0 0 0,-25 0 0,25 0 0,0 0 0,-25 0 31,24 0-31,1 0 0,-25 0 0,25 0 0,-25 0 0,25 0 0,0 0 0,-25 0 0,24 0 16,1 0-16,-25 0 0,25 0 0,0 0 0,-25 0 0,25 0 0,-1 0 15,-24 0-15,25 0 16,-25 0-16,25 0 0,0 0 0,-25 0 0,25 0 0,-25 0 0,25 0 0,-1 0 16,-24 0-16,25 0 0,-25 0 0,25 0 0,-25 0 0,25 0 0,-25 0 0,25 0 31,-25 0-31,24 0 0,-24 0 0,25 0 0,-25 0 0,25-25 0,-25 25 0,25 0 0,-25 0 0,25 0 15,-25 0-15,24 0 0,-24 0 0,25 0 0,-25 0 0,25 0 16,-25 0-16,25 0 0,-25 0 16,0 0-16,25 0 0,-25 0 0,24 0 0,-24 0 0,25 0 0,-25 0 0,0 0 0,25 0 15,-25 0 1,25 0-16,-25 0 0,0 0 0,25 0 0,-25 0 0,24 0 0,-24 0 15,0 0-15,25 0 0,-25 0 0,0 0 0,25 0 0,-25 0 0,25 0 0,-25 0 0,0 0 32,25 0-32,-25 0 0,24 0 0,-24 0 0,0 0 15,25 0-15,-25 0 0,25 0 0,-25 0 0,0 0 0,25 0 0,-25 0 0,25 0 0,-25 0 0,24 0 0,-24 0 0,0 0 16,25 0-16,-25 0 0,25 0 15,-25 0-15,0 0 0,25 0 0,-25 0 0,0 0 0,25 0 0,-25 0 0,0 0 16,0 0-16,0 0 0,0 0 16,0 0-16,0 0 0,0 0 0,0 0 0,0 0 0,0 0 0,0 0 0,0-25 0,-25 25 15,25 0-15,0 0 0,-25 0 0,0 0 0,25-25 0,-25 25 0</inkml:trace>
  <inkml:trace contextRef="#ctx0" brushRef="#br0" timeOffset="936397.5589">30088 12328 0,'0'0'0,"0"0"15,0 0 1,0 0-16,0 0 0,0 0 0,0 0 0,0 0 0,0 0 0,0 0 15,25-25-15,-25 25 0,0 0 0,0 0 0,0 0 0,0 0 0,0 0 0,0 0 16,0 0 0,0 0-16,0 0 0,0 0 0,0 0 0,0 0 0,0 0 0,0 0 0,0 0 15,0 0-15,0 0 0,0 0 0,0 0 0,0 0 0,0 0 0,0 0 16,0 0-16,-25 0 15,25 0-15,0 0 0,0 0 0,0 0 0,0 0 0,0 0 0,0 0 0,0 0 16,0 0-16,0 0 0,0 0 0,0 0 0,0 0 0,0 0 0,0 0 16,0 0-1,0 0-15,0 0 0,0 0 0,0 0 0,0 0 0,0 0 0,0 0 16,0 0-16,0 0 0,0 0 0,0 0 0,0 0 0,0 0 0,0 0 0,0 0 15,0 0 1,0 0-16,0 0 0,0 0 0,0 0 0,0 0 0,0 0 0,0 0 16,0 0-16,0 0 0,0 0 0,0 0 0,0 0 0,0 0 15,0 0-15,0 0 0,0 0 0,0 25 0,0-25 16,0 0-16,0 0 0,0 0 0,0 0 0,0 0 0,0 0 0,0 0 0,0 0 15,0 25-15,-25-25 16,25 0-16,0 0 0,0 0 0,0 0 0,0 0 0,0 0 0,0 25 0,0-25 16,0 0-16,0 0 0,0 0 0,0 0 0,0 0 15,-25 0-15,25 0 0,0 24 16,0-24-16,0 0 0,0 0 0,0 0 0,0 0 0,0 0 0,0 0 0,0 25 15,0-25-15,0 0 0,0 0 0,0 0 0,0 0 0,0 25 16,0-25 0,0 0-16,0 0 0,0 0 0,-24 25 0,24-25 0,0 0 0,0 0 0,0 25 0,0-25 15,0 0-15,0 0 0,0 24 0,0-24 0,0 0 0,0 0 0,0 25 16,-25-25-1,25 0-15,0 25 0,0-25 0,0 0 0,0 0 0,0 25 0,0-25 16,0 0-16,0 0 0,0 25 0,0-25 0,0 0 0,0 0 0,-25 24 16,25-24-16,0 0 15,0 25-15,0-25 0,0 0 0,0 0 0,0 25 0,0-25 0,0 0 0,-25 25 16,25-25-16,0 0 0,0 25 0,0-25 0,0 0 0,0 24 0,-25-24 15,25 25 1,0-25-16,0 0 0,0 25 0,0-25 0,0 0 0,0 25 0,0-25 0,-24 0 16,24 25-16,0-25 0,0 0 0,0 24 0,0-24 0,0 0 0,0 25 15,0-25 1,0 0-16,0 25 0,0-25 0,0 0 0,0 0 0,0 25 0,0-25 15,0 0-15,0 25 0,0-25 0,0 24 0,0-24 16,0 0-16,0 0 0,0 25 0,0-25 0,0 25 0,0-25 0,0 0 0,0 25 16,0-25-16,0 25 0,0-25 0,-25 24 0,25-24 0,0 0 15,0 25-15,0-25 16,0 25-16,0-25 0,0 25 0,0-25 0,0 25 0,0-25 0,0 25 0,-25-25 0,25 0 0,0 24 15,0-24 1,0 25-16,0-25 0,0 0 0,0 25 0,0-25 0,0 25 0,0-25 0,0 0 16,0 25-16,0-25 0,0 0 0,0 24 0,0-24 0,0 25 15,0-25-15,0 0 0,0 25 16,0-25-16,0 25 0,0-25 0,0 25 0,-25-25 0,25 0 0,0 24 0,0-24 15,0 25-15,0-25 0,0 25 0,0-25 0,0 0 0,-25 25 16,25-25-16,0 25 16,0-25-16,0 0 0,0 24 0,0-24 0,0 25 0,-24-25 0,24 0 0,0 25 15,0-25-15,0 25 0,0-25 0,0 0 0,0 25 16,0-25-16,0 24 0,0-24 15,-25 0-15,25 25 0,0-25 0,0 25 0,0-25 0,0 0 0,0 25 0,0-25 16,0 0-16,0 25 0,-25-25 0,25 0 0,0 24 0,0-24 16,0 25-16,0-25 0,0 0 0,0 25 31,0-25-31,-25 0 0,25 25 0,0-25 0,0 25 0,0-25 0,0 0 0,0 24 0,0-24 0,-25 25 0,25-25 0,0 0 0,0 25 31,0-25-31,0 25 0,0-25 0,0 25 0,0-25 0,0 0 0,0 24 0,-24-24 0,24 25 16,0-25-16,0 25 0,0-25 0,0 25 0,0-25 0,0 25 0,0-25 15,0 24 1,0-24-16,0 0 0,0 25 0,0-25 0,0 25 0,0-25 0,0 25 0,0-25 15,-25 25-15,25-25 0,0 25 0,0-25 0,0 24 0,0-24 0,0 25 16,0-25 0,0 25-16,0-25 0,0 25 0,-25-25 0,25 25 0,0-25 0,0 0 0,0 24 0,0-24 15,0 25-15,0-25 0,0 25 0,0-25 0,0 0 0,0 25 16,0-25-16,-25 25 15,25-25-15,0 0 0,0 24 0,0-24 0,0 0 0,0 0 0,0 25 0,0-25 16,0 0-16,0 0 0,0 0 0,0 0 16,0 0-16,0 0 0,0 0 0,0 0 0,0 0 15,0 0-15,0 0 0,0 0 0,0 0 0,0-25 0,0 25 0,0-24 0,0 24 16,0-25-16</inkml:trace>
  <inkml:trace contextRef="#ctx0" brushRef="#br0" timeOffset="938070.6546">31403 12154 0,'0'0'0,"0"-25"0,0 25 16,0 0-16,0 0 0,0 0 0,0 0 15,0 0-15,0 0 0,0 0 0,0 0 16,0 0-16,0 0 0,0 0 0,0 0 0,0 0 0,0 0 0,0 0 16,0 0-16,0 0 0,0 0 0,0 0 0,0 0 0,0 0 0,0 0 15,0 0-15,0 0 16,0 0-16,0 0 0,0 0 0,0 0 0,0 0 0,0 0 0,0 0 0,0 0 15,0-24-15,0 24 0,0 0 0,0 0 0,-25 0 0,25 0 0,0 0 16,0 0 0,0 0-16,0 0 0,0 0 0,0 0 0,0 0 0,0 0 0,0 0 0,0 0 15,0 0-15,0 0 0,0 0 0,0 0 0,-25 0 0,25 0 0,0 0 16,0 0-16,0 0 15,0 0-15,0 0 0,0 0 0,0-25 0,0 25 0,0 0 0,0 0 0,0 0 16,0 0-16,0 0 0,0 0 0,0 0 0,0 0 0,0 0 0,0 0 0,0 0 31,0 0-31,0 0 0,0 0 0,0 0 0,0 0 0,0 0 0,0 0 0,0 0 0,0 0 16,0 0-16,0 25 0,0-25 0,0 0 0,0 0 0,0 0 0,0 0 15,0 0-15,0 0 16,0 24-16,0-24 0,0 0 0,0 25 0,0-25 0,-25 0 0,25 25 0,0-25 16,0 0-16,0 25 0,0-25 0,0 25 0,0 0 0,0-25 15,-24 24-15,24-24 0,0 25 0,0 0 16,0-25-16,0 25 0,0-25 0,0 25 0,0-1 0,0-24 0,0 25 0,0-25 15,0 25 1,0-25-16,0 25 0,0-25 0,0 25 0,0-1 0,0-24 0,0 25 16,0-25-16,0 25 0,0-25 0,0 25 0,0-25 0,0 25 0,-25-1 0,25-24 15,0 25 1,0-25-16,0 25 0,0 0 0,0 0 0,0-25 0,0 24 0,0 1 15,-25-25-15,25 25 0,0 0 0,0-25 0,0 25 0,0-1 0,-25 1 0,25-25 0,0 25 16,0 0-16,0 0 0,-25-25 0,25 24 0,0 1 16,0-25-16,-25 25 0,25 0 0,0-25 15,0 25-15,0-1 0,-24 1 0,24-25 0,0 25 0,0-25 0,-25 25 0,25 0 16,0-25-16,0 25 15,0-25-15,-25 24 0,25 1 0,0-25 0,0 25 0,0-25 16,-25 25-16,25-25 0,0 25 0,0-25 0,0 24 0,-25-24 0,25 25 0,0 0 16,0-25-16,-24 25 15,24-25-15,0 25 0,0-1 0,-25-24 0,25 25 0,0 0 0,-25-25 0,25 25 0,0-25 16,0 25-16,-25-1 15,25-24-15,0 25 0,0-25 0,-25 25 0,25-25 0,0 25 0,0-25 0,-24 25 16,24-25-16,0 24 0,0 1 0,0-25 0,-25 25 0,25-25 0,0 25 16,0-25-1,0 25-15,-25-25 0,25 24 0,0-24 0,0 25 0,0-25 0,-25 25 0,25-25 16,0 25-16,0 0 0,0-25 0,-25 24 15,25-24-15,0 25 0,0-25 0,0 0 0,0 25 0,-24-25 0,24 25 0,0-25 16,0 25-16,0-25 0,0 24 0,0-24 0,0 25 0,0-25 16,0 0-16,-25 25 15,25-25-15,0 25 0,0-25 0,0 0 0,0 25 0,0-25 0,0 24 0,0-24 0,0 0 16,0 25-16,0-25 0,0 25 0,0-25 0,0 0 0,0 25 15,0-25 1,0 0-16,0 25 0,-25-25 0,25 25 0,0-25 0,0 0 0,0 24 0,0-24 16,0 25-16,0-25 0,0 0 0,0 25 0,0-25 0,0 0 0,0 25 15,0-25-15,0 25 16,0-25-16,0 0 0,0 24 0,-25-24 0,25 0 0,0 25 0,0-25 0,0 0 15,0 25-15,0-25 0,0 0 0,0 0 0,0 25 0,0-25 0,0 0 16,0 25 0,-25-25-16,25 0 0,0 24 0,0-24 0,0 0 0,0 0 0,0 25 0,0-25 15,0 0-15,0 25 0,0-25 0,0 0 0,-24 0 0,24 25 0,0-25 0,0 0 16,0 25-1,0-25-15,0 0 0,0 0 0,0 24 0,0-24 0,0 0 0,-25 0 0,25 0 16,0 25-16,0-25 0,0 0 0,0 0 0,0 0 0,0 0 0,0 0 31,0 0-31,0 0 0,0 0 0,0 25 0,0-25 0,0 0 0,0 0 0,0 0 0,0 0 31,0 0-31,0 0 0,0 0 0,0 0 0,0 0 0,0 0 0,0 0 0,0 0 0,0 0 0,0 0 0,0 0 0,0-25 0,0 25 16,0 0-16,0 0 0,0-25 16,0 25-16,0 0 0</inkml:trace>
  <inkml:trace contextRef="#ctx0" brushRef="#br0" timeOffset="943716.9776">28997 9674 0,'0'0'0,"0"0"0,0 0 31,0-25-31,0 25 0,0 0 0,0 0 0,0 0 0,0 0 0,0 0 0,0 0 0,0 0 0,0 0 0,0 0 16,0 0-16,0 0 0,0 0 0,0 0 0,0 0 0,0 0 16,0-25-1,0 25-15,0 0 0,0 0 0,0 0 0,0 0 0,0 0 0,0 0 0,0 0 0,0 0 16,0 0-16,0 0 0,0 0 0,0 0 0,24-25 0,-24 25 0,0 0 0,0 0 15,0 0 1,0 0-16,-24 0 0,24 0 0,0 0 0,0 0 0,0 0 16,0 0-16,0-24 0,0 24 0,0 0 0,0 0 0,0 0 0,0 0 0,0 0 0,0 0 15,0 0 1,0 0-16,0 0 0,0-25 0,0 25 0,0 0 15,0 0-15,0 0 0,0 0 0,0 0 0,0 0 0,0 0 0,0 0 16,0 0-16,0 0 0,0-25 0,0 25 0,0 0 0,0 0 0,-25 0 0,25 0 16,0 0-16,0 0 0,0-25 0,0 25 0,0 0 0,0 0 15,0 0 1,0 0-16,0 0 0,0 0 0,0 0 0,0 0 0,0-25 0,0 25 0,0 0 15,0 0-15,0 0 0,0 0 0,0 0 0,0 0 0,0 0 0,0 0 16,0 0 0,0 0-16,0-24 0,0 24 0,-25 0 0,25 0 0,0 0 0,0 0 0,0 0 0,0 0 0,0 0 15,0 0 1,0 0-16,0 0 0,0 0 0,0 0 0,0-25 0,0 25 0,0 0 0,0 0 0,0 0 15,0 0-15,0 0 0,-25 0 16,25 0-16,0 0 0,0 0 0,0 0 0,0 0 0,0 0 0,0 0 16,0 0-16,0-25 0,0 25 0,-25 0 0,25 0 15,0 0-15,0 0 0,0 0 0,0 0 16,0 0-16,0 0 0,-24 0 0,24 0 0,0 0 0,0-25 0,0 25 15,-25 0-15,25 0 0,0 0 0,0 0 0,0 0 0,-25 0 0,25 0 16,0 0 0,0 0-16,0 0 0,-25-25 0,25 25 0,0 0 0,0 0 0,0 0 0,0 0 0,-25 0 15,25 0-15,0 0 0,0 0 0,0 0 0,0 0 0,0 0 0,-24 0 31,24 0-31,0 0 0,0 0 0,0 0 0,0 0 0,0 0 0,0-24 0,-25 24 16,25 0-16,0 0 0,0 0 0,0 0 0,0 0 0,0 0 0,-25 0 0,25 0 31,0 0-31,0 0 0,0 0 0,-25 0 0,25 0 0,0 0 0,0-25 0,0 25 0,-25 0 16,25 0-16,0 0 0,0 0 0,0 0 0,-24 0 0,24 0 0,0 0 31,0-25-31,-25 25 0,25 0 0,0 0 0,0 0 0,-25 0 0,25 0 0,0 0 16,0 0-16,0 0 0,0 0 0,-25 0 0,25 0 0,0 0 15,0 0-15,0 0 0,0 0 0,-25 0 16,25 0-16,0 0 15,0 0-15,0 0 0,0 0 0,-24 0 0,24 0 0,0 0 0,0 0 0,0 0 0,0 0 0,-25 0 0,25-25 0,0 25 16,0 0-16,0 0 16,-25 0-16,25 0 0,0 25 0,0-25 0,-25 0 0,25 0 0,0 0 15,0 0-15,-25 0 0,25 0 0,0 0 0,0 0 0,0 0 0,-24 0 0,24 0 31,0 0-31,0 0 0,-25 0 0,25 0 0,0 0 0,0 0 0,0 0 0,0 0 16,-25 0-16,25 0 0,0 0 0,0 0 0,0 0 0,0 0 0,0 0 0,-25 0 16,25 0-16,0 0 15,0 25-15,0-25 0,0 0 0,-25 0 0,25 0 0,0 0 0,0 0 16,0 0-16,0 0 0,0 0 0,-24 0 0,24 0 0,0 0 0,0 0 15,0 25 1,0-25-16,0 0 0,-25 0 0,25 0 0,0 0 0,0 0 0,0 0 0,0 24 0,0-24 16,0 0-16,0 0 0,0 0 0,-25 0 0,25 25 0,0-25 0,0 0 15,0 0 1,0 0-16,0 0 0,0 0 0,0 25 0,0-25 0,0 0 0,0 0 15,0 0-15,0 0 0,0 25 0,0-25 0,-25 0 0,25 0 0,0 0 0,0 0 16,0 25-16,0-25 0,0 0 0,0 0 0,0 0 16,0 0-1,0 24-15,0-24 0,0 0 0,0 0 0,0 0 0,0 0 0,0 25 0,0-25 0,0 0 0,0 0 16,0 0-1,0 25-15,0-25 0,0 0 0,-25 0 0,25 0 0,0 25 0,0-25 16,0 0-16,0 0 0,0 0 0,0 25 0,0-25 0,0 0 0,0 0 0,0 0 0,0 0 31,0 24-31,0-24 0,0 0 0,0 0 0,0 0 0,0 0 0,0 0 0,0 25 16,0-25-16,0 0 0,0 0 0,0 0 0,0 0 0,0 25 0,0-25 15,0 0 1,0 0-16,0 0 0,0 0 0,0 25 0,0-25 0,0 0 0,25 0 0,-25 0 0,0 0 16,0 25-16,0-25 0,0 0 0,0 0 0,0 0 0,0 24 0,25-24 31,-25 0-31,0 0 0,0 0 0,0 25 0,0-25 0,0 0 0,0 0 0,25 25 15,-25-25-15,0 0 0,0 0 0,0 0 0,0 0 0,25 0 0,-25 25 0,0-25 16,0 0 0,0 0-16,0 0 0,0 0 0,24 25 0,-24-25 0,0 0 0,0 0 0,0 0 15,0 0-15,25 0 0,-25 0 0,0 24 0,0-24 0,0 0 0,0 0 0,25 0 31,-25 0-31,0 0 0,0 0 0,0 25 0,0-25 0,25 0 0,-25 0 0,0 0 0,0 0 0,0 0 16,0 25-16,0-25 0,0 0 0,25 0 0,-25 0 0,0 0 16,0 0-1,0 0-15,0 0 0,0 0 0,0 0 0,0 25 0,24-25 0,-24 0 0,0 0 16,0 0-16,0 0 0,0 0 0,0 0 0,0 0 0,25 0 0,-25 25 15,0-25-15,0 0 16,0 0-16,25 0 0,-25 0 0,0 0 0,0 0 0,0 0 0,25 0 0,-25 0 31,0 0-31,0 0 0,0 24 0,0-24 0,25 0 0,-25 0 0,0 0 0,0 0 0,0 0 0,0 0 16,0 0-16,24 0 0,-24 0 0,0 0 0,0 0 0,0 0 0,0 0 15,0 0 1,25 25-16,-25-25 0,0 0 0,0 0 0,0 0 0,25 0 0,-25 0 16,0 0-16,0 0 0,25 0 0,-25 0 0,0 0 0,0 0 0,25 0 15,-25 0-15,0 0 0,0 0 0,0 0 16,24 25-16,-24-25 0,0 0 0,0 0 0,0 0 0,25 0 15,-25 0-15,0 0 0,0 0 0,0 0 0,0 0 0,25 0 0,-25 0 0,0 0 32,0 0-32,0 0 0,0 0 0,25 0 0,-25 0 0,0 0 0,0 0 0,0 0 46,0 0-46,25 0 16,-25 0-16,0 0 0,0 0 0,0 0 0,24 0 0,-24 0 0,0 0 0,0 0 0,0 0 0,25 0 0,-25 0 0,0 0 0,0 0 0,0 0 0,0 0 0,0 0 0,25 0 0,-25 0 0,0 0 0,0 0 16,0 0-16,0 0 0,0 0 0,0 0 0,25 0 0,-25 0 0,0-25 15,0 25 1,0 0-16,0 0 0,0 0 0,0 0 0,25 0 0,-25 0 0,0 0 0,0 0 0,0 0 31,0 0-31,24 0 0,-24 0 0,0 0 0,0 0 0,0 0 0,0 0 0,25-25 0,-25 25 16,0 0-16,0 0 0,0 0 0,0 0 0,0 0 0,25 0 0,-25 0 0,0 0 15,0 0-15,0 0 16,0 0-16,0 0 0,0-24 0,25 24 0,-25 0 0,0 0 0,0 0 15,0 0-15,0 0 0,0 0 0,0-25 0,0 25 0,25 0 0,-25 0 0,0 0 32,0 0-32,0 0 0,0-25 0,0 25 0,0 0 0,0 0 0,24 0 0,-24 0 0,0 0 15,0 0-15,0 0 0,0-25 0,0 25 0,0 0 0,0 0 0,0 0 16,0 0-1,0 0-15,25-25 0,-25 25 0,0 0 0,0 0 0,0 0 0,0 0 16,0-24-16,0 24 0,0 0 0,0 0 0,0 0 0,0 0 0,0-25 0,0 25 16,0 0-16,0 0 15,0 0-15,0-25 0,0 25 0,0 0 0,0 0 0,0 0 0,0 0 16,0-25-16,25 25 0,-25 0 0,0 0 0,0 0 0,0 0 0,0-25 15,0 25 1,0 0-16,0 0 0,0 0 0,0-24 0,-25 24 0,25 0 0,0 0 0,0-25 0,0 25 16,0 0-16,0 0 0,0 0 0,0-25 0,0 25 0,0 0 0,0 0 15,0-25 1,0 25-16,0 0 0,0 0 0,0 0 0,0 0 0,0-25 0,0 25 0,0 0 0,-25 0 15,25 0-15,0 0 16,0 0-16,0 0 0,0-24 0,0 24 0,0 0 0,0 0 0,0 0 16,0 0-16,0 0 0,0 0 0,0 0 0,0 0 0,0-25 0</inkml:trace>
  <inkml:trace contextRef="#ctx0" brushRef="#br0" timeOffset="968503.3953">31229 13692 0,'0'0'15,"0"0"1,0 0-16,0 0 0,-25 0 0,25 0 0,0 0 0,0 0 0,0 0 0,0 0 16,0 0-16,0 0 15,0 0-15,0 0 0,0 0 0,0 0 0,0 0 16,0 0-16,0 0 0,0 0 0,0 0 0,0 0 0,0 0 0,0 0 0,0 0 0,0 0 0,0 0 0,0 0 15,0 0-15,0 0 0,0 0 0,0 0 0,0-25 0,0 25 16,0 0 0,0 0-16,0 0 0,0 0 0,0 0 0,0 0 0,0 0 0,0 0 0,0 0 15,0 0-15,0 0 0,0 0 0,0 0 0,0 0 16,0 0-16,0 0 0,0 0 0,0 0 15,0 0-15,0 0 0,0 0 0,0 0 0,0 0 0,0 0 0,0 0 0,0 0 16,0 0-16,0 0 0,0 0 0,0 0 0,0 0 0,0 0 0,0 0 31,0 0-31,0 0 0,0 0 0,0 0 0,0 0 0,0 0 0,0 0 0,0 0 16,0 0-16,0 0 15,0 0-15,0 0 0,0 0 0,0 0 0,0 0 0,0 0 0,25 0 0,-25 0 0,0 0 0,0 0 0,0 0 0,0 0 16,0 0-16,0 0 0,25 0 0,-25 25 0,0-25 16,0-25-16,0 25 15,0 0-15,0 0 0,25 0 0,-25 0 0,0 0 0,0 0 0,0 0 0,0 0 31,25 25-31,-25-25 0,0 0 0,0 0 0,0 0 0,0 0 0,0 0 0,24 0 0,-24 0 0,0 0 16,0 0-16,0 0 0,0 0 0,0 0 0,0 0 0,0 0 0,0 0 0,0 0 16,0 0-1,0 0-15,0 0 0,0 0 0,0 0 0,0 0 0,0 0 0,0 0 0,0 0 16,0 0-16,0 0 0,0 0 0,0 0 0,25 0 0,-25 0 0,0 0 15,0 0-15,0 0 0,0 0 0,0 0 16,0 0-16,0 0 0,0 0 0,0 0 0,0 0 0,0 0 0,0 0 16,25 0-16,-25 0 0,0 0 0,0 0 0,0 0 0,0 0 0,0 0 15,0 0-15,0 0 16,0 0-16,0 0 0,0 0 0,0 0 0,0 0 0,0 0 0,0 0 15,0 0-15,0 0 0,0 0 0,0 0 0,0 0 0,0 0 0,0 0 16,0 0-16,0 0 16,0 0-16,0 0 0,0 0 0,0 0 0,0 0 0,0 0 0,0 0 0,0 0 15,0 0-15,0 0 0,0 0 0,0 0 0,0 0 0,0 0 0,0 0 16,0 0-16,0 0 15,0 0-15,0 0 0,0 0 0,0 0 0,0 0 0,0 0 0,0 0 0,0 0 0,0 0 16,0 0-16,0 0 16,0 25-16,0-25 0,0 0 0,0 0 0,0 0 0,0 0 0,0 25 15,0-25-15,0 0 0,0 0 0,0 0 0,-25 25 0,25-25 0,0 0 0,0 0 16,0 0-16,0 24 15,0-24-15,0 0 0,0 0 0,0 25 0,0-25 0,0 0 0,-25 0 0,25 25 0,0-25 16,0 0-16,0 0 0,0 0 0,0 25 0,0-25 0,0 0 16,0 0-16,0 25 15,0-25-15,0 0 0,0 0 0,0 24 0,-24-24 0,24 0 0,0 0 0,0 0 0,0 0 16,0 25-16,0-25 0,0 0 0,0 0 0,0 0 0,0 0 15,0 25 1,0-25-16,0 0 0,0 0 0,0 0 0,0 0 0,0 25 0,0-25 0,0 0 16,0 0-16,0 0 0,0 0 0,0 0 0,-25 0 0,25 25 0,0-25 15,0 0-15,0 0 16,0 0-16,0 0 0,0 0 0,0 0 0,0 0 0,0 0 0,0 0 15,0 0-15,0 0 0,0 0 0,0 0 0,0 0 0,0 0 0,0 0 0,0 0 32,0 24-32,0-24 0,0 0 0,0 0 0,0 0 0,0 0 0,0 0 0,0 0 15,0 0-15,0 0 0,0 0 0,0 0 0,0 0 0,0 0 0,0 0 0,0 0 16,0 0-1,0 0-15,0 0 0,0 0 0,0 0 0,0 0 0,0 0 0,0 0 0,0 0 16,0 0-16,0 0 0,0 0 0,0 0 0,0 0 0,0 0 0,0-24 0,0 24 31,0 0-31,0 0 0,0 0 0,0 0 0,0 0 0,-25-25 0</inkml:trace>
  <inkml:trace contextRef="#ctx0" brushRef="#br0" timeOffset="968981.4226">31130 13816 0,'0'0'16,"0"0"-1,0 0-15,0 0 0,0 0 0,25 0 0,-25 0 0,0 0 0,0 0 0,0 0 16,0 0-16,0 0 0,0 0 0,0 0 0,24 0 0,-24 25 15,0-25-15,0 0 0,0 0 0,25 0 16,-25 0-16,0 0 0,0 0 0,0 0 0,25 0 0,-25 0 0,0 0 0,0 0 16,25 0-16,-25 0 0,0 0 0,0 0 0,25 0 0,-25 0 15,0 25-15,0-25 16,0 0-16,25 0 0,-25 0 0,0 0 0,0 0 0,24 0 0,-24 0 0,0 0 0,0 0 15,0 0 1,25 0-16,-25 0 0,0 0 0,0 0 0,0 0 0,0 0 0,0 0 0,0 0 16,0 0-16,0 0 0,0 0 0,0 0 0,0 0 0,0 0 0,0 0 0,0 0 31,0 0-31,0 0 0,0 0 0,0 0 0,0 0 0,0 0 0,0-25 0,0 25 15,0 0-15</inkml:trace>
  <inkml:trace contextRef="#ctx0" brushRef="#br0" timeOffset="969466.4503">30931 14139 0,'0'0'0,"0"0"15,0 0-15,0 0 0,0 0 0,0 0 0,0 0 0,0 0 16,0 0-16,0 0 15,25 0-15,-25 0 0,0 0 0,0 0 0,0 0 0,25 0 0,-25 0 0,0 0 16,25 0-16,-25 0 0,0 0 0,25 0 0,-25 0 16,0 0-16,24 0 0,-24 0 0,0 0 15,25 0-15,-25 0 0,25 0 0,-25 0 0,0 0 0,25 0 0,-25 0 0,25 0 16,-25 0 15,24 0-31,-24 0 0,0 0 0,25 0 0,-25 0 0,25 0 0,-25 0 0,0 0 0,25 0 0,-25 0 0,0 0 0,25-25 0,-25 25 0,0 0 0,25 0 0,-25 0 16,0 0-16,0 0 0,24 0 15,-24 0-15,0 0 0,0 0 0,0 0 0,25 0 0,-25 0 16,0 0-16,0 0 0,0 0 0,0 0 0,0 0 0,0 0 15,25 0-15,-25-25 0,0 25 0,0 0 0,0 0 0,0 0 16,0 0-16,0 0 0,0 0 0,0 0 0</inkml:trace>
  <inkml:trace contextRef="#ctx0" brushRef="#br0" timeOffset="970262.4959">30931 14287 0,'0'0'0,"0"0"0,0 0 0,0 0 15,0 0-15,0 0 0,0 0 0,0 0 0,0 0 0,0 0 0,0-24 16,0 24-16,0 0 16,0 0-16,0 0 0,0 0 0,0 0 0,0 0 0,0 0 15,0 0-15,25 0 0,-25 0 0,0 0 0,0 0 0,0 0 0,0 0 0,0 0 0,25 0 16,-25 0-16,0 0 15,0 0-15,25 0 0,-25 0 0,0 0 0,0 0 0,25 0 16,-25 0-16,0 0 0,0 0 0,0 0 0,24 0 0,-24 0 0,0 24 0,0-24 16,0 0-16,0 0 0,0 0 0,0 0 0,0 0 0,0 0 15,0 25-15,0-25 0,0 0 16,0 0-16,0 0 0,0 25 0,0-25 0,0 0 0,-24 0 0,24 0 0,0 25 15,0-25-15,0 0 16,0 0-16,-25 25 0,25-25 0,0 0 0,0 0 16,0 25-16,0-25 0,-25 0 0,25 0 0,0 0 0,0 24 0,0-24 0,-25 0 0,25 0 0,0 0 15,0 0-15,0 25 0,0-25 0,-25 0 16,25 0-16,0 0 0,0 0 0,0 0 15,0 0-15,0 0 0,0 25 0,0-25 0,0 0 0,0 0 0,0 0 0,0 0 16,0 0-16,0 0 0,0 0 0,0 0 0,0 0 0,0 0 16,0-25-16,0 25 0,0 0 0,25 0 15,-25 0-15,0 0 0,0 0 0,0 0 0,25 0 0,-25 0 16,0 0-16,0 0 15,0 0-15,25 0 0,-25 0 0,0 0 0,0 0 0,0 0 0,0 25 0,0-25 0,0 0 16,25 0-16,-25 0 16,0 0-16,0 0 0,0 0 0,0 0 0,0 0 0,0 0 0,0 25 0,0-25 15,0 0-15,0 0 0,0 0 0,0 0 0,0 25 0,0-25 0,0 0 16,0 0-16,0 0 15,0 0-15,0 0 0,0 24 0,0-24 0,0 0 0,0 0 0,-25 0 16,25 0-16,0 0 0,0 0 0,0 0 0,0 0 0,-25 0 0,25 25 0,0-25 16,0 0-16,0 0 0,-25 0 15,25 0-15,0 0 0,0 0 0,0 0 0,-25 0 16,25 0-16,0 0 0,0 0 0,0 0 0,0 0 0,0 0 0,0 0 0,0 0 15,0 0 1,0 0-16,0 0 0,0 0 0,0 0 0,0 0 0,0-25 0,0 25 0,0 0 16,0 0-16,0 0 0,0-24 0,0 24 0,0 0 0</inkml:trace>
  <inkml:trace contextRef="#ctx0" brushRef="#br0" timeOffset="970643.5177">31229 14337 0,'0'0'0,"0"0"0,0 0 0,0 0 0,0 0 0,0 0 0,0 0 0,0 0 0,0 0 0,0 25 0,0-25 0,0 0 0,0 0 16,0 0-16,0 0 0,0 25 0,0-25 0,0 0 0,0 25 0,0-25 0,0 0 0,0 24 0,0-24 0,0 0 0,0 25 0,0-25 0,0 25 15,0-25-15,0 0 0,0 25 0,0-25 0,0 25 0,0-25 0,0 24 0,0-24 0,0 25 0,0-25 0,0 0 16,0 25-1,0-25-15,0 0 0,0 25 0,-25-25 0,25 0 0,0 25 0,0-25 0,0 0 0,0 24 16,0-24-16,0 0 16,0 0-16,0 0 0,0 25 0,0-25 0,0 0 0,0 0 0,0 0 15,0 0-15,0 0 0,0 0 0,0 0 0,0 0 0,25 0 0,-25 0 16,0 0-16,0 0 0,25-25 0</inkml:trace>
  <inkml:trace contextRef="#ctx0" brushRef="#br0" timeOffset="971286.5544">31676 13891 0,'0'0'0,"0"0"15,0 0-15,0 0 16,0 0-16,0 0 0,0 0 0,0 0 0,0 0 0,0 0 0,0 0 0,0 0 16,0 0-16,0 0 0,0 0 0,0 0 0,0 0 0,0 24 0,0-24 0,0 0 15,0 0 1,0 25-16,0-25 0,0 0 0,0 25 0,0-25 0,0 0 0,0 25 15,-25-25-15,25 25 0,0-25 0,0 24 0,0-24 0,0 25 0,0-25 0,0 0 16,-25 25-16,25-25 0,0 25 0,0-25 16,0 25-16,0-25 0,0 0 15,-25 24-15,25-24 0,0 0 31,0 25-31,0-25 0,0 0 0,0 0 0,0 25 0,0-25 0,0 0 0,0 0 0,0 0 0,-25 0 0,25 0 0,0 25 0,0-25 0,0 0 0,0 0 0,0 0 0,0 0 16,0 0-16,25 0 0,-25 0 0,0 0 0,0-25 0,0 25 0,0 0 16,0 0-16,0 0 15,0-25-15,0 25 0,25 0 0</inkml:trace>
  <inkml:trace contextRef="#ctx0" brushRef="#br0" timeOffset="971493.5663">31651 14039 0,'0'0'0,"0"-24"16,0 24-16,0 0 0,0 0 0,0 0 0,0 0 15,0 0-15,0 0 0,0 0 0,0 0 0,0 0 0,0 0 16,0 0-16,25 0 0,-25 0 0,0 0 0,0 0 0,24 0 15,-24 0-15,0 0 0,25 0 0,-25 0 0,0 24 16,25-24-16,-25 0 0,25 0 0,-25 0 0,0 0 0,25 0 16,-25 0-16,0 0 0,24 0 0,-24 0 0,0 0 15,25 0-15,-25 0 0,0 0 0,25 0 0,-25-24 0,0 24 16,0 0-16,0 0 0</inkml:trace>
  <inkml:trace contextRef="#ctx0" brushRef="#br0" timeOffset="971726.5796">31899 13891 0,'0'0'16,"0"0"-16,0 0 0,0 0 0,0 0 0,0 0 15,0 0-15,0 0 0,0 0 0,0 24 0,0-24 0,0 0 16,0 0-16,0 0 0,0 25 0,0-25 0,0 0 0,0 25 16,0-25-16,0 0 0,-25 25 0,25-25 0,0 25 15,0-25-15,0 24 0,0-24 0,0 25 0,-25-25 0,25 25 16,0-25-16,0 25 0,0-25 0,0 25 0,0-25 0,0 0 15,-25 24-15,25-24 0,0 25 0,0-25 0,0 0 16,0 25-16,0-25 0,0 25 0,0-25 0,0 0 0,-24 25 16,24-25-16,0 0 0,0 24 0,0-24 0,0 0 0,0 0 15,0 0-15,0 25 0,0-25 0,0 0 0,0 0 16,0 0-16,0 0 0,0 0 15,0 0-15,0 0 0,0 0 0</inkml:trace>
  <inkml:trace contextRef="#ctx0" brushRef="#br0" timeOffset="972204.607">31849 14263 0,'0'0'0,"0"-25"16,0 25-16,0 0 0,0 0 0,25 0 0,-25 0 0,0 0 15,0 0-15,0 0 0,0 0 0,0 0 0,25 0 16,-25 0-16,0 0 0,25 0 0,-25 0 0,0 0 0,0 0 15,24 0-15,-24 25 0,0-25 0,0 0 0,25 0 16,-25 0-16,0 0 0,0 0 0,0 0 0,25 24 0,-25-24 16,0 0-16,0 0 0,0 0 0,0 0 0,0 0 0,0 25 15,0-25-15,0 0 0,0 0 0,0 0 0,0 0 16,0 0-16,0 25 0,-25-25 0,25 0 0,0 0 0,0 0 15,0 0-15,-25 0 0,25 25 0,0-25 16,-24 0-16,24 0 0,0 0 0,0 0 0,-25 0 0,25 0 0,0 0 16,0 25-16,-25-25 15,25 0-15,0 0 0,0 0 0,0 0 0,0 0 0,-25 25 0,25-25 0,0 0 0,0 0 0,0 0 31,0 24-31,0-24 0,0 0 0,0 0 0,25 25 0,-25-25 0,0 0 0,0 0 0,0 25 16,0-25-16,25 0 0,-25 0 0,0 25 0,0-25 0,25 0 0,-25 0 16,0 25-16,0-25 31,0 0-31,0 0 0,0 24 0,0-24 0,24 0 0,-24 0 0,0 0 0,0 0 0,0 0 0,0 0 0,0 0 0,0 25 0,-24-25 0,24 0 0,0 0 15,0 0-15,0 0 16,0 0-16,-25 0 0,25 0 0,0-25 0,-25 25 0,25 0 16,0 0-16,-25 0 0,25 0 0,-25 0 0,25-24 0,0 24 0,0 0 0,-24 0 0,24-25 15,0 25 1,0 0-16,0 0 0,-25 0 0,25 0 0,0 0 0,0-25 0,0 25 0,0 0 0,25 0 15,-25 0-15,0 0 0,0 0 0,0 0 0,24-25 0,-24 25 0,0 0 16</inkml:trace>
  <inkml:trace contextRef="#ctx0" brushRef="#br0" timeOffset="972721.6365">32147 14015 0,'0'0'0,"-25"0"15,25-25-15,0 25 0,0 0 16,0 0-16,0 0 0,0 0 0,0 0 0,0 0 16,0 0-16,0 0 0,0 0 0,0 0 15,0 0-15,0 0 0,0 0 0,0 0 0,0 0 0,25 0 0,-25 0 16,0 0-16,0 0 0,0 0 0,0 0 0,0 0 0,25 0 0,-25 0 0,0 0 15,0 0-15,24 0 0,-24 0 0,0 0 0,25 0 16,-25 0-16,0 0 0,0 0 0,25 0 0,-25 0 16,0 25-16,25-25 0,-25 0 0,0 0 0,0 0 0,0 0 0,25 0 0,-25 0 15,0 0-15,0 0 0,0 0 0,0 0 0,0 0 0,25 0 16,-25 0-1,0 0-15,0 0 0,0 0 0,0-25 0,0 25 0</inkml:trace>
  <inkml:trace contextRef="#ctx0" brushRef="#br0" timeOffset="972975.6511">32246 13866 0,'0'0'15,"0"0"-15,0 0 0,0 0 0,0 0 0,0 0 0,0 0 16,0 0-16,0 0 0,0 0 0,0 0 0,0 0 0,0 0 16,0 0-16,0 0 0,0 0 0,0 0 0,0 25 15,0-25-15,0 0 0,0 24 0,0-24 0,0 0 0,0 25 16,0-25-16,25 25 0,-25-25 0,0 0 0,0 25 0,0-25 15,-25 25-15,25-25 0,0 24 0,0-24 0,0 25 16,0-25-16,0 25 0,0-25 0,0 25 0,0-25 0,0 0 0,0 25 16,0-25-16,0 24 0,0-24 0,0 0 0,0 25 15,0-25-15,0 0 0,0 0 0,0 25 0,0-25 16,0 0-1,0 0-15,0 0 0,0 0 0,0 0 0,0 0 0,0 0 0</inkml:trace>
  <inkml:trace contextRef="#ctx0" brushRef="#br0" timeOffset="973314.6704">32593 13767 0,'0'0'0,"0"0"0,0 0 0,0 0 0,0 0 0,0 0 0,0 0 16,0 24-16,0-24 0,0 0 0,0 0 0,0 0 15,0 25-15,0-25 0,0 0 0,-24 25 16,24-25-16,0 25 0,0-25 0,0 25 0,0-25 0,0 24 0,0-24 15,0 25 1,-25-25-16,25 25 0,0 0 0,0-25 0,0 25 0,0-25 0,0 24 0,-25-24 0,25 25 0,0-25 16,0 25-16,0-25 0,0 25 0,0-25 0,0 0 0,-25 25 0,25-25 15,0 0-15,0 24 16,0-24-16,0 0 0,0 0 0,-25 25 0,25-25 0,0 0 0,0 0 0,0 0 0,0 25 15,0-25-15,0 0 16,0 0-16,0 0 0,0 0 0,0 0 0,0 0 0,0 0 0,0 0 0,0-25 31,0 25-31,0 0 0,0 0 0</inkml:trace>
  <inkml:trace contextRef="#ctx0" brushRef="#br0" timeOffset="973519.6822">32519 13990 0,'0'0'0,"0"0"0,25 0 0,-25 0 0,0 0 0,0 0 15,0 0-15,0 0 0,25 0 0,-25 0 0,0-25 0,24 25 16,-24 0-16,0 0 0,25 0 0,-25 0 0,0 0 0,25 0 15,-25 0-15,0 0 0,0 25 0,25-25 0,-25 0 16,0 0-16,25 0 0,-25 0 0,0 0 0,0 0 0,24 0 16,-24-25-16,0 25 0,0 0 0,0 0 0,25 0 15,-25 0-15</inkml:trace>
  <inkml:trace contextRef="#ctx0" brushRef="#br0" timeOffset="973735.6944">32717 13866 0,'0'0'0,"0"0"0,0 0 0,0 0 0,0 0 16,0 0-16,0 0 0,0 0 0,0 0 0,0 25 15,0-25-15,-24 0 0,24 0 0,0 24 0,0-24 0,0 0 16,0 0-16,0 25 0,0-25 0,0 25 0,0-25 0,0 0 16,0 25-16,0-25 0,0 25 0,0-25 0,0 24 15,0-24-15,0 25 0,0-25 0,0 25 0,-25-25 0,25 25 16,0-25-16,0 0 0,0 25 0,0-25 0,0 24 0,0-24 15,0 0-15,0 25 0,0-25 0,0 25 0,0-25 16,0 0-16,-25 0 0,25 25 0,0-25 0,0 0 0,0 25 16,0-25-16,0 0 0,-25 0 0,25 0 0,0 24 15,0-24-15,-25 0 0,25 0 0,0 0 0,0 0 16,-24 0-16,24 0 15,0 25-15</inkml:trace>
  <inkml:trace contextRef="#ctx0" brushRef="#br0" timeOffset="974205.7214">32643 14337 0,'0'0'0,"0"0"0,0 0 0,0 0 0,0 0 0,0 0 0,0 0 0,0 0 0,0 25 0,0-25 0,0 0 0,25 0 0,-25 0 0,0 0 0,-25 0 0,25 0 16,0 0-16,0 0 0,0 25 0,0-25 0,0 0 0,0 0 0,0 0 0,0 25 0,0-25 0,0 0 0,0 0 0,-25 0 0,25 24 0,0-24 0,0 0 0,0 0 0,-25 25 0,25-25 0,0 0 0,0 0 0,0 0 0,0 25 0,-24-25 0,24 0 0,0 0 0,0 0 15,0 25-15,0-25 0,0 0 0,0 0 0,0 0 0,-25 0 16,25 25-16,0-25 16,0 0-16,0 0 0,0 0 0,0 0 0,0 0 0,0 0 0,0 24 0,0-24 0,0 0 15,0 0-15,0 0 0,25 0 0,-25 0 0,0 0 0,0 0 16,0 0-16,0 0 15,0 25-15,24-25 0,-24 0 0,0 0 0,25 0 0,-25 0 0,0 0 0,25 0 0,-25 25 16,0-25-16,25 0 0,-25 0 0,0 0 0,25 0 0,-25 0 0,24 25 16,-24-25-1,0 0-15,25 0 0,-25 0 0,25 0 0,-25 0 0,0 0 0,25 25 0,-25-25 16,0 0-16,25 0 0,-25 0 0,0 0 0,0 0 0,24 0 0,-24 0 0,0 0 15,0 0-15,0 0 16,0 0-16,0 0 0,0 0 0,25 0 0,-25-25 0,0 25 0,0 0 62,0 0-62,-25 0 0</inkml:trace>
  <inkml:trace contextRef="#ctx0" brushRef="#br0" timeOffset="974426.734">32817 14486 0,'0'0'0,"0"0"0,0 0 0,0 0 0,0 0 16,0 0-16,0 0 0,0 0 0,0 0 0,0 25 0,0-25 15,0 0-15,0 0 0,0 0 0,0 25 0,0-25 16,0 24-16,0-24 0,0 25 0,0-25 0,0 0 0,-25 25 16,25 0-16,0-25 0,0 25 0,0-25 0,0 24 0,0-24 15,0 25-15,0-25 0,0 25 0,-25 0 0,25-25 16,0 25-16,0-25 0,0 24 0,-25-24 0,25 25 0,0-25 0,0 0 15,-25 25-15,25-25 0,0 25 0,0-25 0,-24 0 16,24 25-16,0-25 0</inkml:trace>
  <inkml:trace contextRef="#ctx0" brushRef="#br0" timeOffset="977422.9054">26442 12229 0,'0'0'0,"0"0"15,0 0 1,0 0-16,0 0 0,0 0 0,0 0 0,0 0 0,0 0 0,0 0 15,0 0-15,0 0 0,25 0 0,-25 0 0,0 0 0,0 0 0,0 0 0,0 0 16,0 0-16,0 0 16,0 0-16,0 0 0,0 0 0,0 0 0,0 0 0,0 0 15,0 0-15,0 0 0,0 0 0,0 0 0,0 0 0,0 0 0,0 0 0,0 0 16,24 0-16,-24 0 0,0 0 0,0 0 0,0 0 15,0 0-15,0 0 16,0 0-16,0 0 0,0 0 0,0 0 0,25 0 0,-25 0 0,0 0 0,0 0 0,0 0 16,0 0-1,0 0-15,25 0 0,-25 0 0,0 0 0,0 0 0,0-25 0,0 25 0,0 0 16,25 0-16,-25 0 0,0 0 0,0 0 0,0 0 0,0 0 15,25-25 1,-25 25-16,0 0 0,0 0 0,0 0 0,24-25 0,-24 25 0,0 0 0,0 0 0,25-25 0,-25 25 16,0 0-16,0 0 0,0-24 15,25 24-15,-25 0 0,0 0 0,0-25 0,0 25 0,0 0 0,0 0 0,0 0 0,25-25 16,-25 25-16,0 0 15,0 0-15,0 0 0,0 0 0,0 0 0,0 0 0,0 0 0,0 0 0,0 0 16,0 0-16,0 0 0,0 0 0,0 0 0,0 0 0,0 0 31,0 0-31,0 0 0,0 0 0,0 0 0,0 0 0,0 0 0,0 0 0,0 0 0,0 0 0,0 0 16,0 0-16,0 0 0,0 0 0,0 0 0,0 0 0,0 0 0,0 0 15,0 25 1,0-25-16,0 0 0,0 25 0,0-25 0,0 0 0,0 24 0,0-24 0,-25 25 16,25-25-16,0 25 0,0 0 0,0-25 0,0 25 0,0-25 0,0 25 15,0-25 1,0 24-16,0-24 0,0 0 0,0 25 0,0-25 0,0 25 0,0-25 15,0 0-15,0 25 0,0-25 0,0 0 0,0 25 0,0-25 0,0 0 0,0 0 16,0 24 0,0-24-16,0 0 0,0 0 0,0 25 0,0-25 0,0 0 0,0 0 15,0 0-15,0 0 0,0 0 0,0 0 0,0 25 0,0-25 0,0 0 0,0 0 31,0 0-31,0 0 0,0 0 0,0 0 0,0-25 0,0 25 0,25 0 0,-25 0 0</inkml:trace>
  <inkml:trace contextRef="#ctx0" brushRef="#br0" timeOffset="978612.9735">27558 12204 0,'0'0'0,"0"0"0,0 0 16,-25-25-16,25 25 0,0 0 0,0 0 0,0 0 0,0 0 0,0 0 0,0 0 15,0-25-15,0 25 0,0 0 0,0 0 0,0 0 16,0 0-16,0 0 0,0 0 15,0-25-15,0 25 0,25 0 0,-25 0 0,0 0 0,0 0 0,0 0 0,0 0 32,0 0-32,0 0 0,0 0 0,0-24 0,0 24 0,0 0 0,0 0 0,0 0 0,0 0 0,0 0 0,0 0 15,25 0-15,-25 0 0,0 0 0,0 0 0,0 0 0,0 0 16,0 0-1,0 0-15,25 0 0,-25 0 0,0 0 0,0 0 0,0 0 0,0 0 16,0 0-16,24 0 0,-24 24 0,0-24 0,0 0 0,0 0 0,0 25 0,0-25 31,0 0-31,0 25 0,0-25 0,0 0 0,0 25 0,0-25 0,0 0 0,0 25 0,0-25 0,0 0 16,0 0-16,-24 25 0,24-25 0,0 0 0,0 24 0,0-24 15,0 0 1,0 25-16,-25-25 0,25 0 0,0 0 0,0 0 0,0 25 0,0-25 0,-25 0 16,25 0-16,0 0 0,0 0 0,0 0 0,0 0 0,0 25 0,0-25 15,0 0-15,0 0 16,0 0-16,0 0 0,0 0 31,0 0-31,0 0 0,0 0 0,0 0 0,0 0 0,0 0 0,0 0 0,0 0 0,25 0 0,-25 0 0,0 0 0,0 0 0,0 0 0,0 0 0,25 0 0,-25 0 16,0 0-16,0 0 0,0 0 0,24 0 0,-24 0 0,0 0 15,0 0 1,0 0-16,0 25 0,25-25 0,-25 0 0,0 0 0,0 0 0,0 24 0,0-24 15,0 0-15,0 0 0,0 25 0,0-25 0,0 0 0,0 0 0,0 25 0,0-25 16,0 0 0,0 25-16,0-25 0,0 0 0,0 0 0,0 0 0,0 25 0,-25-25 0,25 0 15,0 0-15,0 24 0,0-24 0,0 0 0,0 0 0,-24 0 0,24 0 31,0 0-31,0 0 0,0 25 0,0-25 0,-25 0 0,25 0 0,0 0 0,0 0 0,0 0 0,0 0 16,0 0-16,0 0 0,0 0 0,0 0 0,-25 0 0,25 0 16,0 0-1,0 0-15,0 0 0,0 0 0,0 0 0,0 0 0,-25 0 0,25 0 16,0-25-16,0 25 0,0 0 0,0 0 0,0 0 0,0 0 0,0 0 0,0 0 15,0 0-15,0 0 16,0 0-16,0 0 0,0 0 0,0 0 0,0 0 0,25 0 0,-25 0 0,0 0 16,25 0-16,-25 0 0,25 0 0,-25 0 0,24 0 0</inkml:trace>
  <inkml:trace contextRef="#ctx0" brushRef="#br0" timeOffset="979566.028">28525 12179 0,'0'0'0,"0"0"0,0-25 16,-24 25-16,24 0 0,0 0 0,0 0 0,0 0 0,0 0 0,0 0 31,0 0-31,0 0 0,0-25 0,0 25 0,0 0 0,0 0 0,0 0 0,0 0 0,0 0 16,0 0-16,0 0 0,0 0 0,0 0 0,0 0 0,0 0 0,0 0 31,0 0-31,0 0 0,0 0 0,0 0 0,0 0 0,0 0 0,0 0 0,0 0 16,0 0-16,0 25 0,0-25 0,0 0 0,0 0 0,0 0 0,0 0 0,0 0 15,-25 25-15,25-25 0,0 0 0,0 0 0,0 0 16,0 25-16,0-25 0,0 0 0,0 0 0,0 0 15,0 25 1,0-25-16,0 0 0,0 0 0,0 0 0,0 25 0,0-25 0,0 0 0,0 0 0,0 0 0,0 24 16,0-24-16,25 0 0,-25 0 0,0 25 0,0-25 0,0 0 15,0 0 1,0 25-16,24-25 0,-24 0 0,0 0 0,0 25 0,25-25 0,-25 0 0,0 0 0,25 25 15,-25-25-15,0 0 0,25 0 0,-25 0 0,0 24 0,25-24 0,-25 0 16,0 0 0,24 25-16,-24-25 0,0 0 0,25 0 0,-25 25 0,0-25 0,0 0 15,0 0-15,25 0 0,-25 0 0,0 0 0,0 25 0,0-25 0,0 0 0,0 0 31,0 0-31,0 0 0,0 0 0,0 0 0,0 0 0,0 0 0,0 0 0,0 0 16,0 0-16,0 0 0,0 0 0,-25 0 0,25 25 0,0-25 0,0 0 0,0 0 16,-25 0-1,25 0-15,0 0 0,0 0 0,-24 0 0,24 0 0,0 0 0,0 0 16,-25 0-16,25 0 0,0 0 0,-25 0 0,25 24 0,0-24 0,0 0 15,-25 0-15,25 0 0,0 0 0,0 0 0,0 0 16,-25 0-16,25 0 0,0 0 0,0 0 0,0-24 16,0 24-16,0 0 0,0 0 0,0 0 0,0 0 0,0-25 0,0 25 15,0 0-15,0 0 0,0-25 16,25 25-16,-25-25 0</inkml:trace>
  <inkml:trace contextRef="#ctx0" brushRef="#br0" timeOffset="979773.0398">28649 12179 0,'0'0'0,"0"0"16,25 0-16,-25 0 0,0 0 0,25 0 0,-25 0 0,25 0 0,-25 0 0,0 0 0,25 0 0,-1 0 0,-24 0 0,25 0 0,-25 0 0,25 25 0,0-25 0,-25 0 0,25 0 0,-1 0 0,-24 0 0,25 25 16,0-25-16,-25 0 0,25 0 0,0 0 0,-25 0 0,24 25 0,-24-25 0</inkml:trace>
  <inkml:trace contextRef="#ctx0" brushRef="#br0" timeOffset="981062.1136">29468 12154 0,'0'0'0,"0"0"15,0 0 1,0 0-16,0-25 0,0 25 0,0 0 0,0 0 0,0 0 0,0 0 16,0 0-16,0 0 0,0-24 0,0 24 0,0 0 0,0 0 0,0 0 0,0 0 15,-25 0 1,25-25-16,0 25 0,0 0 0,0 0 0,0 0 0,0 0 0,-25 0 0,25 0 15,0 0-15,0 0 0,0 0 0,-24 0 0,24 0 0,0 0 0,0 0 32,0 0-32,-25 0 0,25 0 0,0 0 0,0 0 0,0 0 0,-25 0 0,25 0 0,0 0 15,0 25-15,0-25 0,0 0 0,-25 0 0,25 0 0,0 0 0,0 0 16,0 24-1,0-24-15,0 0 0,-25 0 0,25 25 0,0-25 0,0 0 0,0 0 0,0 25 0,0-25 0,0 0 16,0 0 0,0 25-16,0-25 0,0 0 0,0 25 0,0-25 0,0 0 0,0 0 0,0 25 15,0-25-15,0 0 0,25 0 0,-25 24 0,0-24 0,0 0 16,0 0-1,0 0-15,25 25 0,-25-25 0,0 0 0,0 0 0,25 0 16,-25 0-16,0 0 0,0 0 0,25 0 0,-25 0 0,0 0 0,24 0 0,-24 0 0,0 0 0,25 0 0,-25 0 16,0 0-1,0 0-15,25 0 0,-25 0 0,0 0 0,0 0 0,0 0 0,25-25 0,-25 25 16,0 0-16,0 0 0,0-24 0,0 24 0,0 0 0,0 0 0,0-25 15,0 25 1,25 0-16,-25-25 0,0 25 0,0 0 0,0 0 0,0 0 0,-25 0 0,25-25 16,0 25-16,0 0 0,0 0 0,0 0 0,0 0 0,0 0 0,0 0 15,0 0 1,0 0-16,0 0 0,0 0 0,0 0 0,0 0 0,0 0 0,0 0 0,0 0 0,0 0 15,0 0-15,0 0 0,0 0 0,0 0 0,0 0 0,0 0 16,0 25-16,0-25 16,0 0-16,0 0 0,0 0 0,0 25 0,0-25 0,0 0 0,0 25 15,0-25-15,0 0 0,0 24 0,0-24 0,0 0 0,0 25 0,0-25 31,0 25-31,0-25 0,0 25 0,0-25 0,0 25 0,0-25 0,0 0 0,0 24 0,0-24 0,0 25 16,0-25-16,0 25 0,-25-25 0,25 0 0,0 25 0,0-25 0,0 0 16,0 25-1,0-25-15,0 24 0,0-24 0,0 0 0,0 0 0,0 25 0,0-25 0,-25 0 0,25 25 0,0-25 16,0 0-16,0 0 0,0 0 15,0 25-15,0-25 0,0 0 0,0 0 0,0 0 0,0 0 0,-25 0 16,25 0-16,0 0 16,0 0-16,0 0 0,-24 0 0,24 0 0,0 0 0,0 0 0,0 0 15,-25 0-15,25 0 0,0 0 0,0 0 0,-25 0 0,25 0 0,0 0 16,0 0-16,-25 0 0,25 0 15,0 0-15,0 0 0,-25 0 0,25-25 0,0 25 16,0 0-16,0 0 0,0 0 0,0 0 0,-24 0 0,24-25 0,0 25 0,0 0 16,0 0-16,0 0 0,0 0 0,0 0 0,0 0 15,0 0-15,0 0 0,24 0 0,-24 0 16,0 0-16,0 0 0,25 0 0,-25 0 0,0 0 0,0 0 0</inkml:trace>
  <inkml:trace contextRef="#ctx0" brushRef="#br0" timeOffset="982497.1957">30361 12129 0,'0'0'16,"0"0"-16,0 0 16,0 0-16,0 0 0,0 0 0,0 0 0,0 0 0,0 0 0,0 0 0,0 0 15,0 0-15,0 0 0,0 0 0,0 0 0,0 0 16,0 0-16,0 0 0,0 0 15,0 0-15,0 0 0,25 0 0,-25 0 0,0 0 0,0 0 0,0 0 16,0 25-16,0-25 0,0 0 0,0 0 0,0 0 0,0 0 0,-25 0 16,25 25-1,0-25-15,0 0 0,0 0 0,0 25 0,0-25 0,0 0 0,0 0 0,0 25 0,0-25 31,0 0-31,0 25 0,0-25 0,0 0 0,0 0 0,0 24 0,0-24 0,0 0 0,0 0 16,0 25-16,0-25 0,0 0 0,0 0 0,0 25 0,0-25 0,0 0 0,0 0 16,0 0-1,0 0-15,0 25 0,0-25 0,0 0 0,0 0 0,0 0 0,0 0 16,0 0-16,0 0 0,0 0 0,0 0 0,0 0 0,0 0 0,0 0 0,0 0 15,0 0-15,0 0 0,0 0 0,0 0 0,0 0 0,0 0 16,0 0-16,0 0 16,0 0-16,0 0 0,0 0 0,25 0 0,-25 0 0,0 0 0,0 0 0,0 0 15,0 0-15,25 0 0,-25-25 0,0 25 16,0 0-16,0 0 0,24 0 0,-24 0 15,0 0-15,0 0 0,0 0 0,25 0 0,-25 0 0,0 0 0,0 0 0,25 0 16,-25 0-16,0 25 0,0-25 0,0 0 0,25 0 0,-25 0 16,0 0-16,0 0 15,0 0-15,0 0 0,0 25 0,0-25 0,0 0 0,0 0 0,25 0 0,-25 0 0,0 24 16,0-24-16,0 0 0,0 0 0,0 25 0,0-25 0,0 0 15,0 25-15,0-25 16,0 0-16,0 0 0,0 25 0,0-25 0,0 0 0,-25 25 0,25-25 0,0 0 16,0 0-16,0 24 0,0-24 0,0 0 0,0 0 0,0 0 0,0 25 15,0-25-15,0 0 16,-25 0-16,25 0 0,0 0 0,0 0 0,0 0 0,0 0 0,-25 0 0,25 0 15,0 0-15,0 25 0,0-25 0,-25 0 0,25 0 0,0 0 16,0 0-16,-24 0 16,24 0-16,0 0 0,0 0 0,0 0 0,-25 0 0,25 0 0,0 0 0,0 0 0,0 0 15,-25 0-15,25-25 0,0 25 0,0 0 0,0 0 16,0 0-16,0 0 15,0 0-15,0 0 0,0 0 0,0 0 0,0 0 0,0-25 0,0 25 0,0 0 16,0 0-16,0 0 0,0-24 0</inkml:trace>
  <inkml:trace contextRef="#ctx0" brushRef="#br0" timeOffset="982725.2087">30485 12204 0,'0'0'0,"0"-25"0,0 25 0,25 0 15,-25 0-15,0 0 0,0 0 0,0 0 0,25 0 0,-25 0 16,0 0-16,24 0 0,-24 0 0,0 0 0,25 25 16,-25-25-16,25 0 0,-25 0 0,25 0 0,-25 0 0,0 0 15,25 0-15,-25 0 0,24 0 0,-24 25 0,25-25 16,-25 0-16</inkml:trace>
  <inkml:trace contextRef="#ctx0" brushRef="#br0" timeOffset="983515.2539">30807 12204 0,'0'0'0,"0"0"0,-24-25 0,24 25 0,0 0 0,0 0 0,0 0 0,0 0 0,0-25 0,0 25 0,-25 0 0,25 0 0,0 0 0,0 0 0,0 0 16,0 0-16,0 0 0,0 0 16,0-25-16,0 25 0,-25 0 0,25 0 0,0 0 0,0 0 0,0 0 0,0 0 0,0 0 15,0 0 1,0 0-16,0 0 0,0 25 0,0-25 0,0 0 0,0 0 0,0 0 15,0 0-15,0 0 16,0 0-16,0 25 0,0-25 0,0 0 0,0 0 0,0 0 0,0 25 0,0-25 0,0 0 0,0 25 0,0-25 16,0 0-16,0 0 0,0 25 0,0-25 0,0 0 0,0 24 0,0-24 15,0 0-15,0 25 16,0-25-16,0 0 0,0 25 0,0-25 0,25 0 0,-25 25 0,0-25 0,0 0 15,0 25-15,0-25 0,0 0 0,25 0 0,-25 24 0,0-24 16,0 0-16,0 25 16,0-25-16,0 0 0,24 25 0,-24-25 0,0 0 0,0 25 0,0-25 0,0 0 0,25 0 15,-25 25-15,0-25 0,0 0 0,0 0 0,0 0 0,0 24 16,25-24-16,-25 0 0,0 0 15,0 25-15,0-25 0,0 0 0,0 0 0,0 0 0,0 25 0,0-25 0,25 0 32,-25 0-32,0 0 0,0 25 0,0-25 0,0 0 0,0 0 0,0 0 0,0 0 15,0 25-15,0-25 0,0 0 0,0 0 0,0 0 0,0 0 0,0 24 0,0-24 16,-25 0-16,25 0 0,0 0 15,0 0-15,0 0 0,0 0 0,-25 0 0,25 0 16,0 0-16,0 0 0,-25 0 0,25 0 0,0 0 0,0 0 0,0 0 0,-24 0 0,24 0 16,0 0-1,0 0-15,0 0 0,-25 0 0,25 0 0,0 0 0,0 0 0,0 0 0,-25 0 16,25-24-16,0 24 0,0 0 0,0 0 0,0-25 0,-25 25 0,25 0 15,0 0-15,0-25 16,0 25-16,0 0 0,0-25 0,0 25 0,0 0 0,25-25 0,-25 25 0,0 0 0,0 0 16,0-24-1,0 24-15,25 0 0,-25 0 0,0-25 16,0 25-16,25 0 0,-25 0 0,0-25 0,24 25 0,-24 0 0,25 0 0,-25 0 0,0-25 0,25 25 0,-25 0 0,25 0 31,-25-25-31,0 25 0,25 0 0,-25-24 0,0 24 0,24 0 0,-24-25 0,0 25 0,25 0 0,-25-25 16,0 25-16,0 0 0,0-25 0,25 25 0,-25 0 0,0 0 0,0-25 31,0 25-31,0 0 0,0 0 0,0 0 0,-25 0 0,25 0 0,0 0 0,0 0 15,0-24-15,0 24 0,0 0 0,-25 0 0,25 0 0,0 0 0,-24 0 0,24 0 16,-25 24-16,25-24 16,0 0-16,-25 0 0</inkml:trace>
  <inkml:trace contextRef="#ctx0" brushRef="#br0" timeOffset="985633.375">26913 12849 0,'0'0'0,"0"0"0,0 0 16,0 0-16,0 0 0,0 0 0,0 0 0,0 0 0,-25 0 0,25 0 31,0 0-31,0 0 0,0 0 0,0 0 0,0 25 0,0-25 0,0 0 0,0 0 0,0 0 0,0 0 16,0 0-16,0 0 0,0 0 0,0 0 0,0 0 15,0 0-15,0 0 0,0 0 16,0 0-16,0 0 0,0-25 0,0 25 0,-25 0 0,25 0 0,0 0 0,0 0 16,0 0-16,0 0 0,0 0 0,0 0 0,0 0 0,0 0 15,0 0 1,0 0-16,0 0 0,0 0 0,0 0 0,0 0 0,0 0 0,0 0 0,0 0 0,0 0 15,0 0-15,0 0 0,0 0 0,0 0 16,0 0-16,0 0 0,0 0 0,0 0 0,0 0 16,0 0-16,0 0 0,0 0 0,0 0 0,0 0 0,0 0 0,0 0 15,0 0-15,0 0 0,0 0 0,0 0 0,-24 0 0,24 0 16,0 0-16,0 0 15,0 0-15,0 0 0,0 0 0,0 0 0,0 0 0,0 0 0,0 0 0,0 0 0,0 0 0,0 0 16,0 0-16,0 0 16,0 0-16,0 0 0,0 0 0,0 0 15,0 0-15,0 0 0,0 0 0,0 0 0,0 0 0,0 0 0,0 0 0,0 0 0,0 0 0,0 0 31,0 0-31,0 0 0,-25 0 0,25 0 0,0 0 0,0 0 0,0 0 0,0 0 16,0 0-16,0 0 0,0 0 0,-25-25 0,25 25 0,0 0 0,0 0 0,0 0 16,0 0-1,0 0-15,0 0 0,-25 0 0,25 0 0,0 0 0,0 0 0,0 0 16,0 0-16,-25 0 15,25 0-15,0 0 0,0 0 0,0 0 0,0 0 0,-24 0 0,24 0 0,0 0 0,0 0 0,0 0 16,0 0-16,0 0 0,0 0 0,-25 0 0,25 0 0,0 0 0,0 0 16,0 0-1,0 0-15,0 0 0,0 0 0,0 25 0,-25-25 0,25 0 0,0 0 0,0 0 16,0 0-16,0 0 0,0 0 0,-25 0 0,25 25 0,0-25 0,0 0 31,0 0-31,0 0 0,0 24 0,-25-24 0,25 0 0,0 0 0,0 25 0,0-25 0,0 0 16,0 0-16,0 25 0,0-25 0,-24 0 0,24 0 0,0 25 0,0-25 0,0 0 31,0 0-31,0 25 0,0-25 0,0 0 0,0 24 0,24-24 0,-24 0 0,0 0 15,0 25-15,0-25 0,0 0 0,25 0 0,-25 25 0,0-25 0,0 0 0,25 0 32,-25 25-32,0-25 0,0 0 0,25 0 0,-25 0 0,0 25 0,25-25 0,-25 0 0,24 0 15,-24 0-15,0 0 0,25 0 0,-25 0 0,25 0 0,-25 0 0,25 0 16,-25 0-1,0 0-15,25 0 0,-25 0 0,24 0 0,-24 0 0,0-25 0,25 25 0,-25 0 16,0 0 0,25 0-16,-25 0 0,0-25 0,25 25 0,-25 0 0,0 0 0,0-25 0,0 25 0,25 0 0,-25 0 15,0-25-15,0 25 0,0 0 0,0-24 0,0 24 0,0 0 16,0-25-16,0 25 0,0 0 0,0-25 15,0 25-15,0 0 0,0-25 0,0 25 0,-25 0 0,25-25 0,0 25 0,0 0 32,0 0-32,0-24 0,-25 24 0,25 0 0,0 0 0,0 0 0,0 0 0,0 0 15,0 0-15,-25 0 0,25 0 0,0 0 0,0 0 0,0-25 0,0 25 31,-25 25-31,25-25 0,0 0 0,0 0 0,0 0 0,0 0 0,0 0 0,0 0 0,-24 0 16,24 0-16,0 0 0,0 0 0,0 0 0,0 0 0</inkml:trace>
  <inkml:trace contextRef="#ctx0" brushRef="#br0" timeOffset="986831.4436">27583 13122 0,'0'0'0,"0"0"16,0 0-16,0 0 15,0 0-15,0 0 0,0 0 0,0 0 0,0 0 0,0 0 0,0 0 0,25 0 16,-25 0-16,0 0 15,0 0-15,0 0 0,0-25 0,0 25 0,0 0 0,0 0 0,0 0 16,0 0-16,24 0 0,-24-25 0,0 25 0,0 0 0,0 0 0,0-25 0,0 25 16,0 0-16,25-25 0,-25 25 15,0 0-15,0-24 0,0 24 0,0-25 0,0 25 16,0 0-16,0-25 0,0 25 0,25 0 0,-25-25 0,0 25 0,0 0 15,0-25-15,0 25 0,0 0 0,0 0 0,0-24 0,0 24 0,0 0 16,0 0 0,0 0-16,0 0 0,0 0 0,0-25 0,0 25 0,0 0 0,0 0 0,0 0 15,0 0-15,0 0 0,0 0 0,0 0 0,0 0 0,0 0 0,0 0 16,0 0-16,0 0 15,0 0-15,0 0 0,0 0 0,0 0 0,0 25 0,0-25 0,0 0 16,0 0-16,0 0 0,0 0 0,0 24 0,0-24 0,0 0 0,25 25 31,-25-25-31,0 0 0,0 25 0,0-25 0,0 25 0,0-25 0,0 0 16,0 25-16,0-25 0,0 24 0,0-24 0,0 25 0,0-25 0,0 25 0,0-25 0,0 0 15,0 25-15,0-25 0,0 25 0,0-25 0,0 0 16,0 24-16,0-24 0,0 0 0,0 25 0,0-25 0,0 0 16,0 0-1,0 25-15,0-25 0,0 0 0,0 0 0,0 0 0,0 0 0,0 25 0,0-25 0,0 0 16,0 0-1,0 0-15,25 0 0,-25 0 0,0 0 0,0 0 0,0 0 0,0 0 0,0 0 0,0 0 16,0 0-16,0 0 0,0 0 0,0 0 0,0 0 0,0 0 0,0 0 16,24 0-1,-24-25-15,0 25 0,0 0 0,0 0 0,25 0 0</inkml:trace>
  <inkml:trace contextRef="#ctx0" brushRef="#br0" timeOffset="987444.4786">28426 13047 0,'0'0'0,"0"0"0,0 0 15,0 0-15,0 0 0,0 0 0,-25 0 0,25 0 0,0 0 0,0 0 16,0 0-16,0 0 16,0 0-16,0 0 0,0 0 0,0 0 0,0 0 0,0 0 0,0 0 15,0 0-15,0 0 0,0 0 0,0 0 0,25 0 0,-25 0 0,0 0 31,0 0-31,0 0 0,25 0 0,-25 0 0,0 0 0,25 0 0,-25 0 0,0 0 16,25 0-16,-25 0 0,24 0 0,-24 0 0,0 0 0,25 0 16,-25 0-16,25 0 0,-25 0 0,0 0 0,25 0 0,-25 0 0,25 0 15,-25 0-15,0 0 0,24 0 0,-24 0 0,0 0 0,0 0 0</inkml:trace>
  <inkml:trace contextRef="#ctx0" brushRef="#br0" timeOffset="988027.512">28724 13196 0,'0'0'0,"0"0"0,0 0 0,0 0 15,0-25-15,0 25 0,0 0 0,0 0 16,0 0-16,0 0 0,0 0 0,0 0 0,0 0 0,0-25 16,0 25-16,0 0 0,25 0 0,-25 0 0,0 0 0,0 0 15,0-24-15,0 24 16,0 0-16,0 0 0,0-25 0,24 25 0,-24 0 0,0 0 0,0-25 15,0 25-15,0 0 0,0-25 0,25 25 16,-25 0-16,0-25 0,0 25 0,0 0 0,0-24 0,0 24 0,0 0 0,25-25 16,-25 25-16,0 0 0,0-25 15,0 25-15,0 0 0,0-25 0,0 25 0,0 0 16,0 0-16,0-25 0,0 25 0,0 0 0,0 0 0,0 0 0,0 0 15,0 0-15,0 0 0,0-24 0,0 24 0,0 0 0,0 0 0,0 0 16,0 0 0,0 0-16,0 0 0,0 0 0,0 0 0,0 0 0,0 0 0,0 0 0,0 0 0,0 0 15,0 0-15,0 0 0,0 0 0,0 24 0,0-24 0,0 0 16,0 0-1,0 0-15,0 25 0,0-25 0,0 0 0,0 25 0,0-25 0,0 0 0,0 25 16,0-25-16,0 25 0,0-25 0,0 24 0,0-24 0,0 25 0,0-25 16,0 25-16,0-25 15,0 25-15,0-25 0,0 25 0,0-25 0,0 24 0,0-24 0,0 25 16,0-25-16,0 0 0,0 25 0,0-25 0,0 0 0,0 25 0,0-25 0,0 0 31,0 25-31,0-25 0,0 0 0,0 0 0,0 0 0,0 25 0,0-25 0,0 0 16,0 0-16,0 0 0,0 0 0,0 0 0,0 0 0,0 0 0,0 0 0,0 0 15,0 0 1,0 0-16,0 24 0,0-24 0,0 0 0,25-24 0,-25 24 0,0 0 0,0 0 31,0 0-31,0 0 0,25 0 0,-25-25 0</inkml:trace>
  <inkml:trace contextRef="#ctx0" brushRef="#br0" timeOffset="988579.5436">29270 12998 0,'-25'0'0,"25"0"16,0 0-16,0 0 0,0 0 0,0 0 0,0 0 0,0 0 0,0 0 0,0 0 15,0 0-15,0 0 0,0 0 0,0 0 0,0 0 0,0 0 16,0 0-16,25 0 16,-25 0-16,0 0 0,0 0 0,0-25 0,24 25 0,-24 0 0,0 0 15,0 0-15,25 0 0,-25 25 0,0-25 0,25 0 0,-25 0 0,0 0 16,25 0-16,-25 0 15,0 0-15,25 0 0,-25 0 0,0 0 0,24 0 0,-24 0 0,0 0 16,25 0-16,-25 0 0,0 0 0,0 0 0,25 0 0,-25 0 0</inkml:trace>
  <inkml:trace contextRef="#ctx0" brushRef="#br0" timeOffset="989442.5929">29493 12849 0,'0'0'0,"0"0"0,0 0 0,0 0 0,0 0 0,0 0 0,0 0 0,0 0 0,0 0 0,0 0 0,0 0 0,0 0 0,0 0 0,0 0 0,0 0 0,0 0 0,0 0 0,0 0 0,0 25 0,0-25 0,0 0 0,0 0 0,0 0 0,-25 0 16,25 0-16,0 24 0,0-24 0,0 0 0,0 0 0,0 0 15,0 25 1,0-25-16,0 0 0,0 0 0,0 0 0,0 25 0,0-25 0,0 0 0,0 0 0,0 0 15,0 0-15,0 25 0,0-25 0,0 0 0,0 0 16,0 0-16,0 0 16,0 25-16,0-25 0,0 0 0,0 0 0,0 0 0,0 0 0,0 0 0,0 0 0,0 0 15,0 0-15,0 0 0,0 24 0,0-24 0,0 0 0,0 0 16,0-24-16,0 24 15,25 0-15,-25 0 0,0 0 0,0 0 0,0 0 0,0 0 0,0 0 16,0 0-16,25 0 0,-25 0 0,0 0 0,0 0 0,0 0 0,0 0 31,24 0-31,-24 0 0,0 0 0,0 0 0,0 0 0,0 0 0,0 0 0,0 0 0,0 0 16,0 0-16,0 0 0,25 0 0,-25 0 0,0 0 0,0 0 0,0 0 15,0 0-15,0 0 0,0 0 16,0 24-16,0-24 0,0 0 0,0 0 0,0 0 16,0 0-16,25 0 0,-25 0 0,0 0 0,0 0 0,0 25 0,0-25 15,0 0-15,0 0 0,0 0 0,0 25 0,0-25 0,25 0 0,-25 0 16,0 25-1,0-25-15,0 0 0,0 0 0,0 0 0,0 25 0,0-25 0,0 0 0,0 0 0,0 24 16,0-24-16,0 0 0,25 0 0,-25 25 0,0-25 0,0 0 16,0 0-1,0 0-15,0 25 0,0-25 0,0 0 0,0 0 0,0 0 0,0 25 16,0-25-16,0 0 0,0 0 0,-25 0 0,25 0 0,0 25 0,0-25 0,0 0 15,0 0-15,0 0 0,0 0 16,0 0-16,0 0 0,0 0 0,0 25 0,-25-25 0,25 0 0,0 0 16,0 0-16,0 0 0,0 0 0,-25 0 0,25 0 0,0 0 0,0 0 15,-25 0 1,25 0-16,0 0 0,0 0 0,0 0 0,-24 0 0,24 0 0,0 0 0,0 0 15,0 0-15,-25 0 0,25 0 0,0 0 0,0 0 0,0 0 0,0 0 16,0 0 0,0 0-16,0 0 0,-25 0 0,25 0 0,0 0 0,0 0 0,0-25 15,0 25-15,0 0 0,0 0 0,0 0 0,0 0 0,0 0 0,0 0 0,0-25 16,0 25-16,0 0 15,0 0-15,0 0 0,0-25 0,0 25 0,0 0 0,0 0 0,0 0 94,0-25-94,0 25 0,0 0 0</inkml:trace>
  <inkml:trace contextRef="#ctx0" brushRef="#br0" timeOffset="989743.6101">29567 12849 0,'0'0'16,"0"0"-16,0 0 0,0 0 0,0 0 0,0 0 0,0 0 15,0 0-15,25 0 0,-25 0 0,0 0 0,0 0 16,0 0-16,25 0 0,-25 0 0,0 0 0,25 0 0,-25 0 15,0 0-15,24 0 0,-24 0 0,0 0 0,25 0 16,-25 0-16,25 0 0,-25 0 0,0 0 0,25 0 0,-25 0 16,25 0-16,-25 0 0</inkml:trace>
  <inkml:trace contextRef="#ctx0" brushRef="#br0" timeOffset="991591.7158">30138 13097 0,'0'0'0,"0"0"0,0 0 16,0 0-16,0 0 0,-25 0 0,25 0 0,0-25 0,0 25 0,0 0 16,0 0-1,0 0-15,0 0 0,0 0 0,0 0 0,0 0 0,0 0 0,0 0 0,0 0 16,0 0-16,0 0 0,0 0 0,0 0 0,0 0 0,0 0 0,0 0 31,0 0-31,0 0 0,0 0 0,0 0 0,0 0 0,0 0 0,0 0 0,0 0 16,0 0-16,0 0 0,0 0 0,0 0 0,0 0 0,0 0 0,0 0 0,0 0 15,0 0 1,0 0-16,25 0 0,-25 0 0,0 0 0,0 0 0,0 0 0,0 0 0,24 0 0,-24 0 15,0 0 1,25 0-16,-25 0 0,0 0 0,25 0 0,-25 0 0,0 0 0,25 0 0,-25 0 16,0 0-16,25 0 0,-25 25 0,0-25 0,25 0 0,-25 0 0,0 0 0,0 0 15,24 0-15,-24 0 0,0 0 16,0 0-16,0 0 0,0 0 0,0 0 0,0 0 15,0 0-15,0 0 0,0 0 0,0 0 0,0 0 0,0 0 0,0 0 16,0 0-16</inkml:trace>
  <inkml:trace contextRef="#ctx0" brushRef="#br0" timeOffset="992354.7595">30435 13122 0,'0'0'0,"0"-25"0,0 25 16,0 0-16,0 0 0,0 0 0,0 0 0,0-25 0,0 25 0,0 0 0,0 0 16,0 0-16,0-25 0,0 25 0,0 0 0,0 0 0,0 0 15,0 0 1,0 0-16,0 0 0,0 0 0,0 0 0,0 0 0,0 0 0,0 0 0,0-25 15,0 25-15,0 0 0,0 0 0,0 0 0,0 0 0,25 0 0,-25 0 16,0 0 0,0 0-16,0 0 0,0 0 0,0 0 0,25 0 0,-25 0 0,0 25 0,0-25 0,0 0 0,25 0 15,-25 0 1,0 0-16,0 0 0,25 0 0,-25 0 0,0 0 0,0 0 0,0 0 0,24 0 0,-24 0 15,0 0-15,0 0 0,0 0 0,0 0 16,0 0-16,0 25 0,0-25 0,0 0 0,0 0 0,0 0 16,0 0-16,0 25 0,0-25 0,0 0 0,0 0 0,0 0 0,0 25 0,0-25 31,-24 0-31,24 0 0,0 24 0,0-24 0,0 0 0,0 0 0,-25 25 0,25-25 0,0 0 0,0 0 15,-25 25-15,25-25 0,0 0 0,-25 25 0,25-25 0,0 0 16,0 0-16,-25 0 16,25 25-16,0-25 0,0 0 0,-24 0 0,24 0 0,0 25 0,0-25 15,0 0-15,0 0 0,-25 0 0,25 0 0,0 24 0,0-24 0,0 0 16,0 0-16,0 0 15,0 0-15,0 0 0,0 0 0,0 0 0,0 0 0,0 0 0,0 0 0,0 0 16,0 0-16,0 0 0,0 0 0,0 25 0,0-25 0,0 0 0,0 0 31,0 0-31,0 0 0,0 0 0,0 0 0,0 0 0,0 0 0,25 0 0,-25 0 0,0 0 0,0 0 16,0 0-16,24 0 0,-24 0 0,0 0 0,25 0 0,-25 0 15,0-25 1,0 25-16,25 0 0,-25 0 0,0 0 0,25 0 0,-25 0 0,0 0 0,25 0 16,-25 0-16,0 0 0,24 0 0,-24 0 0,0 0 0,0 0 0,25 0 15,-25 0-15,0 0 16,25 0-16,-25 0 0,0 0 0,0 0 0,0 0 0,25 0 0,-25 0 0,0 0 0,0 0 15,0 0-15,0 0 0,0 0 0</inkml:trace>
  <inkml:trace contextRef="#ctx0" brushRef="#br0" timeOffset="992875.7891">30708 13221 0,'0'0'16,"0"0"-16,0 0 0,0 0 15,0 0-15,0 0 0,25 0 0,-25-25 0,0 25 16,0 0-16,0 0 0,0-25 0,0 25 0,0 0 0,0 0 0,0-25 0,25 25 15,-25 0-15,0-24 0,0 24 0,0 0 16,0-25-16,0 25 0,0 0 0,0-25 0,25 25 16,-25 0-16,0-25 0,0 25 0,0 0 0,0 0 0,0-25 0,0 25 0,0 0 15,0 0-15,0 0 16,0-24-16,0 24 0,0 0 0,0 0 0,0 0 0,0 0 15,0 0-15,0 0 0,0 0 0,0 0 0,0-25 0,0 25 0,0 0 0,0 0 16,0 0-16,0 0 0,0 0 16,0 0-16,0 0 0,0 0 0,0 0 0,0 0 15,0 0-15,0 0 0,0 0 0,0 0 0,0 0 0,0 0 0,0 0 0,0 0 16,0 0-16,0 0 0,0 0 0,0 0 15,0 0-15,0 25 0,0-25 0,0 0 0,0 0 0,0 24 0,0-24 16,0 0-16,0 25 0,0-25 0,0 0 0,0 25 0,0-25 0,0 25 16,0-25-1,0 25-15,0-25 0,0 24 0,0-24 0,0 25 0,0-25 0,0 25 0,0-25 16,0 25-16,0-25 0,0 25 0,0-25 15,0 25-15,0-25 0,0 24 0,0-24 0,0 0 16,0 25-16,0-25 0,0 25 0,0-25 0,0 0 0,0 0 0,0 25 0,0-25 16,-25 0-16,25 0 0,0 25 0,0-25 0,0 0 0,0 0 0,-25 0 15,25 0 1,0 0-16,0 0 0,0 0 0</inkml:trace>
  <inkml:trace contextRef="#ctx0" brushRef="#br0" timeOffset="995005.9111">26764 13519 0,'0'24'0,"0"-24"0,0 0 16,25 0-16,-25 0 0,0 0 16,0 0-16,0 0 0,0 0 0,0 0 0,0 0 15,0 0-15,0 0 0,0 0 0,0 0 16,0 0-16,0 0 0,0 0 0,0 0 0,0 0 0,0 0 15,0 0-15,0 0 0,0 0 0,0 0 0,0 0 0,0 0 0,0 0 16,0 0-16,0 0 0,0 0 0,0 0 0,0 0 0,0 0 0,0 0 16,0 0-16,0 0 15,0 0-15,0 0 0,0 0 0,0 0 0,0 0 0,0 0 0,0 0 0,0 0 16,0 0-16,0 0 0,0 0 0,0 0 0,0 0 0,0 0 15,0 0 1,0 0-16,0 0 0,0 0 0,0 0 0,0 0 0,0 0 0,0 0 0,0 0 16,0 0-16,0 0 0,0 0 0,0 0 0,0 0 0,-25-24 0,25 24 0,0 0 15,0 0 1,0 0-16,0 0 0,0 0 0,0 0 0,0 0 0,0 0 0,0 0 15,0 0-15,0 0 0,0 0 0,0 0 0,0 0 0,0 0 0,0 0 0,-25 0 32,25 0-32,0 0 0,0 0 0,0 0 0,0 0 0,0 24 0,0-24 0,0 0 0,0 0 0,0 0 15,0 0-15,0 0 0,0 0 0,0 0 0,0 0 0,0 0 16,-24 25-1,24-25-15,0 0 0,0 0 0,0 0 0,0 0 0,0 25 0,-25-25 16,25 0-16,0 0 0,0 0 0,0 25 0,0-25 0,0 0 0,0 0 0,0 0 16,-25 0-16,25 25 15,0-25-15,0 0 0,0 0 0,0 0 0,0 24 0,0-24 0,0 0 16,0 0-16,0 0 0,0 25 0,-25-25 0,25 0 15,0 0-15,0 0 0,0 0 0,0 25 0,0-25 0,0 0 0,0 0 0,0 0 16,0 25-16,0-25 16,0 0-16,0 0 0,0 0 0,0 0 0,0 25 0,25-25 15,-25 0-15,0 0 0,0 0 0,0 0 0,0 24 0,0-24 0,0 0 0,0 0 16,0 0-16,25 0 0,-25 0 15,0 25-15,0-25 0,0 0 0,0 0 0,25 0 16,-25 0-16,0 0 0,0 0 0,0 0 0,24 0 0,-24 0 0,0 0 16,0 0-16,25 0 0,-25 0 0,0 0 0,25 0 0,-25 0 15,0 0-15,25 0 16,-25 0-16,0 0 0,25 0 0,-25 0 0,0 0 0,24 0 0,-24 0 0,0 0 15,25 0-15,-25 0 0,0 0 0,0 0 0,25-25 0,-25 25 0,0 0 16,0 0 0,0 0-16,0 0 0,25 0 0,-25 0 0,0 0 0,0 0 0,0 0 15,0-24-15,0 24 0,0 0 0,0 0 0,0 0 0,25 0 0,-25 0 0,0-25 31,0 25-31,0 0 0,0 0 0,0 0 0,0-25 0,0 25 0,0 0 0,0 0 0,0-25 0,0 25 16,0 0-16,0-25 0,0 25 0,0 0 16,0-24-16,0 24 15,0 0-15,0-25 0,0 25 0,0 0 0,0 0 0,0-25 0,-25 25 0,25 0 16,0 0-16,0-25 0,0 25 15,0 0-15,0 0 0,0 0 0,0-25 0,0 25 0,0 0 0,0 0 0,0 0 0,-25 0 0,25 0 0,0 0 16,0-24 31,0 24-47,0 0 0,0 0 0,0 0 0,0 0 0,0 0 0,0 0 0,0 0 0,0 0 0,0 0 0,0 0 0,0 0 0,0 0 0,0 0 0,0 0 0,25 0 0</inkml:trace>
  <inkml:trace contextRef="#ctx0" brushRef="#br0" timeOffset="996497.9965">27831 13692 0,'0'0'15,"0"0"-15,0 0 16,0-25-16,0 25 0,0 0 0,0 0 0,0 0 0,0 0 0,0 0 16,0 0-16,0 0 0,0 0 0,0 0 0,-25 0 0,25 0 15,0 0-15,0 0 0,0 0 0,0 0 16,0 0-16,0-24 0,0 24 0,0 0 0,0 0 0,0 0 0,0 0 15,0 0-15,0 0 0,0 0 0,0 0 0,0 0 0,0 0 0,-25 0 16,25 0 0,0 0-16,0 0 0,0 0 0,0 0 0,0 0 0,0 0 0,0 0 0,-25 0 15,25 0-15,0 0 0,0 0 0,0 0 0,0 0 16,0 0-16,-24 0 0,24 0 0,0 0 15,0 0-15,0 0 0,0 0 0,0 0 0,0 0 0,0 0 16,-25 0-16,25 0 0,0 0 0,0 0 0,0 0 0,0 0 0,0 0 16,0 0-1,0 0-15,0 0 0,-25 0 0,25 0 0,0 0 16,0 0-16,0 0 0,0 0 0,0 0 0,0 0 0,0 0 0,0 0 15,0 24-15,-25-24 0,25 0 0,0 0 0,0 0 0,0 0 0,0 0 0,0 25 0,0-25 0,0 0 16,0 0-16,0 0 0,0 0 0,0 25 0,0-25 16,0 0-16,0 0 15,0 0-15,0 25 0,0-25 0,0 0 0,0 0 0,0 25 0,0-25 0,0 0 0,0 0 31,0 0-31,0 24 0,0-24 0,0 0 0,25 25 0,-25-25 0,0 0 0,0 0 0,0 0 47,0 25-47,0-25 0,0 0 0,0 0 0,25 0 0,-25 25 0,0-25 0,0 0 16,0 0-16,0 0 0,0 0 0,25 0 0,-25 25 0,0-25 0,0 0 0,0 0 0,24 0 0,-24 0 0,0 0 0,0 0 0,25 0 15,-25 0-15,0 0 0,0 0 0,25 0 0,-25 0 0,0 0 0,0 0 16,25 0-16,-25 0 0,0 0 0,0 0 0,0 0 0,25 0 16,-25 0-16,0 0 0,0-25 15,0 25-15,24 0 0,-24 0 0,0 0 0,0 0 0,0 0 0,0 0 16,0 0-16,0-25 0,0 25 0,25 0 0,-25 0 15,0 0-15,0 0 0,0-25 16,0 25-16,0 0 0,0 0 0,0 0 0,0-25 0,0 25 0,0 0 0,0-24 0,0 24 16,0 0-16,0-25 0,0 25 15,0 0-15,0-25 0,0 25 0,0 0 0,0 0 16,25-25-16,-25 25 0,0 0 0,0-25 0,0 25 0,0 0 0,0 0 31,0-24-31,0 24 0,0 0 0,0 0 0,0 0 0,0 0 0,0-25 0,0 25 0,0 0 0,0 0 0,0 0 0,0 0 16,0 0-16,0 0 0,0 0 15,0 0-15,0 0 0,0 0 0,0 0 0,0 0 16,0 0-16,0 0 0,-25 0 0,25 0 0,0 0 0,0 0 0,0 0 15,0 0-15,0 0 0,0 0 16,0 0-16,0-25 0,0 25 0,0 0 0</inkml:trace>
  <inkml:trace contextRef="#ctx0" brushRef="#br0" timeOffset="997796.0707">28625 13692 0,'0'0'0,"0"0"0,0 0 31,0 0-31,0 0 0,-25 0 0,25 0 0,0 0 0,0 0 0,0 0 0,0 0 16,0 0-16,0 0 0,0 0 0,0 0 0,0 0 0,0 0 0,0 0 0,0 0 15,0 0-15,0 0 0,0 0 0,0 0 0,0 0 0,0 0 16,0 0-1,0 0-15,-25 0 0,25-25 0,0 25 0,0 0 0,0 0 0,0 0 0,0 0 0,0 0 0,0 0 32,0 0-32,0 0 0,0-24 0,0 24 0,0 0 0,0 0 0,0 0 15,0 0-15,0-25 0,0 25 0,0 0 0,25 0 0,-25 0 0,0 0 0,0 0 16,0-25-16,0 25 0,0 0 0,0 0 15,0 0-15,0 0 0,0 0 0,0 0 0,0 0 16,0 0-16,25-25 0,-25 25 0,0 0 0,0 0 0,0 0 0,0 0 16,0 0-16,24 0 0,-24 0 15,0 0-15,0 0 0,0 0 0,0 0 0,25 0 0,-25 0 0,0 0 0,0 0 16,0 0-16,25 25 0,-25-25 0,0 0 0,0 0 15,0 0-15,0 0 16,0 25-16,25-25 0,-25 0 0,0 0 0,0 25 0,0-25 0,0 0 0,0 0 0,0 0 16,0 24-1,0-24-15,0 0 0,-25 25 0,25-25 0,0 0 0,0 0 0,0 0 0,0 25 0,0-25 16,0 0-16,0 0 0,-25 0 0,25 25 0,0-25 0,0 0 0,0 0 15,0 0 1,-25 0-16,25 0 0,0 25 0,0-25 0,0 0 0,0 0 0,-24 0 0,24 0 0,0 0 0,0 0 16,0 0-16,0 0 0,0 0 0,0 0 0,0 0 15,0 0 1,0 0-16,0 0 0,0 0 0,0 0 0,0 0 0,0 0 0,0 0 0,0 0 15,0 0-15,0 0 0,0 0 0,0 0 0,0 0 0,0 0 0,0 0 0,0 0 32,24 0-32,-24 0 0,0 0 0,0 0 0,0 0 0,0 0 0,25 0 0,-25 0 0,0 0 15,0 0-15,0 0 0,25 0 0,-25 0 0,0 0 0,0 0 0,0 0 31,0 0-31,25 0 0,-25 0 0,0 0 0,0 24 0,0-24 0,0 0 0,0 0 16,0 0-16,25 25 0,-25-25 0,0 0 0,0 0 0,0 25 0,0-25 31,0 0-31,0 25 0,0-25 0,0 0 0,0 0 0,0 25 0,0-25 0,0 0 0,-25 0 16,25 24-16,0-24 0,0 0 0,0 0 0,0 0 0,0 25 0,0-25 0,0 0 31,-25 0-31,25 0 0,0 0 0,0 0 0,0 25 16,0-25-16,-25 0 0,25 0 0,0 0 0,0 0 0,0 0 0,-25 0 0,25 0 0,0 0 0,0 0 0,0 0 15,0 0-15,0 0 16,-24 0-16,24 0 0,0 0 0,0 0 0,0 0 0,0 0 0,0 0 0,0 0 31,0-25-31,0 25 0,0 0 0,0 0 0,0 0 0,0 0 0,0 0 0,0 0 0,0 0 0,0 0 16,0 0-16,0-25 0,0 25 0,0 0 0,0 0 0,0 0 0,0 0 0,24 0 15,-24 0 1,0 0-16,0 0 0,0 0 0,25 0 0,-25 0 0,0 0 0</inkml:trace>
  <inkml:trace contextRef="#ctx0" brushRef="#br0" timeOffset="998300.0994">28798 13891 0,'0'0'0,"0"0"15,0-25-15,0 25 0,0 0 0,25 0 0,-25 0 0,0-25 16,0 25-16,0 0 0,0 0 0,25-25 0,-25 25 16,0 0-16,0-25 0,0 25 0,25-24 0,-25 24 0,0 0 15,0-25-15,24 25 0,-24-25 0,0 25 0,0-25 16,25 25-16,-25 0 0,0-25 0,0 25 0,0-24 0,0 24 15,0 0-15,25-25 0,-25 25 0,0 0 0,0 0 16,0-25-16,0 25 16,0 0-16,0 0 0,0 0 0,0 0 0,0 0 0,25 0 15,-25-25-15,0 25 0,0 0 0,0 0 0,0 0 0,0 0 0,0 0 0,0 0 16,0 0-1,0 0-15,0 0 0,0 0 0,0 0 0,0 0 0,0 0 0,0 0 0,0 25 0,0-25 16,0 0-16,0 0 0,0 0 0,0 25 0,0-25 0,0 0 16,0 0-16,0 25 0,0-25 15,0 0-15,0 24 0,0-24 0,0 0 0,0 25 0,0-25 16,0 0-16,0 25 0,0-25 0,0 25 0,0-25 0,0 0 0,0 25 0,0-25 15,0 24 1,0-24-16,0 25 0,0-25 0,0 25 0,0-25 0,0 0 0,25 25 16,-25-25-16,0 25 0,0-25 0,0 0 0,0 24 0,0-24 0,0 0 0,0 0 31,0 25-31,0-25 0,0 0 0,0 0 0,0 25 0,0-25 0,0 0 0,0 0 15,0 0-15,0 0 0,0 0 0,0 0 0,0 0 0,0 0 0,0 0 0</inkml:trace>
  <inkml:trace contextRef="#ctx0" brushRef="#br0" timeOffset="999741.182">29443 13618 0,'0'0'15,"0"0"-15,0-25 16,0 25-16,0 0 0,0 0 0,0 0 0,0 0 0,0 0 0,0 0 0,0 0 15,0 0-15,0 0 0,0 0 0,0 0 0,0 0 0,0 0 16,0 0-16,0 0 16,0 0-16,0 0 0,0 0 0,0 0 0,0 0 0,0 0 0,0 0 0,0 0 15,0 0-15,0 0 0,0 0 0,0 0 0,0 0 0,0 0 16,0 0-1,0 0-15,0 0 0,0 0 0,0 0 0,0 0 0,0 25 0,0-25 0,0 0 16,0 0-16,0 0 0,-25 0 0,25 0 0,0 25 0,0-25 0,0 0 0,0 0 31,0 24-31,0-24 0,0 0 0,0 25 0,0-25 0,0 0 0,0 25 0,-24-25 31,24 0-31,0 25 0,0-25 0,0 0 0,0 25 0,0-25 0,0 0 0,0 0 0,0 24 0,0-24 0,0 0 0,0 0 0,0 25 16,0-25 0,0 0-16,0 0 0,0 25 0,0-25 0,0 0 0,0 0 0,0 0 15,0 25-15,0-25 0,0 0 0,0 0 0,0 0 0,0 0 0,0 0 0,0 25 16,0-25-16,0 0 0,0 0 0,0 0 0,0 0 15,0 0-15,0 0 0,0 0 16,0 0-16,0 0 0,0 24 0,0-24 0,0 0 0,0 0 0,0 0 16,0 0-16,0 0 0,0 0 0,0 0 0,0 0 0,0 0 0,0 0 15,0 0 1,0 0-16,0-24 0,0 24 0,0 0 0,0 0 0</inkml:trace>
  <inkml:trace contextRef="#ctx0" brushRef="#br0" timeOffset="1.00039E6">29542 13519 0,'0'0'0,"0"0"0,0 0 0,0 0 0,-24 0 0,24 0 15,0 0-15,0 0 0,0 0 0,0 0 0,0 0 0,0 0 16,0 0-16,0 0 0,0 0 0,0 0 15,0 0-15,-25 0 0,25 0 0,0 0 0,0 0 0,0 24 16,0-24-16,0 0 0,0 0 0,0 0 0,0 25 0,0-25 16,0 0-16,-25 0 15,25 25-15,0-25 0,0 0 0,0 25 0,0-25 0,0 0 0,0 25 0,-25-25 16,25 24-16,0-24 0,0 0 0,0 25 0,0-25 0,0 25 0,0-25 15,0 0-15,0 25 16,0-25-16,0 25 0,0-25 0,0 0 0,0 24 0,0-24 0,0 0 16,0 0-16,0 25 0,0-25 0,0 0 0,0 0 0,0 0 0,0 25 15,0-25-15,0 0 16,0 0-16,25 0 0,-25 0 0,0 0 0,0 0 31,0 0-31,0 0 0,25 0 0,-25 0 0,0 0 0,0 0 0,25-25 0,-25 25 0,0 0 0,0 0 0,24 0 0,-24-25 0,0 25 0,0 0 16,25 0-16,-25-24 0,0 24 0,0 0 0,0-25 0,0 25 15,25 0 1,-25-25-16,0 25 0,0 0 0,0 0 0,0-25 0,0 25 0,0 0 0,0 0 0,0-25 15,0 25-15,0 0 16,0 0-16,0-24 0,0 24 0,0 0 0,0 0 0,0 0 0,-25 0 0,25-25 0,0 25 0,0 0 16,0 0-16,0 0 0,0 0 0,0 0 0,-25-25 15,25 25-15,0 0 16,0 0-16,0 0 0,0 0 0,0 0 0,0 0 0,0 0 0,0 0 0,0 0 0,0 0 15,0 0-15,0 0 0,0 0 16,0 0-16,0 0 0</inkml:trace>
  <inkml:trace contextRef="#ctx0" brushRef="#br0" timeOffset="1.00118E6">29617 13494 0,'0'0'0,"0"0"15,0 0-15,0 0 0,0 0 0,0 0 0,0 0 0,0 0 0,0 0 16,0 0-16,0 0 0,0 0 16,0 0-16,0 0 0,0 0 0,0 0 0,0 0 0,0 0 15,0 0-15,0 0 0,0 0 0,0 0 0,0 0 0,0 0 0,0 0 0,0 25 16,0-25-16,0 0 0,0 0 15,0 0-15,0 0 0,-25 0 0,25 0 16,0 0-16,0 0 0,0 24 0,0-24 0,0 0 0,0 0 0,0 0 16,0 0-16,0 0 0,0 0 0,0 0 15,0 0-15,0 0 0,0 25 0,0-25 0,0 0 0,0 0 16,0 0-16,0 0 0,0 0 0,0 0 0,0 0 0,0 0 15,0 0-15,0 0 0,0 0 0,0 0 0,0 0 16,0 25-16,0-25 0,0 0 0,25 0 0,-25 0 0,0 0 0,0 0 16,0 0-16,0 0 0,0 0 0,0 0 15,25 0-15,-25 0 0,0 0 0,0 0 0,0 0 0,0 0 16,24 0-16,-24 0 0,0 0 0,0 0 0,0 0 0,0 0 0,25 0 15,-25 0 1,0 0-16,0 0 0,0 0 0,0 0 0,0 0 0,0 0 0,0 0 0,0 0 16,0 0-16,0 0 0,0 0 0,0 0 0,0 0 0,0 0 0,0 0 15,25 25 1,-25-25-16,0 0 0,0 0 0,0 0 0,0 0 15,0 0-15,0 0 0,0 0 0,0 25 0,0-25 0,0 0 0,0 0 0,0 0 0,0 24 0,0-24 0,0 0 16,0 0 0,0 0-16,0 25 0,0-25 0,0 0 0,0 0 0,25 0 0,-25 0 0,0 25 15,0-25 1,0 0-16,0 0 0,0 0 0,0 0 0,0 0 0,0 0 0,0 25 0,0-25 0,0 0 0,0 0 0,0 0 15,0 0-15,0 0 16,0 0-16,0 0 0,0 0 0,0 0 0,0 0 0,0 0 0,0 0 16,0 0-16,0 0 0,-25 0 0,25 0 0,0 0 0,0 0 0,0 0 0,0 0 31,-25 0-31,25 0 0,0 0 0,0 0 0,-25 0 0,25 0 0,0 0 0,0 0 31,-24-25-31,24 25 0,0 0 0,-25 0 0,25 0 0,0 0 0,0-25 0</inkml:trace>
  <inkml:trace contextRef="#ctx0" brushRef="#br0" timeOffset="1.00141E6">29716 13469 0,'0'0'16,"0"0"-16,0 0 0,0 0 0,0 0 0,0 0 15,0 0-15,0 0 0,0 0 0,0 0 0,0 0 0,0 0 16,25 0-16,-25 0 0,0 0 0,25 0 0,-25 0 16,0 0-16,24 0 0,-24 0 0,25 0 0,-25 0 0,25 0 15,-25 0-15,25 0 0,-25 0 0,25 0 0,-25 25 16,24-25-16,-24 0 0,0 0 0</inkml:trace>
  <inkml:trace contextRef="#ctx0" brushRef="#br0" timeOffset="1.00408E6">30113 13618 0,'0'0'0,"0"0"15,0 0 1,0 0-16,0 0 0,0 25 0,0-25 0,0 0 0,0 0 0,0 0 0,0 0 15,0 0-15,0 0 0,0 0 0,0 0 0,0 0 0,0 0 16,0 0-16,0 0 16,0 0-16,0 0 0,0 0 0,0 0 0,0 0 0,0 0 0,0 0 0,0 0 0,0 0 0,0 0 31,0 0-31,0 0 0,0 0 0,0 0 0,0 0 0,0 0 0,0 0 0,0 0 0,0 0 15,0 24-15,0-24 0,0 0 0,0 0 0,0 0 0,0 0 16,0 0-16,0 0 0,0 25 0,0-25 0,0 0 16,0 0-16,0 0 0,0 25 0,0-25 15,-25 0-15,25 0 0,0 25 0,0-25 0,0 0 0,0 25 0,0-25 0,0 0 16,-25 0-16,25 24 0,0-24 15,0 0-15,0 25 0,0-25 0,0 0 0,0 0 0,0 25 0,0-25 0,0 0 16,0 0-16,0 25 0,0-25 0,0 0 16,0 0-16,0 0 0,0 0 0,0 0 0,0 0 15,0 25-15,0-25 0,0 0 0,0 0 0,0 0 0,0 0 0,0 0 31,0 0-31,0 0 0,0 0 0,25 0 0,-25 0 0,0 0 0,0 0 0,0 0 0,0 0 16,0 0-16,25 0 0,-25 0 0,0 0 0,0 0 0,25 0 0,-25 0 0,0 0 16,0 0-1,24-25-15,-24 25 0,0 0 0,0 0 0,25 0 0,-25 0 0,0 0 16,0 0-16,25 0 0,-25 0 0,0 0 0,0 0 0,0 0 0,25 0 0,-25 0 15,0 0 1,0 0-16,0 0 0,0 0 0,0 0 0,0 25 0,0-25 0,0 0 0,0 0 16,0 0-16,0 0 0,0 0 0,0 0 0,0 24 0,0-24 0,0 0 15,0 0 1,0 0-16,0 25 0,0-25 0,0 0 0,0 0 0,0 0 0,0 25 0,0-25 15,0 0 1,0 0-16,0 25 0,0-25 0,0 0 0,-25 0 0,25 0 0,0 25 0,0-25 0,0 0 0,0 0 16,0 0-16,0 24 0,0-24 0,0 0 0,-25 0 0,25 0 0,0 0 15,0 0 1,0 25-16,0-25 0,0 0 0,-25 0 0,25 0 0,0 0 0,0 0 0,0 0 0,0 0 0,-24 0 15,24 0 1,0 0-16,0 0 0,0 0 0,-25 0 0,25 0 0,0 0 0,0 0 0,0 0 16,-25 0-16,25 0 0,0 0 0,0 0 0,0 0 0,0 0 0,-25 0 15,25-25 1,0 25-16,0 0 0,0 0 0,0 0 0,0 0 0,-25 0 0,25-24 15,0 24-15,0 0 0,0 0 0,0 0 0,0-25 0,0 25 16,0 0-16,0-25 0</inkml:trace>
  <inkml:trace contextRef="#ctx0" brushRef="#br0" timeOffset="1.0043E6">30162 13692 0,'0'0'0,"0"0"0,0 0 0,0 0 0,0 0 16,0 0-16,25 0 0,-25 0 0,0 0 0,0 0 15,0 0-15,25 0 0,-25 0 0,0 0 0,25 0 0,-25 0 16,0 0-16,25 0 0,-25 0 0,25 0 0,-25 0 16,0 0-16,24 0 0,-24 0 0,25 0 0,-25 0 0,0 0 15,25 0-15,-25 0 0,0 0 0,25 0 0</inkml:trace>
  <inkml:trace contextRef="#ctx0" brushRef="#br0" timeOffset="1.00457E6">30361 13643 0,'0'0'0,"0"0"0,0 0 0,0 0 0,0 0 16,0 0-16,0 0 0,0 0 0,0 0 0,0 24 15,0-24-15,0 0 0,0 0 0,0 0 0,0 25 0,0-25 16,0 0-16,0 0 0,0 25 0,0-25 0,0 0 15,0 25-15,0-25 0,0 25 0,0-25 0,0 0 0,0 24 16,0-24-16,0 25 0,0-25 0,0 0 0,-25 25 16,25-25-16,0 25 0,0-25 0,0 0 0,0 25 0,0-25 15,0 24-15,0-24 0,0 0 0,0 25 0,0-25 16,0 0-16,0 25 0,0-25 15,0 0-15,0 0 0,0 25 0,0-25 0,0 0 0,0 0 0,0 0 0,0 25 16,0-25-16,0 0 16,0 0-16,0 0 0,0 0 0,0 0 0,0 0 0,0 0 15,0 0-15,0 0 0,0 0 0</inkml:trace>
  <inkml:trace contextRef="#ctx0" brushRef="#br0" timeOffset="1.00561E6">30510 13667 0,'0'0'0,"0"-24"15,0 24 1,0 0-16,0 0 0,0 0 0,0 0 0,0 0 0,0 0 0,25 0 16,-25 0-16,0 0 0,0 0 0,0 0 0,0 0 0,0 0 0,0 0 0,0 0 0,0-25 31,0 25-31,0 0 0,0 0 0,24 0 0,-24 0 0,0 25 0,0-25 0,0 0 0,0 0 15,25 0-15,-25 0 0,0 0 0,0-25 0,0 25 0,0 0 0,25 0 16,-25 25 0,0-25-16,0 0 0,0 0 0,0 0 0,0 0 0,0 0 0,0 0 0,0 0 0,0 0 0,0 0 15,0 0-15,0 0 0,0 0 0,0 0 0,0 24 0,0-24 16,0 0-1,0 0-15,0 0 0,0 25 0,0-25 0,0 0 0,-25 0 0,25 25 0,0-25 0,0 0 0,0 25 16,0-25 0,0 0-16,-25 0 0,25 25 0,0-25 0,0 0 0,0 24 0,0-24 15,0 0-15,-24 0 0,24 0 0,0 25 0,0-25 0,0 0 0,0 0 0,0 0 31,0 0-31,0 0 0,0 0 0,0 0 0,-25 25 0,25-25 0,0 0 0,0 0 0,0 0 0,0 0 16,0 0-16,0 0 0,0 0 0,0 0 0,25 0 0,-25 0 0,0 0 16,0 0-1,0 0-15,0 0 0,0 0 0,0 0 0,0 0 0,0 0 0,24 0 0,-24 0 0,0 0 16,0 0-16,0 0 0,25 0 0,-25 0 0,0 0 15,0 0-15,0 0 0,0 0 63,25 0-63,-25 0 0,0 0 0,0 0 0,0 0 0,0 0 0,0 25 0,0-25 0,0 0 0,0 0 0,0 0 0,25 0 0,-25 0 0,0 0 0,0 0 0,0 0 0,0 0 0,0 25 0,0-25 0,0 0 0,0 0 0,-25 0 0,25 24 0,0-24 0,0 0 0,0 0 15,0 25 1,0-25-16,0 0 0,0 25 0,0-25 0,0 0 0,0 0 0,0 25 0,0-25 16,0 0-16,-25 25 0,25-25 0,0 0 0,0 0 0,0 0 0,0 24 0,0-24 15,0 0 1,0 0-16,0 0 0,0 0 0,-25 0 0,25 0 0,0 0 0,0 0 0,0 25 0,0-25 15,0 0 1,0 0-16,0 0 0,0 0 0,0 0 0,0 0 0,0 0 0,0 0 0,0 0 16,0 0-16,0 0 0,0 0 0,0 0 0,-24 0 0,24 0 0,0 0 0,0 0 15,0-25-15,0 25 0,0 0 16,0 0-16,0 0 0,0 0 0,0 0 0,0 0 15,0 0-15,0 0 0,0 0 0,0 0 0,0 0 0</inkml:trace>
  <inkml:trace contextRef="#ctx0" brushRef="#br0" timeOffset="1.00901E6">26764 14461 0,'0'0'0,"0"0"15,0 0 1,0 0-16,0 0 0,0 0 0,0 0 0,0 0 0,0 0 0,0 0 0,0 0 15,0 0 1,0 0-16,0 0 0,0 0 0,0 0 0,0 0 0,0 0 0,0 0 0,0 0 16,0 0-16,0 0 0,0 0 0,0 0 0,0 0 0,0 0 0,0 0 0,0 0 15,0 0-15,0 0 16,0 0-16,0 0 0,0 0 0,0 0 0,0 0 0,0 0 0,0 0 15,0 0-15,0 0 0,0 0 0,0 0 0,0 0 0,0 0 0,0 0 0,0 0 16,0 0 0,0 0-16,0 0 0,0 0 0,0 0 0,0 0 0,0 0 0,0 0 0,0 0 0,0 0 0,0 0 15,0 0 1,0 0-16,0 0 0,0 0 0,0 0 0,0 0 0,0 0 0,-25 0 15,25 0-15,0-25 0,0 25 0,0 0 0,0 0 0,0 0 0,0 0 0,0 0 16,-24 0-16,24 0 0,0 0 0,0 0 0,0 0 0,0 0 16,0 0-16,-25 0 15,25 0-15,0 0 0,0 0 0,0 0 0,0 0 0,0 0 0,-25 0 16,25 25-16,0-25 0,0 0 0,0 0 0,0 0 0,0 0 0,-25 0 15,25 0 1,0 0-16,0 0 0,0 0 0,0 0 0,0 0 0,0 0 0,-25 0 0,25 0 0,0 0 0,0 0 31,0 0-31,0 0 0,0 0 0,0 25 0,0-25 0,0 0 0,0 0 0,-24 0 16,24 0-16,0 25 0,0-25 0,0 0 0,0 0 0,0 0 0,0 25 15,0-25 1,0 0-16,0 0 0,0 24 0,0-24 0,0 0 0,0 0 0,0 25 0,0-25 0,0 0 0,0 25 31,0-25-31,0 0 0,0 0 0,0 25 0,0-25 0,0 0 16,0 25-16,0-25 0,0 0 0,0 0 0,0 24 0,0-24 0,0 0 0,0 0 0,0 25 0,0-25 0,0 0 31,0 0-31,24 0 0,-24 25 0,0-25 0,0 0 0,0 0 0,0 0 0,0 0 0,25 25 16,-25-25-16,0 0 0,0 0 0,0 0 0,0 0 0,25 0 0,-25 0 15,0 0-15,0 0 16,25 0-16,-25 0 0,0 0 0,0 0 0,25 0 0,-25 0 0,0 0 15,24 0-15,-24 0 0,0 0 0,25 0 0,-25 0 0,0 0 0,0 0 16,25 0 0,-25 0-16,0 0 0,0 0 0,0 0 0,25 0 0,-25 0 0,0 0 0,0 0 0,0 0 0,25 0 15,-25 0 1,0 0-16,0 0 0,0 0 0,0 0 0,0 0 0,0 0 0,0-25 15,0 25-15,24 0 0,-24 0 0,0 0 0,0 0 0,0-25 0,0 25 0,0 0 16,0 0-16,0 0 16,25-25-16,-25 25 0,0 0 0,0-24 0,0 24 0,0 0 0,0 0 15,0-25-15,25 25 0,-25 0 0,0-25 0,0 25 0,0-25 0,0 25 0,0 0 16,0-25-1,0 25-15,0 0 0,0-24 0,0 24 0,0 0 0,0 0 0,0 0 0,0-25 0,0 25 16,0 0-16,0 0 0,0 0 0,0-25 0,0 25 0,0 0 16,0 0-1,0 0-15,0 0 0,-25-25 0,25 25 0,0 0 0,0 0 0,0 0 0,0 0 16,0 0-16,0-25 0,0 25 0,0 0 0,0 0 0,0 0 0,0 0 15,0 0-15,0 0 16,0 0-16,0 0 0,0 0 0,0 0 0,0 25 0,0-25 0,0 0 0,0 0 0,25 0 16</inkml:trace>
  <inkml:trace contextRef="#ctx0" brushRef="#br0" timeOffset="1.01045E6">27756 14635 0,'0'0'0,"0"-25"0,0 25 16,0 0-16,0 0 0,0 0 0,0 0 0,0 0 0,0-25 15,0 25 1,0 0-16,0 0 0,0 0 0,0 0 0,0 0 0,0-25 0,0 25 0,0 0 0,0 0 15,0 0-15,0 0 0,0 0 0,0 0 0,0 0 0,0-24 16,0 24 0,0 0-16,0 0 0,0 0 0,-24 0 0,24 0 0,0 0 0,0 0 15,0 0-15,0 0 0,0 0 0,0 0 0,0 0 0,0 0 0,-25 0 16,25-25-16,0 25 0,0 0 15,0 0-15,0 0 0,0 0 0,0 0 0,0 0 0,0 0 0,0 0 0,0 0 16,-25 25-16,25-25 0,0 0 0,0 0 0,0 0 0,0 0 0,0 0 16,0 0-1,0 0-15,0 0 0,0 0 0,-25 0 0,25 0 0,0 24 0,0-24 0,0 0 0,0 0 16,0 0-16,0 0 0,-25 25 0,25-25 0,0 0 0,0 0 15,0 25 1,0-25-16,0 0 0,0 0 0,0 25 0,-24-25 0,24 0 0,0 0 0,0 25 16,0-25-16,0 0 0,0 0 0,0 24 0,0-24 0,0 0 0,0 0 15,0 25-15,0-25 16,0 0-16,0 25 0,0-25 0,0 0 0,0 0 0,0 25 0,0-25 0,0 0 15,0 0-15,0 25 0,0-25 0,0 0 16,0 0-16,0 0 0,0 24 16,0-24-16,0 0 0,0 0 0,0 0 0,24 25 0,-24-25 0,0 0 0,0 0 0,0 0 15,0 0-15,0 25 16,0-25-16,0 0 0,25 0 0,-25 0 0,0 0 0,0 0 0,0 25 15,0-25-15,25 0 0,-25 0 0,0 0 0,0 0 0,25 0 0,-25 0 0,0 0 16,0 0-16,25 0 0,-25 0 0,0 0 16,0 25-16,24-25 0,-24 0 0,0 0 0,0 0 15,0 0-15,25 0 0,-25 0 0,0 0 0,0 0 0,25 0 0,-25 0 31,0 0-31,0-25 0,0 25 0,0 0 0,25 0 0,-25 0 0,0 0 0,0 0 0,0 0 0,0 0 0,25 0 16,-25 0-16,0 0 0,0 0 0,0-25 0,0 25 16,24 0-16,-24 0 0,0 0 15,0 0-15,0-25 0,0 25 0,0 0 0,25 0 0,-25 0 0,0 0 0,0-25 16,0 25-16,0 0 0,0 0 15,0-24-15,0 24 0,0 0 0,0 0 0,25-25 0,-25 25 16,0 0-16,0-25 0,0 25 0,0-25 0,0 25 0,0 0 0,0-25 0,0 25 31,0-24-31,-25 24 0,25 0 0,0-25 0,0 25 0,0 0 0,0-25 0,0 25 16,0 0-16,0-25 0,0 25 0,-25 0 0,25 0 0,0 0 0,0-25 0,0 25 15,0 0 1,0 0-16,-24 0 0,24 0 0,0 0 0,0-24 0,0 24 0,0 0 16,0 0-16,-25 0 0,25 0 0,0 0 0,0 0 0,0 0 0,0-25 31,0 25-31,0 0 0,0 0 0,0 0 0,0 0 0,0 0 0,0 0 0,0 0 0,0 0 0,0 0 15,0 0-15</inkml:trace>
  <inkml:trace contextRef="#ctx0" brushRef="#br0" timeOffset="1.01778E6">28674 14511 0,'0'0'0,"0"0"0,0 0 16,0 0-16,0 0 0,0 0 0,0 0 0,0 0 0,0 0 0,0 0 15,0 0-15,0 0 0,0 0 0,0 0 0,0 0 0,0-25 0,0 25 16,0 0 0,0 0-16,0 0 0,0 0 0,0 0 0,0 0 0,0 0 0,0 0 0,0 0 15,0 0-15,0 0 0,0 0 0,0 0 0,0 0 0,0 0 0,0 0 16,0 0-1,0 0-15,0 0 0,0 0 0,0 0 0,0 0 0,0 0 0,0 0 0,0 0 0,0 0 0,0 0 16,0 0 0,0 0-16,0 0 0,0 0 0,0 0 0,0 0 0,0 0 0,0 0 15,0 0-15,0 0 0,0 0 0,0 0 0,0 0 0,0 0 0,-25 0 16,25 0-16,0 0 0,0 0 15,0 0-15,0 0 0,-24 0 0,24-25 0,0 25 0,0 0 0,0 0 16,-25 0-16,25 0 0,0 0 0,0 0 0,0 0 0,0 25 0,-25-25 31,25 0-31,0 0 0,0 0 0,0 0 0,-25 0 0,25 0 0,0 0 0,0 0 0,0 0 16,-25 25-16,25-25 0,0 0 0,0 0 0,0 0 0,0 0 0,0 0 15,0 25-15,-24-25 16,24 0-16,0 0 0,0 0 0,0 24 0,0-24 0,0 0 0,0 0 16,0 25-16,-25-25 0,25 0 0,0 0 0,0 25 0,0-25 0,0 0 15,0 0-15,0 25 16,0-25-16,0 0 0,-25 0 0,25 25 0,0-25 0,0 0 0,0 0 0,0 0 0,0 24 15,0-24-15,0 0 0,0 0 0,0 25 0,0-25 0,0 0 16,0 0 0,0 0-16,0 0 0,0 25 0,0-25 0,0 0 0,0 0 0,0 0 0,0 25 15,0-25-15,0 0 0,0 0 0,0 0 0,0 25 0,0-25 0,0 0 16,0 0-16,0 0 15,0 0-15,0 24 0,0-24 0,0 0 0,0 0 0,0 0 0,25 0 0,-25 25 0,0-25 32,0 0-32,0 0 0,0 0 0,0 0 0,0 0 0,0 25 0,0-25 0,0 0 0,25 0 0,-25 0 15,0 0-15,0 0 0,0 0 0,0 0 0,0 25 0,24-25 31,-24 0-31,0 0 0,0 0 0,0 0 0,25 0 0,-25 0 0,0 0 0,0 0 0,0 0 16,25 0-16,-25 0 0,0 0 0,0 0 0,25 0 0,-25 0 16,0 0-16,0 0 0,0 0 15,25 0-15,-25 0 0,0 0 0,0 0 0,24-25 0,-24 25 0,0 0 16,0 0-16,0 0 0,0 0 0,25 0 0,-25 0 0,0-25 0,0 25 15,0 0-15,25 0 16,-25 0-16,0-25 0,0 25 0,0 0 0,0 0 0,25-24 0,-25 24 0,0 0 0,0-25 16,0 25-16,0 0 0,0-25 0,25 25 0,-25 0 0,0-25 15,0 25 1,0 0-16,0 0 0,0-25 0,0 25 0,0 0 0,24 0 0,-24-24 0,0 24 0,0 0 15,0 0-15,0-25 0,0 25 0,0 0 16,0 0-16,0-25 0,0 25 0,0 0 16,0-25-16,0 25 0,0 0 0,0 0 0,0-25 0,0 25 0,0 0 0,0 0 0,0-24 31,0 24-31,0 0 0,0 0 0,0 0 0,0 0 0,0-25 0,0 25 0,0 0 0,0 0 0,0 0 15,-24-25-15,24 25 16,0 0-16,0 0 0,0 0 0,0 0 0,0-25 0,-25 25 0,25 0 16,0 0-16,0 0 0,-25 0 0,25 0 0,0 0 0,0 0 0,-25 0 15,25 0-15,-25 0 0,25 0 16,0 0-16,-24 0 0,24 0 0,0 0 0,0 0 0,-25 0 0</inkml:trace>
  <inkml:trace contextRef="#ctx0" brushRef="#br0" timeOffset="1.05374E6">29270 14064 0,'0'0'0,"0"0"0,0 0 0,0 0 0,0 0 0,0 0 0,0 0 0,0 0 0,0 0 0,0 0 0,0 0 0,0 0 0,0 0 0,0 0 0,0 0 0,0 0 0,0 0 0,0 0 0,0 0 0,0 0 0,0 0 0,0 0 0,-25 0 0,25 0 0,0 0 0,0 0 0,0 0 0,0 0 0,0 0 0,0 0 0,0 0 0,0 0 0,0 0 0,0 0 0,0 0 0,0 0 16,0 0-1,0 0-15,-25 0 0,25 0 0,0 0 0,0 0 0,0 0 0,0 0 0,0 0 0,-25 0 0,25 0 0,0 0 16,0 0-16,0 0 78,0 0-78,-25 0 0,25 0 0,0 0 0,0 0 0,0 0 0,-24 0 0,24 0 0,0 0 0,0 0 16,-25 25-16,25-25 0,0 0 0,0 0 0,0 0 0,-25 0 0,25 0 0,0 25 0,0-25 0,0 0 0,-25 0 0,25 25 0,0-25 0,0 0 0,0 0 0,-25 24 0,25-24 0,0 0 0,0 0 0,0 25 0,0-25 0,0 0 0,0 25 0,-25-25 15,25 0-15,0 25 0,0-25 0,0 0 0,0 25 0,0-25 0,0 0 141,25 99-141,-25-99 78,100 0-78,-100 0 0,24 0 0,-24 0 0,0 0 0,0-25 0,0 25 0,0 0 0,0 0 0,0 0 0,25 0 0,-25 0 0,0-25 0,0 25 0,0 0 0,0 0 0,0 0 0,0 0 0,0-25 0,0 25 0,0 0 0,0 0 0,-25 0 15,25 0-15,0-24 0,0 24 0,0 0 0,0 0 0,0 0 0,0 0 0,0 0 0,-24 0 0,24-25 0,0 25 0,0 0 0,0 0 0,0 0 0,-25 0 0,25 0 16,0 0-16,0 25 0,-25-25 0,25 0 0,0 0 0,0 0 62,-25 0-62,25 0 0,0 0 0,0 0 0,0 0 0,-25 0 0,25 0 0,0 0 0,0 0 0,0 0 0,0 24 0,0-24 0,0 0 0,0 0 0,-25 0 0,25 0 0,0 0 0,0 0 0,0 0 0,0 0 0,0 25 0,0-25 0,0 0 16,0 0 140</inkml:trace>
  <inkml:trace contextRef="#ctx0" brushRef="#br0" timeOffset="1.05488E6">29394 14089 0,'0'0'0,"0"0"0,0 0 0,0 0 0,0 0 0,0 0 0,0 0 0,0 0 0,0 0 0,0 0 0,0 0 0,0 0 0,0 0 0,0 0 0,0 0 0,0 0 0,0 0 0,0 0 0,0 0 0,0-25 0,0 25 0,0 0 0,0 0 0,0 0 16,0 0-16,0 0 0,0 0 0,0 0 0,0 0 0,0 0 15,0 0-15,0 0 0,0 0 172,-75 75-172,75-75 0,0 0 0,0 24 0,-25-24 0,25 0 0,0 0 0,0 0 0,0 0 0,0 0 0,0 25 0,0-25 0,-24 0 0,24 0 0,0 0 0,0 0 0,0 0 0,0 0 0,0 0 0,0 0 0,0 0 0,0 0 0,0 0 0,0 0 0,0 0 0,0 0 0,0 0 16,0 0-16,0 0 0,0 0 0,0 0 0,0 0 0,0 0 0,0 0 0,0 0 0,0 0 0,0 25 0,0-25 15,0 0-15,0 0 0,0 0 0,0 0 0,0 0 0,0 0 0,0 0 16,0 0-16,0 0 0,0 0 0,0 0 0,0 0 0,0 0 15,0 0-15,0 0 0,0 0 16,0 0-16,0 0 0,0 0 0,0 0 0,24 0 0,-24 0 0,0 0 0,0 25 16,0-25-16,0 0 0,0 0 0,0 0 0,0 0 46,25 0-46,-25 0 0,0 0 0,0 0 63,0 0-63,0 0 0,0 0 0,25 0 0,-25 25 0,0-25 0,0 0 0,0 0 0,0 0 0,0 0 0,25 0 0,-25 0 0,0 0 0,0 0 0,0 0 0,0 0 0,0 0 0,25 0 0,-25 24 0,0-24 0,0 0 0,0 0 0,0 0 0,0 0 0,0 0 0,0 0 0,24 0 0,-24 0 0,0 0 0,0 0 0,0-24 0,0 24 0,0 0 0,0 0 0,0 0 15,0 0-15,0 0 16,0 0 31,0 0-47,0 0 0,0 0 0,0 0 0,0 0 0,0 0 0,0 0 0,0 0 0,0 0 0,25 0 0,-25 0 0,0 0 0,0 0 0,0 0 0,0 0 0,0 0 0,0 0 0,0 0 0,0 0 0,0 0 0,0 0 0,0 0 0,0 0 15,0 0-15,0 0 0,0-25 0,0 25 0,0 0 0,0 0 16,0 0-16,0 0 16,0 0-16,0 0 0,0 0 0,0 0 0,0 0 0,0-25 0,0 25 0</inkml:trace>
  <inkml:trace contextRef="#ctx0" brushRef="#br0" timeOffset="1.0553E6">29443 14163 0,'0'0'0,"0"0"0,0 0 0,0 0 0,0 0 0,0 0 0,0 0 0,0 0 0,0 0 0,0 0 0,0 25 0,0-25 0,0 0 0,-25 0 0,25 0 0,0 0 0,0 25 0,0-25 0,0 0 0,0 0 0,0 25 0,0-25 0,0 0 0,0 0 0,0 25 0,0-25 0,0 0 0,-24 0 0,24 24 0,0-24 0,0 0 0,0 0 0,0 25 0,0-25 0,0 0 0,0 0 0,0 25 16,0-25-16,-25 0 0,25 0 0,0 25 0,0-25 0,0 0 15,0 0-15,0 0 0,0 25 0,0-25 0,0 0 16,0 0-16,0 0 0,0 0 0,0 0 0,0 25 0,0-25 15,0 0-15,0 0 0,0 0 0,0 0 0,0 0 16,0 0-16,0 0 0,0 0 0,-25 0 0,25 0 16,0 0-16,0 0 0,0 0 0,0 0 0,0 0 0,0 0 15,0 0-15,0 0 0,0 0 0,0 0 0,0 0 16,0 0-16,0 0 0,0 0 0,0 0 0,0 0 62,25 0-62,-25-25 16,0 25-16</inkml:trace>
  <inkml:trace contextRef="#ctx0" brushRef="#br0" timeOffset="1.05715E6">29542 14139 0,'0'0'0,"0"0"16,0 0-16,0 0 0,0 0 0,0 0 0,0 0 0,0 0 0,0 0 0,0 0 46,0 0-46,0 0 0,0 0 0,0 0 0,0 0 0,0 0 0,-24 0 0,24 0 0,0 0 16,0 0-16,0 0 0,0 0 0,0 0 0,0 0 0,0 0 0,0 0 0,0 0 0,0 0 0,0 0 0,0 0 16,0 0-16,0 0 0,0 0 0,0 0 0,0 0 0,0 0 0,0 0 0,0 0 15,0 0-15,0 0 0,0 0 16,0 0-16,0 0 0,0 0 31,0 0-31,0 0 0,0 0 0,0-25 0,0 25 0,0 0 0,0 0 0,0 0 0,0 0 0,0 0 0,0 0 0,0 0 0,0 0 0,0 0 0,0 0 0,0 0 16,0 0-16,0 0 15,0 0-15,0 0 0,0 0 0,0 0 0,0 0 0,0 0 0,0 0 16,0 0-16,0 0 0,0 0 0,0 0 0,0 0 0,0 0 0,0 0 15,0 0 32,0 0-47,0-25 0,0 25 0,0 0 0,0 0 0,0 0 0,0 0 0,0 0 0,0 0 0,0 0 0,0 0 0,0 0 0,0 0 0,24 0 0,-24 0 0,0 0 0,0 0 0,0 0 0,0 0 0,0 0 0,0 0 16,0 0-1,0 0-15,0 0 0,0 0 0,0 0 0,0 0 0,25 0 0,-25 0 0,0 0 156,25 0-156,-25 0 0,0 0 0,0 0 0,0 0 0,0 0 0,25 0 0,-25 0 0,0 0 0,0 0 0,0 0 0,0 0 0,0 0 0,0 25 0,0-25 0,0 0 0,0 0 0,0 0 0,0 0 0,0 0 0,0 25 0,0-25 0,0 0 0,0 0 0,0 0 0,-25 0 0,25 0 0,0 24 0,0-24 0,0 0 0,0 0 0,0 0 0,0 25 0,0-25 0,0 0 0,0 0 0,0 0 16,0 0-16,0 25 16,0-25-16,0 0 0,0 0 0,0 0 0,-25 0 0,25 0 0,0 25 15,0-25-15,0 0 0,0 0 0,0 0 0,0 0 0,0 0 0,0 25 0,0-25 16,-25 0-1,25 0-15,0 0 0,0 0 0,0 0 0,0 0 0,0 0 0,0 24 16,0-24-16,0 0 0,0 0 0,-24 0 0,24 0 0,0 0 0,0 0 16,0 0-16,0 0 0,0 0 15,0 0-15,0 0 0,-25 0 0,25 25 0,0-25 0,0 0 16,0 0-16,0 0 0,0 0 0,0 0 0,0 0 0,0 25 0,0-25 0,-25 0 15,25 0-15,0 0 0,0 0 0,0 0 0,0 0 16,0 0-16,0 0 203,-25 75-203,50-75 0,-25 0 0,0 0 0,0 0 0,0 0 0,0 0 0,0 0 0,0 0 0,0 0 0,0 0 0,0 0 0,0 24 0,0-24 0,0 0 0,0 0 0,25 0 0,-25 0 0,0 0 0,0 0 0,0 0 0,0 0 0,0 0 0,0 0 0,0 0 0,0 0 15,0 0-15,0 0 0,0 0 0,0 0 0,0 0 0,0 0 0,0 0 0,0 0 0,0 0 0,0 0 0,25 0 0,-25 0 16,0 0-16,0 0 0,0 0 0,0 0 0,0 0 0,0 0 0,0 0 0,0 0 16,24 0-16,-24 0 0,0 0 0,0 0 0,0 0 0,0 0 15,0 0 360</inkml:trace>
  <inkml:trace contextRef="#ctx0" brushRef="#br0" timeOffset="1.06049E6">29071 14610 0,'0'0'0,"0"0"0,0 0 0,0 0 0,0 0 0,0 0 0,0 0 0,0 0 0,0 0 0,25 0 0,-25 0 0,0 0 15,0 0-15,0 0 0,0 0 0,25 0 0,-25 0 0,0 0 0,0 0 0,25 0 0,-25 0 0,0 0 203,644 74 234,-644-74-328,25 0-109,-25 0 0,0 0 0,0 0 0,0 0 0,0 0 0,0 0 0,0-24 0,-25 24 0,25 0 0,0 0 0,0 0 0,0 0 0</inkml:trace>
  <inkml:trace contextRef="#ctx0" brushRef="#br0" timeOffset="1.06213E6">28972 14932 0,'0'0'0,"0"0"62,0 0-62,0 0 0,0 0 0,0 0 0,0 0 0,0 0 0,0 0 0,0 0 0,0 0 0,0 0 0,0 0 0,0 0 0,0 0 0,0 0 0,0 0 0,0 0 0,0 25 0,0-25 0,0 0 0,0 0 0,0 0 0,0 0 16,0 0-16,0 0 0,0 0 0,0 0 0,0 0 0,0 0 0,0 0 140</inkml:trace>
  <inkml:trace contextRef="#ctx0" brushRef="#br0" timeOffset="1.06322E6">29096 14932 0,'0'0'0,"0"0"0,0 0 0,0 0 0,0 0 0,0 0 0,0 0 0,0 0 0,0 0 0,0 0 0,0 0 0,0 0 0,0 0 16,0 0-16,0 0 0,0 0 0,0 0 0,0 0 0,0 0 0,0 0 0,0 0 15,0 0-15,0 0 0,0 0 0,0 0 0,0 0 0,0 0 16,0 0-16,0 0 0,0 0 0,0 0 0,0 0 15,0 0-15,0 0 0,0 0 0,0 0 0,0 0 0,0 0 16,0 0-16,0 0 0,0 0 0,0 0 140,0 0-108,0 0-32,0 0 0,0 0 0,0 0 15,0 0-15,0 0 0,0 0 0,0 0 0,0 0 0,0 0 0,0 0 0,0 0 0,0 0 0,0 0 0,0 0 0,0 0 0,0 0 0,0 0 0,0 0 0,0 0 0,0 0 0,0 0 0,0 0 0,0 0 0,0 0 0,0 0 0,0 0 0,0 0 0,0 0 0,0 0 0,0 0 0,0 0 0,0-24 0,0 24 0,0 0 0,0 0 0,0 0 16,0 0-16,0 0 0,0 0 0,0 0 0,0 0 0,25 0 15,-25 0-15,49-25 328,-73 198-312,24-148-16,0-25 0,0 0 0,0 0 0,0 0 0,-25 0 0,25 0 0,0 0 0,0 0 0,-25 0 0,25 25 0,0-25 0,0 0 0,0 0 0,0 0 0,-25 0 0,25 0 0,0 0 0,0 0 0,0 0 0,0 0 0,0 0 0,-25 0 0,25 0 0,0 0 0,0 0 0,0 0 0,0 0 0,0 0 0,0 0 0,0 0 0,0 0 0,0 0 0,0 0 0,0 0 0,0 0 15,0 0-15,0 0 0,0 0 0,0 0 0,0 0 0,0 0 16,0 0-16,0 0 15,0 0-15,0 0 0,0 0 0,25 0 0,-25 0 0,0 0 0,0 0 0,0 0 16,0 0-16,0 0 0,25 0 0,-25 0 0,0 0 0,0 0 0,0 0 16,0 0-1,25 0-15,-25 0 0,0 0 0,0 0 0,0 0 0,25 0 0,-25 0 78,0 0-78,0 0 0,0 0 0,24 0 0,-24 0 0,0 0 0,0 0 0,0 0 0,0 0 0,0 0 0,25 0 0,-25 0 0,0 0 0,0 25 0,0-25 0,0 0 0,0 0 0,0 0 0,0 0 0,0 0 0,0 0 0,0 0 0,0 25 0,0-25 0,0 0 0,0 0 0,0 0 0,0 0 0,0 0 16,0 24-16,0-24 0,0 0 15,0 0-15,0 0 0,0 25 0,0-25 0,0 0 0,0 0 0,0 0 0,0 0 16,0 25-16,0-25 0,0 0 0,0 0 0,0 0 0,-25 0 16,25 0-1,0 25-15,0-25 0,0 0 0,0 0 0,0 0 0,0 0 0,0 0 0,0 25 16,-24-25-16,24 0 0,0 0 0,0 0 0,0 0 0,0 0 15,0 0-15,0 0 16,-25 0-16,25 24 0,0-24 0,0 0 0,0 0 0,0 0 0,0 0 0,0 0 16,0 0-16,-25 0 0,25 0 0,0 0 0,0 0 0,0 0 0,0 0 15,0 0 1,0 0-16,-25 0 0,25 0 0,0 0 0,0 0 0,0 0 0,0-24 15,0 24-15,0 0 0,-25 0 0,25 0 0,0 0 0,0 0 0,0 0 16,0 0-16,0 0 0,0 0 0,0 0 0,0 0 0,0 0 0,0 0 16,0 0-16,0 0 15,0 0-15,0 0 0,0 0 0,0 0 0,0 0 0,0 0 0,0-25 0,0 25 16,0 0-16,0 0 0,0 0 0,0 0 0,0 0 0,25 0 15,-25 0-15,0 0 16,0 0-16,0 0 0,0 0 0,0 0 0,0 0 0,0 0 0,25 0 16,-25 0-16,0 0 0</inkml:trace>
  <inkml:trace contextRef="#ctx0" brushRef="#br0" timeOffset="1.06441E6">29344 15156 0,'0'0'0,"0"0"0,0 0 0,0 0 15,0 0-15,0 0 0,0 0 0,0 0 0,0 0 0,0 0 16,0 0 0,0 0-16,0 0 0,0 0 0,0 0 0,0 0 0,0-25 0,0 25 0,25 0 15,-25 0-15,0 0 0,0 0 0,0 0 0,0 0 0,0 0 0,0 0 16,0 0-16,0 0 15,0 0-15,0 0 0,0-25 0,25 25 0,-25 0 0,0 0 0,0 0 0,0 0 16,0 0-16,0-25 0,0 25 0,0 0 0,0 0 0,24 0 16,-24 0-16,0-25 31,0 25-31,0 0 0,0 0 0,0-24 0,0 24 0,0 0 0,0-25 0,0 25 0,0 0 0,0 0 0,25-25 0,-25 25 0,0 0 0,0 0 15,0 0-15,0-25 16,0 25-16,0 0 0,0 0 0,0 0 0,0 0 0,0-25 16,0 25-16,0 0 0,0 0 0,0 0 0,0 0 0,0 0 0,0 0 0,0 0 15,0 0-15,0 0 0,0 0 0,0-24 0,0 24 16,0 0-16,0 0 0,0 0 0,25 0 15,-25 0-15,0 0 0,0 0 0,0 0 0,0 0 0,0 0 0,0 0 0,0 0 16,0 0-16,0 0 16,0 0-16,0 0 0,0 0 0,0 0 0,0 0 0,0 0 15,0 0-15,0 0 0,0 0 0,0 0 0,0 24 0,0-24 0,0 0 0,0 0 16,0 0-16,0 0 15,0 0-15,0 0 0,0 0 0,0 0 0,0 0 0,0 0 16,0 0-16,0 25 0,0-25 0,0 0 0,0 0 0,0 0 0,0 0 0,0 25 16,0-25-16,0 0 0,0 0 15,0 0-15,0 25 0,0-25 0,0 0 0,0 0 16,0 25-16,0-25 0,0 0 0,0 0 0,0 24 0,0-24 0,0 0 0,0 0 15,0 25-15,0-25 0,0 0 0,0 25 0,0-25 0,0 0 16,0 0-16,0 25 16,0-25-16,0 0 0,0 0 0,0 25 0,0-25 0,0 0 0,0 0 0,0 24 0,0-24 31,0 0-31,0 0 0,0 0 0,0 25 0,0-25 0,0 0 0,0 0 0,0 0 0,0 0 0,0 0 15,0 0-15,0 25 0,0-25 0,0 0 0,0 0 0,0 0 16,0 0-16,0 0 16,0 0-16,0 0 0,0 0 0,0 0 0,0 0 0,0 0 0,0 0 0,0 0 15,0 0-15,0 0 0,0 0 0,0 0 0,0 0 0,0 0 16,0 0-1,0 0-15,0 0 0,0 0 0,0 0 0,0 0 0,0 0 0,25 0 0,-25 0 16,0 0-16,0 0 0,0 0 0,0 0 0,0-25 0,0 25 0</inkml:trace>
  <inkml:trace contextRef="#ctx0" brushRef="#br0" timeOffset="1.09857E6">30138 14660 0,'24'0'0,"-24"-25"31,0 25-31,0 0 0,0 0 0,0 0 0,25 0 0,-25 0 0,0 0 0,0 0 0,0 0 16,0 0-16,0-25 0,0 25 0,25 0 0,-25 0 0,0 0 0,0 0 0,0 0 0,0 0 16,0 0-16,0 0 15,0 0-15,0 0 0,25 0 0,-25 0 0,0 0 16,0 0-16,0 0 0,0 0 0,0 0 0,0 0 0,0 0 0,0 0 0,0 0 15,0 0-15,0 0 0,0 0 0,0 0 0,0 0 0,0 0 16,0 0-16,0 0 16,0 0-16,0 0 0,0 0 0,0 0 0,0 0 0,0 0 0,0 0 15,0 0-15,0 0 0,0 0 16,0 0-16,0 0 0,0 0 0,0 0 0,0 0 0,0 0 0,0 0 0,0 0 0,0 0 31,0 0-31,0 0 0,0 0 0,0 0 0,0 0 0,0 0 0,0 0 0,0 0 16,0 0-16,0 0 0,0 0 0,0 0 0,0 0 0,0 0 15,0 0-15,0 0 0,0 0 0,0 0 0,0 0 0,0 0 0,0 0 0,0 0 16,0 0-1,0 0-15,0 0 0,0 0 0,0 0 0,0 0 0,0 25 0,25-25 16,-25 0-16,0 0 0,0 0 0,0 0 0,0 0 0,0 25 0,25-25 0,-25 0 0,0 0 16,0 0-16,0 24 0,0-24 15,24 0-15,-24 0 0,0 25 0,0-25 16,0 25-16,0-25 0,0 0 0,25 25 0,-25-25 0,0 0 0,0 25 0,0-25 15,0 24-15,0-24 16,0 0-16,0 25 0,0-25 0,0 25 0,0-25 0,0 0 0,0 25 0,0-25 16,0 0-16,0 25 0,0-25 0,0 0 0,0 0 0,0 24 0,0-24 15,0 0 1,0 0-16,0 0 0,0 25 0,0-25 0,0 0 0,0 0 0,0 0 0,0 0 0,0 25 0,0-25 15,0 0-15,0 0 0,0 0 16,0 0-16,0 0 0,0 0 0,0 0 16,0 0-16,0 0 0,0 0 0,0 0 0,0 0 0,0 0 0,0 0 0,0 0 0,0 0 15,0 0 1,0 0-16,0 0 0,0 0 0,0 0 0,0 0 0,0 0 0,0 0 0,0 0 15,0 0-15,0-25 0,0 25 0,0 0 0</inkml:trace>
  <inkml:trace contextRef="#ctx0" brushRef="#br0" timeOffset="1.0993E6">30088 14784 0,'0'0'0,"0"0"16,0 0-16,0 0 0,0 0 15,0 0-15,0 0 0,0 0 0,0 0 0,0 0 16,0 0-16,0 0 0,0 0 0,0 0 0,0 0 0,0 0 0,0 0 0,0 0 15,0 0-15,0 0 16,0-25-16,0 25 0,0 0 0,0 0 0,25 0 0,-25 0 16,0 0-16,0 0 0,0 0 0,0 0 0,0 0 0,0 0 0,0 0 15,0 0-15,0 0 0,0 0 0,0 0 0,0-25 0,25 25 0,-25 0 16,0 0-1,0 0-15,0 0 0,0 0 0,0-25 0,0 25 0,0 0 0,24 0 0,-24 0 0,0-25 16,0 25-16,0 0 0,0 0 0,0-24 0,25 24 0,-25 0 16,0 0-16,0 0 15,0-25-15,0 25 0,0 0 0,0 0 0,25-25 0,-25 25 0,0 0 16,0 0-16,0 0 0,0 0 0,0 0 0,25-25 0,-25 25 0,0 0 31,0 0-31,0 0 0,25 0 0,-25 0 0,0 0 0,0 0 0,0-25 0,0 25 0,25 0 0,-25 0 0,0 0 0,0 0 31,0 0-31,0 0 0,24 0 0,-24 0 0,0 0 0,0 0 0,0 0 0,25 0 16,-25-24-16,0 24 0,0 0 0,0 0 0,25 0 0,-25 0 0,0 0 15,0 0-15,25 0 16,-25 0-16,0 0 0,0 0 0,0 0 0,25 0 0,-25 24 0,0-24 16,0 0-16,24 0 0,-24 0 0,0 0 0,0 0 0,0 0 0,0 0 0,25 0 31,-25 0-31,0 25 0,0-25 0,0 0 0,0 0 0,0 0 0,0 25 0,0-25 15,0 0-15,0 0 0,0 25 0,0-25 0,0 0 0,0 0 0,0 25 0</inkml:trace>
  <inkml:trace contextRef="#ctx0" brushRef="#br0" timeOffset="1.10034E6">30435 15180 0,'0'0'0,"0"0"0,0 0 15,0 0-15,0 0 0,0 0 0,0 0 0,0 0 0,0 0 0,0 0 16,0 0 0,0 0-16,0 0 0,0 0 0,0 0 0,0 0 0,25 0 0,-25 0 0,0 0 15,0 0-15,0 0 0,0 0 0,25 0 0,-25 0 0,0 0 0,0 0 16,0 0-1,0 0-15,0 0 0,0 0 0,25 0 0,-25 0 0,0 0 0,0 0 0,0 0 16,0 0-16,0 0 0,0 0 0,0 0 0,0 0 16,0 25-16,0-25 0,0 0 0,0 0 0,0 0 0,0 0 0,0 0 0,0 0 15,0 0 1,0 25-16,0-25 0,0 0 0,0 0 0,0 0 0,0 0 0,0 25 0,-25-25 15,25 0-15,0 0 0,0 0 0,0 25 0,-25-25 0,25 0 0,0 0 0,0 24 32,-25-24-32,25 0 0,0 0 0,-24 25 0,24-25 0,0 0 0,-25 0 0,25 25 0,0-25 15,0 0-15,-25 0 0,25 0 0,0 25 0,0-25 0,0 0 0,-25 0 31,25 25-31,0-25 0,0 0 0,0 0 0,0 0 0,0 0 0,0 25 0,0-25 16,0 0-16,0 0 0,0 0 0,0 0 0,0 0 0,0 0 0,0 0 0,0 24 31,25-24-31,-25 0 0,0 0 0,0 0 0,0 0 0,0 0 0,25 0 0,-25 0 0,0 0 16,0 0-16,25 0 0,-25 0 0,0 25 0,0-25 0,24 0 0,-24 0 15,0 0 1,25 0-16,-25-25 0,0 25 0,25 0 0,-25 0 0,0 0 0,0 0 0,25 0 16,-25 0-16,0 0 0,25 0 0,-25-24 0,0 24 0,24 0 0,-24 0 0</inkml:trace>
  <inkml:trace contextRef="#ctx0" brushRef="#br0" timeOffset="1.10091E6">30783 15156 0,'0'0'0,"0"0"0,0 0 0,0 0 15,0 0-15,0 0 0,0 0 0,0 0 16,0 0-16,0 0 0,0 0 0,0 0 0,0 0 15,0 0-15,0 0 0,0 0 0,0 0 0,0 0 0,0 0 0,0 0 0,0 0 16,0 0 0,0 0-16,0 0 0,0 24 0,0-24 0,0 0 0,0 0 0,0 0 0,0 0 15,0 25-15,0-25 0,-25 0 0,25 0 0,0 0 0,0 0 0,0 25 16,0-25-1,0 0-15,0 0 0,0 0 0,0 25 0,0-25 0,0 0 0,0 0 0,0 0 16,0 25-16,0-25 0,0 0 0,0 0 0,0 0 0,0 24 0,0-24 31,25 0-31,-25 0 0,0 0 0,0 25 0,0-25 0,0 0 0,0 0 0,0 0 0,0 0 0,0 25 16,0-25-16,24 0 0,-24 0 0,0 0 0,0 0 0,0 0 0,0 25 0,0-25 15,0 0 1,25 0-16,-25 0 0,0 0 0,0 25 0,0-25 0,0 0 0,0 0 0,0 0 16,0 0-16,0 25 0,25-25 0,-25 0 0,0 0 0,0 0 0,0 0 31,0 0-31,0 0 0,0 24 0,0-24 0,0 0 0,0 0 0,0 0 0,0 0 0,0 0 0,0 0 15,0 0-15,-25 0 0,25 0 0,0 0 0,0 0 0,0 0 0,0 0 16,0 0 0,0 0-16,0 0 0,0 0 0,-25 0 0,25 0 0,0 0 0,0 0 0,0 0 15,0 0-15,-24 0 0,24 0 0,0 0 0,0 0 0,0 0 16,0 0-16,-25-24 0,25 24 0,0 0 15,0 0-15,0 0 0,0 0 0,0-25 0</inkml:trace>
  <inkml:trace contextRef="#ctx0" brushRef="#br0" timeOffset="1.10115E6">30956 15131 0,'25'0'0,"-25"0"0,0 0 0,0 0 15,0 0-15,0 0 0,0 0 0,25 0 0,-25 0 0,0 0 16,0 0-16,0 0 0,0 0 0,25 0 0,-25 0 15,0 0-15,0 0 0,24 0 0,-24 0 0,0 0 0,25 0 16,-25 0-16,0 0 0,0 25 0,25-25 0,-25 0 16,0 0-16,0 0 0,0 0 0,25 0 0,-25 0 0,0 0 15,0 0-15,0 0 0,25 0 0</inkml:trace>
  <inkml:trace contextRef="#ctx0" brushRef="#br0" timeOffset="1.10165E6">31279 15156 0,'0'0'0,"0"0"0,0 0 0,0 0 0,0 0 0,0 0 15,0 0-15,0 0 0,0 0 0,0 0 0,-25-25 0,25 25 16,0 25-16,0-25 0,0 0 0,0 0 0,0 0 16,0 0-16,-25 0 0,25 0 0,0 0 0,0 0 15,0 0-15,-25 0 0,25 24 0,0-24 16,0 0-16,-25 0 0,25 0 0,0 25 15,0-25-15,-24 0 0,24 25 0,0-25 0,0 0 0,-25 25 0,25-25 0,0 25 16,0-25-16,-25 24 0,25-24 0,0 25 0,0-25 0,0 25 16,-25-25-16,25 0 15,0 25-15,0-25 0,0 25 0,0-25 0,0 0 0,0 25 0,0-25 0,0 0 0,0 24 16,0-24-16,0 0 15,0 0-15,0 25 0,0-25 0,25 0 0,-25 0 16,0 0-16,0 0 0,0 0 0,0 0 0,25 0 0,-25 0 0,0 0 0,0 0 0,0 0 0,25 0 31,-25 0-31,0 0 0,0 0 0,0-25 0,24 25 0,-24 0 0,0 0 0,0-24 0,0 24 16,0 0-16,0 0 0,25-25 0,-25 25 0,0 0 0,0-25 0,0 25 31,0 0-31,0 0 0,0-25 0,0 25 0,0 0 0,0 0 0,-25-25 0,25 25 0,0 0 0,0 0 16,0 0-16,0 0 0,0 0 0,-24 0 0,24 0 0,0 0 0,0 0 15,0 0 1,-25 0-16,25 0 0,0 0 0,0 0 0,-25 0 0,25 0 0,0 25 0,0-25 15,0 0-15,0 0 0,-25 0 0,25 0 0,0 0 0,0 0 0,0 0 16,0 0-16,0 0 16,0 0-16,0 0 0</inkml:trace>
  <inkml:trace contextRef="#ctx0" brushRef="#br0" timeOffset="1.10252E6">31626 15131 0,'0'0'0,"0"0"16,0 0-16,-25 0 0,25 0 0,0-25 0,0 25 0,0 0 0,0 0 15,0 0-15,0 0 16,0 0-16,0 0 0,0 0 0,0 0 0,0 0 0,0 0 0,0 0 0,0 0 0,0 0 0,0 0 16,0 0-16,0 0 0,0 0 0,0 0 0,0 0 0,0 0 15,0 0 1,0 0-16,0 0 0,-25 0 0,25 0 0,0 0 0,0 0 0,0 0 0,0 0 15,0 0-15,0 25 0,0-25 0,0 0 0,0 0 0,0 0 0,0 0 0,0 25 16,-24-25-16,24 0 16,0 0-16,0 0 0,0 24 0,0-24 0,0 0 0,0 0 0,0 0 15,24 25-15,-24-25 0,0 0 0,0 0 0,0 25 0,0-25 0,0 0 16,0 0-16,0 25 15,0-25-15,0 0 0,25 25 0,-25-25 0,0 0 0,0 0 0,0 24 0,0-24 16,25 0-16,-25 25 0,0-25 16,0 0-16,0 25 0,0-25 0,0 0 0,25 25 0,-25-25 0,0 0 0,0 25 0,0-25 0,0 0 15,25 0 1,-25 25-16,0-25 0,0 0 0,0 0 0,0 24 0,0-24 0,0 0 0,0 0 15,24 0-15,-24 25 0,0-25 0,0 0 0,0 0 0,0 0 0,0 25 32,0-25-32,0 0 0,0 0 0,0 0 0,0 0 0,0 25 0,0-25 0,-24 0 0,24 0 0,0 0 0,0 0 0,0 0 15,0 0 1,0 0-16,-25 0 0,25 25 0,0-25 0,0 0 0,-25 0 0,25 0 15,0 0-15,0 0 0,-25 0 0,25 0 0,0 0 0,0-25 0,0 25 0,-25 0 16,25 0-16,0 0 0,0 0 0,0 0 16,0 0-16,0 0 0,0-25 0,0 25 0,0 0 15,0 0-15,0 0 0,0-25 0,0 25 0,25 0 0,-25-25 0,0 25 0,0 0 16,25-24-1,-25 24-15,0 0 0,25-25 0,-25 25 0,0-25 0,25 25 0,-25-25 16,24 25-16,-24 0 0,25 0 0,-25-25 0,25 25 0,-25 0 0,25-25 0,-25 25 0,25 0 16,-25 0-1,24-24-15,-24 24 0,25 0 0,0 0 0,-25 0 0,0-25 0,25 25 0,-25 0 16,25 0-16,-25 0 0,0 0 0,0 0 0,0 0 0,24-25 0,-24 25 0,0 0 15,0 0 1,0 0-16,0 0 0,0 0 0,0 0 0,0 0 0,0 0 0,-24 0 0,24 0 16,0 0-16,0 0 0,0 0 0,-25-25 0,25 25 0,0 0 0</inkml:trace>
  <inkml:trace contextRef="#ctx0" brushRef="#br0" timeOffset="1.10352E6">30435 15652 0,'0'0'0,"0"0"0,0 0 16,0 0-16,0 0 0,0 0 0,0 0 0,0 0 0,0 0 0,0 0 0,0 0 16,0 0-16,0 0 15,0 0-15,0 0 0,0 0 0,0 0 0,0 0 0,25 0 16,-25 25-16,0-25 0,0 0 0,0 0 0,0 0 0,0 0 0,0 0 15,0 0-15,25 0 0,-25 0 0,0 0 0,0 0 0,0 0 0,0 0 16,25 0 0,-25 0-16,0 0 0,0 0 0,0 0 0,25 24 0,-25-24 0,0 0 0,0 0 0,0 0 0,24 0 15,-24 0-15,0 0 0,25 0 0,-25 0 16,0 0-16,25 0 0,-25 0 0,25 0 15,-25 0-15,25 25 0,-25-25 0,24 0 0,-24 0 0,25 0 0,-25 0 0,25 0 16,0 0-16,-25 0 0,25 0 0,-1 25 0,1-25 16,-25 0-16,25 0 0,0 0 0,0 0 15,-1 0-15,-24 0 0,25 0 0,0 0 0,0 0 0,-25 0 0,25 0 16,-1 0-16,1 0 0,-25 0 0,25 0 0,0 0 0,-25 0 15,25 25-15,-25-25 16,24 0-16,1 0 0,-25 0 0,25 0 0,-25 0 0,25 0 0,-25 0 0,0 0 0,25 0 16,-25 0-16,25 0 15,-25 0-15,0 0 0,24 25 0,-24-25 0,0 0 0,25-25 0,-25 25 0,0 0 16,0 0-16,25 0 0,-25 0 0,0 0 0,0 0 0,0 0 0,0 0 15,0 0-15,25 0 16,-25-25-16,0 25 0,0 0 0,0 0 0,0 0 0,0 0 0,25 0 0,-25 0 16,0 0-16,0 0 0,0 0 0,0 0 0,24 0 0,-24 0 0,0 0 15,0 0 1,0 0-16,25 0 0,-25 0 0,0 0 0,0 0 0,0-25 0,0 25 0,0 0 15,0 0-15,0 0 0,0 0 0,0 0 0,0 0 0,0 0 0,0 0 0,0 0 16,0 0-16,0 0 0,0 0 0,0 0 16,-25 0-16</inkml:trace>
  <inkml:trace contextRef="#ctx0" brushRef="#br0" timeOffset="1.10447E6">30708 15900 0,'0'-25'0,"0"25"0,0 0 0,0 0 16,0 0-16,0 0 0,0 0 0,0 0 16,0 0-16,0 0 0,0 0 15,0 0-15,0 0 0,0 0 0,0-25 0,0 25 0,25 0 0,-25 0 0,0 0 0,0 0 0,0 0 16,0 0-16,0 0 0,0 0 15,0 0-15,25 0 0,-25 0 0,0 0 0,0 0 0,0 0 0,0 0 0,0 0 32,25 0-32,-25 0 0,0 0 0,0 0 0,0 0 0,0 0 0,0 0 0,24 0 0,-24 0 15,0 25-15,0-25 0,0 0 0,0 0 0,0 0 0,0 0 0,0 0 16,0 0-16,0 25 0,0-25 0,25 0 0,-25 0 0,-25 0 15,25 0-15,0 0 0,0 25 16,0-25-16,0 0 0,0 0 0,0 0 0,0 0 0,0 24 0,0-24 0,-24 0 0,24 0 16,0 0-16,0 0 0,-25 25 15,25-25-15,0 0 0,0 0 0,0 0 16,-25 25-16,25-25 0,0 0 0,0 0 0,0 0 0,-25 0 0,25 25 0,0-25 0,0 0 15,0 0-15,0 0 0,0 0 16,0 0-16,0 0 0,0 0 0,0 0 0,0 0 0,0 0 16,0 0-1,0 0-15,0 0 0,0 0 0,0 0 0,0 0 0,0 0 0,0 0 16,0 0-16,0 0 0,0 0 0,0 0 0,0 0 0,0 0 0,0 0 0,0 0 0,0 0 0,25 0 0,-25 0 15,0 0-15,0 0 0,0 0 0,0-25 0,25 25 0,-25 0 16,0 0-16,0 0 16,0 0-16,0 0 0,25 0 0,-25 25 0,0-25 0,0 0 0,0 0 0,24 0 15,-24 0-15,0 0 0,0 0 0,0 25 16,0-25-16,25 0 0,-25 0 0,0 0 0,0 0 0,0 24 15,0-24-15,0 0 0,25 0 0,-25 0 0,0 25 0,0-25 0,0 0 0,0 0 16,0 25-16,0-25 0,0 0 0,0 0 16,0 0-16,-25 25 0,25-25 0,0 0 15,0 0-15,0 25 0,0-25 0,0 0 0,0 0 0,0 0 0,0 0 0,-25 24 0,25-24 16,0 0-1,0 0-15,0 0 0,0 0 0,0 0 0,-24 0 0,24 0 0,0 25 16,0-25-16,0 0 0,0 0 0,0 0 0,0 0 0,0 0 0,0 0 0,-25 0 0,25 0 31,0 0-31,0 0 0,0 0 0,0-25 0,0 25 0,0 0 0,0 0 0,0 0 16,0 0-16,0 0 0,0 0 0,0 0 0,0 0 0,0 0 0,0 0 0,0 0 31,0 0-31,0-24 0,0 24 0,0 0 0,0 0 0,0 0 0,0 0 0,0 0 0,0 0 0,0-25 16,0 25-16,0 0 0,0 0 0,0 0 15,0 0-15,0 0 0,0 0 0</inkml:trace>
  <inkml:trace contextRef="#ctx0" brushRef="#br0" timeOffset="1.10494E6">31031 16173 0,'0'0'16,"0"0"-16,0 0 0,0 0 0,0 0 0,0 0 15,0 0-15,0 0 0,24-25 0,-24 25 0,0 0 0,0 0 16,0 0-16,0 0 0,25 0 0,-25 0 0,0-25 16,0 25-16,25 0 0,-25 0 0,0 0 15,0 0-15,25-25 0,-25 25 0,0 0 0,25 0 0,-25 0 0,0-25 16,0 25-16,24 0 0,-24 0 15,0-24-15,0 24 0,25 0 0,-25 0 0,0-25 0,0 25 0,0 0 16,25 0-16,-25-25 0,0 25 16,0 0-16,0 0 0,0 0 0,0 0 0,0 0 0,0 0 0,25-25 0,-25 25 0,0 0 31,0 25-31,0-25 0,0 0 0,0 0 0,0 0 0,0 0 0,0 0 0,0 0 0,0 0 0,0 0 0,0 25 0,0-25 15,0 0-15,0 0 16,0 0-16,0 0 0,0 25 0,0-25 0,0 0 0,0 0 0,0 24 0,0-24 16,0 0-16,0 0 0,0 25 0,0-25 0,0 0 0,0 0 0,0 25 15,0-25-15,0 0 16,0 25-16,0-25 0,0 0 0,0 0 0,25 25 0,-25-25 0,0 0 0,0 0 0,0 24 15,0-24-15,0 0 0,0 0 0,0 0 0,0 25 0,0-25 16,0 0-16,0 0 16,-25 0-16,25 0 0,0 25 0,0-25 0,0 0 0,0 0 0,0 0 0,0 0 0,0 0 0</inkml:trace>
  <inkml:trace contextRef="#ctx0" brushRef="#br0" timeOffset="1.11322E6">23837 16793 0,'0'0'0,"0"0"16,0 0-16,0 0 15,0 0-15,0 0 0,0 0 0,0 0 0,0 0 0,-25 0 0,25 0 16,0 0-16,0 0 0,0 0 0,0 0 0,0 0 0,0 0 0,0 0 16,0 0-16,0 0 0,0 0 15,0 0-15,0 0 0,0 0 0,0 0 0,0 0 0,0 0 0,0 25 31,0-25-31,0 0 0,0 0 0,0 0 16,0 0-16,0 0 0,0 0 0,0 0 0,0 0 0,25 0 0,-25 0 0,0 0 16,0 0-16,0 0 0,0 0 0,0 0 0,0 0 0,25 0 0,-25 0 0,0 0 0,0 0 15,25 0-15,-25 0 0,0 0 0,25 0 0,-25 0 0,25 24 0,-25-24 0,0 0 16,24 0-1,-24 0-15,25 0 0,-25 0 0,25 0 0,-25 0 0,0 0 0,25 0 0,-25 0 16,25 0-16,-25 0 0,24 0 0,-24 0 0,0 0 0,25 0 0,-25 0 0,0 0 31,0 0-31,0 0 0,25 0 0,-25 0 0,0 0 0,0 0 0,0 0 0,0 0 0,0 0 0,0 0 0,-25 0 16</inkml:trace>
  <inkml:trace contextRef="#ctx0" brushRef="#br0" timeOffset="1.11354E6">23812 16917 0,'-24'0'0,"24"0"0,0 0 0,0 0 15,0 0-15,0 0 0,0 0 0,0 0 0,0 0 16,0 0-16,0 0 0,0 0 0,0 0 0,0 0 16,0 0-16,0 0 0,0 0 0,0 0 0,0 0 0,0 0 15,0 0-15,0 0 0,0 0 0,0 0 0,0 0 0,0 0 16,0 0-16,24 0 0,-24 0 15,0 0-15,0 0 0,25 0 0,-25 0 0,0 25 0,25-25 16,-25 0-16,25 0 0,-25 0 0,0 0 0,25 0 0,-25 0 0,25 0 16,-25 0-16,24 24 15,-24-24-15,0 0 0,25 0 0,-25 0 0,25 0 0,-25 0 0,0 0 0,25 0 0,-25 0 16,0 0-16,0-24 15,25 24-15,-25 0 0,0 0 0,0 0 0</inkml:trace>
  <inkml:trace contextRef="#ctx0" brushRef="#br0" timeOffset="1.1139E6">24110 16743 0,'0'0'0,"0"0"16,0 0-16,0 0 0,0 0 0,0-25 0,0 25 15,0 0-15,0 0 0,0 0 0,0 0 0,0 0 0,0 0 16,0 0-16,25 0 0,-25 0 0,0 0 0,0 0 16,25 25-16,-25-25 0,0 0 0,0 0 0,25 0 15,-25 0-15,0 0 0,0 0 0,24 0 0,-24 25 16,0-25-16,0 0 0,25 0 0,-25 25 0,0-25 0,0 0 0,0 25 15,0-25-15,25 0 0,-25 24 0,0-24 0,0 0 16,0 25-16,0-25 0,0 0 0,0 25 0,-25-25 0,25 0 16,0 25-1,0-25-15,0 25 0,0-25 0,0 0 0,-25 24 0,25-24 0,0 0 0,-24 25 0,24-25 0,0 0 16,0 25-16,-25-25 15,25 0-15,0 0 0,-25 0 0,25 25 0,0-25 0,-25 0 0,25 0 16,0 0-16,-25 0 0,25 0 0,0 0 0,-24 0 0,24 0 0,0 0 0</inkml:trace>
  <inkml:trace contextRef="#ctx0" brushRef="#br0" timeOffset="1.11424E6">23837 16669 0,'0'0'0,"0"-25"0,0 25 0,0 0 15,-25 0-15,25 0 0,0 0 0,0-25 0,0 25 16,0 0-16,0 0 0,-24 0 0,24 0 0,0 0 0,0 0 15,-25 0-15,25 0 0,0 0 16,0 0-16,-25 0 0,25 0 0,0 0 31,-25 25-31,25-25 0,0 0 0,-25 0 0,25 0 0,-24 25 0,24-25 0,0 0 0,-25 25 0,25-25 0,0 0 0,0 24 0,-25-24 0,25 0 0,0 25 16,0-25-16,0 25 15,0-25-15,0 25 0,0-25 0,0 25 0,0-25 0,0 24 0,0-24 16,0 25-16,0-25 0,0 25 0,0-25 0,0 25 31,25-25-31,-25 25 0,0-25 0,25 24 0,-25-24 0,0 0 0,24 25 0,-24-25 0,25 25 0,-25-25 0,25 0 0,0 0 16,-25 25-16,25-25 0</inkml:trace>
  <inkml:trace contextRef="#ctx0" brushRef="#br0" timeOffset="1.11576E6">24904 16024 0,'0'0'0,"0"0"0,0 0 15,0 0-15,0-25 0,0 25 0,0 0 0,0 0 16,0 0-16,-25 0 0,25 0 0,0-25 15,0 25-15,0 0 0,0 0 0,0 0 0,0 0 16,0-25-16,0 25 0,0 0 16,0 0-16,0 0 0,0 0 0,0 0 0,-25 0 0,25-24 0,0 24 0,0 0 15,0 0-15,0 0 0,0 0 0,0 0 16,0 0-16,0 0 0,0 0 0,0 0 0,-25 0 0,25 0 0,0 0 0,0 0 15,0 0-15,0 0 0,-24 0 0,24 0 0,0 0 0,0 0 0,0 0 16,0 0-16,-25 0 0,25 0 16,0 0-16,0 0 0,0 0 0,-25 0 0,25 0 0,0 0 0,0 0 15,0 0-15,0 0 0,0 0 0,0 0 0,-25 0 0,25 0 16,0 0-16,0 24 15,0-24-15,0 0 0,0 0 0,0 0 0,0 0 0,0 0 0,0 25 0,-25-25 0,25 0 16,0 0-16,0 0 16,0 25-16,0-25 0,0 0 0,0 0 0,0 25 0,0-25 15,0 25-15,0-25 0,0 0 0,0 24 0,0-24 0,0 0 0,0 25 0,0-25 16,0 25-16,0-25 0,0 0 0,0 25 0,0-25 0,0 25 0,25-25 15,-25 24-15,0-24 0,0 0 16,0 25-16,0-25 0,25 0 0,-25 25 0,0-25 0,0 25 0,0-25 0,0 0 31,0 25-31,25-25 0,-25 24 0,0-24 0,0 0 0,0 25 0,0-25 0,0 25 16,0-25-16,0 0 0,25 25 0,-25-25 0,0 25 0,0-25 0,0 0 0,0 25 15,0-25 1,0 0-16,0 0 0,0 24 0,0-24 0,0 0 0,0 25 0,0-25 0,0 0 31,0 0-31,0 25 0,0-25 0,0 0 0,0 25 0,0-25 0,0 0 0,0 25 0,0-25 0,0 0 0,0 0 0,0 24 0,0-24 16,0 0-1,-25 0-15,25 25 0,0-25 0,0 0 0,0 0 0,0 25 0,0-25 0,-25 0 0,25 0 16,0 25-16,0-25 0,0 0 0,-25 0 0,25 25 0,0-25 0,0 0 16,-25 24-1,25-24-15,0 0 0,-24 0 0,24 0 0,0 25 0,0-25 0,0 0 0,-25 0 16,25 0-16,0 0 0,0 0 0,0 0 0,0 0 0,-25 25 0,25-25 0,0 0 15,0 0 1,0 0-16,0 0 0,0 0 0,0 0 0,0 0 0,0 0 0,-25 0 0,25 0 16,0 0-16,0 0 0,0 0 0,0 0 0,0 0 0,0 0 0,0 0 0,0 0 31,0 0-31,0 0 0,0 0 0,0 0 0,0 0 0,0 0 0,0 0 0,0 0 15,0 0-15,0 0 0,0 0 0,0 0 0,0 0 0,0 0 0,0 0 0,0 0 0,0 0 16,0 0 0,0 0-16,0 0 0,0 0 0,25 0 0,-25 0 0,0 0 0,0 0 0,0 25 15,0-25-15,-25 0 0,25 0 0,0 25 0,0-25 0,0 0 0,0 0 16,0 24-16,0-24 16,0 0-16,0 25 0,0-25 0,0 0 0,0 25 0,0-25 0,0 0 0,0 25 0,0-25 15,0 25-15,0-25 0,0 0 0,0 24 0,0-24 0,0 0 16,0 25-16,0-25 31,0 0-31,0 25 0,0-25 0,0 25 0,0-25 0,0 0 0,0 25 0,0-25 0,0 0 0,0 24 0,0-24 0,0 0 0,0 25 0,0-25 16,0 0-16,0 25 0,0-25 0,0 0 0,25 25 0,-25-25 0,0 0 31,0 25-31,0-25 0,0 0 0,0 24 0,0-24 0,-25 0 0,25 25 0,0-25 0,0 0 0,0 25 15,0-25-15,0 0 0,0 25 0,0-25 0,0 0 0,0 25 0,0-25 16,0 0 0,0 24-16,0-24 0,0 0 0,0 25 0,0-25 0,0 0 0,0 0 0,0 25 15,0-25-15,0 0 0,0 25 0,-25-25 0,25 0 0,0 25 0,0-25 0,0 24 16,0-24-1,0 0-15,0 25 0,0-25 0,0 25 0,0-25 0,0 0 0,0 25 0,-24-25 0,24 25 16,0-25-16,0 25 0,0-25 0,0 24 0,0-24 0,0 25 0,0-25 0,0 25 16,0-25 30,0 25-46,0-25 0,-25 25 0,25-25 0,0 24 0,0 1 0,0-25 0,0 25 0,0-25 0,0 25 0,0-25 0,0 25 0,0-25 0,0 24 0,0 1 0,0-25 16,0 25-16,0-25 0,0 25 0,0-25 0,0 25 0,0-1 0,0-24 0,0 25 16,0-25-16,0 25 0,0 0 0,0-25 0,0 25 0,0-25 0,0 24 15,0 1-15,0-25 0,0 25 0,-25-25 0,25 25 0,0-25 16,0 0-16,0 25 0,0-25 0,0 24 31,0-24-31,0 0 0,0 25 0,0-25 0,0 0 0,0 25 0,0-25 0,0 0 0,0 0 0,0 0 16,0 0-16,0 0 0,0 0 0,0 0 15,0 0-15,0 0 0,0 0 0,0-25 16,0 25-16,0 0 0,0-25 0</inkml:trace>
  <inkml:trace contextRef="#ctx0" brushRef="#br0" timeOffset="1.15058E6">25350 15478 0,'0'0'15,"0"0"-15,0 0 16,0 0-16,0 0 0,0 0 0,0 0 0,0 0 0,0 0 0,0 0 0,0 0 15,0 0 1,0 0-16,0 0 0,0 0 0,0 0 0,0 0 0,0 0 0,0 0 0,0 0 0,0 0 16,0 0-16,0 0 0,0 0 0,0 0 0,0 0 0,0 0 0,0 0 31,0 0-31,0 0 0,0 0 0,0 0 0,0 0 0,0 0 0,0 0 0,0 0 15,0 0-15,0 0 0,0 0 0,0 0 0,0 0 0,0 0 0,0 0 0,0 0 16,0 0 0,0 0-16,0 0 0,0 0 0,0 0 0,0 0 0,0 0 0,0 0 0,0 0 0,0 0 0,0 0 15,0 0-15,0 0 0,0 0 16,0 0-16,0 0 0,0 0 0,0 0 0,0 0 15,0 0-15,0 0 0,0 0 0,-24 0 0,24 0 0,0 0 0,0 0 0,0 0 16,0 0-16,0 25 0,0-25 0,-25 0 0,25 0 0,0 0 16,0 0-1,0 0-15,-25 0 0,25 0 0,0 0 0,0 0 0,0 0 0,-25 0 16,25 25-16,0-25 0,0 0 0,0 0 15,0 0-15,-25 0 0,25 0 0,0 25 0,0-25 16,0 0-16,-24 0 0,24 24 0,0-24 0,0 0 0,0 0 0,0 25 0,-25-25 16,25 0-16,0 0 0,0 25 0,0-25 0,0 0 0,0 0 0,0 25 15,-25-25 1,25 0-16,0 25 0,0-25 0,0 0 0,0 24 0,0-24 0,0 0 15,0 0-15,0 25 0,0-25 0,0 0 0,0 25 16,0-25-16,0 0 0,0 25 0,0-25 16,0 0-16,0 25 0,0-25 0,0 0 0,0 0 0,0 24 0,0-24 15,0 0-15,0 0 0,0 25 0,0-25 0,25 0 16,-25 0-16,0 0 0,0 0 0,0 0 0,25 25 0,-25-25 0,0 0 15,0 0-15,24 0 0,-24-25 0,0 25 0,0 0 0,25 0 0,-25 0 0,0 0 32,0 0-32,25 0 0,-25 0 0,0 0 0,0 0 0,0 0 0,25-25 0,-25 25 0,0 0 15,0 0-15,0 0 0,0 0 0,0 0 0,0 0 0,0-24 0,0 24 0,0 0 16,0 0-1,0 0-15,0 0 0,0 0 0,0-25 0,0 25 0,0 0 0,0 0 16,0 0-16,0 0 0,0-25 0,0 25 0,0 0 0,0 0 0,0 0 0,0 0 16,-25-25-16,25 25 15,0 0-15,0 0 0,0 0 0,0 0 0,-25 0 0,25-25 0,0 25 16,0 0-16,0 0 0,-25 0 0,25 0 0,0 0 0,0 0 0,0 0 15,-24 25 1,24-25-16,0 0 0,0 0 0,0 0 0,0 0 0,-25 0 0,25 0 0,0 0 0,0 0 0,0 25 16,0-25-16,0 0 0,0 0 0,0 0 15,0 0-15,-25 0 0,25 0 16,0 0-16,0 0 0,0 0 0,0 25 0,0-25 0,0 0 0,0 0 0,0 0 15,25 0-15,-25 0 0,0 0 16,0 0-16,0 0 0,0 0 0,0 0 0,25 0 0,-25 0 0</inkml:trace>
  <inkml:trace contextRef="#ctx0" brushRef="#br0" timeOffset="1.15112E6">25549 15553 0,'0'0'0,"0"0"15,0 0-15,0 0 0,0 0 0,0 0 0,0 0 16,0 0-16,0 0 0,0 0 0,0 0 16,0-25-16,0 25 0,0 0 0,0 0 0,0 0 15,0 0-15,0 0 0,0 0 0,0 0 0,0 0 0,0 0 0,0 0 0,0 0 16,0 0-16,0 25 15,0-25-15,0 0 0,0 0 0,0 0 0,-25 0 0,25 0 16,0 0-16,0 24 0,0-24 0,0 0 0,-25 0 0,25 0 0,0 25 31,0-25-31,-25 0 0,25 0 0,0 25 0,0-25 0,-24 0 0,24 0 0,0 25 0,0-25 0,0 0 0,-25 0 0,25 0 16,0 25-16,0-25 0,0 0 15,0 0-15,0 0 0,0 0 0,0 0 0,0 24 16,0-24-16,0 0 0,0 0 0,0 0 0,0 0 0,0 0 0,0 0 16,0 0-16,0 0 0,0 0 15,0 25-15,0-25 0,0 0 0,0 0 0,0 0 0,25 0 0,-25 0 16,0 0-16,0 0 0,0 0 0,24 0 0,-24 0 0,0 0 0,0 0 0,25 0 15,-25 0 1,0 0-16,25 0 0,-25 0 0,0 0 0,25 0 0,-25 0 0,0 0 0,25 0 0,-25 0 16,0 0-16,24 0 0,-24 0 0,25 0 0,-25 0 0,0 0 15,25 0-15,-25 0 16,25 0-16,-25 0 0,0 0 0,25 0 0,-25 0 0,0 0 0,0 0 0,24 0 15,-24 0-15,0 0 0,0 0 0,0 0 0,0-25 0,25 25 16,-25 0-16,0 0 0,0 0 16,0 0-16,0 0 0,0 0 0,0 0 0,0 0 0,-25-24 0</inkml:trace>
  <inkml:trace contextRef="#ctx0" brushRef="#br0" timeOffset="1.15138E6">25698 15652 0,'0'-25'16,"0"25"-16,0 0 0,0 0 0,0 0 0,0 0 15,0 0-15,0 0 0,0 0 0,0 0 0,0 0 16,0 0-16,0 0 0,0 0 0,0 0 0,0 0 0,0 0 15,0 0-15,0 0 0,0 0 0,0 0 0,0 0 16,0 0-16,0 0 0,0 25 0,0-25 0,0 0 0,0 25 16,0-25-16,-25 0 0,25 24 0,0-24 15,0 0-15,0 25 0,0-25 0,0 25 0,0-25 0,0 25 0,0-25 16,-25 0-16,25 25 0,0-25 0,0 24 0,0-24 15,0 0-15,0 25 0,0-25 0,0 0 0,0 25 0,-25-25 16,25 0-16,0 25 0,0-25 0,0 0 0,0 0 0,0 25 16,0-25-16,0 0 0,0 0 15,0 0-15,0 0 0,0 0 0,0 0 0,0 0 16,0 0-16,0 0 0,0 0 0</inkml:trace>
  <inkml:trace contextRef="#ctx0" brushRef="#br0" timeOffset="1.15222E6">25896 15528 0,'0'0'0,"0"0"0,0 0 0,0 0 0,0 0 0,0 0 0,25 0 16,-25 0-16,0-25 0,0 25 0,0 0 0,0 0 0,0 0 0,0 0 16,0 0-1,0 0-15,0 0 0,0 0 0,0 0 0,25-25 0,-25 25 0,0 0 0,0 0 16,0 0-16,25 0 0,-25 0 0,0 0 0,0 0 0,0 0 0,24 0 15,-24 0 1,0 0-16,0 0 0,0 0 0,0 0 0,25 0 0,-25 0 0,0 0 0,0 0 16,0 0-16,0 0 0,0 0 0,25 0 0,-25 0 0,0 0 0,0 0 15,0 0-15,0 0 16,0 0-16,0 25 0,0-25 0,0 0 0,0 0 0,25 0 0,-25 0 0,0 0 15,0 25-15,0-25 0,0 0 0,-25 0 0,25 0 0,0 25 0,0-25 16,0 0 0,0 0-16,0 24 0,0-24 0,0 0 0,0 0 0,0 25 0,0-25 15,0 0-15,0 0 0,0 0 0,0 25 0,-25-25 0,25 0 0,0 0 0,0 25 16,0-25-1,0 0-15,0 25 0,-25-25 0,25 0 0,0 0 0,0 24 0,0-24 0,0 0 32,-24 25-32,24-25 0,0 0 0,0 0 0,0 25 0,0-25 0,-25 0 0,25 0 0,0 0 0,0 25 0,0-25 0,0 0 0,0 0 15,0 0 1,-25 0-16,25 0 0,0 0 0,0 0 0,0 25 0,0-25 0,0 0 15,0 0-15,0 0 0,0 0 0,0 0 0,0 0 0,0 0 0,0 0 16,0 0-16,0 0 0,0 0 0,0 0 0,0 0 0,0 0 0,0 24 16,0-24-1,0 0-15,0 0 0,0 0 0,0 0 0,0 0 0,0 0 0,0 0 16,0 0-16,0 0 0,0 0 0,0 0 0,0 0 0,0 0 0,0 0 15,0 0-15,0 0 0,0 0 0,0 0 0,25 0 0,-25 0 0,0 0 16,0 0 0,0 0-16,0 0 0,25 0 0,-25 0 0,0 0 0,0 0 0,24 0 0,-24 0 0,0 0 0,0 0 15,25 0-15,-25 0 0,0 0 0,25 0 0,-25 0 16,0 0-16,25 0 15,-25 0-15,0 0 0,25 0 0,-25 0 0,0 0 0,24 0 0,-24 0 0,0 0 16,25 0-16,-25 0 0,0 0 0,0 0 0,0 0 0,0 0 0,25 0 16,-25 0-1,0 0-15,0 0 0,0 0 0,0 0 0,0 0 0,0 0 0,0 0 0,0 0 0,0 0 16,0 0-16,0 0 0,0-24 0,0 24 0,0 0 0,-25 0 15,25 0 1,0 0-16,0 0 0,0 0 0,0 0 0,-25 0 0,25 0 0</inkml:trace>
  <inkml:trace contextRef="#ctx0" brushRef="#br0" timeOffset="1.15286E6">25251 15974 0,'0'0'0,"0"0"0,-25 0 15,25 0-15,0 0 0,0 0 0,0 0 0,0 0 0,0 0 0,0 0 16,0 0-1,0 0-15,0 0 0,0 0 0,0 0 0,0 0 0,0 0 0,0 0 0,0 0 16,0 0-16,0 0 0,0 0 0,0 0 0,0 0 0,0 0 0,0 0 16,25 0-1,-25 0-15,0 0 0,0 0 0,0 0 16,25 0-16,-25 0 0,0 0 0,0 0 0,25 0 0,-25 0 0,25 0 0,-25 0 0,24 25 15,-24-25-15,25 0 0,-25 0 0,25 0 0,-25 0 0,25 0 0,-25 0 16,25 0-16,-1 0 0,-24 0 0,25 0 0,-25 0 0,25 0 0,0 0 16,-25 0-16,25 0 15,-1 0-15,-24 0 0,25 0 0,0 0 0,0 0 0,-25 0 0,25 0 0,-1 0 0,1 0 16,-25 0-16,25 0 0,0 0 15,-25 0-15,25 0 0,-1 0 0,-24 0 0,25 0 0,-25 0 0,25 0 0,-25 0 16,25 0-16,-25 0 0,25 0 16,-25 0-16,25 0 0,-25 0 0,0 0 0,24 0 15,-24 0-15,0 0 0,0 0 0,25 0 0,-25 0 0,0 0 0,0 0 0,0 0 16,0 0-1,0 0-15,0 0 0,0 0 0,0 0 0,0 0 0,0 0 0,0 0 0,0 0 16,0 0-16,0 0 0,0 0 0,0 0 0,0 0 0,0 0 0,0 0 0,0 0 16,0-25-1,0 25-15,0 0 0,-25 0 0,25 0 0,0 0 0,0 0 0,0 0 0</inkml:trace>
  <inkml:trace contextRef="#ctx0" brushRef="#br0" timeOffset="1.1536E6">25326 16148 0,'0'-25'15,"0"25"-15,0 0 0,0 0 16,0 0-16,0 0 0,0 0 0,0 0 0,0 0 0,0 0 0,0 0 0,0 0 0,0 0 16,0 0-16,0 0 0,0 0 0,0 0 15,24-25-15,-24 25 0,0 0 16,0 0-16,0 0 0,0 0 0,0 0 0,25 0 0,-25 0 0,0 0 0,0 0 0,0 0 15,25 25-15,-25-25 0,0 0 0,0 0 0,0 0 16,0 0-16,25 0 0,-25 0 16,0 0-16,0 0 0,0 0 0,0 0 0,0 0 0,0 0 0,0 25 0,0-25 15,0 0-15,0 0 0,0 0 0,0 0 0,0 25 0,0-25 0,0 0 16,0 0-1,0 0-15,0 24 0,0-24 0,0 0 0,-25 0 0,25 0 0,0 25 0,0-25 0,0 0 16,-25 0-16,25 0 0,0 25 16,0-25-16,0 0 0,0 0 0,-25 0 0,25 0 0,0 0 0,0 0 15,0 25-15,0-25 0,0 0 0,0 0 16,0 0-16,0 0 0,0 0 0,0 0 0,0 0 0,0 0 15,0 0-15,0 0 0,0 0 0,0 0 0,0 0 0,0 0 16,0 0-16,0 0 0,0 0 0,0 0 0,0 0 0,0 0 0,0 0 16,0 25-16,0-25 0,0 0 15,0 0-15,0 0 0,0 0 0,25 0 0,-25 0 0,0 0 0,0 0 0,0 0 0,0 24 16,0-24-16,25 0 0,-25 0 0,0 0 15,0 0-15,0 25 0,0-25 16,0 0-16,0 0 0,0 0 0,0 0 0,0 0 0,0 25 0,0-25 0,0 0 0,0 0 16,0 0-16,0 0 15,0 0-15,0 0 0,0 25 0,0-25 0,0 0 0,0 0 0,-25 0 0,25 0 16,0 0-16,0 0 0,0 25 15,0-25-15,-25 0 0,25 0 0,0 0 0,0 0 0,0 0 0,-24 0 16,24 0-16,0 0 0,0 0 0,0 0 0,0 0 0,0 0 0,0 0 16,0 0-16,-25 0 15,25 0-15,0 0 0,0-25 0,0 25 0,0 0 0,0 0 16,0 0-16,0 0 0,0 0 0,0 0 0,0 0 0,0 0 0,0 0 0,25 0 15,-25 0-15,0 0 0,0-25 0,0 25 0,0 0 0,0 0 0,24 0 16</inkml:trace>
  <inkml:trace contextRef="#ctx0" brushRef="#br0" timeOffset="1.15405E6">25524 16396 0,'0'0'0,"0"0"0,0 0 0,0 0 16,0 0-16,0 0 0,0 0 0,0 0 0,0 0 16,0 0-16,0 0 0,25 0 0,-25-25 0,0 25 15,0 0-15,0 0 0,0 0 0,0 0 0,25 0 0,-25-25 16,0 25-16,0 0 0,0 0 0,0 0 0,24-25 0,-24 25 15,0 0-15,0 0 0,0 0 16,0-24-16,25 24 0,-25 0 0,0 0 16,0 0-16,0-25 0,0 25 0,0 0 0,0 0 0,25 0 0,-25 0 0,0 0 0,0 0 15,0-25-15,0 25 0,0 0 16,0 0-16,0 0 0,0 0 0,0 0 0,0 0 15,0 0-15,0 0 0,0 0 0,0 0 0,0 0 0,0 0 0,0 0 0,0 0 16,0 0 0,0 25-16,0-25 0,0 0 0,0 0 0,0 0 0,0 0 0,0 0 15,0 25-15,0-25 0,0 0 16,0 0-16,0 24 0,0-24 0,0 0 0,0 25 0,0-25 0,0 0 0,0 0 0,0 25 15,0-25-15,0 0 0,0 25 0,0-25 0,0 0 0,0 25 0,0-25 0,0 0 16,0 0-16,0 25 0,0-25 16,0 0-16,0 24 0,0-24 0,25 0 0,-25 0 15,0 0-15,0 25 16,0-25-16,0 0 0,0 0 0,0 0 0,25 0 0,-25 0 0,0 0 0,0 0 0,0 0 0</inkml:trace>
  <inkml:trace contextRef="#ctx0" brushRef="#br0" timeOffset="1.15512E6">26491 15949 0,'0'0'0,"0"0"0,0 0 16,0 0-16,0 0 0,0 0 0,0 0 0,0 0 0,0 0 0,0 0 0,0 0 15,0 0-15,0 0 16,0 0-16,0 0 0,0 0 0,0 0 0,0 0 0,0 0 15,0-24-15,0 24 0,0 0 0,0 0 0,0 0 0,0 0 0,0 0 16,0 0-16,0 0 0,0 0 0,0 0 0,0 0 0,0 0 0,0-25 31,25 25-31,-25 0 0,0 0 0,0 0 0,0 0 0,0 0 0,0 0 0,25 0 16,-25 0-16,0 0 0,0 0 0,0 0 0,0 0 0,25 0 0,-25 0 0,0 0 0,0 0 15,0 0 1,0 0-16,25 25 0,-25-25 0,0 0 0,0 0 0,0 24 0,0-24 0,0 0 0,0 25 31,0-25-31,0 0 0,0 25 0,0-25 0,0 25 0,0-25 0,0 0 0,0 25 0,0-25 16,0 24-16,0-24 0,-25 0 0,25 25 0,0-25 0,0 25 0,0-25 0,0 0 15,0 25 1,-25-25-16,25 0 0,0 25 0,0-25 0,0 0 0,-25 24 0,25-24 0,0 0 0,0 0 16,0 0-16,0 25 0,0-25 0,0 0 0,-25 0 0,25 0 0,0 0 31,0 0-31,0 0 0,0 0 0,0 0 0,0 0 0,0 0 0,0 0 0,0 0 15,0 0-15,0 0 0,0 0 0,0 0 0,25 0 0,-25 0 0,0-25 0,0 25 16,0 0 0,0 0-16,0-24 0,0 24 0,0 0 0,25-25 0,-25 25 0,0 0 0,0-25 0,25 25 15,-25-25-15,0 25 0,0-25 0,25 25 0,-25 0 0,0-24 0,0 24 16,24-25-1,-24 25-15,0 0 0,0-25 0,25 25 0,-25 0 0,0-25 0,0 25 0,0 0 16,0 0-16,25 0 0,-25-25 0,0 25 0,0 0 0,0 0 0,0 0 16,0 0-1,0 0-15,0 0 0,0 0 0,0 0 0,0 0 0,0 0 0,0 0 0,0 0 16,0 0-16,0 0 0,0 25 0,0-25 0,0 0 0,-25 0 0,25 25 15,0-25 1,0 0-16,0 0 0,0 25 0,0-25 0,0 25 0,0-25 0,0 24 0,0-24 0,0 0 16,0 25-16,0-25 0,0 25 15,0-25-15,0 25 0,0-25 0,0 0 0,0 25 0,0-25 0,0 0 0,0 24 16,0-24-16,0 0 0,0 0 0,0 25 0,0-25 0,0 0 0,25 0 15,-25 0 1,0 25-16,0-25 0,0 0 0,0 0 0,0 0 0,0 0 0,25 0 16,-25 0-16,0 0 0,0 0 0,0 0 0,25 0 0,-25 0 0,0-25 0,0 25 0</inkml:trace>
  <inkml:trace contextRef="#ctx0" brushRef="#br0" timeOffset="1.15551E6">26814 16222 0,'0'0'0,"0"0"0,0 0 0,0 0 15,0 0-15,0 0 0,0 0 0,0 0 0,0 0 0,0 0 16,0 0-16,0 25 0,0-25 0,0 0 0,0 0 16,0 0-16,-25 0 0,25 0 0,0 0 0,0 0 0,0 0 15,0 0-15,0 25 0,0-25 0,0 0 0,-25 0 16,25 0-16,0 0 0,0 25 0,0-25 0,0 0 0,-25 0 15,25 0-15,0 24 0,0-24 0,0 0 0,0 0 16,-24 0-16,24 0 0,0 25 0,0-25 0,0 0 16,0 0-16,0 0 0,-25 0 0,25 0 15,0 0-15,0 0 0,0 25 0,0-25 16,0 0-16,0 0 0,0 0 0,0 0 0,0 0 0,0 0 0,0 0 15,0 0-15,0 0 0,25 0 0,-25 0 0,0 25 0,0-25 0,0 0 0,0 0 32,0 0-32,0 0 0,24 0 0,-24 0 0,0 0 0,0 0 0,0 0 0,25 0 0,-25 0 15,0 0-15,0 0 0,0 0 0,25 0 0,-25 0 0,0 0 0,0 0 16,25 0-1,-25 0-15,0 0 0,0 0 0,25 0 0,-25 0 0,0 0 0,24 0 16,-24 0-16,0-25 0,0 25 0,25 0 0,-25 0 0,0 0 0,25 0 0,-25 0 16,0 0-16,0 0 0,25 0 0,-25 0 0,0-25 15,0 25-15,0 0 0,0 0 0</inkml:trace>
  <inkml:trace contextRef="#ctx0" brushRef="#br0" timeOffset="1.15575E6">26938 16247 0,'-25'0'0,"25"0"16,0 0-16,0 0 0,0 0 0,0 0 0,0 0 0,0 0 15,0 0-15,0 0 0,0 0 0,0 0 0,0 0 16,0 0-16,0 0 94,0 0-94,0 0 15,0 25-15,0 0 0,0-25 0,0 0 0,0 24 0,0-24 0,0 0 0,0 25 0,0-25 0,0 0 0,0 25 0,0-25 0,-25 0 0,25 25 0,0-25 0,0 25 0,0-25 0,0 0 0,0 25 16,0-25-16,0 0 0,0 0 0,0 24 0,0-24 0,-25 0 0,25 25 0,0-25 0,0 0 0,0 0 0,0 0 0,0 0 0,0 0 0,0 0 0,0 0 0</inkml:trace>
  <inkml:trace contextRef="#ctx0" brushRef="#br0" timeOffset="1.15623E6">27236 16024 0,'0'0'16,"0"0"0,0 0-16,0 0 0,0 0 0,0 0 0,0 0 0,0 0 0,0 0 0,0 0 0,0 0 15,0 0-15,0 0 0,0 0 0,0 0 0,0 0 0,0 0 16,0 0-1,0 0-15,24 0 0,-24 0 0,0 0 0,0 0 0,0 0 0,0 25 0,0-25 16,0 0-16,25 0 0,-25 0 0,0 0 0,0 0 0,0 0 0,25 0 0,-25 0 16,0 0-1,0 0-15,0 0 0,25 0 0,-25 0 0,0 0 0,0 0 0,25 0 16,-25 0-16,0 0 0,0 0 0,24 24 0,-24-24 0,0 0 0,0 0 0,25 0 31,-25 0-31,0 0 0,25 0 0,-25 0 0,0 0 0,0 0 0,0-24 0,25 24 0,-25 0 16,0 0-16,0 0 0,0 0 0,25 0 0,-25 0 0,0 0 0,0 0 0,0 0 15,0 0-15,0 0 16,0 0-16,0 0 0,0 0 0,0 0 0,0 0 0,0 0 15</inkml:trace>
  <inkml:trace contextRef="#ctx0" brushRef="#br0" timeOffset="1.15658E6">27260 16272 0,'0'0'15,"0"0"-15,0 0 0,0 0 0,0 0 0,0 0 16,0 0-16,0 0 0,0 0 0,0 0 0,0 0 0,0 0 15,0 0-15,0 0 0,0 0 0,0 0 0,0 0 0,25 0 16,-25 0-16,0 0 0,0 0 0,0 0 0,25 0 16,-25 0-16,0 0 0,0 0 0,25 0 0,-25 0 15,0 0-15,0 25 0,25-25 0,-25 0 0,0 0 16,24 0-16,-24 0 0,0 0 0,25 0 0,-25 0 0,25 0 0,-25 0 31,25-25-31,-25 25 0,0 0 0,25 0 0,-25 0 0,0 0 0,0 0 0,24 0 16,-24 0-16</inkml:trace>
  <inkml:trace contextRef="#ctx0" brushRef="#br0" timeOffset="1.15776E6">27856 15577 0,'0'25'0,"0"-25"0,-25 0 16,25 0-16,0 0 0,0 0 0,0 0 0,0 0 0,0 0 0,0 0 15,0 0-15,0 0 16,0 0-16,0 0 0,0 0 0,0 0 0,0 0 0,-25 0 0,25 0 16,0 0-16,0 0 0,0 0 0,0 0 0,0 0 0,0 0 0,0 0 15,0 0-15,0 0 16,0 0-16,0 0 0,0 0 0,0 0 0,0 0 0,0 0 0,0 0 15,0-25-15,0 25 0,0 0 0,0 0 0,0 0 0,0 0 0,0 0 16,0 0-16,0 0 0,0 0 16,0 0-16,0 0 0,0-24 0,0 24 0,0 0 0,0 0 0,25 0 0,-25 0 15,0 0-15,0 0 0,0 0 0,0-25 0,25 25 0,-25 0 16,0 0-1,0 0-15,24 0 0,-24 0 0,0-25 0,0 25 0,25 0 0,-25 0 0,0 0 0,25 0 16,-25 0-16,0 0 0,0 0 0,25 0 0,-25 25 0,0-25 16,0 0-1,0 0-15,25 0 0,-25 0 0,0 25 0,0-25 0,0 0 0,0 0 0,0 24 0,0-24 16,0 0-16,0 25 0,0-25 0,0 0 0,-25 25 0,25-25 0,0 0 15,0 25-15,0-25 16,0 0-16,-25 0 0,25 25 0,0-25 0,0 0 0,-25 0 0,25 24 0,0-24 31,0 0-31,-25 25 0,25-25 0,0 0 0,0 0 0,-24 25 0,24-25 0,0 0 0,0 0 0,-25 25 16,25-25-16,0 0 0,0 0 0,0 0 0,-25 25 0,25-25 0,0 0 15,0 0 1,0 0-16,0 0 0,-25 24 0,25-24 0,0 0 0,0 0 0,0 0 16,0 0-16,0 0 0,0 0 0,0 0 0,0 0 0,0 0 0,0 0 0,0 0 31,0 0-31,0 0 0,0 0 0,0 0 0,0 0 0,0 0 0,0 0 0,0 0 0,0 0 0,0 0 0,0 0 15,0 0-15,25 0 16,-25 0-16,0 25 0,0-25 0,0 0 0,25 0 0,-25 0 0,0 0 0,0 0 16,25 0-16,-25 0 0,0 0 0,24 0 0,-24 0 0,0 0 0,25 0 31,-25 0-31,25 0 0,-25 0 0,0 0 0,25 0 0,-25 0 0,0 0 0,25 0 0,-25 0 15,0 0-15,0 0 0,24 0 0,-24 0 0,0 0 0,0 0 0,0 0 16,25 0-16,-25 0 16,0 0-16,0 0 0,0-25 0,0 25 0,25 0 0,-25 0 0,0 0 15,0 0-15,0 0 0,0 0 0,0-24 0,0 24 0</inkml:trace>
  <inkml:trace contextRef="#ctx0" brushRef="#br0" timeOffset="1.15833E6">28203 15577 0,'0'0'0,"0"0"16,0 0-16,0 0 0,0 0 0,0 0 0,0 0 15,0 0-15,0 0 0,0 0 0,0 0 0,0 0 0,0 0 16,0 0-16,0 0 0,0 0 0,0 0 0,0 0 16,0 0-16,0 0 0,0 25 0,0-25 0,0 0 0,0 0 15,0 0-15,0 0 0,0 25 0,0-25 0,-25 0 16,25 0-16,0 25 0,0-25 15,0 0-15,0 0 0,0 25 0,0-25 0,0 0 0,-25 0 0,25 24 16,0-24-16,0 0 0,0 0 0,0 0 0,0 25 0,0-25 16,0 0-1,0 0-15,0 0 0,0 25 0,0-25 0,0 0 0,0 0 0,0 0 0,0 0 16,0 25-16,0-25 0,0 0 0,0 0 0,0 0 0,25 0 15,-25 0-15,0 0 16,0 0-16,0 25 0,0-25 0,0 0 0,0 0 0,25 0 0,-25 0 0,0 0 0,0 0 16,0 0-16,0 24 0,25-24 0,-25 0 0,0 0 0,0 0 0,0 0 15,0 0 1,25 0-16,-25 0 0,0 25 0,0-25 0,0 0 0,0 0 0,0 0 0,24 0 0,-24 25 0,0-25 15,0 0-15,0 0 0,0 0 0,0 0 0,0 0 0,0 0 16,0 25 0,0-25-16,0 0 0,0 0 0,0 0 0,0 0 0,0 0 0,0 0 0,0 0 15,0 0-15,0 25 0,0-25 0,-24 0 0,24 0 0,0 0 16,0 0-16,0 0 15,-25 0-15,25 0 0,0 0 0,0 0 0,-25 0 0,25 0 0,0 24 0,0-24 0,-25 0 16,25 0-16,0 0 0,0-24 0,-25 24 0,25 0 0,0 0 0,0 0 31,0 0-31,0 0 0,0-25 0,-24 25 0,24 0 0</inkml:trace>
  <inkml:trace contextRef="#ctx0" brushRef="#br0" timeOffset="1.15858E6">28253 15627 0,'0'0'0,"0"0"0,0 0 0,24 0 0,-24 0 15,0 0-15,0 0 0,0 0 0,0 0 0,0 0 0,25 0 16,-25 0-16,0 0 0,0 0 0,25 0 0,-25 0 16,0 0-16,25 0 0,-25 0 0,0 0 0,25 0 0,-25 0 15,24 0-15,-24 25 0,0-25 0,25 0 16,-25 0-16,0 0 0,25 0 0,-25 0 0,0 0 0</inkml:trace>
  <inkml:trace contextRef="#ctx0" brushRef="#br0" timeOffset="1.15903E6">28625 15602 0,'0'0'0,"0"0"0,0 0 0,0 0 0,0 0 16,0 0-16,0 0 0,0 0 0,0 0 0,0 0 0,-25 0 15,25 0-15,0 0 0,0 0 0,0 0 0,0 0 16,0 0-16,-25 0 0,25 0 0,0 0 0,0 0 15,0 25-15,-25-25 0,25 0 0,0 0 0,0 0 0,0 0 16,0 25-16,-25-25 0,25 0 0,0 0 0,0 0 16,0 25-16,-24-25 0,24 0 0,0 24 0,0-24 0,0 0 15,-25 25-15,25-25 0,0 25 0,0-25 0,0 25 16,-25-25-16,25 0 0,0 25 0,0-25 0,0 24 15,0-24 1,0 25-16,0-25 0,-25 25 0,25-25 0,0 0 0,0 25 0,0-25 0,25 0 0,-25 0 16,0 25-16,0-25 0,0 0 0,0 0 0,0 0 0,0 0 0,0 0 31,25 0-31,-25 24 0,0-24 0,0 0 0,0-24 0,25 24 0,-25 0 0,0 0 0,24 0 0,-24 0 15,0 0-15,0 0 0,25 0 0,-25-25 0,0 25 0,0 0 0,25 0 32,-25 0-32,0-25 0,0 25 0,0 0 0,0 0 0,0-25 0,0 25 0,25 0 15,-25 0-15,0 0 0,0-25 0,0 25 0,0 0 0,0 0 0,0 0 0,-25 0 16,25 0-1,0 0-15,0 0 0,0 0 0,0 0 0,0 0 0,-25 0 0,25 0 0,0 0 16,0 0-16,-25 0 0,25 0 0,0 0 0,0 0 0,-24 0 0,24 0 16,0 0-1,0 0-15,0 0 0,-25 0 0,25 0 0,0 0 0,0 0 0,0 0 0,0 0 0,0 0 16,0 0-16,0 0 0,0 0 0,0 0 0,0 0 0</inkml:trace>
  <inkml:trace contextRef="#ctx0" brushRef="#br0" timeOffset="1.15988E6">28897 15627 0,'0'0'0,"0"0"0,0 0 15,0 0-15,0 0 0,-24 0 0,24 0 0,0 0 0,0 0 0,0 0 0,0 0 16,0 0-1,-25 0-15,25 0 0,0 0 0,0 0 0,0 0 0,0 0 0,0 0 16,-25 0-16,25 0 0,0 0 0,0 0 0,0 0 0,0 0 0,0 0 0,0 0 16,0 0-1,0 0-15,0 0 0,0 25 0,0-25 0,0 0 0,0 0 0,0 0 0,0 0 0,0 0 0,0 0 16,0 25-16,0-25 15,0 0-15,0 0 0,0 0 0,0 0 0,0 24 0,0-24 16,0 0-16,25 0 0,-25 0 0,0 25 0,0-25 0,0 0 0,0 0 0,0 25 16,0-25-16,25 0 0,-25 25 0,0-25 0,0 0 0,0 25 15,0-25-15,0 0 16,24 24-16,-24-24 0,0 0 0,0 0 0,0 25 0,0-25 0,25 0 0,-25 25 15,0-25-15,0 0 0,0 0 0,0 25 0,0-25 0,25 0 16,-25 0-16,0 25 16,0-25-16,0 0 0,0 0 0,0 24 0,0-24 0,0 0 0,0 0 0,25 0 0,-25 0 15,0 25-15,0-25 0,0 0 0,0 0 0,0 0 0,0 0 16,0 0-16,0 0 15,0 25-15,0-25 0,0 0 0,-25 0 0,25 0 0,0 0 0,0 0 0,0 0 16,0 0-16,0 0 0,-25 0 16,25 0-16,0 0 0,0 0 0,-25 0 15,25 0-15,0 0 0,0 0 0,0 0 0,0 0 0,-24 0 16,24 0-16,0-25 0,0 25 0,0 0 0,0 0 0,0 0 15,0 0-15,-25-25 0,25 25 0,0 0 0,0 0 0,0-24 0,0 24 0,0 0 16,0 0-16,0-25 0,0 25 0,0 0 16,0-25-16,0 25 0,0 0 0,0 0 0,0 0 0,25-25 15,-25 25-15,0 0 0,0 0 0,0 0 0,0 0 0,24-25 0,-24 25 0,0 0 16,0 0-16,25 0 15,-25 0-15,0-24 0,0 24 0,25 0 0,-25 0 0,0 0 0,25 0 0,-25-25 16,0 25-16,25 0 0,-25 0 0,0 0 0,24 0 0,-24-25 16,0 25-16,25 0 15,-25 0-15,0-25 0,25 25 0,-25 0 0,0 0 0,0 0 0,0-25 0,0 25 16,25 0-16,-25 0 15,0 0-15,0 0 0,0-24 0,0 24 0,0 0 0,0 0 0,0 0 0,0 0 0,0 0 16,0 0-16,0 0 0,0 0 0,0 0 0,-25 0 0,25 0 16,0 0-1,0 0-15,-25 24 0,25-24 0,0 0 0,-25 0 0</inkml:trace>
  <inkml:trace contextRef="#ctx0" brushRef="#br0" timeOffset="1.1606E6">28029 16049 0,'0'0'0,"0"0"0,0 0 16,0 0-16,0 0 0,0 0 0,0 0 0,0 0 0,0 0 0,0 0 15,0 0-15,0 0 16,0 0-16,0 0 0,0 0 0,0 0 0,0 0 0,0 0 0,0 0 15,0 0-15,0 0 0,0 0 0,0 0 0,0 0 0,25 0 0,-25 0 16,0 0-16,0 0 0,0 0 16,0 0-16,0 0 0,0 24 0,0-24 0,25 0 0,-25 0 0,0 0 0,0 0 15,0 0-15,0 0 0,25 0 0,-25 0 0,0 0 16,0 0-16,0 0 0,25 0 15,-25 0-15,0 25 0,24-25 0,-24 0 0,0 0 0,25 0 0,-25 0 0,0 0 16,25 0-16,-25 0 0,25 0 0,-25 25 0,25-25 0,-25 0 16,24 0-16,-24 0 0,25 0 15,0 0-15,0 0 0,-25 0 0,25 0 0,-1 0 0,1 25 0,-25-25 0,25 0 16,0 0-16,0 0 0,-1 0 0,1 0 0,-25 0 0,25 0 15,0 0-15,0 0 0,-25 0 16,24 0-16,1 0 0,0 0 0,-25 0 0,25 0 0,0 0 0,-25 0 0,24 0 16,-24 0-16,25 0 15,-25 0-15,25 0 0,-25 0 0,0 0 0,25 0 0,-25 0 16,0 0-16,25 0 0,-25 0 0,0 0 0,0 0 0,0 0 0,0 0 0,0 0 15,24 0-15,-24 0 0,0 0 0,0 0 0,0 0 16,0 0-16,0 0 0,-24-25 0,24 25 16,0 0-16,0 0 0,0 0 0,0 0 0,0 0 0,0 0 0,0 0 0,-25 0 15,25-25-15,0 25 16,0 0-16,0 0 0,-25 0 0,25 0 0,0 0 0,0 0 15,-25 0-15</inkml:trace>
  <inkml:trace contextRef="#ctx0" brushRef="#br0" timeOffset="1.1614E6">28228 16247 0,'0'0'0,"0"0"15,0 0 1,0 0-16,0 0 0,0 0 0,0 0 0,0 0 0,0 0 0,0 0 16,0 0-16,0 0 0,25 0 15,-25 0-15,0 0 0,0 0 0,0 0 0,0 0 0,24 0 0,-24 0 0,0 0 0,0 0 16,0 0-16,25 0 0,-25 0 0,0 0 0,0 0 0,0 0 0,25 0 31,-25 0-31,0 25 0,0-25 0,0 0 0,0 0 0,0 0 0,0 0 0,0 0 0,0 0 0,0 25 0,0-25 16,0 0-16,0 0 15,0 0-15,0 0 0,0 24 0,0-24 0,0 0 0,0 0 0,-25 25 0,25-25 16,0 0-16,0 0 0,0 0 0,-25 25 0,25-25 0,0 0 15,0 0-15,0 0 0,-24 0 16,24 25-16,0-25 0,0 0 0,-25 0 0,25 0 0,0 0 0,0 0 16,0 25-16,0-25 0,0 0 0,0 0 0,-25 0 0,25 0 0,0 0 15,0 0 1,0 0-16,0 0 0,0 0 0,0 0 0,0 0 0,0 0 0,0 0 15,25 0-15,-25 0 0,0 0 0,0 0 0,0 0 0,0 0 16,0 0-16,0 0 0,0 0 0,25 0 0,-25 0 16,0 0-16,0 0 0,0 0 0,0 0 0,24 0 0,-24 0 0,0 0 15,0 25-15,0-25 0,0 0 0,25 0 0,-25 0 0,0 0 0,0 0 16,0 24-16,0-24 15,0 0-15,0 0 0,25 0 0,-25 25 0,0-25 0,0 0 0,0 0 0,0 25 16,0-25-16,0 0 0,0 0 0,0 0 0,0 0 0,0 25 0,0-25 16,-25 0-1,25 0-15,0 0 0,0 0 0,0 25 0,0-25 16,0 0-16,0 0 0,-25 0 0,25 0 0,0 0 0,0 0 0,0 0 0,0 0 15,-24 0-15,24 24 0,0-24 0,0 0 0,0 0 0,-25 0 0,25 0 16,0 0-16,0 0 0,0 0 0,0 0 0,0-24 16,0 24-16,-25 0 0,25 0 0,0 0 15,0 0-15,0 0 0,0 0 0,0 0 0,0-25 0,0 25 0,0 0 0,0 0 0,0 0 16,0 0-16,0-25 0,0 25 15,25 0-15,-25 0 0,0 0 0,0 0 0</inkml:trace>
  <inkml:trace contextRef="#ctx0" brushRef="#br0" timeOffset="1.16181E6">28501 16570 0,'0'0'0,"0"0"0,0 0 0,0 0 0,0 0 0,24 0 16,-24 0-16,0 0 0,0 0 0,0 0 16,0 0-16,0 0 0,25 0 0,-25-25 0,0 25 0,0 0 0,0 0 15,25 0-15,-25 0 0,0-25 0,0 25 0,25 0 0,-25 0 16,0-25-16,0 25 0,25 0 0,-25-25 0,0 25 15,0 0-15,0 0 0,24-24 0,-24 24 16,0 0-16,0 0 16,0 0-16,0-25 0,0 25 0,0 0 0,0 0 0,0 0 0,0 0 0,0 0 0,0 0 0,0 0 0,0 0 15,0 0 1,0 0-16,0 0 0,0 0 0,0 0 0,0 0 0,0 0 15,0 0-15,0 0 0,0 25 0,0-25 0,0 0 0,0 0 0,0 24 0,0-24 16,0 0-16,0 25 0,0-25 0,0 0 0,0 25 16,0-25-16,0 0 0,0 25 0,0-25 0,0 0 15,0 25-15,0-25 0,0 0 0,0 24 0,0-24 0,0 0 0,0 0 0,0 25 31,-24-25-31,24 0 0,0 0 0,0 25 0,0-25 0,0 0 0,-25 0 0,25 25 16,0-25-16,0 0 0,0 0 0,0 0 0,-25 0 0,25 25 0,0-25 0,0 0 0,-25 0 16</inkml:trace>
  <inkml:trace contextRef="#ctx0" brushRef="#br0" timeOffset="1.16489E6">25152 17090 0,'0'0'0,"0"0"0,0 0 0,0 0 16,0 0-16,0 0 0,0 0 0,0 0 0,0 0 0,0 0 0,0 0 31,0 0-31,0 0 0,0 0 0,0 0 0,0 0 0,0 0 0,0 0 0,0 0 0,0 0 16,0 0-16,0 0 0,0 0 0,0 0 0,0 0 0,0 0 0,0 0 0,0 0 31,0 0-31,0 0 0,0 0 0,0 0 0,0 0 0,0 0 0,0 0 0,0 0 15,0 0-15,0 0 0,0 0 0,0 0 0,0 0 0,0 0 0,0 0 0,0 0 16,0 0-16,0 0 16,0 0-16,0 0 0,0 0 0,0 0 0,0 0 0,-25 0 0,25 0 15,0 0-15,0-24 0,0 24 0,0 0 0,0 0 0,0 0 0,0 0 0,0 0 16,25-25-1,-25 25-15,0 0 0,0 0 0,0 0 0,0 0 0,0 0 0,0-25 0,0 25 0,0 0 0,0 0 16,25 0-16,-25 0 0,0 0 0,0 0 0,0 0 0,0 0 16,0 0-16,0 0 15,25 0-15,-25 0 0,0 0 0,0 0 0,0 0 0,24 0 0,-24 0 16,0 0-16,0 0 0,0 0 0,25 0 0,-25 0 0,0 0 0,0 0 0,25 0 15,-25 0-15,0 25 0,0-25 16,0 0-16,25 0 0,-25 0 0,0 0 0,0 25 0,0-25 31,0 0-31,0 0 0,0 0 0,0 24 0,0-24 0,0 0 0,0 0 0,0 25 0,0-25 0,0 0 0,0 0 0,0 25 0,0-25 16,-25 0-16,25 0 15,0 25-15,0-25 0,0 0 0,-25 0 0,25 0 0,0 25 0,0-25 16,0 0-16,0 0 0,-25 0 0,25 24 0,0-24 0,0 0 0,0 0 16,0 0-1,0 0-15,-24 0 0,24 0 0,0 0 0,0 0 0,0 0 0,0 0 0,0 25 0,0-25 16,0 0-16,0 0 0,0 0 0,0 0 0,0 0 0,0 0 0,0 0 15,0 0-15,0 0 0,0 0 0,0 0 16,0 0-16,0 0 0,0 0 0,0 0 0,0 0 16,0 0-16,0 0 0,0 0 0,0 0 0,24 0 0,-24 0 15,0 0-15,0 0 0,0 0 0,0 0 0,0 0 16,25 0-16,-25 25 0,0-25 0,0 0 0,0 0 0,0 0 0,0 0 0,25 25 15,-25-25-15,0 0 0,0 0 0,0 0 0,0 25 16,0-25-16,0 0 0,0 0 0,0 0 0,0 24 16,0-24-16,0 0 0,0 0 0,-25 0 0,25 0 0,0 25 0,0-25 0,0 0 15,0 0 1,0 0-16,-25 0 0,25 0 0,0 25 0,0-25 0,0 0 0,-24 0 15,24 0-15,0 0 0,0 0 0,0 0 0,-25 0 0,25 0 0,0 0 0,0 0 16,0 0 0,0 0-16,0 0 0,-25 0 0,25 0 0,0 0 0,0-25 0,0 25 0,0 0 0,0 0 15,0 0-15,0 0 0,0 0 0,0 0 0,0 0 16,0-25-16,0 25 0,25 0 0,-25 0 0,0 0 0,0 0 0,0-24 15,0 24-15,25 0 0,-25 0 0,0 0 0,0 0 0</inkml:trace>
  <inkml:trace contextRef="#ctx0" brushRef="#br0" timeOffset="1.16531E6">25350 17314 0,'0'0'16,"0"0"-16,0 0 0,0 0 0,0 0 0,0 0 0,0 0 0,0 0 15,0 0-15,0 0 0,0 0 0,25 0 0,-25 0 16,0 0-16,0-25 0,0 25 0,25 0 0,-25 0 0,0 0 15,0 0-15,0-25 0,25 25 0,-25 0 0,0 0 16,0 0-16,0-25 0,25 25 0,-25 0 0,0 0 0,0-25 16,0 25-16,24 0 0,-24 0 0,0-24 0,0 24 0,0 0 15,0-25-15,25 25 0,-25-25 0,0 25 0,0 0 16,0-25-16,0 25 0,0 0 0,25 0 0,-25-25 0,0 25 15,0 0-15,0 0 0,0 0 0,0 0 0,0 0 16,0 0-16,0 0 0,0 0 0,0 0 0,0 0 0,0 0 16,0 0-16,0 0 0,0 25 0,0-25 0,0 0 15,0 0-15,0 25 0,0-25 0,0 0 0,0 25 0,0-25 16,0 0-16,0 25 15,0-25-15,0 24 0,0-24 0,0 0 0,0 25 0,0-25 0,0 25 0,0-25 0,0 0 16,0 25-16,0-25 16,0 0-16,0 25 0,0-25 0,0 0 0,0 24 0,0-24 0,0 0 15,0 0-15,-25 25 0,25-25 0,0 0 0,0 0 0,0 0 0,0 25 0,0-25 16,0 0-16,0 0 0,0 0 0,0 0 0,0 0 0,0 0 15,0 0-15,0 0 0,0 0 16,0 0-16,0 0 0,25 0 0,-25 0 0,0 0 0</inkml:trace>
  <inkml:trace contextRef="#ctx0" brushRef="#br0" timeOffset="1.16603E6">25846 17214 0,'0'0'0,"-24"0"0,24 0 15,0 0-15,0 0 0,0-24 0,0 24 0,0 0 16,0 0-16,0 0 0,0 0 16,0-25-16,0 25 0,0 0 0,0 0 0,0 0 0,0-25 0,0 25 0,24 0 15,-24 0-15,0 0 0,0 0 0,0-25 16,0 25-16,25 0 0,-25 0 0,0 0 0,0 0 0,25 0 0,-25-25 31,0 25-31,25 0 0,-25 0 0,0 0 0,25 0 0,-25 0 0,0 0 0,0 0 0,25 0 0,-25 0 0,0 0 0,24 25 31,-24-25-31,0 0 0,0 0 0,0 0 0,25 25 0,-25-25 0,0 0 0,0 25 0,0-25 0,0 0 0,0 25 16,0-25-16,0 24 0,0-24 0,0 0 15,0 25-15,0-25 0,-25 25 0,25-25 16,0 0-16,0 25 0,0-25 0,0 0 0,-24 25 0,24-25 0,0 0 0,0 24 16,0-24-16,-25 0 0,25 0 0,0 0 0,0 25 0,0-25 0,0 0 15,0 0 1,0 0-16,-25 0 0,25 0 0,0 0 0,0 0 0,0 0 0,0 0 0,0 0 0,0 0 0,0 0 15,0 0-15,0 0 16,0 0-16,0 0 0,0 0 0,0 0 0,0-25 0,25 25 16,-25 0-16,0-24 0,0 24 0,0 0 0,25-25 0,-25 25 0,0 0 0,0-25 0,24 25 15,-24-25-15,0 25 0,25-25 0,-25 25 0,0 0 16,25-24-16,-25 24 0,0-25 15,25 25-15,-25 0 0,0-25 0,25 25 0,-25 0 0,0 0 0,0-25 0,0 25 16,24 0-16,-24 0 0,0 0 0,0-25 0,0 25 16,0 0-16,0 0 0,0 0 0,0 0 15,0 0-15,0 0 0,0 0 0,0 0 0,0 0 0,0 0 0,0 0 0,0 0 16,0 0-16,0 0 15,0 25-15,-24-25 0,24 0 0,0 0 0,0 25 0,0-25 16,0 0-16,0 25 0,0-25 0,0 25 0,-25-25 0,25 24 0,0-24 0,0 0 0,0 25 62,0-25-62,0 25 0,0-25 0,0 0 0,0 25 0,0-25 0,25 0 0,-25 0 0,0 25 0,0-25 0,0 0 0,0 0 0,0 24 0,0-24 0,24 0 0,-24 0 0,0 0 0,0 0 0,0 0 0,25 0 0,-25 0 0,25 0 16,-25 0-16,0 0 16,25 0-16,-25 0 0,25 0 0,-25 0 0,24-24 0,-24 24 0,0 0 0</inkml:trace>
  <inkml:trace contextRef="#ctx0" brushRef="#br0" timeOffset="1.16658E6">26343 17264 0,'0'0'0,"0"0"0,0 0 16,0-25-16,0 25 0,0 0 0,0 0 0,0 0 0,0 0 0,0 0 0,0 0 0,0 0 0,0 0 0,24 0 0,-24 0 0,0 0 15,0 0-15,0-25 0,0 25 0,25 0 0,-25 0 0,0 0 0,0 0 0,0 0 0,25 0 0,-25 0 0,0 0 0,0 0 0,0 0 0,0 0 0,25 0 0,-25 0 0,0 0 0,0 0 0,0 0 0,0 0 0,0 0 0,0 0 0,0 0 0,0 0 0,0 25 16,0-25-16,0 0 0,0 0 0,0 0 0,0 25 0,-25-25 15,25 0 1,0 0-16,0 0 0,0 25 0,0-25 0,-25 0 0,25 0 0,0 0 0,0 25 0,0-25 0,-25 0 31,25 0-31,0 0 0,0 0 0,0 0 0,0 24 0,0-24 0,0 0 0,0 0 0,0 0 0,0 0 16,0 0-16,0 0 0,0 0 0,0 0 0,0 0 0,0 0 0,0 0 0,0 25 31,0-25-31,0 0 0,0 0 0,0 0 0,0 0 0,0 0 0,25 0 0,-25 0 16,0 0-16,0 0 0,0 0 0,0 0 0,0 0 0,0 25 0,25-25 0,-25 0 15,0 0 1,0 0-16,0 0 0,0 0 0,0 25 0,0-25 0,0 0 0,0 0 0,0 0 15,0 0-15,0 25 0,0-25 0,0 0 0,0 0 0,0 0 0,0 0 0,0 0 32,0 0-32,0 0 0,0 24 0,0-24 0,0 0 0,0 0 0,-25 0 0,25 0 0,0 0 0,0 0 0,0 0 15,-25 0-15,25 0 0,0 0 16,0 0-16,0 0 0,-24 0 0,24 0 0,0 0 0,0 0 15,0 0-15,0 0 0,0 0 0,-25 0 0,25 0 0,0 0 0,0 0 0,0-24 0,0 24 16,0 0-16,0 0 0,0 0 0,0-25 16,0 25-16,25 0 0,-25 0 0</inkml:trace>
  <inkml:trace contextRef="#ctx0" brushRef="#br0" timeOffset="1.167E6">26789 17190 0,'0'0'0,"0"0"0,0 0 16,0 0-16,0 0 0,0 0 0,0 0 0,0 0 0,0 0 0,0 0 15,0 0-15,0 0 0,0 0 16,0 0-16,0 0 0,0 0 0,0 0 0,0 0 0,25 0 0,-25 0 0,0 0 31,0 0-31,0 0 0,25 0 0,-25 0 0,0 24 0,24-24 0,-24 0 0,0 0 0,25 0 0,-25 0 0,0 0 16,25 0-16,-25 0 0,25 0 0,-25 0 0,0 0 15,25 0-15,-25 0 0,24 0 16,-24 0-16,0 0 0,25 0 0,-25 0 0,25 0 0,-25 0 0,0 0 0,0 0 0,0 0 16,25 0-16,-25 0 0,0 0 0,0 0 15,0 0-15,0 0 0,0 0 0,0 0 16,0 0-16,0 0 0,0 0 0,0-24 0,0 24 0,0 0 0,0 0 15,-25 0-15</inkml:trace>
  <inkml:trace contextRef="#ctx0" brushRef="#br0" timeOffset="1.16726E6">26938 17041 0,'0'0'0,"0"-25"0,-25 25 0,25 0 16,0 0-16,0 0 0,0 0 0,0 0 0,0 0 16,0 0-16,0 0 0,0 0 0,0 0 0,0 0 15,0 0-15,0 0 0,0 25 0,0-25 0,0 0 0,0 0 16,0 0-16,0 25 0,0-25 0,0 0 0,0 24 0,0-24 15,0 25-15,0-25 0,0 0 0,0 25 0,0-25 16,0 25-16,0-25 0,0 0 0,0 25 0,0-25 0,0 0 16,0 24-16,0-24 0,0 25 0,-25-25 0,25 0 15,0 25-15,0-25 0,0 0 0,0 0 0,0 25 0,0-25 16,0 0-16,-25 0 0,25 0 0,0 25 0,0-25 0,0 0 15,0 0-15,0 0 0,0 0 0,0 0 0,0 0 0,0 0 16,0 0 0</inkml:trace>
  <inkml:trace contextRef="#ctx0" brushRef="#br0" timeOffset="1.16852E6">27360 17090 0,'0'0'0,"0"0"15,0-24-15,0 24 0,0 0 0,0 0 0,0 0 16,0 0-16,0-25 0,0 25 0,0 0 16,0 0-16,0 0 0,0 0 0,0 0 0,0 0 0,0 0 0,0 0 0,0 0 31,0 0-31,0 25 0,0-25 0,0 0 0,0 24 0,0-24 0,0 0 0,0 25 0,0-25 15,0 25-15,0-25 0,0 0 0,0 25 0,0-25 0,0 25 0,0-25 0,0 0 16,0 24 0,0-24-16,-25 25 0,25-25 0,0 0 0,0 25 0,0-25 15,0 0-15,0 25 0,0-25 0,0 0 0,0 0 0,0 25 0,-25-25 0,25 0 0,0 0 0,0 0 16,0 0-16,0 0 15,0 0-15,0 0 0,0 0 0,0 0 0,0 0 16,25 0-16,-25 0 0,0 0 0,0 0 0,0 0 0,0 0 0,25-25 0,-25 25 0,0 0 0,24-25 31,-24 25-31</inkml:trace>
  <inkml:trace contextRef="#ctx0" brushRef="#br0" timeOffset="1.16892E6">27608 17041 0,'0'0'15,"0"0"-15,0-25 0,0 25 0,0 0 0,0 0 0,0 0 16,0 0-16,0 0 0,0-25 0,0 25 0,0 0 15,0 0-15,0 0 0,0 0 0,0 0 0,0 0 0,0 0 16,0 0-16,0 0 0,0 0 0,0 0 0,0 0 0,0 0 16,0 0-16,0 0 0,0 0 0,-25 0 0,25 0 15,0 25-15,0-25 0,0 0 0,0 25 0,-25-25 16,25 0-16,0 25 0,0-25 0,0 24 0,0-24 0,-25 0 15,25 25-15,0-25 0,0 25 0,0-25 0,0 25 0,0-25 16,0 0-16,0 25 0,0-25 0,0 24 0,0-24 16,0 0-16,0 0 0,0 25 0,0-25 15,0 0-15,0 0 0,0 0 0,0 0 0,25 25 0,-25-25 0,0 0 0,0 0 16,0 0-1,0 0-15,25-25 0,-25 25 0,0 0 0,0 0 0,25 0 0,-25 0 16,0-25-16,24 25 0,-24 0 0,0 0 0,0-24 0,25 24 0,-25 0 16,0-25-16,0 25 0,25-25 0,-25 25 15,0 0-15,0-25 0,0 25 0,0 0 0,0-25 0,0 25 16,0 0-16,0-24 0,25 24 0,-25 0 0,0 0 0,0 0 0,0-25 0,0 25 15,0 0-15,0 0 16,0 0-16,0 0 0,0 0 0,0 0 0,-25 0 0,25 0 16,0 0-16,0 0 0,0 0 0,0 0 15,0 0-15,0 0 0,0 0 0,0 0 0,0 0 0</inkml:trace>
  <inkml:trace contextRef="#ctx0" brushRef="#br0" timeOffset="1.16939E6">27880 16966 0,'0'0'0,"-24"-24"0,24 24 0,0 0 0,0 0 0,0 0 16,0 0-16,0 0 0,0 0 0,0 0 0,0 0 15,0 0-15,0 0 0,0 0 78,0 0-78,0 0 0,0 0 0,0 0 0,0 0 0,0 0 0,0 0 0,0 0 0,0 0 16,0 0-16,0 0 0,0 24 0,0-24 0,0 0 0,0 0 0,0 0 0,0 25 0,0-25 0,0 0 0,0 25 0,0-25 0,-25 0 0,25 0 0,0 25 0,0-25 0,0 0 0,0 0 15,0 25-15,0-25 0,0 0 0,0 24 0,0-24 0,0 0 0,0 0 0,0 25 0,25-25 0,-25 0 0,0 0 0,0 25 0,0-25 16,0 0-16,0 0 0,0 0 0,0 25 0,0-25 0,0 0 0,24 0 31,-24 25-31,0-25 0,0 0 0,0 0 0,0 0 0,0 24 0,0-24 0,25 0 0,-25 0 16,0 0-16,0 0 0,0 0 0,0 0 0,0 25 0,0-25 0,0 0 15,0 0-15,0 0 0,0 0 0,0 0 0,0 0 0,0 0 0,0 0 16,0 0-16,0 0 0,0 25 16,0-25-16,0 0 0,0 0 0,0 0 0,0 0 0,0 0 0,0 0 0,0 0 15,-25 0-15,25 0 16,0 0-16,0 0 0,0 0 0,-24 0 0,24 0 15,0 0-15,0 0 0,-25 0 0,25 0 0,0 0 0,0 0 0,-25 0 0,25-25 0,0 25 0,0 0 16,0 0 0,0 0-16,-25 0 0,25-25 0,0 25 0,0 0 0,0 0 0,0-24 0,0 24 15,0 0-15,0-25 0</inkml:trace>
  <inkml:trace contextRef="#ctx0" brushRef="#br0" timeOffset="1.16965E6">27880 16892 0,'25'0'0,"-25"0"16,0 0-16,0 0 0,0 0 0,0 0 0,25 0 0,-25 0 15,0 0-15,0 0 0,25 0 0,-25 0 0,0 0 0,25 0 16,-25 0-16,0 0 0,24 0 0,-24 0 0,25 0 16,-25 0-16,25 0 0,-25 0 0,0 0 0,25 0 0,-25 0 15,0 25-15,25-25 0,-25 0 0,0 0 0,25 0 16,-25 0-16</inkml:trace>
  <inkml:trace contextRef="#ctx0" brushRef="#br0" timeOffset="1.16991E6">28104 16942 0,'0'0'0,"0"0"0,25-25 16,-25 25-16,0 0 0,0 0 0,0 0 0,0 0 15,0-25-15,0 25 0,24 0 0,-24 0 0,0 0 0,0 0 16,0 0-16,25 0 0,-25 0 0,0 0 0,0 0 0,0 25 15,25-25-15,-25 0 0,0 0 0,0 0 0,0 25 16,25-25-16,-25 0 0,0 0 0,0 24 0,0-24 0,0 0 16,0 25-16,0-25 0,0 0 0,0 25 0,0-25 15,0 0-15,0 25 0,0-25 0,0 0 0,-25 25 0,25-25 16,0 0-16,0 24 0,0-24 0,0 0 0,-25 25 0,25-25 15,0 0-15,0 0 0,-25 25 0,25-25 0,0 0 0,0 0 16,-24 0-16,24 25 0,0-25 0,0 0 0,0 0 16,0 0-16,0 0 0,-25 0 0,25 0 0,0 0 0,0 0 15,0 0-15,0 0 0,0 0 0,0 0 0,0 0 16,0 0-16,0 0 0,0 0 0,0 0 0,0 0 0,25 0 15,-25-25-15,0 25 0,0 0 0,0-25 16,0 25-16,0 0 0,0-25 16,24 25-16,-24 0 0,0-24 0,0 24 0</inkml:trace>
  <inkml:trace contextRef="#ctx0" brushRef="#br0" timeOffset="1.17021E6">28203 16991 0,'25'0'0,"-25"-25"16,0 25-16,0 0 0,0 0 0,0 0 0,0 0 0,0 0 15,0 0-15,25-24 0,-25 24 0,0 0 0,0 0 0,0 0 16,0 0-16,0 24 0,0-24 0,0 0 0,0 0 16,0 0-16,-25 25 0,25-25 0,0 0 0,0 0 15,0 25-15,0-25 0,0 0 0,0 25 0,0-25 0,0 25 16,0-25-16,0 0 0,0 24 0,0-24 0,-25 0 15,25 25-15,0-25 0,0 0 0,0 25 0,0-25 0,0 0 0,0 25 16,0-25-16,0 0 0,0 25 0,0-25 0,25 0 16,-25 24-16,0-24 0,0 0 0,0 0 0,0 25 0,25-25 15,-25 0-15,0 0 0,0 0 0,24 0 0,-24 25 16,25-25-16,-25 0 0,0 0 0,25 0 0,-25 0 0,0 0 15,25 0-15,-25 0 0,25 0 0,-25 0 0,0 0 0,24 0 16,-24-25-16,0 25 0,0 0 0</inkml:trace>
  <inkml:trace contextRef="#ctx0" brushRef="#br0" timeOffset="1.17084E6">28476 17140 0,'0'0'0,"0"0"0,0 0 0,0 0 0,0 0 0,0 0 16,0 0-16,0 0 0,0 0 0,0 0 0,0 0 0,0 25 15,0-25-15,0 0 0,0 0 0,0 0 0,0 0 0,0 0 16,0 0-16,0 25 0,0-25 0,0 0 0,-25 0 16,25 0-16,0 0 0,0 0 0,0 0 0,0 24 15,0-24-15,0 0 0,0 0 0,0 0 0,0 0 0,-25 25 16,25-25-16,0 0 0,0 0 0,0 0 0,0 0 0,0 0 15,0 25-15,-25-25 0,25 0 0,0 0 0,0 0 0,0 0 16,0 25-16,-24-25 0,24 0 0,0 0 0,0 0 16,0 0-16,0 25 0,-25-25 0,25 0 0,0 0 0,0 0 15,0 0-15,0 24 0,0-24 0,-25 0 0,25 0 16,0 0-16,0 0 0,0 25 0,0-25 0,0 0 0,0 0 15,0 0-15,0 0 0,0 25 0,0-25 0,-25 0 0,25 0 16,0 0-16,0 0 0,0 0 0,0 0 0,0 25 16,0-25-1,0 0-15,0 0 0,0 0 0,0 0 0,0 0 0,0 0 0,0 0 0,0 0 16,0 0-16,0 0 0,0 0 0,0 0 0,0 0 0,0 0 0,0 0 0,0 0 15,0 0-15,0 0 0,0 0 0,0 0 0,0 0 16,0 0-16,0 0 0,0 0 16,0 0-16,0 0 0,25 0 0,-25 0 0,0 0 0,0 0 0,0 0 0,0 0 15,0 0-15,0 0 0,0 0 0,0 0 0,0 0 16,0 0-16,0 0 0,0 0 0,0 0 15,0 0-15,0 0 0,0 0 0,0 0 0,0 0 0,0 0 0,0 0 0,0 0 16,0 0-16,0 0 0,0 0 0,0 0 0,0 0 0,0 0 16,0 0-16,0 0 0,0 0 15,0 0-15,0 0 0,0 0 16,0 0-16,0 0 0,0 0 0,0 0 0,0 0 0,25 0 0,-25 0 15,0 0-15,0 0 0,0 0 0,0 0 0,25 0 0,-25 0 0,0 0 0,24 0 16,-24 0-16,0 0 0,0 0 0,25 0 0,-25 0 0,0 0 0,25 0 0,-25 0 31,0 0-31,25 0 0,-25 0 0,25 0 0,-25 0 0,0 0 0,24 0 0,-24 0 0,0 0 16,0 0-16,25 0 0,-25 0 31,0 0-31,0 0 0,0 0 0,25 0 0,-25 0 0,0 0 0,0 0 0,0 0 0,0 0 0,0 0 0,0 0 0,0 0 0,0 0 0,0 0 16,0 0-16,0 0 0,0 0 0,0 0 0,0 0 0,0 0 15,0 0-15,0 0 0,0 0 16,0 0-16,0 0 0,0 0 0,0-25 0,0 25 0,0 0 0,0 0 0,-25 0 15,25 0-15,0 0 0,0 0 0,0 0 0,0 0 0,0 0 0,0-25 16,0 25-16,0 0 16,0 0-16</inkml:trace>
  <inkml:trace contextRef="#ctx0" brushRef="#br0" timeOffset="1.17113E6">28550 17289 0,'0'-25'0,"0"25"0,0 0 0,0 0 0,0 0 0,0 0 16,0 0-16,0 0 0,0 0 0,0 0 0,0 0 0,0 0 16,0 0-16,0 0 0,0 0 0,0 0 15,0 0-15,0 0 0,0 0 0,0 0 0,0 0 0,0 0 0,0 0 16,0 25-16,0-25 0,0 0 0,0 0 0,0 25 15,0-25-15,0 0 0,0 24 0,0-24 0,0 25 0,0-25 16,0 0-16,0 25 0,0-25 0,0 25 0,-25-25 0,25 0 16,0 25-16,0-25 0,0 24 0,0-24 0,0 0 15,0 25-15,0-25 0,0 0 0,0 0 0,0 25 0,0-25 16,0 0-16,0 0 0,0 25 0,-24-25 0,24 0 15,0 0-15,0 0 0,0 0 0,0 0 0,0 25 0,0-25 16,0 0-16,0 0 0,0 0 0,0 0 0,0 0 0,0 0 16,0 0-16,0 0 0,0 0 15,0 0-15,0 0 0,0 0 0,0 0 0,0 0 0,0-25 0,0 25 0,0 0 0,0 0 16,0 0-16,0 0 0,0-25 0</inkml:trace>
  <inkml:trace contextRef="#ctx0" brushRef="#br0" timeOffset="1.1716E6">28823 16917 0,'0'0'0,"0"0"31,0-25-31,0 25 0,0 0 0,0 0 0,0 0 0,0 0 0,0-25 0,0 25 16,0 0-16,0 0 0,0 0 0,0 0 0,25 0 0,-25 0 0,0 0 0,0 0 16,0 0-16,0 0 0,25-25 0,-25 25 0,0 0 0,24 0 15,-24 0-15,0 0 16,25 0-16,-25 0 0,0 0 0,25 0 0,-25 0 0,0 0 0,25 0 0,-25 0 0,0 0 15,25 25-15,-25-25 0,0 0 0,0 0 0,24 0 0,-24 0 16,0 0-16,0 0 16,0 0-16,0-25 0,0 25 0,0 0 0,0 0 0,0 0 0,0 0 0,0 0 0,0 25 31,0-25-31,0 0 15,-24 0-15</inkml:trace>
  <inkml:trace contextRef="#ctx0" brushRef="#br0" timeOffset="1.17186E6">28798 17140 0,'0'0'0,"0"0"0,-25 25 16,25-25-16,0 0 0,0 0 0,0 0 0,0 0 15,0 0-15,0 0 0,0 0 0,0 0 0,0 0 0,0 0 16,0 0-16,25 0 0,-25 0 0,0 0 0,0 0 15,0 0-15,0 0 0,25 0 0,-25 0 0,0 0 0,0 0 16,25 0-16,-25 0 0,0 0 0,25 0 0,-25 0 0,0 0 16,24 0-16,-24 0 0,0 0 0,25 0 0,-25 0 15,0 0-15,25 0 0,-25 0 0,0 0 0,25 0 0,-25 0 16,0 0-16,0 0 0,25 0 0,-25 0 0,0 0 15,0 0-15,0 0 16,24 0-16,-24 0 0,0 0 0,0-25 0,0 25 0,0 0 0,0 0 16,0 0-16</inkml:trace>
  <inkml:trace contextRef="#ctx0" brushRef="#br0" timeOffset="1.17677E6">29418 16520 0</inkml:trace>
  <inkml:trace contextRef="#ctx0" brushRef="#br0" timeOffset="1.1785E6">29319 16594 0,'0'-24'0,"0"24"32,0 0-32,0 0 0,0 0 0,0 0 0,0 0 0,0 0 0,0 0 15,0 0-15,0 0 0,0 0 0,0 0 0,0 0 0,0 0 0,0 0 0,0 0 0,0 0 16,0 0-1,0 0-15,0 0 0,0 0 0,0 0 0,0 0 0,0 0 0,0 0 0,0 0 156,0 49-156,0-49 0,0 0 0,0 25 0,-25-25 0,25 0 0,0 0 0,0 25 0,0-25 0,0 0 0,0 25 0,0-25 0,0 0 16,0 24-16,0-24 0,-24 0 0,24 0 0,0 25 0,0-25 0,0 0 0,0 0 0,0 25 0,0-25 0,0 0 0,0 0 0,0 25 0,0-25 0,-25 0 0,25 0 0,0 0 0,0 0 0,0 0 0,0 0 0,0 25 0,0-25 0,0 0 0,0 0 0,0 0 0,0 0 16,0 0-16,0 0 0,0 0 0,0 0 0,0 0 0,0 0 15,0 0 110,25-25-125,-1 25 0,-24 0 0,0 0 47,25-25-47,-25 25 0,0 0 0,25 25 0,-25-25 0,0 0 0,0 0 0,0 0 0,0 0 0,0 0 0,0 0 0,25 0 0,-25 0 0,0 0 0,0 25 0,0-25 0,0 0 0,0 0 0,0 0 0,0 24 0,0-24 0,25 0 0,-25 0 0,0 0 0,0 25 0,0-25 16,0 0-16,0 0 0,0 0 0,0 25 0,0-25 0,0 0 0,0 0 0,24 0 0,-24 25 0,0-25 0,0 0 0,0 0 0,0 25 15,0-25-15,0 0 0,0 0 0,0 0 0,0 24 0,0-24 0,0 0 0,-148 149 687</inkml:trace>
  <inkml:trace contextRef="#ctx0" brushRef="#br0" timeOffset="1.17938E6">29369 16446 0,'0'0'0,"0"0"0,0 0 0,0 0 0,0 0 0,0 0 0,0 0 0,0 0 0,0 0 0,0 0 0,0 0 0,0 0 15,0 0-15,0 0 0,0 0 0,0 0 0,0 0 16,0 0-16,0 0 0,0 0 359,173 24-359,-173-24 0,0 0 0,0 0 0,0 0 0,0 0 0,25 0 0,-25 0 0,0 0 0,0 0 0,0 0 0,0 0 0,0 0 0,0 0 0,0 0 0,25 0 15,-25 0-15,0 0 0,0 0 0,0 0 0,0 0 0,0 0 0,0 0 0,0 0 0,0 0 0,0 0 0,0 0 0,0 0 0,0 0 0,0 0 0,0 0 0,0 0 0,0 0 0,0 0 0,0 0 0,0 0 0,0 0 0,0 0 0,0 0 0,0 0 16,0 0-16,0 0 0,0 0 0</inkml:trace>
  <inkml:trace contextRef="#ctx0" brushRef="#br0" timeOffset="1.18272E6">29592 16793 0,'0'0'0,"0"0"0,0 0 0,0 0 16,0 0-16,0 0 0,0 0 0,0 0 0,0 0 0,0 0 0,0 0 31,0 0-31,0 0 0,0 0 0,0 0 0,0 0 0,0 0 0,0 0 0,0 0 0,0 0 15,0 0-15,0 0 0,0 0 0,0 0 0,0 0 0,0 0 16,0 0-16,0 0 0,0 0 0,0 0 16,0 0 46,0 0-62,0 0 0,0 0 0,0 0 0,0 0 0,0 0 0,25 0 0,-25 0 0,0 0 0,0 0 0,0 0 0,0 0 0,25 0 0,-25-25 0,0 25 0,0 0 0,0 0 0,24 0 0,-24 0 0,0 0 0,0 0 0,25-25 0,-25 25 0,0 0 0,0 0 0,25 0 0,-25 0 0,0-25 0,25 25 0,-25 0 16,0 0-1,0-24-15,25 24 0,-25 0 0,0 0 0,0-25 0,24 25 0,-24 0 0,0 0 16,0-25-16,0 25 0,25 0 0,-25 0 0,0 0 0,0 0 0,0-25 0,0 25 15,0 0 1,0 0-16,0 0 0,0 0 0,0 0 0,0 0 0,0 0 0,0 0 16,0 0-16,0 0 0,0 0 0,0 0 0,0 0 0,0 0 0,0 0 0,0 0 15,0 0 1,0 0-16,0 0 0,0 0 0,0 0 0,0 0 0,0 0 0,0 0 0,0 0 15,0 0-15,0 0 0,0 0 0,0 0 0,0 25 0,0-25 0,0 0 0,0 0 16,0 25-16,0-25 0,0 0 0,0 25 16,0-25-16,0 0 0,0 24 0,-25-24 0,25 0 15,0 25-15,0-25 0,0 25 0,0-25 0,0 0 0,0 25 0,0-25 0,0 25 16,0-25-1,0 0-15,-24 24 0,24-24 0,0 0 0,0 25 0,0-25 0,0 0 0,0 25 16,0-25-16,0 0 0,0 0 0,0 25 0,0-25 0,0 0 0,0 0 0,-25 25 16,25-25-1,0 0-15,0 0 0,0 24 0,0-24 0,0 0 0,0 0 0,0 0 0,0 25 16,0-25-16,0 0 0,0 0 0,0 0 0,0 25 0,0-25 0,0 0 0,0 0 31,0 0-31,0 0 0,0 0 0,0 25 0,0-25 0,0 0 0,0 0 0,0 0 16,0 0-16,0 0 0,0 0 0,0 0 0,0 0 0,0 0 0,0 0 0,0 0 15,0 0-15,0 0 16,0 0-16,-25 0 0,25 0 0,0-25 0,0 25 0,0 0 0,0 0 15,25 0-15,-25-25 0,0 25 0,0 0 0</inkml:trace>
  <inkml:trace contextRef="#ctx0" brushRef="#br0" timeOffset="1.18384E6">29989 16694 0,'0'0'0,"0"0"0,0 0 0,0-25 0,0 25 0,0 0 0,0 0 0,0 0 0,0 0 0,0 0 0,0 0 0,0 0 0,0 0 16,0 0-16,0 0 0,0-25 0,0 25 0,0 0 0,0 0 0,0 0 0,0 0 0,0 0 0,0 0 0,0 0 0,0 0 0,0 0 0,0 0 0,0 0 0,0 0 0,0-25 0,0 25 0,0 0 0,0 0 0,0 0 0,0 0 0,0 0 0,0 0 0,0 0 0,0 0 16,0 0-16,25 0 0,-25 0 0,0-25 0,0 25 0,0 0 15,0 0-15,24 0 47,-24 0-47,0 0 31,0 0-15,25 0-16,-25 0 0,0 0 0,0 0 0,25 0 0,-25 0 0,0 0 0,0 0 0,25 0 0,-25 0 0,0 0 0,0 0 0,25 0 0,-25 0 0,0 0 0,0 0 0,0 0 0,0 0 0,24 0 0,-24 25 0,0-25 0,0 0 0,0 0 0,0 0 0,0 0 0,0 25 0,0-25 0,0 0 0,0 0 0,0 0 0,0 25 0,0-25 0,0 0 0,0 0 15,0 25-15,0-25 0,0 0 0,0 0 0,0 0 0,0 24 16,0-24 31,-24 0-32,24 0-15,0 0 0,0 25 0,0-25 0,-25 0 0,25 0 0,0 0 0,0 25 0,-25-25 0,25 0 0,0 0 0,0 0 0,-25 25 0,25-25 0,0 0 0,0 0 0,0 0 0,-25 0 0,25 0 0,0 0 0,0 25 0,0-25 0,0 0 0,0 0 0,-24 0 16,24 0-16,0 0 0,0 0 0,0 0 0,0 0 0,0 0 16,0 0-16,0 0 0,0 0 15,0 0-15,0 0 0,0 0 0,0 0 0,0 0 0,0 0 0,0 0 16,0 0-1,0 0-15,0 0 0,0 0 0,0 0 0,0 0 0,0 0 0,0 0 0,0 0 0,0 0 16,0 0-16,0 0 0,0 0 0,0 0 0,0 0 0,24 0 0,-24 0 0,0 0 16,0 0-16,0-25 0,25 25 15,-25 0-15,0 0 0,0 0 0,0 0 0,0 0 0,25 0 16,-25 0-16,0 0 0,0 0 0,0 0 0,25 0 0,-25 0 0,0 25 15,0-25-15,0 0 0,0 0 16,25 0-16,-25 0 0,0 0 0,0 24 0,0-24 0,0 0 0,0 0 16,0 0-16,0 25 0,0-25 0,0 0 0,0 0 0,0 25 0,0-25 62,0 0-62,0 0 0,0 25 0,0-25 0,0 0 0,0 0 0,0 25 0,0-25 0,0 0 0,-25 0 0,25 0 0,0 24 0,0-24 0,0 0 0,0 0 0,0 25 0,-25-25 0,25 0 0,0 0 0,0 0 0,-25 0 0,25 25 0,0-25 16,0 0-16,-25 0 0,25 0 0,0 0 15,0 0-15,-24 0 0,24 0 0,0 0 16,0 0-16,0 0 0,-25 0 0,25 0 0,0 0 0,0 0 0,0 0 0,-25 0 15,25 0-15,0 0 0,0 0 0,0 0 0,0 0 0,0 0 0,0 0 32,0 0-32,0 0 0,-25 0 0,25 0 0,0 0 0,0 0 0,0-25 15,0 25-15,0 0 0,0 0 0,0 0 0,0 0 0,0 0 0,0 0 0,0 0 0,0 0 0,0 0 16,0 0-1,0 0-15,0 0 0,0 0 0,0 0 0,0 0 0,0 0 16,0 0-16,0 0 0,0 0 0,0 0 0,0 0 0,25 0 16,-25 0-16,0 0 0</inkml:trace>
  <inkml:trace contextRef="#ctx0" brushRef="#br0" timeOffset="1.18974E6">25078 17760 0,'0'0'16,"0"0"-16,0 0 0,0 0 16,0 0-16,0 0 0,0 0 0,0 0 0,0 0 0,0 0 0,0 0 15,0 0-15,0 0 0,0 0 0,-25 0 0,25 0 0,0 0 0,0 0 0,0 0 16,0 0-1,0 0-15,0 0 0,0 0 0,0 0 0,0 0 0,0 0 0,0 0 0,0 0 0,0 0 16,0 0-16,0 0 0,0 0 0,0 0 0,0 0 0,0 0 0,0 0 16,0 0-1,0 0-15,0 0 0,0 0 0,0 0 0,0 0 0,0 0 0,25 0 0,-25 0 0,0 0 0,0-25 16,0 25-16,0 0 0,0 0 0,0 0 0,0 0 0,24 0 15,-24 0-15,0 0 16,0 0-16,0 0 0,25 0 0,-25 0 0,0 0 0,0 0 0,0 0 31,0 0-31,25 0 0,-25 0 0,0 0 0,0 0 0,0 0 0,0 25 0,25-25 0,-25 0 0,0 0 0,0 0 0,0 0 0,0 0 0,0 25 0,25-25 16,-25 0-16,0 0 0,0 25 15,0-25-15,0 0 0,0 0 0,0 0 0,0 25 0,0-25 0,0 0 0,0 24 16,0-24-16,0 0 16,0 0-16,-25 25 0,25-25 0,0 0 0,0 25 0,0-25 0,0 0 15,0 0-15,-25 25 0,25-25 0,0 0 0,0 0 0,0 0 0,0 25 0,0-25 0,-25 0 16,25 0-1,0 0-15,0 0 0,0 24 0,0-24 0,0 0 0,0 0 0,0 0 16,-25 0-16,25 0 0,0 0 0,0 0 0,0 0 0,0 0 0,0 0 0,0 0 0,0 0 16,0 0-16,0 0 15,25 0-15,-25 0 0,0 0 0,0 0 0,0-24 0,0 24 0,0 0 0,0 0 16,0-25-16,25 25 0,-25 0 0,0-25 0,0 25 0,0 0 0,25-25 31,-25 25-31,0 0 0,0-25 0,25 25 0,-25 0 0,0 0 0,24-24 0,-24 24 0,0 0 0,0-25 16,25 25-16,-25 0 0,0 0 0,0 0 0,0-25 0,25 25 0,-25 0 0,0 0 15,0 0 1,0 0-16,0-25 0,0 25 0,0 0 0,0 0 0,0 0 0,0 0 0,0 0 15,0 0-15,0 0 0,0 0 0,0 0 0,0 0 0,0 0 0,0 0 0,0 0 16,0 0 0,-25 0-16,25 0 0,0 0 0,0 0 0,0 0 0,0 0 0,0 25 0,-25-25 15,25 0-15,0 0 0,0 25 0,0-25 0,0 0 0,0 25 16,0-25-16,0 0 0,0 24 0,0-24 0,0 0 0,0 25 0,0-25 0,0 0 15,0 0-15,0 25 0,0-25 16,0 0-16,0 25 0,0-25 0,0 0 0,25 0 0,-25 0 0,0 25 16,0-25-16,0 0 0,0 0 0,25 0 0,-25 0 0,0 0 0,0 24 0,0-24 31,0 0-31,25 0 0,-25 0 0,0 0 0,0 0 0,0 0 0,25 0 0,-25 0 0,0 0 15,0 0-15,0 0 0,0 0 0,0 0 0</inkml:trace>
  <inkml:trace contextRef="#ctx0" brushRef="#br0" timeOffset="1.19017E6">25375 17983 0,'0'0'0,"0"0"0,0 0 0,0 0 0,25 0 0,-25-24 16,0 24-16,0 0 0,0 0 0,0 0 0,0 0 0,0 0 15,0 0-15,0 0 0,0 0 0,0 0 0,0 0 0,0 0 16,0 0-16,0 0 0,25 0 0,-25 0 0,0 0 15,0 0-15,0 0 0,0 0 0,0 0 0,0 0 0,25 0 0,-25 0 16,0 0-16,0 0 0,0 0 0,0 0 0,0 0 16,0 0-16,0 0 0,0 0 0,0 24 0,0-24 0,0 0 15,0 0-15,0 0 0,0 0 0,0 0 0,0 0 16,0 25-16,0-25 0,0 0 0,0 0 15,0 0-15,0 25 0,0-25 0,0 0 0,0 0 0,-25 25 16,25-25-16,0 0 16,0 0-16,0 0 0,0 25 0,0-25 0,-25 0 0,25 0 0,0 0 15,0 0-15,0 0 0,0 24 0,0-24 0,0 0 0,0 0 16,0 0-1,0 0-15,0 0 0,0 0 0,0 0 0,0 0 0,0 0 0,0 0 16,0 0-16,0 0 0,0 25 0,0-25 0,0 0 0,0 0 0,0 0 16,25 0 15,-25 0-31,0 0 0,0 0 0,0 0 0,0 0 15,25 0-15,-25 0 0,0 0 0,24 0 0,-24 0 0,0 0 0,25 0 0,-25-25 0,25 25 0,-25 0 0,25 0 0,-25 0 16,25 0-16,-1 0 0,-24 0 0,25 0 0,-25 0 0,25 0 0,0-24 16,-25 24-1,25 0-15,-1 0 0,1 0 0</inkml:trace>
  <inkml:trace contextRef="#ctx0" brushRef="#br0" timeOffset="1.19044E6">25896 17959 0,'0'0'0,"0"0"0,0 0 0,0 0 16,-25-25-16,25 25 0,0 0 0,0 0 0,0 0 0,0 0 0,0 0 15,0 0-15,0 0 0,0 0 0,0 0 0,25 0 0,-25 0 16,0 0-16,0 0 0,0 25 0,0-25 0,0 0 15,25 0-15,-25 0 0,0 0 0,0 0 0,0 0 0,25 0 16,-25 0-16,0 0 0,25 0 0,-25 0 0,0 0 16,24 0-16,-24 0 0,25-25 0,-25 25 0,0 0 0,25 0 15,-25 0-15,25 0 0,-25 0 0,25 0 0,-25 0 0,24 0 16,-24 0-16,25 0 0,-25 0 0,25 0 15,-25 0-15,25 0 0,-25 0 0,0 0 0</inkml:trace>
  <inkml:trace contextRef="#ctx0" brushRef="#br0" timeOffset="1.19142E6">26417 17884 0,'0'0'0,"0"0"16,0-25-16,0 25 0,0 0 0,0 0 0,0 0 0,0 0 0,0 0 0,0 0 15,0 0 1,0-24-16,0 24 0,0 0 0,0 0 0,0 0 0,0 0 0,0 0 0,0-25 0,0 25 31,0 0-31,0 0 0,0 0 0,0 0 0,0 0 0,0 0 0,0 0 0,0 0 0,0 0 0,0 0 0,0 0 0,0 0 16,0 0-16,0 0 0,0 0 0,0 0 0,0 0 0,0 0 0,0 0 31,0 0-31,0 0 0,0 0 0,0 0 0,0 0 0,0 0 0,0 0 0,0 0 0,25 0 0,-25 0 15,0 0-15,0 0 0,0 0 0,0 0 0,0 0 0,0 0 0,25 0 16,-25 0 0,0 0-16,0 0 0,0 0 0,0 25 0,24-25 0,-24 0 0,0 0 0,0 0 0,0 24 0,0-24 31,25 0-31,-25 25 0,0-25 0,0 0 0,0 0 0,0 25 0,0-25 0,0 0 0,0 25 0,0-25 0,0 0 0,0 25 15,0-25-15,0 0 0,0 0 16,-25 24-16,25-24 0,0 0 0,0 0 0,0 0 0,0 25 16,0-25-16,0 0 0,0 0 0,-24 0 0,24 25 0,0-25 0,0 0 15,0 0 1,0 0-16,0 0 0,0 0 0,0 0 0,0 0 0,0 0 15,0 0-15,0 0 0,0 0 0,0 0 0,0 0 0,0 0 0,0 0 0,0 0 16,0 0 0,0 0-16,0-25 0,0 25 0,0 0 0,0 0 0,24-25 0,-24 25 0,0 0 0,0 0 0,0-24 0,25 24 31,-25 0-31,0-25 0,0 25 0,25 0 0,-25-25 0,0 25 0,0 0 0,25-25 0,-25 25 0,0 0 15,0 0-15,0-25 0,0 25 0,25 0 0,-25 0 0,0 0 0,0-24 32,0 24-32,0 0 0,0 0 15,0 0-15,0 0 0,0 0 0,0 0 0,0 0 0,0 0 0,0 0 0,0 0 0,0 0 0,0 0 0,0 0 0,0 0 16,0 0-16,0 0 0,0 0 0,0 0 0,0 0 0,0 0 0,0 0 0,0 0 15,-25 0-15,25 24 0,0-24 0,0 0 0,0 25 0,0-25 0,0 0 16,0 25-16,0-25 0,0 0 16,0 25-16,0-25 0,25 25 0,-25-25 0,0 0 0,0 0 0,0 24 15,0-24-15,0 0 0,0 0 0,0 25 0,0-25 0,0 0 16,24 0-16,-24 0 15,0 0-15,0 25 0,0-25 0,25 0 0,-25 0 0,0 0 0,25 0 0,-25 0 0,0-25 16,25 25-16,-25 0 0,0 0 16,25 0-16,-25 0 0,0 0 0,24-25 15,-24 25-15,0 0 0</inkml:trace>
  <inkml:trace contextRef="#ctx0" brushRef="#br0" timeOffset="1.19197E6">26839 17884 0,'0'0'15,"0"0"-15,0 0 0,0 0 0,0 0 0,0 0 0,0 0 16,0 0-16,0 0 0,0 0 0,0 0 0,0 0 0,0 0 16,0 0-16,0 0 0,0 0 0,0 0 0,0 0 0,0 0 15,0 0-15,0 0 0,0 0 0,0 0 0,24 0 16,-24-25-16,0 25 0,0 0 0,0 0 0,0 0 0,0 0 15,0 0-15,0 0 0,25 0 0,-25 0 0,0 0 0,0 0 16,0 0-16,0 0 0,0 25 0,0-25 0,0 0 0,0 0 16,0 0-16,0 0 0,0 0 0,0 0 0,0 0 0,0 0 15,0 0-15,0 25 31,0-25-31,0 0 0,0 0 0,0 0 0,0 25 0,0-25 0,0 0 0,0 0 0,0 0 0,0 25 0,-25-25 0,25 0 0,0 0 0,0 0 16,0 0-16,0 24 0,0-24 16,0 0-16,0 0 0,0 0 0,0 0 0,-24 0 0,24 0 0,0 0 0,0 0 0,0 0 15,0 0-15,0 0 0,0 25 0,24-25 0,-24 0 0,0 0 16,0 0-1,0 0-15,0 0 0,0 0 0,0 0 0,0 0 0,25 0 0,-25 0 0,0 25 0,0-25 32,0 0-32,0 0 0,0 0 0,25 0 0,-25 0 0,0 25 0,0-25 0,0 0 0,0 0 0,0 0 15,0 0-15,0 25 0,0-25 0,0 0 16,0 0-16,0 24 0,0-24 15,0 0-15,-25 0 0,25 0 0,0 0 0,0 25 0,0-25 0,0 0 32,-25 0-32,25 0 0,0 0 0,0 0 0,0 0 0,-24 0 0,24 25 0,0-25 0,0 0 0,-25 0 15,25 0-15,0-25 0,0 25 0,0 0 0,0 0 0,-25 0 16,25 0-1,0 0-15,0 0 0,0 0 0,0 0 0,0-25 0,0 25 0,0 0 0,0 0 0,25 0 16,-25-24-16,0 24 16,0 0-16,0 0 0,25 0 0</inkml:trace>
  <inkml:trace contextRef="#ctx0" brushRef="#br0" timeOffset="1.19254E6">27260 17884 0,'0'0'0,"0"0"15,0 0-15,0 0 0,0 0 0,0 0 0,0 0 0,0 0 0,0 0 0,0 0 0,0 0 0,0 0 32,0 0-32,0 0 0,0 0 0,0 0 0,0 0 0,0 0 0,0 0 0,0 0 0,0 0 15,0 0-15,25 0 0,-25 0 0,0 0 0,0 0 0,25 0 0,-25 0 0,0 0 16,25 0-1,-25 25-15,0-25 0,25 0 0,-25 0 0,24 0 0,-24 0 0,0 0 0,25 0 0,-25 0 16,25 0-16,-25 0 0,25 0 0,-25 0 0,0 0 0,25 0 0,-25 0 16,24 0-1,-24 0-15,0 0 0,25 0 0,-25 0 0,0 0 0,0 0 0,0 0 0,25 0 0,-25 0 16,0 0-16</inkml:trace>
  <inkml:trace contextRef="#ctx0" brushRef="#br0" timeOffset="1.1931E6">27682 17735 0,'0'0'0,"0"0"0,0-24 16,0 24-16,0 0 0,0 0 0,0 0 0,0 0 0,0 0 15,0 0-15,0 0 0,0 0 0,0-25 0,0 25 0,0 0 16,0 0-16,0 25 0,25-25 0,-25 0 0,0 0 15,0 0-15,0 0 0,0 0 0,0 0 0,0 24 0,0-24 0,0 0 16,0 0 0,0 25-16,0-25 0,0 0 0,0 25 0,0-25 0,0 0 0,0 25 0,0-25 0,0 0 0,0 25 15,0-25-15,0 0 0,0 24 16,0-24-16,0 0 0,0 0 0,0 25 0,0-25 15,0 0-15,0 0 0,0 25 0,0-25 0,0 0 0,0 0 0,0 0 0,0 0 16,0 0-16,0 0 0,0 25 0,0-25 0,0 0 0,0 0 0,25 0 16,-25 0-16,0 0 0,0 0 15,0 0-15,0 0 0,24 0 0,-24 25 0,0-25 0,0 0 0,0 0 0,25 0 16,-25 0-16,0 0 0,0 0 0,0 0 0,0 0 0,25 24 0,-25-24 15,0 0 1,0 0-16,0 0 0,25 25 0,-25-25 0,0 0 0,0 0 0,0 0 16,0 25-16,25-25 0,-25 0 0,0 0 0,0 0 0,0 0 0,0 25 15,0-25-15,0 0 31,0 0-31,0 0 0,0 0 0,0 0 0,0 25 0,0-25 0,0 0 0,-25 0 0,25 0 0,0 0 0,0 0 0,0 0 32,-25 0-32,25 0 0,0 0 0,0 0 0,-25 0 0,25 0 0,0 0 0,0 0 0,-25 0 0,25 0 15,0 0 1,0 0-16,-24 0 0,24 0 0,0-25 0,0 25 0,0 0 0,0 0 15,0-25-15,0 25 0,0-25 0,0 25 0,0 0 0</inkml:trace>
  <inkml:trace contextRef="#ctx0" brushRef="#br0" timeOffset="1.19339E6">27831 17711 0,'0'0'0,"0"0"0,0-25 0,0 25 0,25 0 0,-25 0 16,0 0-16,0 0 0,24 0 0,-24-25 0,0 25 15,25 0-15,-25 0 0,0 0 0,25 0 0,-25 0 0,25 0 0,-25 0 16,0 25-16,25-25 0,-25 0 0,24 0 0,-24 0 15,0 0-15,25 0 0,-25 25 0,0-25 0,0 0 0,25 0 0,-25 24 16,0-24-16,0 0 0,25 0 0,-25 25 0,0-25 16,0 0-16,25 0 0</inkml:trace>
  <inkml:trace contextRef="#ctx0" brushRef="#br0" timeOffset="1.19363E6">28079 17884 0,'0'0'0,"0"0"0,0 0 0,0 0 0,0 0 0,0 0 0,0 0 0,0-25 0,0 25 0,0 0 0,0 0 0,0 0 15,25 0-15,-25 0 0,0 0 0,0 0 0,0 0 16,0-24-16,0 24 0,25 0 0,-25 0 0,0 0 0,0 0 16,0 0-16,0 0 0,0 24 0,24-24 0,-24 0 0,0 0 15,0 0-15,0 0 0,0 0 0,0 25 0,0-25 0,0 0 16,0 0-16,0 25 0,0-25 0,0 0 0,0 25 15,0-25-15,0 0 0,0 25 0,0-25 0,0 0 0,0 24 16,0-24-16,0 0 0,0 25 0,0-25 0,-24 0 16,24 25-16,0-25 0,0 0 0,0 25 0,-25-25 15,25 0-15,0 0 0,0 0 0,0 25 16,0-25-16,-25 0 0,25 0 0,0 0 0,0 0 0,0 0 15,0 0-15,0 0 0,0 0 0,0 0 0,0 0 0,0 0 16,0 0-16,0 0 0,0 0 0,0-25 16,0 25-16,0 0 0,25 0 0,-25-25 0,0 25 0,0 0 15,0-25-15,0 25 0,25-25 0,-25 25 16,0 0-16,0-24 0,0 24 0</inkml:trace>
  <inkml:trace contextRef="#ctx0" brushRef="#br0" timeOffset="1.19386E6">28178 17859 0,'0'0'0,"0"0"0,0 0 0,25 0 0,-25-24 16,0 24-16,0 0 0,0 0 0,0 0 0,0 0 0,0 0 15,0 0-15,0 0 0,0 0 0,0 0 0,0 0 0,0 0 16,0 24-16,0-24 0,-25 75 125,25-75-125,0 0 0,0 25 0,0-25 31,0 24-31,0-24 0,0 0 0,0 0 0,0 0 0,0 25 0,0-25 0,0 0 0,0 25 0,0-25 0,0 0 0,25 0 0,-25 0 0,0 25 0,0-25 0,25 0 0,-25 0 0,0 0 0,25 0 0,-25 0 0,0 25 0,24-25 0,-24 0 0,0 0 0,25 0 0,-25 0 0,25 0 0,-25 0 0,0-25 0,25 25 0,-25 0 0,0 0 0,0 0 0,0 0 0,25-25 0,-25 25 15</inkml:trace>
  <inkml:trace contextRef="#ctx0" brushRef="#br0" timeOffset="1.19512E6">28401 17983 0,'0'0'0,"0"0"0,0 0 0,0 0 16,0 0-16,0 0 0,0 0 0,0 0 0,0 0 0,0 0 16,0 0-16,0 0 15,0 0-15,0 0 0,0 0 0,0 0 0,0 0 0,0 0 0,0 0 0,0 0 0,0 0 16,0 0-1,0 0-15,0 0 0,0 0 0,0 0 0,0 0 0,0 0 0,0 0 16,0 0-16,0 25 0,0-25 0,0 0 0,0 0 0,0 0 0,0 25 0,0-25 31,0 0-31,0 25 0,0-25 0,-24 0 0,24 0 0,0 25 0,0-25 0,0 0 0,-25 0 0,25 0 0,0 24 16,0-24-16,0 0 0,-25 0 0,25 0 0,0 25 15,0-25 1,0 0-16,0 0 0,0 0 0,0 0 0,-25 0 0,25 0 0,0 25 0,0-25 16,0 0-16,0 0 0,0 0 0,0 0 0,0 0 0,0 0 15,0 0 1,0 0-16,0 0 0,0 0 0,0 0 0,0 0 0,0 0 0,0 0 15,0 0-15,0 0 0,0 0 0,0 0 0,0 0 0,0 0 0,0 0 16,25 0 0,-25 0-16,0 0 0,0 0 0,0 0 0,0 0 0,0 0 0,25 0 0,-25 0 0,0 0 15,25 0-15,-25 0 16,0 0-16,24 0 0,-24 0 0,0 0 15,25 0-15,-25 0 0,0 0 0,25 0 0,-25 0 0,25 0 0,-25 25 0,0-25 0,25 0 16,-25 0-16,0 0 0,24 0 16,-24 0-16,0 0 0,25 0 0,-25 0 15,0 0-15,25 0 0,-25 0 0,0 0 0,0 0 0,0 0 16,25 0-16,-25 0 0,0 0 0,0 0 0,0 0 0,0 0 0,0 0 15,0 0 1,0 0-16,0 0 0,0 0 0,0 0 0,0-25 0,0 25 0,0 0 0,0 0 16,0 0-16,0 0 0,0 0 0,0-25 0,0 25 0,0 0 15,0 0 1,0-25-16,0 25 0,0 0 0,0-24 0,0 24 0</inkml:trace>
  <inkml:trace contextRef="#ctx0" brushRef="#br0" timeOffset="1.19542E6">28575 17959 0,'0'0'0,"0"0"15,0 0-15,0 0 0,0 0 0,0 0 0,0 0 0,0 0 16,0 0-16,0 0 0,0 0 0,0 0 0,0 0 15,0 0-15,0 0 0,0 0 0,0 0 0,0 0 0,0 0 0,0 0 16,0 0-16,0 24 0,0-24 0,0 0 0,0 0 16,0 25-16,0-25 0,0 0 0,0 25 0,0-25 15,0 0-15,0 25 0,0-25 0,0 25 0,0-25 16,-25 24-16,25-24 0,0 0 0,0 25 0,0-25 15,0 25-15,0-25 0,0 0 0,0 25 0,0-25 0,0 0 16,0 25-16,-25-25 0,25 0 0,0 24 16,0-24-16,0 0 0,0 0 0,0 25 0,0-25 0,0 0 15,0 0-15,0 0 0,0 0 0,0 25 16,0-25-16,0 0 0,0 0 0,0 0 0,0 0 0,0 0 15,0 0-15,0 0 0,0 0 0,0 0 16,0 0-16,0-25 0,0 25 0,0 0 0,0 0 0,0 0 16,0 0-1,0-25-15,0 25 0,0 0 0,0 0 0,0-24 0,0 24 0,0 0 0,0 0 16</inkml:trace>
  <inkml:trace contextRef="#ctx0" brushRef="#br0" timeOffset="1.19594E6">28922 17785 0,'0'0'0,"0"0"15,0 0-15,0 0 0,0 0 0,0 0 0,0 0 0,0 0 0,0 0 16,0 0-16,0 0 16,0 0-16,0 0 0,0 0 0,0 0 0,0 0 0,0 0 0,0 0 0,25 0 0,-25 0 15,0 0-15,0 0 0,0 0 0,0 0 0,25 0 0,-25 0 0,0 0 16,25 0-1,-25 25-15,0-25 0,24 0 0,-24 0 0,0 0 0,25 0 0,-25 0 0,0 0 16,25 0-16,-25 0 0,0 0 0,25 0 0,-25 0 0,0 25 0,0-25 0,25 0 16,-25 0-16,0 0 15,25 0-15,-25 0 0,0 0 0,0 0 0,24 0 0,-24 0 0,0 0 0,0 0 0,0 0 0,0 0 16,25 0-16,-25 0 15,0 0-15,0 0 0,0 0 0,0 0 0,0 0 0,0 0 16,0 0-16,0 0 0,0 0 0,0 0 0,0 0 0,0 0 0,0 0 0,0 0 16,0 0-16,0 0 0,0-25 0</inkml:trace>
  <inkml:trace contextRef="#ctx0" brushRef="#br0" timeOffset="1.19627E6">28947 18058 0,'0'0'0,"0"0"0,0 0 0,0 0 16,0 25-16,0-25 0,0 0 0,0 0 0,0 0 15,0 0-15,0 0 0,0 0 0,0 0 0,0 0 16,0 0-16,0 0 0,0 0 0,0 0 0,0 0 0,0-25 15,25 25-15,-25 0 0,0 0 0,0 0 16,0 0-16,25 0 0,-25 0 0,0 0 0,0 0 0,24 25 16,-24-25-16,0 0 0,0 0 0,25 0 0,-25 0 15,0 0-15,25 0 0,-25 0 0,0 0 0,0 0 16,25 0-16,-25 0 0,0 0 0,0 0 15,25 0 1,-25 0-16,0-25 0,0 25 0,0 0 0,25 0 0,-25 0 16,0 0-16,0 0 0,0 0 0,0-25 0,0 25 0,24 0 0,-24 0 0,0 0 0</inkml:trace>
  <inkml:trace contextRef="#ctx0" brushRef="#br0" timeOffset="1.19668E6">29443 17859 0,'0'0'0,"0"0"31,-25 0-31,25 0 0,0 0 0,0 0 0,0 0 0,0 0 0,0 0 0,0 0 0,0 0 15,0 0-15,25 0 0,-25 0 0,0 0 0,0 0 0,0 0 0,0 0 0,25 0 16,-25 0 0,0 0-16,0 0 0,25 0 0,-25 0 0,0 0 0,25 0 0,-25 0 0,0 0 0,24 0 15,-24 0-15,0 0 0,25 0 0,-25 0 0,0 0 0,25 0 0,-25 0 0,0 0 16,25 0-1,-25 0-15,0 0 0,0 0 0</inkml:trace>
  <inkml:trace contextRef="#ctx0" brushRef="#br0" timeOffset="1.19724E6">29642 17810 0,'0'0'0,"0"0"16,0 0 62,0 0-78,0 0 0,0 0 0,0 0 0,0-25 0,0 25 0,0 0 0,24 0 0,-24 0 0,0-25 0,0 25 0,0 0 0,0 0 0,0 0 0,0 0 0,0 0 0,25-25 16,-25 25-16,0 0 0,0 0 0,0 0 0,0 0 0,25 0 0,-25 0 0,0 0 0,0 0 0,0 0 0,0 0 0,25 0 0,-25 0 0,0 0 0,0 0 0,0 0 0,0 0 0,25 25 0,-25-25 0,0 0 0,0 0 0,0 0 0,0 0 15,0 0-15,24 0 0,-24 0 0,0 25 0,0-25 16,0 0-16,0 0 0,0 0 15,0 0-15,0 25 0,0-25 0,0 0 0,0 0 0,0 25 0,0-25 0,0 0 16,0 24-16,0-24 0,0 0 0,0 0 0,-24 25 16,24-25-16,0 0 0,0 0 0,0 25 0,-25-25 15,25 0-15,0 25 0,0-25 0,-25 0 0,25 0 0,0 25 0,-25-25 0,25 0 0,0 24 16,0-24-16,-25 0 15,25 0-15,0 25 0,-24-25 0,24 0 0,0 25 16,0-25 0,-25 0-16,25 0 0,0 0 0,0 25 0,0-25 0,0 0 0,0 0 0,0 0 0,0 0 0,0 0 15,0 0-15,0 0 0,0 0 0,0 0 0,0 25 0,0-25 0,0 0 31,0 0-31,0 0 0,0 0 0,0 0 0,0 0 0,0 0 0,25 0 16,-25 0-16,0 0 0,24 0 0,-24 0 0,0 0 0,25 0 0,-25 0 16,25 0-16,-25 0 0,25-25 0,-25 25 0,25 0 15,-25 0-15,24 0 0,-24 0 16,25 0-16,-25 0 0,25 0 0,-25 0 0,25-25 0,-25 25 0</inkml:trace>
  <inkml:trace contextRef="#ctx0" brushRef="#br0" timeOffset="1.19765E6">29914 18058 0,'0'0'125,"0"0"-125,0 0 0,0 0 0,25 0 0,-25-25 15,25 0-15,-25 25 16,0-25-16,0 25 0,25 0 0,-25-24 0,0 24 0,0 0 0,25-25 0,-25 25 0,0 0 0,0-25 0,24 25 0,-24-25 0,0 25 0,0 0 0,0-25 0,25 25 16,-25-24-16,0 24 0,0 0 0,0-25 15,25 25-15,-25 0 0,0-25 0,0 25 0,0 0 0,0 0 0,0 0 0,0-25 0,0 25 0,0 0 0,0 0 0,0 0 0,0 0 0,0 0 0,0 0 0,0 0 0,0 0 0,0 0 0,0 25 0,0-25 0,0 0 0,0 0 0,0 0 0,0 0 0,-25 25 0,25-25 0,0 0 16,0 0-16,0 25 0,0-25 0,0 0 0,0 0 0,0 24 0,0-24 15,0 0-15,0 25 0,0-25 16,0 0-16,0 25 0,0-25 0,0 0 0,0 25 0,0-25 0,0 0 0,-25 25 0,25-25 16,0 0-1,0 24-15,0-24 0,0 0 0,0 25 0,0-25 0,0 0 0,0 25 16,0-25-16,0 0 0,0 0 0,0 25 0,0-25 0,0 0 15,-24 0-15,24 0 0,0 25 0,0-25 0,-25 0 0,25 0 16,0 0 0,0 0-16,-25 0 0,25 0 0</inkml:trace>
  <inkml:trace contextRef="#ctx0" brushRef="#br0" timeOffset="1.23531E6">30659 17115 0,'0'0'0,"0"0"15,0 0 1,0 0-16,0 0 0,0 0 0,0 0 0,0 0 0,0 0 0,0 0 0,0 0 16,0 0-16,0 0 0,0 0 0,0 0 0,0 0 0,0 0 0,0 0 0,0 0 15,24 0 1,-24 0-16,0 0 0,0 0 0,0 0 0,0-25 0,0 25 0,0 0 0,0 0 15,0 0-15,0 0 0,0 0 0,0 0 0,0 0 0,0 0 0,0 0 0,0 0 16,0 0 0,0 0-16,0 0 0,0 0 0,0 0 0,0 0 0,0 0 0,0 0 15,0 0-15,0-24 0,0 24 0,0 0 0,0 0 0,0 0 0,0 0 0,0 0 0,25 0 16,-25 0-16,0 0 0,0 0 0,0 0 0,0 0 15,0 0-15,0 0 0,25 0 16,-25 0-16,0 0 0,0 0 0,0 0 0,25-25 0,-25 25 0,0 0 0,25 0 0,-25 0 16,0 0-16,24 0 15,-24 0-15,25 0 0,-25 0 0,0 25 0,25-25 0,-25 0 0,25 0 0,-25 0 16,0 0-16,25 0 0,-25 0 0,24 0 0,-24 0 0,0 0 0,25 0 15,-25 0 1,0 0-16,0 0 0,0 0 0,0 0 0,0 0 0,0 0 0,0 0 0,0 0 0,0 0 31,0 0-31,0 0 0,0 0 0,0 0 0</inkml:trace>
  <inkml:trace contextRef="#ctx0" brushRef="#br0" timeOffset="1.23559E6">30435 16942 0,'0'0'0,"0"0"0,0 0 15,0 0-15,0 0 0,0 0 0,0 0 0,0 0 16,0 0-16,0 0 0,0-25 0,0 25 0,0 0 0,25 0 15,-25 0-15,0 0 0,0 0 0,0 0 0,25 0 0,-25 0 16,0 0-16,25 0 0,-25 0 0,0 0 0,25 0 0,-25 0 16,0 0-16,24 0 0,-24 0 0,0 0 0,25 0 15,-25 0-15,0 0 0,25 0 0,-25 0 0,0 0 16,25 0-16,-25 0 0,0 0 15,0 0-15,25 0 0,-25 0 0,0 0 0,0 0 0,24 0 0,-24 0 0,0 0 0</inkml:trace>
  <inkml:trace contextRef="#ctx0" brushRef="#br0" timeOffset="1.23652E6">30783 16743 0,'0'0'15,"0"0"-15,0 0 0,0 0 16,0 0-16,0 0 0,0 0 0,0 0 0,0 0 0,0 0 0,0 0 0,0 0 16,0 0-1,0 0-15,0 0 0,0 0 0,0 0 0,0 0 0,0 0 0,0 0 0,0 0 0,0 0 16,0 0-16,0 0 0,0 0 0,0 0 0,0 0 0,24 0 0,-24 0 31,0 0-31,0 0 0,0 0 0,0 0 0,0 0 0,25 0 0,-25 0 0,0 0 0,0 0 16,0 25-16,0-25 0,25 0 0,-25 0 0,0 0 0,25 0 0,-25 0 0,0 0 15,25 0-15,-25 25 16,24-25-16,-24 0 0,25 0 0,-25 0 0,0 25 0,25-25 0,-25 0 0,25 0 15,-25 0-15,0 24 0,25-24 0,-25 0 0,0 0 0,0 0 0,24 0 16,-24 25-16,0-25 16,0 0-16,0 0 0,0 0 0,25 25 0,-25-25 0,0 0 0,0 0 0,0 0 0,-25 25 15,25-25-15,0 0 0,0 25 0,0-25 0,0 0 0,0 0 0,-24 24 16,24-24-1,0 0-15,-25 25 0,25-25 0,0 0 0,-25 25 0,25-25 0,0 0 0,-25 25 0,25-25 16,0 0-16,-25 0 0,25 25 0,-24-25 0,24 0 16,-25 0-16,25 24 0,0-24 0,-25 0 0,25 0 15,-25 0-15,25 25 0,0-25 0,-25 0 0,25 0 0,0 0 0,-24 0 0,24 0 16,0 25-1,0-25-15,0 0 0,0 0 0,0-25 0,24 25 0</inkml:trace>
  <inkml:trace contextRef="#ctx0" brushRef="#br0" timeOffset="1.23872E6">25152 18380 0,'0'0'0,"0"0"0,0 0 16,0 0-16,0 0 0,0 0 0,0 0 0,0 0 0,0 0 0,0 0 15,0 0 1,0 0-16,0 0 0,0-25 0,0 25 0,0 0 0,0 0 0,0 0 16,0 0-16,0 0 0,0 0 15,0 0-15,0 0 0,0 0 0,0 0 0,0 0 0,0 0 0,0 0 16,0 0-16,0 0 0,0 0 0,0 0 0,0 0 0,0 0 0,0 0 15,0 0 1,0 0-16,0 0 0,0 0 0,0 0 0,0 0 0,0 0 16,0 0-16,0 0 0,0 0 0,0 0 0,0 0 0,0 0 0,0 25 31,0-25-31,0 0 0,0 0 0,0 0 0,0 0 0,0 0 0,0 25 0,25-25 0,-25 0 0,0 0 15,0 0-15,0 25 0,0-25 0,0 0 0,0 0 0,0 0 32,0 25-32,0-25 0,0 0 0,0 0 0,0 0 0,0 24 0,0-24 0,0 0 0,25 0 15,-25 0-15,0 0 0,0 0 0,0 0 0,0 0 0,0 0 16,0 25-1,0-25-15,0 0 0,0 0 0,0 0 0,0 0 0,0 0 0,0 0 16,24 0-16,-24 0 0,0 0 0,0 0 0,0-25 0,0 25 0,0 0 16,0 0-16,25 0 15,-25 0-15,0 0 0,0 0 0,0 0 0,0-24 16,25 24-16,-25 0 0,0 0 0,0 0 0,0 0 0,0 0 0,0-25 0,25 25 15,-25 0-15,0 0 0,0 0 0,0 0 16,0 0-16,25-25 0,-25 25 16,0 0-16,0 0 0,0 0 0,0 0 15,24 0-15,-24 0 0,0-25 16,0 25-16,0 0 0,0 0 0,0 0 0,0 0 0,0 0 0,0 0 0,0 0 0,0 0 0,25 0 15,-25 0-15,0 0 0,0 0 0,0 0 0,0 0 0,0 0 16,0 0 0</inkml:trace>
  <inkml:trace contextRef="#ctx0" brushRef="#br0" timeOffset="1.24433E6">31304 16768 0,'0'0'0,"0"0"15,0 0 1,0 0-16,0 0 0,0 0 0,24 0 0,-24 0 0,0 0 0,0 0 0,0 0 0,0 0 16,0 0-16,0-25 0,0 25 0,0 0 0,0 0 0,0 0 0,0 0 15,0 0 1,0 0-16,0 0 0,0 0 0,25 0 0,-25 0 0,0 0 0,0 0 0,0 0 15,0 0-15,0 0 0,0 0 0,0 0 0,0-25 0,0 25 0,0 0 32,0 0-32,0 0 0,0 0 0,0 0 0,0 0 0,0 0 0,0 0 0,0 0 0,0 0 0,0 0 0,0 0 0,0 0 0,0 0 15,0 0-15,0 0 0,0 0 0,0 0 0,0 0 0,0 0 16,0 0-1,0 0-15,0 0 0,0 0 0,0 0 0,0 0 0,0 0 0,0 0 0,0 0 0,0 0 16,0 0-16,0 0 0,0 0 0,0-24 0,0 24 0,0 0 16,0 0-16,0 0 0,0 0 15,0 0-15,0 0 0,0 0 0,0 0 0,0 0 0,0 0 0,0 0 0,0 0 31,0 0-31,0 0 0,0 0 0,0 0 0,0 0 0,0 0 0,0 0 0,0 0 0,0 0 0,0 0 0,0 0 0,0 0 16,0 0-16,0 0 0,0 0 0,0 0 0,0 0 0,0 0 0,0 0 16,0-25-16,0 25 15,0 0-15,0 0 0,0 0 0,0 0 0,0 0 0,0 0 0,0 0 16,0 0-16,0 0 0,0 0 0,0 0 0,0 0 0,0 0 0,0 0 0,0 0 15,0 0-15,0 0 0,0 0 16,0 0-16,0 0 0,0 0 0,0 0 0,0 0 0,0 0 16,0 0-16,0 0 0,0 0 0,0 0 0,0 0 0,0 0 0,0 0 0,0 0 15,0 0-15,0 0 0,0 0 0,0 0 0,0 0 0,0 0 0,0 0 16,0 0-16,0 0 0,0 0 15,0 0-15,0 0 0,0 0 0,0 0 0,-25 0 0,25 0 0,0 0 0,0 0 16,0 0-16,0 25 0,0-25 16,0 0-16,0 0 0,0 0 0,0 0 0,-24 0 15,24 24-15,0-24 0,0 0 0,0 0 0,0 0 0,0 25 0,-25-25 0,25 0 0,0 0 16,0 25-1,0-25-15,0 0 0,0 0 0,0 0 0,0 25 0,0-25 0,-25 0 0,25 0 0,0 0 16,0 25-16,0-25 0,0 0 0,0 0 0,0 24 0,0-24 0,0 0 0,0 0 16,0 25-1,0-25-15,0 0 0,0 0 0,0 0 0,0 25 0,-25-25 0,25 0 0,0 0 0,0 25 0,0-25 16,0 0-16,0 0 15,0 25-15,0-25 0,25 0 0,-25 0 0,0 0 0,0 24 16,0-24-16,0 0 0,0 0 0,0 0 0,0 25 0,0-25 0,0 0 0,0 0 0,0 25 16,0-25-16,0 0 0,0 0 0,0 25 15,0-25-15,0 0 0,0 0 0,0 25 0,0-25 0,0 0 0,0 0 0,0 24 31,0-24-31,0 0 0,0 0 0,0 25 0,0-25 0,0 0 0,0 0 0,0 25 0,0-25 0,0 0 16,0 0-16,0 0 0,0 0 0,0 25 0,0-25 0,-25 0 0,25 0 16,0 0-1,0 0-15,0 25 0,0-25 0,0 0 0,0 0 0,0 0 0,-25 0 0,25 0 0,0 0 16,0 0-16,-25 24 0,25-24 0,0 0 0,0 0 0,-24 0 15,24 0-15,0 0 0,0 0 16,-25 0-16,25 0 0,0 0 0,0 0 0,0 0 0,0 0 0,0 0 0,-25 25 16,25-25-16,0 0 0,0 0 0,0 0 0,0 0 0,0 0 0,0 0 15,0 0 1,0 0-16,0 0 0,0 0 0,0 0 0,0 0 0,0 0 0,0 0 0,0 0 0,0 0 0,0 0 15,0-25-15,0 25 0,0 0 16,0 0-16,0 0 0,0 0 0,0 0 0,0 0 16,0 0-16,0 0 0,0 0 0,25 0 0,-25 0 0,0 0 0,0 0 0,0 25 0,0-25 0,0 0 15,0 0 1,0 0-16,0 0 0,0 0 0,0 25 0,0-25 0,0 0 0,0 0 0,0 25 31,0-25-31,0 0 0,0 0 0,0 25 0,0-25 0,0 0 0,0 24 0,0-24 0,0 25 0,0-25 0,0 0 0,0 25 0,0-25 0,0 25 16,0-25-1,0 25-15,0-25 0,0 24 0,0-24 0,0 0 0,0 25 0,0-25 0,0 25 16,0-25-16,0 0 0,0 25 0,0-25 0,0 25 0,0-25 0,0 25 0,0-25 15,0 24-15,0-24 16,0 0-16,0 25 0,0-25 0,0 25 0,-25-25 0,25 25 0,0-25 16,0 25-16,0-25 0,0 24 0,0-24 0,0 0 0,-25 25 0,25-25 0,0 25 0,0-25 15,0 25 1,0-25-16,-25 0 0,25 25 0,0-25 0,0 0 0,0 24 0,-24-24 0,24 25 0,0-25 0,0 0 15,0 25-15,0-25 0,0 25 0,-25-25 0,25 0 0,0 25 0,0-25 16,0 24 0,0-24-16,0 0 0,-25 25 0,25-25 0,0 0 0,0 25 0,0-25 0,0 25 15,-25-25-15,25 0 0,0 25 0,0-25 0,0 24 0,0-24 0,-25 25 0,25-25 16,0 25-16,0-25 15,0 25-15,0-25 0,0 0 0,-24 25 0,24-25 0,0 24 16,0-24-16,0 25 0,0-25 0,0 0 0,0 25 0,0-25 0,0 0 16,0 0-1,0 25-15,0-25 0,0 0 0,0 0 0,0 0 0,0 0 0,0 0 0,0 0 0,0 0 16,0 0-16,0 0 0,0 0 0,-25 0 0,25 0 15,0 0-15,0 0 0,0 0 0,0 0 32,0 0-32,0 0 0,0 0 0,0 0 0,25 0 0,-25-25 0,0 25 0,0 0 0,0-25 0</inkml:trace>
  <inkml:trace contextRef="#ctx0" brushRef="#br0" timeOffset="1.24874E6">31601 16545 0,'0'0'0,"0"0"0,0 0 15,0 0-15,0 0 0,0 0 0,0 0 0,25 0 0,-25 0 0,0 0 0,0 0 0,0 0 31,0 0-31,0 0 0,0 0 0,0-25 0,0 25 0,0 0 0,0 0 0,0 0 0,0 0 0,0 0 16,0 0-16,0 0 0,0 0 0,0 0 0,0 0 0,0 0 0,0 0 16,0 0-1,0 0-15,0 0 0,0 0 0,0 0 0,0 0 0,0 0 0,0-25 0,0 25 16,0 0-16,0 0 0,0 0 0,0 0 0,0 0 0,0 0 0,0 0 0,0 0 15,0 0-15,0 0 16,0 0-16,0 0 0,0 0 0,0 0 0,0 0 0,0 0 0,0 0 16,0-25-16,0 25 0,0 0 0,0 0 0,0 0 0,0 0 0,0 0 0,0 0 15,0-24 1,0 24-16,25 0 0,-25 0 0,0 0 0,0 0 0,0 0 0,0 0 0,0 0 15,0 0-15,0 0 0,0 0 0,25 0 0,-25-25 0,0 25 0,0 0 0,0 0 16,0 0 0,0 0-16,24 0 0,-24 0 0,0 0 0,0 0 0,0 0 0,0 0 0,0 0 0,0 0 15,25 0-15,-25 25 0,0-25 0,0 0 0,0 0 0,0 0 0,0 0 31,0 0-31,0 24 0,0-24 0,0 0 0,0 0 0,0 25 0,0-25 0,-25 0 0,25 0 0,0 25 0,0-25 0,0 0 16,0 0 0,0 25-16,-24-25 0,24 0 0,0 25 0,0-25 0,0 0 0,-25 24 0,25-24 15,0 0-15,0 0 0,0 25 0,-25-25 0,25 0 0,0 0 0,0 0 0,-25 25 16,25-25-1,0 0-15,0 0 0,0 0 0,-25 25 0,25-25 0,0 0 0,0 0 0,0 0 16,0 0 31,0 0-47,-24 0 0,24 0 0,0 0 0,0 0 0,0 0 0,0 0 0,0 0 0,0 0 0,0 0 0,0 0 0,0 0 0,0 0 0,0 0 0,0 0 0,0 0 0,0 0 0,0 0 0,0 0 0,0 0 0,24 0 0,-24 0 0,0 0 0,0 0 0,0-25 15,0 25 1,25 0-16,-25 0 0,0-25 0,25 25 0,-25 0 0,0 0 0,0-25 0,25 25 16,-25 0-16,0-24 0,0 24 0,25 0 0,-25-25 0,0 25 0,24 0 0,-24-25 15,0 25 1,0 0-16,0-25 0,25 25 0,-25 0 0,0 0 0,0-25 0,0 25 0,25 0 15,-25 0-15,0 0 0,0 0 0,0-24 0,0 24 0,0 0 0,0 0 0,0 0 32,25 0-32,-25 0 0,0 0 0,0 0 0,0 0 0,0 0 0,0 0 0,0 0 0,0 0 0,0 0 15,0 0-15,0 0 0,0 0 0,0 24 0,0-24 0,0 0 0,-25 0 16,25 25-1,0-25-15,0 0 0,0 25 0,0-25 0,0 0 0,0 25 0,-25-25 0,25 25 0,0-25 0,0 0 0,0 24 16,0-24-16,0 25 16,0-25-16,0 0 0,0 0 0,0 25 0,0-25 0,0 0 15,0 25-15,0-25 0,0 0 0,0 0 0,0 0 0,25 25 0,-25-25 0,0 0 0,0 0 16,0 0-16,0 0 0,0 24 0,0-24 0,0 0 0,0 0 15,0 0-15,0 0 0,0 0 16,0 0-16,0 0 0,0 0 0,0 0 0,0 0 0</inkml:trace>
  <inkml:trace contextRef="#ctx0" brushRef="#br0" timeOffset="1.24906E6">31800 16669 0,'0'0'0,"0"0"0,0 0 0,0 0 16,0 0-16,0 0 0,0 0 0,0 0 0,0 0 15,0 0-15,0 0 0,0 0 0,0 0 0,0 0 0,0 25 16,0-25-16,0 0 0,-25 0 0,25 0 0,0 0 0,0 24 15,0-24-15,0 0 0,-25 0 0,25 0 0,0 25 16,0-25-16,0 0 0,0 0 0,0 0 0,-25 0 0,25 25 16,0-25-16,0 0 0,0 0 0,0 0 0,0 0 0,0 0 15,0 25-15,0-25 0,0 0 0,0 0 0,0 0 0,0 0 16,0 0-16,0 0 0,0 0 0,25 0 0,-25 0 0,0 25 15,0-25-15,0 0 0,0 0 0,25 0 0,-25 0 0,0 0 16,0 0-16,25 0 0,-25 0 0,0 0 0,0 24 0,24-24 16,-24 0-16,0 0 0,0 0 0,0 0 0,25 0 0,-25 0 31,0 0-31,0 0 0,0 0 0,25 0 0,-25 0 0,0 0 0,0 0 0,0 0 0,0 0 0,0 0 15,0 0-15,25-24 0,-25 24 0,0 0 0,0 0 0,0 0 16,0 0-16</inkml:trace>
  <inkml:trace contextRef="#ctx0" brushRef="#br0" timeOffset="1.24934E6">31924 16718 0,'0'0'0,"0"0"16,0 0-16,0 0 0,0 0 0,0 0 0,0 0 0,0 0 16,0 0-16,0 0 0,0 0 0,0 0 0,0 0 109,-25 25-109,25-25 0,0 25 0,0-25 0,0 0 15,0 25-15,0-25 0,0 25 0,0-25 0,0 0 0,-25 0 0,25 24 16,0-24-16,0 25 0,0-25 0,0 0 0,0 0 0,0 25 0,0-25 16,-25 0-16,25 0 0,0 25 0,0-25 0,0 0 0,0 0 0,0 0 0,0 0 0,0 25 0,0-25 15,0 0-15,0 0 16,0 0-16,0 0 0,0 0 15,0 0-15,0 0 0</inkml:trace>
  <inkml:trace contextRef="#ctx0" brushRef="#br0" timeOffset="1.24991E6">32147 16520 0,'0'0'0,"0"0"16,0 0-16,0 0 0,0 0 0,0 0 0,0 0 0,0 0 0,0 0 16,0 0-1,0-25-15,0 25 0,0 0 0,25 0 0,-25 0 0,0 0 0,0 0 0,0 0 0,0 0 0,0 0 16,0 0-16,0 0 0,0 0 0,24 0 0,-24 0 0,0 0 0,0 0 15,0 0 1,25 0-16,-25 0 0,0 0 0,0 0 0,0 0 0,25 0 0,-25 0 0,0 0 16,0 0-16,0 0 0,0 0 0,25 0 0,-25 0 0,0 0 0,0 0 0,0 0 15,0 0-15,25 0 16,-25 0-16,0 25 0,0-25 0,0 0 0,0 0 0,0 0 0,0 0 0,0 0 0,0 0 31,0 0-31,0 0 0,0 0 0,0 0 0</inkml:trace>
  <inkml:trace contextRef="#ctx0" brushRef="#br0" timeOffset="1.2502E6">32122 16644 0,'0'0'0,"0"0"0,0 0 0,0 0 16,0 0-16,0 0 0,0 0 0,0 0 0,0 0 0,0 0 15,0 0-15,25 0 0,-25 0 0,0 0 0,0 0 16,0 25-16,0-25 0,0 0 0,25 0 0,-25 0 0,0 0 16,0 0-16,24 0 0,-24 0 0,0 0 0,0 0 0,25 0 15,-25 0-15,0 0 0,0 0 0,0 0 0,25 0 0,-25 0 16,0 0-16,0 0 0,0 0 0,25 0 0,-25 0 0,0 0 15,0 0-15,0 0 0,0 25 0,0-25 0,0 0 0,0 0 16,0 0-16,0 0 0,25-25 0,-25 25 0,0 0 16,0 0-16,0 0 0,0 0 0</inkml:trace>
  <inkml:trace contextRef="#ctx0" brushRef="#br0" timeOffset="1.25092E6">32569 16446 0,'0'0'0,"0"0"0,0 0 0,0-25 0,0 25 0,0 0 16,24 0-16,-24 0 0,0 0 0,0 0 0,0 0 0,0 0 15,0 0-15,0 0 16,0 0-16,0 0 0,0 0 0,0 0 0,0 0 0,0 0 0,0 0 0,0 0 0,0 0 16,0 0-16,0 0 0,0 0 0,0 0 0,0 0 0,0 0 15,0 0-15,0 0 16,0 0-16,0 0 0,0 0 0,0 0 0,0 25 0,0-25 0,0 0 0,0 0 0,0 0 15,-24 0-15,24 0 16,0 0-16,0 0 0,0 0 0,0 24 0,0-24 0,0 0 0,0 0 0,-25 0 16,25 0-16,0 0 0,0 0 0,0 25 0,0-25 0,-25 0 0,25 0 0,0 0 15,0 0 1,0 0-16,0 25 0,0-25 0,0 0 0,-25 0 0,25 0 0,0 0 0,0 0 0,0 0 0,0 0 15,0 0-15,0 25 0,0-25 0,0 0 0,-25 0 0,25 0 0,0 0 16,0 0 0,0 0-16,0 0 0,0 0 0,0 0 0,0 0 0,0 0 0,0 25 0,0-25 15,0 0-15,0 0 0,0 0 0,0 0 0,0 0 0,0 0 0,0 0 16,0 0-16,0 0 0,0 0 0,0 0 0,0 0 15,0 0-15,25 0 0,-25 0 0,0 0 0,0 0 0,0 0 16,0 0-16,0 24 0,0-24 0,0 0 0,0 0 0,0 0 0,0 0 0,0 0 31,0 0-31,0 0 0,25 0 0,-25 0 0,0 0 0,0 0 0,0 0 0,0 0 0,0 0 16,0 0-16,25 0 0,-25 25 0,0-25 0,0 0 0,0 0 0,0 0 0,25 0 15,-25 0-15,0 0 0,0 0 0,0 0 0,0 0 16,24 0-16,-24 0 0,0 0 0,0 0 16,0 0-16,25 0 0,-25 0 0,0 0 0,0 0 15,0 0-15,0 0 0,25 0 0,-25 0 0,0 0 0,0 0 0,0 0 0,0 0 0,0 0 16,0 0-16,25 0 0,-25 0 15,0 0-15,0 0 0,0 0 0,0 0 0,0 0 0,0 0 16,0 0-16,0 0 0,0 0 0,0 0 0,0 0 0,0 0 0,0 0 16,0 0-16,0 0 0,0 0 15,0 0-15,0 0 0,0 0 0,0 0 0,0 0 0,0 0 0,0 0 0,0 0 16,0 0-16,0 0 0,0 0 0,0-25 0,0 25 0,0 0 0,0 0 0</inkml:trace>
  <inkml:trace contextRef="#ctx0" brushRef="#br0" timeOffset="1.25124E6">32693 16495 0,'0'0'16,"0"0"-16,0 0 0,0 0 0,0 0 0,0 0 0,0-25 16,0 25-16,0 0 0,0 0 0,0 0 0,0 0 0,0 0 15,0 0-15,0 0 0,0 0 0,0 0 0,0 0 0,0 25 16,0-25-16,0 0 0,0 0 0,0 0 0,0 0 0,0 0 15,0 0-15,0 25 0,0-25 0,0 0 0,0 0 16,0 25-16,0-25 0,0 0 0,0 25 0,0-25 0,0 0 16,-25 24-16,25-24 0,0 0 0,0 25 0,0-25 0,0 0 15,0 25-15,0-25 0,0 0 0,0 25 0,0-25 0,-25 0 16,25 25-16,0-25 0,0 0 0,0 24 0,0-24 0,0 0 15,0 0-15,0 25 0,-25-25 0,25 0 0,0 0 0,0 25 16,0-25-16,0 0 0,0 0 0,0 0 16,0 25-16,0-25 0,0 0 0,0 0 0,0 0 15,0 0-15,0 25 0,-25-25 0,25 0 0,0 0 0,0 0 0,0 0 0,0 0 16,0 0-1,0 0-15,0 0 0,0 0 0,0 0 0,0 0 0,0 0 0,0 0 0,0 0 0,0 0 0,0 0 16,0-25-16</inkml:trace>
  <inkml:trace contextRef="#ctx0" brushRef="#br0" timeOffset="1.25249E6">31527 17239 0,'0'0'16,"0"0"-16,0 0 15,0 0-15,0 0 0,0 0 0,0 0 0,0 0 0,0 0 0,0 0 16,0 0-16,0 0 0,0 0 0,0 0 0,0 0 0,0 0 0,0 0 0,0 0 0,0 0 15,0 0 1,0 0-16,0 0 0,0 0 0,0 0 0,0 0 0,0 0 0,0 0 0,0 0 0,0 0 16,0 0-16,-25 0 0,25 0 0,0 0 0,0 0 15,0 0-15,0 0 0,0 0 0,0 0 0,0-25 16,0 25-16,0 0 0,0 0 0,0 0 0,0 0 0,0 0 0,0 0 0,0 0 15,0 0-15,0 0 0,0 0 16,0 0-16,0-24 0,0 24 0,0 0 0,0 0 0,0 0 16,0 0-16,0 0 0,0 0 0,0 0 0,25-25 0,-25 25 0,0 0 0,0 0 0,0 0 15,0 0-15,0 0 0,0 0 16,0 0-16,0 0 0,25 0 0,-25 0 0,0-25 15,0 25-15,0 0 0,0 0 0,24 0 0,-24 0 0,0 0 0,0 0 0,0 0 16,0 0-16,25 0 0,-25 0 0,0 0 0,0 25 0,0-25 0,25 0 16,-25 0-16,0 0 15,0 0-15,0 0 0,0 0 0,0 25 0,0-25 0,0 0 0,0 0 0,0 0 0,0 24 16,0-24-16,0 0 0,0 0 0,0 25 0,0-25 0,-25 0 0,25 25 15,0-25 1,0 0-16,0 0 0,0 25 0,-25-25 0,25 0 0,0 25 0,0-25 0,0 0 0,-24 0 0,24 24 16,0-24-16,0 0 0,-25 0 0,25 25 15,0-25-15,0 0 0,0 0 0,-25 25 0,25-25 16,0 0-16,0 0 0,0 0 0,0 0 0,-25 0 31,25 25-31,0-25 0,0 0 0,0 0 0,0 0 0,0 0 0,0 0 0,0 0 0,0 0 0,0 0 0,0 0 0,0 0 0,0 0 16,0 0-16,0 0 0,0 0 0,0 0 0,0 0 0,0 0 15,0 0-15,0-25 0,0 25 0,0 0 0,25 0 0,-25 0 16,0 0-16,0-25 0,0 25 0,0 0 0,25 0 0,-25 0 0,0-25 0,0 25 0,25 0 31,-25 0-31,0-24 0,0 24 0,24 0 0,-24 0 0,0-25 0</inkml:trace>
  <inkml:trace contextRef="#ctx0" brushRef="#br0" timeOffset="1.25276E6">31725 17214 0,'0'-24'0,"25"24"0,-25 0 0,0 0 15,0 0-15,0 0 0,0 0 0,0 0 0,0-25 0,0 25 16,0 0-16,0 0 0,0 0 0,0 0 0,0 0 0,0 0 16,0 0-16,0 0 0,0 0 0,0 0 0,0 0 0,0 0 15,0 0-15,-25 25 0,25-25 0,0 0 0,0 0 16,-25 0-16,25 24 0,0-24 0,0 0 0,-24 0 0,24 25 15,0-25-15,0 0 0,-25 25 0,25-25 0,0 0 0,0 0 16,0 25-16,-25-25 0,25 25 0,0-25 62,0 0-62,0 0 16,0 24-16,0-24 0,0 0 0,0 25 0,0-25 0,0 0 0,0 0 16,0 25-16,0-25 0,0 0 0,0 0 0,0 25 0,0-25 0,25 0 15,-25 0-15,0 0 0,0 25 0,0-25 0,0 0 0,25 0 16,-25 0-16,0 0 0,0 0 0,0 0 0,24 0 0,-24 0 0,0 24 0,25-24 0,-25 0 0,0 0 0,25 0 0,-25 0 0</inkml:trace>
  <inkml:trace contextRef="#ctx0" brushRef="#br0" timeOffset="1.25347E6">31849 17438 0,'0'0'0,"0"0"0,0-25 0,0 25 0,0 0 0,0 0 0,-25 0 16,25 0-16,0 0 0,0 0 0,0 0 0,0-25 15,0 25-15,25 0 0,-25 0 0,0 0 0,0 0 0,0 0 0,0 0 16,0 0-16,0 0 0,0-25 0,0 25 0,0 0 0,0 0 15,0 0-15,25 0 0,-25 0 0,0 0 0,0 0 0,0 0 16,0 0-16,25 0 0,-25 0 0,0 0 0,0 0 0,0 0 16,25 0-16,-25 0 0,0 0 0,0 0 0,0 0 15,0 0 1,24 0-16,-24 0 0,0 0 0,0 0 0,0 0 0,0 0 0,0 0 0,0 0 0,0 0 0,0 0 0,0 25 15,0-25-15,0 0 0,0 0 16,0 0-16,0 0 0,0 25 0,-24-25 0,24 0 0,0 0 0,0 0 0,0 0 0,0 25 31,0-25-31,0 0 0,-25 0 0,25 0 0,0 0 0,0 24 0,0-24 0,0 0 0,0 0 0,-25 0 16,25 0-16,0 0 0,0 0 0,0 0 0,0 25 0,0-25 0,-25 0 0,25 0 15,0 0-15,0 0 16,0 0-16,0 0 0,0 0 0,0 0 0,0 0 0,0 0 0,0 0 0,0 0 16,0 0-16,0 0 0,0 0 0,0 0 0,0 0 0,0 0 0,0 0 0,0 0 15,0 0-15,0 0 16,0 0-16,0 0 0,0 0 0,0 0 0,0 0 0,0 0 0,25 0 0,-25 25 0,0-25 15,0 0-15,0 0 0,0 0 0,0 0 0,0 0 0,0 0 0,0 0 16,0 0 0,0 0-16,0 0 0,0 0 0,0 0 0,0 25 0,0-25 0,0 0 0,25 0 0,-25 0 15,0 0-15,0 0 0,0 25 0,0-25 0,0 0 0,-25 0 0,25 0 0,0 0 16,0 25-16,0-25 15,0 0-15,0 0 0,0 0 0,0 0 0,0 0 0,0 24 0,0-24 0,0 0 0,0 0 63,0 0-63,0 0 0,-25 0 0,25 0 15,0 0-15,0 0 0,0 25 0,0-25 0,0 0 0,-25 0 0,25 0 0,0 0 0,0 0 0,0 0 0,0 0 0,-24 0 0,24 0 0,0 0 0,0 0 0,0 0 0,0 0 0,0 0 0,-25 0 0,25 0 16,0 0-16,0 0 0,0 0 0,0-25 0,0 25 0,0 0 0,0 0 0,0 0 0,-25 0 0,25 0 0,0 0 0,0 0 0,0 0 16,0 0-16,0 0 0,0 0 0,25 0 15,-25 0-15,0-24 0,0 24 0,0 0 0,0 0 0,0 0 0,0 0 0,25 0 0,-25-25 16,0 25-1,0 0-15,24 0 0,-24 0 0,0-25 0,25 25 0</inkml:trace>
  <inkml:trace contextRef="#ctx0" brushRef="#br0" timeOffset="1.25378E6">32196 17314 0,'0'0'0,"0"0"0,0 0 16,0 0-16,0 0 0,0 0 0,0-25 0,0 25 0,0 0 16,0 0-16,0 0 0,25 0 0,-25 0 0,0 0 0,0 0 15,0 0-15,0 0 0,25 0 0,-25 0 0,0 0 0,0 0 16,25 0-16,-25 0 0,0 0 0,0 0 0,25 0 0,-25 0 15,0 0-15,0 0 0,0 25 0,25-25 0,-25 0 16,0 0-16,0 0 0,0 0 0,24 0 0,-24 0 16,0 0-16,0 0 0,0 0 0,0 0 0,0 0 0,25 0 0,-25 0 0,0 0 15,0 0-15,0 0 0,0 0 16,0 0-16,0 0 0,0 0 0</inkml:trace>
  <inkml:trace contextRef="#ctx0" brushRef="#br0" timeOffset="1.25406E6">32172 17462 0,'0'0'0,"0"0"0,0 25 15,0-25-15,0 0 0,0 0 0,0 0 0,0 0 0,0 0 16,0 0-16,0 0 0,0 0 0,24 0 0,-24 0 0,0 0 0,0 0 16,25 0-16,-25 0 0,0 0 0,0 0 0,25 0 15,-25 0-15,0 0 0,0 0 0,0 0 0,25 0 0,-25 0 0,0 0 16,0 0-16,0 0 0,0 0 0,0 0 0,0 0 0,0 0 15,25 0-15,-25 0 0,0 0 0,0 0 0,0 0 0</inkml:trace>
  <inkml:trace contextRef="#ctx0" brushRef="#br0" timeOffset="1.26109E6">32668 17190 0,'0'0'0,"0"0"0,0 0 0,0 0 0,0 0 0,0 0 0,0 0 0,0 0 0,0 0 15,0 0-15,0 0 0,0 0 0,0 0 0,0 0 0,0 0 0,0 0 0,0 0 0,0 0 0,0 0 0,0 0 0,0 0 0,0 0 0,0 0 0,0 0 0,0 0 0,0 0 0,0 0 0,0 0 0,0 0 0,0 0 0,0 0 0,0 0 0,0-25 0,0 25 0,0 0 0,0 0 0,0 0 0,0 0 16,0 0-1,0 0-15,0 0 0,0 0 0,0 0 0,0 0 0,0 0 0,0 0 0,0 0 0,0 0 0,0 0 110,-25 0-110,25 0 0,0 0 0,0 0 0,0 0 0,0-25 218,99 0-187,-99 25-31,0 0 0,0 0 0,-25 0 0,25 0 0,0 0 0,0 25 0,0-25 0,0 0 0,0 0 0,0 0 0,0 0 0,0 0 0,0 25 0,0-25 0,0 0 0,0 0 0,-24 0 0,24 0 0,0 0 0,0 25 0,0-25 0,0 0 0,0 0 0,0 0 0,0 0 0,-25 0 16,25 0-16,0 0 0,0 24 0,0-24 0,0 0 0,0 0 0,0 0 0,-25 0 15,25 0-15,0 0 0,0 0 0,0 0 0,0 0 0,0 0 0,-25 25 0,25-25 0,0 0 0,0 0 0,0 0 0,0 0 16,0 0-16,0 0 0,0 0 0,-25 0 0,25 0 0,0 0 140,-24 0-140,24 0 0,0 0 0,0 0 0,0 0 0,0 0 0,0 0 0,0 0 0,0 0 0,0 0 0,0 0 0,0 0 0,0 0 0,0 0 0,0 0 0,0 0 0,0 0 0,0 0 0,0 0 0,0 0 0,0 0 0,0 0 0,0 0 16,0 0-16,0 0 0,0 0 0,0 0 0,0 0 0,0 0 0,0 0 0,0 0 0,0 0 0,0 0 0,0 0 0,0 0 0,0 0 0,24 0 0,-24 0 0,0 0 16,0 0-16,0 0 0,0 0 0,0 0 0,0 0 0,0 0 0,0-25 15,25 25-15,-25 0 0,0 0 0,0 0 0,0 0 16,0 0 140,75 25-156,-75-25 0,0 0 0,0 0 0,0 0 0,0 25 0,0-25 0,0 0 0,24 0 0,-24 0 0,0 0 0,0 0 0,0 0 0,0 0 0,0 25 0,0-25 0,0 0 0,0 0 0,0 0 0,0 0 15,0 0-15,0 0 0,0 25 0,0-25 0,0 0 0,0 0 0,0 0 0,0 0 0,0 0 0,0 0 0,0 24 0,-24-24 0,24 0 0,0 0 16,0 0-16,0 0 0,0 0 0,0 0 0,0 25 0,0-25 0,0 0 0,0 0 0,0 0 0,0 0 0,0 0 0,0 25 0,-25-25 0,25 0 16,0 0 124,-25 50-140,25-50 0,-25 0 0,25 0 0,0 0 0,0 0 0,0 0 0,0 0 0,0 0 0,0 0 0,0 24 0,0-24 0,-25 0 0,25 0 0,0 0 0,0 0 0,0 0 0,0 0 0,0 0 0,0 0 0,0 0 0,0 0 0,0 0 0,0 0 0,0 0 0,0 0 0,-24 0 16,24 0-16,0 25 0,0-25 0,0 0 0,0 0 0,0 0 0,0 0 0,0 0 15,0 0-15,0 0 0,0 0 0,0 0 0,0 0 0,0 0 0,0 0 0,0 0 0,0 0 0,0 0 0,-25 0 0,25 0 0,0 0 16,0 0-16,0 0 0,0 0 0,0 0 0,0 0 0,0-25 0,0 25 0,0 0 15,0 0-15,0 0 16,0 0-16,0 0 0,0 0 0,0 0 0,0 0 0,0 0 0,0 0 0,-25 0 16,25 0-16,0 0 0,0 0 0,0 0 0,0 0 0,0 0 0,0 0 0,0 0 0,0 0 15,0 0 1,0 0-16,0 0 0,0 0 0,0 0 0,0 0 0,0 0 0,0 0 0,0 0 15,0 0-15,0 0 0,0 0 0,0 0 0,0 0 0,0 0 0,0 0 0,0 0 0,0 0 32,0 0-32,0 0 0,0 0 0,0 0 0,25 0 0,-25 0 0,0 0 0,0 0 0,25 0 0,-25 0 15,0 0-15,24 0 0</inkml:trace>
  <inkml:trace contextRef="#ctx0" brushRef="#br0" timeOffset="1.26276E6">31428 17884 0,'0'0'0,"0"0"16,0-25-16,0 25 0,0 0 0,0 0 0,0 0 0,0 0 0,0 0 234,74 0-234,-74 0 0,0 0 0,25 0 0,-25 0 0,0 0 0,0 0 0,0 25 0,0-25 0,0 0 0,0 0 0,0 0 0,-25 0 0,25 25 0,0-25 0,0 0 0,0 0 0,0 0 0,0 25 0,0-25 0,0 0 0,0 0 0,0 0 0,0 0 0,0 25 0,0-25 0,-25 0 0,25 0 0,0 0 0,0 24 0,0-24 0,0 0 0,0 0 0,-25 0 0,25 0 0,0 0 0,0 25 0,0-25 0,0 0 15,0 0-15,0 0 16,0 0-16,-24 0 0,24 25 0,0-25 0,0 0 0,0 0 0,0 0 0,0 0 0,0 0 140,0 0-140,0 0 0,0 0 0,0 0 0,0-25 0,0 25 0,0 0 0,0 0 0,0 0 0,0 0 0,24-25 0,-24 25 0,0 0 0,0 0 0,0 0 0,25-24 0,-25 24 0,0 0 0,0 0 0,0 0 0,25 0 0,-25-25 0,0 25 0,0 0 0,25 0 0,-25 0 0,0-25 0,0 25 0,25 0 0,-25 0 16,0 0-16,0 0 0,0 0 0,0 0 0,24-25 0,-24 25 0,0 0 0,0 0 0,0 0 15,0 0-15,0 0 0,0 0 0,0 0 0,25 0 0,-25 0 0,0 0 16,0 0-16,0 0 0,0 0 0,0 0 0,0 0 16,0 0-16,0 0 0,0 0 0,0 0 0,0 0 0,0 0 0,0 0 15,0 0-15,-25 0 0,25 0 0,0 0 0,0 0 0,0 0 0,0 0 0,0 0 31,0 0-31,0 0 0,-24 0 0,24 25 0,0-25 0,0 0 0,0 0 0,0 0 0,0 0 0,0 25 0,-25-25 0,25 0 172,25 124-32</inkml:trace>
  <inkml:trace contextRef="#ctx0" brushRef="#br0" timeOffset="1.2636E6">31676 18008 0,'0'0'0,"0"0"0,0 0 0,0 0 0,0 0 0,0 0 15,0 0-15,0 0 0,0 0 0,0 0 0,0 0 0,0-25 16,0 25-16,0 0 0,24 0 0,-24 0 0,0 0 0,0 0 16,0 0-16,0 0 0,0 0 0,0 0 0,0 0 124,50 0-124,-50 0 0,0 0 0,0 0 0,0 0 63,0 25-63,0-25 0,0 0 0,0 0 0,0 0 0,0 0 0,0 25 0,0-25 0,0 0 0,0 0 0,0 0 0,0 0 0,-25 0 0,25 0 0,0 0 0,0 0 0,0 25 0,0-25 0,0 0 0,0 0 0,0 0 0,-25 0 0,25 0 0,0 0 0,0 0 0,0 0 0,0 25 0,0-25 0,-24 0 0,24 0 0,0 0 0,0 0 0,0 0 0,0 0 0,0 0 0,0 0 0,0 0 0,-25 24 15,25-24-15,0 0 0,0 0 0,0 0 0,0 0 0,0 0 16,0 0-16,0 0 0,-25 0 0,25 0 0,0 0 0,0 0 16,0 0-16,0 25 0,0-25 0,0 0 0,0 0 0,0 0 15,0 0-15,0 0 0,0 0 0,0 0 0,-25 0 16,25 0-16,0 0 0,0 0 0,0 0 0,0 0 15,0 0-15,0 25 0,0-25 47,0 0-47,0 0 0,0 0 0,0 0 47,0 0-47,0 0 0,0 0 0,0 0 0,0 0 0,0 0 0,0 0 0,0 0 16,0 0-16,0 0 0,25 0 0,-25 0 0,0 0 0,0 0 0,0 0 0,0 0 0,0 0 0,0 0 0,0 0 0,0 0 0,0 0 0,25 0 0,-25 0 0,0 0 0,0 0 0,0 0 0,0 0 0,0 0 0,25 0 0,-25 0 249</inkml:trace>
  <inkml:trace contextRef="#ctx0" brushRef="#br0" timeOffset="1.26959E6">31973 17835 0,'0'0'0,"0"0"15,0 0-15,0 0 16,0 0-16,0 0 0,0 0 0,0 0 0,0 0 0,0 0 0,0 0 0,0 0 15,0 0-15,0 0 0,0 0 0,0 0 0,0 0 16,0 0-16,0 0 0,0 0 0,0 0 0,0 0 16,0 0-16,0 0 0,0 0 0,0 0 0,0 0 0,0 0 0,0 0 0,0 0 0,0 0 0,0 0 31,0 0-31,0 0 0,0 0 0,0 0 0,0 0 0,0 0 0,0 0 0,0 0 0,0 0 0,0 0 15,0 0-15,0 0 0,0 0 0,0 0 0,0 0 0,0 0 0,0 0 0,0 0 32,0 0-32,0 0 0,0 0 0,0 0 0,0 0 0,0 0 0,0 0 0,0 0 0,0 0 0,0 0 15,0 0-15,0 0 0,0 0 0,0 0 0,0 0 0,0 0 0,0 0 0,0 0 16,0 0-16,0 0 15,0 0-15,0 0 0,0 0 0,0 0 0,0 0 0,0 0 0,0 0 0,0 0 16,0 0-16,0 0 0,0 0 0,0 0 16,0 0-1,25 0-15,-25 0 0,0 0 0,0 0 0,0 0 0,0 0 0,0 0 0,0 0 0,25 0 0,-25 0 0,0 0 0,0 0 31,0 0-31,25 0 0,-25 0 0,0 0 16,0 0-16,0 0 0,24 0 0,-24 0 0,0 0 0,0 0 0,25 0 0,-25 0 0,0 0 0,0 0 0,0-25 0,0 25 0,25 0 16,-25 0-16,0 0 0,0 0 0,0 0 0,0 0 0,0 0 0,0 0 15,25 0-15,-25 0 0,0 0 0,0 0 0,0 0 0,0 0 0,0 0 0,0 0 0,0 0 16,0 0-16,0 25 0,0-25 15,0 0-15,0 0 0,0 0 0,0 0 0,0 0 0,0 0 0,0 0 16,0 0-16,0 0 0,0 0 0,0 0 0,0 0 0,0 0 0,0 0 0,0 0 16,0 0-16</inkml:trace>
  <inkml:trace contextRef="#ctx0" brushRef="#br0" timeOffset="1.27016E6">31924 17983 0,'0'0'0,"0"0"0,0 0 0,0 0 0,0 0 0,0 0 0,-25 0 0,25 0 0,0 0 0,0 0 0,0 0 0,0 0 15,0 0-15,0 0 0,0 0 16,0 0-16,0 0 0,0 0 0,0 0 0,0 0 0,0 0 0,0 0 0,0 0 0,0 0 16,0 0-16,0 0 0,0 0 15,0 0-15,0 0 0,0 0 0,0 0 0,0 0 0,0 0 0,0 0 0,0 0 16,0 0-16,0 0 0,0 0 0,0 0 0,0 0 0,0 0 0,0 0 0,0 0 15,0 0 1,0 0-16,25 0 0,-25 0 0,0 0 0,0 0 0,0 0 0,0 0 0,0 0 0,0 0 0,0 0 16,0 0-16,24 0 0,-24 0 0,0 0 0,0 0 0,0 0 0,0 0 15,25 0-15,-25 0 16,0 0-16,0 0 0,0 0 0,25 0 0,-25 0 0,0 0 0,0 0 0,0 0 0,25 0 15,-25 0-15,0 0 0,0 0 0,25 0 16,-25 0-16,0 0 0,0 0 0,0 0 0,0 0 16,0 0-16,24 0 0,-24 0 0,0 0 0,0 0 0,0 0 0,0 0 0,0 0 0,0 0 15,0 0-15,0 0 0,25 0 0,-25 0 0,0 0 16,0 0-16,0 0 0,0 0 0,0 0 0,0 0 0,0 0 0,0 0 0,0-24 15,0 24 1,0 0-16,0 0 0,0 0 0,0 0 0,0 0 0,0 0 0,0 24 0,0-24 16,0 0-16,0 0 0,0 0 0,0 0 0,0 0 0,0 0 0,0 0 15,0-24-15,0 24 0</inkml:trace>
  <inkml:trace contextRef="#ctx0" brushRef="#br0" timeOffset="1.2729E6">32420 17810 0,'0'0'0,"0"0"15,0 0-15,0 0 0,0 0 0,0 0 0,-25 0 16,25 0-16,0 0 0,0 0 0,0 0 0,0 0 15,0 0-15,0 0 0,0 0 16,0 0-16,0 0 0,0 0 0,0 0 0,0 0 0,0 0 0,0 0 0,0 0 0,0 0 0,0 0 0,0 0 16,0 0-16,0 0 0,0 0 0,0 0 0,0 0 15,0 0-15,0 0 0,0 0 0,0 0 16,0 0-16,0 0 0,0 0 0,0 0 0,0 0 31,0 0-31,0 0 0,0 0 0,0 0 0,0 0 0,0 0 0,0 0 0,0 0 0,0 0 0,0 0 0,0 0 0,0-25 0,0 25 0,0 0 0,0 0 0,0 0 0,0 0 0,0 0 0,0 0 16,0 0-1,0 0-15,0 0 0,0 0 0,0 0 0,0 0 0,0 0 0,0 0 0,0 0 0,0-25 0,0 25 0,25 0 31,-25 0-31,0 0 0,0 0 0,0 0 0,0 0 0,0 0 0,0 0 0,0 0 0,0 0 16,0 0-16,0 0 0,0 0 0,0 0 0,0-25 0,25 25 0,-25 0 0,0 0 16,0 0-1,0 0-15,0 0 0,0 0 0,0 0 0,24 0 0,-24 0 0,0 0 0,0 0 0,0 0 0,0 0 0,25 0 16,-25 0-16,0 0 0,0 0 0,0 0 0,0 0 0,0 0 0,25 0 0,-25 0 31,0 0-31,0 0 0,0 0 0,0 0 0,0 0 0,0 0 0,0 0 0,25 0 31,-25 0-31,0 0 0,0 0 0,0 0 0,0 0 0,0 0 0,0 0 0,0 0 0,0 25 0,0-25 0,0 0 0,0 0 0,0 0 0,0 0 0,0 0 0,0 0 0,0 0 16,0 0-1,0 25-15,0-25 0,0 0 0,0 0 0,0 0 0,0 0 0,0 0 0,0 0 16,0 25-16,0-25 0,0 0 0,-25 0 0,25 0 0,0 0 0,0 25 0,0-25 0,0 0 31,0 0-31,-25 0 0,25 0 0,0 24 0,0-24 0,0 0 0,0 0 0,0 0 0,-25 0 0,25 0 0,0 25 16,0-25-16,0 0 0,0 0 0,0 0 0,0 0 0,0 0 0,-24 25 0,24-25 15,0 0 1,0 0-16,0 0 0,0 0 0,0 0 0,0 0 0,0 0 0,-25 25 0,25-25 0,0 0 16,0 0-16,0 0 0,0 0 0,0 0 0,0 0 15,0 0-15,0 25 0,0-25 0,-25 0 0,25 0 0,0 0 16,0 0-16,0 0 0,0 0 0,0 0 0,0 24 0,0-24 0,0 0 0,0 0 0,0 0 15,0 0-15,0 0 0,0 0 0,0 0 0,0 0 0,0 0 0,-25 0 16,25 0-16,0 0 16,0 0-16,0 0 0,0 0 0,0 0 15,0 0-15,0 0 0,0 0 0,0 0 0,0 0 0,0 0 0,0 0 0,0 0 0,0 0 16,0 0-16,0 0 0,0 0 0,0 0 0,0 0 0,0 0 0,0 0 0,0 0 0,0 0 15,0 0 1,0 0-16,0 0 0,0 0 0,0 0 0,0 25 0,0-25 0,0 0 0,0 0 62,25 0-62,-25 0 0,0 0 0,0 0 0,0 0 0,0 0 0,0 0 0,25 0 0,-25 0 0,0 0 0,0 0 0,0 0 0,25 0 0,-25 0 0,0 0 0,0 0 0,0 0 0,24 0 0,-24 0 0,0 0 0,0 0 0,25 0 0,-25 0 0,0 0 0,0 0 0,25 0 0,-25 0 0,0 0 16,0 0-16,0 0 0,0 0 0,25 0 0,-25 0 0,0 0 16,0 25-16,0-25 15,0 0-15,0 0 0,25 0 0,-25 0 0,0 0 0,0 0 0,0 0 0,0 0 0,0 0 0,0 0 0,24 0 16,-24 0-1,0 0-15,0 0 0,0 0 0,0 0 0,0 0 0,0 0 0,0 0 0,0-25 0,0 25 0,0 0 16,0 0 0,0 0-16,25 0 0</inkml:trace>
  <inkml:trace contextRef="#ctx0" brushRef="#br0" timeOffset="1.27451E6">31155 18256 0,'0'0'0,"0"0"16,0 0-1,0 0-15,0 0 0,0 0 0,0 0 0,0 0 0,0 0 0,0 0 0,-25 0 16,25 0-16,0 0 0,0 0 0,0 0 0,0 0 0,0 0 15,0 0-15,0 0 16,0 0-16,0 0 0,0 0 0,0 0 0,0 0 0,0 0 0,0 0 16,0 0-16,0 0 0,0 0 0,0 0 0,0 0 0,0 0 15,0 0-15,0-25 16,0 25-16,0 0 0,0 0 0,25 0 0,-25 0 0,0 0 0,0 0 0,0 0 15,0 0-15,0 0 0,0 0 0,24 0 16,-24 0-16,0 0 0,0 0 0,0 0 16,0 0-16,25 0 0,-25 0 0,0 0 0,0 0 0,0 0 0,0 0 15,0 0-15,25 0 0,-25 0 0,0 25 0,0-25 0,0 0 0,0 0 16,0 0-16,0 0 15,0 0-15,0 25 16,0-25-16,0 0 0,0 0 0,0 0 0,0 25 0,0-25 0,0 0 0,-25 0 0,25 25 0,0-25 16,0 0-16,0 0 0,0 0 0,0 24 0,-25-24 0,25 0 31,0 0-31,0 0 0,0 25 0,-24-25 0,24 0 0,0 0 0,0 0 0,0 0 15,0 25-15,0-25 0,-25 0 0,25 0 0,0 0 16,0 0-16,0 0 0,0 0 0,0 0 0,0 0 16,0 0-16,0 0 0,0 0 0,0 0 0,0 0 0,0 0 31,0 0-31,0 0 0,0 0 0,0 0 0,0 0 0,0 0 0,0 0 0,25 0 0,-25-25 0,0 25 0,0 0 0,0 0 15,24 0-15,-24 0 16,0-25-16,0 25 0,25 0 0,-25 0 16,0-24-16,25 24 0,-25 0 0,0 0 0,0-25 0,25 25 0,-25 0 0,0 0 15,25 0-15,-25-25 0,0 25 16,0 0-16,25 0 0,-25 0 0,0-25 0,0 25 15,0 0-15,0 0 0,0 0 0,24 0 0,-24 0 0,0 0 0,0 0 0,0 0 16,0 0-16,0 0 16,0 0-16,0 0 0,0 0 0,0 0 0,0 0 15,-24 0-15,24 0 0,0 0 0,0 0 0,0 0 0,0 0 0,0 0 0,0 0 0,0 0 16,-25 0-1,25 0-15,0 0 0,0 0 16,0 25 0,-25-25-16,25 0 0,0 0 0,0 0 0,0 25 0,0-25 0,0 0 0,0 0 0,0 25 0,0-25 0,0 0 0,0 0 0,0 24 15,0-24-15,0 0 0,0 0 0,0 25 0,0-25 0,0 0 0,0 0 16,0 0-1,0 0-15,0 25 0,0-25 0,0 0 0,25 0 0,-25 0 0,0 0 0,0 0 16,0 0-16,0 0 0,25 0 0,-25 0 0,0 0 0,0 0 16,0 0-1,0 0-15,24 0 0,-24 0 0,0 0 0,0 0 0,0-25 0,0 25 16,25 0-16,-25 0 0,0 0 0,0 0 0,0-25 0,0 25 0,0 0 15,0 0-15,0 0 0,0 0 0,25-24 16,-25 24-16,0 0 0,0 0 0,0 0 0,0 0 62,0 0-62,0 0 0,0 0 0,0 0 0,0 0 0,0 0 0,0 0 0,0 0 0,0 0 0,0 0 0,0 0 0,0 0 0,0 0 0,0 0 0,0 0 0,0 0 0,0 0 0,0 0 0,0 0 0,0 0 0,0 0 0,0 24 16,0-24-16,-25 0 0,25 0 0,0 0 0,0 25 0,0-25 16,0 0-16,0 25 15,0-25-15,0 0 0,0 0 0,0 25 0,0-25 0,-25 0 0,25 25 0,0-25 31,0 0-31,0 0 0,0 24 0,0-24 0,0 0 0,0 0 0,0 25 0,0-25 0,0 0 0,0 0 0,0 0 16,0 0 0,0 25-16,0-25 0,0 0 0,0 0 0,0 0 0,0 0 0,0 0 0,0 0 15,0 0-15,0 0 0,0 0 0,0 0 0,0 0 0,0 0 31,0-25-31,25 25 0,-25 0 0</inkml:trace>
  <inkml:trace contextRef="#ctx0" brushRef="#br0" timeOffset="1.27502E6">31676 18380 0,'0'0'0,"0"0"16,0 0-16,0 0 0,0 0 0,0 0 0,0 0 0,0 0 15,0 0 1,0 0-16,0 0 0,0 0 0,0 0 0,0 0 0,0 0 0,0 0 15,0 0-15,0 0 0,0 0 0,0 0 0,0 0 0,24 0 0,-24 0 16,0 0-16,0 0 16,0 0-16,25 0 0,-25 0 0,0 0 0,0 0 0,25 0 0,-25 0 15,0 0-15,0 0 0,25 0 0,-25 0 0,0 0 0,25 0 0,-25 0 0,0 0 31,0 0-31,24 0 0,-24 0 0,0 0 0,0 0 0,0 0 0,25 0 0,-25 0 16,0 0-16,0 0 0,0-25 0,0 25 0,0 0 0,0 0 0,0 0 16</inkml:trace>
  <inkml:trace contextRef="#ctx0" brushRef="#br0" timeOffset="1.27528E6">31676 18479 0,'0'0'0,"0"0"0,0 0 0,0 0 0,0 0 0,0 0 16,0 0-16,0 0 0,0 0 0,0 0 0,0 0 16,0 0-16,0 0 0,24 0 0,-24 0 0,0 0 15,0 0-15,0 0 0,0 0 0,25 0 0,-25-24 0,0 24 16,0 0-16,25 0 0,-25 0 0,0 0 15,0 0-15,25 0 0,-25 0 0,0 0 0,0 0 0,25 0 16,-25 0-16,0 0 0,24 0 0,-24 0 0,0 0 16,0 0-16,25 0 0,-25 0 0,0 0 0,25 0 15,-25 0-15,25 24 0,-25-24 0,0 0 0,25 0 16</inkml:trace>
  <inkml:trace contextRef="#ctx0" brushRef="#br0" timeOffset="1.27591E6">32246 18405 0,'0'0'0,"0"0"15,0 0-15,0 0 0,0-25 0,0 25 0,0 0 0,0 0 0,0 0 16,0 0-16,0 0 0,0-25 0,25 25 0,-25 0 0,0 0 0,0 0 15,0 0-15,25 0 0,-25-24 16,0 24-16,0 0 0,25 0 0,-25 0 0,0-25 0,0 25 0,24 0 31,-24 0-31,0-25 0,25 25 0,-25-25 0,0 25 0,0 0 0,25-25 0,-25 25 0,0 0 16,25-24-16,-25 24 0,0-25 0,25 25 15,-25 0-15,0-25 0,24 25 0,-24 0 0,0-25 0,0 25 0,0 0 0,25 0 0,-25 0 16,0 0 0,0 0-16,0 0 0,0 0 0,0 0 0,0 0 0,0 0 0,0 0 0,0 0 15,0 0-15,0 0 0,0 0 0,0 0 0,0 25 0,0-25 0,0 0 0,0 0 16,0 0-1,0 0-15,0 25 0,0-25 0,0 0 0,0 0 0,0 25 0,0-25 0,0 0 16,-25 24-16,25-24 0,0 0 0,0 0 0,0 25 0,0-25 16,0 0-1,0 25-15,0-25 0,0 0 0,0 0 0,0 25 0,0-25 0,0 0 0,0 0 0,0 25 31,0-25-31,-24 0 0,24 0 0,0 24 0,0-24 0,0 0 0,0 0 0,0 0 0,0 0 0,0 0 0,0 25 0,0-25 16,0 0-16,0 0 16,0 0-16,0 0 0,0 0 0,0 0 0,0 0 0,0 0 15,0 0-15,0 0 0,24 0 0,-24 0 0,0 0 0,0 0 0,0 0 0,0 0 31,25-25-31</inkml:trace>
  <inkml:trace contextRef="#ctx0" brushRef="#br0" timeOffset="1.45326E6">0 0 0,'50'0'0</inkml:trace>
  <inkml:trace contextRef="#ctx0" brushRef="#br0" timeOffset="1.58632E6">0 422 0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28.34025" units="1/cm"/>
          <inkml:channelProperty channel="Y" name="resolution" value="28.33948" units="1/cm"/>
          <inkml:channelProperty channel="T" name="resolution" value="1" units="1/dev"/>
        </inkml:channelProperties>
      </inkml:inkSource>
      <inkml:timestamp xml:id="ts0" timeString="2021-10-26T01:59:59.163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2332 3150 0,'0'0'0,"0"0"0,0 0 0,0 0 0,0 0 0,0-25 0,0 25 0,0 0 0,0 0 0,0 0 0,0 0 0,0 0 0,0 0 0,0 0 0,0 0 0,0 0 0,0 0 0,0 0 0,0 0 0,0 0 0,0 0 0,0 0 0,0 0 0,-25 0 0,25 0 0,0 0 0,0 0 0,0 0 0,0 0 0,0 0 15,0 0-15,0 0 0,0 0 0,0 25 0,0-25 16,0 0-16,0 0 0,-25 0 0,25 0 0,0 0 0,0 0 15,0 25-15,0-25 0,0 0 0,-25 0 0,25 0 16,0 25-16,0-25 0,0 0 0,-25 0 0,25 0 0,0 25 16,0-25-16,0 0 0,-24 24 0,24-24 0,0 0 15,0 0-15,-25 25 0,25-25 0,0 0 0,0 25 0,-25-25 16,25 0-16,0 25 0,0-25 0,-25 0 0,25 25 15,0-25-15,0 0 0,0 24 0,-25-24 0,25 0 0,0 0 16,0 25-16,0-25 0,0 0 0,0 0 0,0 0 0,-24 0 16,24 0-16,0 0 0,0 0 0,0 0 0,0 0 15,0 0-15,0 0 0,0 0 0,0 0 0,0 25 0,0-25 16,0 0-16,0 0 0,0 0 0,0 0 0,0 0 15,0 0-15,0 0 0,0 0 0,0 0 0,0 0 0,0 0 16,0 0-16,0 0 0,0 0 0,0 0 0,0 0 0,0-25 16,0 25-16,0 0 0,0 0 0,0 0 0,0 0 15,-25 0-15,25 0 0,0 0 0,0 0 0,0 0 0,0-25 16,0 25-16,0 0 0,0 0 0,0 0 0,0 0 15,0-24-15</inkml:trace>
  <inkml:trace contextRef="#ctx0" brushRef="#br0" timeOffset="485.0277">2059 3200 0,'0'0'0,"0"0"16,0 0-16,0 0 0,0 0 0,0 0 0,0 0 15,0 0-15,0 0 0,0 0 0,0 0 0,0 0 0,0 0 16,0 0-16,0 0 0,0 0 0,0 0 0,0 0 15,0 0-15,0 0 0,0 0 0,0 0 0,0 25 0,0-25 16,0 0-16,0 0 0,25 0 0,-25 0 0,0 0 0,0 0 16,0 0-16,0 24 0,0-24 0,0 0 0,0 0 15,0 0-15,24 25 0,-24-25 0,0 0 0,0 25 0,0-25 16,0 0-16,25 0 0,-25 25 0,0-25 0,0 0 15,0 0-15,0 25 0,25-25 0,-25 0 0,0 24 0,0-24 16,0 0-16,25 0 0,-25 25 0,0-25 0,0 0 16,0 0-16,0 25 0,0-25 0,0 0 0,25 0 0,-25 0 15,0 25-15,0-25 0,0 0 0,0 0 0,0 0 16,0 0-16,0 0 0,0 0 0,0 0 0,0 0 0,0 0 15,0 0-15,0 0 0,0 0 0,0 0 0,24 0 0,-24 25 16,0-25-16,0 0 0,0 0 0,0 0 0,0 0 16,0 0-16,0 0 0,0 0 0,0 0 0,0 0 0,0 0 15,0 0-15,0 0 0,0 0 0,0 0 0,0 0 16,0 0-16,0 0 0,0 0 0,0 0 0,0 0 0,0-25 15,-24 25-15,24 0 0,0 0 0,0 0 0,0 0 0,0 0 16,0-25-16</inkml:trace>
  <inkml:trace contextRef="#ctx0" brushRef="#br0" timeOffset="916.0524">1935 3349 0,'0'0'0,"0"0"15,0 0-15,0 0 0,0 0 0,0 0 0,0 0 16,0 0-16,0 0 0,0 0 0,0 0 0,0 0 0,0 0 16,0 0-16,0 0 0,0 0 0,0 0 0,0 0 0,0 0 15,0 0-15,0 0 0,0 0 0,0 0 0,0 0 16,0 0-16,25 0 0,-25 0 0,0 0 0,0 0 0,0 0 15,24 0-15,-24 0 0,0 0 0,25 0 0,-25 0 16,0 0-16,25 0 0,-25-25 0,25 25 0,-25 0 0,25 0 16,-25 0-16,24 0 0,-24 0 0,25 0 0,-25 0 0,25 0 15,-25 0-15,25 0 0,0-25 0,-25 25 0,0 0 16,24 0-16,-24 0 0,25 0 0,-25 0 0,0 0 0,25 0 15,-25 0-15,0 0 0,0 0 0,0 0 0,0 0 16,0 0-16,0 0 0,0 0 0,0 0 0,0 0 0,0 0 16,0 0-16,0 0 0,0 0 0,0 0 0,0 0 0,0 0 15,0 0-15,0 0 0,0 0 0,0 0 0</inkml:trace>
  <inkml:trace contextRef="#ctx0" brushRef="#br0" timeOffset="1561.0893">3051 3274 0,'0'25'0,"0"-25"0,0 25 0,0-25 16,0 25-16,0-25 0,0 0 0,0 24 0,0-24 0,0 25 0,0-25 0,0 0 0,0 25 0,0-25 0,0 0 0,0 25 0,-25-25 0,25 0 0,0 0 0,0 25 0,0-25 0,0 0 0,0 0 0,0 24 0,0-24 0,0 0 0,0 0 0,0 25 0,0-25 0,0 0 0,0 0 0,0 0 0,0 25 0,0-25 0,0 0 0,0 0 0,0 0 0,0 0 16,0 0-16,0 0 0,0 0 0,0 0 0,0 0 0,0 25 15,0-25-15,0 0 0,0 0 0,0 0 0,0 0 16,0 0-16,0 0 0,0 0 0,0 0 0,0-25 0,0 25 15,0 0-15,0 0 0,0 0 0,0 0 0,0-25 16,0 25-16,0 0 0,0 0 0,0 0 0,0 0 0,0 0 16,0-25-16</inkml:trace>
  <inkml:trace contextRef="#ctx0" brushRef="#br0" timeOffset="2359.1349">3373 3101 0,'0'0'15,"0"0"-15,0 0 0,0 0 0,0 0 0,0 0 16,0 0-16,0 0 0,-24 0 0,24 0 0,0 0 0,0 0 15,0 0-15,0 0 0,0 0 0,0 0 0,0 0 16,0 0-16,0 0 0,0 0 0,0 0 0,0 0 0,0 0 16,0 0-16,0 0 0,0 0 0,0 0 0,0 0 15,0 0-15,0 0 0,0 0 0,0 0 0,0 0 0,-25 0 16,25 24-16,0-24 0,0 0 0,0 0 0,0 0 15,0 0-15,-25 25 0,25-25 0,0 0 0,0 0 16,0 25-16,-25-25 0,25 0 0,0 0 0,0 25 0,-25-25 16,25 0-16,0 0 0,0 25 0,-24-25 0,24 0 0,0 24 15,0-24-15,0 0 0,-25 0 0,25 25 0,0-25 16,0 0-16,0 25 0,-25-25 0,25 0 0,0 0 0,0 0 15,0 0-15,0 0 0,0 0 0,0 0 0,0 0 16,0 25-16,-25-25 0,25 0 0,0 0 0,0 0 0,0 0 16,0 0-16,0 0 0,0 0 0,0 0 0,0 0 15,0 25-15,-25-25 0,25 0 0,0 0 0,0 0 0,0 0 16,0 0-16,0 0 0,0 0 0,0 0 0,0 0 15,0 0-15,0 0 0,0 0 0,0 0 0,0 0 0,0 0 16,0 0-16,0 0 0,0 0 0,0 0 0,0 0 16,0 0-16,0 0 0,0 0 0,0 0 0,0 0 15,0 0-15,0 0 0,0 0 0,0 0 0,25 0 0,-25 0 16,0 0-16,0 0 0,0 0 0,0 0 0,0 0 0,25 0 15,-25 0-15,0 0 0,0 0 0,25 0 0,-25 0 16,0 24-16,0-24 0,25 0 94,-25 0-79,24 0-15,-24 25 0,0-25 0,25 0 0,-25 0 0,0 0 0,25 0 0,-25 0 0,0 0 0,0 25 0,25-25 0,-25 0 0,0 0 0,25 0 0,-25 0 0,0 0 0,0 0 0,0 25 0,24-25 0,-24 0 0,0 0 0,0 0 0,0 0 0,0 0 0,0 0 0,0 0 0,0 0 0,25 25 0,-25-25 0,0 0 0,0 0 0,0 0 0,0 0 0,0 0 0,0 0 0,0 0 0,0 0 16,0 0 46,0 0-62,0 0 0,0 0 0,0 0 0,0 0 0,-25 0 0,25-25 0,0 25 0,0 0 0,0 0 0,0 0 0,0-25 0,0 25 0,0 0 0</inkml:trace>
  <inkml:trace contextRef="#ctx0" brushRef="#br0" timeOffset="3297.1886">3572 2952 0,'0'0'0,"0"0"0,0 0 0,0 0 0,0 0 0,0 0 16,0 0-16,0 0 0,0 0 0,0 0 0,0 0 15,0 0-15,0 0 0,0 0 0,0 0 0,0 0 0,0 0 16,0 0-16,0 0 0,0 0 0,0 0 0,0 0 15,0 0-15,0 0 0,0 0 0,0 0 0,0 0 0,0 0 16,0 0-16,0 0 0,0 0 0,0 0 0,0 0 16,0 0-16,0 25 0,0-25 0,0 0 0,0 0 15,0 0-15,0 0 0,0 0 0,0 0 0,-25 24 0,25-24 16,0 0-16,0 0 0,25 25 0,-25-25 0,0 0 15,0 0-15,0 25 0,0-25 0,0 0 0,0 25 16,0-25-16,0 25 0,0-25 0,0 24 0,0-24 0,0 0 16,0 25-16,0-25 0,0 25 0,0-25 0,0 25 15,0-25-15,0 25 0,0-25 0,0 24 0,0-24 0,0 25 16,0-25-16,0 0 0,0 25 0,0-25 0,0 0 15,0 0-15,0 0 0,0 25 0,0-25 0,0 0 0,-25 0 16,25 25-16,0-25 0,0 0 0,0 24 0,0-24 16,0 0-16,0 0 0,0 25 0,0-25 0,0 0 15,0 0-15,0 0 0,0 0 0,0 0 0,0 25 0,0-25 16,0 0-16,0 0 0,0 0 0,0 0 0,0 0 0,0 0 15,0 0-15,0 0 0,0 0 0,0 0 0,0 0 16,0 0-16,0 0 0,0 0 0,0-25 0,0 25 16,0 0-16,0 0 0,0 0 0,0 0 0,0 0 0,0 0 15,0 0-15,0 0 0,0 0 0,0 0 0,0 0 16,0 0-16,0 0 0,0 0 0,0 0 0,0 0 15,0 0-15,0 0 0,0 0 0,25 0 0,-25-25 0,0 25 16,0 0-16,0 0 0,0 0 0,0 0 0,0-24 16,0 24-16,25 0 0,-25 0 0,0-25 0,0 25 15,0 0-15,0-25 0,24 25 0,-24 0 0,0 0 0,0-25 16,0 25-16,25 0 0,-25-25 0,0 25 0,0 0 0,0 0 15,25-24-15,-25 24 0,0 0 0,0 0 0,25 0 16,-25-25-16,0 25 0,0 0 0,0 0 0,25 0 16,-25 0-16,0 0 0,0 0 0,0 0 0,0 0 0,0-25 15,0 25-15,25 0 0,-25 25 0,0-25 0,0 0 16,0 0-16,0 0 0,0 0 0,0 0 0,0 0 0,24 0 15,-24 0-15,0 25 0,0-25 0,0 0 0,0 0 16,0 24-16,0-24 0,0 0 0,0 25 0,0-25 0,0 0 16,0 25-16,25-25 0,-25 0 0,0 0 0,0 25 15,0-25-15,0 0 0,0 25 0,0-25 0,0 0 16,0 0-16,0 24 0,0-24 0,0 0 0,0 25 0,0-25 15,0 0-15,0 0 0,0 25 0,0-25 0,-25 0 16,25 0-16,0 25 0,0-25 0,0 0 0,0 0 16,0 0-16,0 0 0,0 0 0,0 0 0,0 25 0,0-25 15,0 0-15,0 0 0,0 0 0,0 0 0,0 0 16,0 0-16,0 0 0,0 0 0,0 0 0,0 0 15,0-25-15,0 25 0,0 0 0,0 0 0,0 0 0,0 0 16,0 0-16,0 0 0,0 0 0,0 0 0,0 0 0,0-25 16,0 25-16,0 0 0,0 0 0,0 0 0,25-25 15,-25 25-15,0 0 0</inkml:trace>
  <inkml:trace contextRef="#ctx0" brushRef="#br0" timeOffset="3994.2284">4167 3225 0,'0'0'0,"0"0"15,0 0-15,0 0 0,0 0 0,0 0 0,0 0 16,0 0-16,0 0 0,0 0 0,-25 0 0,25 0 15,0 0-15,0 0 0,0-25 0,0 25 0,0 0 0,0 0 16,0 0-16,0 0 0,0 0 0,0 0 0,-24 0 0,24 0 16,0 0-16,0 0 0,0 0 0,0 0 0,0 0 15,0 0-15,0 0 0,-25 0 0,25 0 0,0 0 0,0 0 16,0 0-16,-25 0 0,25 0 0,0 0 0,0 0 15,0 0-15,-25 0 0,25 0 0,0 0 0,0 0 16,0 0-16,0 0 0,0 0 0,0 25 0,0-25 0,-25 0 16,25 0-16,0 0 0,0 0 0,0 24 0,0-24 15,0 0-15,-24 0 0,24 25 0,0-25 0,0 0 0,0 25 16,0-25-16,0 0 0,0 25 0,0-25 0,-25 0 15,25 25-15,0-25 0,0 24 0,0-24 0,0 0 16,0 25-16,25-25 0,-25 0 0,0 25 0,0-25 0,0 25 16,0-25-16,0 0 0,24 0 0,-24 25 0,0-25 15,0 0-15,25 24 0,-25-24 0,0 0 0,0 0 16,0 0-16,25 25 0,-25-25 0,0 0 0,25 0 0,-25 0 15,0 0-15,0 0 0,25 0 0,-25 0 0,0 0 16,0 0-16,24-25 0,-24 25 0,0 0 0,0 0 0,0 0 16,25 0-16,-25-24 0,0 24 0,0 0 0,25 0 15,-25-25-15,0 25 0,0 0 0,0-25 0,0 25 0,25 0 16,-25-25-16,0 25 0,0 0 0,0-25 0,0 25 15,0 0-15,0-24 0,0 24 0,0-25 0,0 25 0,0 0 16,0-25-16,0 25 0,-25-25 0,25 25 0,0 0 16,0 0-16,0-25 0,0 25 0,0 0 0,0 0 15,0 0-15,0 0 0,0 0 0,0-24 0,0 24 0,0 0 16,0 0-16,0 0 0,0 0 0,0 0 0,0 24 15,0-24-15,0 0 0,0 0 0,0 0 0,0 0 16,0 0-16,0 0 0,0 0 0,0 0 0,0 0 0,0 0 16,0 0-16,0 0 0,0 0 15,0 0-15,0 0 0,0 0 0</inkml:trace>
  <inkml:trace contextRef="#ctx0" brushRef="#br0" timeOffset="4638.2653">4415 3225 0,'0'0'16,"0"0"-16,0 0 0,0 0 0,0 0 0,0 0 15,0 0-15,0 0 0,0 0 0,0 0 0,0 0 0,0 0 16,0 0-16,0 0 0,0 0 0,0 0 0,0 0 15,0 0-15,0 0 0,0 0 0,0 0 0,0 0 16,0 0-16,0 0 0,0 0 0,0 0 0,0 24 0,0-24 16,0 0-16,0 0 0,0 0 0,0 25 0,0-25 15,0 0-15,0 0 0,0 25 0,0-25 0,0 0 0,0 0 16,0 25-16,0-25 0,0 0 0,0 25 0,0-25 15,0 0-15,0 24 0,0-24 0,0 0 0,0 0 0,0 25 16,0-25-16,0 0 0,0 0 0,0 25 0,0-25 0,0 0 16,0 0-16,0 0 0,0 0 0,0 0 0,0 0 15,0 0-15,0 0 0,0 0 0,0 0 0,0 25 16,0-25-16,0 0 0,0 0 0,0 0 0,0 0 0,0 0 15,0 0-15,0 0 0,0 0 0,0-25 0,0 25 16,0 0-16,0 0 0,0 0 0,25 0 0,-25 0 16,0 0-16,0-25 0,0 25 0,0 0 0,0 0 0,0-25 15,0 25-15,0 0 0,25-24 0,-25 24 0,0 0 16,0-25-16,25 25 0,-25 0 0,0-25 0,0 25 0,0 0 15,24-25-15,-24 25 0,0 0 0,25-25 0,-25 25 16,0 0-16,0 0 0,25 0 0,-25 0 0,0-24 16,0 24-16,25 0 0,-25 0 0,0 0 0,0 0 15,25 0-15,-25 0 0,0 0 0,0 0 0,0 0 0,24 24 16,-24-24-16,0 0 0,0 0 0,0 0 0,0 0 0,0 0 15,0 25-15,0-25 0,0 0 0,0 0 0,25 0 16,-25 25-16,0-25 0,0 0 0,0 0 0,0 25 16,0-25-16,0 0 0,0 25 0,0-25 0,0 0 0,0 24 15,0-24-15,0 0 0,0 25 0,0-25 0,0 0 0,0 25 16,-25-25-16,25 0 0,0 0 0,0 25 15,0-25-15,0 0 0,0 0 0,0 0 0,0 25 0,0-25 16,0 0-16,0 0 0,0 0 0,0 0 0,0 0 0,0 0 16,0 0-16,25 0 0,-25 0 0,0 0 0,0 0 15,25 0-15,-25-25 0,0 25 0,25 0 0,-25 0 16,25 0-16,-25-25 0,0 25 0</inkml:trace>
  <inkml:trace contextRef="#ctx0" brushRef="#br0" timeOffset="5337.3053">5035 3274 0,'0'0'0,"0"0"0,0 0 0,0-25 0,0 25 0,0 0 16,0 0-16,0 0 0,0 0 0,0 0 0,-24-24 15,24 24-15,0 0 0,0 0 0,0 0 0,0 0 0,0 0 16,-25-25-16,25 25 0,0 0 0,0 0 0,0 0 15,-25 25-15,25-25 0,0 0 0,0 0 0,0 0 16,0 0-16,0 0 0,-25 0 0,25 0 0,0 0 16,0 24-16,0-24 0,0 0 0,0 0 0,-25 25 0,25-25 15,0 0-15,0 0 0,0 25 0,-24-25 0,24 25 0,0-25 16,0 0-16,0 25 0,0-25 0,0 0 15,0 24-15,0-24 0,0 0 0,0 25 0,0-25 0,0 0 16,0 25-16,0-25 0,0 0 0,0 0 0,0 25 0,0-25 16,0 0-16,0 0 0,0 0 0,0 0 0,24 0 15,-24 0-15,0 0 0,0 0 0,0 0 0,25 0 16,-25 0-16,0 0 0,25 0 0,-25 0 0,0-25 0,25 25 15,-25 0-15,25 0 0,-25-25 0,0 25 0,24 0 0,-24-25 16,0 25-16,25 0 0,-25 0 0,0-24 0,0 24 16,0 0-16,0-25 0,25 25 0,-25 0 0,0 0 15,0-25-15,0 25 0,0 0 0,0 0 0,0 0 0,0 0 16,0 0-16,0 0 0,0 0 0,0 0 0,0 0 15,0 0-15,0 0 0,-25 25 0,25-25 0,0 0 16,0 0-16,0 25 0,0-25 0,0 24 0,0-24 0,0 25 16,0-25-16,0 25 0,0 0 0,0-25 0,0 25 15,0-1-15,0 1 0,0-25 0,0 25 0,0 0 16,0 0-16,0-25 0,0 24 0,0 1 0,0 0 0,0-25 15,-25 25-15,25 0 0,0-25 0,0 25 0,0-25 16,0 24-16,0-24 0,0 0 0,0 25 0,0-25 0,0 0 16,0 0-16,0 0 0,0 25 0,0-25 0,0 0 15,0 0-15,0 0 0,0 0 0,0 0 0,-24 0 0,24 0 16,0 0-16,0 0 0,0 0 0,0 0 0,-25 0 15,25 0-15,0 0 0,0 0 0,-25 0 0,25 0 0,0-25 16,0 25-16,0 0 62,0 0-62,0 0 0,0-25 0,0 25 0,0 0 0,0 0 16,0-24-16,25 24 0,-25 0 0,0 0 0,0 0 0,25-25 0,-25 25 0,0 0 0,0 0 0,24-25 0,-24 25 0,0 0 0,25 0 0,-25-25 0,0 25 0,25 0 0,-25-25 0,0 25 0,0 0 0,25 0 0,-25-25 0,0 25 0,0 0 0,25-24 16,-25 24-16,0-25 0,0 25 0,0 0 0,0-25 15,0 25-15,0-25 0,0 25 0,0 0 0,0-25 0,0 25 16,0 0-16</inkml:trace>
  <inkml:trace contextRef="#ctx0" brushRef="#br0" timeOffset="5865.3355">4366 3001 0,'-25'0'0,"25"25"16,0-25-16,0 0 0,0 0 0,0 0 0,0 0 16,0 0-16,0 0 0,0 0 0,0 0 0,0 0 0,0 0 15,0 0-15,0 0 0,0 0 0,0 0 0,0-25 16,0 25-16,0 0 0,0 0 0,0 0 0,25 0 15,-25 0-15,0 0 0,0 0 0,0-24 0,0 24 16,0 0-16,0 0 0,0 0 0,24-25 0,-24 25 0,0 0 16,0-25-16,0 25 0,25 0 0,-25 0 0,0-25 15,0 25-15,0 0 0,25 0 0,-25-25 0,0 25 0,0 0 16,0 0-16,25 0 0,-25-24 0,0 24 0,0 0 15,0 0-15,25 0 0,-25 0 0,0 0 0,0 0 0,0 0 16,0 0-16,0 0 0,24 0 0,-24 24 0,0-24 0,0 0 16,0 0-16,0 0 0,25 0 0,-25 0 0,0 0 15,0 0-15,0 25 0,25-25 0,-25 0 0,0 0 0,25 0 16,-25 0-16,0 0 0,25 25 0,-25-25 0,0 0 15,24 0-15,-24 25 0,25-25 0,-25 0 0,0 0 0,25 0 16,-25 0-16,25 25 0,-25-25 0,25 0 0,-25 0 16,24 0-16,-24 0 0,25 0 0,-25 0 0,25 0 15,-25 0-15</inkml:trace>
  <inkml:trace contextRef="#ctx0" brushRef="#br0" timeOffset="6855.3921">6127 3249 0,'0'0'0,"0"0"15,0 0-15,0 0 0,0 0 0,0 0 0,-25 0 0,25 0 16,0 0-16,0-24 0,0 24 0,0 0 0,0 0 15,0 0-15,0 0 0,0 0 0,0 0 0,-25 0 0,25 0 16,0 0-16,0 0 0,0 0 0,0 0 0,0-25 0,-25 25 16,25 0-16,0 0 0,0 0 0,-24 0 0,24 0 15,0 25-15,0-25 0,0 0 0,-25 0 0,25 0 16,0 0-16,-25 24 0,25-24 0,0 0 0,0 25 0,-25-25 15,25 0-15,0 25 0,-25-25 0,25 0 0,0 25 16,0-25-16,0 25 0,0-25 0,-24 0 0,24 24 0,0-24 16,0 25-16,0-25 0,0 0 0,0 25 0,0-25 15,0 0-15,0 0 0,0 25 0,24-25 0,-24 0 16,0 0-16,0 0 0,0 25 0,0-25 0,25 0 47,-25 0-1,0 0-46,0 0 0,0 0 0,25 0 0,-25 0 0,0 0 0,0 0 0,25 0 0,-25 0 0,0 0 0,25 0 0,-25-25 0,0 25 0,0 0 0,24 0 0,-24-25 0,0 25 0,25 0 0,-25-25 0,0 25 0,0 0 0,0-25 0,0 25 0,25 0 0,-25-24 0,0 24 0,0-25 0,0 25 0,0 0 0,0 0 0,0-25 0,0 25 16,0 0-16,0 0 0,0-25 0,0 25 0,0 0 0,0 0 16,0 0-16,0 0 0,0 0 0,0 0 0,0 0 15,0 25-15,0-25 0,0 0 0,0 0 0,0 25 16,0-25-16,0 0 0,0 25 0,-25-25 0,25 24 0,0-24 15,0 25-15,0 0 0,0-25 0,0 25 0,0-25 0,0 25 16,0-1-16,0 1 0,0-25 0,0 25 0,-25 0 16,25-25 15,0 25-31,0-1 0,0-24 0,0 25 0,0-25 0,0 25 0,0-25 0,0 25 0,0-25 0,0 0 0,0 25 0,0-25 0,0 0 0,0 25 0,-24-25 15,24 0-15,0 24 0,0-24 0,0 0 0,0 0 0,0 25 16,0-25-16,0 0 0,-25 0 0,25 0 0,0 0 16,0 0-16,0 0 0,0 0 0,0 0 0,-25 0 15,25 0-15,0 0 0,0 0 0,0-25 0,0 25 16,0 0-16,0 0 0,0 0 0,0 0 0,0 0 0,0-24 15,0 24-15,0 0 0,0 0 0,25 0 0,-25 0 16,0-25-16,0 25 0,0 0 0,0 0 0,25-25 0,-25 25 16,0 0-16,0 0 0,24-25 0,-24 25 0,0 0 15,0-25-15,25 25 0,-25-25 0,0 25 0,25 0 0,-25-24 16,0 24-16,0-25 0,25 25 0,-25 0 0,0-25 15,25 25-15,-25 0 0,0-25 0,0 25 0,24 0 16,-24-25-16,0 25 0,25 0 0</inkml:trace>
  <inkml:trace contextRef="#ctx0" brushRef="#br0" timeOffset="7137.4082">6375 3299 0,'0'0'0,"0"-25"0,0 25 0,0 0 15,0 0-15,25 0 0,-25 0 0,0 0 0,0-25 0,0 25 16,0 0-16,0 0 0,0 0 0,0 0 0,0 0 15,-25 0-15,25 25 0,0-25 0,0 0 0,0 0 0,0 0 16,0 0-16,0 25 0,0-25 0,0 0 0,0 0 16,0 25-16,0-25 0,0 0 0,0 25 0,0-25 0,0 24 15,-25-24-15,25 25 0,0-25 0,0 25 0,0-25 16,0 0-16,0 25 0,0-25 0,0 25 0,0-25 15,0 24-15,-25-24 0,25 0 0,0 25 0,0-25 0,0 0 16,0 0-16,0 0 0,0 25 0,0-25 0,0 0 16,0 0-16,0 0 0,0 0 0,0 0 0,0 0 15,0-25-15,0 25 0,25 0 0,-25-25 0,0 25 0,0 0 16,0-24-16,0 24 0,25-25 0</inkml:trace>
  <inkml:trace contextRef="#ctx0" brushRef="#br0" timeOffset="7309.4181">6499 3076 0,'0'0'0,"0"0"15,0 0-15,0 0 0,0 0 0,0-25 0,0 25 0,0 0 16,0 0-16,0 0 0,0 0 0,0 0 0,0 0 16,0 0-16,0 0 0,0 0 0,0 0 0,0 0 15,0 0-15,0 0 0,0 0 0,0 0 0,0 0 0,0 0 16,0 0-16,0 0 0,0 25 0,0-25 0,0 0 0,0 0 15,0 0-15,0 25 0,0-25 0</inkml:trace>
  <inkml:trace contextRef="#ctx0" brushRef="#br0" timeOffset="8065.4613">6747 3274 0,'0'0'0,"0"0"0,0 0 16,0-25-16,0 25 0,0 0 0,0 0 0,0 0 0,0 0 15,0 0-15,0 0 0,0 0 0,0-24 0,0 24 16,0 0-16,0 0 0,0 0 0,0 0 0,0 0 16,-25 0-16,25 0 0,0 0 0,0 0 0,0 0 0,0 0 15,0 0-15,-25 0 0,25 0 0,0 0 0,0 0 16,0 0-16,-25 0 0,25 0 0,0 0 15,0 24-15,-24-24 0,24 0 0,0 0 0,0 0 0,0 0 0,-25 0 16,25 0-16,0 25 0,0-25 0,0 0 0,-25 0 16,25 25-16,0-25 0,0 0 0,-25 25 0,25-25 0,0 0 15,0 25-15,0-25 0,0 0 0,0 0 0,0 24 0,0-24 16,0 0-16,0 25 0,0-25 0,0 0 15,0 25-15,0-25 0,0 0 0,0 25 0,0-25 0,0 0 16,25 25-16,-25-25 0,0 0 0,0 0 0,0 24 16,0-24-16,0 0 0,0 0 0,25 0 0,-25 0 0,0 0 15,0 0-15,0 0 0,25 0 0,-25 0 0,0 0 16,0 0-16,0 0 0,0 0 0,24 0 0,-24 0 0,0 0 15,0 0-15,0-24 0,25 24 0,-25 0 0,0 0 16,0 0-16,0 0 0,0-25 0,25 25 0,-25 0 16,0 0-16,0 0 0,0-25 0,0 25 0,0-25 0,0 25 15,25 0-15,-25-25 0,0 25 0,0 0 0,0-24 0,0 24 16,0 0-16,25-25 0,-25 25 0,0 0 15,0 0-15,0-25 0,0 25 0,0 0 0,0 0 0,0 0 16,0 0-16,0 0 0,0 0 0,0 0 0,0 0 0,0 0 16,0 0-16,0 0 0,0 0 0,0 0 0,0 0 15,0 0-15,0 0 0,0 0 0,0 0 0,0 0 16,0 0-16,0 0 0,0 0 0,0 0 0,-25 25 0,25-25 15,0 0-15,0 0 0,0 25 0,0-25 0,0 24 16,0-24-16,0 25 0,0-25 0,0 0 0,-25 25 16,25-25-16,0 25 0,0-25 0,0 0 0,0 25 0,0-25 15,0 0-15,0 24 0,0-24 0,0 0 0,0 0 0,0 0 16,0 25-16,0-25 0,25 0 0,-25 0 0,0 0 15,0 0-15,0 0 0,0 0 0,25 0 0,-25 0 16,0-25-16,0 25 0,24 0 0,-24 0 0,0 0 16,0 0-16,25 0 0,-25-24 0,0 24 0,25 0 0,-25 0 15,0 0-15,0 0 0,25-25 0,-25 25 0,0 0 0,25 0 16</inkml:trace>
  <inkml:trace contextRef="#ctx0" brushRef="#br0" timeOffset="8458.4838">6945 3299 0,'0'0'0,"0"0"0,0 0 0,0 0 15,0 0-15,0 0 0,0 0 0,0 0 0,0 0 0,0 0 16,0 0-16,0 0 0,0 0 0,0 0 0,0 25 15,0-25-15,0 0 0,0 0 0,0 0 0,0 25 16,0-25-16,0 0 0,0 0 0,0 24 0,0-24 0,0 0 16,0 25-16,0-25 0,-24 0 0,24 25 0,0-25 0,0 0 15,0 25-15,0-25 0,0 0 0,0 25 0,0-25 16,0 0-16,0 0 0,0 0 0,0 0 0,0 0 15,0 24-15,0-24 0,0 0 0,0 0 0,0 0 0,0 0 16,0 0-16,0 0 0,0-24 0,0 24 0,0 0 16,0 0-16,24 0 0,-24 0 0,0-25 0,0 25 15,0 0-15,25-25 0,-25 25 0,0-25 0,25 25 0,-25 0 16,0-25-16,0 25 0,25 0 0,-25-24 0,0 24 15,25 0-15,-25-25 0,0 25 0,0 0 0,24 0 0,-24 0 16,0 0-16,0 0 0,25 0 0,-25 0 0,0 0 16,0 0-16,0 0 0,0 0 0,0 0 0,0 0 15,0 25-15,0-25 0,0 0 0,0 0 0,0 24 0,0-24 16,0 0-16,0 0 0,0 25 0,0-25 0,0 0 15,0 25-15,0-25 0,0 0 0,0 25 0,0-25 0,0 0 16,0 0-16,0 25 0,0-25 0,0 0 0,0 0 16,0 0-16,0 0 0,0 0 0,0 0 0,0 0 0,0 0 15,25 0-15,-25 0 0,0 0 0,25 0 0,-25-25 16,25 25-16</inkml:trace>
  <inkml:trace contextRef="#ctx0" brushRef="#br0" timeOffset="9456.5409">7714 3225 0,'0'0'0,"0"0"15,0 0-15,0 0 0,25 0 0,-25 0 0,0-25 0,0 25 16,0 0-16,0 0 0,0 0 0,0 0 0,0 0 16,0 0-16,0 0 0,0 25 0,0-25 0,0 0 0,0 0 15,0 24-15,0-24 0,0 0 0,0 25 0,0-25 16,0 25-16,0-25 0,0 25 0,0-25 0,0 25 0,0-25 15,0 0-15,0 24 0,0-24 0,0 25 0,25-25 16,-25 25-16,0-25 0,0 25 0,0-25 0,0 25 16,0-25-16,0 0 0,0 24 0,0-24 0,0 0 0,0 25 15,0-25-15,0 0 0,0 0 0,0 0 0,0 0 0,0 25 16,0-25-16,0 0 0,0 0 0,0 0 0,0 0 15,25-25-15,-25 25 0,0 0 0,0 0 0,0 0 16,24 0-16,-24-25 0,0 25 0,0 0 0,0-24 0,25 24 16,-25 0-16,0-25 0,0 25 0,0 0 0,25-25 15,-25 25-15,0 0 0,0-25 0,0 25 0,0 0 16,25-25-16,-25 25 0,0 0 0,0 0 0,0-24 0,0 24 15,0 0-15,25 0 0,-25-25 0,0 25 0,0 0 0,0 0 234,0 124-234,0-124 0,0 0 0,0 0 0,0 0 0,24 0 0,-24 0 0,0 0 0,0 0 0,0 0 0,0 0 0,25 0 0,-25 0 0,0 0 0,25 0 0,-25 0 0,0 0 0,25 0 0,-25-25 0,0 25 0,25 0 0,-25 0 16,25 0-16,-25 0 0,0 0 0,24-25 0,-24 25 0,0 0 0,25 0 0,-25 0 0,0 0 0,0-25 0,25 25 0,-25 0 0,0 0 0,0 0 0,0 0 0,0 0 0,0 0 0,0-24 16,0 24-16,0 0 0,0 0 0,0 0 0,0 0 15,0 0-15,0-25 0,0 25 0,-25 0 0,25 0 0,0 0 16,0 0-16,0-25 0,0 25 0,-25 0 0,25 0 15,0 0-15,0 0 0,0 0 0,-24 0 0,24-25 0,0 25 16,0 0-16,0 0 0,0 0 0,-25 0 16,25 0-16,0 25 0,0-25 0,0 0 0,0 0 0,0 0 15,-25 0-15,25 0 0,0 0 0,0 25 0,0-25 0,0 0 16,-25 0-16,25 25 0,0-25 0,0 0 0,0 24 15,0-24-15,0 0 0,0 25 0,0-25 0,0 25 0,0-25 16,0 0-16,0 25 0,0-25 0,0 25 0,0-25 16,0 0-16,0 24 0,0-24 0,0 0 0,0 25 0,0-25 15,0 0-15,0 0 0,25 0 0,-25 25 0,0-25 16,0 0-16,0 0 0,25 0 0,-25 0 0,0 0 15,0 0-15,25 0 0,-25 0 0,0 0 0,24 0 0,-24-25 16,0 25-16,25 0 0,-25 0 0,25 0 0,-25-25 16,25 25-16,-25 0 0,25 0 0,-25 0 0,24-24 0,-24 24 15</inkml:trace>
  <inkml:trace contextRef="#ctx0" brushRef="#br0" timeOffset="9937.5684">8756 3373 0,'0'0'0,"0"-24"0,0 24 0,0 0 0,0 0 0,0 0 0,0 0 0,0-25 0,-25 25 0,25 0 0,0 0 16,0 0-16,0 0 0,0-25 0,0 25 0,0 0 15,-25 0-15,25 0 0,0 0 0,0 0 0,0-25 0,0 25 16,-24 0-16,24 0 0,0 0 0,0 0 0,-25 0 16,25 0-16,0 0 0,-25 0 0,25 0 0,0 0 0,0 0 15,-25 0-15,25 25 0,0-25 0,0 0 0,-25 0 16,25 0-16,0 0 0,0 0 0,-24 0 0,24 0 0,0 25 15,0-25-15,0 0 0,0 0 0,-25 0 0,25 25 16,0-25-16,0 0 0,0 24 0,0-24 0,0 0 16,-25 25-16,25-25 0,0 0 0,0 0 0,0 25 0,0-25 15,0 0-15,0 25 0,0-25 0,0 0 0,25 25 0,-25-25 16,0 0-16,0 0 0,0 24 0,0-24 15,25 0-15,-25 0 0,0 0 0,0 25 0,24-25 0,-24 0 16,0 0-16,25 0 0,-25 0 0,25 0 0,-25 0 0,0 0 16,25 0-16,-25 0 0,25 0 0,-25-25 0,24 25 15,-24 0-15,25 0 0,-25-24 0,25 24 0,0 0 16,-25-25-16</inkml:trace>
  <inkml:trace contextRef="#ctx0" brushRef="#br0" timeOffset="10283.5882">9128 2977 0,'0'0'0,"0"0"0,0 0 15,0-25-15,0 25 0,0 0 0,0 0 0,0 0 0,0 25 16,0-25-16,0 0 0,0 0 0,0 0 0,0 0 15,0 24-15,0-24 0,-25 25 0,25-25 0,0 25 0,0-25 16,0 25-16,0 0 0,0-1 0,-24-24 16,24 25-16,0 0 0,0 0 0,0-25 0,0 25 0,-25-1 15,25 1-15,0-25 0,0 25 0,0 0 0,-25-25 0,25 25 16,0-25-16,0 24 0,0 1 0,0-25 0,-25 0 15,25 25-15,0-25 0,0 25 0,0-25 0,0 0 16,0 25-16,0-25 0,-25 0 0,25 0 0,0 24 16,0-24-16,0 0 0,0 25 0,0-25 0,0 0 0,0 0 15,-25 0-15,25 0 0,0 25 0,0-25 0,0 0 16,0 0-16,0 0 0,0 0 0,0 0 0,-24 0 0,24 0 15,0 0-15,0 0 0,0-25 0,0 25 0,-25 0 16,25 0-16,0-25 0</inkml:trace>
  <inkml:trace contextRef="#ctx0" brushRef="#br0" timeOffset="10715.6129">8880 3398 0,'0'0'0,"0"-25"0,0 25 0,0 0 16,0-24-16,0 24 0,0 0 0,0 0 0,25-25 15,-25 25-15,0 0 0,0 0 0,25 0 0,-25 0 0,0-25 16,24 25-16,-24 0 0,0 0 0,25 0 0,-25 0 16,0-25-16,25 25 0,-25 0 0,25 0 0,-25 0 15,0 0-15,25 0 0,-25 0 0,25 0 0,-25 0 0,24 0 16,-24 0-16,0 25 0,25-25 0,-25 0 0,0 0 15,0 0-15,0 0 0,25 25 0,-25-25 0,0 0 0,0 0 16,0 0-16,0 25 0,0-25 0,0 0 0,0 24 16,0-24-16,0 25 0,0-25 0,-25 0 0,25 25 15,0-25-15,0 25 0,0-25 0,0 0 0,0 25 0,-25-25 16,25 24-16,0-24 0,0 0 0,0 25 0,0-25 15,0 0-15,0 25 0,0-25 0,0 0 0,0 0 16,0 0-16,0 25 0,0-25 0,0 0 0,25 0 0,-25 0 16,0 0-16,0 0 0,0 0 0,0 0 0,25 0 0,-25 0 15,0 0-15,0 0 0,25 0 0,-25 0 0,25 0 16,-25-25-16,0 25 0,24 0 0,-24 0 0,25-25 15,-25 25-15,0 0 0,25-25 0,-25 25 0,0 0 0,0-24 16,25 24-16,-25-25 0,0 25 0,0-25 0,0 25 16,0-25-16,0 25 0,0 0 0,0-25 0,0 25 15,0-24-15,0 24 0,0 0 0,0 0 0,0-25 0,0 25 16,0 0-16,0 0 0,0 0 0,0 0 0,0 0 15,0-25-15,-25 25 0,25 0 0,0 0 0,0 0 0,0 0 16,-25 0-16,25 0 0,0 0 0,0 0 0,0 0 16,-25 0-16,25 0 0,0 0 0,0-25 0,0 25 0,0 0 15,0 0-15,0 0 0,0 0 0,0 0 0,0 0 16</inkml:trace>
  <inkml:trace contextRef="#ctx0" brushRef="#br0" timeOffset="10954.6265">9302 3076 0,'-25'0'16,"25"0"-16,0 0 0,0 0 0,25-25 0,-25 25 16,0 0-16,0 0 0,0 0 0,0 0 0,0 0 15,25 0-15,-25 0 0,0 0 0,24 0 0,-24 0 0,0 0 16,25 25-16,-25-25 0,0 0 0,0 0 0,25 0 15,-25 25-15,0-25 0,0 0 0,0 24 0,0-24 0,0 0 16,0 25-16,0-25 0,0 0 0,-25 25 0,25-25 16,-25 25-16,25-25 0,-24 0 0,-1 25 0,25-25 0,-25 24 15,0-24-15,0 0 0,25 0 0,-24 25 0,-1-25 16,0 0-16</inkml:trace>
  <inkml:trace contextRef="#ctx0" brushRef="#br0" timeOffset="11500.6578">10120 3274 0,'25'0'0,"-25"0"15,0 0-15,0 0 0,0 0 0,0 0 0,0 0 0,0 0 16,0 0-16,0 0 0,0 0 0,0 0 0,0 0 15,0 0-15,0 0 0,0 0 0,0 0 0,0 0 0,0 0 16,0 0-16,0 0 0,0 0 0,0 0 0,0 0 16,0 0-16,0 0 0,0 0 0,0 0 0,0 0 0,0 0 15,0 0-15,0 0 0,0 0 0,0 0 0,0 0 16,0 0-16,-25 25 0</inkml:trace>
  <inkml:trace contextRef="#ctx0" brushRef="#br0" timeOffset="11765.6729">10145 3597 0,'0'0'0,"0"0"0,0 24 0,0-24 0,0 0 0,0 0 15,0 0-15,0 0 0,0 0 0,0 0 0,0 0 0,0 0 16,0 0-16,0 0 0,0 0 0,0 0 0,0 0 16,0 0-16,0 0 0,0 0 0,0 0 0,0 0 0,0 0 15,0 0-15,0 0 0,0-24 0,0 24 0,25 0 16,-25 0-16,0 0 0,0 0 0,0 0 0,0 0 0,0 0 15,0 0-15,25 0 0,-25 0 0,0 0 0,0 0 16,25 0-16,-25 0 0</inkml:trace>
  <inkml:trace contextRef="#ctx0" brushRef="#br0" timeOffset="12430.711">11559 3076 0,'0'-25'0,"0"25"16,0 0-16,0 0 0,0-25 0,0 25 0,0 0 15,0 0-15,0 0 0,0 0 0,0 0 0,0-25 16,0 25-16,0 0 0,0 0 0,0 0 0,0 0 0,0 0 15,0 0-15,0 0 0,0 25 0,-25-25 0,25 0 16,0 0-16,0 0 0,0 25 0,0-25 0,0 0 16,0 0-16,0 25 0,0-25 0,0 25 0,0-25 0,0 24 15,0-24-15,0 25 0,0-25 0,0 25 0,0-25 16,0 25-16,0 0 0,-25-25 0,25 24 0,0-24 15,0 25-15,0-25 0,0 25 0,0-25 0,-24 25 0,24-25 16,0 25-16,0-25 0,0 24 0,0-24 0,-25 25 0,25-25 16,0 0-16,0 25 0,0-25 0,0 0 0,-25 0 15,25 25-15,0-25 0,0 0 0,0 0 0,0 0 16,0 0-16,0 0 0,0 25 0,0-25 0,0 0 0,0 0 15,0 0-15,0 0 0,0 0 0,0 0 0,0 0 0,0 0 16,0 0-16,0 0 0,0 0 0,0 0 0,0 0 16,0 0-16,0-25 0,0 25 0,0 0 0,0-25 15,25 25-15,-25 0 0,0-25 0,0 25 0,0 0 0</inkml:trace>
  <inkml:trace contextRef="#ctx0" brushRef="#br0" timeOffset="12827.7337">11832 3175 0,'0'0'0,"0"0"0,0 0 16,0 0-16,0-25 0,0 25 0,-25 0 0,25 0 15,0 0-15,0 0 0,0 0 0,0 0 0,0 0 0,0 0 16,-25 0-16,25 0 0,0-25 0,0 25 0,0 0 15,0 0-15,-25 0 0,25 0 0,0 0 0,0 0 16,-24 0-16,24 25 0,0-25 0,0 0 0,0 0 0,-25 0 16,25 25-16,0-25 0,0 0 0,-25 0 0,25 25 15,0-25-15,0 0 0,-25 0 0,25 25 0,0-25 16,0 24-16,-25-24 0,25 0 0,0 25 0,0-25 0,0 0 15,-24 25-15,24-25 0,0 0 0,0 0 0,0 25 0,0-25 16,0 0-16,0 25 0,0-25 0,0 0 16,0 0-16,24 24 0,-24-24 0,0 0 0,0 0 0,25 0 15,-25 0-15,0 0 0,25 0 0,-25 0 0,0 0 16,0 0-16,25 0 0,-25 25 0,0-25 0,0 0 0,25 0 15,-25 0-15,0 0 0,0 25 0,24-25 0,-24 0 0,0 0 16,0 0-16,0 25 0,0-25 16,0 0-16,25 0 0,-25 0 0,0 0 0,0 0 0,0 25 0,25-25 15,-25 0-15,0 0 0,0 0 0,25 0 0,-25 0 0,0 0 16,25 0-16,-25 0 0</inkml:trace>
  <inkml:trace contextRef="#ctx0" brushRef="#br0" timeOffset="13088.7486">12030 3274 0,'0'0'0,"0"0"0,0 0 0,0 0 0,0 0 0,0 0 16,0 0-16,-25 0 0,25 0 0,0 0 0,0 0 0,0 0 15,0 0-15,0 25 0,0-25 0,0 0 0,0 0 16,0 25-16,0-25 0,0 0 0,0 0 0,0 25 15,0-25-15,0 0 0,0 24 0,-24-24 0,24 0 0,0 25 16,0-25-16,0 0 0,0 25 0,0-25 0,0 0 16,0 25-16,0-25 0,0 25 0,0-25 0,0 0 15,0 24-15,0-24 0,0 0 0,0 0 0,0 0 0,0 0 16,0 0-16,0 0 0,0 0 0,0 0 0,0 0 0,0 0 15,0 0-15,0-24 0,0 24 0,0 0 0,24-25 16</inkml:trace>
  <inkml:trace contextRef="#ctx0" brushRef="#br0" timeOffset="13283.7598">12229 3001 0,'0'0'15,"0"0"-15,0 0 0,0 0 0,0 0 0,0 0 16,0 25-16,0-25 0,-25 0 0,25 0 0,0 0 0,0 25 15,0-25-15,-25 0 0,25 25 0,0-25 0,0 0 16,0 25-16,-25-25 0,25 0 0,0 24 0,0-24 16,-25 25-16,25-25 0,0 0 0,0 25 0,0-25 0,0 25 15,0-25-15,0 0 0,0 25 0</inkml:trace>
  <inkml:trace contextRef="#ctx0" brushRef="#br0" timeOffset="13790.7888">13047 3373 0,'0'0'16,"0"0"-16,0 0 0,0 0 0,0 0 0,0 0 15,25 0-15,-25 0 0,0 0 0,0 0 0,0 0 0,25 0 16,-25 0-16,0 0 0,25 0 0,-25 0 0,24-24 15,-24 24-15,0 0 0,25 0 0,-25-25 0,25 25 16,0-25-16,-25 25 0,25 0 0,-25-25 0,25 25 0,-1-25 16,-24 25-16,25 0 0,0-24 0,0 24 0,0-25 0,-25 25 15,24-25-15,1 0 0,0 25 0,-25-25 0,25 25 16,0-24-16,-25 24 0,24-25 0,1 25 0,-25-25 15,25 25-15,-25-25 0,0 25 0,0-25 0,0 25 0,25-24 16,-25 24-16</inkml:trace>
  <inkml:trace contextRef="#ctx0" brushRef="#br0" timeOffset="14265.8159">13568 2927 0,'0'0'0,"0"0"16,-25 0-16,25 0 0,0 0 0,0 0 0,-24 0 15,24 0-15,0 0 0,0 0 0,0 0 0,-25 0 0,25 0 16,0 25-16,0-25 0,0 0 0,0 0 0,0 0 16,0 0-16,0 0 0,0 25 0,-25-25 0,25 0 0,0 0 15,0 24-15,0-24 0,0 0 0,0 25 0,0-25 16,0 0-16,0 25 0,0-25 0,0 25 0,0-25 15,-25 25-15,25-25 0,0 24 0,0 1 0,0-25 0,0 25 16,0-25-16,0 25 0,-25-25 0,25 25 0,0-1 16,0-24-16,0 25 0,0 0 0,-24-25 0,24 25 0,0-25 15,0 25-15,0-25 0,0 24 0,0-24 0,-25 25 16,25-25-16,0 0 0,0 0 0,0 25 0,0-25 0,0 0 15,0 0-15,-25 25 0,25-25 0,0 0 0,0 0 16,0 0-16,0 0 0,0 25 0,0-25 0,0 0 16,0 0-16,0 0 0,0 0 0,0 0 0,0 0 0,0 0 15,0 0-15,0 24 0,0-24 0,0 0 0,0-24 16,0 24-16,25 0 0,-25 0 0,0 0 0,0 0 15,25-25-15,-25 25 0,0 0 0,24 0 0,-24-25 0,25 25 16,-25 0-16,25-25 0,-25 25 0,25 0 0,-25 0 16,25-25-16,-25 25 0,0 0 0,24 0 0,-24-24 0,25 24 15,-25 0-15,0 0 0,0 0 0,25 0 0,-25 0 16,0 0-16,0 0 0,0 0 0,0 0 0,0 0 0,0 0 15,0 0-15,0 24 0,0-24 0,0 0 0,0 0 16,0 25-16,0-25 0,0 0 0,0 25 0,0-25 16,0 25-16,0-25 0,-25 0 0,25 25 0,0-25 0,0 0 15,0 24-15,0-24 0,0 0 0,0 25 0,0-25 16,0 0-16,0 0 0,0 0 0,0 0 0,0 0 15,0 0-15,0 0 0,0 0 0,0 0 0,25 0 0,-25 0 16,0 0-16,0 0 0,25 0 0</inkml:trace>
  <inkml:trace contextRef="#ctx0" brushRef="#br0" timeOffset="15286.8743">13891 3299 0,'0'0'0,"-25"0"0,25 0 16,0 0-16,0 0 0,0 0 0,0 0 0,0 0 0,0 0 15,0 0-15,-25 0 0,25 0 0,0 0 0,0 0 16,0 0-16,0 25 0,0-25 0,0 0 0,0 0 16,0 25-16,0-25 0,0 24 0,0-24 0,0 0 0,0 25 15,0-25-15,0 25 0,-25-25 0,25 25 0,0-25 16,25 0-16,-25 25 0,0-25 0,0 0 0,0 0 0,0 24 15,0-24-15,0 0 0,0 0 0,0 25 0,0-25 0,25 0 16,-25 0-16,0 0 0,0 0 0,0 25 0,25-25 16,-25 0-16,0 0 0,24 0 0,-24 0 0,25-25 15,-25 25-15,0 0 0,25 0 0,-25 0 0,25 0 0,0-25 16,-25 25-16,24 0 0,-24 0 0,25-24 0,-25 24 15,25 0-15,-25-25 0,25 25 0,0 0 0,-25 0 16,24-25-16,-24 25 0,0 0 0,25 0 0,-25-25 0,25 25 16,-25 0-16,0 0 0,0-25 0,0 25 0,25 0 15,-25 0-15,0 0 0,0-24 0,0 24 0,0 0 16,0 0-16,0-25 0,0 25 0,0 0 0,-25 0 0,25-25 15,0 25-15,0 0 0,0 0 0,0 0 0,-25 0 0,25-25 16,0 25-16,0 0 0,0 0 0,0 0 0,0 0 16,-25 0-16,25 0 0,0 0 0,0 0 0,0 0 15,0 0-15,0 25 0,0-25 0,0 0 0,-24 0 0,24 0 16,0 25-16,0-25 0,0 0 0,0 25 0,0-25 15,0 0-15,0 24 0,0-24 0,-25 25 0,25-25 16,0 0-16,0 25 0,0-25 0,0 25 0,25-25 0,-25 0 16,0 25-16,0-25 0,0 24 0,0-24 0,0 0 0,0 25 15,0-25-15,0 0 0,24 0 0,-24 0 0,0 25 16,0-25-16,0 0 0,25 0 0,-25 0 0,0 0 15,25 0-15,-25 0 0,0 0 0,25 0 0,-25-25 0,25 25 16,-25 0-16,24 0 0,-24 0 0,25-25 0,0 25 16,-25-24-16,25 24 0,-25 0 0,0-25 0,25 25 15,-25 0-15,0 0 0,25-25 0,-25 25 0,0 0 0,0-25 16,24 25-16,-24 0 0,0-25 0,0 25 0,0 0 15,0-24-15,0 24 0,25-25 0,-25 25 0,0 0 16,0 0-16,0-25 0,0 25 0,0 0 0,0-25 0,0 25 16,0 0-16,0 0 0,0 0 0,0-25 0,0 25 0,0 0 15,0 0-15,0 0 0,0 0 0,0 0 0,0 0 16,0 0-16,0 0 0,0 25 0,0-25 0,0 0 15,0 0-15,0 0 0,0 25 0,0-25 0,0 0 0,0 25 16,0-25-16,-25 0 0,25 25 0,0-25 0,0 24 16,0-24-16,0 0 0,0 25 0,0-25 0,0 0 0,0 25 15,0-25-15,0 0 0,0 25 0,0-25 0,0 0 16,0 25-16,0-25 0,25 0 0,-25 0 0,0 24 0,0-24 15,0 0-15,0 0 0,25 0 0,-25 0 0,0 0 16,25 0-16,-25 0 0,0 0 0,25 0 0,-25 0 16,0 0-16,24 0 0,-24 0 0,25-24 0,-25 24 0,0 0 15,25 0-15,-25-25 0,25 25 0,-25 0 0,0-25 16,25 25-16,-25 0 0,0-25 0,0 25 0,24 0 15,-24-25-15,0 25 0,0-24 0,0 24 0,25 0 0,-25-25 16,0 25-16,0 0 0,0-25 0,0 25 0,0 0 16,0 0-16,0 0 0,0 0 0,0 0 0,0 0 0,0 0 15,0 0-15,0 0 0,0 0 0,0 0 0,0 0 16,0 0-16,0 0 0,0 0 0,0 0 0,0 25 0,0-25 15,0 0-15,-25 25 0,25-25 0,0 0 0,0 24 16,0-24-16,0 0 0,0 25 0,0-25 0,0 0 16,0 25-16,0-25 0,0 0 0,0 25 0,0-25 0,0 0 15,0 25-15,0-25 0,0 0 0,25 0 0,-25 0 16,0 0-16,0 24 0,0-24 0,25 0 0,-25 0 0,0-24 15,25 24-15,-25 0 0,0 0 0,0 0 0,0 0 16,0 0-16,25-25 0,-25 25 0,0 0 0,0 0 0</inkml:trace>
  <inkml:trace contextRef="#ctx0" brushRef="#br0" timeOffset="15550.8894">14312 3051 0,'0'-25'0,"0"25"0,0 0 0,0 0 16,0-25-16,25 25 0,-25 0 0,0 0 0,0-24 0,0 24 16,0 0-16,0 0 0,25-25 0,-25 25 0,0 0 15,25 0-15,-25 0 0,0 0 0,25 0 0,-25-25 16,24 25-16,-24 0 0,25 0 0,-25 0 0,0 0 0,25 0 15,-25 0-15,0 0 0,25 0 0,-25 0 0,25 0 16,-25 0-16,0 0 0,0 0 0,0 0 0,24 25 0,-24-25 16,0 0-16,0 25 0,0-25 0,0 24 0,0-24 15,-24 25-15,24-25 0,0 25 0,0 0 0,0-25 16</inkml:trace>
  <inkml:trace contextRef="#ctx0" brushRef="#br0" timeOffset="15744.9005">14139 3944 0,'-25'0'16,"25"25"-16,0-25 0,0 0 0,0 0 0,0 0 15,0 25-15,-25-25 0,25 0 0,0 0 0,0 0 0,0 0 16,0 0-16,0 0 0,0 0 0,0 0 0,25 0 15,-25 0-15,0-25 0,0 25 0,0 0 0,0-25 16,0 25-16,0-25 0,0 25 0</inkml:trace>
  <inkml:trace contextRef="#ctx0" brushRef="#br0" timeOffset="15949.9123">14213 2927 0,'0'0'0,"0"-25"15,0 25-15,0 0 0,0 0 0,0 0 0,0 0 0,0 0 16,0 0-16,0-25 0,0 25 0,0 0 0,0 0 16,0 0-16,0 0 0,0 0 0,25 0 0,-25 0 0,0 0 15,0 0-15,0 0 0,0 0 0,0 0 0,0 0 16,0 0-16,0 0 0,0 0 0</inkml:trace>
  <inkml:trace contextRef="#ctx0" brushRef="#br0" timeOffset="16658.9528">15478 3423 0,'0'0'0,"0"0"0,0 0 0,0 0 0,0 0 15,0 0-15,0 0 0,25 0 0,-25 0 0,0 0 16,0-25-16,25 25 0,-25 0 0,25 0 0,-25-25 0,24 25 15,-24 0-15,25-24 0,0 24 0,-25-25 0,25 25 16,0-25-16,-1 25 0,1-25 0,0 25 0,0-25 16,0 25-16,-1-24 0,1 24 0,0-25 0,0 25 0,0-25 15,-1 0-15,1 25 0,0-25 0,0 1 0,0 24 16,-25-25-16,24 25 0,1-25 0,0 0 0,-25 25 0,25-25 15,-25 25-15,25 0 0,-25-24 0,0 24 0,24-25 16,-24 25-16,0-25 0,0 25 0,0 0 0,0-25 0,0 25 16,0 0-16,0-25 0,0 25 0,0 0 0,0 0 15,0-24-15,0 24 0,-24 0 0,24 0 0,0-25 16,0 25-16,-25 0 0,25-25 0,0 25 0,0 0 0,-25 0 15,25 0-15,0 0 0,0 0 0,0 0 0,0 0 16,-25 0-16,25-25 0,0 25 0,0 0 0,0 25 16,0-25-16,0 0 0,0 0 0,0 0 0,-25 0 0,25 0 15,0 25-15,0-25 0,0 0 0,0 0 0,0 25 0,0-25 16,0 24-16,0-24 0,0 0 0,0 25 0,0-25 15,-24 25-15,24 0 0,0-25 0,0 25 0,0-25 16,0 24-16,0 1 0,0-25 0,-25 25 0,25 0 0,0 0 16,0-25-16,0 24 0,0 1 0,-25-25 0,25 25 0,0 0 15,0 0-15,0-25 0,-25 24 0,25 1 0,0-25 16,0 25-16,0-25 0,-25 25 0,25 0 0,0-25 15,0 24-15,0-24 0,0 25 0,0-25 0,0 0 0,0 25 16,0-25-16,0 25 0,0-25 0,0 0 0,0 25 16,0-25-16,0 0 0,0 0 0,0 0 0,0 0 15,25 0-15,-25 0 0,25 0 0,-25 0 0,0 0 0,25 0 16,-25 0-16,25-25 0,-1 25 0,-24 0 0,25 0 15</inkml:trace>
  <inkml:trace contextRef="#ctx0" brushRef="#br0" timeOffset="17077.9768">16321 3373 0,'0'0'16,"0"0"-16,0 0 0,0 0 0,0 0 0,0-24 15,0 24-15,0 0 0,-24 0 0,24 0 0,0-25 0,0 25 16,0 0-16,0 0 0,0 0 0,0-25 0,-25 25 16,25 0-16,0 0 0,0 0 0,0 0 0,0 0 0,0 0 15,0-25-15,0 25 0,-25 0 0,25 0 0,0 0 16,0 0-16,0 0 0,0 0 0,0 0 0,-25 0 0,25 0 15,0 0-15,0 25 0,-25-25 0,25 0 0,0 0 16,0 25-16,0-25 0,-24 0 0,24 25 0,0-25 16,0 0-16,0 24 0,-25-24 0,25 0 0,0 25 0,0-25 15,0 0-15,0 25 0,0-25 0,0 0 0,-25 25 16,25-25-16,0 0 0,0 0 0,0 25 0,0-25 15,0 0-15,0 0 0,0 0 0,0 0 0,0 0 0,25 0 16,-25 0-16,0 0 0,0 0 0,0 0 0,25 0 16,-25 0-16,0 0 0,24 0 0,-24 0 0,0 0 0,0-25 15,25 25-15,-25 0 0,0 0 0,25 0 0,-25-25 16,0 25-16,0 0 0,0 0 0,25 0 0,-25 0 0,0 0 15,0-25-15,0 25 0,0 0 0,0 0 0,0 0 16,0 0-16,0 0 0,0 0 0,0 0 0,0 0 16,0 25-16,0-25 0,0 0 0,0 0 0,0 0 0,0 25 15,0-25-15,0 0 0,0 0 0,0 0 0,0 25 16,0-25-16,0 0 0,0 0 0,0 0 0,0 24 0,0-24 15,0 0-15,0 0 0,0 0 0,0 0 0,0 0 16,0 0-16,0-24 0,0 24 0,0 0 0,0-25 0</inkml:trace>
  <inkml:trace contextRef="#ctx0" brushRef="#br0" timeOffset="17252.9868">16247 3125 0,'0'0'0,"0"0"15,0 0-15,0 0 0,0 0 0,0 0 0,0 0 16,0 0-16,25 0 0,-25 0 0,0 0 0,25 0 0,-25 0 15,0 0-15,24 0 0,1 0 0,-25 0 0,25 0 16,0 0-16,-25-24 0,25 24 0,0 0 0,-1 0 0,1 0 16,0 0-16,-25 0 0,25 0 0,0 0 0,-1 0 15</inkml:trace>
  <inkml:trace contextRef="#ctx0" brushRef="#br0" timeOffset="18236.043">17363 2952 0,'0'0'0,"0"0"0,0 0 0,0 0 0,0 0 0,0 0 16,0 0-16,0 0 0,0 0 0,0 0 0,25 0 0,-25 0 15,0 0-15,0 0 0,0 0 0,0 0 0,0 25 16,0-25-16,0 0 0,0 0 0,0 24 0,0-24 15,0 0-15,0 25 0,0-25 0,25 25 0,-25 0 16,0-25-16,0 25 0,0-1 0,0-24 0,-25 25 0,25 0 16,0 0-16,0 0 0,0-25 0,0 24 0,0 1 15,0-25-15,0 25 0,0 0 0,0-25 0,0 25 0,0-25 16,0 24-16,0-24 0,0 0 0,0 25 0,0-25 15,0 25-15,0-25 0,0 0 0,0 0 0,0 0 16,0 0-16,0 0 0,0 25 0,0-25 0,0 0 0,0 0 16,0 0-16,0 0 0,0-25 0,25 25 0,-25 0 0,0 0 15,0 0-15,25-25 0,-25 25 0,24 0 0,-24-25 16,25 25-16,-25-24 0,25 24 0,-25-25 0,25 25 15,-25-25-15,25 0 0,-25 25 0,25-25 0,-25 1 0,24-1 16,-24 0-16,25 25 0,-25-25 0,25 0 0,-25 25 16,25-24-16,-25 24 0,0 0 0,0-25 0,25 25 15,-25 0-15,0 0 0,0 0 0,0 0 0,0 0 0,0 0 16,0 0-16,0 0 0,0 0 0,0 0 0,0 0 15,0 0-15,0 0 0,0 0 0,0 0 0,0 0 16,0 0-16</inkml:trace>
  <inkml:trace contextRef="#ctx0" brushRef="#br0" timeOffset="19743.1292">18058 3473 0,'0'0'0,"0"0"16,0 0-16,0 0 0,0 0 0,0 0 0,0 0 0,0 0 0,0 0 15,0 0-15,0 0 0,0 0 0,0 0 0,0 0 16,0 0-16,0 0 0,0 0 0,0 0 0,0 0 0,0 0 15,0 0-15,0 0 0,0 0 0,0 0 0,0 24 16,0-24-16,25 0 0,-25 0 0,0 0 0,0 0 0,0 25 16,0-25-16,0 0 0,0 0 0,0 25 0,0-25 15,0 0-15,0 25 0,0-25 0,0 0 0,-25 25 16,25-25-16,0 24 0,-25-24 0,25 25 0,-25-25 0,25 0 15,-25 25-15,1-25 0,24 0 0,-25 25 0,25-25 16,-25 0-16,25 0 0,-25 25 0,25-25 0,-25 0 0,25 0 16,0 0-16,0 0 0,0 0 0</inkml:trace>
  <inkml:trace contextRef="#ctx0" brushRef="#br0" timeOffset="20590.1777">18678 3299 0,'0'0'0,"0"0"0,0 0 0,0 0 16,0 0-16,25 0 0,-25 0 0,0 0 0,0 0 0,0-25 15,0 25-15,0 0 0,0 0 0,0 0 0,0 0 16,0-25-16,25 25 0,-25 0 0,0 0 0,0 0 0,0 0 15,0 0-15,0 0 0,0 0 0,0 0 0,0 0 16,0 0-16,0 0 0,0 0 0,-25 0 0,25 0 0,0 0 16,0 0-16,0 0 0,0 0 0,0 0 0,0 0 15,0 0-15,-25 0 0,25-24 0,0 24 0,0 0 16,0 0-16,-25 0 0,25 0 0,0 0 0,0 0 0,-25 0 15,25 0-15,0 0 0,0 0 0,-24 0 0,24 0 16,0 0-16,0 0 0,0 0 0,-25 24 0,25-24 0,0 0 16,0 0-16,0 0 0,-25 25 0,25-25 0,0 25 15,0-25-15,0 0 0,0 25 0,-25-25 0,25 25 0,0-25 16,0 24-16,0-24 0,0 25 0,0-25 0,0 25 15,0-25-15,0 25 0,0-25 0,0 0 0,0 25 16,0-25-16,0 0 0,0 24 0,0-24 0,0 0 0,25 25 16,-25-25-16,0 0 0,0 0 0,0 0 0,0 0 15,25 0-15,-25 0 0,25 0 0,-25 0 0,0 0 16,24 0-16,-24 0 0,25-25 0,-25 25 0,25 0 0,-25-24 15,25 24-15,0 0 0,-25-25 0,24 25 0,-24 0 16,25 0-16,-25-25 0,25 25 0,-25 0 0,25 0 16,-25 0-16</inkml:trace>
  <inkml:trace contextRef="#ctx0" brushRef="#br0" timeOffset="21148.2096">19075 3373 0,'0'0'0,"0"0"15,0-24-15,0 24 0,0 0 0,0 0 0,0 0 16,0 0-16,0 0 0,0-25 0,0 25 0,0 0 15,0 0-15,0 0 0,0-25 0,0 25 0,0 0 0,0 0 16,0 0-16,0-25 0,0 25 0,0 0 0,0 0 16,-25 0-16,25 0 0,0-25 0,0 25 0,0 0 15,-25 0-15,25 0 0,0 0 0,0 0 0,-25 0 0,25 0 16,0 0-16,-24 0 0,24 0 0,0 0 0,0 0 15,-25 0-15,25 0 0,-25 25 0,25-25 0,0 0 16,-25 0-16,25 0 0,0 25 0,-25-25 0,25 0 0,0 25 16,0-25-16,-24 25 0,24-25 0,0 24 0,0-24 0,-25 0 15,25 25-15,0-25 0,0 25 0,0-25 0,0 25 16,0-25-16,0 0 0,0 0 0,0 25 0,0-25 0,0 0 15,0 0-15,25 24 0,-25-24 0,0 0 0,0 0 16,0 0-16,0 0 0,24 0 0,-24 0 0,0 0 0,0 0 16,0 0-16,25 0 0,-25 0 0,0-24 0,25 24 15,-25 0-15,0 0 0,25 0 0,-25-25 0,0 25 16,25 0-16,-25 0 0,0-25 0,24 25 0,-24 0 0,0-25 15,25 25-15,-25 0 0,0-25 0,0 25 0,25-24 16,-25 24-16,0-25 0,0 25 0,0 0 0,0-25 16,25 25-16,-25 0 0,0 0 0,0-25 0,0 25 0,0 0 15,0 0-15,0 0 0,0 0 0,0 0 0,0 0 16,0 25-16,0-25 0,0 0 0,0 0 0,0 0 0,0 0 15,-25 25-15,25-25 0,0 0 0,0 25 0,0-25 16,0 0-16,0 24 0,0-24 0,0 0 0,-25 25 0,25-25 16,0 25-16,0-25 0,0 0 0,0 25 0,0-25 15,0 0-15,0 25 0,0-25 0,0 0 0,0 0 16,0 24-16,0-24 0,0 0 0,0 0 0,25 0 0,-25 0 15,0 0-15,0 0 0,25 0 0,-25 0 0,0 0 16,25-24-16,-25 24 0,24 0 0,-24 0 0,25-25 0,-25 25 16,25 0-16,0 0 0,-25-25 0,25 25 0</inkml:trace>
  <inkml:trace contextRef="#ctx0" brushRef="#br0" timeOffset="21416.2249">19372 3299 0,'0'-25'0,"0"25"0,0 0 0,0 0 0,0-25 15,0 25-15,0 0 0,0 0 0,0 0 0,0 0 16,0 0-16,-24 0 0,24-24 0,0 24 0,0 0 0,0 24 15,0-24-15,0 0 0,0 0 0,-25 0 0,25 0 16,0 0-16,0 0 0,0 25 0,-25-25 0,25 0 0,0 25 16,0-25-16,0 25 0,-25-25 0,25 25 0,0-25 15,0 24-15,0-24 0,0 25 0,0-25 0,0 25 0,0-25 16,0 25-16,0-25 0,0 0 0,0 25 0,0-25 15,0 24-15,0-24 0,0 0 0,25 0 0,-25 25 16,0-25-16,0 0 0,25 0 0,-25 0 0,0 0 0,25 0 16,-25 0-16,0 0 0,24 0 0,-24 0 0,25 0 15,0-25-15,-25 25 0,25 0 0,0-24 0,-1 24 0,-24-25 16,25 25-16,0-25 0,-25 0 0,25 25 0</inkml:trace>
  <inkml:trace contextRef="#ctx0" brushRef="#br0" timeOffset="21598.2353">19794 2927 0,'0'0'0,"0"0"16,0 0-16,0-25 0,0 25 0,0 0 0,0 0 0,-25 0 16,25 0-16,0 0 0,0 0 0,0 0 0,-24 0 15,24 25-15,0-25 0,0 0 0,-25 25 0,25-25 0,0 25 16,0-1-16,-25-24 0,25 25 0,0-25 0,-25 25 15,25-25-15,0 25 0,0-25 0,0 25 0,0-25 0,-25 24 16,25-24-16,0 0 0,0 25 0</inkml:trace>
  <inkml:trace contextRef="#ctx0" brushRef="#br0" timeOffset="22034.2603">20637 3349 0,'0'0'0,"0"0"0,0 0 15,0 0-15,0 0 0,0 0 0,0-25 0,0 25 0,-24 0 16,24 0-16,0 0 0,0 0 0,0 0 0,0 25 16,0-25-16,0 0 0,0 0 0,0 0 0,-25 24 15,25-24-15,0 25 0,0-25 0,0 25 0,0-25 0,0 25 16,-25-25-16,25 25 0,0-1 0,0-24 0,0 25 15,0 0-15,-25 0 0,25 0 0,0-25 0,0 24 16,0 1-16,0 0 0,-25-25 0,25 25 0,0 0 0,0-25 16,-24 25-16,24-1 0,0-24 0,0 25 0,0-25 15,-25 25-15,25-25 0,0 25 0,0-25 0,0 25 0,0-25 16,0 0-16,0 24 0,0-24 0,0 0 0,0 0 0,-25 25 15,25-25-15,0 0 0,0 0 0,0 0 16,0 0-16,0 0 0,0 0 0,0 0 0,0 0 0,0 0 16,0 0-16,0 0 0,0 0 0,0 0 0,0-25 0,0 25 15,0 0-15,0 0 0,0-24 0,0 24 0,0-25 16,0 25-16,0-25 0</inkml:trace>
  <inkml:trace contextRef="#ctx0" brushRef="#br0" timeOffset="22310.2761">20687 3225 0,'0'0'0,"25"-25"0,-25 25 0,0 0 0,25 0 0,-25 0 16,0 0-16,25 0 0,-25 0 0,24 0 0,-24 0 0,25 0 15,-25 0-15,0 0 0,25 0 0,-25 0 0,25 0 16,-25 25-16,0-25 0,25 0 0,-25 0 0,0 0 0,0 24 15,0-24-15,0 0 0,0 25 0,0-25 0,0 25 16,0-25-16,0 25 0,0-25 0,0 0 0,-25 25 16,25-25-16,0 24 0,-25-24 0,25 0 0,0 25 0,-25-25 15,25 0-15,0 25 0,-25-25 0,25 0 0,-24 25 16,24-25-16,0 0 0,-25 25 0,25-25 0,0 0 0,-25 24 15,25-24-15,0 0 0,0 0 0,0 0 0,0 0 16,0 0-16,-25 0 0,25 0 0,0-24 0,0 24 0,0 0 16</inkml:trace>
  <inkml:trace contextRef="#ctx0" brushRef="#br0" timeOffset="23007.3159">20985 3200 0,'0'0'0,"0"0"0,0 0 0,0 0 16,0 0-16,0 0 0,0 0 0,0 0 0,0 0 0,0 0 15,0 0-15,0 0 0,25 0 0,-25 0 0,0-25 0,24 25 16,-24 0-16,25 0 0,-25 0 0,25-25 0,-25 25 15,25 0-15,-25-25 0,25 25 0,-1 0 0,-24-24 16,25 24-16,-25-25 0,25 25 0,-25 0 0,0-25 16,25 25-16,-25 0 0,25-25 0,-25 25 0,0 0 0,0 0 15,24-25-15,-24 25 0,0 0 0,0-24 0,0 24 16,0 0-16,0 0 0,0-25 0,0 25 0,0 0 0,-24-25 15,24 25-15,0 0 0,0 0 0,0 0 0,0-25 16,-25 25-16,25 0 0,0 0 0,0-25 0,-25 25 16,25 0-16,0 0 0,0-24 0,0 24 0,0 0 0,-25 0 15,25 0-15,0 24 0,0-24 0,0 0 0,0 0 16,-25 0-16,25 25 0,0-25 0,0 0 0,0 0 0,0 25 15,0-25-15,0 0 0,0 25 0,0-25 0,0 0 16,-24 25-16,24-25 0,0 24 0,0 1 0,0-25 0,0 25 16,0-25-16,-25 25 0,25 0 0,0-25 0,0 24 15,-25-24-15,25 25 0,0 0 0,0-25 0,-25 25 0,25 0 16,0-25-16,0 24 0,-25-24 0,25 25 0,0-25 15,0 25-15,-24 0 0,24-25 0,0 0 0,0 25 0,-25-25 16,25 24-16,0-24 0,0 0 0,0 25 0,0-25 16,-25 0-16,25 25 0,0-25 0,0 0 0,0 0 15,0 0-15,0 0 0,0 0 0,0 0 0,0 0 0,0 0 16,0 0-16,0 0 0,0 0 0,0 0 0,0 0 15,0 0-15,25-25 0,-25 25 0,0 0 0,0 0 16,25-25-16,-25 25 0,0 0 0,24 0 0,-24-24 0,0 24 16,25 0-16,-25 0 0,0 0 0,0-25 0,25 25 15,-25 0-15,0 0 0,0 0 0,0 0 0,25 0 16,-25 0-16,0 0 0,0 0 0,0 0 0,0 0 0,0 25 15,0-25-15,0 0 0,0 0 0,0 0 0,0 0 0,0 24 16,0-24-16,0 0 0,0 0 0,0 0 0,0 25 16,0-25-16,0 0 0,0 0 0,0 25 0,0-25 15,0 0-15,0 0 0,0 25 0,0-25 0,-25 0 0,25 25 16,0-25-16,0 0 0,0 24 0,0-24 0,0 0 15,0 25-15,0-25 0,0 0 0,0 0 0,0 0 0,0 0 16,25 0-16,-25 25 0,0-25 0,25 0 0</inkml:trace>
  <inkml:trace contextRef="#ctx0" brushRef="#br0" timeOffset="23558.3474">21580 3398 0,'0'0'0,"0"-25"0,0 25 0,0 0 16,-25 0-16,25-24 0,0 24 0,0 0 0,0-25 15,0 25-15,0 0 0,-25 0 0,25-25 0,0 25 0,0 0 16,0 0-16,-24 0 0,24 0 0,0 0 0,0 0 16,0-25-16,-25 25 0,25 25 0,0-25 0,0 0 15,-25 0-15,25 0 0,0 0 0,0 0 0,-25 0 0,25 0 16,0 0-16,0 25 0,-25-25 0,25 0 0,0 0 15,0 25-15,-24-25 0,24 0 0,0 24 0,0-24 0,-25 0 16,25 25-16,0-25 0,0 25 0,0-25 0,-25 25 16,25-25-16,0 0 0,0 25 0,0-25 0,0 24 0,0-24 15,0 0-15,0 25 0,0-25 0,0 0 0,0 0 16,0 25-16,0-25 0,0 0 0,0 0 0,0 0 15,25 0-15,-25 0 0,0 25 0,0-25 0,0 0 0,25-25 16,-25 25-16,0 0 0,24 0 0,-24 0 0,0 0 16,25 0-16,-25 0 0,0 0 0,25 0 0,-25-25 15,25 25-15,-25 0 0,25-25 0,-25 25 0,0 0 0,24-24 16,-24 24-16,0-25 0,0 25 0,25 0 0,-25-25 15,0 25-15,0 0 0,0-25 0,0 25 0,25 0 0,-25-25 16,0 25-16,0 0 0,0-24 0,0 24 0,0 0 16,0 0-16,0 0 0,0 0 0,0 0 0,0 0 15,0 0-15,0 0 0,0 0 0,0 0 0,-25 0 0,25 0 16,0 0-16,0 24 0,0-24 0,0 0 0,0 0 15,0 25-15,0-25 0,0 0 0,-25 25 0,25-25 0,0 0 16,0 25-16,0-25 0,0 0 0,0 25 0,0-25 0,0 0 16,0 24-16,0-24 0,0 0 0,0 0 0,0 25 15,25-25-15,-25 0 0,0 0 0,0 25 0,0-25 0,0 0 16,0 0-16,0 0 0,0 0 0,25 0 0,-25 0 15,0 0-15,25 0 0,-25 0 0,0 0 0,25 0 16,-25 0-16,0-25 0,24 25 0,-24 0 0,0 0 16,25-25-16,-25 25 0</inkml:trace>
  <inkml:trace contextRef="#ctx0" brushRef="#br0" timeOffset="23944.3695">21779 3349 0,'0'0'0,"0"-25"0,0 25 16,0 0-16,0 0 0,0 0 0,0 0 0,0 0 16,0 0-16,0 0 0,0 0 0,0 25 0,0-25 0,0 0 15,0 0-15,0 24 0,0-24 0,0 25 0,0-25 0,0 0 16,-25 25-16,25-25 0,0 25 0,0-25 15,0 0-15,0 25 0,0-25 0,-25 0 0,25 24 0,0-24 16,0 0-16,0 0 0,0 25 0,0-25 0,0 0 0,0 0 16,0 0-16,0 25 0,0-25 0,0 0 0,0 0 15,0 0-15,0 0 0,0 0 0,0 0 0,0 0 0,0 0 16,0 0-16,0-25 0,0 25 0,25 0 0,-25 0 15,0-25-15,0 25 0,25 0 0,-25-24 0,0 24 16,24 0-16,-24-25 0,0 25 0,25-25 0,-25 25 0,0-25 16,25 25-16,-25-25 0,0 25 0,25 0 0,-25-24 15,0 24-15,25 0 0,-25 0 0,0 0 0,0 0 0,24 0 16,-24 0-16,0 0 0,0 0 0,0 24 0,0-24 15,0 0-15,0 0 0,0 25 0,0-25 0,-24 0 16,24 25-16,0-25 0,0 25 0,0-25 0,0 0 0,0 25 16,0-25-16,0 0 0,-25 0 0,25 24 0,0-24 15,0 0-15,0 0 0,0 25 0,0-25 0,0 0 16,0 0-16,0 0 0,0 25 0,0-25 0,0 0 0,0 0 15,0 0-15,0 0 0,0 0 0,0 0 0,0 0 0,25 0 16,-25 0-16,0 0 0,0 0 0,0 0 0,0-25 16</inkml:trace>
  <inkml:trace contextRef="#ctx0" brushRef="#br0" timeOffset="24223.3855">21506 3125 0,'0'0'0,"0"-24"16,-25 24-16,25 0 0,0 0 0,0-25 0,0 25 16,25 0-16,-25-25 0,0 25 0,0 0 0,0-25 15,24 25-15,-24 0 0,0 0 0,25-25 0,-25 25 0,0 0 16,0 0-16,25-24 0,-25 24 0,0 0 0,25 0 15,-25 0-15,0 0 0,25 0 0,-25 0 0,0 0 0,0 0 16,24 0-16,-24 24 0,0-24 0,0 0 0,0 0 16,0 25-16,25-25 0,-25 0 0,0 0 0,0 0 15,0 25-15,0-25 0,0 0 0,0 0 0,0 0 0,25 0 16,-25 0-16,0 0 0,0 0 0,0 0 0</inkml:trace>
  <inkml:trace contextRef="#ctx0" brushRef="#br0" timeOffset="24396.3954">21803 2853 0,'0'0'0,"0"0"0,25 0 0,-25 0 0,0 0 0,0 0 16,0 0-16,0 0 0,25-25 0,-25 25 0,0 0 0,25 0 15,-25 0-15,25 0 0,-25 0 0,24 0 0,1 0 16,-25 0-16,25 0 0,0 0 0,-25 0 0,25 0 15,-1 0-15,-24 0 0,25 0 0,-25 0 0,25 0 0</inkml:trace>
  <inkml:trace contextRef="#ctx0" brushRef="#br0" timeOffset="24861.422">22895 2853 0,'0'0'0,"0"0"0,0 0 16,0 0-16,0 24 0,0-24 0,0 0 0,0 0 0,-25 25 15,25-25-15,0 25 0,0-25 0,0 25 0,-25 0 16,25-25-16,0 24 0,0 1 0,0 0 0,-25-25 0,25 25 15,0 0-15,0-1 0,0-24 0,-24 25 0,24 0 16,0 0-16,0 0 0,-25-1 0,25-24 0,0 25 16,0 0-16,-25-25 0,25 25 0,0-25 0,0 25 15,0-1-15,-25-24 0,25 0 0,0 25 0,0-25 0,0 25 16,-25-25-16,25 0 0,0 0 0,0 0 0,0 0 15,-25 0-15,25 0 0,0 0 0,0 0 0,0 0 0</inkml:trace>
  <inkml:trace contextRef="#ctx0" brushRef="#br0" timeOffset="25330.4488">22696 3249 0,'0'-24'0,"0"24"15,25 0-15,-25 0 0,0-25 0,0 25 0,25 0 16,-25 0-16,0 0 0,0 0 0,25-25 0,-25 25 16,0 0-16,25 0 0,-25 0 0,24 0 0,-24 0 0,0 0 15,25 0-15,-25 0 0,25 0 0,-25 0 0,0 0 16,25 25-16,-25-25 0,0 0 0,25 0 0,-25 25 0,0-25 15,0 0-15,24 0 0,-24 24 0,0-24 0,0 25 16,0-25-16,0 0 0,0 25 0,0-25 0,0 25 16,0-25-16,-24 25 0,24-25 0,0 24 0,0-24 0,0 25 15,0-25-15,0 0 0,-25 25 0,25-25 0,0 25 16,0-25-16,0 0 0,0 0 0,0 25 0,0-25 0,0 0 15,0 0-15,0 0 0,0 0 0,0 0 0,0 0 16,0 0-16,0 0 0,25 0 0,-25 0 0,0 0 0,24 0 16,-24-25-16,0 25 0,25 0 0,-25 0 0,25-25 15,-25 25-15,25 0 0,-25-25 0,25 25 0,-25 0 0,24-25 16,-24 25-16,25-24 0,-25 24 0,25-25 15,-25 25-15,25-25 0,-25 25 0,0-25 0,25 25 0,-25-25 16,0 25-16,0 0 0,24-24 0,-24 24 0,0 0 0,0 0 16,0 0-16,0 0 0,0 0 0,0 0 0,-24 0 15,24 24-15,0-24 0,0 0 0,0 0 0,0 25 0,0-25 16,0 0-16,-25 25 0,25-25 0,0 25 0,0-25 15,0 0-15,0 25 0,0-25 0,0 24 0,-25-24 0,25 0 16,0 25-16,0-25 0,0 25 0,0-25 0,0 0 16,0 25-16,0-25 0,0 0 0,0 25 0,0-25 15,0 0-15,0 0 0,0 0 0,0 0 0,0 0 16,0 0-16,0 0 0,0 0 0,0 0 0,25 0 0,-25-25 15,0 25-15,0 0 0,0 0 0,0-25 0</inkml:trace>
  <inkml:trace contextRef="#ctx0" brushRef="#br0" timeOffset="25543.461">23292 3001 0,'0'0'0,"24"0"0,-24 0 16,0-24-16,0 24 0,0 0 0,25 0 0,-25 0 15,0 0-15,0 0 0,0 0 0,25 0 0,-25 0 0,0 0 16,25 0-16,-25 0 0,0 0 0,25 0 0,-25 24 15,0-24-15,0 0 0,0 0 0,24 25 0,-24-25 16,0 0-16,0 0 0,0 25 0,0-25 0,0 0 0,-24 0 16,24 25-16,0-25 0,0 0 0,-25 0 0,25 25 15,0-25-15,-25 0 0,25 0 0,-25 0 0,25 0 0,0 24 16,-25-24-16,25 0 0</inkml:trace>
  <inkml:trace contextRef="#ctx0" brushRef="#br0" timeOffset="25767.4738">23540 2704 0,'0'0'0,"24"-25"0,-24 25 16,0 0-16,25 0 0,-25 0 0,25 0 0,-25 0 15,0 25-15,25-25 0,-25 0 0,0 0 0,25 0 0,-25 25 16,24-25-16,-24 0 0,0 0 0,0 24 15,25-24-15,-25 0 0,0 0 0,0 25 0,0-25 0,0 0 16,0 25-16,0-25 0,0 0 0,-25 25 0,25-25 0,-24 0 16,24 25-16,-25-25 0,25 0 0,-25 0 0,0 24 15,25-24-15,-25 0 0,1 25 0,-1-25 0</inkml:trace>
  <inkml:trace contextRef="#ctx0" brushRef="#br0" timeOffset="26660.5249">24011 3225 0,'0'0'0,"0"24"0,25-24 0,-25 0 0,0 0 15,0 0-15,0 0 0,0 0 0,0 0 0,0 0 16,0 0-16,0 0 0,0 0 0,0 0 0,0 0 0,0-24 16,0 24-16,0 0 0,0 0 0,0 0 0,0 0 15,0 0-15,0-25 0,0 25 0,-25 0 0,25 0 0,0 0 16,0 0-16,0 0 0,-25 0 0,25-25 0,0 25 15,-25 0-15,25 0 0,0 25 0,-24-25 0,24 0 0,0 0 16,-25 0-16,25 0 0,-25 25 0,25-25 0,0 0 16,-25 24-16,25-24 0,0 25 0,-25-25 0,25 25 15,0-25-15,0 25 0,0-25 0,0 25 0,0-25 0,0 24 16,0-24-16,0 0 0,0 25 15,0-25-15,0 25 0,0-25 0,0 0 0,0 25 0,25-25 0,-25 0 0,0 0 16,0 25-16,0-25 0,25 0 0,-25 0 0,0 0 16,25 0-16,-25 0 0,0 0 0,25 0 0,-25 0 0,24 0 15,-24 0-15,25-25 0,-25 25 0,25 0 0,0 0 16,-25-25-16,25 25 0,-25 0 0,24 0 0,1-25 15,-25 25-15,25 0 0,-25-25 0,0 25 0,25 0 0,-25-24 16,0 24-16,25-25 0,-25 25 0,0 0 0,0-25 0,24 25 16,-24 0-16,0-25 0,0 25 0,0 0 15,0 0-15,0-25 0,0 25 0,0 0 0,0 0 0,0 0 16,-24 0-16,24 0 0,0 0 0,0-24 0,0 24 15,0 0-15,0 0 0,0 24 0,0-24 0,0 0 0,-25 0 16,25 0-16,0 25 0,0-25 0,0 25 0,0-25 16,0 25-16,-25-25 0,25 25 0,0-25 0,0 24 0,0-24 15,0 25-15,0-25 0,0 25 0,0-25 0,-25 25 16,25-25-16,0 25 0,0-25 0,0 0 0,0 24 15,25-24-15,-25 0 0,0 25 0,0-25 0,0 0 0,25 0 16,-25 0-16,0 25 0,25-25 0,-25 0 0,0 0 0,24 0 16,-24-25-16,25 25 0,-25 0 0,25 0 15,-25 0-15,25-25 0,0 25 0,-25 0 0,0-24 0,24 24 16,-24 0-16,25-25 0,-25 25 0,25 0 0,-25-25 0,0 25 15,25-25-15,-25 25 0,0-25 0,25 25 0,-25 0 16,0-24-16,0 24 0,0-25 0,0 25 0,24 0 0,-24-25 16,0 25-16,0 0 0,0 0 0,0-25 0,0 25 15,-24 0-15,24 0 0,0 0 0,0 0 0,0 25 16,0-25-16,0 0 0,0 25 0,-25-25 0,25 0 15,0 25-15,0-25 0,0 24 0,0-24 0,-25 0 0,25 25 16,0-25-16,0 0 0,0 25 0,0-25 0,0 0 0,0 25 16,0-25-16,0 0 0,0 25 0,0-25 0,0 0 15,0 24-15,0-24 0,0 0 0,0 0 0,0 25 16,25-25-16,-25 0 0,0 0 0,25 0 0,-1 0 0,-24 0 15,25 0-15,-25 0 0,25 0 0,0 0 0,0-25 16</inkml:trace>
  <inkml:trace contextRef="#ctx0" brushRef="#br0" timeOffset="27043.5468">24755 3324 0,'0'0'0,"0"-25"16,0 25-16,0 0 0,-25 0 0,25 0 0,0-25 0,0 25 16,0 0-16,0 0 0,0 0 0,0 0 0,0 0 15,-25 0-15,25 0 0,0 0 0,0 0 0,0 25 0,-24-25 16,24 0-16,0 0 0,0 25 0,-25-25 0,25 0 15,0 25-15,0-25 0,-25 0 0,25 24 0,0-24 16,-25 25-16,25-25 0,0 0 0,-25 25 0,25-25 16,0 0-16,0 25 0,0-25 0,0 0 0,0 0 0,0 25 15,0-25-15,0 0 0,0 0 0,0 0 0,0 0 0,25 24 16,-25-24-16,0-24 0,0 24 0,25 0 0,-25 0 15,0 0-15,25 0 0,-25 0 0,0 0 0,25 0 16,-25 0-16,0 0 0,24-25 0,-24 25 0,0 0 16,0 0-16,25-25 0,-25 25 0,0 0 0,0-25 0,25 25 15,-25 0-15,0 0 0,0 0 0,0 0 0,0 0 16,0 0-16,0 0 0,0 0 0,0 0 0,0 0 0,0 0 15,0 0-15,0 0 0,0 25 0,0-25 0,0 0 0,0 0 16,0 25-16,0-25 0,0 0 0,0 25 0,0-25 16,0 24-16,0-24 0,0 0 0,0 25 0,0-25 15,0 0-15,0 0 0,0 0 0,0 25 0,0-25 0,25 0 16,-25 0-16,0 0 0,0 0 0,0 0 0,0-25 15,0 25-15,0 0 0,25 0 0,-25-25 0</inkml:trace>
  <inkml:trace contextRef="#ctx0" brushRef="#br0" timeOffset="27273.5599">24929 2902 0,'25'0'0,"-25"0"16,0 0-16,0 0 0,24 0 0,-24 0 0,25 0 15,-25 0-15,0 0 0,25 0 0,-25 0 0,25 0 0,-25 25 16,0-25-16,25 0 0,-25 0 0,0 25 0,0-25 16,0 0-16,0 25 0,0-25 0,0 0 0,0 24 0,-25-24 15,25 0-15,-25 25 0,25-25 0,-25 0 0,0 0 16,1 25-16,24-25 0,-25 0 0,0 0 0,0 0 15,0 0-15,0 25 0,1-25 0</inkml:trace>
  <inkml:trace contextRef="#ctx0" brushRef="#br0" timeOffset="27946.5984">25896 3175 0,'0'0'0,"0"0"0,0 0 0,0 0 16,0 0-16,0 0 0,0 0 0,0 0 0,0 25 15,0-25-15,0 0 0,0 0 0,0 0 0,0 25 0,0-25 16,0 0-16,0 24 0,0-24 0,0 25 0,0-25 15,0 25-15,0 0 0,0-25 0,-25 25 0,25-1 16,0 1-16,0-25 0,0 25 0,0 0 0,0 0 0,0-25 16,0 24-16,0-24 0,0 25 0,0-25 0,0 25 15,0-25-15,0 0 0,0 0 0,0 25 0,0-25 0,0 0 16,0 0-16,25 0 0,-25 0 0,0 0 0,0 0 15,25 0-15,-25-25 0,0 25 0,25 0 0,-25 0 16,25-25-16,-25 25 0,0 0 0,24-25 0,-24 25 16,25-24-16,-25 24 0,25-25 0,0 0 0,-25 25 0,25-25 15,-25 0-15,24 25 0,-24-24 0,25-1 0,-25 25 0,25-25 16,-25 0-16,0 25 0,25-25 0,-25 25 0,0-24 15,0 24-15,0 0 0,0-25 0,25 25 0,-25 0 0,0 0 16,0 0-16,0 0 0,0 25 0,-25-25 0,25 0 16,0 0-16,0 0 0,0 0 0,0 0 0,0 0 15,0 0-15,0 0 0,0 0 0</inkml:trace>
  <inkml:trace contextRef="#ctx0" brushRef="#br0" timeOffset="30183.7264">26591 3423 0,'0'0'0,"0"0"0,0 0 15,0 0-15,0 0 0,24 25 0,-24-25 0,0 0 16,0 0-16,0-25 0,0 25 0,0 0 0,0 0 0,0 0 15,0 0-15,0 0 0,0 0 0,0 0 0,0 0 16,0 0-16,0 0 0,0 0 0,0 0 0,0 0 16,0 0-16,0 0 0,0 0 0,0 0 0,0 0 0,0 0 15,0 0-15,0 0 0,0 0 0,0 0 0,0 0 0,0 0 16,0 0-16,0 0 0,0 0 0,0 0 0,0 0 15,0 0-15,0 0 0,0 0 0,0 0 0,0 0 16,0 0-16,0 0 0,0 0 0,0 0 0,0 0 0,0 0 16,0 0-16,0 0 0,0 0 0,0 0 0,0 0 15,0 0-15,0 0 0,0 0 0,0 0 0,0 0 16,0 0-16,0 0 0,0 0 0,0 0 0,0 0 0,0 0 15,0 0-15,0 0 0,0 0 0,0 0 0,0 0 16,0 0-16,0 0 0,0 0 0,0 0 0,0 0 16,0 0-16,0 0 0,0 0 0,0 0 0,0 0 0,0 0 15,0 0-15,0 0 0,0 0 0,0 0 0,0 0 0,0 0 16,0 0-16,0 0 0,0 0 0,0 0 0,0 0 15,0 0-15,0 0 0,0 0 0,0 0 0,0 0 16,0 0-16,25 0 0,-25 0 0,0-25 0,0 25 0,0 0 16,0 0-16,0 0 0,25 0 0,-25 0 0,0 0 15,0 0-15,25-25 0,-25 25 0,0 0 0,0 0 0,0 0 16,25 0-16,-25-24 0,0 24 0,0 0 0,24 0 15,-24 0-15,0-25 0,0 25 0,0 0 0,25 0 0,-25-25 16,0 25-16,0 0 0,0 0 0,25 0 0,-25 0 16,0 0-16,0-25 0,25 25 0,-25 0 0,0 0 15,0 0-15,25 0 0,-25-25 0,0 25 0,24 0 16,-24 0-16,0-24 0,25 24 0,-25 0 0,0 0 0,0-25 15,25 25-15,-25 0 0,0 0 0,0 0 0,25-25 16,-25 25-16,0 0 0,0 0 0,0 0 0,0-25 0,0 25 16,0 0-16,25 0 0,-25 0 0,0 0 0,0-25 15,0 25-15,0 0 0,0 0 0,0 0 0,0 0 0,0 0 16,0 0-16,0 0 0,0 0 0,0 0 0,-25 0 15,25 0-15,0 0 0,0 0 0,0 0 0,0 0 0,0 0 16,0 0-16,0 0 0,0 0 0,0 0 0,0 0 16,0 0-16,0 0 0,0 0 0,0 0 0,0 0 15,0 0-15,0 0 0,0 0 0,0-24 0,0 24 0,0 0 16,0 0-16,0 0 0,0 0 0,0 0 0,0 0 15,0 0-15,0 0 0,0 0 0,0 0 0,0 0 16,0 0-16,0 0 0,0 0 0,0 0 0,0 0 0,0 0 16,0 0-16,0 0 0,0-25 0,0 25 0,0 0 15,0 0-15,0 0 0,0 0 0,0 0 0,0-25 0,0 25 16,0 0-16,25 0 0,-25 0 0,0 0 0,0-25 15,0 25-15,0 0 0,0 0 0,0 0 0,0 0 0,0-25 16,0 25-16,0 0 0,0 0 0,0 0 0,0 0 16,0 0-16,0 0 0,0 0 0,0-24 0,0 24 15,0 0-15,0 0 0,0 0 0,0 0 0,0 0 0,0 0 16,0 0-16,0 0 0,0 0 0,0 0 0,-25 0 15,25 0-15,0 0 0,0 0 0,0 0 0,0 24 0,0-24 16,0 0-16,-25 0 0,25 0 0,0 0 0,0 25 16,0-25-16,0 0 0,0 0 0,0 0 0,-25 25 15,25-25-15,0 0 0,0 0 0,0 25 0,0-25 0,-25 0 16,25 0-16,0 25 0,0-25 0,-24 0 0,24 24 15,0-24-15,0 25 0,-25-25 0,25 25 0,0-25 0,-25 0 16,25 25-16,0-25 0,0 25 0,-25-1 0,25-24 16,0 0-16,0 25 0,-25-25 0,25 25 0,0-25 15,0 25-15,0-25 0,0 25 0,-24-25 0,24 0 0,0 24 16,0-24-16,0 25 0,0-25 0,0 0 0,0 0 15,0 25-15,0-25 0,0 0 0,0 0 0,0 0 0,0 25 16,0-25-16,0 0 0,0 0 0,0 0 0,0 0 16,0 0-16,0 25 0,0-25 0,0 0 0,24 0 0,-24 0 15,0 0-15,0 0 0,25 0 0,-25-25 0,0 25 16,25 0-16,-25 0 0,25 0 0,-25 0 0,25 0 15,-25-25-15,24 25 0,-24 0 0,25 0 0,-25 0 0,25 0 16,-25-25-16,0 25 0,25 0 0,-25 0 0,0 0 16</inkml:trace>
  <inkml:trace contextRef="#ctx0" brushRef="#br0" timeOffset="30691.7554">27112 3373 0,'0'0'0,"0"0"0,24-24 0,-24 24 0,0 0 16,0 0-16,25-25 0,-25 25 0,0 0 0,0-25 15,25 25-15,-25 0 0,0-25 0,0 25 0,0 0 0,0-25 16,0 25-16,0 0 0,0 0 0,0-24 0,0 24 16,0 0-16,0 0 0,0 0 0,0-25 0,-25 25 0,25 0 15,0 0-15,0 0 0,0 0 0,0 0 0,0 0 16,-25 0-16,25 0 0,0 0 0,-24 0 0,24 0 15,-25 0-15,25 25 0,0-25 0,-25 0 0,25 24 0,-25-24 16,25 0-16,-25 0 0,25 25 0,0-25 0,-25 25 16,25-25-16,0 25 0,-24-25 0,24 0 0,0 25 15,0-25-15,-25 24 0,25-24 0,0 25 0,0-25 0,0 25 16,0-25-16,0 0 0,0 0 0,0 25 0,0-25 15,0 0-15,25 0 0,-25 0 0,0 0 0,0 25 0,0-25 16,24 0-16,-24 0 0,0 0 0,0 0 0,25 0 16,-25 0-16,25 0 0,-25 0 0,0 0 0,25-25 0,-25 25 15,25 0-15,-25 0 0,0-25 0,25 25 0,-25 0 16,24-25-16,-24 25 0,0 0 0,25 0 0,-25-25 0,0 25 15,0 0-15,0-24 0,25 24 0,-25 0 0,0 0 16,0 0-16,0 0 0,0-25 0,0 25 0,0 0 16,0 0-16,0 0 0,0 0 0,0 0 0,0 0 0,0 0 15,0 25-15,0-25 0,0 0 0,0 0 0,-25 0 0,25 24 16,0-24-16,0 0 0,0 25 0,0-25 0,0 25 15,0-25-15,0 0 0,0 25 0,0-25 0,0 0 16,0 0-16,0 25 0,0-25 0,0 0 0,0 0 16,0 0-16,0 0 0,0 0 0,0 0 0,0 0 0,0 0 15,0 0-15,25 0 0,-25 0 0,0 0 0,0-25 16,25 25-16,-25 0 0,0-25 0</inkml:trace>
  <inkml:trace contextRef="#ctx0" brushRef="#br0" timeOffset="30883.7664">27360 3026 0,'0'0'0,"0"0"0,0 0 0,0 0 16,0 0-16,0 0 0,0 0 0,0 0 0,0 0 0,0 0 16,0 0-16,0 0 0,0 0 0,24 0 0,-24 0 15,0 0-15,25 0 0,-25 0 0,25 0 0,-25 0 16,25 0-16,-25 25 0,25-25 0,-25 0 0,24 0 0,-24 0 15,25 0-15,-25 0 0,25 0 0,-25 0 0,25 0 16,0 0-16,-25 0 0,24 0 0,-24 0 0</inkml:trace>
  <inkml:trace contextRef="#ctx0" brushRef="#br0" timeOffset="31235.7866">28054 3200 0,'0'0'0,"0"-25"0,0 25 0,0 0 0,0-25 0,0 25 16,0 0-16,-25-25 0,25 25 0,0 0 0,0-24 16,0 24-16,0 0 0,0-25 0,-25 25 0,25 0 15,0-25-15,0 25 0,0 0 0,-24 0 0,24 0 0,0 0 16,0 0-16,-25 0 0,25 0 0,0 0 0,-25 0 15,25 0-15,-25 25 0,25-25 0,0 0 0,-25 25 16,25-25-16,0 24 0,-24-24 0,24 25 0,0-25 0,-25 25 16,25 0-16,0-25 0,-25 25 0,25-1 0,0-24 15,0 25-15,0-25 0,0 25 0,0-25 0,0 25 16,0-25-16,0 0 0,0 25 0,0-25 0,0 0 0,0 24 15,0-24-15,25 0 0,-25 0 0,0 0 0,25 0 0,-25 25 16,0-25-16,24 0 0,-24 0 0,25 0 0,-25-25 16,25 25-16,-25 0 0,25 0 0,0 0 0,-25 0 15,24 0-15,1 0 0,-25 0 0,25-24 0,0 24 0</inkml:trace>
  <inkml:trace contextRef="#ctx0" brushRef="#br0" timeOffset="31675.8117">28203 3299 0,'25'-25'0,"-25"25"0,0 0 16,25-25-16,-25 25 0,0 0 0,24-24 0,-24 24 16,0 0-16,0-25 0,0 25 0,0 0 0,25 0 15,-25 0-15,-25-25 0,25 25 0,0 0 0,0 0 0,0 0 16,0 0-16,0 0 0,0 0 0,0 0 0,-24 0 15,24 0-15,0-25 0,0 25 0,-25 25 0,25-25 16,0 0-16,-25 0 0,25 0 0,0 0 0,-25 0 0,25 0 16,-25 25-16,25-25 0,0 25 0,-24-25 0,24 0 15,-25 24-15,25-24 0,0 25 0,-25-25 0,25 25 0,0-25 16,0 25-16,0-25 0,0 0 0,-25 25 0,25-25 15,0 0-15,0 0 0,0 0 0,0 24 0,0-24 0,0 0 16,25 0-16,-25 0 0,0 25 0,0-25 0,0 0 16,0 0-16,25 0 0,-25 0 0,0 0 0,0 0 0,25 0 15,-25 0-15,0 0 0,24-25 0,-24 25 0,0 0 16,0 0-16,25 0 0,-25 0 0,0-24 0,25 24 15,-25 0-15,0-25 0,25 25 0,-25 0 0,0-25 0,25 25 16,-25 0-16,0-25 0,0 25 0,0 0 0,24 0 16,-24-25-16,0 25 0,0 0 0,0 0 0,0 0 0,0 0 15,0 0-15,0 0 0,0 0 0,0 0 0,0 0 16,0 0-16,0 25 0,0-25 0,0 0 0,-24 0 15,24 25-15,0-25 0,0 0 0,0 25 0,0-25 0,-25 25 16,25-25-16,0 0 0,0 24 0,0-24 0,0 0 16,0 25-16,0-25 0,0 0 0,0 0 0,0 25 0,0-25 15,0 0-15,0 0 0,0 0 0,0 0 0,0 25 16,0-25-16,25 0 0,-25 0 0,0 0 0,0 0 15,24 0-15,-24 0 0,25 0 0,-25 0 0,25 0 0,-25 0 16,25 0-16,-25 0 0,25-25 0,-1 25 0,-24 0 16,25 0-16,0 0 0,0 0 0,-25 0 0</inkml:trace>
  <inkml:trace contextRef="#ctx0" brushRef="#br0" timeOffset="31918.8256">28600 3324 0,'25'0'0,"-25"0"15,0-25-15,0 25 0,0 0 0,0 0 0,0 0 16,0 0-16,24-25 0,-24 25 0,-24 0 0,24 0 16,0 0-16,0-25 0,0 25 0,0 0 0,0 0 0,0 0 15,0 0-15,-25 0 0,25 0 0,0 0 0,0 0 16,0 0-16,-25 0 0,25 25 0,0-25 0,0 0 15,-25 0-15,25 0 0,0 0 0,0 25 0,-25-25 0,25 25 16,0-25-16,0 0 0,0 25 0,-24-25 0,24 24 16,0-24-16,0 25 0,0-25 0,0 25 0,0-25 0,0 0 15,0 25-15,0-25 0,0 25 0,0-25 0,0 0 16,24 24-16,-24-24 0,0 0 0,0 0 0,25 0 0,-25 0 15,0 0-15,25 0 0,-25 0 0,0 0 0,25 0 16,-25 0-16,25-24 0,-25 24 0,24 0 0,-24 0 16,25-25-16,-25 25 0,25 0 0,0-25 0,-25 25 0,25-25 15,-25 25-15</inkml:trace>
  <inkml:trace contextRef="#ctx0" brushRef="#br0" timeOffset="32107.8364">29046 2927 0,'0'0'0,"0"0"16,0 0-16,0 0 0,0 0 0,-25 0 0,25-25 0,0 25 15,0 25-15,0-25 0,0 0 0,0 0 0,-24 0 16,24 0-16,0 0 0,0 25 0,-25-25 0,25 25 16,0-25-16,-25 24 0,25-24 0,0 25 0,0-25 0,-25 25 15,25-25-15,0 0 0,-25 25 0,25-25 0,0 25 16,0-25-16,0 24 0,-24-24 0,24 0 0,0 25 0,0-25 15,0 0-15,0 25 0</inkml:trace>
  <inkml:trace contextRef="#ctx0" brushRef="#br0" timeOffset="32522.8602">29245 3249 0,'0'0'0,"0"0"0,0 0 16,25 0-16,-25 0 0,0 0 0,0 0 0,0 0 0,0 0 16,0 0-16,0-24 0,0 24 0,0 0 0,0 0 15,0 0-15,0 0 0,0 24 0,0-24 0,0 0 0,0 0 16,0 0-16,0 25 0,0-25 0,0 25 0,0-25 15,0 25-15,0-25 0,0 25 0,-25-25 0,25 24 16,0 1-16,0-25 0,0 25 0,0-25 0,0 25 0,0 0 16,-25-25-16,25 24 0,0-24 0,0 25 0,0-25 0,0 0 15,0 25-15,0-25 0,0 0 0,0 25 0,25-25 16,-25 0-16,0 0 0,0 0 0,0 0 0,0 0 15,0 0-15,25 0 0,-25 0 0,0-25 0,24 25 0,-24 0 16,25-25-16,-25 25 0,0 0 0,25 0 0,-25-25 16,25 25-16,-25 0 0,25-24 0,-25 24 0,24-25 0,-24 25 15,25-25-15,-25 25 0,0 0 0,25-25 0,-25 25 16,0-25-16,0 25 0,25 0 0,-25 0 0,0 0 15,0-24-15,0 24 0,0 0 0,0 0 0,0 0 16,0 0-16,0 0 0,25 0 0,-25 0 0,0 0 0,0 24 16,0-24-16,0 0 0,0 0 0,0 0 0,24 0 0</inkml:trace>
  <inkml:trace contextRef="#ctx0" brushRef="#br0" timeOffset="32923.8831">29592 3473 0,'0'0'0,"-25"0"0,25 0 0,0 0 0,0 0 15,0 0-15,0 0 0,0 0 0,0 0 0,0 0 16,0 0-16,0 0 0,0 0 0,25 0 0,-25 0 0,0 0 15,0 0-15,0 0 0,0 0 0,25 0 0,-25 0 16,25 0-16,-25 0 0,0 0 0,24 0 0,-24 0 16,25-25-16,-25 25 0,25 0 0,-25 0 0,25 0 0,-25 0 15,0-25-15,25 25 0,-25 0 0,0 0 0,24 0 16,-24-25-16,0 25 0,0 0 0,0 0 0,0-25 15,0 25-15,25 0 0,-25 0 0,0-24 0,0 24 0,0 0 16,0-25-16,-25 25 0,25 0 0,0 0 0,0-25 16,0 25-16,0 0 0,0 0 0,0-25 0,0 25 0,0 0 15,0 0-15,0 0 0,-24 0 0,24 0 0,0 0 16,0 0-16,0 0 0,-25 25 0,25-25 0,0 0 0,-25 0 15,25 0-15,0 25 0,-25-25 0,25 0 0,0 0 16,-25 0-16,25 25 0,0-25 0,-24 0 0,24 0 16,0 24-16,-25-24 0,25 0 0,0 25 0,0-25 0,-25 0 15,25 25-15,0-25 0,0 0 0,0 25 0,0-25 16,0 0-16,0 0 0,0 25 0,0-25 0,0 0 15,0 0-15,0 24 0,0-24 0,0 0 0,25 0 0,-25 0 16,0 25-16,0-25 0,25 0 0,-25 0 0,24 0 0,-24 0 16,25 0-16,-25 0 0,25 0 0,-25 0 0,25 0 15,0 0-15,-25 0 0,24 0 0,1 0 0,-25 0 16,25 0-16,0 0 0,-25 0 0</inkml:trace>
  <inkml:trace contextRef="#ctx0" brushRef="#br0" timeOffset="33239.9012">30237 3448 0,'0'-25'0,"0"25"0,0 0 0,25-25 0,-25 25 15,0 0-15,0-25 0,0 25 0,0 0 0,0-24 16,0 24-16,-25 0 0,25-25 0,0 25 0,0 0 0,0 0 16,0-25-16,0 25 0,0 0 0,-25 0 0,25 0 15,0 0-15,0 0 0,-25-25 0,25 25 0,0 0 16,0 0-16,-25 25 0,25-25 0,0 0 0,-24 0 0,24 0 15,0 0-15,-25 0 0,25 25 0,0-25 0,-25 0 16,25 25-16,-25-25 0,25 0 0,0 24 0,0-24 0,-25 0 16,25 25-16,0-25 0,-24 25 0,24-25 0,0 25 15,0-25-15,0 25 0,0-25 0,0 24 0,0-24 16,0 0-16,0 25 0,0-25 0,0 0 0,0 25 0,0-25 15,0 0-15,24 0 0,-24 25 0,0-25 0,0 0 16,25 0-16,-25 0 0,0 0 0,25 0 0,-25 0 0,25 0 16,-25 0-16,25 0 0,-25 0 0,24 0 0,1-25 15,-25 25-15,25 0 0,0-25 0,-25 25 0,25 0 16,0 0-16,-25-25 0,24 25 0,-24-24 0,25 24 0</inkml:trace>
  <inkml:trace contextRef="#ctx0" brushRef="#br0" timeOffset="33888.9383">30634 3150 0,'0'0'0,"0"0"0,0 0 0,0 0 0,0 0 0,0 0 15,0 0-15,0 0 0,-25 0 0,25 0 0,0 0 16,0 0-16,0 0 0,0 0 0,0 25 0,-25-25 16,25 0-16,0 25 0,0-25 0,-25 25 0,25-1 0,0-24 15,0 25-15,-24-25 0,24 25 0,0 0 0,0-25 16,-25 25-16,25-1 0,0-24 0,0 25 0,-25-25 0,25 25 15,0-25-15,0 25 0,0-25 0,0 0 0,0 25 16,0-25-16,-25 0 0,25 24 0,0-24 0,0 0 0,0 0 16,0 25-16,0-25 0,0 0 0,-25 0 0,25 0 15,0 0-15,0 0 0,0 0 0,0 0 0,0 0 16,0 0-16,0 0 0,-24 0 0,24 0 0,0 0 0,0 0 15,0 0-15,0 0 0,0-25 0,0 25 0,0 0 16,0-24-16,0 24 0,0 0 0,0-25 0,0 25 0,0 0 16,0-25-16,0 25 0,0-25 0,0 25 0,0 0 15,0-25-15,0 25 0,0 0 0,0-24 0,0 24 0,0 0 16,0 0-16,24 0 0,-24-25 0,0 25 0,0 0 15,0 0-15,25 0 0,-25 0 0,0 0 0,0 0 16,25 0-16,-25 0 0,0 0 0,25 0 0,-25 0 0,0 0 16,25 0-16,-25 0 0,0 0 0,24 0 0,-24 0 0,0 25 15,25-25-15,-25 0 0,0 0 0,0 0 0,25 0 16,-25 0-16,0 0 0,0 24 0,0-24 0,0 0 0,0 0 15,0 0-15,0 0 0,0 25 0,0-25 0,0 0 16,0 0-16,0 25 0,-25-25 0,25 0 0,0 25 0,0-25 16,0 0-16,0 25 0,0-25 0,-25 0 0,25 24 15,0-24-15,0 0 0,0 0 0,0 25 0,0-25 0,0 0 16,0 0-16,0 0 0,0 25 0,0-25 0,0 0 15,0 0-15,0 0 0,0 25 0,0-25 0,25 0 16,-25 0-16,0 0 0,0 0 0,0 0 0,25 0 0,-25 0 16,0 0-16,25 0 0,-25 0 0,0 0 0,25-25 0,-25 25 15,24 0-15,-24 0 0,0-25 0,25 25 0,-25 0 16,0-25-16,25 25 0,-25-24 0,0 24 0,0-25 0,0 25 15,25-25-15,-25 25 0,0-25 0,0 25 0,0-25 16,25 25-16,-25 0 0,0-24 0,0 24 0,0 0 0,0 0 16,0 0-16,0-25 0,0 25 0,0 0 15,0 0-15,0 0 0,0 0 0,0 0 0,0 0 0,0 0 0,0 0 16,0 0-16,0 0 0,0 0 0,0 0 0,-25-25 15,25 25-15,0 0 0,0 0 0,0 0 0,0 0 0,25-25 16,-25 25-16,0 0 0</inkml:trace>
  <inkml:trace contextRef="#ctx0" brushRef="#br0" timeOffset="34114.9512">30907 3026 0,'0'0'0,"0"0"0,0 0 0,0 0 15,0 0-15,0 0 0,24 0 0,-24 0 0,0 0 16,0 0-16,0 0 0,0 0 0,0 0 0,25 0 15,-25 0-15,0 0 0,25 0 0,-25 0 0,0 0 0,25 25 16,-25-25-16,0 0 0,25 0 0,-25 25 0,0-25 0,0 25 16,0-25-16,0 0 0,0 24 0,-25-24 0,25 0 15,-25 0-15,0 25 0,0-25 0,1 0 0,-1 0 16,0 0-16,0 25 0,0-25 0,1 0 0,-26 0 0,25 0 15,0 0-15,-24 0 0,24 0 0,0 0 0,-24 0 16</inkml:trace>
  <inkml:trace contextRef="#ctx0" brushRef="#br0" timeOffset="36611.094">2133 4366 0,'0'0'0,"0"0"15,0 0-15,25 0 0,-25 0 0,0-25 0,0 25 16,0 0-16,25 0 0,-25 0 0,0 0 0,0-25 16,25 25-16,-25 0 0,0 0 0,0-25 0,24 25 0,-24 0 15,0-25-15,25 25 0,-25 0 0,0-24 0,25 24 16,-25 0-16,25-25 0,-25 25 0,0-25 0,25 25 0,-25 0 15,0-25-15,24 25 0,-24 0 0,0 0 0,0-25 0,25 25 16,-25 0-16,0-24 0,0 24 0,25 0 0,-25-25 16,0 25-16,0 0 0,0-25 0,0 25 0,0 0 0,0-25 15,0 25-15,0 0 0,0 0 0,0-25 0,0 25 0,0 0 16,0 0-16,0-24 0,0 24 0,0 0 0,0 0 15,0 0-15,0-25 0,0 25 0,0 0 0,0 0 16,-25 0-16,25 0 0,0-25 0,0 25 0,0 0 0,0 0 16,-25 0-16,25 0 0,0 0 0,0 0 0,0 0 0,0 0 15,-24 0-15,24 0 0,0 0 0,0 0 0,0 0 0,0 0 16,0 0-16,0 0 0,0 0 0,0 0 0,0 0 15,-25 0-15,25 0 0,0 0 0,0 25 0,0-25 0,0 0 16,0 0-16,0 0 0,0 25 0,0-25 0,-25 0 16,25 0-16,0 24 0,0-24 0,0 0 0,0 25 0,0-25 15,0 25-15,0-25 0,0 0 0,0 25 0,-25-25 16,25 25-16,0-25 0,0 24 0,0-24 0,0 25 0,0-25 15,0 25-15,0-25 0,0 25 0,0-25 0,-25 25 16,25-25-16,0 24 0,0-24 0,0 25 0,0-25 0,0 25 16,0-25-16,0 0 0,0 25 0,-24-25 0,24 0 0,0 25 15,0-25-15,0 0 0,0 24 0,0-24 0,0 0 16,0 0-16,0 25 0,0-25 0,0 0 0,0 0 0,0 0 15,0 0-15,0 0 0,0 0 0,0 0 0,0 0 16,0 0-16,0 0 0,0 0 0,0 0 0,0-25 0,0 25 16,0 0-16,0 0 0,0 0 0,0 0 0,0-24 15,0 24-15,0 0 0,0 0 0,24 0 0,-24-25 0,0 25 16,0 0-16,25 0 0,-25-25 0,0 25 0,25 0 0,-25-25 15,0 25-15,0 0 0,25-25 0,-25 25 0,0 0 16,0 0-16,25-24 0,-25 24 0,0 0 0,0 0 0,0 0 16,0-25-16,0 25 0,0 0 0,0 0 0,0 0 15,0 0-15,0 0 0,0 0 0,0 0 0,0 0 0,0 0 16,0 0-16,0 0 0,0 25 0,0-25 0,0 0 0,0 0 15,0 0-15,0 24 0,0-24 0,0 0 0,0 25 16,-25-25-16,25 0 0,0 25 0,0-25 0,0 0 0,0 25 16,0-25-16,0 0 0,25 25 0,-25-25 0,0 0 0,0 0 15,0 24-15,0-24 0,0 0 0,0 0 0,0 0 16,24 25-16,-24-25 0,0 0 0,0 0 0,0 0 0,25 0 15,-25 0-15,0 0 0,0-25 0,0 25 0,25 0 16,-25 0-16,0 0 0,25 0 0,-25 0 0,0-24 0,0 24 16,25 0-16,-25-25 0,0 25 0,0 0 0,24-25 0,-24 25 15,0 0-15,0-25 0,25 25 0,-25 0 0,0 0 16,0-25-16,0 25 0,0 0 0,0-24 0,0 24 0,0 0 15,0 0-15,0-25 0,0 25 0,0 0 0,0 0 16,0 0-16,0 0 0,0-25 0,0 25 0,0 0 0,0 0 16,0 0-16,0 0 0,0 0 0,0 0 0,0 0 15,0 0-15,-25 0 0,25 25 0,0-25 0,0 0 0,0 0 16,0 0-16,0 25 0,0-25 0,0 0 0,0 0 15,0 24-15,0-24 0,0 0 0,0 0 0,0 25 16,0-25-16,0 0 0,0 25 0,0-25 0,0 0 0,0 0 16,25 25-16,-25-25 0,0 0 0,0 0 0,0 0 15,0 25-15,0-25 0,0 0 0,0 0 0,0 0 0,0 0 16,0 0-16,0 0 0,0 0 0,0 0 0,0 0 0,25 0 15,-25 0-15,0 0 0,0 0 0,0-25 0,0 25 16</inkml:trace>
  <inkml:trace contextRef="#ctx0" brushRef="#br0" timeOffset="36792.1044">2753 3969 0,'0'0'0,"0"0"0,0 0 0,0 0 0,0 0 0,0 0 15,0 25-15,-24-25 0,24 0 0,0 0 0,0 0 16,0 24-16,-25-24 0,25 0 0,0 25 0,0-25 0,0 25 15,0-25-15,-25 0 0,25 25 0,0-25 0,0 25 16,0-25-16,0 0 0,0 24 0,0-24 0,0 25 0,0-25 16,0 0-16,0 0 0,0 25 0</inkml:trace>
  <inkml:trace contextRef="#ctx0" brushRef="#br0" timeOffset="37535.1469">3125 4415 0,'0'0'0,"0"0"16,0 0-16,0-25 0,0 25 0,25 0 0,-25 0 0,0 0 15,0-24-15,25 24 0,-25 0 0,0 0 0,25-25 16,-25 25-16,0-25 0,25 25 0,-25 0 0,24-25 0,1 25 15,-25-25-15,25 25 0,-25-24 0,25 24 0,-25-25 16,25 25-16,-1-25 0,-24 25 0,25-25 0,-25 25 16,0-25-16,25 25 0,-25-24 0,0 24 0,0-25 0,25 25 15,-25 0-15,0-25 0,0 25 0,0-25 0,0 25 16,-25 0-16,25 0 0,0-25 0,0 25 0,0 0 0,-25 0 15,25-24-15,0 24 0,0 0 0,0 0 0,-25 0 16,25-25-16,0 25 0,0 0 0,0 0 0,-24 0 0,24 0 16,0 0-16,0 0 0,0 0 0,-25 0 0,25 0 15,0 0-15,0 0 0,0 0 0,0 25 0,0-25 0,0 0 16,-25 0-16,25 0 0,0 24 0,0-24 0,0 0 15,0 25-15,0-25 0,0 0 0,0 25 0,0-25 0,0 25 16,0-25-16,0 25 0,0-25 0,0 24 0,0-24 16,0 25-16,-25 0 0,25-25 0,0 25 0,0-25 0,0 25 15,0-25-15,0 24 0,0-24 0,0 0 0,0 25 16,-25-25-16,25 25 0,0-25 0,0 0 0,0 0 0,0 25 15,0-25-15,0 0 0,0 0 0,0 0 0,0 0 16,0 0-16,0 0 0,0 0 0,0 0 0,0 0 0,0 0 16,0 0-16,0 0 0,0 0 0,0 0 0,25 0 15,-25 0-15,0-25 0,0 25 0,0 0 0,0 0 0,25 0 16,-25-25-16,0 25 0,0 0 0,0-25 0,25 25 15,-25 0-15,0-24 0,0 24 0,25 0 0,-25-25 0,0 25 16,0 0-16,24 0 0,-24 0 0,0 0 0,0 0 16,0 0-16,25 0 0,-25 0 0,0 0 0,0 0 15,0 25-15,0-25 0,0 0 0,0 0 0,0 24 0,0-24 16,0 0-16,0 0 0,0 25 0,0-25 0,0 25 0,0-25 15,0 0-15,0 25 0,0-25 0,0 0 0,0 25 16,0-25-16,0 0 0,0 0 0,0 0 0,0 0 16,0 24-16,0-24 0,0 0 0,0 0 0,0 0 15,0 0-15,0 0 0,0 0 0,0 0 0,0 0 0,0 0 16,0 0-16,0 0 0,0 0 0,25 0 0,-25 0 0,0 0 15</inkml:trace>
  <inkml:trace contextRef="#ctx0" brushRef="#br0" timeOffset="38507.2025">3597 4192 0,'0'0'0,"-25"0"0,25 0 0,0 0 16,0 0-16,0 0 0,0 0 0,0 0 0,0 0 15,-25 0-15,25 0 0,0 0 0,0 0 0,0 25 0,0-25 16,0 0-16,0 0 0,0 25 0,0-25 0,0 0 0,0 0 15,0 24-15,0-24 0,0 25 0,0-25 0,0 0 16,0 25-16,0-25 0,0 0 0,0 25 0,0-25 0,0 25 16,0-25-16,0 0 0,0 24 0,0-24 0,0 0 15,0 0-15,0 25 0,0-25 0,25 0 0,-25 0 16,0 25-16,0-25 0,0 0 0,0 0 0,0 0 0,25 0 15,-25 0-15,0 0 0,0 0 0,0 0 0,24 0 16,-24 0-16,0 0 0,25 0 0,-25-25 0,0 25 16,0 0-16,25 0 0,-25-25 0,0 25 0,25 0 0,-25-24 15,0 24-15,25 0 0,-25-25 0,0 25 0,0 0 16,0 0-16,25-25 0,-25 25 0,0 0 0,0-25 0,0 25 15,0 0-15,0 0 0,0-25 0,0 25 0,0 0 16,0 0-16,0-24 0,0 24 0,0 0 0,0 0 0,0 0 16,0 0-16,0 0 0,0 0 0,-25 0 15,25 0-15,0-25 0,0 25 0,0 0 0,0 0 0,0 0 16,-25 25-16,25-25 0,0 0 0,0 0 0,0 0 0,0 0 15,0 0-15,0 0 0,0 0 0,0 0 0,-25 24 16,25-24-16,0 0 0,0 0 0,0 25 0,0-25 0,0 0 16,25 25-16,-25-25 0,0 0 0,0 25 0,0-25 15,0 0-15,0 25 0,0-25 0,0 24 0,0-24 0,25 0 16,-25 25-16,0-25 0,0 0 0,0 0 0,0 25 15,0-25-15,25 0 0,-25 0 0,0 0 0,0 0 16,0 0-16,24 0 0,-24 0 0,0 0 0,0 0 0,0 0 16,25 0-16,-25 0 0,0 0 0,0 0 0,25-25 15,-25 25-15,25 0 0,-25-25 0,0 25 0,25 0 16,-25 0-16,0-24 0,24 24 0,-24 0 0,25-25 0,-25 25 15,0-25-15,25 25 0,-25 0 0,0-25 0,0 25 16,25 0-16,-25-25 0,0 25 0,0 0 0,0-24 16,0 24-16,0 0 0,0 0 0,0 0 0,0 0 0,0 0 15,0 0-15,0 0 0,0 0 0,0 0 0,0 0 16,0 0-16,0 0 0,0 0 0,0 0 0,0 0 0,0 0 15,0 0-15,0 0 0,0 24 0,0-24 0,0 0 16,0 0-16,-25 0 0,25 25 0,0-25 0,0 0 0,0 0 16,0 25-16,0-25 0,0 0 0,0 25 0,0-25 15,0 0-15,0 25 0,0-25 0,0 0 0,0 24 0,0-24 16,0 0-16,0 25 0,0-25 0,0 0 0,0 25 15,0-25-15,25 0 0,-25 0 0,0 0 0,0 0 0,0 0 16,0 0-16,0 0 0,0 0 0,25 0 0,-25 0 16,0 0-16,0 0 0,0 0 0,24 0 0,-24 0 15,0-25-15,0 25 0,25 0 0,-25 0 0,0 0 0,25-25 16,-25 25-16,0 0 0,25 0 0,-25-24 0,0 24 15,25 0-15,-25-25 0,0 25 0,24 0 0,-24-25 16,0 25-16,0 0 0,0-25 0,0 25 0,25 0 0,-25-25 16,0 25-16,0 0 0,0 0 0,0 0 0,0 0 15,0 0-15,0 0 0,0 0 0,0 0 0,0 0 0,0 0 16,0 0-16,0 0 0,-25 0 0,25 0 0,0 0 15,0 25-15,0-25 0,0 0 0,0 25 0,-24-25 0,24 0 16,0 25-16,0-25 0,0 0 0,0 25 0,0-25 16,0 24-16,0-24 0,0 0 0,0 25 0,0-25 15,0 25-15,0-25 0,0 0 0,0 25 0,0-25 0,24 0 16,-24 0-16,0 0 0,0 0 0,0 25 0,0-25 15,0 0-15,0 0 0,0 0 0,0 0 0,0 0 16,0-25-16,0 25 0,0 0 0,0 0 0,0-25 0,0 25 16,0 0-16,0-25 0,0 25 0</inkml:trace>
  <inkml:trace contextRef="#ctx0" brushRef="#br0" timeOffset="38817.2202">3870 4018 0,'0'-24'0,"0"24"0,0 0 0,0 0 0,0-25 0,0 25 15,0 0-15,0 0 0,24 0 0,-24 0 0,0-25 16,0 25-16,0 0 0,25 0 0,-25 0 0,0 0 15,0 0-15,25 0 0,-25 0 0,0 0 0,0 0 16,25 0-16,-25 0 0,0 0 0,0 0 0,25 0 0,-25 0 16,0 0-16,0 0 0,0 25 0,0-25 0,0 0 15,24 0-15,-24 25 0,0-25 0,0 0 0,0 24 0,0-24 16,0 0-16,0 25 0,0-25 0,0 25 0,0-25 15</inkml:trace>
  <inkml:trace contextRef="#ctx0" brushRef="#br0" timeOffset="38977.2294">3894 4564 0,'0'0'0,"0"0"15,0 0-15,0 25 0,0-25 0,0 0 0,0 0 0,0 0 16,0 0-16,0 25 0,0-25 0,0 0 0,0 0 15,0 0-15,0-25 0,0 25 0,0 0 0,0 0 16,-24 0-16,24 0 0,0-25 0,0 25 0,0 0 0,0-25 16,0 25-16,0 0 0,0-25 0</inkml:trace>
  <inkml:trace contextRef="#ctx0" brushRef="#br0" timeOffset="39171.2404">3795 3944 0,'0'0'0,"0"0"0,-25 0 0,25 0 0,0 0 16,0 0-16,0 0 0,0 0 0,0 0 0,0 0 16,0 0-16,0 0 0,0 0 0,0 0 0,0 0 0,0 0 15,0 0-15,0 0 0,0 0 0,0 0 0,0 0 16,0 0-16,0 0 0,25 0 0,-25 0 0,0 0 15,0 0-15</inkml:trace>
  <inkml:trace contextRef="#ctx0" brushRef="#br0" timeOffset="39852.2794">4936 3994 0,'0'0'0,"0"0"0,0-25 0,0 25 0,0 0 16,0 0-16,0 0 0,0 0 0,0 0 0,0 0 15,0 0-15,0 0 0,0 0 0,0 0 0,0 25 16,0-25-16,0 24 0,0-24 0,0 25 0,0-25 0,0 25 15,0 0-15,0 0 0,0-25 0,0 24 0,0 1 16,0-25-16,-25 25 0,25 0 0,0 0 0,0-25 0,0 24 16,0-24-16,-24 25 0,24 0 0,0-25 0,0 25 15,0-25-15,0 25 0,0-25 0,-25 24 0,25-24 16,0 0-16,0 25 0,0-25 0,0 0 0,0 0 0,0 25 15,0-25-15,0 0 0,0 0 0,0 0 0,0 0 16,0 0-16,0 0 0,0 0 0,0 0 0,0-25 0,0 25 16,0 0-16,0 0 0,0-25 0,0 25 0,0 0 15,0-24-15,0 24 0,0 0 0,0-25 0,0 25 0,25 0 16,-25-25-16,0 25 0,0 0 0,24-25 15,-24 25-15,0 0 0,0 0 0,0 0 0,25-25 0,-25 25 16,0 0-16,0 0 0,25 0 0,-25 0 0,0 0 0,0 0 16,25 0-16,-25 25 0,0-25 0,0 0 0,25 25 15,-25-25-15,0 0 0,0 25 0,0-25 0,0 25 16,0-25-16,0 24 0,0-24 0,0 25 0,0-25 0,0 25 15,0-25-15,0 25 0,0-25 0,0 0 0,0 25 16,-25-25-16,25 0 0,0 0 0,0 24 0,0-24 0,0 0 16,-25 0-16,25 0 0,0 0 0,0 0 0,-25 0 15,25 0-15,0 0 0,0 0 0,-25 0 0,25 0 0,0 0 16,0 0-16,0 0 0,-24-24 0,24 24 0,0 0 15,0 0-15,0 0 0,0 0 0,0-25 0,0 25 16,0 0-16,0 0 0,0 0 0,0 0 0,24-25 0,-24 25 16,0 0-16,0 0 0,0 0 0,0 0 0,25 0 15,-25 0-15,0 0 0,25-25 0,-25 25 0</inkml:trace>
  <inkml:trace contextRef="#ctx0" brushRef="#br0" timeOffset="40421.3119">5333 4341 0,'0'0'0,"0"-25"0,0 25 0,0 0 16,0 0-16,-25 0 0,25-25 0,0 25 0,0 0 0,0 0 16,-25 0-16,25-25 0,0 25 0,0 0 0,-24 0 15,24 0-15,0 0 0,0 0 0,0 0 0,-25 0 0,25-24 16,0 24-16,0 0 0,0 0 0,-25 0 0,25 24 15,0-24-15,0 0 0,-25 0 0,25 0 0,0 0 0,99 273 390,-99-273-390,0 0 0,25 0 0,-25 0 0,0 0 0,0 0 0,0 0 0,25 0 0,-25 0 0,0 0 0,0-25 0,25 25 0,-25 0 0,0 0 0,0 0 0,25-24 0,-25 24 0,0 0 0,24-25 0,-24 25 0</inkml:trace>
  <inkml:trace contextRef="#ctx0" brushRef="#br0" timeOffset="42298.4193">5482 4341 0,'0'0'0,"0"0"0,0 0 0,0 0 0,0 0 0,0 0 16,0 0-16,0 0 0,0 0 0,0 0 0,0 0 15,0 0-15,0 0 0,0 0 0,0 0 0,25 0 16,-25 0-16,0-25 0,0 25 0,-25 0 0,25 0 0,0 0 15,0 0-15,0 0 0,0 0 0,0 0 0,0 0 0,0 0 16,0 0-16,0 0 0,0 0 0,0 0 0,0 0 16,0 0-16,0 0 0,0 0 0,0-25 0,0 25 15,-25 0-15,25 0 0,0 0 0,0 0 0,0 0 0,0 0 16,-25-25-16,25 25 0,0 0 0,0 0 0,0 0 15,-25 0-15,25 0 0,0 0 0,0 0 0,-24-24 0,24 24 16,0 0-16,0 0 0,0 0 0,-25 0 0,25 0 16,0 0-16,0 0 0,0 0 0,0 0 0,-25 0 15,25 0-15,0 0 0,0 0 0,0 0 0,0 0 0,0 0 16,0 0-16,-25 0 0,25 0 0,0 0 0,0 0 15,0 0-15,0 0 0,0 0 0,-25 24 0,25-24 0,0 0 16,0 0-16,0 0 0,-24 25 0,24-25 0,0 0 16,0 0-16,0 0 0,0 25 0,-25-25 0,25 0 15,0 0-15,0 0 0,0 25 0,0-25 0,0 0 0,0 0 16,0 25-16,0-25 0,0 0 0,0 0 0,0 24 15,0-24-15,0 0 0,0 25 0,0-25 0,0 0 16,0 25-16,0-25 0,0 0 0,0 0 0,0 25 0,25-25 16,-25 0-16,0 0 0,0 25 0,0-25 0,0 0 0,0 0 15,0 24-15,24-24 0,-24 0 0,0 0 0,0 0 16,0 0-16,0 0 0,25 0 0,-25 0 0,0 25 15,0-25-15,0 0 0,25 0 0,-25-25 0,0 25 0,25 0 16,-25 0-16,0 0 0,25 0 0,-25 0 0,0-24 16,24 24-16,-24 0 0,0 0 0,0 0 0,25-25 15,-25 25-15,0 0 0,0 0 0,25-25 0,-25 25 0,0 0 16,0 0-16,0-25 0,25 25 0,-25 0 0,0 0 15,0-25-15,0 25 0,0 0 0,0 0 0,0-24 0,25 24 16,-25 0-16,0 0 0,0-25 0,0 25 0,0 0 16,0 0-16,0-25 0,0 25 0,0 0 0,0 0 15,0 0-15,0-25 0,0 25 0,0 0 0,0 0 16,0 0-16,0 0 0,0 0 0,0 0 0,0 0 0,0 0 15,0 0-15,0 0 0,0 0 0,0 0 0,0 0 0,0 0 16,0 0-16,0 0 0,0 0 0,0 0 0,0 0 0,0 0 16,0 0-16,0 0 0,0 25 0,0-25 0,0 0 15,0 0-15,0 25 0,0-25 0,0 0 0,0 0 16,0 25-16,-25-25 0,25 0 0,0 24 0,0-24 0,0 0 15,0 25-15,0-25 0,0 0 0,0 25 0,0-25 16,0 25-16,0-25 0,0 0 0,25 0 0,-25 0 0,0 25 16,0-25-16,0 0 0,0 0 0,0 0 0,0 0 15,0 0-15,0 24 0,0-24 0,0 0 0,24 0 16,-24 0-16,0 0 0,0 0 0,0 0 0,0 0 15,25 0-15,-25 0 0,0 0 0,0 0 0,25 0 0,-25 0 16,0 0-16,0 0 0,25 0 0,-25-24 0,0 24 16,0 0-16,0 0 0,25 0 0,-25 0 0,0-25 0,0 25 15,24 0-15,-24 0 0,0 0 0,0-25 0,0 25 16,0 0-16,0 0 0,0-25 0,25 25 0,-25 0 0,0 0 15,0-25-15,0 25 0,0 0 0,0 0 0,0-24 16,0 24-16,0 0 0,0 0 0,0 0 0,0 0 16,0 0-16,0 0 0,0 0 0,0 0 0,0 0 0,0 0 15,0 0-15,0 0 0,0 0 0,0 0 0,0 0 0,0 0 16,0 0-16,0 0 0,0 24 0,0-24 0,0 0 15,0 0-15,0 0 0,0 25 0,0-25 0,0 0 16,0 25-16,0-25 0,0 0 0,0 0 0,0 25 0,-25-25 16,25 0-16,0 25 0,0-25 0,0 0 0,0 0 15,0 24-15,0-24 0,0 0 0,0 0 0,0 0 16,0 25-16,0-25 0,0 0 0,0 0 0,0 0 0,0 0 15,0 0-15,0 0 0,0 0 0,0 0 0,0 0 16,0 0-16,0 0 0,0 0 0,0 0 0,0-25 0,25 25 16,-25 0-16,0 0 0,0 0 0,0-24 0,0 24 15,0 0-15,25-25 0,-25 25 0,0-25 0,0 25 0,25 0 16,-25-25-16,0 25 0,25-25 0,-25 25 0,0 0 15,0 0-15,24-24 0,-24 24 0,0 0 0,0 0 16,25 0-16,-25 0 0,0 0 0,0 0 0,0 0 0,0 0 16,0 0-16,25 0 0,-25 0 0,0 0 0,0 0 15,0 24-15,0-24 0,0 0 0,0 0 0,0 25 16,0-25-16,0 0 0,0 0 0,-25 25 0,25-25 0,0 0 15,0 0-15,0 25 0,0-25 0,0 0 0,0 0 16,0 0-16,0 0 0,0 25 0,0-25 0,0 0 0,0 0 16,0 0-16,0 0 0,0 24 0,0-24 0,0 0 15,0 0-15,0 0 0,0 0 0,0 0 0,0 0 0,0 0 16,0 0-16,25 0 0,-25 0 0,0-24 15,25 24-15,-25 0 0,0 0 0</inkml:trace>
  <inkml:trace contextRef="#ctx0" brushRef="#br0" timeOffset="43040.4618">6127 4415 0,'0'0'0,"-25"0"0,25 0 16,0 0-16,0-25 0,0 25 0,0 0 0,-25 0 15,25-24-15,0 24 0,0 0 0,0 0 0,0 0 0,0 0 16,-25 0-16,25 0 0,0 0 0,0 0 0,0 0 15,0 0-15,0 0 0,0 0 0,-24 0 0,24 0 16,0 0-16,0 0 0,0 24 0,0-24 0,-25 0 0,25 0 16,0 25-16,0-25 0,0 25 0,0-25 0,0 0 15,0 25-15,0-25 0,0 0 0,-25 25 0,25-25 0,0 0 16,0 24-16,0-24 0,0 0 0,0 25 0,25-25 15,-25 0-15,0 0 0,0 0 0,0 25 0,0-25 0,0 0 16,0 0-16,0 0 0,0 0 0,25 0 0,-25 0 16,0 0-16,0 0 0,0 0 0,0 0 0,24 0 15,-24 0-15,0 0 0,0 0 0,0-25 0,25 25 0,-25 0 16,0 0-16,0-25 0,25 25 0,-25 0 0,0 0 15,0-24-15,25 24 0,-25 0 0,0-25 0,0 25 16,0 0-16,25-25 0,-25 25 0,0 0 0,0-25 0,0 25 16,0 0-16,0 0 0,0 0 0,0 0 0,0 0 15,0 0-15,0 0 0,0 0 0,0 0 0,0 25 16,0-25-16,0 0 0,0 0 0,0 25 0,-25-25 0,25 25 15,0-25-15,0 24 0,0-24 0,0 25 0,0 0 0,0-25 16,0 25-16,0 0 0,0-25 0,0 24 0,0 1 16,0-25-16,0 25 0,0 0 0,0 0 0,0-25 15,0 24-15,0-24 0,-25 25 0,25-25 0,0 25 0,0-25 16,0 25-16,0-25 0,0 0 0,0 0 0,0 25 15,0-25-15,0 0 0,-25 0 0,25 0 0,0 0 0,0 0 16,0 0-16,0 0 0,0 0 0,-25 0 0,25 0 16,0 0-16,0 0 0,0 0 0,0-25 0,0 25 0,-24 0 15,24 0-15,0 0 0,0 0 0,0 0 0,0 0 16,0 0-16,0-25 0,0 25 0,0 0 0,0 0 15,0 0-15,0 0 0,0 0 0,0 0 0,0 0 0,24 0 16,-24-25-16,0 25 0,0 0 0,0 0 0,0-25 16,0 25-16,25 0 0,-25-24 0,0 24 0,0-25 15,0 25-15,0 0 0,0-25 0,0 25 0,0-25 0</inkml:trace>
  <inkml:trace contextRef="#ctx0" brushRef="#br0" timeOffset="43316.4775">5631 3919 0,'0'0'0,"0"0"16,0 0-16,0 0 0,0 0 0,0 0 0,0 0 16,0 25-16,0-25 0,0 0 0,0 0 0,0 0 0,0 0 15,0 0-15,0 0 0,0 25 0,0-25 0,0 0 16,0 0-16,0 25 0,0-25 0,0 0 0,0 24 0,0-24 15,0 0-15,0 25 0,0-25 0,0 0 0,24 0 16,-24 0-16,0 25 0,0-25 0,0 0 0,0 0 16,0 0-16,0 0 0,0 0 0,0 0 0,25 0 0,-25 0 15,0 0-15,0 0 0,0 0 0,25 0 0,-25 0 16,0 0-16,0-25 0,25 25 0,-25 0 0,0 0 15,0-25-15,25 25 0,-25 0 0,0-24 0,0 24 0</inkml:trace>
  <inkml:trace contextRef="#ctx0" brushRef="#br0" timeOffset="43482.487">5755 3894 0,'0'0'0,"0"0"0,0 0 0,0 0 0,0 0 16,0 0-16,0 0 0,0 0 0,0 0 0,0 0 16,24 0-16,-24 0 0,0 0 0,25 0 0,-25 0 0,25 0 15,-25 25-15,25-25 0,-25 0 0,25 0 0,0 0 16,-1 0-16,-24 0 0,25 0 0,0 0 0,-25 0 0,25 0 15,0 0-15,-1 0 0,-24 0 0,25 0 0,-25 0 16,25 0-16,-25 25 0,25-25 0</inkml:trace>
  <inkml:trace contextRef="#ctx0" brushRef="#br0" timeOffset="44015.5175">6846 4366 0,'0'0'0,"0"0"0,0 0 0,0 0 15,0 0-15,-25 0 0,25 0 0,0 0 0,0 0 0,0 0 16,0 0-16,-25 0 0,25 0 0,0 0 0,0 0 15,0 0-15,-24 0 0,24 0 0,0 0 0,0 0 0,0 0 16,0 0-16,-25 0 0,25 0 0,0 0 0,0 0 16,0 0-16,-25 0 0,25 0 0,0 24 0,0-24 0,0 0 15,-25 0-15,25 0 0,0 25 0,0-25 0,0 25 16,0-25-16,0 0 0,-25 25 0,25-25 0,0 25 15,0-25-15,0 24 0,0-24 0,0 25 0,0-25 0,0 0 16,0 25-16,0-25 0,25 25 0,-25-25 0,0 0 16,0 25-16,0-25 0,25 0 0,-25 0 0,0 0 0,0 0 15,25 0-15,-25 0 0,0 0 0,25 0 0,-25 0 16,24 0-16,-24 0 0,25 0 0,-25 0 0,25 0 0,-25-25 15,25 25-15,0 0 0,-25 0 0</inkml:trace>
  <inkml:trace contextRef="#ctx0" brushRef="#br0" timeOffset="44491.5448">7218 4539 0,'0'-25'0,"0"25"0,0 0 0,0 0 0,-25 0 0,25-24 16,0 24-16,0 0 0,0 0 0,-24-25 0,24 25 16,0 0-16,0 0 0,-25-25 0,25 25 0,0 0 0,0 0 15,-25 0-15,25 0 0,0-25 0,0 25 0,-25 0 16,25 0-16,0 0 0,0 0 0,0 0 0,-25 0 0,25 0 15,0 0-15,0 0 0,-24 0 0,24 0 0,0 25 16,0-25-16,-25 0 0,25 25 0,0-25 0,0 0 16,0 25-16,-25-25 0,25 24 0,0-24 0,0 0 0,0 25 15,0-25-15,0 25 0,0-25 0,0 0 0,0 25 16,0-25-16,0 25 0,0-25 0,0 0 0,0 0 15,0 24-15,0-24 0,0 0 0,0 0 0,25 0 0,-25 25 16,0-25-16,0 0 0,0 0 0,25 0 0,-25 0 16,0 0-16,0 0 0,24-25 0,-24 25 0,0 0 0,25 0 15,-25 0-15,0-24 0,25 24 0,-25 0 0,0-25 16,25 25-16,-25 0 0,0-25 0,25 25 0,-25 0 0,0-25 15,0 25-15,24 0 0,-24 0 0,0-25 0,0 25 16,0 0-16,0 0 0,25 0 0,-25-24 0,0 24 16,0 0-16,0 0 0,0 0 0,0 0 0,0 0 0,0 0 15,0 0-15,0 0 0,0 0 0,0 0 0,0 0 0,-25 0 16,25 0-16,0 24 0,0-24 0,0 0 0,0 0 15,0 25-15,0-25 0,-24 0 0,24 25 0,0-25 16,0 25-16,0-25 0,0 0 0,0 25 0,0-25 16,0 0-16,0 24 0,0-24 0,0 0 0,0 0 0,0 25 15,0-25-15,0 0 0,0 0 0,24 0 0,-24 0 16,0 0-16,0 0 0,25 0 0,-25 0 0,25 0 0,-25 0 15,0 0-15,25 0 0,-25-25 0,25 25 0,-25 0 16</inkml:trace>
  <inkml:trace contextRef="#ctx0" brushRef="#br0" timeOffset="44753.5597">7441 4514 0,'0'-24'0,"0"24"0,0 0 0,0 0 0,0 0 0,0-25 16,-24 25-16,24 0 0,0 0 0,0 0 0,0-25 15,0 25-15,0 0 0,0 0 0,-25 0 0,25 0 16,0 0-16,0 0 0,0 0 0,0 25 0,0-25 0,0 0 15,0 0-15,-25 25 0,25-25 0,0 0 0,0 24 16,0-24-16,0 0 0,0 25 0,0-25 0,0 25 16,0-25-16,0 25 0,0-25 0,0 25 0,0-25 0,0 0 15,0 24-15,0-24 0,0 25 0,0-25 0,0 0 0,0 25 16,25-25-16,-25 0 0,0 0 0,0 25 0,0-25 15,25 0-15,-25 0 0,0 0 0,0 0 0,24 0 16,-24 0-16,0-25 0,25 25 0,-25 0 0,25-25 16,-25 25-16,25-25 0,-25 25 0,25 0 0,-25-24 0,24 24 15</inkml:trace>
  <inkml:trace contextRef="#ctx0" brushRef="#br0" timeOffset="44934.5701">7714 4217 0,'0'0'16,"0"0"-16,0 0 0,0 0 0,0 0 0,0 0 0,0 25 15,0-25-15,-25 0 0,25 0 0,0 0 0,0 24 16,0-24-16,0 0 0,-24 25 0,24-25 0,0 25 0,0-25 16,-25 25-16,25-25 0,0 25 0,0-25 0,-25 24 15,25 1-15,0-25 0,0 25 0,-25-25 0,25 0 0,0 25 16,0-25-16,0 0 0</inkml:trace>
  <inkml:trace contextRef="#ctx0" brushRef="#br0" timeOffset="47695.728">8310 4663 0</inkml:trace>
  <inkml:trace contextRef="#ctx0" brushRef="#br0" timeOffset="48967.8008">8086 4291 0,'0'0'0,"0"0"16,0 0-16,0 0 0,0 0 0,0 0 0,0 0 15,0 0-15,0 0 0,0 0 0,0 0 0,0 0 0,0 0 0,0 0 16,0 0-16,0 0 0,0 0 0,0 0 0,0 0 0,0 0 15,0 0-15,0 0 0,0 0 0,0 0 0,0 0 16,0 0-16,0 0 0,25-25 0,-25 25 0,0 0 0,0 0 0,0 0 16,0 0-16,0 0 0,0 0 0,0 0 0,0 0 0,0 0 15,0 0-15,0 0 0,0 0 0,0 0 0,0 0 16,0 0-16,0 0 0,0 0 0,0 0 0,0 0 0,0 0 15,0 0-15,-25 0 0,25 0 0,0-24 0,0 24 0,0 0 0,0 0 16,0 0-16,0 0 0,0 0 0,0 0 0,0 0 16,0 0-16,0-25 0,0 25 0,0 0 0,0 0 0,0 0 15,0 0-15,0 0 0,0 0 0,0 0 0,0 0 0,0 0 16,0 0-16,0 0 0,0 0 0,-24 0 0,24 0 0,0 0 0,0-25 15,0 25-15,0 0 0,0 0 0,0 0 0,0 0 0,0 0 0,0 0 16,0 0-16,0 0 0,0 0 0,0 0 0,0 0 0,0 0 16,0 0-16,0 0 0,0 0 0,0 0 0,0 25 0,0-25 0,0 0 15,-25 0-15,25 0 0,0 0 0,0 0 0,0 0 0,0 25 0,-25-25 16,25 0-16,0 0 0,0 24 0,-25-24 0,25 0 0,0 25 15,0-25-15,-25 0 0,25 25 0,0-25 0,0 0 0,-25 0 0,25 25 16,0-25-16,0 0 0,0 0 0,0 25 0,0-25 16,-24 0-16,24 24 0,0-24 0,0 0 0,0 25 0,0-25 15,0 0-15,0 25 0,0-25 0,24 0 0,-24 25 0,0-25 16,0 0-16,0 0 0,0 25 0,0-25 0,0 0 0,25 24 15,-25-24-15,0 0 0,0 0 0,0 25 0,0-25 16,25 0-16,-25 0 0,0 25 0,0-25 0,0 0 16,25 0-16,-25 0 0,0 0 0,0 0 0,0 0 0,25 25 0,-25-25 15,0 0-15,0 0 0,25 0 0,-25 0 0,0 0 733</inkml:trace>
  <inkml:trace contextRef="#ctx0" brushRef="#br0" timeOffset="51278.933">8310 4514 0,'0'0'0,"0"0"16,0 0-16,0 0 0,0 0 0,0 0 0,0 0 15,0 0-15,0 0 0,0 0 0,0 0 0,0 0 16,0 0-16,0 0 0,0 0 0,0 0 0,0 0 0,0 0 15,0 0-15,0 0 0,0 0 0,0 0 0,0 0 16,0 0-16,0 0 0,0 0 0,0 0 0,0 0 0,0 0 16,0 0-16,0 0 0,0 0 0,0 0 0,0 0 15,24 0-15,-24 0 0,0 0 0,0 0 0,0 0 16,25-24-16,-25 24 0,0 0 0,0 0 0,25 0 0,-25-25 15,0 25-15,25 0 0,-25 0 0,0-25 0,25 25 16,-25 0-16,0 0 0,24-25 0,-24 25 0,0 0 0,25-25 16,-25 25-16,0 0 0,25-24 0,-25 24 0,0 0 15,25 0-15,-25-25 0,0 25 0,0 0 0,25-25 16,-25 25-16,0 0 0,0 0 0,0-25 0,24 25 0,-24 0 15,0 0-15,0 0 0,0 0 0,0-25 0,0 25 0,0 0 16,0 0-16,0 0 0,0 0 0,0-24 0,0 24 16,0 0-16,0 0 0,25 0 0,-25-25 0,0 25 15,-25 0-15,25 0 0,0 0 0,0-25 0,0 25 0,0 0 16,0 0-16,0 0 0,0 0 0,0 0 15,0 0-15,0 0 0,0 0 0,-24-25 0,24 25 0,0 0 0,0 0 16,0 0-16,-25 0 0,25 0 0,0 0 0,0 0 16,0 0-16,0 0 0,-25 0 0,25 0 0,0 0 15,0 0-15,0 0 0,0 0 0,0 0 0,0 0 0,0 0 16,0 0-16,0 0 0,0 0 0,0 0 0,0 0 15,0 0-15,0 0 0,-25 0 0,25 0 0,0 0 0,0 0 16,0 0-16,0 0 0,0 0 0,0 0 0,0 0 16,0 25-16,0-25 0,0 0 0,0 0 0,0 0 15,0 0-15,0 25 0,0-25 0,0 0 0,0 0 0,-25 25 16,25-25-16,0 24 0,0-24 0,0 25 0,0-25 15,0 0-15,0 25 0,0-25 0,0 25 0,0-25 0,0 25 16,0-25-16,0 24 0,0-24 0,0 25 0,-24-25 16,24 25-16,0-25 0,0 0 0,0 25 0,0-25 0,0 25 15,0-25-15,0 0 0,0 24 0,0-24 0,0 0 16,0 25-16,0-25 0,0 25 0,0-25 0,-25 0 15,25 0-15,0 25 0,0-25 0,0 0 0,0 25 0,0-25 16,0 0-16,0 0 0,0 0 0,0 0 0,0 24 16,0-24-16,0 0 0,0 0 0,0 0 0,0 0 15,0 0-15,0 0 0,0 0 0,0 0 0,0 0 0,0 0 16,0 0-16,0 0 0,0 0 0,0 0 0,0 0 15,0 0-15,0 0 0,0-24 0,25 24 0,-25 0 0,0 0 16,0 0-16,0 0 0,0-25 0,0 25 0,24 0 16,-24 0-16,0-25 0,25 25 0,-25-25 0,0 25 0,25 0 15,-25-25-15,0 25 0,25 0 0,-25 0 0,0-24 16,0 24-16,25 0 0,-25 0 0,0 0 0,0-25 15,0 25-15,24 0 0,-24 0 0,0 0 0,0 0 0,0 0 16,0 0-16,0 0 0,0 0 0,0 0 0,0 0 16,0 0-16,0 0 0,0 0 0,0 25 0,0-25 0,0 0 15,0 0-15,0 0 0,0 24 0,0-24 0,0 0 16,0 0-16,0 0 0,0 25 0,0-25 0,0 0 0,0 25 15,0-25-15,0 0 0,0 25 0,0-25 0,0 0 16,0 25-16,0-25 0,0 0 0,0 24 0,0-24 16,0 25-16,0-25 0,0 0 0,0 0 0,0 25 0,0-25 15,0 0-15,0 0 0,0 0 0,0 0 0,0 0 16,25 0-16,-25 0 0,0 0 0,0 0 0,0 0 15,0 0-15,25 0 0,-25 0 0,0 0 0,0-25 0,25 25 16,-25 0-16,0 0 0,25-25 0,-25 25 0,0 0 0,24-24 16,-24 24-16,0 0 0,25 0 0,-25-25 0,0 25 15,25 0-15,-25-25 0,0 25 0,25 0 0,-25-25 16,0 25-16,0 0 0,0-25 0,25 25 0,-25 0 0,0 0 15,0 0-15,0-24 0,0 24 0,0 0 0,0 0 16,0 0-16,0 0 0,0 0 0,0 0 0,0 0 0,0 0 16,0 0-16,0 0 0,0 0 0,0 0 0,0 0 15,0 0-15,0 0 0,0 0 0,0 0 0,0 0 16,0 0-16,0 0 0,0 0 0,0 0 0,0 24 0,0-24 15,-25 0-15,25 0 0,0 25 0,0-25 0,0 0 16,0 25-16,0-25 0,0 0 0,0 25 0,0-25 16,0 0-16,0 25 0,0-25 0,0 0 0,0 0 0,0 24 15,0-24-15,0 0 0,25 0 0,-25 25 0,0-25 16,0 0-16,0 0 0,0 25 0,24-25 0,-24 0 0,0 0 15,0 0-15,0 0 0,25 0 0,-25 0 0,0 0 16,0 0-16,25 0 0,-25 0 0,0 0 0,25 0 16,-25 0-16,25 0 0,-25 0 0,0 0 0,24-25 0,-24 25 15,0 0-15,25 0 0,-25 0 0,0-25 0,0 25 16,0 0-16,25 0 0,-25-24 0,0 24 0,0 0 0,0 0 15,0-25-15,0 25 0,0 0 0,25-25 0,-25 25 16,0 0-16,0-25 0,0 25 0,0 0 0,0-25 0,0 25 16,0 0-16,0 0 0,0-24 0,0 24 0,0 0 15,0 0-15,0-25 0,0 25 0,0 0 0,0 0 16,0 0-16,0 0 0,0 0 0,0 0 0,0 0 15,0 0-15,0 0 0,0 0 0,0 25 0,0-25 0,0 0 16,0 0-16,0 0 0,0 24 0,0-24 0,0 0 16,0 25-16,0-25 0,-25 0 0,25 25 0,0-25 0,0 0 15,0 25-15,0-25 0,0 0 0,0 25 0,0-25 0,0 24 16,0-24-16,0 0 0,0 25 0,0-25 0,0 0 15,0 25-15,0-25 0,0 0 0,0 0 0,0 25 16,0-25-16,0 0 0,0 0 0,25 0 0,-25 0 0,0 0 16,0 0-16,0 0 0,0 0 0,0 0 0,0 0 15,25 0-15,-25-25 0,0 25 0,0 0 0,0 0 16,0-25-16,25 25 0,-25 0 0,0-25 0,0 25 0</inkml:trace>
  <inkml:trace contextRef="#ctx0" brushRef="#br0" timeOffset="52578.0073">9054 4341 0,'-75'273'0,"75"-273"0,0 0 0,0 0 0,0-25 16,0 25-16,0 0 0,0 0 0,0 0 0,0 0 0,0 0 15,0 0-15,0 0 0,-25 0 0,25 0 0,0 0 16,0 0-16,0 0 0,0 0 0,0-25 0,0 25 0,0 0 16,0 0-16,0 0 0,0 0 0,0 0 0,0 0 0,0 0 0,0 0 15,0 0-15,0 0 0,0 0 0,25 0 0,-25 0 0,0-25 16,0 25-16,0 0 0,25 0 0</inkml:trace>
  <inkml:trace contextRef="#ctx0" brushRef="#br0" timeOffset="53481.0589">9054 4291 0,'0'0'16,"0"0"-16,0 0 0,0 0 0,0 0 0,0 0 0,0 0 16,0 0-16,0 0 0,0-25 0,0 25 0,0 0 15,0 0 204</inkml:trace>
  <inkml:trace contextRef="#ctx0" brushRef="#br0" timeOffset="56888.2538">9203 4192 0,'-75'-74'46</inkml:trace>
  <inkml:trace contextRef="#ctx0" brushRef="#br0" timeOffset="58296.3343">9550 4068 0,'-25'0'15,"25"0"-15,0 0 0,0 0 0,0 0 0,0 0 0,0 0 16,0 0-16,0 0 0,0 0 0,0 0 0,0 0 15,0 0-15,0 0 0,0 0 0,0 0 0,-25 0 16,25 0-16,0 0 0,0 0 0,0 0 0,0 0 0,0 0 16,0 0-16,0 0 0,0 0 0,0 0 0,0 0 15,0 0-15,0 0 0,0 0 0,0 0 0,0 0 0,-25 0 16,25 0-16,0 0 0,0-25 0,0 25 0,0 0 15,0 0-15,0 0 0,0 0 0,0 0 0,0 0 16,0 0-16,0 0 0,-24 0 0,24 0 0,0 0 0,0-25 16,0 25-16,0 0 0,0 0 0,0 0 0,0 0 15,0 0-15,0 0 0,0 0 0,0-24 0,0 24 0,0 0 16,0 0-16,24 0 0,-24 0 0,0 0 0,0 0 15,0 0-15,0 0 0,0-25 0,25 25 0,-25 0 16,0 0-16,0 0 0,25 0 0,-25-25 0,0 25 0,25 0 16,-25 0-16,25 0 0,-25 0 0,0-25 0,24 25 15,-24 0-15,0 0 0,25 0 0,-25 0 0,0 0 0,0 0 16,25 0-16,-25 0 0,0 0 0,0 0 0,0 0 0,0 0 15,0 0-15,25 0 0,-25 0 0,0 25 0,0-25 16,0 0-16,0 0 0,0 0 0,0 25 0,0-25 16,0 0-16,0 0 0,0 25 0,0-25 0,0 0 15,0 0-15,0 0 0,0 24 0,0-24 0,25 0 0,-25 0 16,0 0-16,0 0 0,0 25 0,0-25 0,0 0 15,0 0-15,0 0 0,24 0 0,-24 0 0,0 0 16,0 0-16,0 0 0,25 0 0,-25 0 0,0 0 0,0 0 16,0 0-16,25 0 0,-25 0 0,0 0 0,0 0 15,25 0-15,-25-25 0,0 25 0,0 0 0,0 0 0,25-24 16,-25 24-16,0 0 0,0-25 0,0 25 0,0 0 0,24 0 15,-24-25-15,0 25 0,0 0 0,0 0 16,0-25-16,0 25 0,0 0 0,0-25 0,0 25 0,0 0 16,0 0-16,0 0 0,0 0 0,0-24 0,0 24 15,0 0-15,0 0 0,0 0 0,0 0 0,0 24 0,0-24 16,0 0-16,0 0 0,0 0 0,-24 0 0,24 0 15,0 0-15,0 0 0,0 25 0,24-25 0,-24 0 0</inkml:trace>
  <inkml:trace contextRef="#ctx0" brushRef="#br0" timeOffset="59272.3902">10319 4589 0,'0'0'0,"0"0"15,0 0-15,0 0 0,0 0 0,25 0 0,-25-25 0,0 25 16,0 0-16,0 0 0,0 0 0,0 0 0,0 0 16,0-25-16,0 25 0,0 0 0,0 0 0,0 0 15,0 0-15,0 0 0,0 0 0,0-25 0,0 25 0,0 0 16,0 0-16,0 0 0,0 0 0,0 0 0,0-24 15,0 24-15,-25 0 0,25 0 0,0 0 0,0-25 0,0 25 16,0 0-16,-25 0 0,25 0 0,0 0 0,0 0 16,0 0-16,0 0 0,-25 0 0,25 0 0,0 0 0,0 0 15,-25 0-15,25 0 0,0 0 0,-24 0 0,24 0 16,0 0-16,-25 25 0,25-25 0,0 0 0,0 24 15,-25-24-15,25 0 0,0 25 0,-25-25 0,25 25 0,0-25 16,0 25-16,0-25 0,0 25 0,-25-25 0,25 24 16,0-24-16,0 25 0,0-25 0,25 25 0,-25-25 0,0 0 15,0 25-15,0-25 0,0 25 0,0-25 0,0 0 16,0 24-16,25-24 0,-25 0 0,0 0 0,0 0 0,0 25 15,25-25-15,-25 0 0,0 0 0,25 0 0,-25 0 16,0 0-16,24 25 0,-24-25 0,0 0 0,25 0 16,-25 0-16,25-25 0,0 25 0,-25 0 0,25 0 15,-1 0-15,-24 0 0,25 0 0,0-25 0,-25 25 0,25 0 16,0 0-16,-1 0 0,-24 0 0,25 0 0</inkml:trace>
  <inkml:trace contextRef="#ctx0" brushRef="#br0" timeOffset="60075.4361">10790 4663 0,'0'-25'0,"0"25"0,0 0 0,0 0 0,0 0 0,0 0 15,0-24-15,0 24 0,0 0 0,0 0 0,0 0 16,0 0-16,-25 0 0,25 0 0,0 0 0,0-25 15,0 25-15,0 0 0,0 0 0,-25 0 0,25 0 0,0 0 16,0 0-16,0 0 0,0 0 0,-24-25 0,24 25 0,0 0 16,0 0-16,-25 0 0,25 0 0,0 0 15,-25 0-15,25 0 0,0 0 0,-25 0 0,25 0 0,-25 0 16,25 0-16,0 0 0,-24 0 0,24 25 0,0-25 0,-25 0 15,25 0-15,0 0 0,-25 0 0,25 25 0,0-25 16,0 0-16,0 24 0,-25-24 0,25 25 0,0-25 0,0 0 16,0 25-16,0-25 0,0 25 0,0-25 0,0 25 15,0-25-15,0 0 0,0 24 0,0-24 0,0 0 0,0 25 16,25-25-16,-25 0 0,0 0 0,0 25 0,0-25 15,25 0-15,-25 0 0,0 0 0,0 0 0,25 0 16,-25 0-16,0 0 0,24 0 0,-24 0 0,0 0 0,25 0 16,-25 0-16,0-25 0,25 25 0,-25 0 0,0 0 15,25-25-15,-25 25 0,0 0 0,0 0 0,25-24 16,-25 24-16,0 0 0,0-25 0,24 25 0,-24 0 0,0-25 15,0 25-15,0 0 0,0-25 0,0 25 0,25 0 16,-25-25-16,0 25 0,0 0 0,0-24 0,0 24 0,0 0 16,0 0-16,0-25 0,0 25 0,0 0 0,0 0 15,0 0-15,0 0 0,0 0 0,0 0 0,0 0 0,0 0 16,0 0-16,0 0 0,0 0 0,0 0 0,0 25 15,0-25-15,0 0 0,0 0 0,-25 0 0,25 24 16,0-24-16,0 0 0,0 0 0,0 25 0,0-25 0,0 0 16,0 25-16,0-25 0,0 25 0,0-25 0,0 0 15,0 25-15,0-25 0,0 24 0,0-24 0,0 25 16,0-25-16,0 25 0,0-25 0,0 0 0,0 25 0,0-25 15,0 0-15,25 0 0,-25 0 0,0 0 0,0 25 16,0-25-16,0 0 0,0 0 0,25 0 0,-25 0 0,0-25 16,0 25-16,25 0 0,-25 0 0,0 0 0,0 0 15,25 0-15,-25-25 0,24 25 0,-24 0 0,0 0 0,0-25 16,25 25-16,-25 0 0,0-25 0,25 25 0,-25 0 15,0-24-15,0 24 0,25 0 0,-25-25 0,0 25 16,0 0-16,0-25 0,0 25 0,0 0 0,0-25 0,0 25 16,25 0-16,-25 0 0,0-25 0,0 25 0,0 0 15,-25 0-15,25 0 0,0 0 0,0 0 0,0 0 16,0 0-16,0 0 0,0 0 0,0 0 0,0 0 0,0 0 15,0 0-15,0 0 0,0 0 0,0 0 0,0 0 16,0 0-16,0 0 0,0 25 0,0-25 0,0 0 0,0 25 16,0-25-16,0 0 0,0 25 0,-25-25 0,25 25 15,0-25-15,0 24 0,0-24 0,0 0 0,0 25 0,0-25 16,0 25-16,25-25 0,-25 0 0,0 25 15,0-25-15,0 0 0,0 0 0,0 25 0,0-25 0,0 0 16,0 0-16,0 0 0,0 0 0,25 0 0,-25 0 0,0 0 16,0 0-16,24 0 0,-24-25 0,0 25 0,0 0 15,25 0-15,-25 0 0,0-25 0,25 25 0,-25 0 0,0 0 16,25-25-16,-25 25 0,0 0 0,0-25 0,25 25 15,-25 0-15</inkml:trace>
  <inkml:trace contextRef="#ctx0" brushRef="#br0" timeOffset="60369.4529">11212 4192 0,'0'0'0,"0"0"0,0 0 0,0 0 15,0 0-15,0 0 0,0 0 0,0 0 0,0 0 0,0 0 16,0 0-16,0 0 0,0 25 0,0-25 0,-25 0 16,25 0-16,0 25 0,0-25 0,-25 24 0,25-24 15,0 25-15,-25-25 0,25 25 0,0-25 0,-25 25 0,25-25 16,0 25-16,-24-1 0,24-24 0,0 0 0,0 25 15,-25-25-15,25 25 0,0-25 0,0 0 0</inkml:trace>
  <inkml:trace contextRef="#ctx0" brushRef="#br0" timeOffset="60784.4767">12105 4490 0,'0'0'15,"0"0"-15,0 0 0,0 0 0,0 0 0,0 0 16,0 0-16,0 24 0,-25-24 0,25 0 0,0 0 0,0 0 16,0 25-16,0-25 0,0 25 0,0-25 0,0 25 0,-25 0 15,25-25-15,0 24 0,0 1 0,0-25 0,0 25 16,0 0-16,-25 0 0,25-25 0,0 24 0,0 1 15,0-25-15,0 25 0,-25 0 0,25-25 0,0 25 0,0-25 16,0 0-16,0 25 0,0-25 0,0 0 0,-24 24 0,24-24 16,0 0-16,0 0 0,0 0 0,0 25 0,0-25 15,0 0-15,0 0 0,-25 0 0,25 0 0,0 0 16,0 0-16,0 0 0,-25 0 0,25-25 0,0 25 0,0 0 15,-25 0-15,25-24 0,0 24 0</inkml:trace>
  <inkml:trace contextRef="#ctx0" brushRef="#br0" timeOffset="60923.4846">11881 4787 0,'0'0'0,"0"-25"15,0 25-15,0 0 0,0 0 0,25 0 0,-25 0 0,0 0 16,0 0-16,0 0 0,25 0 0,-25-24 0,0 24 15,0 0-15,25 0 0,-25 0 0,25 0 0,-25 0 16,0 0-16,24 0 0,-24 0 0,25 0 0,-25 0 16,25 0-16,-25 0 0,25-25 0,-25 25 0,25 0 0,-25 0 15,24 0-15,1 0 0,-25-25 0,25 25 0,-25 0 16,25 0-16,-25 0 0,25-25 0</inkml:trace>
  <inkml:trace contextRef="#ctx0" brushRef="#br0" timeOffset="61951.5434">12402 4440 0,'0'0'0,"0"0"0,0 0 0,-24 0 16,24 0-16,0 0 0,0 0 0,0 0 0,0 0 15,0 0-15,0 25 0,0-25 0,0 0 0,0 25 16,-25-25-16,25 24 0,0-24 0,0 25 0,0-25 0,0 25 15,0-25-15,0 25 0,0 0 0,-25-25 0,25 24 16,0 1-16,0-25 0,0 25 0,0 0 0,-25-25 0,25 25 16,0-25-16,0 24 0,0 1 0,-25-25 0,25 25 15,0-25-15,0 25 0,0-25 0,-24 0 0,24 25 0,0-25 16,0 0-16,0 0 0,0 25 0,0-25 0,0 0 15,0 0-15,0 0 0,-25 0 0,25 0 0,0 24 16,0-24-16,0 0 0,0 0 0,0 0 0,0 0 0,0-24 16,0 24-16,0 0 0,25 0 0,-25 0 0,0 0 15,0 0-15,0-25 0,0 25 0,0 0 0,24-25 0,-24 25 16,0 0-16,0-25 0,25 25 0,-25 0 0,0-25 15,25 25-15,-25 0 0,0-25 0,25 25 0,-25 0 16,0 0-16,25 0 0,-25-24 0,0 24 0,0 0 0,0 0 16,0 0-16,24 0 0,-24 0 0,0 0 0,0 0 15,0 0-15,0 0 0,0 0 0,0 0 0,0 0 0,0 24 16,0-24-16,0 0 0,0 0 0,0 0 0,0 0 15,0 25-15,0-25 0,0 0 0,0 25 0,0-25 16,0 0-16,0 25 0,0-25 0,0 0 0,-24 25 0,24-25 16,0 25-16,0-25 0,0 0 0,0 0 0,0 0 15,0 24-15,24-24 0,-24 0 0,0 0 0,0 0 0,0 0 16,0 0-16,0 0 0,0 0 0,0 0 0,0 0 15,25 0-15,-25 0 0,0 0 0,0 0 0,25 0 0,-25 0 16,0 0-16,25 0 0,-25 0 0,0-24 0,25 24 16,-25 0-16,0 0 0,24 0 0,-24-25 0,0 25 15,25 0-15,-25 0 0,0-25 0,25 25 0,-25 0 0,0-25 16,0 25-16,25-25 0,-25 25 0,0 0 0,0-25 15,0 25-15,0-24 0,0 24 0,25 0 0,-25-25 16,0 25-16,0 0 0,0-25 0,0 25 0,0 0 0,0 0 16,0 0-16,0 0 0,0 0 0,0 0 0,0 0 15,0 0-15,0 0 0,0 0 0,0 0 0,0 0 0,0 0 16,0 0-16,0 0 0,0 0 0,0 0 0,0 0 15,-25 0-15,25 0 0,0 25 0,0-25 0,0 0 0,0 25 16,0-25-16,0 24 0,0-24 0,0 0 0,0 25 16,0-25-16,0 25 0,0-25 0,0 25 0,0-25 15,0 25-15,-25-25 0,25 0 0,0 25 0,0-25 0,0 24 16,0-24-16,0 0 0,0 0 0,0 25 0,0-25 15,25 0-15,-25 0 0,0 0 0,0 0 0,0 0 0,0 0 16,0 0-16,0 25 0,0-25 0,25 0 0,-25 0 16,0-25-16,0 25 0,24 0 0,-24 0 0,25 0 15,-25 0-15,0 0 0,25-25 0,-25 25 0,25 0 0,-25 0 16,0-24-16,25 24 0,-25 0 0,0 0 0,24-25 15,-24 25-15,0 0 0,25-25 0,-25 25 0,0 0 0,0-25 16,0 25-16,25-25 0,-25 25 0,0-25 0,0 25 16,0 0-16,0-24 0,0 24 0,0-25 0,0 25 15,0 0-15,0 0 0,0-25 0,0 25 0,0 0 0,0 0 16,0 0-16,0 0 0,0 0 0,0 0 0,0 0 15,0 0-15,0 0 0,0 0 0,0 0 0,0 25 0,0-25 16,0 0-16,0 0 0,0 25 0,0-25 0,0 24 16,-25-24-16,25 0 0,0 25 0,0-25 0,0 25 0,0-25 15,0 25-15,0-25 0,0 0 0,-25 25 0,25-25 16,0 25-16,0-25 0,0 0 0,0 24 0,0-24 15,0 0-15,-24 25 0,24-25 0,0 0 0,0 0 0,0 25 16,0-25-16,0 0 0,0 0 0,24 0 0,-24 0 0,0 0 16,0 0-16,0 0 0,0 0 0,25 0 15,-25 0-15,0 0 0,25 0 0,-25 0 0,0-25 0,25 25 16,-25 0-16,25 0 0,-25 0 0,24 0 0,-24-25 0,25 25 15,-25 0-15</inkml:trace>
  <inkml:trace contextRef="#ctx0" brushRef="#br0" timeOffset="62655.5837">13022 4837 0,'0'0'0,"0"-25"0,0 25 0,0 0 0,0-25 16,0 25-16,0 0 0,0 0 0,0-25 0,0 25 15,0 0-15,0-24 0,0 24 0,0 0 0,0 0 0,0-25 16,0 25-16,-24 0 0,24 0 0,0 0 0,0 0 0,0 0 16,0 0-16,0 0 0,0 0 0,-25 0 15,25 0-15,0 0 0,0 0 0,0 0 0,-25 25 0,25-25 16,0 0-16,0 0 0,-25 24 0,25-24 0,0 25 0,0-25 15,0 25-15,0-25 0,-25 25 0,25-25 0,0 25 16,0-25-16,0 25 0,0-25 0,0 24 0,0-24 0,0 0 16,0 25-16,0-25 0,25 25 0,-25-25 0,0 0 15,0 25-15,0-25 0,0 0 0,0 0 0,0 0 0,0 0 16,0 25-16,0-25 0,25 0 0,-25 0 0,0 0 15,0 0-15,0 0 0,25 0 0,-25-25 0,0 25 16,0 0-16,25 0 0,-25 0 0,0-25 0,24 25 16,-24 0-16,0 0 0,25-25 0,-25 25 0,0 0 0,0-25 15,25 25-15,-25 0 0,0-24 0,0 24 0,0-25 16,0 25-16,0 0 0,0-25 0,25 25 0,-25 0 15,0-25-15,0 25 0,0 0 0,0 0 0,0-25 0,0 25 16,0 0-16,0 0 0,0 0 0,0 0 0,0 0 16,0 0-16,0 0 0,25 0 0,-25 0 0,0 0 0,0 0 15,0 0-15,0 0 0,24 0 0,-24 0 0,0 0 0,0 25 16,0-25-16,0 0 0,25 0 0,-25 0 0,0 0 15,0 25-15,0-25 0,0 0 0,25 25 0,-25-25 16,0 0-16,0 0 0,0 25 0,0-25 0,0 0 0,0 0 16,0 24-16,0-24 0,0 0 0,0 0 0,0 0 15,0 0-15,-25 25 0,25-25 0,0 0 0,0 0 0,0 0 16,0 0-16,0 0 0,0 0 0,0 0 0,0 0 15,0 0-15,0 0 0,0 0 0,0 0 0,0 0 16,0 0-16,0 0 0,0 0 0,0-25 0,0 25 0,0 0 16,0 0-16,0-24 0,25 24 0,-25 0 0,0-25 15,0 25-15,25 0 0,-25-25 0,0 25 0,25 0 0,-25-25 16,25 25-16,-25 0 0,0-25 0,24 25 0,-24 0 15,25 0-15,-25-25 0,0 25 0,25 0 0,-25 0 16,25 0-16,-25 0 0,0 0 0,25 0 0,-25 0 0,0 0 16,24 25-16,-24-25 0,0 0 0,0 0 0,25 0 15,-25 25-15,0-25 0,0 0 0,0 25 0,0-25 16,0 0-16,0 25 0,0-25 0,0 25 0,0-25 0,0 0 15,0 24-15,-25-24 0,25 25 0,0-25 0,0 0 0,0 25 16,0-25-16,0 0 0,0 0 0,0 25 0,-24-25 16,24 0-16,0 0 0,0 0 0,24 0 0,-24 0 15,0 0-15,0 0 0,0 0 0,0 0 0,0 0 0,25 0 16,-25 0-16,25 0 0,-25 0 0,25 0 0,-25 0 15,25-25-15,-25 25 0</inkml:trace>
  <inkml:trace contextRef="#ctx0" brushRef="#br0" timeOffset="63166.6129">13742 4762 0,'0'-24'0,"0"24"0,0-25 0,0 25 0,0 0 0,0-25 0,-25 25 0,25 0 0,0 0 0,0 0 0,0 0 0,-25 0 0,25 0 0,0 0 15,0 0-15,0 25 0,-25-25 0,25 25 0,0-25 0,0 24 16,-24-24-16,24 25 0,0-25 0,0 25 0,0-25 15,0 25-15,-25-25 0,25 25 0,0-25 0,0 0 16,0 25-16,0-25 0,0 24 0,0-24 0,0 0 0,0 25 16,0-25-16,0 0 0,0 0 0,0 0 0,25 25 0,-25-25 15,0 0-15,0 0 0,0 0 0,24 0 0,-24 0 16,0-25-16,0 25 0,25 0 0,-25 0 0,0 0 15,0 0-15,25 0 0,-25-25 0,0 25 0,0 0 0,25-24 16,-25 24-16,0 0 0,0-25 0,25 25 0,-25-25 16,0 25-16,0-25 0,0 25 0,24 0 0,-24-25 0,0 25 15,0 0-15,0 0 0,0 0 0,0-25 0,0 25 16,0 0-16,0 25 0,0-25 0,0 0 0,0 0 15,0 25-15,0-25 0,0 0 0,0 25 0,0-25 0,0 25 16,0 0-16,-24-25 0,24 24 0,0 1 0,0-25 16,0 25-16,0 0 0,0-25 0,-25 25 0,25-1 0,0 1 15,0-25-15,0 25 0,0 0 0,-25-25 0,25 25 16,0-25-16,0 24 0,0-24 0,-25 25 0,25-25 15,0 25-15,0-25 0,-25 25 0,25-25 0,0 25 0,0-25 16,0 24-16,-24-24 0,24 0 0,0 25 0,0-25 16,0 0-16,-25 25 0,25-25 0,0 0 0,0 0 0,0 0 15,0 0-15,0 0 0,0 25 0,0-25 0,-25 0 16,25 0-16,0 0 0,0 0 0,0 0 0,0 0 0,-25 0 15,25-25-15,0 25 0,0 0 0,0 0 0,0-25 16,0 25-16,0 0 0,-25-25 0,25 25 0,0-24 16,0 24-16,-24-25 0,24 0 0,0 25 0,-25-25 0,25 0 15,-25 25-15</inkml:trace>
  <inkml:trace contextRef="#ctx0" brushRef="#br0" timeOffset="63638.6399">13171 4390 0,'0'0'15,"0"0"-15,0 0 0,0 0 0,0 0 0,0 0 16,0 0-16,0 0 0,0-24 0,0 24 0,0 0 0,0 0 15,0 0-15,0 0 0,0 0 0,0 0 0,25 0 0,-25 0 16,0 0-16,0 24 0,0-24 0,25 0 0,-25 0 16,0 0-16,0 0 0,0 0 0,25 25 0,-25-25 15,0 0-15,0 0 0,0 0 0,0 25 0,0-25 16,0 0-16,0 0 0,0 25 0,0-25 0,0 0 0,0 0 15,0 25-15,0-25 0,0 0 0,0 0 0,0 0 16,0 24-16,-25-24 0,25 0 0,0 0 0,-25 25 0,25-25 16,-25 0-16,25 0 0,-25 25 0,25-25 0,-24 0 15,24 0-15,-25 25 0,25-25 0,-25 0 0,25 0 16,0 0-16,-25 0 0,25 0 0,-25 25 0,25-25 0,0 0 15,-24 0-15,24 0 0,-25 0 0</inkml:trace>
  <inkml:trace contextRef="#ctx0" brushRef="#br0" timeOffset="63933.6568">12824 4390 0,'0'0'0,"0"0"0,0 0 0,0 0 16,25 0-16,-25 0 0,0 0 0,0 25 0,0-25 16,0 0-16,25 0 0,-25 0 0,0 0 0,0 0 15,0 25-15,24-25 0,-24 0 0,0 0 0,0 25 0,0-25 16,0 0-16,0 0 0,0 25 0,0-25 0,0 0 15,0 0-15,0 24 0,0-24 0,0 0 0,0 0 0,-24 0 16,24 25-16,0-25 0,0 0 0,-25 0 0,25 0 16,0 0-16,0 25 0,-25-25 0,25 0 0,0 0 0,0 0 15,-25 0-15,25 0 0,0 0 0,0 0 0,0 0 16,-25 0-16,25 0 0</inkml:trace>
  <inkml:trace contextRef="#ctx0" brushRef="#br0" timeOffset="64154.6694">12849 4192 0,'0'0'0,"0"0"16,0 0-16,0 0 0,25 0 0,-25 0 0,0 0 0,24 0 15,-24 0-15,25-25 0,-25 25 0,25 0 0,-25 0 16,25 0-16,0 0 0,-25 0 0,24 0 0,1 0 15,0 0-15,0 0 0,-25 0 0,25 0 0,-1 0 0,1 0 16,0 25-16,0-25 0,-25 0 0,25 0 0,0 0 16,-1 0-16,-24 0 0,25 0 0,-25 0 0,25 25 0,-25-25 15,25 0-15,-25 0 0</inkml:trace>
  <inkml:trace contextRef="#ctx0" brushRef="#br0" timeOffset="65127.7251">14833 4862 0,'0'0'15,"0"0"-15,0 0 0,0 0 0,-25 0 0,25 0 16,0 0-16,0-25 0,0 25 0,0 0 0,0 0 0,0 0 15,0 0-15,0 0 0,0-25 0,25 25 0,-25 0 16,0 0-16,0-25 0,0 25 0,0 0 0,0 0 16,0-25-16,25 25 0,-25 0 0,0 0 0,0 0 0,0-24 15,0 24-15,25 0 0,-25 0 0,0 0 0,0 0 16,25-25-16,-25 25 0,0 0 0,0 0 0,24 0 15,-24 0-15,0 25 0,0-25 0,25 0 0,-25 0 0,0 24 16,0-24-16,0 0 0,25 25 0,-25-25 0,0 25 0,0-25 16,0 25-16,0-25 0,0 25 0,-25-25 0,25 25 15,0-25-15,0 24 0,0-24 0,0 0 0,-25 25 16,25-25-16,0 25 0,0-25 0,0 0 0,-24 25 0,24-25 15,0 0-15,0 25 0,-25-25 0,25 0 0,0 0 0,0 24 16,0-24-16,0 0 0,-25 0 0,25 0 0,0 0 16,0 0-16,0 0 0,0 0 0,0 0 0,0 0 15,0 0-15,0 0 0,25 0 0,-25 0 0,0-24 0,0 24 16,0 0-16,0 0 0,25-25 0,-25 25 0,0 0 15,24-25-15,-24 25 0,0-25 0,25 25 0,-25-25 16,25 25-16,-25 0 0,25-24 0,-25 24 0,0-25 0,25 25 16,-25-25-16,24 25 0,-24-25 0,25 25 0,-25-25 15,0 25-15,25-25 0,-25 25 0,0 0 0,25-24 16,-25 24-16,0 0 0,0 0 0,0 0 0,25-25 0,-25 25 15,0 0-15,0 0 0,0 0 0,0 0 0,0 0 0,0 0 16,-25 0-16,25 0 0,0 25 0,0-25 0,0 0 16,0 0-16,-25 0 0,25 24 0,0-24 0,0 0 15,0 25-15,-25-25 0,25 0 0,0 25 0,0-25 0,0 25 16,-25-25-16,25 25 0,0-25 0,0 25 0,0-25 15,0 24-15,0-24 0,0 0 0,25 25 0,-25-25 0,0 0 16,0 25-16,0-25 0,0 0 0,0 0 0,25 25 16,-25-25-16,0 0 0,0 0 0,25 0 0,-25 0 15,25 25-15,-25-25 0,24 0 0,-24 0 0,25 0 0,-25 0 16,25 0-16,-25-25 0,25 25 0,-25 0 0,0 0 15,25 0-15,-25 0 0,0 0 0,24-25 0,-24 25 0</inkml:trace>
  <inkml:trace contextRef="#ctx0" brushRef="#br0" timeOffset="65334.7369">15453 4961 0,'0'0'0,"0"0"0,0 0 0,0 0 0,0 0 0,0 0 15,0 0-15,0 25 0,0-25 0,0 0 0,0 0 16,0 0-16,0 25 0,0-25 0,0 0 0,0 0 15,0 24-15,0-24 0,0 25 0,-24-25 0,24 0 0,0 25 16,0-25-16,0 0 0,0 25 0,0-25 0,-25 25 16,25-25-16,0 0 0,0 0 0,-25 24 0,25-24 0,0 0 15,0 0-15,0 25 0,-25-25 0,25 0 0,0 0 16,0 0-16</inkml:trace>
  <inkml:trace contextRef="#ctx0" brushRef="#br0" timeOffset="66088.78">16049 4837 0,'0'0'16,"0"0"-16,0 0 0,0 0 0,24 0 0,-24-25 0,0 25 15,0 0-15,0 0 0,0 0 0,25 0 0,-25 0 16,0 0-16,0 0 0,0 0 0,0 0 0,0 0 0,0 0 15,0 0-15,0 0 0,0 0 0,0 0 0,0 0 16,0 0-16,0 0 0,0 25 0,0-25 0,0 0 16,0 25-16,0-25 0,0 25 0,-25-25 0,25 24 0,0-24 15,0 25-15,-24-25 0,24 25 0,0-25 0,0 25 16,0-25-16,0 25 0,0-25 0,0 24 0,0-24 0,-25 0 15,25 25-15,0-25 0,25 0 0,-25 0 0,0 25 16,0-25-16,0 0 0,0 0 0,0 0 0,0 0 0,24 0 16,-24 0-16,0 0 0,0-25 0,25 25 0,-25 0 15,0 0-15,25 0 0,-25-25 0,25 25 0,-25 0 16,0-24-16,25 24 0,-25 0 0,24-25 0,-24 25 0,0 0 15,25-25-15,-25 25 0,0 0 0,25-25 0,-25 25 16,0-25-16,0 25 0,25 0 0,-25-24 0,0 24 16,0 0-16,0-25 0,0 25 0,0 0 0,0 0 0,0 0 15,0 0-15,0 0 0,0 0 0,0 25 0,0-25 16,0 0-16,-25 24 0,25-24 0,0 25 0,0-25 0,0 25 15,0 0-15,0-25 0,-25 25 0,25-1 0,0 1 16,0-25-16,0 25 0,-25 0 0,25-25 0,0 25 0,0-1 16,0-24-16,0 25 0,0 0 0,-24-25 0,24 25 0,0-25 15,0 25-15,0-25 0,0 24 0,-25-24 16,25 0-16,0 25 0,0-25 0,0 0 0,0 0 0,-25 0 15,25 0-15,0 0 0,0 0 0,-25 0 0,25 0 0,0 0 16,0 0-16,0 0 0,-25 0 0,25 0 0,0 0 16,0 0-16,0 0 0,0 0 0,0 0 0,0 0 15,-24-25-15,24 25 0,0 0 0,0 0 0,0 0 0,0 0 16,0 0-16,0 0 0,0 0 0,0 0 0,0-24 15,0 24-15,0 0 0,24 0 0,-24 0 0,0 0 16,0 0-16,25 0 0,-25 0 0,0-25 0,25 25 0,-25 0 16,0 0-16,25 0 0,-25 0 0</inkml:trace>
  <inkml:trace contextRef="#ctx0" brushRef="#br0" timeOffset="66332.794">16495 5159 0,'0'0'0,"0"0"0,0 0 0,0 0 0,0 0 15,0 0-15,0 0 0,0 0 0,0 0 0,0 0 16,0 25-16,25-25 0,-25 0 0,0 0 0,0 25 0,0-25 16,0 0-16,-25 0 0,25 25 0,0-25 0,0 0 15,0 0-15,0 25 0,0-25 0,0 0 0,0 24 16,-25-24-16,25 0 0,0 25 0,0-25 0,-24 25 0,24-25 15,0 0-15,0 0 0,0 25 0,-25-25 0,25 0 16,0 0-16,0 0 0,0 0 0,0 0 0,0 0 16,0 0-16,0 0 0,0 0 0,0 0 0,0 0 0,0 0 15,25 0-15</inkml:trace>
  <inkml:trace contextRef="#ctx0" brushRef="#br0" timeOffset="66819.8219">17066 4762 0,'0'0'0,"0"0"0,0-24 15,0 24-15,0 0 0,0 0 0,0-25 0,0 25 16,0 0-16,0-25 0,0 25 0,24 0 0,-24 0 0,0-25 16,0 25-16,0 0 0,0 0 0,25-25 0,-25 25 15,0 0-15,0 0 0,25 0 0,-25 0 0,0 0 16,25 0-16,-25 0 0,0-24 0,25 24 0,-25 0 0,0 0 15,24 0-15,-24 0 0,0 0 0,25 24 16,-25-24-16,0 0 0,0 0 0,25 0 0,-25 0 0,0 0 16,0 25-16,0-25 0,0 0 0,0 25 0,0-25 0,0 0 15,-25 25-15,25 0 0,0-25 0,0 24 0,0-24 16,-25 25-16,25 0 0,0-25 0,-24 25 0,24-25 0,0 25 15,-25 0-15,25-25 0,-25 24 0,25-24 0,-25 25 16,25 0-16,0-25 0,-25 25 0,25-25 0,0 25 0,-24-25 16,24 24-16,0-24 0,0 25 0,-25-25 0,25 25 15,0-25-15,0 25 0,0-25 0,0 0 0,0 0 16,0 25-16,0-25 0,0 0 0,0 0 0,0 24 0,25-24 15,-25 0-15,0 0 0,0 0 0,0 0 0,24 0 0,-24 0 16,0 0-16,25 0 0,-25 0 0,25 0 0,-25 0 16,0 0-16,25 0 0,-25 0 0,0 0 0,25-24 0,-25 24 15,0 0-15,0 0 0,0 0 0,0-25 0,0 25 16,0 0-16</inkml:trace>
  <inkml:trace contextRef="#ctx0" brushRef="#br0" timeOffset="66991.8317">17066 4961 0,'0'0'0,"0"0"0,0 0 0,0 0 0,0 0 0,0 0 15,0 0-15,0-25 0,0 25 0,0 0 0,0 0 16,24 0-16,-24 0 0,0 0 0,25 0 0,-25 25 0,25-25 16,-25 0-16,0 0 0,25 0 0,-25 0 0,25 0 15,-1 0-15,-24 0 0,25 25 0,-25-25 0,25 0 0,-25 0 16,25 0-16,-25 0 0,25 0 0,-25 0 0,0 25 15,24-25-15,-24 0 0</inkml:trace>
  <inkml:trace contextRef="#ctx0" brushRef="#br0" timeOffset="67186.8428">17338 5011 0,'0'0'0,"0"0"0,0 0 15,0 0-15,0 0 0,0 24 0,0-24 0,25 0 16,-25 0-16,0 0 0,0 0 0,0 25 0,0-25 16,0 0-16,0 0 0,0 25 0,25-25 0,-25 25 0,0-25 15,0 0-15,0 25 0,0-25 0,0 24 0,0-24 16,0 25-16,0-25 0,-25 25 0,25-25 0,0 0 0,-25 25 15,25-25-15,0 25 0,-24-25 0,24 0 0,-25 24 16,0-24-16,25 25 0,-25-25 0,25 0 0,-25 0 16,25 25-16,-24-25 0,24 0 0,-25 0 0,25 0 0</inkml:trace>
  <inkml:trace contextRef="#ctx0" brushRef="#br0" timeOffset="67988.8887">18529 4986 0,'0'0'0,"0"0"0,0 0 0,0 0 15,0 0-15,0-25 0,0 25 0,0 0 0,0 0 0,0 0 16,0 0-16,0-25 0,0 25 0,0 0 0,0 0 16,0 0-16,0 0 0,0-25 0,0 25 0,-25 0 0,25 0 15,0 0-15,0 0 0,0 0 0,0 0 0,0-24 16,0 24-16,-25 0 0,25 0 0,0 0 0,0 0 0,0 0 15,-24 0-15,24 0 0,0 0 0,0 0 0,-25 0 16,25 0-16,0 0 0,-25 0 0,25 0 0,0 0 16,-25 0-16,25 0 0,0 0 0,-25 0 0,25 0 0,0 0 15,0 24-15,-24-24 0,24 0 0,0 0 0,-25 25 0,25-25 16,0 0-16,0 25 0,0-25 0,0 25 0,-25-25 15,25 0-15,0 25 0,0-25 0,0 24 0,0-24 16,0 0-16,0 25 0,0-25 0,0 0 0,0 25 0,0-25 16,25 0-16,-25 0 0,0 25 0,0-25 0,0 0 15,25 0-15,-25 0 0,0 0 0,0 0 0,24 0 16,-24 25-16,0-25 0,0 0 0,25 0 0,-25 0 0,0 0 15,25-25-15,-25 25 0,0 0 0,25 0 0,-25 0 16,0 0-16,25-25 0,-25 25 0,0 0 0,24 0 16,-24-25-16,0 25 0,25 0 0,-25-25 0,0 25 0,0 0 15,25-24-15,-25 24 0,0 0 0,0 0 0,25-25 0,-25 25 16,0 0-16,0 0 0,0 0 0,0-25 0,0 25 15,0 0-15,0 0 0,0 0 0,0 0 0,0 0 16,0 0-16,0 0 0,0 0 0,0 0 0,0 0 0,0 0 16,0 0-16,0 25 0,0-25 0,0 0 0,0 0 15,0 25-15,0-25 0,0 0 0,0 24 0,0-24 0,-25 25 16,25-25-16,0 0 0,0 25 0,0-25 0,0 0 15,0 25-15,0-25 0,0 25 0,0-25 0,0 0 16,0 24-16,0-24 0,0 0 0,0 0 0,0 25 0,25-25 16,-25 0-16,0 0 0,0 0 0,25 0 0,-25 0 15,0 0-15,25 0 0,-25 0 0,24 0 0,-24 0 0,25 0 16,-25 0-16</inkml:trace>
  <inkml:trace contextRef="#ctx0" brushRef="#br0" timeOffset="68189.9002">18777 5110 0,'0'0'0,"0"0"0,0 0 0,0 0 15,0 0-15,0 0 0,0 0 0,0 0 0,0 0 16,0 0-16,0 25 0,0-25 0,0 0 0,0 0 0,0 0 16,0 24-16,-25-24 0,25 0 0,0 25 0,0-25 15,0 0-15,0 25 0,0-25 0,-24 25 0,24-25 16,0 0-16,0 25 0,0-25 0,0 0 0,-25 24 0,25-24 15,0 0-15,0 25 0,0-25 0,0 0 0,0 0 16,0 0-16,0 0 0,0 25 0,0-25 0,0 0 0,0 0 16,0 0-16</inkml:trace>
  <inkml:trace contextRef="#ctx0" brushRef="#br0" timeOffset="68661.9272">19348 4862 0,'0'0'0,"0"0"0,0 0 0,0-25 0,0 25 15,0 0-15,0 0 0,0 0 0,0-25 0,0 25 16,0 0-16,0 0 0,0 0 0,0 0 0,0-25 0,0 25 15,0 0-15,0 0 0,0 0 0,0 0 0,0 0 16,0 25-16,0-25 0,0 0 0,0 0 0,0 25 0,0-25 16,0 0-16,24 25 0,-24-25 0,0 0 0,0 25 0,0-25 15,0 24-15,0-24 0,0 0 0,0 25 0,0-25 16,-24 25-16,24-25 0,0 25 0,0-25 0,0 0 0,0 25 15,0-25-15,0 24 0,0-24 0,0 0 16,0 25-16,24-25 0,-24 0 0,0 0 0,0 0 0,0 0 16,0 0-16,0 25 0,0-25 0,0 0 0,0 0 0,0 0 15,0 0-15,0 0 0,0 0 0,0 0 0,0 0 16,0 0-16,25-25 0,-25 25 0,0 0 0,0 0 15,0 0-15,0 0 0,25-25 0,-25 25 0,0 0 0,0 0 16,0 0-16,0 0 0,0-24 0,0 24 0,0 0 16,0 0-16,0 0 0,0 0 0,0 0 0,0 0 0,0 0 15,0 0-15,0 0 0,0 0 0,0 0 0,0 0 16,0 0-16,0 0 0,0 0 0,0 0 0,0 0 0,0 0 15,0 0-15,0 0 0,0 0 0,0 0 0,0 0 16,0 0-16,0 0 0,0 0 0,0 0 0,0 0 16,0 0-16,0 0 0,0-25 0</inkml:trace>
  <inkml:trace contextRef="#ctx0" brushRef="#br0" timeOffset="69298.9637">19521 4564 0,'0'0'0,"0"0"15,0 0-15,0 0 0,0 0 0,0 0 0,0 0 16,0 0-16,0 0 0,0 0 0,0 0 0,0 0 0,-25 25 15,25-25-15,0 0 0,0 25 0,0-25 0,0 24 16,-24-24-16,24 25 0,0 0 0,0 0 0,0-25 0,-25 25 16,25-1-16,0 1 0,0 0 0,-25-25 0,25 25 15,0 0-15,-25 0 0,25-25 0,0 24 0,0-24 16,-25 25-16,25 0 0,0-25 0,0 25 0,-24-25 0,24 25 15,0-25-15,0 24 0,0-24 0,0 0 0,0 25 16,0-25-16,0 0 0,0 0 0,0 0 0,0 0 16,0 25-16,0-25 0,0 0 0,0 0 0,0 0 0,0 0 15,0 0-15,0 0 0,0 0 0,0 0 0,0-25 16,0 25-16,0 0 0,0 0 0,0 0 0,0-25 15,0 25-15,24 0 0,-24-24 0,0 24 0,0-25 0,25 25 16,-25 0-16,0-25 0,0 25 0,25-25 0,-25 25 0,0-25 16,0 25-16,25-24 0,-25 24 0,0 0 0,25-25 15,-25 25-15,0 0 0,0 0 0,24 0 0,-24 0 16,0 0-16,25 0 0,-25 0 0,0 0 0,25 0 0,-25 0 15,0 25-15,0-25 0,0 0 0,25 0 0,-25 24 16,0-24-16,0 25 0,0-25 0,0 25 0,0-25 16,0 25-16,0-25 0,25 25 0,-25-25 0,-25 0 0,25 24 15,0-24-15,0 25 0,0-25 0,0 0 0,0 25 0,0-25 16,0 0-16,0 25 0,-25-25 0,25 0 0,0 0 15,0 0-15,0 25 0,-25-25 0,25 0 0,0 0 16,-25 0-16,25 0 0,0 0 0,-24 0 0,24 0 0,0-25 16,0 25-16,-25 0 0,25 0 0,0 0 0,0 0 15,-25 0-15,25 0 0,0 0 0,0-25 0,0 25 16,-25 0-16,25 0 0,0 0 0,0 0 0,0 0 0,0 0 15,0 0-15,0 0 0,0 0 0,0-25 0,25 25 16,-25 0-16,0 0 0,0 0 0,0 0 0,25-25 0,-25 25 16,0 0-16,0 0 0</inkml:trace>
  <inkml:trace contextRef="#ctx0" brushRef="#br0" timeOffset="69543.9777">19819 5035 0,'0'0'0,"0"0"15,25 0-15,-25 0 0,0 0 0,0 0 0,0 0 0,0 0 16,0 0-16,0 0 0,0 0 0,0 25 0,0-25 16,25 0-16,-25 0 0,0 0 0,0 0 0,0 25 0,0-25 15,0 0-15,-25 0 0,25 25 0,0-25 0,0 0 16,0 25-16,0-25 0,-25 24 0,25-24 0,0 25 15,-25-25-15,25 0 0,0 25 0,-25-25 0,25 0 16,0 25-16,0-25 0,-24 0 0,24 0 0,0 25 0,0-25 16,-25 0-16,25 0 0,0 0 0,0 0 0,0 24 15,0-24-15,0 0 0,0 0 0,0 0 0,0 0 16,0 0-16</inkml:trace>
  <inkml:trace contextRef="#ctx0" brushRef="#br0" timeOffset="69930.9998">20464 4961 0,'0'0'0,"0"-25"0,0 25 0,0 0 0,0 0 16,0-25-16,0 25 0,-25 0 0,25-24 0,0 24 15,0 0-15,0 0 0,0-25 0,0 25 0,0 0 0,0 0 16,0-25-16,-25 25 0,25 0 0,0 0 0,0 0 16,0 0-16,0 0 0,0-25 0,-25 25 0,25 25 0,0-25 15,0 0-15,-24 0 0,24 0 0,0 25 0,-25-25 16,25 0-16,-25 25 0,25-25 0,-25 24 0,25-24 0,0 25 15,-25-25-15,25 25 0,0-25 0,-24 25 0,24-25 16,0 25-16,0-1 0,-25-24 0,25 25 0,0 0 16,0-25-16,0 25 0,0-25 0,0 25 0,0-25 0,0 24 15,0-24-15,0 25 0,0-25 0,0 0 0,0 0 16,25 25-16,-25-25 0,0 0 0,0 0 0,0 0 15,24 0-15,-24 0 0,0 0 0,25 0 0,-25 0 0,25 0 16,-25-25-16,25 25 0,-25 0 0,25 0 0,-25 0 16,0-25-16,24 25 0,-24 0 0,25 0 0,-25 0 15,0 0-15,25 0 0,-25 0 0,0 0 0,25 0 0</inkml:trace>
  <inkml:trace contextRef="#ctx0" brushRef="#br0" timeOffset="70490.0318">20910 5011 0,'0'0'0,"0"0"0,0 0 0,0 0 0,-24 0 0,24 0 15,0 0-15,0 0 0,0 0 0,0 0 0,0 0 0,0 0 16,0 0-16,0 0 0,0 0 0,0 0 0,0 0 16,0 0-16,0 0 0,0 0 0,0 0 0,0 0 15,0 0-15,0 0 0,0 0 0,0 0 0,0 0 0,0 0 16,0 0-16,0 0 0,0 0 0,0 0 0,0 0 15,0 0-15,0 0 0,0 0 0,0 0 0,0 0 16,0 0-16,0 0 0,0 0 0,0 0 0,0 0 0,0 0 16,0 0-16,0 0 0,0 0 0,0 24 0,0-24 15,0 0-15,0 0 0,0 0 0,0 0 0,0 0 16,0 0-16,0 0 0,0 0 0,24 25 0,-24-25 0,0 0 15,0 0-15,0 0 0,0 0 0,0 0 0,0-25 16,0 25-16,0 0 0,0 0 0,0 0 0,0 0 0,0 0 16,0 0-16,0 0 0,0 0 0,0 0 0,0 0 15,0 0-15,0 0 0,0 0 0,0 0 0,0 0 0,0 0 16,0 0-16,0 0 0,0 0 0,0 0 0,0 0 0,0 0 15,-24 0-15,24 0 0,0 0 0,0 0 0,0 0 16,0 0-16,0 0 0,0 0 0,0 0 0,0 0 16,0 0-16,0 0 0,0 0 0,0 0 0,0 0 0,0 0 15,0 0-15,24 0 0,-24 0 0</inkml:trace>
  <inkml:trace contextRef="#ctx0" brushRef="#br0" timeOffset="70934.0572">21233 5135 0,'0'0'0,"0"0"0,25 0 0,-25 0 0,0 0 0,0 0 15,0 0-15,0 0 0,0 0 0,0 0 0,0 0 16,0 0-16,0 0 0,0 0 0,0-25 0,0 25 15,0 0-15,0 0 0,0 0 0,0 0 0,-25 0 0,25 0 16,0 0-16,0 0 0,0 0 0,0 0 0,0-25 0,0 25 16,0 0-16,0 0 0,0 0 0,0 0 0,0 0 15,0 0-15,0 0 0,0 0 0,0 0 0,0 0 16,0 0-16,0 25 0,0-25 0,0 0 0,0 0 0,0 0 15,0 0-15,0 0 0,0 0 0,0 0 0,0 0 16,0 0-16,0 0 0,0 0 0,0 0 0,0 0 16,0 0-16,0 0 0,0 0 0,0 0 0,0 0 0,0 0 15,0 0-15,0 0 0,0 0 0,25 0 0,-25 0 16,0 0-16,0 25 0,0-25 0,0 0 0,0 0 0,0 0 15,0 0-15,0-25 0,0 25 0,0 0 0,0 0 16,0 0-16,0 0 0,24 0 0,-24 0 0,0 0 16,0 0-16,0 0 0,0 0 0,0 0 0,-24 0 0,24 0 15,0 0-15,0-25 0,0 25 0,0 0 0,0 0 16,0 0-16,0 0 0,0 0 0,0 0 0,0 0 0,0 0 15,0 0-15,0 0 0,0 0 0,0 0 0,0 0 16,0 0-16,0 0 0,0 0 0,0 0 0,0 0 16,24 0-16,-24 0 0,0 0 0,0 0 0,0 0 0,25 0 15,-25 0-15</inkml:trace>
  <inkml:trace contextRef="#ctx0" brushRef="#br0" timeOffset="71340.0804">21779 5110 0,'0'0'0,"0"0"0,-25 0 0,25 0 16,0 0-16,0 0 0,0 0 0,0 0 15,0 0-15,0 0 0,0-25 0,0 25 0,0 0 0,0 0 16,0 0-16,0 25 0,0-25 0,0 0 0,0 0 0,0 0 16,0 0-16,0 0 0,0 0 0,0 0 0,0 0 15,0 0-15,0 0 0,0 0 0,0 0 0,-25 0 0,25 0 16,0 0-16,0 0 0,0 25 0,0-25 0,0 0 15,0 0-15,0 0 0,0 0 0,0 0 0,25 24 16,-25-24-16,0 0 0,0 0 0,0 0 0,0 0 0,0 25 16,0-25-16,0 0 0,25 0 0,-25 0 0,0 0 15,0 0-15,24 0 0,-24 0 0,0 0 0,0 0 0,25 0 16,-25 0-16,0 0 0,0 0 0,25 0 0,-25 0 15,0 0-15,0 0 0,0 0 0,0 0 0,0 0 16,0 0-16,0 0 0,0 0 0,0 0 0,0 0 0,0 0 16,0 0-16,0 0 0,0 0 0,-25 0 0,25 0 15,0 0-15,0 0 0,0 0 0,-25 0 0,25-25 16,0 25-16</inkml:trace>
  <inkml:trace contextRef="#ctx0" brushRef="#br0" timeOffset="78324.4799">2505 6152 0,'0'0'0,"0"0"0,0 0 0,0 0 0,0 0 16,0 0-16,0 0 0,0-25 0,0 25 0,0 0 15,0 0-15,0 0 0,0 0 0,0 0 0,0 0 0,0 0 16,0 0-16,0 0 0,0 0 0,0 0 0,0 0 0,0 0 15,0 0-15,0 0 0,0 0 0,0 0 0,0 0 16,0 0-16,0 0 0,0 0 0,0 0 0,0 0 16,0 0-16,0 0 0,0 0 0,0 0 0,0 0 0,0 0 15,0 0-15,0 0 0,0 0 0,0 0 0,0 0 0,0 0 16,0 0-16,0 0 0,0 0 0,0 0 0,0 0 15,0 0-15,0 0 0,0 0 0,0 0 0,0 0 0,0 0 16,0 0-16,0 0 0,0 0 0,0 0 0,0 0 16,0 0-16,0 0 0,0 0 0,0 0 0,0 0 0,0 0 15,0 0-15,0 0 0,0 0 0,0 0 0,0 0 16,0 0-16,0 0 0,-25 0 0,25 0 0,0 0 0,0 0 15,0 25-15,0-25 0,-24 0 0,24 0 0,0 24 16,0-24-16,-25 0 0,25 0 0,0 25 0,0-25 16,-25 0-16,25 0 0,0 25 0,0-25 0,0 0 0,-25 0 15,25 25-15,0-25 0,0 0 0,0 0 0,-25 0 0,25 25 16,0-25-16,0 0 0,0 0 0,0 0 0,-24 0 15,24 0-15,0 0 0,0 0 0,0 24 0,0-24 0,0 0 16,0 0-16,0 0 0,-25 0 0,25 0 0,0 0 0,0 0 16,0 0-16,0 0 0,0 0 0,0 25 0,-25-25 15,25 0-15,0 0 0,0 0 0,0 0 0,0 0 0,0 0 16,-25 0-16,25 0 0,0 0 0,0 0 0,0 0 15,0 0-15,0 0 0,0 0 0,0 0 0,0 0 0,0 0 16,0-25-16,0 25 0,0 0 0,0 0 0,0-24 0</inkml:trace>
  <inkml:trace contextRef="#ctx0" brushRef="#br0" timeOffset="78666.4994">2332 6102 0,'0'0'0,"0"0"0,0 0 16,0 0-16,0 0 0,0 0 0,0 0 0,0 0 0,0 0 15,0 0-15,0 0 0,0 0 0,0 0 0,0 0 0,0 0 16,0 0-16,0 0 0,0 0 0,0 0 0,24 0 15,-24 0-15,0 0 0,0 0 0,0 0 0,0 25 0,0-25 16,0 0-16,0 0 0,0 25 0,0-25 0,0 0 16,0 24-16,0-24 0,0 0 0,0 25 0,25-25 0,-25 25 15,0-25-15,0 25 0,0-25 0,0 0 0,0 25 0,0-25 16,0 24-16,0-24 0,0 0 0,0 25 0,0-25 15,0 25-15,0-25 0,0 0 0,0 0 0,0 25 0,0-25 16,0 0-16,0 0 0,0 0 0,0 0 0,0 0 16,0 0-16,0 0 0,0 0 0,0 0 0,0 0 0,0 0 15,0 0-15,0 0 0,0 0 0,0 0 0</inkml:trace>
  <inkml:trace contextRef="#ctx0" brushRef="#br0" timeOffset="78954.5159">2158 6251 0,'0'0'0,"0"0"0,0 0 16,0 0-16,0 0 0,0 0 0,0 0 0,0 0 15,-25 0-15,25 0 0,0 0 0,0 0 0,0 0 0,25 0 16,-25 0-16,0 0 0,0 0 0,0 0 0,0 0 16,0 0-16,25 0 0,-25 0 0,0 0 0,25 0 0,-25 0 15,0 0-15,24 0 0,-24 0 0,25 0 0,-25 0 16,25 0-16,-25 0 0,25 25 0,-25-25 0,25 0 0,-1 0 15,-24 0-15,25 0 0,0 0 0,0-25 0,0 25 0,-25 0 16,24 0-16,1 0 0,0 0 0,-25 0 0,25 0 16,0-25-16,-25 25 0</inkml:trace>
  <inkml:trace contextRef="#ctx0" brushRef="#br0" timeOffset="82697.73">3969 5978 0,'0'0'0,"0"0"0,0 0 0,0 0 0,0 0 0,0 0 0,0 0 0,0 0 0,0 0 0,0 0 0,0 0 0,0-25 15,0 25-15,0 0 0,0 0 0,0 0 16,0 0-16,0 0 0,0 0 0,0 0 0,0-25 0,0 25 15,0 0-15,0 0 0,0 0 0,0 0 0,0 0 16,0 0-16,0 0 0,0 0 0,0 0 0,0 0 0,0 0 16,0 0-16,0 0 0,0 0 0,0 0 0,0 0 15,0 0-15,0 0 0,0 0 0,0 0 0,0 0 0,0 0 16,0 0-16,0 0 0,0 0 0,0 0 0,0 0 0,0 0 15,0 0-15,0 0 0,0 0 0,0 0 0,0 0 16,0 0-16,0 0 0,0 0 0,0 0 0,0 0 16,0 0-16,0 0 0,0 0 0,0 0 0,0 0 0,0 0 15,0 0-15,0 0 0,0 0 0,0 0 0,0 0 16,0 0-16,0 0 0,0 0 0,0 0 0,0 0 15,0 0-15,0-24 0,0 24 0,0 0 0,0 0 0,0 0 16,0 0-16,0 0 0,0 0 0,0 0 0,0 0 16,0 0-16,0 0 0,0 0 0,0 0 0,0 0 0,0 0 15,0 0-15,0 0 0,0 0 0,0 0 0,0 0 16,0 0-16,0 0 0,0 0 0,0-25 0,0 25 0,0 0 15,0 0-15,-25 0 0,25 0 0,0 0 0,0 0 16,0 0-16,0-25 0,0 25 0,-25 0 0,25 0 16,0 0-16,0 0 0,0 0 0,0 0 0,-25 0 0,25 0 15,0 0-15,0 0 0,0 0 0,0 0 0,-24 0 16,24 0-16,0 0 0,0 0 0,0 0 0,0 0 0,-25 0 15,25 0-15,0 0 0,0 0 0,0 0 0,0 0 16,0 0-16,-25 0 0,25 0 0,0 0 0,0 0 0,0 0 16,0 25-16,-25-25 0,25 0 0,0 0 0,0 0 15,0 0-15,0 25 0,-25-25 0,25 0 0,0 24 16,0-24-16,0 0 0,-24 25 0,24-25 0,0 25 0,0-25 15,0 25-15,-25-25 0,25 25 0,0-25 0,0 24 16,-25 1-16,25-25 0,0 25 0,0-25 0,0 25 0,0-25 16,0 25-16,-25-25 0,25 24 0,0 1 0,0-25 15,0 25-15,0-25 0,0 25 0,0-25 0,0 0 0,0 25 16,0-25-16,0 24 0,25-24 0,-25 0 0,0 25 15,0-25-15,0 0 0,25 25 0,-25-25 0,0 0 16,25 0-16,-25 25 0,0-25 0,24 0 0,-24 0 0,0 0 16,25 0-16,-25 0 0,0 0 0,25 25 0,-25-25 15,25 0-15,-25 0 0,0 0 0,25 0 0,-25 0 16,24 0-16,-24-25 0,25 25 0,-25 0 0,0 0 0,25 0 15,-25 0-15,25-25 0,-25 25 0,25 0 0,-25-25 0,24 25 16,-24 0-16,0-25 0,25 25 0,-25-24 16,0 24-16</inkml:trace>
  <inkml:trace contextRef="#ctx0" brushRef="#br0" timeOffset="84037.8067">4068 6201 0,'0'25'0,"0"-25"0,-25 0 0,25 0 0,0 0 0,0 0 16,0 0-16,0 0 0,0 0 0,0 0 0,0 0 16,25 0-16,-25 0 0,0 0 0,0 0 0,0 0 15,0-25-15,0 25 0,25 0 0,-25 0 0,0 0 0,0 0 16,0-25-16,25 25 0,-25 0 0,0 0 0,24-24 15,-24 24-15,0 0 0,0 0 0,25-25 0,-25 25 16,0 0-16,25-25 0,-25 25 0,0-25 0,25 25 0,-25 0 16,0-25-16,25 25 0,-25-24 0,0 24 0,24-25 15,-24 25-15,0-25 0,0 25 0,25 0 0,-25-25 0,0 25 16,0 0-16,0-25 0,0 25 0,0 0 0,0 0 15,0-24-15,0 24 0,0 0 0,0 0 0,-25-25 0,25 25 16,0 0-16,0 0 0,0 0 0,0 0 0,0-25 16,-24 25-16,24 0 0,0 0 0,0 0 0,-25 0 15,25 0-15,0 0 0,0 0 0,0 0 0,-25 0 0,25 0 16,0 0-16,0 0 0,0 0 0,0 25 0,-25-25 15,25 0-15,0 0 0,0 0 0,0 0 0,0 0 16,0 0-16,-25 25 0,25-25 0,0 0 0,0 0 0,0 0 16,0 0-16,0 0 0,0 24 0,0-24 0,0 0 0,0 0 15,0 25-15,0-25 0,0 0 0,0 25 0,0-25 16,0 0-16,0 25 0,0-25 0,-24 25 0,24-25 15,0 0-15,0 24 0,0-24 0,0 25 0,0-25 0,0 25 16,0-25-16,0 25 0,0-25 0,0 25 0,0-25 16,0 24-16,0-24 0,0 25 0,-25-25 0,25 25 15,0-25-15,0 0 0,0 25 0,0-25 0,0 25 0,0-25 16,0 24-16,0-24 0,-25 0 0,25 25 0,0-25 15,0 0-15,0 25 0,0-25 0,0 0 0,0 0 16,0 25-16,0-25 0,0 0 0,0 0 0,0 0 0,0 0 16,0 0-16,0 0 0,0 0 0,0 0 0,0 0 15,0 0-15,0 0 0,0 0 0,0 0 0,0 0 16,25 0-16,-25-25 0,0 25 0,0 0 0,0 0 0,25-25 15,-25 25-15,0 0 0,24-25 0,-24 25 0,0-24 0,25 24 16,-25 0-16,0-25 0,25 25 0,-25 0 0,0-25 16,25 25-16,-25 0 0,0-25 0,0 25 0,25 0 15,-25 0-15,0 0 0,0-25 0,0 25 0,0 0 0,0 0 16,0 0-16,0 0 0,0 0 0,0 0 0,24 0 0,-24 0 15,0 25-15,0-25 0,0 0 0,0 0 0,0 0 16,0 0-16,0 25 0,0-25 0,-24 0 0,24 0 16,0 25-16,0-25 0,0 0 0,0 25 0,0-25 0,0 24 15,0-24-15,24 0 0,-24 25 0,0-25 0,0 0 16,0 25-16,0-25 0,0 0 0,0 25 0,0-25 0,0 0 15,0 0-15,0 25 0,0-25 0,25 0 0,-25 0 16,0 0-16,0 24 0,0-24 0,0 0 0,0 0 16,0 0-16,25 0 0,-25 0 0,0 0 0,0 0 15,0 0-15,0-24 0,25 24 0,-25 0 0,0 0 0,0 0 16,25 0-16,-25-25 0,0 25 0,0 0 0,24 0 0,-24-25 15,0 25-15,25 0 0,-25-25 0,0 25 0,0 0 16,0-25-16,25 25 0,-25 0 0,0-24 0,0 24 16,0 0-16,0-25 0,25 25 0,-25 0 0,0-25 0,0 25 15,0 0-15,0 0 0,0 0 0,0 0 0,0-25 16,0 25-16,0 0 0,0 0 0,0 0 0,0 0 15,0 0-15,0 0 0,0 0 0,0 0 0,0 0 0,0 0 16,0 0-16,0 0 0,0 0 0,0 0 0,0 0 16,0 25-16,0-25 0,-25 0 0,25 0 0,0 0 0,0 0 15,0 25-15,0-25 0,0 0 0,0 25 0,0-25 16,0 0-16,0 24 0,0-24 0,0 0 0,0 25 0,0-25 15,0 25-15,0-25 0,0 0 0,0 25 0,0-25 16,0 25-16,0-25 0,0 0 0,0 24 0,25-24 16,-25 0-16,0 0 0,0 25 0,0-25 0,0 0 15,0 0-15,25 0 0,-25 0 0,0 0 0,0 0 0,0 0 16,24 0-16,-24 0 0,0 0 0,0 0 0,25 0 0,-25 0 15,0 0-15,0 0 0,25-25 0,-25 25 0,0 0 16,25 0-16,-25 0 0,0-24 0,25 24 0,-25 0 0,0 0 16,0-25-16,24 25 0,-24 0 0,0-25 0,25 25 15,-25 0-15,0-25 0,0 25 0,0-25 0,0 25 16,25 0-16,-25-24 0,0 24 0,0 0 0,0-25 0,0 25 15,0 0-15,0 0 0,0-25 0,0 25 0,0 0 0,0 0 16,0 0-16,0 0 0,0 0 0,0-25 0,0 25 16,0 0-16,0 0 0,0 0 0,0 0 0,0 0 15,0 0-15,0 0 0,0 25 0,0-25 0,0 0 16,0 0-16,0 0 0,0 0 0,0 0 0,0 25 0,0-25 15,0 0-15,0 0 0,0 25 0,0-25 0,-25 24 16,25-24-16,0 25 0,0-25 0,0 0 0,0 25 0,0-25 16,0 25-16,0-25 0,0 25 0,0-25 0,0 0 15,0 24-15,0-24 0,25 0 0,-25 25 0,0-25 16,0 0-16,0 0 0,0 0 0,0 0 0,0 25 0,0-25 15,0 0-15,0 0 0,25 0 0,-25 0 0,0 0 0,0-25 16,25 25-16,-25 0 0,0 0 0,24 0 16,-24-25-16,25 25 0,-25 0 0,0-24 0,25 24 0,-25-25 15,25 25-15</inkml:trace>
  <inkml:trace contextRef="#ctx0" brushRef="#br0" timeOffset="84458.8307">4936 6201 0,'0'0'0,"0"0"0,0 0 15,0 0-15,0 0 0,0 0 0,0 0 0,0 0 16,0 0-16,0 0 0,0 0 0,0 25 0,0-25 0,0 0 15,0 0-15,-25 25 0,25-25 0,0 25 0,0-25 0,0 0 16,0 24-16,0-24 0,0 25 0,0-25 0,0 25 16,0-25-16,0 0 0,0 25 0,0-25 0,0 0 15,0 25-15,0-25 0,0 0 0,0 0 0,0 0 16,0 0-16,0 24 0,0-24 0,0 0 0,0 0 0,0 0 15,0 0-15,0 0 0,0 0 0,0 0 0,0 0 0,0 0 16,0 0-16,0 0 0,0-24 0,0 24 0,0 0 16,0 0-16,25 0 0,-25-25 0,0 25 0,0 0 15,0-25-15,0 25 0,25-25 0,-25 25 0,0-25 16,0 25-16,0 0 0,25-24 0,-25 24 0,0 0 0,0 0 15,25-25-15,-25 25 0,0 0 0,24 0 0,-24 0 16,0 0-16,0 0 0,25-25 0,-25 25 0,0 25 0,0-25 16,0 0-16,0 0 0,0 0 0,25 0 0,-25 25 15,0-25-15,0 0 0,0 24 0,0-24 0,0 0 0,0 25 16,0-25-16,0 0 0,0 25 0,0-25 0,0 0 15,-25 25-15,25-25 0,0 0 0,0 0 0,0 25 0,0-25 16,0 0-16,0 0 0,0 0 0,0 24 0,0-24 16,0 0-16,0 0 0,0 0 0,0 0 0,0 0 15,0 0-15,0 0 0,0 0 0,25 0 0,-25 0 0,0 0 16,25 0-16,-25-24 0,25 24 0,-25 0 0,24 0 15,-24 0-15</inkml:trace>
  <inkml:trace contextRef="#ctx0" brushRef="#br0" timeOffset="85002.8619">5383 6226 0,'-25'0'0,"25"-25"16,0 25-16,0 0 0,0 0 0,0 0 0,0-25 15,-25 25-15,25 0 0,0 0 0,0 0 0,0 0 0,0 0 16,0 0-16,-25 25 0,25-25 0,0 0 0,0 25 15,0-25-15,0 0 0,0 25 0,-25-25 0,25 25 0,0-25 16,0 0-16,0 24 0,0-24 0,0 25 0,0-25 16,0 0-16,0 25 0,0-25 0,0 25 0,0-25 15,0 0-15,0 25 0,0-25 0,0 0 0,0 0 0,0 0 16,0 0-16,25 24 0,-25-24 0,0 0 0,0 0 15,0 0-15,0 0 0,25 0 0,-25-24 0,0 24 0,0 0 16,25 0-16,-25 0 0,0-25 0,0 25 0,25 0 16,-25 0-16,0-25 0,0 25 0,24 0 0,-24-25 0,0 25 15,0 0-15,25-25 0,-25 25 0,0 0 0,0-24 16,0 24-16,0 0 0,25-25 0,-25 25 0,0 0 15,0 0-15,0 0 0,0 0 0,0 0 0,0 0 0,0 0 16,0 0-16,0 0 0,0 0 0,0 25 0,0-25 16,0 0-16,0 24 0,0-24 0,0 25 0,0-25 15,-25 25-15,25 0 0,0-25 0,0 25 0,0-1 0,0-24 16,0 25-16,0 0 0,0 0 0,0-25 0,0 25 0,0-1 15,0-24-15,0 25 0,0-25 0,0 25 0,0 0 16,0-25-16,0 25 0,0-25 0,0 24 0,0-24 16,0 0-16,0 25 0,0-25 0,0 0 0,-25 25 0,25-25 15,0 0-15,0 0 0,0 0 0,0 0 0,0 25 16,0-25-16,0 0 0,-24 0 0,24 0 0,0 0 15,0 0-15,-25 0 0,25 0 0,0 0 0,0 0 0,-25 0 16,25 0-16,0 0 0,-25 0 0,25-25 0,0 25 0,-25 0 16,25 0-16,0 0 0,0-25 0,-24 25 0,24 0 15,0-25-15,0 25 0,-25 0 0,25-24 0,0 24 16,-25-25-16,25 25 0,0 0 0,-25-25 0,25 25 15</inkml:trace>
  <inkml:trace contextRef="#ctx0" brushRef="#br0" timeOffset="85358.8822">4738 5904 0,'0'-25'0,"0"25"15,0 0-15,0 0 0,0 0 0,0 0 0,0 0 16,0 0-16,0 0 0,0 0 0,0 0 0,0 0 0,0-25 15,24 25-15,-24 0 0,0 0 0,0 0 0,0 0 16,25 0-16,-25 25 0,0-25 0,0 0 0,0 0 0,0 0 16,0 0-16,25 0 0,-25 25 0,0-25 0,0 0 15,0 24-15,0-24 0,0 0 0,-25 25 0,25-25 16,0 0-16,0 25 0,0-25 0,0 0 0,0 25 0,0-25 15,0 0-15,-25 25 0,25-25 0,0 0 0,0 0 16,0 0-16,-24 24 0,24-24 0,0 0 0,0 0 0,0 0 16,0 0-16,0 0 0,0 0 0,0 0 0</inkml:trace>
  <inkml:trace contextRef="#ctx0" brushRef="#br0" timeOffset="85566.8941">5011 5655 0,'24'0'0,"-24"0"0,0 0 0,0 0 16,0-24-16,0 24 0,25 0 0,-25 0 0,0 0 16,0 0-16,0 0 0,0 0 0,0 0 0,0 0 15,0 24-15,0-24 0,0 0 0,0 25 0,-25-25 0,25 0 16,0 25-16,0-25 0,-24 25 0,24-25 15,-25 25-15,25-25 0,-25 24 0,25-24 0,-25 0 0,25 25 16,0-25-16</inkml:trace>
  <inkml:trace contextRef="#ctx0" brushRef="#br0" timeOffset="86518.9486">6672 6325 0,'0'0'0,"0"0"0,0 0 16,0 0-16,0-25 0,0 25 0,0 0 0,0 0 0,0 0 16,0 0-16,0 0 0,0 0 0,0 0 0,0 0 15,0 0-15,0 0 0,0 0 0,0 0 0,0 0 16,0 0-16,0 25 0,0-25 0,0 0 0,0 0 0,0 25 15,0-25-15,0 25 0,0-25 0,0 0 0,0 25 16,0-25-16,0 24 0,0-24 0,0 25 0,0-25 0,0 0 16,0 25-16,-24-25 0,24 25 0,0-25 0,0 0 15,0 25-15,0-25 0,0 0 0,0 0 0,0 24 16,0-24-16,0 0 0,0 0 0,0 0 0,-25 0 0,25 0 15,0 0-15,0 0 0,0 0 0,0 0 0,0 0 16,0 0-16,0 0 0,0 0 0,0 0 0,0 0 0,0 0 16,0 0-16,25-24 0,-25 24 0,0 0 0,0-25 15,0 25-15,0 0 0,0-25 0,0 25 0,24-25 0,-24 25 16,0-25-16,0 25 0,25-24 0,-25 24 0,0-25 15,25 25-15,-25-25 0,0 25 0,25-25 0,-25 25 16,0 0-16,25-25 0,-25 25 0,0 0 0,0 0 0,24 0 16,-24 0-16,0 0 0,0 0 0,25 0 0,-25 0 15,0 0-15,0 25 0,0-25 0,0 0 0,0 0 16,0 25-16,0-25 0,0 0 0,0 25 0,0-25 0,0 0 15,0 25-15,0-25 0,0 0 0,0 24 0,0-24 16,0 0-16,0 25 0,0-25 0,0 0 0,0 0 0,0 25 16,-25-25-16,25 0 0,0 0 0,0 25 0,0-25 15,0 0-15,0 0 0,0 0 0,0 0 0,0 0 0,0 0 16,0 0-16,0 0 0,0 0 0,0 0 0,0 0 15,0 0-15,0 0 0,0-25 0,0 25 0,25 0 16,-25 0-16,0-25 0,0 25 0,0 0 0,0-25 0,25 25 16,-25 0-16,0 0 0,0-24 0,0 24 0,0 0 0,25 0 15,-25 0-15,0-25 0,0 25 0,0 0 0,0 0 16,0 0-16,0 0 0,0 0 0,25 0 0,-25 0 15,0 25-15,0-25 0,0 0 0,0 0 0,0 0 16,0 0-16,0 24 0,0-24 0,25 0 0,-25 0 0,0 25 16,0-25-16,0 0 0,0 0 0,0 25 0,0-25 0,0 0 15,0 0-15,0 25 0,0-25 0,0 0 0,0 0 16,0 0-16,0 0 0,0 0 0,0 0 0,0 0 0,0 0 15,0 0-15,0 0 0,0 0 0,0 0 16,24 0-16,-24 0 0,0 0 0,25 0 0,-25-25 0,0 25 16,25 0-16</inkml:trace>
  <inkml:trace contextRef="#ctx0" brushRef="#br0" timeOffset="87209.9881">7243 6325 0,'0'0'0,"0"0"0,0 0 0,0-25 0,0 25 0,0 0 16,0 0-16,0 0 0,0 0 0,0 0 0,0 0 0,0 0 15,0 0-15,-25 0 0,25 0 0,0 0 0,0 0 16,0 0-16,0 0 0,0 25 0,0-25 0,0 0 16,-25 0-16,25 0 0,0 25 0,0-25 0,0 0 0,0 0 15,0 25-15,0-25 0,0 0 0,0 25 0,0-25 16,0 0-16,0 24 0,0-24 0,0 25 0,0-25 0,0 0 15,0 25-15,0-25 0,0 0 0,0 25 0,0-25 16,0 0-16,0 25 0,0-25 0,0 0 0,25 0 16,-25 0-16,0 24 0,0-24 0,0 0 0,0 0 15,25 0-15,-25 0 0,0 0 0,0 0 0,25 0 0,-25 0 16,0-24-16,0 24 0,25 0 0,-25 0 0,24-25 0,-24 25 15,0 0-15,25 0 0,-25-25 0,0 25 0,25 0 16,-25-25-16,0 25 0,25 0 0,-25-25 0,0 25 16,0 0-16,0-24 0,25 24 0,-25-25 0,0 25 0,0 0 15,0-25-15,0 25 0,0 0 0,0 0 0,0-25 16,0 25-16,0 0 0,0 0 0,0 0 0,0 0 15,0 0-15,0 0 0,0 0 0,0 0 0,0 0 0,0 0 16,0 0-16,24 0 0,-24 0 0,0 0 0,0 25 16,0-25-16,0 0 0,0 25 0,0-25 0,0 0 0,-24 25 15,24-25-15,0 0 0,0 24 0,0-24 0,0 0 16,0 0-16,0 25 0,0-25 0,0 0 0,0 25 0,0-25 15,0 0-15,0 0 0,0 25 0,0-25 0,0 0 16,-25 0-16,25 0 0,0 0 0,0 0 0,0 0 16,0 0-16,0 0 0,0 0 0,0 0 0,0 0 0,0 0 15,25 0-15,-25 0 0,0 0 0,0 0 0,0 0 16,0-25-16,0 25 0,24 0 0,-24 0 0,0-25 15,0 25-15,25-25 0,-25 25 0,0 0 0,25-24 0,-25 24 16,0 0-16,0-25 0,25 25 0,-25 0 0,0 0 16,25-25-16,-25 25 0,0 0 0,0 0 0,0 0 0,24 0 15,-24 25-15,0-25 0,0 0 0,0 0 0,0 0 16,0 25-16,0-25 0,0 0 0,0 0 0,0 24 0,0-24 15,0 0-15,0 25 0,0-25 0,0 0 0,0 0 16,0 25-16,0-25 0,0 0 0,0 0 0,0 25 0,0-25 16,0 0-16,25 0 0,-25 0 0,0 0 0,0 0 15,0 0-15,0 0 0,0 0 0,0 0 0,25 0 0,-25 0 16,0 0-16,0 0 0,25 0 0,-25 0 0,0 0 15,25 0-15,-25 0 0,0 0 0,24-25 0,-24 25 16,0 0-16,0 0 0,25-25 0</inkml:trace>
  <inkml:trace contextRef="#ctx0" brushRef="#br0" timeOffset="87868.0257">7739 6325 0,'0'0'0,"0"0"0,0 0 16,0 0-16,0 0 0,0 0 0,0 0 0,0 0 15,0-25-15,0 25 0,25 0 0,-25 0 0,0 0 0,0 0 16,25-24-16,-25 24 0,24 0 0,-24 0 0,0-25 15,25 25-15,0 0 0,-25-25 0,25 25 0,-25-25 16,25 25-16,-25 0 0,24-25 0,1 25 0,-25-24 16,25 24-16,-25-25 0,25 25 0,-25-25 0,25 25 0,-25-25 15,25 25-15,-25-25 0,0 25 0,24-24 0,-24 24 0,0 0 16,0-25-16,0 25 0,0-25 0,0 25 0,0 0 15,0-25-15,0 25 0,0-25 0,0 25 0,0 0 16,-24 0-16,24-24 0,0 24 0,0 0 0,-25 0 0,25 0 16,0 0-16,0 0 0,-25 0 0,25 0 0,0 0 15,0 0-15,0 0 0,-25 0 0,25 0 0,0 0 16,0 24-16,0-24 0,-25 0 0,25 0 0,0 25 0,0-25 15,0 0-15,0 25 0,-25-25 0,25 25 0,0-25 16,0 25-16,0-25 0,0 24 0,0 1 0,0-25 0,0 25 16,0 0-16,0-25 0,-24 25 0,24-25 0,0 24 15,0 1-15,0-25 0,0 25 0,0-25 0,0 25 0,0 0 16,-25-25-16,25 24 0,0-24 0,0 25 0,0-25 15,0 0-15,0 25 0,0-25 0,-25 0 0,25 25 0,0-25 16,0 0-16,0 0 0,0 0 0,0 0 0,0 25 16,25-25-16,-25 0 0,0 0 0,0 0 0,0-25 15,0 25-15,25 0 0,-25 0 0,0 0 0,24 0 0,-24 0 16,25-25-16,-25 25 0,0 0 0,25 0 0,-25 0 15,0-25-15,0 25 0,0 0 0,25 0 0,-25 0 16,0 0-16,0 25 0,0-25 0,0 0 0,0 0 0,0 0 16,0 25-16,0-25 0,0 25 0,0-25 0,0 0 0,0 24 15,0-24-15,0 25 0,0-25 0,0 25 0,0-25 16,0 0-16,0 25 0,-25-25 0,25 0 0,0 25 15,0-25-15,0 0 0,0 0 0,0 0 0,0 0 0,-25 0 16,25 0-16,0 0 0,0 0 0,0 0 0,0 0 16,-25 0-16,25-25 0,0 25 0,0 0 0</inkml:trace>
  <inkml:trace contextRef="#ctx0" brushRef="#br0" timeOffset="87951.0305">7640 6003 0,'0'0'0,"0"0"0,0 0 0,0 0 0,0 0 0,0 0 16,-25 0-16,25 0 0,0 0 0,0 0 0,0 0 16,0 0-16,0 0 0,0 0 0,0 0 0,0 0 0,0 0 15,0 0-15,0 0 0,0 0 0,0 0 0</inkml:trace>
  <inkml:trace contextRef="#ctx0" brushRef="#br0" timeOffset="88465.0599">9203 6648 0,'0'0'0,"0"0"15,0 0-15,-25 0 0,25 0 0,0 0 0,0-25 16,0 25-16,0 0 0,0 0 0,25 0 0,-25-25 0,0 25 16,0 0-16,24-25 0,-24 25 0,25 0 0,-25-25 15,25 25-15,-25 0 0,25-24 0,0 24 0,-25-25 0,24 25 16,-24 0-16,25-25 0,0 25 0,-25-25 0,25 25 15,-25-25-15,25 1 0,-25 24 0,24-25 0,-24 25 16,25 0-16,-25-25 0,0 25 0,0-25 0,25 25 0,-25 0 16,0-25-16,0 25 0,0 0 0,0 0 0,0 0 0,0 0 15,0 0-15,0 0 0,0 0 0,0 0 16,0 0-16,0 0 0,0 0 0,0 0 0,0 0 0,0 0 15,0 25-15,0-25 0,0 0 0,0 25 0,0-25 0,0 25 16,0-25-16,0 25 0,0-1 0,0-24 0,0 25 16,0-25-16,-25 25 0,25-25 0,0 25 0,0 0 15,0-25-15,0 24 0,-25-24 0,25 25 0,0 0 0,0-25 16,0 25-16,0-25 0,0 25 0,-24-25 0,24 0 0,0 24 15,0-24-15,0 0 0,0 25 0,0-25 16,0 0-16,24 0 0,-24 0 0,0 0 0,0 0 0</inkml:trace>
  <inkml:trace contextRef="#ctx0" brushRef="#br0" timeOffset="88833.0809">10542 6672 0,'0'0'0,"0"0"0,0 0 15,0 0-15,25 0 0,-25 0 0,0 0 0,0-24 16,0 24-16,25 0 0,-25 0 0,0 0 0,24 0 16,-24-25-16,25 25 0,-25 0 0,25-25 0,0 25 0,-25 0 15,25-25-15,-25 25 0,24-25 0,1 25 0,-25 0 16,25-24-16,0 24 0,-25-25 0,25 25 0,-1-25 0,-24 25 15,25-25-15,0 25 0,-25-25 0</inkml:trace>
  <inkml:trace contextRef="#ctx0" brushRef="#br0" timeOffset="89088.0955">11063 6201 0,'0'0'15,"0"0"-15,0 0 0,0 0 0,0-25 0,-25 25 16,25 0-16,0 0 0,0 0 0,0 0 0,0 0 0,0 0 16,0 0-16,-25 0 0,25 0 0,0 0 0,0 25 15,0-25-15,0 0 0,0 25 0,0-25 0,0 25 0,-25 0 16,25-25-16,0 24 0,0 1 0,0-25 0,0 25 15,-24 0-15,24-25 0,0 25 0,0-1 0,0-24 16,0 25-16,0 0 0,-25-25 0,25 25 0,0 0 0,0-25 16,0 24-16,0-24 0,0 25 0,-25-25 0,25 25 15,0-25-15,0 25 0,0-25 0,0 0 0,-25 25 0,25-25 16,0 0-16,0 0 0,0 0 0,-25 0 0,25 0 15,0 24-15,0-24 0,-24 0 0,24-24 0,0 24 16,0 0-16,-25 0 0,25 0 0,0 0 0,0-25 0</inkml:trace>
  <inkml:trace contextRef="#ctx0" brushRef="#br0" timeOffset="89238.1041">10765 6548 0,'0'0'0,"0"0"0,0-24 16,0 24-16,0 0 0,0 0 0,0 0 0,0-25 15,0 25-15,0 0 0,0 0 0,0 0 0,0 0 0,25 0 16,-25 0-16,0 0 0,0 0 0,25 0 0,-25 0 16,25 0-16,-25 0 0,0 0 0,24 0 0,-24 0 15,25 0-15,0 0 0,-25 0 0,25 0 0,-25 0 0,25 0 16,-25 0-16,24 0 0,-24 0 0,25 0 0,-25 0 15,25-25-15,0 25 0,-25 0 0,25 0 0,-25 0 16,24 25-16,1-25 0,-25 0 0</inkml:trace>
  <inkml:trace contextRef="#ctx0" brushRef="#br0" timeOffset="90068.1516">11435 6400 0,'0'0'0,"0"0"0,-25 0 15,25-25-15,0 25 0,0 0 0,0 0 0,0-25 16,-25 25-16,25 0 0,0 0 0,0 0 0,-24-25 0,24 25 15,0 0-15,0 0 0,-25 0 0,25 0 0,0 0 16,0 0-16,-25 0 0,25 0 0,0 0 0,0 0 16,-25 0-16,25 25 0,0-25 0,0 0 0,-25 0 0,25 25 15,0-25-15,-24 0 0,24 0 0,0 25 0,0-25 16,0 0-16,-25 24 0,25-24 0,0 25 0,0-25 15,0 25-15,0-25 0,0 0 0,0 25 0,-25-25 0,25 25 16,25-25-16,-25 24 0,0-24 0,0 0 0,0 25 16,0-25-16,0 0 0,0 25 0,0-25 0,0 0 15,25 0-15,-25 0 0,0 25 0,0-25 0,0 0 0,24 0 16,-24 0-16,0 0 0,25-25 0,-25 25 0,0 0 15,25 0-15,-25 0 0,25 0 0,-25-25 0,0 25 0,25 0 16,-25-25-16,0 25 0,24 0 0,-24 0 0,0-24 16,25 24-16,-25 0 0,0-25 0,0 25 0,25 0 0,-25-25 15,0 25-15,0-25 0,0 25 0,0 0 0,0-25 16,0 25-16,0 0 0,0 0 0,0-24 0,0 24 0,0 0 15,0 0-15,0 0 0,0-25 0,0 25 0,0 0 16,0 0-16,0 0 0,0 0 0,0 0 0,0 0 16,0 0-16,0 0 0,0 0 0,0 25 0,0-25 0,0 0 15,0 0-15,0 24 0,0-24 0,0 0 0,0 25 16,0-25-16,0 0 0,0 25 0,0-25 0,0 0 0,0 25 15,0-25-15,0 25 0,0-25 0,0 0 0,0 24 16,0-24-16,0 0 0,0 25 0,0-25 0,0 0 16,25 0-16,-25 0 0,0 0 0,0 25 0,0-25 0,25 0 15,-25 0-15,0 0 0,0-25 0,24 25 0,-24 0 16,0 0-16,25 0 0,-25 0 0,0-25 0,25 25 0,-25 0 15,25-24-15,-25 24 0,0 0 0,25-25 0,-25 25 16,24 0-16,-24-25 0,0 25 0,25-25 0,-25 25 0,0 0 16,0-25-16,0 25 0,0-24 0,25 24 15,-25-25-15,0 25 0,0 0 0,0-25 0,0 25 0,0 0 16,0 0-16,0-25 0,0 25 0,0 0 0,0 0 0,0 0 15,0 0-15,0 0 0,0 0 0,0 0 0,0 0 16,0 0-16,0 25 0,0-25 0,0 0 0,-25 0 16,25 25-16,0-25 0,0 25 0,0-25 0,0 24 0,0-24 15,0 25-15,0 0 0,0-25 0,0 25 0,0 0 16,0-25-16,0 24 0,-25 1 0,25-25 0,0 25 0,0 0 15,0 0-15,0-25 0,0 24 0,0 1 0,0-25 16,0 25-16,0 0 0,0-25 0,0 25 0,0-25 0,0 24 16,0-24-16,-24 25 0,24 0 0,0-25 0,0 25 15,0-25-15,0 0 0,0 25 0,0-25 0,-25 25 16,25-25-16,0 24 0,0-24 0,0 0 0,-25 25 0,25-25 15,0 0-15,0 25 0,0-25 0,0 0 0,0 0 16,0 0-16,0 25 0,0-25 0,-25 0 0,25 0 16,0 0-16,0 0 0,0 0 0,0-25 0,0 25 0,0 0 15,0 0-15,0-25 0,0 25 0,0 0 0,0-25 0,25 25 16,-25-24-16,0 24 0,0-25 0</inkml:trace>
  <inkml:trace contextRef="#ctx0" brushRef="#br0" timeOffset="90444.1731">11782 6276 0,'0'0'0,"0"0"0,0 0 15,25 0-15,-25 0 0,0 0 0,0-25 0,25 25 0,-25 0 0,0 0 16,25 0-16,-25 0 0,0 25 0,24-25 0,-24 0 15,0 0-15,25 0 0,-25 0 0,0 24 0,25-24 16,-25 0-16,0 25 0,25-25 0,-25 0 0,0 25 0,0-25 16,25 0-16,-25 25 0,0-25 0,0 0 0,0 25 15,0-25-15,0 0 0,0 24 0,-25-24 0,25 0 16,0 25-16,0-25 0,0 0 0,-25 0 0,25 25 0,0-25 15,-25 0-15,25 0 0,0 25 0,-25-25 0,25 0 16,0 0-16,-24 0 0,24 25 0,0-25 0,-25 0 0,25 0 16,-25 0-16,25 0 0,0 0 0,-25 0 0,25 0 15,-25 0-15,25 0 0,0 0 0,-24-25 0,24 25 0,0 0 16,-25 0-16,25-25 0,0 25 0</inkml:trace>
  <inkml:trace contextRef="#ctx0" brushRef="#br0" timeOffset="90609.1825">11435 6127 0,'-25'-25'0,"25"25"0,0 0 0,0 0 0,0-25 16,0 25-16,0 0 0,0 0 0,25 0 0,-25-25 15,0 25-15,25 0 0,-25 0 0,0 0 0,25 0 0,-25-24 16,24 24-16,1 0 0,-25 0 0,25 0 0,-25 0 15,25 0-15,-25 0 0,0 24 0,25-24 0,-25 0 16,0 0-16,24 25 0,-24-25 0,0 0 0,0 25 0,0-25 16,0 25-16,0 0 0,0-25 0,0 24 0,0 1 15,0-25-15,0 25 0,0 0 0,-24 0 0,24-1 0,0 1 16,-25 0-16,25 0 0</inkml:trace>
  <inkml:trace contextRef="#ctx0" brushRef="#br0" timeOffset="90815.1943">11361 6945 0,'-25'0'15,"25"0"-15,0 0 0,0 0 0,0 0 0,0 0 0,-25 0 16,25 0-16,0 0 0,0 0 0,0 0 0,0 0 16,0 0-16,0 0 0,0 0 0,25 0 0,-25 0 15,0 0-15,0 0 0,0 0 0,0-24 0,0 24 0,0 0 16,0 0-16,0 0 0,0 0 0,0-25 0</inkml:trace>
  <inkml:trace contextRef="#ctx0" brushRef="#br0" timeOffset="92072.2662">12526 6623 0,'0'0'0,"0"0"16,0 0-16,-24 0 0,24-25 0,0 25 0,0 0 15,0 0-15,0 0 0,0 0 0,0 0 0,0 0 16,0-25-16,24 25 0,-24 0 0,0 0 0,25 0 0,-25-25 15,25 25-15,-25 0 0,25-24 0,-25 24 0,25 0 16,-25 0-16,24-25 0,1 25 0,-25 0 0,25-25 0,0 25 16,0-25-16,-1 25 0,-24-25 0,25 25 0,0-24 15,0 24-15,0-25 0,-1 25 0,1-25 0,-25 25 0,25-25 16,0 25-16,0-25 0,-25 1 0,24 24 0,-24-25 15,25 25-15,-25-25 0,25 25 0,-25-25 0,0 25 16,0-25-16,0 25 0,0-24 0,0 24 0,0 0 0,0-25 16,0 25-16,0-25 0,0 25 0,0 0 0,-25-25 15,25 25-15,0 0 0,0 0 0,-25-25 0,25 25 0,0 0 16,-24 0-16,24 0 0,0-24 0,-25 24 0,25 0 15,0 0-15,0 0 0,0 0 0,-25 0 0,25 0 16,0 0-16,0 0 0,0 0 0,0 0 0,-25 0 0,25 0 16,0 24-16,0-24 0,0 0 0,0 0 0,0 25 15,-25-25-15,25 25 0,0-25 0,0 25 0,0-25 16,0 25-16,0-25 0,0 24 0,0 1 0,-24 0 0,24-25 15,0 25-15,0 0 0,0-1 0,0 1 0,0-25 16,0 25-16,-25 0 0,25 0 0,0-25 0,0 24 0,0 1 16,-25-25-16,25 25 0,0 0 0,0-25 0,0 25 15,0-25-15,-25 0 0,25 24 0,0-24 0,0 25 0,0-25 16,0 0-16,0 25 0,0-25 0,0 0 0,0 0 15,0 0-15,0 0 0,0 0 0,0 0 0,0 0 0,0 0 16,0 0-16,0 0 0,0 0 0,0 0 0,0 0 16,25-25-16,-25 25 0,0 0 0,0 0 0,25-25 15,-25 25-15,25-24 0,-25 24 0,0-25 0,24 25 0,-24-25 16,25 25-16,-25 0 0,25-25 0,-25 25 0,25-25 15,-25 25-15,25 0 0,-25 0 0,24-24 0,-24 24 0,0 0 16,0 0-16,25 0 0,-25 0 0,0 0 0,0 0 16,0 0-16,0 0 0,0 0 0,0 0 0,0 0 15,0 0-15,0 0 0,0 0 0,0 0 0,0 0 0,0 0 16,0 0-16,0 0 0,0 0 0,0 24 0,0-24 15,0 0-15,0 0 0,0 25 0,0-25 0,0 0 16,0 25-16,0-25 0,0 0 0,0 25 0,0-25 0,0 0 16,0 25-16,0-25 0,0 0 0,0 0 0,0 24 15,0-24-15,0 0 0,0 0 0,0 0 0,0 0 0,0 25 16,25-25-16,-25 0 0,0 0 0,0 0 0,0 0 0,0 0 15,25 0-15,-25 0 0,0-25 0,0 25 0,25 0 16,-25 0-16,24 0 0,-24-24 0,25 24 0,-25 0 16,25-25-16,-25 25 0,0-25 0,25 25 0,-25 0 0,25-25 15,-25 25-15,25-25 0,-25 25 0,0 0 0,0-24 16,24 24-16,-24-25 0,0 25 0,0 0 0,0-25 0,25 25 15,-25 0-15,0 0 0,0 0 0,0-25 0,0 25 16,0 0-16,0 0 0,0 0 0,0 0 0,0 0 16,-25 0-16,25 0 0,0 0 0,0 25 0,0-25 15,0 0-15,0 0 0,0 25 0,-24-25 0,24 0 0,0 0 16,0 25-16,0-25 0,0 0 0,0 24 0,-25-24 0,25 25 15,0-25-15,0 25 0,0-25 0,0 0 0,0 25 16,0-25-16,0 25 0,0-25 0,0 24 0,0-24 16,0 0-16,25 25 0,-25-25 0,0 0 0,0 0 0,0 25 15,0-25-15,0 0 0,24 0 0,-24 0 0,0 0 16,0 0-16,0 0 0,0 0 0,25 0 0,-25 0 0,0-25 15,25 25-15,-25 0 0,0 0 0,0-25 0,25 25 16,-25 0-16,0-24 0,0 24 0,0 0 0,0-25 0,25 25 16,-25-25-16,0 25 0,0 0 0,0-25 0,0 25 15,0-25-15,0 25 0,0-24 0,0 24 0,0-25 16,0 25-16,0 0 0,0-25 0,0 25 0,0 0 0,0 0 15,0 0-15,0 0 0,0 0 0,0 0 0,-25 0 16,25 0-16,0 0 0,0 25 0,0-25 0,0 0 16,0 0-16,-25 0 0,25 25 0,0-25 0,0 0 15,0 0-15,0 0 0,0 24 0,0-24 0,0 0 0,0 0 16,0 0-16,0 0 0,0 0 0,0 0 0,0 25 15,25-25-15,-25 0 0,0 0 0,25 0 0,-25 0 0,24 0 16,-24 0-16,25 0 0,0 0 0,-25-25 0,25 25 0,0 0 16,-25 0-16,24 0 0,-24 0 0,25 0 15,-25 0-15</inkml:trace>
  <inkml:trace contextRef="#ctx0" brushRef="#br0" timeOffset="92369.2832">13816 6350 0,'0'0'0,"0"0"0,0 0 0,0 0 0,0-25 15,0 25-15,0 0 0,0 0 0,0 0 0,0 0 0,0 0 0,0 0 0,0 0 0,0 0 0,0 0 16,0 0-16,0 25 0,0-25 0,0 0 0,0 0 0,0 25 15,0-25-15,0 0 0,0 25 0,0-25 0,0 24 16,-25-24-16,25 25 0,0-25 0,0 25 0,0 0 16,0-25-16,0 25 0,0-1 0,0-24 0,0 25 0,0 0 15,-24-25-15,24 25 0,0 0 0,0-25 0,0 24 16,0 1-16,0-25 0,0 25 0,0 0 0,0-25 0,0 25 15,0-25-15,-25 24 0,25-24 0,0 25 0,0-25 16,0 25-16,0-25 0,0 25 0,0-25 0,-25 0 0,25 25 16,0-25-16,0 0 0,0 25 0,0-25 0,0 0 15,-25 0-15,25 24 0,0-24 0,0 0 0,0 0 0,0 0 16,0 0-16,0 0 0,0 0 0,0 0 0,0 0 15,0 0-15,0 0 0,0-24 0,0 24 0,0 0 16,0 0-16,0-25 0,0 25 0,0 0 0,0-25 0,0 25 16,25-25-16</inkml:trace>
  <inkml:trace contextRef="#ctx0" brushRef="#br0" timeOffset="92653.2994">13915 6276 0,'0'0'0,"0"0"0,0 0 0,0-25 0,0 25 15,25 0-15,-25 0 0,0 0 0,0 0 0,0 0 16,25 0-16,-25 0 0,0 0 0,0 0 0,25 0 0,-25 0 16,0 25-16,0-25 0,25 0 0,-25 0 0,0 24 15,0-24-15,0 0 0,0 0 0,24 25 0,-24-25 0,0 25 16,0-25-16,0 0 0,0 25 0,0-25 0,0 25 15,-24-25-15,24 0 0,0 24 0,0-24 0,0 0 0,-25 25 16,25-25-16,0 0 0,-25 0 0,25 25 0,0-25 16,-25 0-16,25 0 0,0 0 0,-25 25 0,25-25 15,-24 0-15,24 0 0,-25 0 0,25 0 0,0 0 0,-25 0 16,25 0-16,-25 0 0,25 0 0,-25 0 0,25-25 15,-24 25-15,-1 0 0</inkml:trace>
  <inkml:trace contextRef="#ctx0" brushRef="#br0" timeOffset="92881.3125">13469 6052 0,'0'0'0,"0"0"0,0 0 78,0 0-78,0 0 0,0 0 15,0 0-15,0-24 0,25 24 0,-25 0 0,0 0 0,25 0 0,-25 0 0,0 0 0,24 0 0,-24 0 0,0 0 0,25 0 0,-25 24 0,0-24 0,0 0 0,25 0 0,-25 0 0,0 0 0,0 25 0,25-25 0,-25 0 0,0 25 0,0-25 0,0 25 0,0-25 0,0 25 0,-25-25 0,25 24 0,0 1 0,0-25 0,-25 25 16,25 0-16,0 0 0,-25-1 0,25 1 0,-24 0 15,24 0-15</inkml:trace>
  <inkml:trace contextRef="#ctx0" brushRef="#br0" timeOffset="93043.3218">13246 6896 0,'0'0'0,"0"25"0,0-25 0,0 0 0,-25 0 16,25 0-16,0 0 0,0 0 0,0 0 0,0 0 16,0 0-16,0 0 0,0 0 0,0 0 0,0 0 0,0 0 15,25-25-15,-25 25 0,0 0 0,0 0 0,0 0 16,0 0-16,0-25 0,0 25 0,0 0 0,25 0 15,-25 0-15,0 0 0,0-25 0</inkml:trace>
  <inkml:trace contextRef="#ctx0" brushRef="#br0" timeOffset="93719.3604">15081 6722 0,'0'0'0,"0"0"0,0 0 16,25 0-16,-25 0 0,0 0 0,0 0 0,0 0 15,0 0-15,0 0 0,25 0 0,-25 0 0,0 0 16,0 0-16,25-25 0,-25 25 0,24 0 0,-24-25 0,25 25 16,0-24-16,-25 24 0,25 0 0,0-25 0,-1 0 15,-24 25-15,25-25 0,0 25 0,0-25 0,0 25 0,0-24 16,-1 24-16,1-25 0,-25 25 0,25-25 0,0 25 15,0-25-15,-1 0 0,-24 25 0,25 0 0,0-24 16,0 24-16,-25-25 0,25 25 0,-25-25 0,0 25 0,24-25 16,-24 25-16,0-25 0,0 25 0,25-24 0,-25 24 15,0-25-15,0 25 0,-25-25 0,25 25 0,0-25 0,0 25 16,0-25-16,0 25 0,-24 0 0,24-24 0,0 24 15,0-25-15,0 25 0,-25 0 0,25-25 0,0 25 16,0 0-16,0 0 0,-25 0 0,25 0 0,0 0 0,0-25 16,0 25-16,0 25 0,-25-25 0,25 0 0,0 0 15,0 0-15,0 0 47,-25 25-47,25-25 0,0 0 0,0 25 0,0-25 0,0 0 0,-24 24 0,24-24 0,0 25 0,0 0 0,0-25 0,0 25 0,-25-25 0,25 25 0,0-1 0,0-24 0,0 25 0,0 0 0,-25-25 0,25 25 16,0-25-16,0 25 0,0-1 0,0-24 0,-25 25 15,25-25-15,0 25 0,0-25 0,0 25 0,0-25 0,0 25 16,-25-25-16,25 24 0,0-24 0,0 0 0,0 25 15,25-25-15,-25 0 0,0 0 0,0 25 0,0-25 0,0 0 16,25 0-16,-25 0 0,0 0 0,25 0 0,-25 0 16,0 0-16,25 0 0,-25 0 0,24 0 0,-24-25 15,25 25-15,-25 0 0,25 0 0,0 0 0,-25 0 0</inkml:trace>
  <inkml:trace contextRef="#ctx0" brushRef="#br0" timeOffset="94108.3827">15850 6499 0,'0'0'0,"25"-25"0,-25 25 0,0 0 16,0 0-16,25-25 0,-25 25 0,0 0 0,0 0 0,0-25 15,0 25-15,0 0 0,0 0 0,0 0 0,0-24 16,0 24-16,0 0 0,0 0 0,0 0 0,0 0 15,0 0-15,0 0 0,0 0 0,0 0 0,-25 0 0,25 0 16,0 0-16,0 0 0,0 0 0,0 0 0,-25 0 16,25 0-16,0 0 0,0 0 0,0 24 0,-25-24 15,25 0-15,0 0 0,-24 25 0,24-25 0,0 25 0,-25-25 16,25 0-16,0 25 0,0-25 0,0 0 0,-25 25 15,25-25-15,0 24 0,0-24 0,0 0 0,0 0 0,0 25 16,0-25-16,0 0 0,25 0 0,-25 25 0,0-25 16,0 0-16,0 0 0,0 0 0,0 0 0,25 0 0,-25 0 15,0 0-15,0 0 0,0 0 0,24 0 0,-24 0 16,0 0-16,0-25 0,0 25 0,25 0 0,-25 0 15,0 0-15,0 0 0,0-25 0,0 25 0,25 0 0,-25 0 16,0 0-16,0-24 0,0 24 0,25 0 0,-25 0 16,0 0-16,0 0 0,0-25 0,0 25 0,0 0 0,0 0 15,0 0-15,0 25 0,0-25 0,0 0 0,0 0 16,0 0-16,0 24 0,0-24 0,0 0 0,0 25 15,0-25-15,0 0 0,0 25 0,0-25 0,0 0 16,0 25-16,0-25 0,0 0 0,-25 0 0,25 0 0,0 0 16,0 0-16,0 0 0,0 0 0,0 0 0,0 0 0,0 0 15,0 0-15,25 0 0,-25 0 0</inkml:trace>
  <inkml:trace contextRef="#ctx0" brushRef="#br0" timeOffset="94297.3935">15900 6300 0,'0'0'0,"0"0"0,0 0 0,0 0 15,0 0-15,0 0 0,0 0 0,0 0 0,0 0 16,0 0-16,0 0 0,25 0 0,-25 0 0,0 0 16,24 0-16,-24 0 0,25 0 0,-25 0 0,25 0 0,0 0 15,-25 0-15,25 0 0,-1 0 0,1 0 0,-25 0 16,25 0-16,0 0 0,0 0 0,-1 0 0,-24 0 15,25 0-15,0 0 0,0 0 0,-25 0 0,25 0 0</inkml:trace>
  <inkml:trace contextRef="#ctx0" brushRef="#br0" timeOffset="94754.4196">16842 6573 0,'0'0'0,"0"25"0,0-25 15,0 0-15,0 0 0,0 0 0,0 0 0,0 0 16,0-25-16,0 25 0,0 0 0,0 0 0,25 0 0,-25 0 15,0-25-15,25 25 0,-25 0 0,25-24 0,-25 24 16,25 0-16,-25 0 0,24-25 0,-24 25 0,25 0 0,-25-25 16,0 25-16,25-25 0,-25 25 0,25-25 0,-25 25 15,25 0-15,-25-24 0,0 24 0,24-25 0,-24 25 0,25-25 16,-25 0-16,0 25 0,25-25 0,-25 25 0,0-24 16,0 24-16,0 0 0,25-25 0,-25 25 0,0 0 15,0 0-15,0 0 0,0-25 0,0 25 0,0 0 0,0 25 16,0-25-16,0 0 0,0 0 0,0 25 0,0-25 15,0 24-15,-25-24 0,25 25 0,0-25 0,0 25 0,0 0 16,-25-25-16,25 25 0,0-25 0,0 24 0,-25 1 16,25-25-16,0 25 0,0-25 0,0 25 0,0-25 0,-24 25 15,24-25-15,0 24 0,0-24 0,0 0 0,0 25 16,0-25-16,0 0 0,0 0 0,0 25 0,0-25 15,0 0-15,0 0 0,0 0 0,0 0 0,0 0 0,0 0 16,0 0-16,0 0 0,0 0 0,0 0 0,0 0 16</inkml:trace>
  <inkml:trace contextRef="#ctx0" brushRef="#br0" timeOffset="95351.4538">18455 6102 0,'0'0'0,"0"0"0,0 0 0,0 0 0,0-25 0,0 25 15,0 0-15,-25 0 0,25 0 0,0 0 0,0 0 16,0 0-16,0 0 0,0 0 0,0 0 0,0 0 15,0 0-15,0 0 0,0 0 0,0 0 0,0 25 0,0-25 16,0 0-16,0 25 0,0-25 0,0 25 0,-25-25 16,25 24-16,0 1 0,0-25 0,0 25 0,0 0 0,-25 0 15,25-1-15,0-24 0,0 25 0,0 0 0,-25 0 16,25-25-16,0 25 0,0-25 0,-24 24 0,24 1 0,0-25 15,0 25-15,0-25 0,-25 0 0,25 25 0,0-25 16,0 25-16,0-25 0,0 0 0,0 0 0,0 24 16,-25-24-16,25 0 0,0 0 0,0 0 0,0 0 0,0 0 15,0 0-15,0 0 0,0 0 0,25 0 0,-25 0 0,0-24 16,0 24-16,0 0 0,0 0 0,25 0 0,-25-25 15,0 25-15,24 0 0</inkml:trace>
  <inkml:trace contextRef="#ctx0" brushRef="#br0" timeOffset="95662.4716">18728 6176 0,'24'-24'0,"-24"24"16,0 0-16,0 0 0,0 0 0,0 0 0,-24-25 0,24 25 15,0 0-15,0 0 0,-25 0 0,25 0 0,0 0 0,0 0 16,-25 0-16,25 0 0,0 0 0,-25 0 0,25 0 15,0 0-15,-25 25 0,25-25 0,-24 0 0,24 0 16,0 24-16,-25-24 0,25 25 0,-25-25 0,25 0 0,0 25 16,0-25-16,-25 0 0,25 25 0,0-25 0,0 0 15,0 25-15,0-25 0,0 0 0,0 24 0,0-24 0,0 25 16,0-25-16,0 0 0,0 25 0,0-25 0,0 25 15,0-25-15,25 0 0,-25 25 0,0-25 0,0 0 16,0 24-16,0-24 31,25 0-31,-25 25 0,0-25 0,25 0 0,-25 0 0,0 25 0,24-25 0,-24 0 0,0 0 0,25 0 0,-25 0 0,25 0 0,-25 0 0,25 0 16,-25 0-16,25 0 0,-25 0 0,24 0 0,1 0 0,-25 0 15,25-25-15,-25 25 0</inkml:trace>
  <inkml:trace contextRef="#ctx0" brushRef="#br0" timeOffset="96282.507">19273 6201 0,'25'0'0,"-25"-25"0,0 25 0,0 0 16,0-24-16,-25 24 0,25-25 0,0 25 0,0 0 15,0-25-15,0 25 0,0 0 0,0-25 0,0 25 16,-25 0-16,25 0 0,0 0 0,0-25 0,0 25 0,0 0 16,0 0-16,-24 0 0,24 0 0,0 0 0,0 0 15,-25 0-15,25 0 0,0 0 0,-25 25 0,25-25 0,0 0 16,-25 0-16,25 25 0,-25-25 0,25 0 0,-24 25 15,24-25-15,-25 0 0,25 25 0,-25-25 0,25 24 0,-25 1 16,0-25-16,25 25 0,-24 0 0,24-25 0,-25 25 16,25-1-16,0-24 0,0 25 0,-25 0 0,25-25 15,0 25-15,0-25 0,0 25 0,0-25 0,0 24 0,0-24 16,25 0-16,-25 25 0,0-25 0,0 0 0,25 0 15,-25 25-15,0-25 0,0 0 0,24 0 0,-24 0 0,0 0 16,25 0-16,-25 0 0,0 0 0,25 0 0,-25 0 16,0 0-16,25 0 0,-25 0 0,0 0 0,0 0 15,25-25-15,-25 25 0,0 0 0,0 0 0,24 0 0,-24-25 16,0 25-16,0 0 0,0 0 0,0-24 0,25 24 15,-25 0-15,0 0 0,0-25 0,0 25 0,0 0 0,0 0 16,0-25-16,0 25 0,0 0 0,0 0 0,0 0 16,0 0-16,0 0 0,0 0 0,0 0 0,0 0 15,0 25-15,0-25 0,0 0 0,0 25 0,0-25 0,0 0 16,0 24-16,0-24 0,0 25 0,-25-25 0,25 0 15,0 25-15,0-25 0,0 25 0,0-25 0,0 0 0,0 25 16,0-25-16,0 0 0,0 24 0,0-24 0,0 0 16,0 0-16,0 0 0,0 0 0,0 0 0,0 0 0,0 0 15,0 0-15,0 0 0,0-24 0,0 24 0,-24 0 16,24 0-16,0-25 0</inkml:trace>
  <inkml:trace contextRef="#ctx0" brushRef="#br0" timeOffset="96452.5167">19075 6375 0,'0'0'0,"0"0"15,0-25-15,0 25 0,0 0 0,0 0 0,0 0 0,0 0 16,0 0-16,0 0 0,0 0 0,0 0 0,0 0 15,0 0-15,25 0 0,-25 0 0,0 0 0,24 0 0,-24 0 16,25 0-16,-25 0 0,25 0 0,-25 0 0,25 0 16,0 0-16,-25 0 0,24 0 0,1 0 0,-25 0 0,25 0 15,0 0-15,0 0 0,-25 0 0,24 0 0,1 0 0,-25 0 16,25-25-16,0 25 0,-25 0 0,25 0 15,-1 0-15</inkml:trace>
  <inkml:trace contextRef="#ctx0" brushRef="#br0" timeOffset="96763.5345">19621 6152 0,'0'-25'0,"0"25"0,0 0 0,0-25 0,0 25 16,0 0-16,0 0 0,0 0 0,0-25 0,0 25 16,0 0-16,0 0 0,0 0 0,0 0 0,0 0 0,0 0 15,0 0-15,24 0 0,-24 0 0,0 0 0,0 25 0,0-25 16,0 0-16,0 0 0,0 25 0,0-25 15,0 25-15,0-25 0,0 24 0,0-24 0,0 25 0,0-25 16,0 25-16,0 0 31,0-25-31,-24 25 0,24-1 0,0-24 0,0 25 0,0-25 0,0 25 0,0-25 0,0 25 0,0-25 0,0 25 0,0-25 0,0 0 0,0 24 16,0-24-16,0 0 0,0 0 0,0 25 0,0-25 0,0 0 15,0 0-15,0 0 0,0 0 0,0 0 0,0 0 16,0 0-16,0 0 0,0-25 0,0 25 0,0 0 16,24 0-16,-24 0 0,0-24 0,0 24 0,25 0 0,-25-25 15,0 25-15,25 0 0,-25-25 0,0 25 0,0-25 0,25 25 16,-25-25-16,0 25 0,25-24 0,-25 24 0,0-25 15,0 25-15,24-25 0,-24 25 0,0 0 0,25-25 16,-25 25-16,0 0 0,0 0 0,0-25 0,0 25 0,0 0 16,0 0-16,25 0 0,-25 0 0,0 0 0,0 0 15,0 0-15,0 0 0,0 0 0,0 0 0,25 0 16,-25 0-16,0 0 0,0 0 0,25 0 0,-25 0 0,24 0 15,-24 0-15,25 0 0,-25 0 0,25 0 0,0 0 16</inkml:trace>
  <inkml:trace contextRef="#ctx0" brushRef="#br0" timeOffset="97061.5516">20216 6102 0,'0'0'0,"0"0"16,0 0-16,0 0 0,0 0 0,0-25 0,0 25 15,0 0-15,0 0 0,0 0 0,0 0 0,0 0 0,0 0 16,0 0-16,0 0 0,0 0 0,0 25 0,0-25 15,0 0-15,0 0 0,0 25 0,0-25 0,0 25 16,0-25-16,0 0 0,0 24 0,0 1 0,-25-25 0,25 25 16,0-25-16,0 25 0,0-25 0,0 25 0,-25-1 15,25-24-15,0 25 0,0-25 0,0 25 0,-25-25 0,25 25 16,0-25-16,0 25 0,0-25 0,0 24 0,0-24 15,-24 0-15,24 25 0,0-25 0,0 0 0,0 0 16,0 25-16,0-25 0,0 0 0,0 0 0,-25 0 0,25 0 16,0 0-16,0 0 0,0 0 0,0 0 0,0 0 15,0 0-15,0 0 0,0 0 0,0-25 0,0 25 0,0 0 16,0 0-16,0-25 0,0 25 0,0 0 0</inkml:trace>
  <inkml:trace contextRef="#ctx0" brushRef="#br0" timeOffset="97277.5639">20092 6102 0,'0'0'0,"0"-25"0,0 25 0,0 0 0,0 0 15,0 0-15,0 0 0,0-25 0,0 25 0,0 0 16,0 0-16,0 0 0,0 0 0,0 0 0,0 0 0,25 0 16,-25 25-16,0-25 0,24 0 0,-24 0 0,0 0 15,25 0-15,-25 0 0,25 0 0,-25 0 0,25 25 0,0-25 16,-25 0-16,24 0 0,-24 0 0,25 0 0,0 0 15,-25 0-15,25 25 0,-25-25 0,25 0 0,-25 0 0,24 0 16,-24 0-16,25 0 0,-25 0 0,0 0 0,0 0 16,0 0-16,0 0 0,0 0 0,0 0 0,0 0 15,0 0-15,0 0 0,0 0 0,0 0 0,0 0 0</inkml:trace>
  <inkml:trace contextRef="#ctx0" brushRef="#br0" timeOffset="99335.6817">3994 7764 0,'0'0'0,"0"0"0,0 0 0,0 0 0,24 0 0,-24-25 15,0 25-15,0 0 0,0 0 0,0 0 0,25 0 16,-25-25-16,0 25 0,0 0 0,25 0 0,-25-25 16,0 25-16,0 0 0,25 0 0,-25-24 0,0 24 15,25 0-15,-25 0 0,0-25 0,24 25 0,-24 0 0,0-25 16,0 25-16,25 0 0,-25-25 0,0 25 0,25 0 15,-25 0-15,0-25 0,0 25 0,0 0 0,0 0 0,25-24 16,-25 24-16,0 0 0,0 0 0,0 0 0,0 0 16,0-25-16,0 25 0,0 0 0,0 0 0,0 0 15,0 0-15,0 0 0,0 0 0,0 0 0,0 0 0,0 0 16,0 0-16,0 0 0,0 0 0,0 0 0,0 0 15,0 0-15,0 0 0,0 0 0,0 0 0,0 0 0,0 25 16,0-25-16,0 0 0,0 0 0,0 24 0,0-24 16,0 25-16,0-25 0,0 0 0,0 25 0,0-25 0,0 25 15,0-25-15,0 25 0,0-25 0,0 24 0,0-24 16,0 0-16,-25 25 0,25-25 0,0 25 0,0-25 0,0 0 15,0 25-15,0-25 0,0 0 0,0 25 0,0-25 16,0 0-16,0 0 0,0 24 0,0-24 0,0 0 16,0 0-16,0 0 0,0 0 0,0 0 0,0 0 0,0 0 15,0 0-15,0 0 0,0 0 0,0 0 0,-25 0 16,25 0-16,0 0 0,0 0 0,0-24 0,0 24 0,0 0 15,0 0-15,0-25 0,0 25 0</inkml:trace>
  <inkml:trace contextRef="#ctx0" brushRef="#br0" timeOffset="100129.7271">4217 7392 0,'0'0'0,"0"0"0,-25 0 0,25-25 0,0 25 16,0 0-16,0 0 0,-25 0 0,25 0 0,0 0 0,0 0 15,-25 0-15,25 0 0,0 0 0,0 0 0,0 0 16,-24 0-16,24 0 0,0 0 0,0 0 0,0 0 16,-25 0-16,25 0 0,0 0 0,0 0 0,-25 0 0,25 25 15,0-25-15,0 0 0,-25 0 0,25 0 0,0 0 16,0 0-16,-25 0 0,25 0 0,0 0 0,0 25 0,-24-25 15,24 0-15,0 0 0,0 0 0,-25 0 0,25 0 0,0 0 16,0 24-16,0-24 0,0 0 0,-25 0 16,25 0-16,0 25 0,0-25 0,0 0 0,-25 25 0,25-25 15,0 0-15,0 0 0,0 25 0,0-25 0,-25 0 0,25 25 16,0-25-16,0 0 0,0 24 0,0-24 0,0 0 15,0 25-15,-24-25 0,24 0 0,0 25 0,0-25 16,0 0-16,0 25 0,0-25 0,0 25 0,0-25 0,0 0 16,-25 24-16,25-24 0,0 25 0,0-25 0,0 0 15,0 25-15,0-25 0,0 25 0,0-25 0,0 25 16,0-25-16,0 24 0,0-24 0,0 0 0,0 25 0,0-25 15,25 25-15,-25-25 0,0 25 0,0-25 0,0 0 0,0 25 16,0-25-16,24 0 0,-24 24 0,0-24 0,0 0 16,25 25-16,-25-25 0,0 0 0,0 0 0,25 25 15,-25-25-15,25 0 0,-25 25 0,0-25 0,25 0 0,-25 0 16,24 0-16,-24 25 0,0-25 0,25 0 0,-25 0 15,25 0-15,-25 0 0,25 0 0,-25 0 0,25 0 16,-1 0-16,-24 0 0,25 0 0,-25 0 0,25 0 0,0 0 16,-25 0-16,25 0 0,-25 0 0,24 0 0,-24 0 0,25 0 15,-25 0-15,25-25 0,-25 25 0,25 0 0,-25 0 16,25-25-16,-1 25 0,-24 0 0,25 0 0,-25-25 15,25 25-15,-25 0 0,25-25 0,-25 25 0,25 0 0,-25-24 16,0 24-16,24 0 0,-24-25 0,25 25 0,-25-25 16,0 25-16,0 0 0,25-25 0,-25 25 0,0-25 15,0 25-15,25-24 0,-25 24 0,0-25 0,0 25 0,0-25 16,0 25-16,0-25 0,0 25 0,0-25 0,0 1 15,0 24-15,0-25 0,-25 0 0,25 0 0,0 25 0,0-25 16,0 1-16,0-1 0,0 25 0,-25-25 0,25 25 16,0-25-16,0 25 0,0 0 0,0 0 0,0-25 0,0 25 15,-25 0-15,25 0 0,0 0 0,0 0 16,0 0-16,0 0 0,0 0 0,-24 0 0,24 0 0,0 0 15,0 0-15,0 0 0,-25 0 0,25 0 0,0 0 0,-25 25 16,25-25-16,0 0 0,0 0 0</inkml:trace>
  <inkml:trace contextRef="#ctx0" brushRef="#br0" timeOffset="103618.9266">14461 6127 0,'0'0'0,"0"0"15,0 0-15,0 0 0,0 0 0,0 0 0,0 0 16,0 0-16,0 0 0,0 0 0,0 0 0,0 0 0,0 0 15,0 0-15,0 0 0,0 0 0,0 0 0,0 0 16,0 0-16,0 0 0,0 0 0,0 0 0,0 0 16,0 0-16,0 0 0,0 0 0,25 0 0,-25 0 15,0 0-15,0 0 0,-25 0 0,25 0 0,0 0 0,0 0 16,0 0-16,0 0 0,0 0 0,0 0 0,0 0 15,0 0-15,0 0 0,0 0 0,0 0 0,0 0 16,0 0-16,0 0 0,0 0 0,0 0 0,0 0 0,0 0 16,0 0-16,0 0 0,0 0 0,0 0 0,0 0 0,0 0 15,0 0-15,0 0 0,0 0 0,0 0 0,0 0 16,0 0-16,0 0 0,0 0 0,0 0 0,0 0 0,0 0 15,0 0-15,0 0 0,0 0 0,0 0 0,0 0 16,0 0-16,0 0 0,0 0 0,0 0 0,0 0 0,0 0 16,0 0-16,0 0 0,0 0 0,0 0 0,0 0 15,0 0-15,0 0 0,0 0 0,0 0 0,0 0 16,0 0-16,0 0 0,0 0 0,0 0 0,0 0 0,0 0 15,0 0-15,0 0 0,0 0 0,0 0 0,0 0 16,0 0-16,0 0 0,0 0 0,0 0 0,0 0 0,0 0 16,0 0-16,0 0 0,0 0 0,0 0 0,0 0 15,0 0-15,0 0 0,0 0 0,0 0 0,0 0 16,0 0-16,0 0 0,0 0 0,0 0 0,0 0 15,0 0-15,0 0 0,0 0 0,0 0 0,0 0 0,0 0 16,0 0-16,0 0 0,0 0 0,0 0 0,0 0 0,0 0 16,0 0-16,0 0 0,0 0 0,0 0 0,0 0 15,0 0-15,0 0 0,0 0 0,0 0 0,0 0 16,0 0-16,0 0 0,0 0 0,0 0 0,0 0 0,0 0 15,0 0-15,0 0 0,0 0 0,0 0 0,0 0 16,0 0-16,0 0 0,0 0 0,0 0 0,0 0 0,0 0 16,0 0-16,0 0 0,0 0 0,0 0 0,0 0 15,0 0-15,0 0 0,0 0 0,0 0 0,0 0 0,0 0 16,0 0-16,0 0 0,0 0 0,0 0 0,0 0 15,0 0-15,0 0 0,0 0 0,0 0 0,0 0 16,0 0-16,0 0 0,0 0 0,0 0 0,0 0 0,0 0 16,0 0-16,0 0 0,0 0 0,0 0 0,0 0 15,0 0-15,0 0 0,0 0 0,0 0 0,0 0 16,0 0-16,0 0 0,0 0 0,0 0 0,0 0 0,0 0 15,0 0-15,0 0 0,0 0 0,0 0 0,0 0 16,0 0-16,0 0 0,0 0 0,0 0 0,0 0 16,0 0-16,0 0 0,0 0 0,0 0 0,0 0 0,0 0 15,0 0-15,0 0 0,0 0 0,0 0 0,0 0 16,0 0-16,0 0 0,0 0 0,0 0 0,0 0 0,0 0 15,0 0-15,0 0 0,0 0 0,0 0 0,0 0 16,0 0-16,0 0 0,0 0 0,0 0 0,0 0 0,0 0 16,0 0-16,0 0 0,0 0 0,0 0 0,0 0 0,0 0 15,0 0-15,0 0 0,0 0 0,0 0 0,0 0 16,0 0-16,0 0 0,0 0 0,0 0 0,0 0 15,0 0-15,0 0 0,0 0 0,0 0 0,0 0 0,0 0 16,0 0-16,0 0 0,0 0 0,0 0 0,0 0 16,0 0-16,0 0 0,0 0 0,0 0 0,0 0 15,0 0-15,0 0 0,0 0 0,0 0 0,0 0 0,0 0 16,0 0-16,0 0 0,0 0 0,0 0 0,0 0 15,0 0-15,0 0 0,0 0 0,0 0 0,0 0 16,0 0-16,0 0 0,0 0 0,0 0 0,0 0 0,0 0 16,0 0-16,0 0 0,0 0 0,0 0 0,0 0 15,0 0-15,0 0 0,0 0 0,0 0 0,0 0 16,0 0-16,0 0 0,0 0 0,0 0 0,0 0 0,0 0 15,0 0-15,0 0 0,0 0 0,0 0 0,0 0 16,0 0-16,0 0 0,0 0 0,0 0 0,0 0 0,0 0 16,0 0-16,0 0 0,0 0 0,0 0 0,0 0 0,0 0 15,0 0-15,0 0 0,0 0 0,0 0 0,0 0 16,0 0-16,0 0 0,0 0 0,0 0 0,0 0 0,0 0 15,0 0-15,0 0 0,0 0 0,0 0 0,0 0 16,0 0-16,0 0 0,0 0 0,0 0 0,0 0 16,0 0-16,0 0 0,0 0 0,0 0 0,0 0 0,0 0 15,0 0-15,0 0 0,0 0 0,0 0 0,0 0 16,0 0-16,0 0 0,0 0 0,0 0 0,0 0 0,0 0 15,0 0-15,0 0 0,0 0 0,0 0 0,0 0 16,0 0-16,0 0 0,0 0 0,0 0 0,0 0 16,0 0-16,0 0 0,0 0 0,0 0 0,0 0 15,0 0-15,0 0 0,0 0 0,0 0 0,0 0 0,0 0 16,0 0-16,0 0 0,0 0 0,0 0 0,0 0 0,0 0 15,0 0-15,0 0 0,0 0 0,0 0 0,0 0 16,0 0-16,0 0 0,0 0 0,0 0 0,0 0 16,0 0-16,0 0 0,0 0 0,0 0 0,0 0 0,0 0 15,0 0-15,0 0 0,0 0 0,0 0 0,0 0 16,0 0-16,0 0 0,0 0 0,0 0 0,0 0 15,0 0-15,0 0 0,0 0 0,0 0 0,0 0 0,0 0 16,0 0-16,0 0 0,0 0 0,0 0 0,0 0 16,0 0-16,0 0 0,0 0 0,0 0 0,0 0 0,0 0 15,0 0-15,0 0 0,0 0 0,0 0 0,0 0 16,0 0-16,0 0 0,0 0 0,0 0 0,0 0 0,0 0 15,0 0-15,0 0 0,0 0 0,0 0 0,0 0 16,0 0-16,0 0 0,0 0 0,0 0 0,0 0 0,0 0 16,0 0-16,0 0 0,0 0 0,0 0 0,0 0 15,0 0-15,0 0 0,0 0 0,0 0 0,0 0 16,0 0-16,0 0 0,0 0 0,0 0 0,0 0 0,0 0 15,0 0-15,0 0 0,0 0 0,0 0 0,0 0 16,0 0-16,0 0 0,0 0 0,0 0 0,0 0 0,0 0 16,0 0-16,0 0 0,0 0 0,0 0 0,0 0 15,0 0-15,0 0 0,0 0 0,0 0 0,0 0 16,0 0-16,0 0 0,0 0 0,0 0 0,0 0 0,0 0 15,0 0-15,0 0 0,0 0 0,0 0 0,0 0 16,0 0-16,0 0 0,0 0 0,0 0 0,0 0 0,0 0 16,0 0-16,0 0 0,0 0 0,0 0 0,0 0 15,0 0-15,0 0 0,0 0 0,0 0 0,0 0 0,0 0 16,0 0-16,0 0 0,0 0 0,0 0 0,0 0 15,0 0-15,0 0 0,0 0 0,0 0 0,0 0 16,0 0-16,0 0 0,0 0 0,0 0 0,0 0 0,0 0 16,0 0-16,0 0 0,0 0 0,0 25 0,0-25 15,0 0-15,0 0 0,0 0 0,0 0 0,0 0 16,0 0-16,0 24 0,0-24 0,0 0 0,0 0 0,-25 0 15,25 25-15,0-25 0,0 0 0,0 0 0,0 0 16,0 25-16,0-25 0,0 0 0,0 0 0,0 0 0,0 0 16,0 25-16,0-25 0,0 0 0,0 0 0,0 0 15,0 0-15,0 0 0,0 0 0,0 0 0,0 0 0,0 25 16,0-25-16,-24 0 0,24 0 0,0 0 0,0 0 15,0 0-15,0 0 0,0 0 0,0 0 0,0 24 16,0-24-16,0 0 0,0 0 0,0 0 0,0 0 0,0 0 16,0 25-16,0-25 0,0 0 0,0 0 0,0 0 0,0 25 15,0-25-15,-25 0 0,25 0 0,0 25 0,0-25 16,0 0-16,0 0 0,0 25 0,0-25 0,-25 0 15,25 24-15,0-24 0,0 0 0,0 0 0,0 25 0,0-25 16,0 0-16,0 25 0,0-25 0,-25 0 0,25 0 16,0 25-16,0-25 0,0 0 0,0 0 0,0 25 0,0-25 15,0 0-15,0 24 0,-25-24 0,25 0 0,0 0 16,0 25-16,0-25 0,0 0 0,0 25 0,0-25 15,-25 0-15,25 0 0,0 25 0,0-25 0,0 0 16,-24 0-16,24 25 0,0-25 0,0 0 0,0 0 0,0 24 16,0-24-16,0 0 0,0 0 0,0 0 0,-25 0 0,25 0 15,0 25-15,0-25 0,0 0 0,0 0 0,0 0 16,0 0-16,0 0 0,0 0 0,0 0 0,0 0 15,0 0-15,0 0 0,0 0 0,0 0 0,0 0 0,0 0 16,0 0-16,0 0 0,0 0 0,0-25 0,0 25 16,0 0-16,0 0 0,0 0 0,0 0 0,0 0 0,0-24 15,25 24-15,-25 0 0,0-25 0,0 25 0,0 0 16,0 0-16,0-25 0,0 25 0,0 0 0,0-25 15,0 25-15,0 0 0</inkml:trace>
  <inkml:trace contextRef="#ctx0" brushRef="#br0" timeOffset="104363.9693">14461 6176 0,'0'0'0,"0"0"16,0 0-16,0 0 0,0 0 0,0-24 0,0 24 15,0 0-15,0 0 0,0 0 0,0 0 0,0 0 16,0 0-16,0 0 0,0 0 0,0 0 0,0 0 0,0 0 15,0 0-15,0 0 0,25 0 0,-25 0 0,0 0 16,0 0-16,0 0 0,0 0 0,0 0 0,0 0 16,0 0-16,0 0 0,0 0 0,0 0 0,0 0 0,0 0 15,0 0-15,0 0 0,0 0 0,0 0 0,0 0 16,0 0-16,0 0 0,0 0 0,0 0 0,0 0 0,0 0 15,0 0-15,0 0 0,0 0 0,0 0 0,0 0 16,0 0-16,0 0 0,0 0 0,0 0 0,0 0 0,0 0 16,0 0-16,0 0 0,0 0 0,0 0 0,0 0 15,0 0-15,0 0 0,0 0 0,0 0 0,0 0 16,0 0-16,0 0 0,0 0 0,0 0 0,0 0 0,0 0 15,0 0-15,0 0 0,0 0 0,0 0 0,0 0 16,0 0-16,0 0 0,0 0 0,0 0 0,0 0 0,0 0 16,0 0-16,0 0 0,0 0 0,0 0 0,0 0 15,0 0-15,0 0 0,0 0 0,0 0 0,0 0 0,0 0 16,0 0-16,0 0 0,0 0 0,0 0 0,0 0 15,0 0-15,0 0 0,0 0 0,0 0 0,0 0 16,0 0-16,0 0 0,0 0 0,0 0 0,0 0 0,0 0 16,0 0-16,0 0 0,0 0 0,0 0 0,0 0 15</inkml:trace>
  <inkml:trace contextRef="#ctx0" brushRef="#br0" timeOffset="104776.9929">14759 6102 0,'0'0'0,"0"0"15,0 0-15,0 0 0,0 0 0,0 0 0,0 0 16,0 0-16,0 0 0,0 0 0,0 0 0,0 0 0,0 0 15,0 0-15,0 0 0,0 0 0,0 0 0,0 0 16,0 0-16,0 0 0,0 0 0,0 0 0,0 0 0,0 0 16,0 0-16,0 0 0,0 0 0,0 0 0,0 0 0,0 0 15,0 0-15,0 0 0,0 0 0,0 0 0,0 0 16,0 0-16,0 0 0,0 0 0,0 0 0,0-25 15,0 25-15,0 0 0,0 0 0,0 0 0,0 0 0,0 0 16,0 0-16,0 0 0,0 0 0,0 0 0,0 0 16,0 0-16,0 0 0,0 0 31,0 0-31,0 0 0,-25 0 0,25 0 0,0 0 0</inkml:trace>
  <inkml:trace contextRef="#ctx0" brushRef="#br0" timeOffset="105215.0179">14536 6102 0,'0'0'15,"-25"0"-15,25 0 0,0 0 0,0 0 0,0 0 16,0 0-16,0 0 0,0 0 0,0 0 0,0 0 15,0 0-15,0 0 0,0 0 0,0 0 0,0 0 0,0 0 16,0 0-16,0 0 0,0 0 0,0 0 0,0 0 16,0 0-16,0 0 0,0 0 0,0 0 0,0 0 0,0 0 15,0 0-15,0 0 0,0 0 0,0 0 0,0 0 16,0 0-16,0 0 0,0 0 0,0 0 0,0 0 0,25 0 15,-25 0-15,0 0 0,0 0 0,0 0 0,0 0 16,0 0-16,0 0 0,24 0 0,-24 0 0,0 0 16,0 0-16,0 0 0,25 25 0,-25-25 0,0 0 15,0 0-15,25 0 0,-25 0 0,25 0 0,-25 0 0,0 0 16,25 0-16,-25 0 0,24 0 0,-24 0 0,25 0 0,0 0 15,-25 0-15,25 0 0,-25 0 0,25 0 16,-25 0-16,24 0 0,-24 0 0,0 0 0,25 0 0,-25 0 16,0 0-16,25 0 0,-25 0 0,0 0 0,0 0 0,0 0 15,0 0-15,0 0 0,0 0 0,0 0 0,0 0 16,0 0-16,0 0 0,0 0 0,0 0 0,0 0 0,0 0 15,0 0-15,0 0 0,0 0 0,0 0 0,0 0 16,0 0-16,0 0 0,-25 0 0,25 0 0,0 0 0,0 0 16,0 0-16,-25 25 0,25-25 0</inkml:trace>
  <inkml:trace contextRef="#ctx0" brushRef="#br0" timeOffset="105630.0417">14436 6350 0,'0'0'0,"0"0"0,0 0 0,0 0 15,0 0-15,-24 0 0,24 0 0,0 0 0,0 0 16,0 0-16,0 0 0,0 0 0,0 0 0,0 0 0,0 0 16,0 0-16,0 0 0,0 0 0,0 0 0,0 0 15,0 0-15,0 0 0,0 0 0,0 0 0,0 0 0,0 0 16,0 0-16,24 0 0,-24 0 0,0 0 0,0 0 15,0 25-15,0-25 0,0 0 0,25 0 0,-25 0 16,0 0-16,0 0 0,0 0 0,25 0 0,-25 0 0,0 0 16,0 0-16,25 0 0,-25 0 0,0 0 0,25 0 15,-25 0-15,0 0 0,24 25 0,-24-25 0,0 0 16,25 0-16,-25 0 0,25 0 0,-25 0 0,0 0 0,25 0 15,-25 0-15,25 0 0,-25 0 0,0 0 0,24 0 16,-24 0-16,0 0 0,0 0 0,0 0 0,25 0 0,-25 0 16,0 0-16,0 0 0,0 0 0,0 0 0,0 0 15,-25 0-15,25 0 0,0 0 0,0 0 0,0 0 0,-24 0 16,24 0-16</inkml:trace>
  <inkml:trace contextRef="#ctx0" brushRef="#br0" timeOffset="106051.0658">14213 6722 0,'0'0'0,"0"0"0,-25 0 0,25 0 0,0 0 0,0 0 0,0 0 0,0 0 0,0 0 0,0 0 0,0 0 0,0 0 0,0 0 0,0 0 0,0 0 0,25 0 0,-25 25 0,0-25 0,0 0 0,0 0 0,0 0 0,0 0 0,0 0 0,25 0 15,-25 0-15,0 0 0,0 0 0,25 0 0,-25 0 0,0 0 16,0 0-16,24 0 0,-24 0 0,25 0 0,-25 0 15,0 0-15,25 0 0,-25 0 0,25 0 0,-25 0 16,25 0-16,0 0 0,-25 0 0,24 0 0,-24 0 0,25 0 16,-25 0-16,25 0 0,0 0 0,-25 0 0,25 0 15,-25 0-15,0 0 0,24 0 0,-24 0 0,0 0 0,25 0 16,-25 0-16,0 0 0,0 0 0,0 0 0,0 0 15,0 0-15,0 0 0,0 0 0,0 0 0,0 0 0,0 0 16,0 0-16</inkml:trace>
  <inkml:trace contextRef="#ctx0" brushRef="#br0" timeOffset="109196.2456">21158 6201 0,'0'0'0,"0"25"0,0-25 0,0 0 0,0 0 0,0 0 15,25 0-15,-25 0 0,0 0 0,0 0 0,0 0 16,0 0-16,0 0 0,0 0 0,0 0 0,0 0 0,0-25 16,0 25-16,0 0 0,0 0 0,0 0 0,0 0 15,25 0-15,-25 0 0,0 0 0,0 0 0,0 0 0,0 0 16,0 0-16,0 0 0,0 0 0,0 0 0,0 0 15,0 0-15,0 0 0,0 0 0,0 0 0,0 0 16,0 0-16,0 0 0,0 0 0,0 0 0,0 0 0,0 0 16,0 0-16,0 0 0,0 0 0,0 0 0,0-25 15,0 25-15,0 0 0,0 0 0,0 0 0,0 0 0,0 0 16,0 0-16,0-24 0,0 24 0,0 0 0,0 0 15,-25 0-15,25 0 0,0 0 0,0-25 0,0 25 0,0 0 16,0 0-16,0 0 0,-25 0 0,25-25 0,0 25 16,0 0-16,0 0 0,0 0 0,0 0 0,-24 0 15,24 0-15,0 0 0,0 0 0,0-25 0,0 25 0,0 0 16,0 0-16,0 0 0,0 0 0,-25 25 0,25-25 15,0 0-15,0 0 0,0 0 0,0 0 0,-25 0 0,25 0 16,0 25-16,0-25 0,-25 0 0,25 25 0,0-25 16,-25 24-16,25-24 0,0 25 0,0-25 0,-24 25 15,24 0-15,0-25 0,0 25 0,-25-1 0,25-24 0,0 25 16,0 0-16,0-25 0,0 25 0,0 0 0,-25-25 15,25 24-15,0-24 0,0 25 0,0-25 0,0 0 0,0 25 16,0-25-16,0 0 0,0 25 0,25-25 0,-25 0 16,0 0-16,0 25 0,0-25 0,0 0 0,25 0 15,-25 0-15,0 0 0,24 0 0,-24 0 0,0-25 0,25 25 16,-25 0-16,0 0 0,25 0 0,-25 0 0,25-25 0,-25 25 15,0 0-15,25 0 0,-25-25 0,0 25 0,0 0 16,24 0-16,-24-25 0,0 25 0,0 0 0,25 0 16,-25 0-16,0 0 0,25-24 0,-25 24 0,0 0 0</inkml:trace>
  <inkml:trace contextRef="#ctx0" brushRef="#br0" timeOffset="109704.2747">21506 6375 0,'0'-25'16,"0"25"-16,0 0 0,0 0 0,0 0 0,0 0 16,0 0-16,0 0 0,0-25 0,0 25 0,0 0 0,0 0 15,0 0-15,0 0 0,0 0 0,0-25 0,0 25 16,0 0-16,0 0 0,0 0 0,0 0 0,0 0 15,0 0-15,0 0 0,0-24 0,0 24 0,0 0 0,0 0 16,-25 0-16,25 0 0,0 0 0,0 0 0,0 0 0,-25 0 16,25 0-16,0 0 0,0 0 0,-25 0 0,25 0 15,0 0-15,0 0 0,-25 0 0,25 0 0,0 0 16,-24 0-16,24 0 0,0 24 0,0-24 0,-25 0 0,25 0 15,0 0-15,0 25 0,-25-25 0,25 0 0,0 0 16,0 25-16,0-25 0,0 25 0,-25-25 0,25 0 16,0 25-16,0-25 0,0 24 0,0-24 0,0 25 0,0-25 15,0 0-15,0 25 0,0-25 0,0 0 0,0 25 16,0-25-16,25 0 0,-25 0 0,0 25 0,0-25 15,0 0-15,25 0 0,-25 0 0,0 0 0,0 0 0,25 0 16,-25 0-16,0 0 0,24 0 0,-24 0 0,0-25 0,25 25 16,-25 0-16,0 0 0,25-25 0,-25 25 0,0 0 15,25-25-15,-25 25 0,0 0 0,0-25 0,25 25 16,-25 0-16,0-24 0,0 24 0,0-25 0,0 25 0,24 0 15,-24 0-15,0-25 0,0 25 0,0 0 0,0 0 16,0-25-16,0 25 0,0 0 0,0 0 0,0 0 16,0 0-16,0 0 0,0 0 0,0 0 0,0 0 0,0 0 15,0 0-15,0 0 0,0 0 0,0 0 0,0 0 0,0 0 16,0 0-16,0 0 0,0 0 0,0 0 15,0 0-15,0 0 0,0 0 0</inkml:trace>
  <inkml:trace contextRef="#ctx0" brushRef="#br0" timeOffset="110159.3007">21679 6276 0,'0'0'0,"0"0"0,0 0 0,0-25 15,0 25-15,0 0 0,0 0 0,0 0 0,0 0 0,0 0 16,0 0-16,0 0 0,0 0 0,0 0 0,0 25 15,0-25-15,0 0 0,0 0 0,0 0 0,0 24 16,0-24-16,0 0 0,0 25 0,0-25 0,0 25 0,0-25 16,0 0-16,0 25 0,-25-25 0,25 25 0,0-25 15,0 0-15,0 24 0,0-24 0,0 0 0,-24 25 0,24-25 16,0 0-16,0 0 0,0 25 0,0-25 0,0 0 15,0 0-15,0 0 0,0 0 0,0 25 0,0-25 16,0 0-16,0 0 0,0 0 0,0 0 0,0 0 0,0 0 16,0 0-16,0 0 0,0 0 0,0-25 0,0 25 15,0 0-15,0 0 0,0 0 0,0 0 0,24-25 0,-24 25 16,0 0-16,25 0 0,-25-25 0,25 25 0,-25-24 15,0 24-15,25 0 0,-25-25 0,25 25 0,-25 0 16,25-25-16,-25 25 0,0 0 0,24 0 0,-24-25 0,0 25 16,25 0-16,-25 0 0,0 0 0,25 0 0,-25 0 15,0 0-15,0 0 0,0 0 0,0 25 0,0-25 0,25 0 16,-25 0-16,0 0 0,0 25 0,0-25 0,0 0 15,0 25-15,0-25 0,0 0 0,-25 24 0,25-24 0,0 0 16,0 25-16,0-25 0,0 0 0,0 0 0,0 25 16,0-25-16,0 0 0,0 0 0,0 0 0,0 0 15,0 25-15,0-25 0,0 0 0,0 0 0,25 0 0,-25 0 16,0 0-16,25 0 0,-25 0 0</inkml:trace>
  <inkml:trace contextRef="#ctx0" brushRef="#br0" timeOffset="111679.3877">22796 6276 0,'0'0'0,"0"-25"16,0 25-16,-25 0 0,25 0 0,0 0 0,0 0 0,0 0 16,0 0-16,0-25 0,0 25 0,-25 0 0,25 0 0,0 0 15,0 0-15,0 0 0,0 0 0,0 0 0,0 0 16,-25 0-16,25 0 0,0 0 0,0 0 0,0 0 15,-25 25-15,25-25 0,0 0 0,-25 0 0,25 0 0,0 25 16,-24-25-16,24 0 0,-25 24 0,25-24 0,0 25 16,0-25-16,-25 0 0,25 25 0,0-25 0,0 25 15,-25-25-15,25 25 0,0-25 0,0 24 0,0-24 0,0 0 16,0 25-16,0-25 0,0 25 0,0-25 0,25 25 15,-25-25-15,0 0 0,0 25 0,25-25 0,-25 0 0,0 24 16,25-24-16,-25 0 0,0 25 0,24-25 0,-24 0 16,25 0-16,-25 0 0,25 0 0,-25 0 0,0 0 0,25 0 15,-25 0-15,25 0 0,-25 0 0,25 0 0,-25 0 16,24 0-16,-24 0 0,25-25 0,-25 25 0,0 0 15,25 0-15,-25-24 0,0 24 0,25 0 0,-25-25 0,0 25 16,25 0-16,-25-25 0,0 25 0,24 0 0,-24-25 0,0 25 16,0 0-16,25-25 0,-25 25 0,0 0 0,0-24 15,0 24-15,25-25 0,-25 25 0,0 0 0,0-25 16,0 25-16,0-25 0,0 25 0,0 0 0,0-25 15,25 25-15,-25 0 0,0 0 0,0 0 0,0 0 0,0-24 16,0 24-16,0 0 0,0 0 0,0 0 0,0 0 16,0 0-16,0 0 0,0 0 0,-25 24 0,25-24 0,0 0 15,0 0-15,0 0 0,0 25 0,0-25 0,0 0 16,0 25-16,0-25 0,0 0 0,0 25 0,0-25 15,0 25-15,-25-25 0,25 24 0,0-24 0,0 25 0,0-25 16,0 0-16,25 25 0,-25-25 0,0 25 0,0-25 0,0 0 16,0 0-16,0 25 0,0-25 0,25 0 0,-25 0 15,0 24-15,0-24 0,25 0 0,-25 0 0,0 0 16,0 0-16,24 0 0,-24 0 0,0 0 0,25-24 0,-25 24 15,0 0-15,25 0 0,-25 0 0,25-25 0,-25 25 16,0 0-16,25-25 0,-25 25 0,0 0 0,24-25 0,-24 25 16,0 0-16,25-25 0,-25 25 0,0 0 0,0-24 15,25 24-15,-25-25 0,0 25 0,0 0 0,0-25 0,25 25 16,-25-25-16,0 25 0,0 0 0,0-25 15,0 25-15,0 0 0,0 0 0,0-24 0,0 24 0,0 0 16,0 0-16,0 0 0,0 0 0,0 0 0,0 0 0,0 24 16,0-24-16,0 0 0,0 0 0,0 25 0,0-25 15,-25 0-15,25 25 0,0-25 0,0 0 0,0 25 16,0-25-16,0 0 0,0 25 0,-25-25 0,25 0 0,0 24 15,0-24-15,0 0 0,0 25 0,0-25 0,0 0 16,0 0-16,0 25 0,0-25 0,0 0 0,0 0 0,25 0 16,-25 0-16,0 25 0,0-25 0,0 0 0,25 0 15,-25 0-15,0 0 0,25 0 0,-25 0 0,24 0 0,-24 0 16,25 0-16,-25 0 0,25 0 0,-25 0 0,25-25 15,0 25-15,-25 0 0</inkml:trace>
  <inkml:trace contextRef="#ctx0" brushRef="#br0" timeOffset="112068.4099">23614 6400 0,'0'-25'0,"0"25"15,0 0-15,0 0 0,-25-25 0,25 25 0,0 0 16,0 0-16,0 0 0,0-25 0,0 25 0,0 0 0,0 0 16,0 0-16,0 0 0,0 0 0,0 0 0,0-25 15,-25 25-15,25 25 0,0-25 0,0 0 0,0 0 0,-24 0 16,24 0-16,0 25 0,0-25 0,-25 0 0,25 25 15,0-25-15,0 0 0,-25 25 0,25-25 0,0 24 16,-25-24-16,25 0 0,0 25 0,0-25 0,0 0 0,0 25 16,0-25-16,0 0 0,-25 25 0,25-25 0,0 0 15,0 0-15,0 0 0,0 25 0,0-25 0,25 0 0,-25 0 16,0 0-16,0 0 0,0 0 0,0 0 0,0 0 15,0 0-15,0 0 0,25 0 0,-25 0 0,0 0 0,0 0 16,25-25-16,-25 25 0,0 0 0,0 0 0,25 0 16,-25 0-16,0-25 0,24 25 0,-24 0 0,0 0 15,0-25-15,25 25 0,-25 0 0,0 0 0,25-25 0,-25 25 16,0 0-16,0 0 0,25 0 0,-25 0 0,0-24 15,0 24-15,0 24 0,0-24 0,0 0 0,0 0 16,0 0-16,0 0 0,0 0 0,0 25 0,0-25 0,0 0 16,0 25-16,0-25 0,0 0 0,0 0 0,-25 25 15,25-25-15,0 0 0,0 25 0,0-25 0,0 0 0,0 0 16,0 0-16,0 0 0,0 0 0,0 24 0,0-24 15,0 0-15,0 0 0,0 0 0,0 0 0,0 0 0,0-24 16,-25 24-16,25 0 0,0 0 0,0 0 0,0-25 16</inkml:trace>
  <inkml:trace contextRef="#ctx0" brushRef="#br0" timeOffset="112316.4241">23812 5928 0,'0'-24'16,"0"24"-16,0 0 0,0 0 0,0 0 0,0 0 15,0 0-15,25 0 0,-25 0 0,0 0 0,0 0 0,0 0 16,25 0-16,-25 0 0,0 0 0,25 0 0,-25 0 16,0 0-16,0 0 0,25 0 0,-25 0 0,0 0 15,0 0-15,25 24 0,-25-24 0,0 0 0,0 25 0,0-25 16,0 25-16,0-25 0,0 0 0,-25 25 0,25-25 15,0 0-15,-25 25 0,25-25 0,-25 0 0,25 24 0,-25-24 16,0 0-16,25 0 0,-24 25 0,-1-25 0,25 0 16,-25 0-16,0 25 0,0-25 0,25 0 0,-24 0 0</inkml:trace>
  <inkml:trace contextRef="#ctx0" brushRef="#br0" timeOffset="112837.4539">25053 6276 0,'0'0'0,"0"0"0,0 0 16,0 0-16,0 0 0,0 0 0,0 0 0,0 0 15,0-25-15,0 25 0,0 0 0,0 0 0,0 25 0,0-25 16,0 0-16,0 0 0,0 0 0,0 0 0,-25 24 16,25-24-16,0 0 0,0 25 0,0-25 0,0 25 15,0 0-15,-25-25 0,25 25 0,0-25 0,0 24 0,-25-24 16,25 25-16,0-25 0,0 25 0,0-25 0,-24 25 15,24-25-15,0 25 0,0-25 0,0 24 0,-25-24 16,25 25-16,0-25 0,0 0 0,0 25 0,0-25 0,0 0 16,-25 0-16,25 25 0,0-25 0,0 0 0,0 0 15,0 0-15,0 0 0,0 0 0,0 0 0,0 0 0,0 0 16,0 0-16,0 0 0,0 0 0,25 0 0,-25 0 15,0-25-15,0 25 0,25 0 0,-25 0 0,0-25 0,24 25 16,-24-25-16</inkml:trace>
  <inkml:trace contextRef="#ctx0" brushRef="#br0" timeOffset="113113.4697">25251 6375 0,'0'0'0,"0"-25"0,0 25 0,0 0 0,0 0 0,0-25 16,0 25-16,0 0 0,0 0 0,0-25 0,0 25 15,0 0-15,-25 0 0,25-24 0,0 24 0,0 0 0,0 0 16,0 0-16,-24 0 0,24 0 0,0 0 0,0 0 15,-25 0-15,25 0 0,0 0 0,0 24 0,0-24 0,-25 0 16,25 0-16,0 25 0,0-25 0,0 0 0,-25 25 0,25-25 16,0 25-16,0-25 0,0 25 0,0-25 15,0 0-15,0 24 0,0-24 0,0 25 0,0-25 0,0 25 16,0-25-16,0 25 0,0-25 0,0 25 0,0-25 15,0 0-15,0 24 0,25-24 0,-25 0 0,0 0 0,0 25 16,25-25-16,-25 0 0,25 0 0,-25 0 0,24 0 16,-24 0-16,25 0 0,0 0 0,-25-25 0,25 25 0,0 0 15,-1 0-15,1 0 0,0-24 0,-25 24 0,25 0 16</inkml:trace>
  <inkml:trace contextRef="#ctx0" brushRef="#br0" timeOffset="113591.497">25995 6226 0,'0'0'16,"0"-25"-16,0 25 0,-24-25 0,24 25 0,0 0 0,0-24 16,0 24-16,0 0 0,-25 0 0,25-25 15,0 25-15,0 0 0,0 0 0,-25 0 0,25-25 0,0 25 0,0 0 16,0 0-16,-25 0 0,25 0 0,0 0 0,-25 0 15,25 0-15,0 25 0,-25-25 0,25 0 0,0 0 16,-24 0-16,24 25 0,-25-25 0,25 0 0,0 24 0,-25-24 16,25 25-16,-25-25 0,25 25 0,0 0 0,-25-25 15,25 25-15,-24-1 0,24-24 0,0 25 0,-25 0 16,25 0-16,0-25 0,0 25 0,0-25 0,-25 24 0,25 1 15,0-25-15,0 25 0,0-25 0,0 25 0,0-25 16,0 0-16,0 25 0,0-25 0,0 0 0,25 24 16,-25-24-16,0 0 0,0 0 0,0 0 0,25 0 0,-25 0 15,0 0-15,0 0 0,24 0 0,-24 0 0,0 0 16,25 0-16,-25 0 0,0 0 0,25 0 0,-25-24 0,0 24 15,0 0-15,25 0 0,-25 0 0,0-25 0,25 25 16,-25 0-16,0 0 0,0-25 0,0 25 0,24 0 0,-24 0 16,0-25-16,0 25 0,0 0 0,0 0 0,0 0 15,0 0-15,0 0 0,0 0 0,0 0 16,0 0-16,0 0 0,0 0 0,0 25 0,0-25 0,0 0 0,0 0 15,0 25-15,0-25 0,0 0 0,0 25 0,0-25 16,-24 0-16,24 24 0,0-24 0,0 0 0,0 25 16,0-25-16,0 0 0,0 0 0,0 0 0,0 25 0,0-25 15,0 0-15,0 0 0,0 0 0,0 0 0,0 0 0,0 0 16,0 0-16,-25-25 0,25 25 0</inkml:trace>
  <inkml:trace contextRef="#ctx0" brushRef="#br0" timeOffset="113747.506">25747 6474 0,'0'0'0,"0"-25"0,0 25 0,0 0 0,0 0 16,0 0-16,0 0 0,0 0 0,0 0 0,0 0 15,25 0-15,-25 0 0,0 0 0,25 0 0,-25 0 0,0 0 16,25 0-16,-1 0 0,-24-25 0,25 25 16,-25 0-16,25 0 0,0 0 0,-25 0 0,25 0 0,0 0 15,-25 0-15,24 0 0,1 0 0,-25 0 0,25 0 0,0 0 16,-25 0-16,25 0 0,-1 0 0</inkml:trace>
  <inkml:trace contextRef="#ctx0" brushRef="#br0" timeOffset="114144.5287">26343 6152 0,'0'0'0,"0"0"16,0 0-16,0 0 0,0 0 0,0 0 0,0 0 16,0 0-16,0 0 0,0 0 0,0 0 0,0 0 15,0 0-15,0 0 0,0 0 0,0 24 0,0-24 0,0 0 16,0 25-16,0-25 0,0 0 0,0 25 0,0-25 15,0 25-15,0-25 0,0 25 0,0-1 0,0-24 16,0 25-16,0-25 0,0 25 0,0-25 0,0 25 0,0-25 16,0 25-16,0-25 0,0 0 0,0 24 0,0-24 0,0 0 15,0 25-15,0-25 0,0 0 0,0 25 0,0-25 16,0 0-16,0 0 0,0 0 0,0 0 0,0 0 15,0 0-15,0 0 0,0 0 0,0 0 0,0 0 0,0 0 16,24 0-16,-24-25 0,0 25 0,0 0 0,25 0 16,-25-25-16,0 25 0,25 0 0,-25-24 0,0 24 0,25-25 15,-25 25-15,25-25 0,-25 25 0,24-25 0,-24 25 16,0-25-16,25 25 0,-25 0 0,0-24 0,25 24 15,-25 0-15,0-25 0,0 25 0,0 0 0,25 0 0,-25 0 16,0 0-16,0 0 0,0 0 0,0 0 0,0 0 16,0 0-16,0 0 0,0 0 0,0 0 0,0 0 0,0 0 15,0 0-15,0 0 0,0 0 0,0 0 0,0 0 16,0-25-16,0 25 0,25 0 0,-25 0 0,0 0 15,0 0-15</inkml:trace>
  <inkml:trace contextRef="#ctx0" brushRef="#br0" timeOffset="114410.5439">26839 6176 0,'0'-24'0,"0"24"0,0 0 16,0 0-16,0-25 0,0 25 0,0 0 0,0 0 16,0-25-16,0 25 0,0 0 0,0 0 0,0 0 0,0 0 15,0 0-15,0 0 0,0 0 0,0 25 0,0-25 16,0 0-16,0 0 0,0 25 0,0-25 0,0 24 0,0-24 15,0 25-15,0-25 0,0 25 0,-25 0 0,25-25 16,0 25-16,0-25 0,0 24 0,-25 1 0,25-25 16,0 25-16,0-25 0,0 25 0,-25-25 0,25 0 0,0 25 15,0-25-15,0 0 0,0 24 0,-25-24 0,25 0 16,0 0-16,0 25 0,0-25 0,0 0 0,0 0 0,0 0 15,-24 0-15,24 0 0,0 0 0,0 0 0,0 0 16,0 0-16,0-25 0,0 25 0,0 0 0,0 0 16,-25 0-16</inkml:trace>
  <inkml:trace contextRef="#ctx0" brushRef="#br0" timeOffset="114595.5545">26690 6176 0,'0'0'0,"0"0"16,0-24-16,0 24 0,0 0 0,0 0 0,0 0 16,0 0-16,0 0 0,25 0 0,-25-25 0,0 25 0,0 0 15,24 0-15,-24 0 0,0 0 0,25 0 0,-25 0 0,25 0 16,-25 0-16,25 25 0,-25-25 0,25 0 0,-25 0 15,24 0-15,1 0 0,-25 0 0,25 0 0,0 0 16,-25 0-16,25 0 0,-1 0 0,-24 0 0,25 0 16,0 0-16,-25 24 0,25-24 0,0 0 0,-25 0 0,25 0 15,-1 0-15</inkml:trace>
  <inkml:trace contextRef="#ctx0" brushRef="#br0" timeOffset="115038.5798">27533 6201 0,'0'0'0,"0"0"0,0 0 0,0-25 0,0 25 16,0 0-16,0 0 0,0 0 0,0-24 0,0 24 0,25 0 16,-25 0-16,0 0 0,0 0 0,0 0 0,0 0 15,0 0-15,0 0 0,0 0 0,0 0 0,0 0 0,25 0 16,-25 24-16,0-24 0,0 0 0,0 0 0,0 25 15,0-25-15,0 0 0,0 25 0,0-25 0,0 25 16,0-25-16,0 25 0,0-25 0,-25 24 0,25-24 16,0 25-16,0-25 0,0 25 0,0-25 0,0 25 0,-25-25 15,25 25-15,0-1 0,0-24 0,0 25 0,0-25 16,-25 25-16,25-25 0,0 0 0,0 25 0,0-25 0,0 25 15,0-25-15,0 0 0,0 0 0,0 0 0,0 24 16,0-24-16,0 0 0,0 0 0,0 0 0,0 0 16,0 0-16,0 0 0,0 0 0,25 0 0,-25 0 0,0 0 15,0 0-15,25 0 0,-25-24 0,25 24 0,-25 0 0,25 0 16,-25-25-16,24 25 0,-24 0 0,25-25 0,-25 25 15,25-25-15,0 25 0,-25-25 0,25 25 0,-25-24 0,24 24 16,-24-25-16,25 25 0,0-25 0,-25 25 0,0-25 16,25 25-16,-25 0 0,25-25 0,-25 25 0,0 0 15,0-24-15,0 24 0,0 0 0,24 0 0,-24 0 0,0 0 16,0-25-16,0 25 0,0 0 0,0 0 0,0 0 15,0 0-15,0 0 0,0 0 0,-24 0 0,24 0 16,0 0-16,0 0 0,0 0 0,0 0 0,-25 0 0,25 0 16,0-25-16,0 25 0</inkml:trace>
  <inkml:trace contextRef="#ctx0" brushRef="#br0" timeOffset="115824.6248">28997 6276 0,'0'0'0,"0"0"0,0 0 0,0 0 0,0 0 16,0 0-16,0-25 0,0 25 0,0 0 0,0 0 0,0 0 15,0-25-15,0 25 0,0 0 0,0 0 0,0 0 0,0 0 16,0-25-16,-25 25 0,25 0 0,0 0 0,0 0 15,0 0-15,0 0 0,0 0 0,-25 0 0,25 0 0,0 0 16,0 0-16,0 0 0,-25 0 0,25 0 0,0 0 16,0 0-16,-25 0 0,25 0 0,0 25 0,-24-25 15,24 0-15,-25 0 0,25 25 0,0-25 0,-25 0 0,25 25 16,-25-25-16,25 0 0,0 24 0,0-24 0,-25 25 15,25-25-15,0 25 0,0-25 0,0 25 0,0-25 0,0 25 16,0-25-16,0 0 0,0 24 0,25-24 0,-25 25 16,0-25-16,0 0 0,0 25 0,25-25 0,-25 0 0,25 0 15,-25 25-15,0-25 0,25 0 0,-25 0 0,24 0 16,-24 0-16,25 0 0,-25 0 0,25 0 0,-25 0 15,25 0-15,0 0 0,-25 0 0,24 0 0,-24-25 0,25 25 16,0 0-16,-25 0 0,25-25 0,0 25 0,-25-25 16,25 25-16,-1 0 0,-24-24 0,25 24 0</inkml:trace>
  <inkml:trace contextRef="#ctx0" brushRef="#br0" timeOffset="116665.6729">29493 6003 0,'0'0'0,"25"-25"0,-25 25 0,0 0 0,0 0 0,0 0 15,0 0-15,0-25 0,0 25 0,0 0 0,0 0 16,0 0-16,0 0 0,0 0 0,0 25 0,0-25 15,0 0-15,0 0 0,-25 0 0,25 0 0,0 25 0,0-25 16,0 25-16,0-25 0,0 24 0,0-24 0,-25 25 16,25-25-16,0 25 0,0 0 0,0-25 0,0 25 0,0-1 15,-25-24-15,25 25 0,0 0 0,0-25 0,0 25 16,0 0-16,-25-1 0,25-24 0,0 25 0,0-25 15,0 25-15,0-25 0,-24 25 0,24-25 0,0 25 16,0-25-16,0 0 0,0 24 0,-25-24 0,25 0 0,0 25 16,0-25-16,0 0 0,0 0 0,0 0 0,0 0 0,0 0 15,0 0-15,0 0 0,0 0 0,0 0 0,0 0 16,0 0-16,0 0 0,0 0 0,0 0 0,0 0 15,0 0-15,0 0 0,0 0 0,0 0 0,0-25 0,0 25 16,25 0-16,-25 0 0,0-24 0,24 24 0,-24 0 16,0-25-16,25 25 0,-25-25 0,25 25 0,-25-25 0,25 25 15,-25 0-15,25-25 0,-25 25 0,24 0 0,-24 0 16,25-24-16,-25 24 0,0 0 0,0 0 0,0 0 0,25 0 15,-25 0-15,0 24 0,0-24 0,0 0 0,0 0 16,0 0-16,0 25 0,0-25 0,0 0 0,0 0 16,0 25-16,0-25 0,-25 0 0,25 25 0,0-25 0,0 0 15,0 25-15,0-25 0,0 0 0,0 0 0,0 24 16,-25-24-16,25 0 0,0 25 0,0-25 0,0 0 15,0 0-15,0 25 0,0-25 0,0 0 0,0 0 0,0 0 16,0 0-16,0 25 0,0-25 0,0 0 0,0 0 16,0 0-16,0 0 0,25 0 0,-25 0 0,0 0 15,0 0-15,25 0 0,-25 0 0,0 0 0,25 0 0,-25 0 16,25 0-16,-25-25 0,24 25 0,-24 0 0,25 0 0,-25-25 15,25 25-15,-25 0 0,25 0 0,-25-25 0,25 25 16,-25 0-16,24-24 0,-24 24 0,25 0 0,-25-25 16,0 25-16,25 0 0,-25 0 0,0-25 0,0 25 0,25 0 15,-25 0-15,0 0 0,0 0 0,0 0 0,0-25 0,0 25 16,0 0-16,0 0 0,0 0 0,0 0 15,0 0-15,0 0 0,0 0 0,0 0 0,0 25 0,0-25 16,0 0-16,0 0 0,0 0 0,-25 0 0,25 25 16,0-25-16,0 0 0,-25 0 0,25 25 0,0-25 0,0 0 15,0 24-15,0-24 0,-25 25 0,25-25 0,0 0 16,0 25-16,0-25 0,0 0 0,0 25 0,0-25 0,0 0 15,0 0-15,0 25 0,0-25 0,0 0 0,0 0 16,0 0-16,0 24 0,0-24 0,0 0 0,25 0 16,-25 0-16,0 0 0,0 0 0,0 0 0,25-24 0,-25 24 15,0 0-15,25 0 0,-25 0 0,25-25 0,-25 25 0,0 0 16,24 0-16,-24-25 0,25 25 0,-25-25 0,0 25 15,25 0-15,-25-25 0,0 25 0,0-24 0,25-1 16,-25 25-16,0-25 0,0 25 0,0-25 0,0 0 0,25 25 16,-25-24-16,0 24 0,0 0 0,-25 0 0,25-25 15,0 25-15,0 0 0,0 0 0,-25 0 0,25 0 0,0 0 16,-25 0-16,25 0 0,-25 0 0,25 0 0,0 25 15,-24-25-15,24 0 0,0 0 0,0 0 0,0 0 0,0 0 16,0 0-16,0 0 0,0 0 0</inkml:trace>
  <inkml:trace contextRef="#ctx0" brushRef="#br0" timeOffset="117175.702">31031 6052 0,'0'0'0,"0"0"16,0 0-16,-25-24 0,25 24 0,0 0 0,0 0 0,0 0 16,0 0-16,0 0 0,0 0 0,0 0 0,0 0 15,0 0-15,0 0 0,0 0 0,0 0 0,0 0 0,0 0 16,0 0-16,0 0 0,0 0 0,0 24 0,0-24 15,0 0-15,0 0 0,0 0 0,-25 25 0,25-25 0,0 25 16,0-25-16,-25 25 0,25-25 0,0 25 0,-25-1 16,25-24-16,0 25 0,-24 0 0,24-25 0,-25 25 0,25-25 15,0 25-15,0-25 0,-25 24 0,25-24 0,0 25 0,0-25 16,-25 25-16,25-25 0,0 25 0,0-25 0,-25 25 15,25-25-15,0 0 0,0 0 0,0 24 0,-24-24 0,24 0 16,0 0-16,0 0 0,-25 0 0,25 0 16,0 0-16,0 0 0,0 0 0,0 0 0,-25 0 0,25 0 15,0 0-15,0 0 0,0 0 0,-25-24 0,25 24 0,0 0 16,0 0-16</inkml:trace>
  <inkml:trace contextRef="#ctx0" brushRef="#br0" timeOffset="117332.711">30659 6276 0,'0'0'0,"0"0"0,0-25 0,0 25 0,0 0 0,0 0 15,0 0-15,24 0 0,-24 0 0,0 0 0,25-25 0,-25 25 16,0 0-16,25 0 0,-25 0 0,0 0 0,25 0 15,-25 0-15,0 0 0,25 0 0,-25 0 0,0 0 16,24 0-16,-24 0 0,0 25 0,25-25 0,-25 0 0,25 0 16,-25 0-16,25 0 0,-25 0 0,25 25 0,-25-25 15,24 0-15,-24 0 0,25 24 0,-25-24 0,0 0 0,0 0 16,25 25-16,-25-25 0</inkml:trace>
  <inkml:trace contextRef="#ctx0" brushRef="#br0" timeOffset="121120.9277">30956 6524 0,'0'0'0,"0"0"0,0 0 16,0 0-16,0 0 0,0 0 0,0 0 0,0 0 0,0 0 15,0 0-15,0 0 0,0 0 0,0 0 0,0 0 16,0 0-16,0 0 0,0 0 0,0 0 0,0 0 0,0 0 15,0 0-15,0 0 0,0 0 0,0 0 0,0 0 16,0 0-16,0 0 0,0 0 0,0 0 0,0 0 0,0 0 16,0 0-16,0 0 0,0 0 0,0 0 0,0 0 15,25 0-15,-25 0 0,0 0 0,0 0 0,0 0 0,25-25 16,-25 25-16,0 0 0,25 0 0,-25 0 0,24 0 15,-24-25-15,25 25 0,-25 0 0,25 0 0,-25-25 0,25 25 16,-25 0-16,25 0 0,-25-25 0,24 25 0,-24 0 16,0-24-16,25 24 0,-25 0 0,0 0 0,0-25 0,25 25 15,-25 0-15,0 0 0,0 0 0,0 0 0,0 0 16,0 0-16,0-25 0,0 25 0,0 0 0,0 0 0,0 0 15,0 0-15,0 0 0,0 0 0,0 0 0,0 0 0,0-25 16,0 25-16,0 0 0,-25 0 0,25 0 0,0 0 16,0 0-16,0 0 0,-25 0 0,25 0 0,0 0 0,0 0 15,0 0-15,0 0 0,0 0 0,0 0 0,0 0 16,0 0-16,0 0 0,0 0 0,0 0 0,0 0 15,0 0-15,0 0 0,25 0 0,-25 25 0,0-25 0,0 0 16,0 0-16,0 0 0,0 0 0,0 25 0,25-25 0,-25 0 16,0 0-16,0 0 0,0 25 0,0-25 0,0 0 15,0 24-15,0-24 0,0 0 0,0 25 0,0-25 16,0 0-16,0 25 0,0-25 0,0 0 0,0 25 0,0-25 15,0 0-15,0 0 0,0 25 0,25-25 0,-25 0 0,0 0 16,0 0-16,0 0 0,0 24 0,0-24 0,0 0 16,0 0-16,0 0 0,0 0 0,0 0 0,0 0 0,25 0 15,-25 0-15,0 0 0,0 0 0,0 0 0,25 0 16,-25 0-16,0 0 0,24 0 0,-24-24 0,0 24 0,25 0 15,-25 0-15,25 0 0,-25-25 0,0 25 0,25 0 0,-25-25 16,0 25-16,25 0 0,-25-25 0,0 25 0,24 0 16,-24-25-16,0 25 0</inkml:trace>
  <inkml:trace contextRef="#ctx0" brushRef="#br0" timeOffset="121971.9764">31502 6375 0,'0'-25'0,"25"25"0,-25 0 0,0-25 16,0 25-16,0 0 0,25-25 0,-25 25 0,0 0 0,0 0 15,0 0-15,0 0 0,0 0 0,0 0 0,0 0 0,0 0 16,0 0-16,0 0 0,0 0 0,0 0 0,0 0 16,0 0-16,0 0 0,0 0 0,0 0 0,0 0 0,0 0 15,0 0-15,0 0 0,0 0 0,0 0 0,0 0 16,-25 0-16,25 0 0,0 25 0,0-25 0,0 0 0,-25 25 15,25-25-15,0 0 0,0 25 0,0-25 0,-25 25 16,25-25-16,0 24 0,0-24 0,0 25 0,0-25 0,-25 25 16,25-25-16,0 0 0,0 25 0,0-25 0,0 0 15,0 25-15,0-25 0,0 0 0,0 0 0,0 24 0,0-24 16,0 0-16,0 0 0,0 0 0,0 0 0,25 0 0,-25 0 15,0 0-15,0 0 0,0 0 0,0 0 0,25 0 16,-25 0-16,0 0 0,25 0 0,-25-24 0,0 24 0,25 0 16,-25 0-16,24 0 0,-24-25 0,0 25 0,25 0 0,-25-25 15,0 25-15,25 0 0,-25 0 0,0-25 0,25 25 16,-25-25-16,0 25 0,25 0 0,-25-24 0,0 24 0,0 0 15,24-25-15,-24 25 0,0 0 0,0-25 0,0 25 16,0 0-16,0 0 0,0 0 0,25-25 0,-25 25 0,0 0 16,0 0-16,0 0 0,0 0 0,0 0 0,0 0 15,0 0-15,0 0 0,-25 0 0,25 0 0,0 25 0,0-25 16,0 0-16,0 0 0,0 25 0,-24-25 0,24 0 0,0 25 15,0-25-15,0 0 0,0 24 0,-25-24 0,25 25 0,0-25 16,0 0-16,0 25 0,0-25 0,0 0 0,0 0 16,0 25-16,0-25 0,0 0 0,0 0 0,0 25 0,0-25 15,0 0-15,0 0 0,0 0 0,0 0 0,0 0 16,0 0-16,0 0 0,0 0 0,0 0 0,25 0 0,-25 0 15,0 0-15,0 0 0,24 0 0,-24 0 0,0 0 0,0 0 16,25 0-16,-25 0 0,25-25 0,-25 25 0,0 0 16,25 0-16,-25 0 0,25-25 0,-25 25 0,0 0 0,24 0 15,-24-25-15,25 25 0,-25 0 0,0 0 0,0-25 16,25 25-16,-25 0 0,0 0 0,0-24 0,25 24 0,-25 0 15,0-25-15,0 25 0,0 0 0,0 0 0,0-25 0,25 25 16,-25 0-16,0 0 0,0 0 0,0 0 0,0 0 16,0 0-16,0-25 0,0 25 0,0 0 0,0 0 0,0 0 15,0 0-15,0 0 0,0 0 0,0 0 0,0 25 16,-25-25-16,25 0 0,0 0 0,0 0 0,0 0 0,0 25 15,0-25-15,0 0 0,-25 0 0,25 25 0,0-25 0,0 0 16,0 24-16,0-24 0,0 0 0,0 25 0,-25-25 0,25 25 16,0-25-16,0 0 0,0 25 0,0-25 0,0 0 15,0 25-15,0-25 0,0 24 0,0-24 0,0 0 16,0 0-16,0 25 0,0-25 0,0 0 0,0 0 0,0 0 15,0 0-15,0 0 0,25 0 0,-25 0 0,0 0 16,0 0-16,0 0 0,25 0 0,-25 0 0,0 0 0,25 0 0,-25 0 16,24 0-16,-24-25 0,25 25 0,-25 0 0,0 0 15,25-24-15,-25 24 0,0 0 0,25-25 0,-25 25 0,0 0 16,25-25-16,-25 25 0,0 0 0,0-25 0,0 25 15,0-25-15,0 25 0,0-24 0,0 24 0,0 0 16,0-25-16,0 25 0,0 0 0,0 0 0,0-25 0,0 25 0,0 0 16,0 0-16,0 0 0,-25 0 0,25 0 0,0 0 15,0 0-15,0 0 0,0 0 0,0 0 0,0 0 0,-25 0 16,25 0-16,0 0 0,0 0 0,0 0 0,0 0 15,0 0-15,0 0 0,0 0 0,0 0 0,-25 0 0,25 0 16,0 0-16,0 0 0,0 0 0,0 0 0,0 25 0</inkml:trace>
  <inkml:trace contextRef="#ctx0" brushRef="#br0" timeOffset="122308.9957">32271 6375 0,'0'0'16,"0"0"-16,0-25 0,0 25 0,0 0 0,0 0 0,0 0 15,0 0-15,0 0 0,0 0 0,0-25 0,0 25 16,0 0-16,0 0 0,0 0 0,0 0 0,0 0 0,0 0 16,0 0-16,0 0 0,0 0 0,0 0 0,-25 0 0,25 0 15,0 0-15,0 0 0,0 0 0,-25 0 0,25 0 0,0 0 16,0 0-16,-25 25 0,25-25 0,0 0 0,-24 0 15,24 25-15,0-25 0,-25 0 0,25 25 0,0-25 0,-25 24 16,25-24-16,0 25 0,0-25 0,-25 25 0,25-25 16,0 25-16,0-25 0,0 25 0,-25-25 0,25 24 0,0-24 15,0 0-15,0 25 0,0-25 0,0 25 0,25-25 0,-25 0 16,0 0-16,0 25 0,0-25 0,25 0 0,-25 0 15,0 0-15,0 0 0,25 0 0,-25 0 0,25 0 0,-25 0 16,0 0-16,24 0 0,-24 0 0,25-25 0,-25 25 0,25 0 16,-25 0-16,0-25 0,25 25 0,-25 0 0,0 0 0,25-25 15,-25 25-15,0 0 0</inkml:trace>
  <inkml:trace contextRef="#ctx0" brushRef="#br0" timeOffset="122630.014">32048 6028 0,'0'0'0,"0"0"0,0 0 0,0 0 0,0 0 0,0 0 15,0-25-15,0 25 0,0 0 0,24 0 0,-24 0 0,0 0 16,0 0-16,0 0 0,25 0 0,-25 0 0,0 0 16,0 0-16,25 0 0,-25 0 0,0 0 0,0 25 0,25-25 15,-25 0-15,0 0 0,0 0 0,0 24 0,25-24 16,-25 0-16,0 0 0,0 25 0,0-25 0,0 0 0,0 0 15,0 25-15,0-25 0,-25 0 0,25 25 0,0-25 16,0 0-16,0 0 0,-25 25 0,25-25 0,0 0 0,0 0 16,-25 24-16,25-24 0,0 0 0,-25 0 0,25 25 0,0-25 15,-24 0-15,24 0 0,-25 0 0,25 0 0,0 25 16,-25-25-16</inkml:trace>
  <inkml:trace contextRef="#ctx0" brushRef="#br0" timeOffset="122875.028">31626 6152 0,'0'0'0,"0"0"0,0 0 0,25 0 16,-25 0-16,0 0 0,0 0 0,0 0 0,0 0 16,25 0-16,-25 0 0,0 0 0,24 0 0,-24 0 0,0 0 15,25 0-15,-25 0 0,0 0 0,25 0 0,-25 0 16,0 0-16,0 0 0,0 0 0,0 0 0,0 0 0,0 24 15,0-24-15,0 0 0,0 0 0,0 25 0,0-25 0,0 0 16,0 0-16,-25 25 0,25-25 0,0 0 0,0 0 0,-25 0 16,25 25-16,-24-25 0,24 0 0,0 0 0,-25 0 15,25 25-15,0-25 0,-25 0 0,25 0 0,0 0 0,0 0 16,-25 0-16,25 0 0,0 0 0,0 0 0</inkml:trace>
  <inkml:trace contextRef="#ctx0" brushRef="#br0" timeOffset="123114.0417">32221 5779 0,'25'0'0,"-25"0"0,0 0 0,0 0 0,0 0 15,0 0-15,0 0 0,0 0 0,0 0 0,0 0 16,0 0-16,0 0 0,0 0 0,0 0 0,-25 0 0,25 0 16,0 25-16,-25-25 0,25 0 0,0 25 0,-24-25 0,24 25 15,-25-25-15,25 25 0,-25-25 0,0 25 0,25-25 16,-25 24-16,25-24 0,-24 0 0,-1 25 0,0-25 0,25 25 15</inkml:trace>
  <inkml:trace contextRef="#ctx0" brushRef="#br0" timeOffset="125952.204">6201 7590 0,'25'0'0,"-25"0"16,0 0-16,0 0 0,0 0 0,0 0 0,0 0 0,0 0 15,0 0-15,0 0 0,0 0 0,0-25 0,0 25 16,0 0-16,0 0 0,0 0 0,0 0 0,0 0 0,0 0 16,0 0-16,0 0 0,0 0 0,0 0 0,0 0 15,0-24-15,0 24 0,0 0 0,0 0 0,0 0 16,0 0-16,0 0 0,0 0 0,0 0 0,0 0 0,0 0 15,0 0-15,0 0 0,0 0 0,0 0 0,0 0 16,0 0-16,0 0 0,-25-25 0,25 25 0,0 0 0,0 0 16,0 0-16,0 0 0,-25 0 0,25 0 0,0 0 15,0 0-15,0 0 0,-24 0 0,24 0 0,0 0 16,0 0-16,0 0 0,-25 0 0,25 0 0,0 0 0,0 0 16,-25 0-16,25 0 0,0 0 0,0 0 0,-25 25 15,25-25-15,-25 0 0,25 24 0,0-24 0,-24 0 0,24 25 16,-25 0-16,25-25 0,-25 25 0,25 0 0,-25-25 15,25 24-15,-25 1 0,25 0 0,0-25 0,-24 25 16,24 0-16,0-25 0,0 24 0,0 1 0,0-25 0,0 25 16,0 0-16,0-25 0,0 25 0,0-25 0,0 0 15,0 24-15,0-24 0,24 0 0,-24 25 0,0-25 0,0 0 16,25 0-16,-25 0 0,0 0 0,25 25 0,-25-25 15,25 0-15,-25 0 0,0 0 0,25 0 0,-25 0 0,24 0 16,-24 0-16,25 0 0,-25 0 0,25 0 0,-25-25 16,25 25-16,0 0 0,-25 0 0,24 0 0,-24 0 15,25 0-15,-25 0 0,0 0 0,25-25 0,-25 25 0,25 0 16</inkml:trace>
  <inkml:trace contextRef="#ctx0" brushRef="#br0" timeOffset="127276.2798">6251 7863 0,'0'0'0,"0"0"16,0 0-16,0 0 0,0 0 0,-25 0 0,25 0 15,0 0-15,0 0 0,0 0 0,0 0 0,0 0 0,0-25 16,0 25-16,0 0 0,25 0 0,-25 0 0,0 0 16,0-25-16,0 25 0,25 0 0,-25-24 0,24 24 0,-24-25 15,25 25-15,-25 0 0,25-25 0,-25 25 0,25-25 16,0 25-16,-25-25 0,24 25 0,-24-24 0,25 24 15,0-25-15,-25 25 0,25-25 0,-25 25 0,25-25 0,-1 25 16,-24-25-16,0 25 0,25-24 0,-25 24 0,25-25 16,-25 25-16,0 0 0,25-25 0,-25 25 0,0-25 15,0 25-15,0 0 0,0-25 0,0 25 0,0 0 0,0-24 16,0 24-16,0 0 0,0 0 0,0-25 0,0 25 15,0 0-15,0-25 0,-25 25 0,25 0 0,0 0 0,0 0 16,-25-25-16,25 25 0,0 0 0,0 0 0,0 0 16,0 0-16,-25 0 0,25 0 0,0 0 0,0 0 0,0 0 15,0 0-15,-24 0 0,24 0 0,0 0 0,0 0 16,0 0-16,0 0 0,0 0 0,-25 25 0,25-25 15,0 0-15,0 0 0,0 25 0,0-25 0,0 0 0,-25 0 16,25 25-16,0-25 0,0 24 0,0-24 0,0 0 16,0 25-16,0-25 0,0 25 0,0-25 0,0 25 0,-25-25 15,25 25-15,0-25 0,0 24 0,0 1 0,0-25 16,0 25-16,0-25 0,0 25 0,0 0 0,-25-25 15,25 24-15,0 1 0,0-25 0,0 25 0,0-25 16,0 25-16,0-25 0,0 25 0,-24-25 0,24 24 0,0-24 16,0 25-16,0-25 0,0 25 0,0-25 0,0 0 0,0 0 15,0 25-15,0-25 0,0 0 0,0 0 0,0 0 16,-25 0-16,25 0 0,0 0 0,0 0 0,0 0 15,0 0-15,0 0 0,0 0 0,0 0 0,0 0 0,25 0 16,-25 0-16,0 0 0,0 0 0,0 0 0,0 0 0,0 0 16,0-25-16,0 25 0,24 0 0,-24-25 0,0 25 15,0 0-15,25-25 0,-25 25 0,0-24 0,25 24 16,-25 0-16,0-25 0,0 25 0,25 0 0,-25-25 0,0 25 15,0 0-15,25 0 0,-25 0 0,0 0 0,0-25 16,0 25-16,0 0 0,0 0 0,24 0 0,-24 0 16,0 0-16,0 0 0,0 0 0,0 25 0,0-25 0,0 0 15,0 0-15,0 0 0,0 25 0,0-25 0,0 0 16,0 25-16,0-25 0,0 0 0,0 24 0,0-24 15,0 0-15,0 25 0,0-25 0,0 25 0,0-25 0,0 25 16,0-25-16,0 0 0,0 25 0,0-25 0,0 24 0,0-24 16,0 0-16,0 25 0,0-25 0,0 0 0,0 0 15,0 25-15,0-25 0,0 0 0,25 0 0,-25 0 16,0 0-16,0 0 0,0 0 0,0 0 0,0 0 0,0 0 15,0 0-15,25 0 0,-25 0 0,0 0 0,0 0 16,25 0-16,-25 0 0,25-25 0,-25 25 0,0 0 0,24 0 16,-24-25-16,25 25 0,-25 0 0,0-24 0,25 24 15,-25-25-15,0 25 0,25 0 0,-25-25 0,0 25 16,0 0-16,25-25 0,-25 25 0,0 0 0,0-25 0,0 25 15,0 0-15,24-24 0,-24 24 0,0 0 0,0 0 16,0-25-16,0 25 0,0 0 0,0 0 0,0 0 0,0 0 16,0 0-16,0 0 0,0 0 0,0 0 0,0 0 15,0 0-15,0 0 0,0 0 0,0 0 0,0 0 16,0 0-16,0 0 0,0 0 0,0 0 0,0 25 0,0-25 15,-24 0-15,24 0 0,0 24 0,0-24 0,0 25 16,0-25-16,0 0 0,0 25 0,0-25 0,0 25 0,0-25 16,0 25-16,-25-25 0,25 0 0,25 24 0,-25-24 15,0 0-15,0 25 0,0-25 0,0 0 0,0 0 0,0 0 16,0 25-16,0-25 0,0 0 0,0 0 0,24 0 15,-24 0-15,0 0 0,0 0 0,0 0 0,25 0 16,-25 0-16,0 0 0,25 0 0,-25 0 0,0 0 0,25 0 16,-25-25-16,25 25 0,-25 0 0,25 0 0,-25-25 15,0 25-15,24 0 0,-24-24 0,25 24 0,-25 0 0,0-25 16,25 25-16,-25-25 0,0 25 0,0 0 0,25-25 15,-25 25-15,0-25 0,0 25 0,0-24 0,0 24 0,25 0 16,-25-25-16,0 25 0,0 0 0,0-25 0,0 25 16,0 0-16,0 0 0,0 0 0,0 0 0,0 0 15,0 0-15,0 0 0,0 0 0,0 0 0,0 0 0,0 0 16,0 0-16,-25 0 0,25 0 0,0 0 0,0 25 15,0-25-15,0 0 0,0 25 0,0-25 0,0 0 16,0 24-16,0-24 0,0 0 0,0 25 0,0-25 0,-25 25 16,25-25-16,0 0 0,0 25 0,0-25 0,0 25 15,0-25-15,0 24 0,0-24 0,0 0 0,0 25 0,0-25 16,0 0-16,0 25 0,0-25 0,0 0 0,0 0 15,25 25-15,-25-25 0,0 0 0,0 0 0,0 0 0,0 0 16,0 0-16,0 0 0,25 0 0,-25 0 0,0 0 16,24 0-16,-24 0 0,0 0 0,25-25 0,-25 25 15,25 0-15,0 0 0,-25-25 0,25 25 0,-25 0 0,24-25 16,-24 25-16,0-24 0,25 24 0</inkml:trace>
  <inkml:trace contextRef="#ctx0" brushRef="#br0" timeOffset="127625.2997">7293 7739 0,'0'0'16,"0"0"-1,0 0-15,0 0 0,0 0 0,0 0 0,0 0 0,0 0 0,0 0 0,0 0 0,0 0 0,0 25 16,0-25-16,0 0 0,0 25 0,0-25 0,0 0 16,0 24-16,0-24 0,0 0 0,0 25 0,0-25 15,0 25-15,0-25 0,0 25 0,0-25 0,-25 25 0,25-25 16,0 0-16,0 24 0,0-24 0,0 0 0,0 25 15,0-25-15,0 0 0,0 0 0,0 25 0,0-25 0,0 0 16,0 0-16,0 0 0,0 0 0,0 0 0,0 0 16,0 0-16,0 0 0,0 0 0,0 0 0,0 0 0,0 0 15,0 0-15,0-25 0,0 25 0,0 0 0,25 0 16,-25-25-16,0 25 0,0 0 0,0-24 0,0 24 15,0-25-15,24 25 0,-24-25 0,0 25 0,0-25 0,25 25 16,-25 0-16,0-25 0,25 25 0,-25-24 0,0 24 16,25 0-16,-25 0 0,25-25 0,-25 25 0,0 0 15,0 0-15,24 0 0,-24 0 0,0 0 0,0 0 0,0 0 16,25 0-16,-25 0 0,0 25 0,0-25 0,0 0 15,0 24-15,0-24 0,0 0 0,0 25 0,0-25 0,0 0 16,0 25-16,0-25 0,0 0 0,0 25 0,0-25 0,0 0 16,-25 0-16,25 25 0,0-25 0,0 0 0,0 0 15,0 0-15,0 24 0,0-24 0,0 0 0,0 0 16,0 0-16,0 0 0,0 0 0,0 0 15,0 0-15,0 0 0,0 0 0,25 0 0,-25 0 0,0 0 16,0 0-16,25 0 0</inkml:trace>
  <inkml:trace contextRef="#ctx0" brushRef="#br0" timeOffset="128152.3299">7764 7714 0,'0'-25'0,"-25"25"0,25 0 0,0 0 0,0 0 0,0 0 15,0 0-15,0 0 0,0 0 0,-25 0 0,25 0 16,0 0-16,0 0 0,0 0 0,0 25 0,-25-25 15,25 0-15,0 0 0,0 25 0,0-25 0,0 25 0,-24-25 16,24 25-16,0-25 0,0 24 0,0-24 0,0 0 0,0 25 16,0-25-16,0 25 0,0-25 0,0 25 0,0-25 15,0 0-15,0 25 0,0-25 0,0 0 0,0 24 16,0-24-16,0 0 0,0 0 0,24 0 0,-24 0 0,0 0 15,0 0-15,0 0 0,0 0 0,25 0 0,-25 0 16,0 0-16,0 0 0,25 0 0,-25-24 0,0 24 0,25 0 16,-25 0-16,0-25 0,0 25 0,25 0 0,-25-25 15,0 25-15,0 0 0,0-25 0,0 25 0,0-25 16,24 25-16,-24 0 0,0-24 0,0 24 0,0-25 0,0 25 15,0 0-15,0 0 0,0 0 0,0 0 0,0 0 16,0 0-16,0 0 0,0 0 0,0 0 0,0 0 0,0 0 16,0 25-16,0-25 0,0 24 0,0-24 0,0 25 15,-24-25-15,24 25 0,0 0 0,0-25 0,0 25 16,0-1-16,0 1 0,0-25 0,0 25 0,0 0 0,-25 0 15,25-25-15,0 25 0,0-1 0,0 1 0,0-25 16,0 25-16,0 0 0,0-25 0,0 25 0,0-25 0,0 24 16,-25-24-16,25 25 0,0-25 0,0 25 0,0-25 15,0 0-15,0 25 0,-25-25 0,25 0 0,0 25 0,0-25 16,0 0-16,-25 0 0,25 0 0,0 0 0,0 0 15,-24 0-15,24 0 0,0 0 0,-25 0 0,25 0 16,0 0-16,-25 0 0,25 0 0,0 0 0,-25 0 0,25-25 16,-25 25-16,25 0 0,0 0 0,-24 0 0,24-25 15,-25 25-15,25 0 0,-25-25 0,25 25 0,0 0 16,-25-25-16,25 25 0,0 0 0,-25-24 0,25 24 15</inkml:trace>
  <inkml:trace contextRef="#ctx0" brushRef="#br0" timeOffset="128474.3483">6970 7392 0,'0'0'0,"0"0"0,0 0 16,0 0-16,0 0 0,0 0 0,0 0 0,0 0 15,0 0-15,0 0 0,0 0 0,0 0 0,0 0 0,0 0 16,25 0-16,-25 0 0,0 0 0,0 0 0,0 0 15,25 25-15,-25-25 0,0 0 0,0 0 0,0 0 0,25 24 16,-25-24-16,0 0 0,0 0 0,0 25 0,0-25 16,0 0-16,0 25 0,0-25 0,0 0 0,0 25 0,0-25 15,0 0-15,0 0 0,-25 25 0,25-25 0,0 0 16,-25 0-16,25 24 0,0-24 0,-25 0 0,25 0 15,0 0-15,-25 0 0,25 0 0</inkml:trace>
  <inkml:trace contextRef="#ctx0" brushRef="#br0" timeOffset="128676.3598">7367 7193 0,'25'0'0,"-25"0"15,0 0-15,25 0 0,-25 0 0,0 0 0,0 0 16,0 0-16,0 0 0,0 25 0,-25-25 0,25 0 15,0 0-15,0 25 0,0-25 0,0 0 0,-25 25 0,25-25 16,0 25-16,0-25 0,-25 24 0,25-24 0,0 25 16,-25-25-16,25 25 0,0-25 0,0 0 0,-24 25 15,24-25-15,0 0 0,0 25 0</inkml:trace>
  <inkml:trace contextRef="#ctx0" brushRef="#br0" timeOffset="129559.4104">8731 7764 0,'0'0'0,"0"0"15,0 0-15,0 0 0,0 0 0,0 0 0,0 0 0,0 0 16,0 0-16,0 0 0,0 0 0,0 0 0,0 0 15,0 25-15,0-25 0,0 0 0,0 0 0,0 0 16,0 0-16,0 24 0,0-24 0,0 0 0,0 0 0,0 25 16,0-25-16,0 0 0,0 25 0,0-25 0,0 0 15,0 25-15,0-25 0,0 0 0,0 25 0,0-25 0,0 0 16,0 24-16,0-24 0,0 0 0,0 25 0,0-25 15,0 0-15,-25 0 0,25 0 0,0 0 0,0 0 16,0 0-16,0 0 0,0 0 0,0 0 0,0 0 0,0 0 16,0 0-16,0 0 0,0 0 0,0 0 0,0 0 15,0 0-15,0 0 0,0 0 0,0-25 0,0 25 0,0 0 16,25 0-16,-25-24 0,0 24 0,0-25 0,0 25 15,25 0-15,-25-25 0,0 25 0,0-25 0,25 25 16,-25 0-16,0-25 0,25 25 0,-25 0 0,0-24 0,24 24 16,-24 0-16,0 0 0,25-25 0,-25 25 0,0 0 0,25 0 15,-25 0-15,0 0 0,0 0 0,25 0 0,-25 0 16,0 25-16,0-25 0,0 0 0,0 0 0,0 24 15,25-24-15,-25 0 0,0 25 0,0-25 0,0 0 0,0 25 16,0-25-16,0 25 0,0-25 0,0 0 0,-25 25 16,25-25-16,0 0 0,0 24 0,0-24 0,0 0 15,0 25-15,0-25 0,0 0 0,0 0 0,0 25 0,0-25 16,-25 0-16,25 0 0,0 0 0,0 0 0,0 0 15,0 0-15,0 0 0,0 0 0,0 0 0,0 0 16,0 0-16,0 0 0,0 0 0,25 0 0,-25 0 0,0-25 16,0 25-16,0 0 0,0 0 0,0-25 0,0 25 15,0 0-15,0-24 0,0 24 0,25 0 0,-25-25 0,0 25 16,0-25-16,24 25 0,-24 0 0,0-25 0,25 25 15,-25 0-15,0-25 0,25 25 0,-25 0 0,0 0 0,0 0 16,25-24-16,-25 24 0,0 0 0,0 0 0,0 0 16,25 24-16,-25-24 0,0 0 0,0 0 0,0 0 15,0 0-15,0 25 0,0-25 0,0 0 0,0 25 0,0-25 16,0 0-16,0 25 0,0-25 0,0 0 0,0 25 0,0-25 15,0 24-15,0-24 0,0 0 0,0 25 0,0-25 16,0 0-16,-25 25 0,25-25 0,0 0 0,0 0 16,0 0-16,0 25 0,0-25 0,0 0 0,0 0 0,0 0 15,0 0-15,0 0 0,0 0 0,0 0 0,0 0 16,0 0-16,25 0 0,-25 0 0,0 0 0,0 0 15,25-25-15</inkml:trace>
  <inkml:trace contextRef="#ctx0" brushRef="#br0" timeOffset="130228.4486">9302 7789 0,'0'0'0,"0"0"0,0-25 0,0 25 16,0 0-16,0 0 0,0 0 0,0 0 0,-25 0 0,25 25 15,0-25-15,0 0 0,0 0 0,0 0 0,0 0 0,0 0 16,0 24-16,0-24 0,0 0 0,-25 25 0,25-25 15,0 0-15,0 25 0,0-25 0,0 25 0,0-25 16,0 0-16,0 25 0,0-25 0,0 24 0,0-24 0,0 0 16,0 25-16,0-25 0,0 25 0,0-25 0,0 0 15,0 25-15,0-25 0,0 0 0,0 0 0,0 25 16,0-25-16,0 0 0,0 0 0,0 0 0,0 0 0,0 0 15,0 0-15,25 0 0,-25 0 0,0 0 0,0 0 16,0 0-16,25-25 0,-25 25 0,0 0 0,25 0 16,-25-25-16,0 25 0,24-25 0,-24 25 0,0 0 0,25-25 15,-25 25-15,0-24 0,25 24 0,-25-25 0,0 25 16,25-25-16,-25 25 0,0 0 0,0-25 0,25 25 15,-25-25-15,0 25 0,0 0 0,0 0 0,24-24 0,-24 24 16,0 0-16,0 0 0,0 0 0,0 0 0,0 0 16,0 0-16,0 0 0,0 0 0,0 0 0,0 0 0,0 0 15,0 24-15,0-24 0,0 0 0,0 0 0,0 25 16,0-25-16,0 0 0,0 25 0,0-25 0,0 0 0,0 25 15,0-25-15,0 25 0,0-25 0,-24 0 0,24 24 0,0-24 16,0 0-16,0 25 0,0-25 0,0 0 16,0 0-16,0 25 0,0-25 0,0 0 0,0 0 0,0 0 15,0 0-15,0 0 0,0 0 0,0 0 0,0 0 0,0 0 16,0 0-16,0 0 0,0 0 0,0 0 0,0 0 15,24 0-15,-24-25 0,0 25 0,0 0 0,0 0 16,25-25-16,-25 25 0,0 0 0,25-24 0,-25 24 0,25 0 16,-25-25-16,0 25 0,25-25 0,-25 25 0,0 0 15,24-25-15,-24 25 0,0 0 0,25 0 0,-25 0 0,0-25 16,25 25-16,-25 0 0,0 0 0,0 0 0,0 0 15,0 25-15,25-25 0,-25 0 0,0 0 0,0 0 0,-25 25 16,25-25-16,0 0 0,0 0 0,0 25 16,0-25-16,0 0 0,0 25 0,0-25 0,0 0 0,-25 0 15,25 24-15,0-24 0,0 0 0,0 0 0,0 25 0,0-25 16,25 0-16,-25 0 0,0 0 0,0 25 0,0-25 15,25 0-15,-25 0 0,0 0 0,25 0 0,-25 0 16,24 0-16,-24 0 0,25 0 0,0 0 0,-25 0 0,25 0 16,-25 0-16,25-25 0,-25 25 0,24 0 0,-24 0 0</inkml:trace>
  <inkml:trace contextRef="#ctx0" brushRef="#br0" timeOffset="130803.4815">9897 7714 0,'0'0'15,"0"0"-15,0 0 0,0 0 0,0 0 0,0 0 16,0 0-16,25-25 0,-25 25 0,0 0 0,0 0 0,0 0 16,25 0-16,-25-24 0,0 24 0,24 0 0,-24 0 0,0-25 15,25 25-15,-25 0 0,25 0 0,-25-25 0,25 25 16,0 0-16,-25-25 0,25 25 0,-25 0 0,24-25 15,-24 25-15,25-24 0,-25 24 0,25 0 0,-25-25 0,25 25 16,-25 0-16,0-25 0,0 25 0,25 0 0,-25 0 16,0-25-16,0 25 0,0-25 0,0 25 0,0 0 15,0-24-15,0 24 0,0 0 0,0-25 0,-25 25 0,25 0 16,0 0-16,0-25 0,0 25 0,0 0 0,-25 0 15,25 0-15,0 0 0,0 0 0,0 0 0,0 0 0,0 0 16,-25 0-16,25 0 0,0 0 0,0 0 0,0 0 16,0 0-16,0 0 0,0 0 0,0 25 0,0-25 0,-25 0 15,25 25-15,0-25 0,0 0 0,0 24 0,-24 1 16,24-25-16,0 25 0,0-25 0,0 25 0,0 0 15,-25-25-15,25 24 0,0-24 0,0 25 0,0 0 0,0-25 16,-25 25-16,25 0 0,0-25 0,0 24 0,0-24 16,-25 25-16,25 0 0,0-25 0,0 25 0,0-25 0,0 0 15,0 25-15,-25-25 0,25 0 0,0 24 0,0-24 16,0 0-16,0 0 0,0 0 0,0 0 0,0 0 15,0 0-15,0 0 0,0 0 0,0 0 0,0 0 0,0 0 16,0 0-16,0 0 0,0 0 0,0 0 0,0 0 16,0 0-16,0 0 0,0 0 0,0 0 0,0 0 0,25 0 15,-25 0-15,0 0 0,0 0 0,0 0 0,0 25 16,0-25-16,0 0 0,0 0 0,0 25 0,0-25 15,0 0-15,0 25 0,0-25 0,0 25 0,0-25 0,0 24 16,0-24-16,-25 0 0,25 25 0,0-25 0,0 25 16,0-25-16,0 0 0,0 0 0,0 0 0,0 25 0,0-25 15,0 0-15,0 0 0,0 0 0,-25 0 0,25 0 16,0 0-16,0 0 0,-24-25 0,24 25 0,0 0 0</inkml:trace>
  <inkml:trace contextRef="#ctx0" brushRef="#br0" timeOffset="130994.4924">9649 7417 0,'0'0'0,"0"0"0,0 0 0,0 0 0,0 0 0,0 0 16,0 0-16,0 0 0,0 0 0,0 0 0,0 0 0,0 0 15,0 0-15,0 0 0,0 0 0,0 0 0,0 0 16,25 0-16,-25 0 0,0 0 0,0 0 0,0 0 16,0 0-16</inkml:trace>
  <inkml:trace contextRef="#ctx0" brushRef="#br0" timeOffset="131579.5259">11485 7541 0,'0'0'0,"0"0"0,0 0 0,0 0 0,0 0 16,0 0-16,0 0 0,0 0 0,0 0 0,0 0 16,0 0-16,0 0 0,0 0 0,0 0 0,0 0 0,0 0 15,0 0-15,0 0 0,0 0 0,0 0 0,-25 0 0,25 24 16,0-24-16,0 0 0,0 25 0,0-25 0,0 25 15,-25-25-15,25 25 0,0-25 0,0 25 0,0-1 16,-25 1-16,25-25 0,0 25 0,0 0 0,-25 0 0,25-25 16,0 24-16,0 1 0,-24-25 0,24 25 0,0 0 0,0-25 15,0 25-15,0-25 0,-25 24 0,25-24 0,0 25 16,0-25-16,0 0 0,0 25 0,0-25 0,0 0 15,0 0-15,0 0 0,0 25 0,0-25 0,0 0 0,0 0 16,0 0-16,0 0 0,-25 0 0,25 0 0,0 0 16,0-25-16,0 25 0,0 0 0,0 0 0,0 0 0,0 0 15,0-25-15,0 25 0,0 0 0,0-25 0,25 25 16,-25-24-16,0-1 0,0 25 0</inkml:trace>
  <inkml:trace contextRef="#ctx0" brushRef="#br0" timeOffset="131837.5407">11509 7565 0,'0'0'0,"0"0"0,0 0 16,0 0-16,0 0 0,0 0 0,25 0 0,-25 0 0,0 0 15,0-24-15,0 24 0,0 0 0,0 0 0,0 0 16,25 0-16,-25 0 0,0 0 0,0 0 0,25 0 15,-25 0-15,25 0 0,-25 0 0,0 0 0,24 0 0,-24 0 16,25 0-16,-25 0 0,25 0 0,-25 0 0,25 0 16,-25 0-16,25 0 0,-25 0 0,0 0 0,24 0 15,-24 0-15,25 0 0,-25 0 0,0 0 0,0 24 0,25-24 16,-25 0-16,0 0 0,0 0 0,0 0 0,0 0 15,0 0-15,0 0 0,0 25 0,0-25 0,0 0 0,0 0 16,-25 0-16</inkml:trace>
  <inkml:trace contextRef="#ctx0" brushRef="#br0" timeOffset="132074.5542">11509 7789 0,'0'0'0,"0"0"0,0 0 0,0 0 15,0 0-15,0 0 0,0 0 0,0 0 0,0 0 16,0 0-16,0 0 0,0 0 0,0 0 0,0 0 15,0 0-15,0 0 0,0 0 0,25 0 0,-25 0 0,0 0 16,25 0-16,-25 0 0,0 0 0,0 0 0,25 0 16,-25 0-16,0 0 0,25 0 0,-25 0 0,0 0 0,0 0 15,24 0-15,-24 0 0,0 0 0,0 0 0,0 24 16,0-24-16,25 0 0,-25 0 0,0 0 15,0 25-15,0-25 0,0 0 0,0 0 0,0 0 0,0 0 0,0 25 16,0-25-16,0 0 0</inkml:trace>
  <inkml:trace contextRef="#ctx0" brushRef="#br0" timeOffset="132316.5681">11361 8037 0,'0'0'0,"-25"0"16,25 0-16,0 0 0,0 0 0,0 0 0,0 0 15,0 0-15,0 0 0,0 0 0,0 0 0,0 0 0,0 0 16,0 0-16,0 0 0,0 25 0,25-25 0,-25 0 16,0 0-16,24 0 0,-24 0 0,25 0 0,-25 0 0,25 0 15,-25 0-15,25 0 0,-25 0 0,25 0 0,-25 0 0,24 0 16,1 0-16,-25 0 0,25 0 0,0 0 0,-25 24 15,25-24-15,-1 0 0,-24 0 0,25 0 0,0 0 16,-25 0-16,25 0 0,-25 0 0,25 0 0,-1 0 0</inkml:trace>
  <inkml:trace contextRef="#ctx0" brushRef="#br0" timeOffset="132674.5885">12278 7764 0,'0'0'0,"0"0"0,0 0 15,0 0-15,0 0 0,0 0 0,25 0 0,-25 0 0,0 0 16,0 0-16,0 0 0,25 0 0,-25 0 0,0 0 16,25 0-16,-25 0 0,0 0 0,25 0 0,-25 0 15,24 0-15,-24 0 0,25 0 0,0 0 0,-25 0 0,25 0 16,0 0-16,-25 0 0,24 25 0,1-25 0,-25 0 15,25 0-15,-25 0 0,25 0 0,-25 0 0,25 0 0,-25 0 16,0 0-16,0 0 0,0 0 0,24 0 0,-24 0 16,0 0-16,0 0 0,0 0 0,0 0 0,0 0 0,-24 0 15</inkml:trace>
  <inkml:trace contextRef="#ctx0" brushRef="#br0" timeOffset="132901.6015">12254 7962 0,'0'0'0,"0"0"16,0 0-16,0 0 0,0 0 0,0 0 0,0 0 16,0 0-16,24 0 0,-24 0 0,0 0 0,25 0 0,-25 0 15,25 0-15,-25 0 0,25 0 0,-25 0 0,25 0 16,-25 0-16,24 0 0,-24 0 0,25 0 0,0 0 0,-25 0 15,25 0-15,0 0 0,-25 0 0,24 0 0,-24 0 16,25 0-16,-25 0 0,25 0 0,-25 0 0,25 0 16,-25 0-16,0 0 0,25 0 0,-25 0 0,0 0 0,0 0 15,0 0-15,24 0 0,-24 0 0,0 0 0,0 0 16,0 0-16,0 0 0</inkml:trace>
  <inkml:trace contextRef="#ctx0" brushRef="#br0" timeOffset="133205.6189">12502 7689 0,'0'0'0,"0"0"0,0 0 16,0 0-16,0 0 0,0 0 0,0 0 0,0 0 0,0 0 15,-25 25-15,25-25 0,0 0 0,0 0 0,0 0 16,0 0-16,0 0 0,0 25 0,0-25 0,0 0 0,0 25 16,0-25-16,0 0 0,0 25 0,0-25 0,0 24 15,0-24-15,-25 25 0,25-25 0,0 25 0,0-25 16,0 25-16,-25-25 0,25 25 0,0-1 0,0-24 0,-25 25 15,25-25-15,0 0 0,0 25 0,-24-25 0,24 25 16,0-25-16,0 25 0,0-25 0,-25 0 0,25 25 16,0-25-16,0 0 0,0 24 0,0-24 0,0 0 0,-25 0 15,25 0-15,0 0 0,0 25 0,0-25 0,0 0 16</inkml:trace>
  <inkml:trace contextRef="#ctx0" brushRef="#br0" timeOffset="134031.6662">13816 7665 0,'0'0'16,"0"0"-16,0 0 0,0 0 0,0 0 0,0 0 0,0-25 15,0 25-15,0 0 0,0 0 0,-25 0 0,25 0 16,0-25-16,0 25 0,0 0 0,0 0 0,-24 0 0,24 0 15,0 0-15,0 0 0,-25 0 0,25-25 0,0 25 16,0 0-16,-25 0 0,25 0 0,0 0 0,-25 0 16,25 0-16,0 0 0,-25 0 0,25 0 0,0 25 0,-24-25 15,24 0-15,0 0 0,-25 0 0,25 0 0,0 25 16,-25-25-16,25 0 0,0 25 0,0-25 0,-25 0 0,25 24 15,0-24-15,0 0 0,-25 25 0,25-25 0,0 25 16,0-25-16,0 25 0,-24-25 0,24 25 0,0-25 16,0 0-16,0 24 0,0-24 0,0 25 0,0-25 0,-25 25 15,25-25-15,0 25 0,0-25 0,0 25 0,0-25 16,0 24-16,0-24 0,25 0 0,-25 25 0,0-25 0,0 25 15,0-25-15,0 0 0,0 25 0,24-25 0,-24 0 16,0 25-16,0-25 0,25 0 0,-25 25 0,0-25 16,25 0-16,-25 0 0,25 24 0,-25-24 0,25 0 0,-25 0 15,24 0-15,-24 0 0,25 0 0,-25 0 0,25 0 16,-25 0-16,25 0 0,0 0 0,-25 0 0,24-24 0,-24 24 15,25 0-15,-25 0 0,25-25 0,-25 25 0,25 0 16,-25-25-16,25 25 0,-25-25 0,24 25 0,-24-25 0,0 25 16,0 0-16,25-25 0,-25 25 0,0-24 0,0 24 15,0-25-15,0 25 0,0-25 0,0 0 0,0 25 16,0-25-16,0 25 0,0-24 0,0 24 0,0-25 0,0 25 15,-25-25-15,25 25 0,0-25 0,0 25 0,0 0 16,0 0-16,-24-25 0,24 25 0,0 0 0,0 0 0,0 0 16,-25 0-16,25 0 0,0 0 0,0 0 0,-25 0 15,25 0-15,0 0 0,0 0 0,-25 0 0,25 0 16,0 0-16,0 0 0,0 0 0,0 0 0,0 0 0,0 25 15,0-25-15,0 0 0,0 0 0,0 0 0,0 0 16,-25 0-16,25 0 0,0 0 0,0 0 0,0-25 0</inkml:trace>
  <inkml:trace contextRef="#ctx0" brushRef="#br0" timeOffset="134436.6893">14114 7590 0,'0'0'0,"0"0"16,0 0-16,0 0 0,0 0 0,-25 0 0,25 0 0,0 0 16,0 0-16,0 0 0,0 0 0,0 0 0,0 0 15,0 0-15,-25 25 0,25-25 0,0 0 0,0 0 16,-25 25-16,25-25 0,0 25 0,0-25 0,-24 24 0,24-24 15,0 25-15,-25-25 0,25 25 0,0-25 0,-25 25 0,25 0 16,-25-25-16,25 24 0,-25 1 0,25-25 0,-24 25 16,24 0-16,-25-25 0,25 25 0,-25-1 0,25-24 15,-25 25-15,25-25 0,0 25 0,-25 0 0,25-25 0,-24 25 16,24-25-16,-25 25 0,25-25 0,-25 24 0,25-24 15,0 25-15,-25-25 0,25 25 0,-25-25 0,25 0 0,0 25 16,0-25-16,-24 0 0,24 25 0,0-25 0,0 0 16,0 0-16,-25 24 0,25-24 0,0 0 0,0 0 0,0 0 15,0 0-15,0 0 0,0 0 0,0 0 0,25 0 16,-25 0-16,0 0 0,0 0 0,0-24 0,0 24 15,0 0-15,0 0 0,24 0 0,-24 0 0,0 0 0,0-25 16,0 25-16,0 0 0,25 0 0</inkml:trace>
  <inkml:trace contextRef="#ctx0" brushRef="#br0" timeOffset="137559.868">4093 9302 0</inkml:trace>
  <inkml:trace contextRef="#ctx0" brushRef="#br0" timeOffset="138838.9411">4118 9103 0,'0'25'0,"0"-25"0,0 0 0,24 0 0,-24 0 16,0 0-16,0 0 0,0 0 0,0 0 0,0 0 15,0 0-15,0 0 0,0 0 0,0 0 0,0 0 0,0 0 16,0 0-16,0 0 0,0 0 0,0 0 0,0 0 15,0 0-15,0 0 0,0 0 0,0 0 0,0 0 16,0 0-16,0 0 0,0 0 0,0 0 0,0 0 0,0 0 16,0 0-16,0 0 0,0 0 0,0 0 0,0 0 0,0 0 15,0 0-15,-24 0 0,24 0 0,0 0 0,0 0 16,0 0-16,0 0 0,0 0 0,0 0 0,0 0 15,0 0-15,0 0 0,0 0 0,-25 0 0,25 0 0,0 0 16,0 0-16,0 0 0,0 0 0,0 0 0,0 0 16,0 0-16,-25 0 0,25 0 0,0 0 0,0 0 0,0 0 15,0-25-15,0 25 0,0 0 0,0 0 0,0 0 16,0 0-16,0 0 0,0 0 0,0-24 0,0 24 0,0 0 15,0 0-15,0 0 0,0 0 0,0 0 0,0 0 16,0 0-16,0 0 0,0-25 0,25 25 0,-25 0 16,0 0-16,0 0 0,0 0 0,25-25 0,-25 25 0,0 0 15,0 0-15,24 0 0,-24 0 0,0-25 0,0 25 16,0 0-16,25 0 0,-25 0 0,0 0 0,0 0 15,25 0-15,-25 0 0,0 0 0,0 0 0,0 25 0,25-25 16,-25 0-16,0 0 0,0 25 0,0-25 0,0 0 16,0 0-16,25 25 0,-25-25 0,0 0 0,0 24 0,0-24 15,0 25-15,0-25 0,0 0 0,0 25 0,0-25 16,0 25-16,0-25 0,0 0 0,-25 25 0,25-25 0,0 24 15,0-24-15,0 0 0,0 25 0,-25-25 0,25 25 16,0-25-16,0 0 0,-25 25 0,25-25 0,0 0 16,0 0-16,-25 25 0,25-25 0,0 0 0,-24 0 0,24 24 15,0-24-15,0 0 0,-25 0 0,25 0 0,0 0 16,0 25-16,-25-25 0,25 0 0,0 0 0,-25 0 0,25 0 15,0 0-15,0 0 0,-25 0 0,25 0 0,0 0 16,0 0-16,0 0 0,0 0 0,0 0 0,-24 0 16,24 0-16,0 0 0,0 0 0,0-25 0,0 25 15,0 0-15,0 0 0,0 0 0,0 0 0,0 0 0,0-24 16,0 24-16,0 0 0,0 0 0,0 0 0,0-25 0,0 25 15,0 0-15,0 0 0,24 0 0,-24 0 0,0-25 16,0 25-16,0 0 0,0 0 0,0 0 0,25 0 16,-25 0-16,0 0 0,0 0 0,0 0 0,25 0 0,-25 0 15,0 0-15,0 0 0,25 0 0,-25 0 0,0 0 16,0 0-16,0 0 0,25 0 0,-25 25 0,0-25 0,0 0 15,0 0-15,0 0 0,0 25 0,0-25 0,0 0 16,0 0-16,24 0 0,-24 24 0,0-24 0,0 0 0,0 0 16,0 25-16,0-25 0,0 0 0,0 0 0,25 0 15,-25 25-15,0-25 0,0 0 0,0 0 0,0 0 16,0 0-16,0 25 0,0-25 0,25 0 0,-25 0 0,0 0 15,0 0-15,0 0 0,0 0 0,0 0 0,25 0 16,-25 0-16,0 0 0,0 0 0,0 0 0,25 0 16,-25 0-16,0 0 0,24 0 0,-24 0 0,0 0 0,25 0 15,-25 0-15,0-25 0,25 25 0,-25 0 0,0 0 16,25-25-16,-25 25 0,0 0 0,0-25 0,0 25 0,25-24 15</inkml:trace>
  <inkml:trace contextRef="#ctx0" brushRef="#br0" timeOffset="139739.9927">4242 8930 0,'0'-25'15,"0"25"-15,0 0 0,0 0 0,0 0 0,0 0 16,0 0-16,-25-25 0,25 25 0,0 0 0,0 0 0,0 0 15,0 0-15,0-25 0,0 25 0,0 0 0,-25 0 16,25 0-16,0 0 0,0 0 0,0-25 0,0 25 0,0 0 16,-25 0-16,25 0 0,0 0 0,0 0 0,0 0 15,0 0-15,-25 0 0,25 0 0,0 0 0,0-24 0,0 24 16,0 0-16,-24 0 0,24 0 0,0 0 0,0 0 15,-25 0-15,25 0 0,0 0 0,0 0 0,-25 0 16,25 0-16,0 0 0,0 0 0,-25 24 0,25-24 0,0 0 16,0 0-16,-25 0 0,25 0 0,0 0 0,-24 0 15,24 0-15,0 0 0,0 0 0,-25 0 0,25 0 16,0 0-16,0 0 0,0 0 0,-25 25 0,25-25 0,0 0 15,0 0-15,0 0 0,0 0 0,-25 0 0,25 25 16,0-25-16,0 0 0,0 0 0,0 0 0,-25 25 16,25-25-16,0 0 0,0 0 0,0 25 0,-24-25 0,24 0 15,0 24-15,0-24 0,0 0 0,-25 25 0,25-25 0,0 0 16,0 25-16,0-25 0,-25 0 0,25 25 0,0-25 15,0 0-15,0 25 0,0-25 0,0 0 0,0 25 16,-25-25-16,25 0 0,0 24 0,0-24 0,0 0 0,0 25 16,0-25-16,0 0 0,0 25 0,0-25 0,0 0 0,0 25 15,0-25-15,0 0 0,0 25 0,0-25 0,0 24 16,25-24-16,-25 0 0,0 25 0,0-25 0,0 25 15,0-25-15,25 25 0,-25-25 0,0 25 0,0-25 0,25 24 16,-25-24-16,0 25 0,0-25 0,24 25 0,-24-25 16,0 0-16,25 25 0,-25-25 0,0 25 0,25-25 15,-25 24-15,25-24 0,-25 0 0,25 25 0,-25-25 0,24 0 16,-24 25-16,25-25 0,-25 0 0,25 0 0,-25 25 15,25-25-15,-25 0 0,25 0 0,-25 0 0,24 0 16,-24 0-16,25 0 0,-25 0 0,25 0 0,-25 0 0,25 0 16,0 0-16,-25 0 0,24 0 0,-24 0 0,25 0 0,-25-25 15,25 25-15,0 0 0,-25 0 0,25 0 0,-25-25 16,24 25-16,-24 0 0,25 0 0,-25 0 0,0-25 15,25 25-15,-25 0 0,0 0 0,25 0 0,-25-24 0,0 24 16,25 0-16,-25-25 0,0 25 0,0 0 0,0-25 16,0 25-16,0 0 0,24-25 0,-24 25 0,0-25 15,0 25-15,0-24 0,0-1 0,0 25 0,0-25 0,0 25 16,0-25-16,0 0 0,-24 25 0,24-24 0,0-1 15,0 0-15,0 0 0,0 25 0,0-25 0,0 1 0,-25-1 16,25 25-16,0-25 0,0 0 0,0 25 0,0-25 16,0 25-16,-25 0 0,25-25 0,0 25 0,0 0 0,0 0 15,-25-24-15,25 24 0,0 0 0,0 0 0,0 0 16,0 0-16,-25 0 0,25-25 0,0 25 0,0 0 15,0 0-15,-24 0 0,24 0 0,0 0 0,0 0 0,-25 0 16,25 0-16,0 0 0,0 0 0,0 0 0,-25 0 16,25 0-16,0 0 0,0 0 0,-25 0 0</inkml:trace>
  <inkml:trace contextRef="#ctx0" brushRef="#br0" timeOffset="143507.2081">5829 8905 0,'0'0'0,"0"0"0,0 0 0,0 0 0,0 0 0,0 25 0,0-25 0,0 0 0,0 24 0,0-24 0,0 25 0,-25-25 0,25 25 0,0-25 0,0 25 0,0 0 0,0-25 0,0 25 0,0-1 0,-25-24 0,25 25 0,0-25 0,0 25 0,0 0 0,0-25 0,0 25 0,-24-25 0,24 24 0,0-24 0,0 25 0,0-25 0,0 25 0,0-25 0,0 25 15,-25-25-15,25 25 0,0-25 0,0 0 0,0 24 16,0-24-16,0 0 0,0 25 0,0-25 0,0 0 0,0 0 16,0 25-16,-25-25 0,25 0 0,0 0 0,0 0 15,0 25-15,0-25 0,0 0 0,0 0 0,0 0 0,0 0 16,0 0-16,0 0 0,0 0 0,0 0 0,0 0 15,0 0-15,0 0 0,0 0 0,0 0 0,0 0 16,0 0-16,0 0 0,0 25 0,0-25 0,0 0 0,0 0 16,0 0-16,0 0 0,0 0 0,0 0 0,0 0 15,0 0-15,0 0 0,0 0 0,0 0 0,0 0 0,0 24 16,0-24-16,0 0 0,0 0 0,0 0 0,0 0 15,0 0-15,0 25 0,0-25 0,0 0 0,0 0 16,0 0-16,0 0 0,0 0 0,0 25 0,0-25 0,0 0 16,0 0-16,0 0 0,0 0 0,0 0 0,0 0 15,0 0-15,0 0 0,0 0 0,0 0 0,0 0 0,0 0 16,0 0-16,0 0 0,0 0 0,0 0 0,0 0 15,0 0-15,0 0 0,0 0 0,0 0 0,0 0 0,0 0 16,0 0-16,0 0 0,0 0 0,0 0 0,0 0 16,0 0-16,0 0 0,0 0 0,0 0 0,0 0 15,0 0-15,0 0 0,0 0 0,0 0 0,0 0 0,0 0 16,0 0-16,0 0 0,0 0 0,0 0 0,0 0 15,0 0-15,0 0 0,0 0 0,0 0 0,0 0 16,0 0-16,0 0 0,0 0 0,0 0 0,0 0 0,0 0 16,0 0-16,0 0 0,25-25 0,-25 25 0,0 0 15,0 0-15,0 0 0,0 0 0,0 0 0,0 0 0,0 0 16,0 0-16,0 0 0,0 0 0,0 0 0,0 0 15,0 0-15,0 0 0,0 0 0,0 0 0,0 0 0,25 0 16,-25 0-16,0 0 0,0 0 0,0 0 0,24 0 16,-24 0-16,0 0 0,0 0 0,25 0 0,-25 0 15,0 0-15,0-25 0,25 25 0,-25 0 0,0 0 0,0 0 16,25 0-16,-25 0 0,0 0 0,0 0 0,25 0 0,-25 0 15,0 0-15,0 0 0,0 0 0,25 0 0,-25 0 16,0 0-16,0 0 0,0 0 0,0 0 0,0 0 16,0 0-16,0 0 0,24 0 0,-24 0 0,0 0 0,0 0 15,0 0-15,0 0 0,0 0 0,0 0 0,0 0 16,0 0-16,25 0 0,-25 0 0,0 0 0,0 0 15,0 0-15,0 0 0,0 0 0,0-24 0,0 24 0,0 0 16,0 0-16,0 0 0,0 0 0,0 0 0,0 0 16</inkml:trace>
  <inkml:trace contextRef="#ctx0" brushRef="#br0" timeOffset="146009.3512">6300 9227 0,'0'0'0,"0"0"0,0 0 0,0 0 0,0 0 15,0 0-15,-24 0 0,24 0 0,0 0 0,0-24 0,0 24 16,0 0-16,0 0 0,-25 0 0,25 0 0,0 0 0,0 0 16,0 0-16,0 0 0,-25 0 0,25 0 0,0 0 0,0 0 15,0 0-15,0 0 0,-25 0 0,25 0 0,0 0 0,0 0 16,0 0-16,0 0 0,0 0 0,0 0 0,-25 0 0,25 0 0,0 0 15,0 0-15,0 0 0,0 0 0,0 0 0,0 0 0,-24 0 0,24 24 0,0-24 16,0 0-16,0 0 0,0 0 0,-25 25 0,25-25 0,0 0 0,0 0 16,0 25-16,0-25 0,0 0 0,0 0 0,0 25 0,-25-25 15,25 0-15,0 25 0,0-25 0,0 24 0,0-24 0,0 0 16,0 25-16,0-25 0,0 0 0,0 25 0,0-25 0,0 0 15,0 25-15,0-25 0,0 0 0,0 25 0,0-25 16,0 0-16,0 0 0,0 0 0,0 24 0,0-24 0,0 0 0,0 0 0,0 0 16,0 0-16,0 0 0,25 25 0,-25-25 0,0 0 0,0 0 15,0 0-15,0 0 0,0 0 0,25 0 0,-25 0 0,0 0 16,0 0-16,24 0 0,-24 0 0,0 0 0,0 0 0,0-25 15,25 25-15,-25 0 0,0 0 0,0 0 0,25 0 0,-25 0 0,0-24 16,0 24-16,0 0 0,25 0 0,-25 0 0,0-25 0,0 25 0,0 0 16,0 0-16,0 0 0,0-25 0,25 25 0,-25 0 0,0 0 15,0-25-15,0 25 0,0 0 0,0 0 0,0-25 0,0 25 0,0 0 16,24 0-16,-24-24 0,0 24 0,0 0 0,0 0 0,0 0 15,0-25-15,0 25 0,0 0 0,0 0 0,0 0 16,0 0-16,0-25 0,0 25 0,0 0 0,0 0 0,0 0 16,0 0-16,-24 0 0,24 0 0,0 0 0,0 0 0,0-25 15,0 25-15,0 0 0,0 0 0,0 0 0,0 0 0,0 0 0,0 0 16,0 0-16,0 0 0,0 0 0,0 0 0,0 0 15,0 0-15,0 0 0,0 0 0,0 0 0,0 0 0,0 0 16,0 0-16,0 0 0,0 0 0,0 0 0,0-25 0,0 25 0,0 0 16,0 0-16,0 0 0,0 0 0,0 0 0,0 0 0,0 0 15,0 0-15,0 0 0,0 0 0,0 0 0,0 0 0,0 0 16,0-24-16,0 24 0,0 0 0,0 0 0,0 0 0,0 0 0,0 0 15,0 0-15,0 0 0,0 0 0,0 0 0,0 0 0,0 0 16,0 0-16,0 0 0,0 0 0,0 0 0,0 0 0,0 0 16,0 0-16,0 0 0,0 0 0,0 0 0,0 0 0,0 0 15,0 0-15,0 0 0,0 0 0,0 0 0,0 24 0,0-24 0,0 0 16,0 0-16,0 0 0,0 0 0,0 25 0,0-25 0,0 0 15,0 0-15,0 25 0,0-25 0,0 0 0,0 0 0,0 0 16,0 25-16,0-25 0,0 0 0,0 0 0,0 25 16,0-25-16,0 0 0,0 0 0,0 24 0,0-24 15,0 0-15,0 0 0,-25 25 0,25-25 0,0 0 0,0 0 16,0 25-16,0-25 0,0 0 0,0 0 0,0 25 15,25-25-15,-25 0 0,0 0 0,0 0 0,0 25 16,0-25-16,0 0 0,0 0 0,0 0 0,0 0 0,0 24 16,0-24-16,0 0 0,0 0 0,24 0 0,-24 0 15,0 0-15,0 0 0,0 0 0,0 0 0,0 0 16,0 0-16,0 0 0,0 0 0,25 0 0,-25 0 0,0 0 15,0 0-15,0 0 0,0 0 0,0 0 0,0 0 16,25 0-16,-25 0 0,0 0 0,0 0 0,0 0 0,0 0 16,0 0-16,25 0 0,-25 0 0,0-24 0,0 24 15,0 0-15,0 0 0,25 0 0,-25 0 0,0-25 0,0 25 16,0 0-16,0 0 0,0 0 0,24-25 0,-24 25 15,0 0-15,0 0 0,0-25 0,0 25 0,0 0 0,25-25 16,-25 25-16,0 0 0,0-24 0,0 24 0,0 0 16,0-25-16,0 25 0,25 0 0,-25-25 0,0 25 0,0 0 15,0 0-15,0-25 0,0 25 0,0 0 0,0 0 16,0 0-16,0 0 0,0 0 0,0 0 0,0 0 15,0 0-15,0 0 0,0 0 0,0 0 0,0-25 0,0 25 16,0 0-16,0 0 0,0 0 0,0 0 0,0 0 16,0 0-16,0 0 0,0 0 0,0 0 0,0 25 15,0-25-15,0 0 0,0 0 0,0 0 0,0 0 0,0 0 16,0 0-16,0 25 0,0-25 0,0 0 15,0 0-15,0 25 0,0-25 0,0 0 0,0 0 0,0 25 16,0-25-16,0 24 0,0-24 0,0 0 0,0 25 0,0-25 16,0 0-16,0 25 0,0-25 0,0 0 0,0 0 15,0 25-15,0-25 0,0 0 0,0 0 0,0 25 0,0-25 16,0 0-16,0 0 0,25 0 0,-25 0 0,0 0 15,0 24-15,0-24 0,0 0 0,0 0 0,0 0 0,0 0 16,25 0-16,-25 0 0,0 0 0,0 0 0,0 0 16,0 0-16,24 0 0,-24 0 0,0 0 0,0 0 15,25 0-15,-25-24 0,0 24 0,0 0 0,25 0 0,-25 0 16,0 0-16,0-25 0,25 25 0,-25 0 0,0 0 15,25 0-15,-25-25 0,0 25 0,0 0 0,0-25 0,24 25 16,-24 0-16,0-25 0,0 25 0,0 0 0,25-24 16,-25 24-16,0 0 0,0-25 0,0 25 0,0 0 0,0-25 15,0 25-15,0 0 0,0-25 0,0 25 0,0 0 16,25 0-16,-25-25 0,0 25 0,0 0 0,0 0 15,0 0-15,0 0 0,0 0 0,0 0 0,0 0 0,0 0 16,0 0-16,0 0 0,0 0 0,0 0 0,0 0 16,0 0-16,0 0 0,0 0 0,0 0 0,0 0 15,0 0-15,-25 0 0,25 25 0,0-25 0,0 0 0,0 0 16,0 0-16,0 25 0,0-25 0,0 0 0,0 25 15,0-25-15,0 0 0,0 25 0,0-25 0,0 0 0,-25 24 16,25-24-16,0 0 0,0 25 0,0-25 0,0 0 16,0 25-16,0-25 0,0 0 0,0 0 0,0 25 0,0-25 15,0 0-15,0 0 0,0 25 0,0-25 0,25 0 16,-25 0-16,0 24 0,0-24 0,0 0 0,0 25 15,0-25-15,0 0 0,0 0 0,0 25 0,0-25 0,0 0 16,0 0-16,0 25 0,0-25 0,0 0 0,0 0 16,0 25-16,-25-25 0,25 0 0,0 24 0,0-24 0,0 0 15,0 0-15,0 25 0,0-25 0,0 0 0,0 25 16,0-25-16,0 0 0,0 0 0,0 25 0,0-25 0,0 0 15,0 25-15,0-25 0,-24 0 0,24 0 0,0 0 16,0 24-16,0-24 0,0 0 0,0 0 0,0 0 16,0 25-16,0-25 0,0 0 0,0 0 0,0 0 0,0 0 15,-25 0-15,25 0 0,0 0 0,0 0 0,0 25 16,0-25-16,0 0 0,0 0 0,0 0 0,0 0 0,0 0 15,0 0-15,0 0 0,0 0 0,0 0 0,0 0 16,0 0-16,0 0 0,0 0 0,0 0 0,0-25 0,0 25 16,0 0-16,0 0 0,0 0 0,0 0 15,0 0-15,0 0 0,0 0 0,0 0 0,0 0 0,0 0 16,0 0-16,0-25 0,0 25 0,0 0 0,0 0 15,0 0-15,25 0 0,-25 0 0,0-24 0,0 24 0,24 0 16,-24 0-16,0 0 0,0-25 0,0 25 0,25 0 16,-25 0-16,0-25 0,0 25 0,0 0 0,25 0 0,-25-25 15,0 25-15,0 0 0,0-25 0,0 25 0,0 0 0,0 0 16,0-24-16,0 24 0,0 0 0</inkml:trace>
  <inkml:trace contextRef="#ctx0" brushRef="#br0" timeOffset="146361.3714">6424 9054 0,'0'0'0,"0"0"16,0 0-16,0 0 0,0 0 0,0 0 0,0 0 15,0-25-15,0 25 0,0 0 0,0 0 0,0 0 16,0 0-16,0 0 0,0 0 0,0 0 0,0 0 0,25 0 15,-25 0-15,0 0 0,0-25 0,0 25 16,0 0-16,25 0 0,-25 0 0,0 0 0,0 0 0,0 0 0,25 0 16,-25 0-16,0 0 0,0 0 0,0 0 0,25 0 15,-25 0-15,0 25 0,0-25 0,0 0 0,24 0 16,-24 0-16,0 25 0,0-25 0,0 0 0,0 0 15,0 0-15,25 25 0,-25-25 0,0 0 0,0 0 0,0 0 16,0 0-16,0 0 0,0 0 0,0 0 0,0 0 0,0 0 16,0 0-16</inkml:trace>
  <inkml:trace contextRef="#ctx0" brushRef="#br0" timeOffset="146569.3833">6846 8806 0,'0'0'0,"0"0"0,0 0 0,0 0 16,0 0-16,0 0 0,0 0 0,0 0 0,0 0 0,0 0 16,0 24-16,0-24 0,0 0 0,0 0 0,0 25 15,0-25-15,0 0 0,0 25 0,0-25 0,0 0 0,-25 25 16,25-25-16,0 0 0,0 25 0,0-25 0,0 24 15,-25-24-15,25 0 0,0 25 0</inkml:trace>
  <inkml:trace contextRef="#ctx0" brushRef="#br0" timeOffset="148179.4754">7863 9327 0,'0'0'16,"0"0"-16,0 0 0,0 0 0,0-25 0,0 25 15,0 0-15,0 0 0,0 0 0,0 0 0,0 0 16,0 0-16,0 0 0,0 0 0,-25 0 0,25 0 0,0 0 16,0 0-16,0 0 0,0 0 0,0-25 0,0 25 15,0 0-15,0 0 0,0 0 0,0 0 0,0-25 0,0 25 16,0 0-16,0 0 0,0 0 0,0-25 0,0 25 15,0 0-15,0 0 0,0-24 0,0 24 78,99 99 110,-99-74-188,0-25 0,0 24 0,-24-24 0,24 25 0,0-25 0,-25 0 0,25 25 0,0-25 0,-25 25 0,25-25 0,0 0 0,-25 25 0,25-25 0,0 0 0,0 24 0,-25-24 0,25 0 0,0 0 0,0 0 0,0 25 0,0-25 0,0 0 0,0 0 0,-24 0 0,24 0 0,0 0 0,0 0 0,0 0 0,0 0 0,0 0 0,0 0 0,0 0 0,0 0 0,0 0 15,0 0-15,0 0 0,0 25 0,0-25 0,0 0 16,0 0-16,0 0 0,0 0 0,0 0 0,0 0 0,24 0 15,-24 0-15,0 0 0,0 0 0,0 0 0,0 0 16,0 0-16,0 0 0,25 0 0,-25 0 0,0 0 16,0 0-16,25 0 0,-25 0 0,0 0 0,25 0 15,-25 0-15,0 0 0,0 0 0,25 0 0,-25 0 0,0 0 16,0 0-16,24 0 0,-24 0 0,0 0 0,25 0 15,-25 0-15,0 0 0,0 0 0,25 0 0,-25 0 0,0 0 16,0 0-16,0 0 0,25 0 0,-25 0 0,0 0 0,0 0 16,25 0-16,-25 0 0,0 0 0,0 0 15,0 0-15,0 0 0,25 0 0,-25 0 0,0 0 0</inkml:trace>
  <inkml:trace contextRef="#ctx0" brushRef="#br0" timeOffset="149035.5243">8806 9227 0,'0'0'0,"0"0"0,0 0 0,0 0 15,0 0-15,0 0 0,0 0 0,0 0 0,0 0 0,0 0 16,0-24-16,0 24 0,0 0 0,0 0 0,-25 24 16,25-24-16,0 0 0,0 0 0,0 0 0,0 0 15,0 0-15,0 0 0,0 25 0,0-25 0,0 0 0,0 25 16,0-25-16,0 25 0,0-25 0,0 25 0,0-25 15,-25 24-15,25 1 0,0-25 0,0 25 0,0 0 0,0-25 16,0 25-16,0-25 0,-25 24 0,25 1 0,0-25 16,0 25-16,0-25 0,0 25 0,0-25 0,0 25 0,-25-25 15,25 24-15,0-24 0,0 25 0,0-25 0,0 25 16,0-25-16,0 25 0,-24-25 0,24 25 0,0-25 15,0 24-15,0-24 0,0 0 0,0 25 0,-25-25 0,25 25 16,0-25-16,0 0 0,0 0 0,0 25 0,0-25 16,0 0-16,-25 25 0,25-25 0,0 0 0,0 0 0,0 0 15,0 0-15,0 24 0,0-24 0,0 0 0,0 0 16,0 0-16,0 0 0,0 0 0,0 0 0,0 0 15,0 0-15,0 0 0,0 0 0,0 0 0,0 0 0,0 0 16,0-24-16,0 24 0,0 0 0,0 0 0,0 0 16,0-25-16,-25 25 0,25 0 0,0-25 0,0 25 15,0-25-15,25 0 0,-25 25 0,0-24 0</inkml:trace>
  <inkml:trace contextRef="#ctx0" brushRef="#br0" timeOffset="149438.5474">8806 9227 0,'0'0'0,"0"0"0,0 0 16,24-24-16,-24 24 0,0 0 0,0 0 0,0 0 15,0 0-15,0 0 0,0 0 0,0 0 0,0 0 0,25 0 16,-25 0-16,0 0 0,0 0 0,0 0 0,25 0 16,-25 0-16,0 0 0,25 24 0,-25-24 0,0 0 15,25 0-15,-25 0 0,0 25 0,24-25 0,-24 0 0,0 0 16,0 25-16,25-25 0,-25 0 0,0 25 0,0-25 15,0 0-15,0 0 0,0 25 0,0-25 0,0 0 0,0 24 16,0-24-16,0 0 0,0 0 0,0 25 0,0-25 16,0 0-16,0 25 0,0-25 0,-25 0 0,25 0 0,0 0 15,0 25-15,0-25 0,-24 0 0,24 0 0,0 0 0,-25 25 16,25-25-16,0 0 0,0 0 0,-25 0 15,25 0-15,0 24 0,0-24 0,-25 0 0,25 0 0,0 0 16,0 0-16,-25 0 0,25 25 0,0-25 0,0 0 0,0 0 16,0 0-16,0 0 0,0 0 0,0 0 0,0 0 15,0 0-15,0 0 0,0-25 0,0 25 0,0 0 16,0 0-16,0 0 0,0-24 0</inkml:trace>
  <inkml:trace contextRef="#ctx0" brushRef="#br0" timeOffset="150195.5907">8930 9227 0,'0'0'0,"0"0"16,0 0-16,0 0 0,24 0 0,-24 0 0,0-24 0,0 24 15,0 0-15,25 0 0,-25 0 0,0-25 0,25 25 16,-25 0-16,0 0 0,25-25 0,-25 25 0,25 0 16,-25 0-16,0-25 0,25 25 0,-25 0 0,24-25 0,-24 25 15,25 0-15,-25-24 0,0 24 0,25 0 0,-25 0 0,0-25 16,25 25-16,-25 0 0,0-25 0,0 25 15,25 0-15,-25-25 0,0 25 0,0 0 0,0-25 0,0 25 16,0 0-16,0-25 0,0 25 0,0 0 0,0 0 0,0-24 16,0 24-16,0 0 0,-25 0 0,25-25 0,0 25 15,0 0-15,-25 0 0,25-25 0,0 25 0,0 0 16,-25 0-16,25 0 0,0 0 0,0 0 0,-25 0 0,25-25 15,0 25-15,0 0 0,0 0 0,0 0 0,0 25 0,-24-25 16,24 0-16,0 0 0,0 0 0,0 0 0,0 0 16,0 0-16,0 25 0,0-25 0,0 0 0,0 25 15,0-25-15,0 0 0,-25 24 0,25-24 0,0 25 0,0-25 16,0 0-16,0 25 0,0-25 0,0 25 15,0 0-15,0-25 0,0 25 0,-25-25 0,25 24 0,0-24 16,0 25-16,0 0 0,0-25 0,0 25 0,0-25 0,0 25 16,0-25-16,0 24 0,0 1 0,-25-25 0,25 25 15,0-25-15,0 25 0,0-25 0,0 25 0,0-25 16,0 0-16,-25 24 0,25-24 0,0 25 0,0-25 0,0 0 15,0 0-15,0 25 0,0-25 0,0 0 0,0 0 16,-25 25-16,25-25 0,0 0 0,0 0 0,0 0 16,0 0-16,0 0 0,0 0 0,0 0 0,0 0 0,0 0 15,0 0-15,0 0 0,0 0 0,0 0 0,0 0 0,0 0 16,0 0-16,0 0 0,25 0 0,-25-25 0,0 25 15,0 0-15,0 0 0,0-25 0,25 25 0,-25 0 16,0-25-16,25 25 0,-25 0 0,0-24 0,25 24 0,-25 0 16,0-25-16,25 25 0,-25 0 0,0 0 0,0 0 15,24-25-15,-24 25 0,0 0 0,0 0 0,25 0 0,-25 0 16,0 0-16,0 0 0,0 0 0,0 0 0,0 25 15,25-25-15,-25 0 0,0 0 0,0 0 0,0 25 0,0-25 16,0 0-16,0 24 0,0-24 0,0 0 16,0 25-16,0-25 0,0 0 0,0 25 0,0-25 0,0 0 15,0 25-15,-25-25 0,25 0 0,0 25 0,0-25 0,0 0 16,0 0-16,0 0 0,0 24 0,0-24 0,0 0 15,0 0-15,0 0 0,0 0 0,0 0 0,0 0 0,0 0 16,0 0-16,0 0 0,0 0 0,0 25 0,0-25 16,0 0-16,0 0 0,0 0 0,25 0 0,-25 0 15</inkml:trace>
  <inkml:trace contextRef="#ctx0" brushRef="#br0" timeOffset="151009.6372">9451 9451 0,'49'-149'0,"-49"124"0,25 25 0,-25 0 0,0 0 16,0-25-16,0 25 0,0 0 0,0 0 0,0 0 15,-25-25-15,25 25 0,0 0 0,0 0 0,0 0 0,0 0 0,0 0 16,0 0-16,0 0 0,0 0 0,0 0 0,0 0 0,0 0 15,0 0-15,0 0 0,0 0 0,0 0 0,0 0 0,0 0 16,0 0-16,0 0 0,0 0 0,0 0 0,0 0 16,0 0-16,0 0 0,0 0 0,0 0 0,0 0 0,0 0 0,0 0 15,0 0-15,0 0 0,0 0 0,0 0 0,0 0 0,0 0 16,0 0-16,0 0 0,0 0 0,0 0 0,0 0 0,0 0 15,0 0-15,0 0 0,0 0 0,0 0 0,0 0 0,0 0 16,0 0-16,0 0 0,0 0 0,0 0 0,0 0 0,0 0 16,0 0-16,0 0 0,0 0 0,0 0 0,0 0 0,0 0 15,-25 0-15,25 0 0,0 0 0,0 0 0,0 0 0,0 0 0,0 0 16,0 0-16,0 0 0,0 0 0,0 0 0,0 0 0,0 0 15,0 0-15,0 0 0,0 0 0,0 0 0,0 0 0,0 0 0,0 0 16,0 0-16,0 0 0,0 0 0,0 0 0,0 0 0,0 0 16,0 0-16,0 0 0,0 0 0,0 0 0,0 0 0,0 0 15,0 0-15,0 0 0,0 0 0,0 0 0,0 0 0,0 0 0,0 0 16,0 0-16,0 0 0,0 0 0,25 0 0,-25 0 0,0 0 15,0-24-15</inkml:trace>
  <inkml:trace contextRef="#ctx0" brushRef="#br0" timeOffset="152020.6951">9575 9252 0,'0'0'0,"0"0"15,0 0-15,0 0 0,0 0 0,0 0 0,0 0 0,0 0 16,0 0-16,0 0 0,0 0 0,0 0 0,0 0 15,0 0-15,0 0 0,0 0 0,0 0 0,0 0 0,0 0 16,0 0-16,0 0 0,0 0 0,0 0 0,0 0 16,0 0-16,0-25 0,0 25 0,0 0 0,0 0 15,-25 0-15,25 0 0,0 0 0,0 0 0,0 0 0,0 0 16,0-24-16,0 24 0,0 0 0,0 0 0,0 0 15,0 0-15,-25 0 0,25 0 0,0 0 0,0-25 0,0 25 16,0 0-16,-25 0 0,25 0 0,0 0 0,0 0 16,0 0-16,-25 0 0,25 0 0,0 0 0,0 0 15,0 0-15,0 0 0,-24 0 0,24 0 0,0 0 0,0 0 16,0 0-16,-25 0 0,25 0 0,0 0 0,0 0 15,0 0-15,-25 0 0,25 0 0,0 0 0,0 0 0,0 0 16,0 0-16,-25 25 0,25-25 0,0 0 0,0 0 16,0 0-16,0 0 0,-25 24 0,25-24 0,0 0 0,0 0 15,0 25-15,0-25 0,-24 0 0,24 0 0,0 25 16,0-25-16,0 0 0,0 0 0,0 25 0,0-25 15,0 0-15,-25 25 0,25-25 0,0 0 0,0 24 0,0-24 16,0 0-16,0 25 0,0-25 0,0 0 0,0 0 16,0 25-16,0-25 0,0 0 0,0 0 0,0 25 15,0-25-15,0 0 0,0 0 0,0 25 0,0-25 0,0 0 16,25 0-16,-25 0 0,0 0 0,0 0 0,0 0 15,0 0-15,24 24 0,-24-24 0,0 0 0,0 0 16,0 0-16,25 0 0,-25 0 0,0 0 0,0 0 0,25-24 16,-25 24-16,0 0 0,0 0 0,25 0 0,-25 0 15,0 0-15,25-25 0,-25 25 0,0 0 0,0 0 0,24 0 16,-24-25-16,0 25 0,0 0 0,0 0 0,25 0 15,-25-25-15,0 25 0,0 0 0,0-25 0,0 25 0,25 0 16,-25-24-16,0 24 0,0 0 0,0 0 0,0-25 16,0 25-16,0 0 0,25-25 0,-25 25 0,0 0 0,0-25 15,0 25-15,0 0 0,0 0 0,0 0 0,0-25 16,0 25-16,0 0 0,0 0 0,0 0 0,0 0 0,0 0 15,0 0-15,0 0 0,0 0 0,0 0 0,0 0 16,0 0-16,0 0 0,0 0 0,0 0 0,0 0 16,0 0-16,0 0 0,0 0 0,0 0 0,-25 0 0,25 0 15,0 0-15,0 25 0,0-25 0,0 0 0,0 0 16,0 0-16,0 25 0,0-25 0,0 0 0,0 25 15,0-25-15,-25 0 0,25 25 0,0-25 0,0 24 0,0-24 16,0 0-16,0 25 0,0-25 0,0 0 0,0 25 16,0-25-16,0 0 0,0 25 0,0-25 0,0 0 0,0 25 15,0-25-15,0 0 0,0 0 0,0 0 0,0 24 16,0-24-16,0 0 0,0 0 0,25 0 0,-25 0 0,0 0 15,0 0-15,0 0 0,0 0 0,25 0 0,-25 0 16,0 0-16,0-24 0,25 24 0,-25 0 0,0 0 16,24 0-16,-24-25 0,0 25 0,25 0 0,-25-25 0,0 25 15,0 0-15,0 0 0,0-25 0,0 25 0,25 0 0,-25 0 16,0 0-16,0 0 0,0 0 0,0 0 0,0 0 15</inkml:trace>
  <inkml:trace contextRef="#ctx0" brushRef="#br0" timeOffset="152997.751">9649 9203 0,'25'0'15,"-25"0"-15,0 0 0,0 0 0,0 0 0,0 0 16,0 0-16,0 0 0,0 0 0,0 0 0,0 0 0,0 0 16,0 0-16,0 0 0,0 0 0,0 0 0,0 0 15,0 0-15,0 0 0,0 24 0,0-24 0,0 0 0,0 0 16,0 0-16,0 25 0,0-25 0,0 0 0,0 25 15,-25-25-15,25 25 0,0-25 0,0 25 0,0-25 16,0 0-16,0 24 0,0-24 0,0 25 0,0-25 16,0 25-16,0-25 0,0 0 0,0 25 0,0-25 0,-25 0 15,25 25-15,0-25 0,0 0 0,0 0 0,0 24 16,0-24-16,0 0 0,0 0 0,0 0 0,0 0 0,0 0 15,0 0-15,0 0 0,0 0 0,0 0 0,0 0 16,0 0-16,0 0 0,0 0 0,0 0 0,0 0 0,0 0 16,0 0-16,0 0 0,0 0 0,0 0 0,0-24 15,0 24-15,25 0 0,-25 0 0,0-25 0,0 25 0,0-25 16,25 25-16,-25 0 0,0-25 0,0 25 0,25-25 15,-25 25-15,0 0 0,24-24 0,-24 24 0,0-25 0,25 25 16,-25 0-16,0 0 0,25-25 0,-25 25 0,0 0 16,25 0-16,-25 0 0,0 0 0,0 0 0,25 0 15,-25-25-15,0 25 0,0 0 0,0 0 0,0 0 0,0 0 16,0 0-16,0 25 0,0-25 0,0 0 0,0 0 15,0 0-15,0 0 0,0 25 0,0-25 0,0 0 16,0 0-16,0 25 0,0-25 0,0 0 0,0 24 0,0-24 16,0 0-16,0 25 0,0-25 0,0 25 0,0-25 15,0 0-15,-25 25 0,25-25 0,0 0 0,0 25 0,0-25 16,0 0-16,0 0 0,0 24 0,0-24 0,0 0 15,0 0-15,0 0 0,25 0 0,-25 25 0,0-25 0,0 0 16,0 0-16,0 0 0,0 0 0,0 0 0,0 0 16,24 0-16,-24-25 0,0 25 0,0 0 0,25 0 15,-25 0-15,0 0 0,0-24 0,25 24 0,-25 0 0,0 0 16,25-25-16,-25 25 0,0 0 0,25-25 0,-25 25 15,0 0-15,0-25 0</inkml:trace>
  <inkml:trace contextRef="#ctx0" brushRef="#br0" timeOffset="153995.808">9475 8930 0,'0'0'0,"0"0"0,25 0 0,-25 0 0,0-25 0,0 25 0,0 0 0,0 0 0,25 0 0,-25 0 0,0 0 0,0 0 0,0 0 0,0 0 0,25 0 0,-25 0 0,0 0 0,0 0 0,0 25 0,25-25 0,-25 0 0,0 0 0,0 24 0,0-24 0,0 0 0,24 0 0,-24 25 31,0-25-31,0 0 0,0 0 0,0 25 0,0-25 0,0 0 0,0 0 0,0 0 0,0 0 0,0 0 0,0 0 0,0 0 0,0 0 0,0 0 0,0 0 0,0 0 0,0 0 15,25 0-15</inkml:trace>
  <inkml:trace contextRef="#ctx0" brushRef="#br0" timeOffset="155256.8802">9922 8830 0,'49'25'0,"-49"-25"16,0 0-16,0 0 0,0 0 0,0 0 0,0 0 0,0 0 15,0 0-15,0 0 0,0 0 0,0 0 0,0 0 0,0 0 16,0 0-16,0 0 0,0 0 0,0-25 0,0 25 0,0 0 0,0 0 16,0 0-16,0 0 0,0 0 0,-24 0 0</inkml:trace>
  <inkml:trace contextRef="#ctx0" brushRef="#br0" timeOffset="156253.9372">9773 8781 0,'0'0'0,"0"0"0,0 0 0,0 0 0,0 0 16,0 0-16,0 0 0,0 0 0,0 0 0,0 0 15,0 0-15,0 0 0,0 0 0,0 0 0,0 0 0,0 0 16,0-25-16,0 25 0,0 0 0,0 0 0,0 0 16,0 0-16,0 0 0,0 0 0,0 0 0,0 0 15,0 0-15,0 0 0,0 0 0,0 0 0,0 0 0,0 0 16,0 0-16,0 0 0,0 0 0,0 0 0,0 0 15,0 0-15,0 0 0,0 0 0,0 0 0,0 0 0,0 0 16,0 0-16,0 0 0,0 25 0,25-25 0,-25 0 16,0 0-16,0 0 0,0 0 0,25 0 0,-25 0 0,0 0 15,0 25-15,24-25 0,-24 0 0,0 0 0,25 0 16,-25 0-16,0 0 0,25 24 0,-25-24 0,25 0 15,-25 0-15,25 0 0,-25 0 0,24 0 0,-24 25 0,25-25 16,-25 0-16,0 0 0,25 0 0,-25 0 0,0 0 16,25 0-16,-25 0 0,0 0 0,0 0 0,0 0 0,0 0 15,25 0-15,-25 0 0,0 0 0,0 0 0,0 0 16,0 0-16,0 0 0,0 0 0,0 0 0,-25 0 0,25 0 15,0 0-15,0 0 0,0 0 0,-25 0 0,25 0 16,0 0-16,0 0 0</inkml:trace>
  <inkml:trace contextRef="#ctx0" brushRef="#br0" timeOffset="157625.0156">10641 9103 0,'0'0'16,"0"0"-16,0-24 0,0 24 0,0 0 0,0 0 15,0 0-15,0 0 0,0-25 0,0 25 0,0 0 0,0 0 16,0 0-16,0 0 0,0-25 0,0 25 0,0 0 0,0 0 15,0 0-15,0 0 0,0 0 0,0 0 16,0 0-16,0 0 0,0-25 0,0 25 0,0 0 0,0 0 16,0 0-16,0 0 0,0 0 0,0 0 0,0 0 0,0 0 15,0 0-15,0 0 0,0 25 0,0-25 0,0 0 16,0 0-16,0 0 0,0 25 0,0-25 0,0 25 15,0-25-15,-25 0 0,25 24 0,0 1 0,0-25 0,0 25 16,0-25-16,0 25 0,0 0 0,-24-25 0,24 24 16,0-24-16,0 25 0,0 0 0,0-25 0,0 25 15,-25-25-15,25 25 0,0-25 0,0 24 0,0-24 0,0 25 16,-25-25-16,25 25 0,0-25 0,0 25 0,0-25 0,0 0 15,-25 25-15,25-25 0,0 0 0,0 0 0,0 24 16,0-24-16,0 0 0,0 0 0,0 0 0,0 0 16,0 0-16,0 25 0,0-25 0,0 0 0,0 0 0,0 0 15,0 0-15,0 0 0,0 0 0,0 0 0,0 0 16,0 0-16,0 0 0,0 0 0,0 0 0,0-25 0,0 25 15,0 0-15,0 0 0,0 0 0,0-24 0,0 24 16,0 0-16</inkml:trace>
  <inkml:trace contextRef="#ctx0" brushRef="#br0" timeOffset="157832.0275">10468 9203 0,'0'0'0,"0"0"16,0 0-16,0 0 0,0 0 0,0 0 0,0 0 0,0 0 15,0 0-15,0 0 0,0 0 0,0 0 0,0 0 16,24-25-16,-24 25 0,0 0 0,25 0 0,-25 0 0,0 25 15,25-25-15,-25 0 0,25 0 0,-25 0 0,25 0 16,-25 0-16,0 0 0,24 0 0,-24 0 0,25 0 0,-25 0 16,25 0-16,-25 0 0,25 0 0,-25 0 0,0 0 15,25 0-15,-25 0 0,0 0 0,0 0 0,24 0 16,-24 24-16,0-24 0,0 0 0</inkml:trace>
  <inkml:trace contextRef="#ctx0" brushRef="#br0" timeOffset="158443.0624">10815 9153 0,'0'0'0,"0"0"0,0 0 0,0 0 0,0 0 16,0 0-16,0 0 0,0 0 0,0 0 0,0 0 16,25 0-16,-25 0 0,0 0 0,0 0 0,0 0 0,0 0 15,0 0-15,0 0 0,0 0 0,0 0 0,0 0 16,0 0-16,0 25 0,0-25 0,0 0 0,0 0 15,0 25-15,0-25 0,0 0 0,0 0 0,0 24 0,0-24 16,0 25-16,0-25 0,0 25 0,-25-25 0,25 25 0,0-25 16,0 25-16,0-25 0,0 24 0,0-24 0,0 25 15,0-25-15,0 0 0,0 25 0,0-25 0,0 25 16,0-25-16,0 0 0,0 25 0,0-25 0,0 0 0,0 0 15,0 0-15,0 0 0,0 24 0,25-24 0,-25 0 16,0 0-16,0 0 0,0 0 0,0 0 0,24 0 0,-24 0 16,0 0-16,0-24 0,25 24 0,-25 0 0,0 0 15,25 0-15,-25-25 0,0 25 0,0 0 0,25 0 16,-25-25-16,0 25 0,0 0 0,0-25 0,25 25 0,-25-25 15,0 25-15,0 0 0,0-24 0,0 24 0,0-25 16,24 25-16,-24 0 0,0-25 0,0 25 0,0-25 0,0 25 16,0 0-16,0-25 0,0 25 0,0 0 0,0 0 15,0-24-15,0 24 0,0 0 0,0 0 0,0 0 16,0 0-16,0 0 0,0 0 0,0 0 0,0 0 0,0 0 15,0 0-15,0 0 0,0 0 0,0 24 0,0-24 16,0 0-16,0 0 0,0 25 0,0-25 0,0 0 0,0 25 16,0-25-16,0 25 0,0-25 0,0 0 0,0 25 15,-24-25-15,24 24 0,0-24 0,0 0 0,0 25 0,0-25 16,0 25-16,0-25 0,0 0 0,0 0 0,0 25 15,0-25-15,0 0 0,0 0 0,0 0 0,0 0 16,0 25-16,0-25 0,0 0 0,0 0 0,0 0 0,0 0 16,0-25-16,24 25 0,-24 0 0,0 0 0,0 0 15,0-25-15,0 25 0,0 0 0,0 0 0</inkml:trace>
  <inkml:trace contextRef="#ctx0" brushRef="#br0" timeOffset="158725.0785">11013 8954 0,'0'0'0,"0"0"0,0 0 0,25 0 0,-25 0 0,0 0 15,0 0-15,0 0 0,0 0 0,25 0 0,-25 0 0,0 0 16,0 0-16,0 0 0,25 0 0,-25 25 0,0-25 16,0 0-16,0 0 0,0 0 0,24 25 0,-24-25 15,0 0-15,-24 25 0,24-25 0,0 0 0,0 0 0,0 25 16,0-25-16,-25 0 0,25 0 0,0 25 0,0-25 15,-25 0-15,25 0 0,0 0 0,-25 24 0,25-24 0,0 0 16,-25 0-16,25 0 0,-24 0 0,24 0 0</inkml:trace>
  <inkml:trace contextRef="#ctx0" brushRef="#br0" timeOffset="158967.0924">11187 8781 0,'0'0'0,"0"0"0,0 0 0,25-25 16,-25 25-16,0 0 0,0 0 0,25 0 0,-25 0 0,0 25 15,0-25-15,0 0 0,24 0 0,-24 0 0,0 0 16,0 0-16,0 25 0,0-25 0,0 0 0,0 0 0,0 24 15,0-24-15,0 0 0,0 0 0,-24 25 0,24-25 16,-25 25-16,25-25 0,0 0 0,-25 0 0,0 25 16,25-25-16,-25 0 0</inkml:trace>
  <inkml:trace contextRef="#ctx0" brushRef="#br0" timeOffset="159851.1429">11807 8930 0,'0'0'0,"0"0"16,0 0-16,0 0 0,0 0 0,0 0 0,0 0 15,0 0-15,0 0 0,0 0 0,0 0 0,0 0 0,0 0 16,0 0-16,0 0 0,0 24 0,0-24 0,0 0 15,0 25-15,0-25 0,0 0 0,0 25 0,0-25 0,0 25 16,0 0-16,0-25 0,0 25 0,0-25 0,-25 24 0,25 1 16,0-25-16,0 25 0,0 0 0,-25-25 15,25 25-15,0-1 0,0-24 0,-24 25 0,24 0 0,0-25 16,0 25-16,-25-25 0,25 25 0,0-25 0,0 0 0,0 24 15,0-24-15,-25 0 0,25 25 0,0-25 0,0 0 16,0 0-16,0 25 0,0-25 0,0 0 0,0 0 16,0 0-16,0 0 0,0 0 0,0 0 0,0 0 15,0 0-15,0 0 0,-25 0 0,25 0 0,0 0 0,0 0 16,0 0-16,0-25 0,0 25 0,0 0 0,25 0 0,-25-25 15,0 25-15,0 0 0,0-24 0,0 24 0,25 0 16,-25-25-16,0 25 0,0-25 0,25 25 0,-25 0 0,0-25 16,0 25-16,24 0 0,-24-25 0,0 25 0,0 0 15,25 0-15,-25-24 0,0 24 0,0 0 0,25 0 16,-25 0-16,0 0 0,0 0 0,25 0 0,-25 0 0,0 0 15,0 0-15,25 0 0,-25 24 0,0-24 0,0 0 16,0 0-16,24 0 0,-24 25 0,0-25 0,0 0 0,0 25 16,0-25-16,0 25 0,0-25 0,0 0 0,0 25 15,0-25-15,0 24 0,0-24 0,0 0 16,0 25-16,0-25 0,0 0 0,0 0 0,0 25 0,0-25 15,0 0-15,0 0 0,-24 25 0,24-25 0,0 0 0,0 0 16,-25 0-16,25 25 0,0-25 0,0 0 0,-25 0 0,25 0 16,0 0-16,0 0 0,-25 0 0,25 0 15,0 0-15,-25 0 0,25 0 0,0 0 0,0 0 0,-24 0 16,24 0-16,0 0 0,0 0 0,0 0 0,0-25 0,-25 25 15,25 0-15,0 0 0,0 0 0,0 0 0,0 0 16,0 0-16,0 0 0,0 0 0,0 0 0,0 0 16,0 0-16,0 0 0,25-25 0,-25 25 0,0 0 0,0 0 15,0 0-15,24 0 0,-24-25 0,0 25 0,25 0 0</inkml:trace>
  <inkml:trace contextRef="#ctx0" brushRef="#br0" timeOffset="160508.1805">12229 9327 0,'0'-25'16,"0"25"-16,0 0 0,25 0 0,-25 0 0,0-25 0,0 25 15,0 0-15,0 0 0,0 0 0,0-25 0,-25 25 16,25 0-16,0 0 0,0 0 0,0 0 0,0-25 0,0 25 16,0 0-16,0 0 0,-25 0 0,25 0 0,0 0 15,0 0-15,0 0 0,-25 0 0,25 0 0,0 0 16,0 0-16,-25 0 0,25 0 0,0 0 0,-25 0 0,25 0 15,0 0-15,-24 0 0,24 0 0,0 0 0,-25 0 0,25 25 16,0-25-16,-25 0 0,25 0 0,0 0 0,-25 25 16,25-25-16,0 0 0,0 0 0,-25 25 0,25-25 15,0 0-15,0 25 0,-24-25 0,24 0 0,0 24 16,0-24-16,0 0 0,0 25 0,0-25 0,0 0 0,0 25 15,0-25-15,0 25 0,0-25 0,0 0 0,0 0 16,0 25-16,24-25 0,-24 0 0,0 24 0,0-24 0,0 0 16,0 0-16,25 0 0,-25 0 0,0 0 0,0 0 15,25 0-15,-25 0 0,0 0 0,0 0 0,25 0 16,-25 0-16,0 0 0,25 0 0,-25-24 0,0 24 0,24 0 15,-24 0-15,0-25 0,0 25 0,25 0 0,-25-25 0,0 25 16,0 0-16,25-25 0,-25 25 0,0-25 0,0 25 16,0-24-16,0 24 0,25 0 0,-25-25 0,0 25 15,0 0-15,0-25 0,0 25 0,0 0 0,0 0 0,0 0 16,0-25-16,0 25 0,0 0 0,0 0 0,0 0 15,0 0-15,0 0 0,0 0 0,0 0 0,0 0 0,0 25 16,0-25-16,0 0 0,0 0 0,0 0 0,0 0 16,0 0-16,0 25 0,0-25 0,0 0 0,0 25 0,0-25 15,0 0-15,0 24 0,-25-24 0,25 25 0,0-25 16,0 0-16,0 25 0,0-25 0,0 25 0,0-25 15,0 0-15,0 25 0,0-25 0,0 0 0,0 24 16,0-24-16,0 0 0,0 0 0,0 0 0,0 25 0,0-25 16,25 0-16,-25 0 0,0 0 0,0 0 0,0 0 15,0 0-15,25-25 0,-25 25 0,0 0 0,25 0 0,-25 0 16,0-24-16,24 24 0,-24 0 0,25-25 0,-25 25 15,0 0-15,25-25 0,-25 25 0,25-25 0,-25 25 0,25-25 16</inkml:trace>
  <inkml:trace contextRef="#ctx0" brushRef="#br0" timeOffset="160786.1964">12576 8954 0,'0'0'0,"0"0"0,0 0 0,0 0 15,0 0-15,0 0 0,0 0 0,0 0 0,0 25 0,0-25 16,0 0-16,-25 0 0,25 25 0,0-25 0,0 25 15,0-25-15,0 25 0,0-25 0,-25 25 0,25-25 0,0 24 16,0 1-16,0-25 0,0 25 0,-24 0 0,24-25 16,0 25-16,0-1 0,0 1 0,-25-25 0,25 25 0,0 0 15,0-25-15,0 25 0,0-25 0,-25 24 0,25 1 16,0-25-16,0 25 0,0-25 0,0 0 0,-25 25 15,25-25-15,0 25 0,0-25 0,0 0 0,0 0 0,0 0 16,0 24-16,0-24 0,-25 0 0,25 0 0,0 0 16,0 0-16,0 0 0,0 0 0,0 0 0,0 0 0,0 0 15,0-24-15,0 24 0,0 0 0,0 0 0</inkml:trace>
  <inkml:trace contextRef="#ctx0" brushRef="#br0" timeOffset="161051.2116">12328 9302 0,'0'0'16,"0"0"-16,0 0 0,0 0 0,0 0 0,25 0 15,-25 0-15,0 0 0,0 0 0,25 0 0,-25 0 0,0 0 16,24 0-16,-24 0 0,0 0 0,25 0 0,-25 0 0,25 0 16,-25 0-16,0 0 0,25 0 0,-25 0 0,0 0 15,25-25-15,-25 25 0,0 0 0,0 0 0,24 0 16,-24 0-16,0 0 0,0-25 0,0 25 0,0 0 0,0 0 15,0 0-15</inkml:trace>
  <inkml:trace contextRef="#ctx0" brushRef="#br0" timeOffset="161269.2241">12055 9079 0,'0'0'0,"0"0"0,0-25 0,0 25 0,0 0 16,0 0-16,0 0 0,0 0 0,25 0 0,-25 0 0,0-25 16,0 25-16,25 0 0,-25 0 0,0 0 0,24 0 15,-24-25-15,25 25 0,-25 0 0,25 0 0,-25 0 16,0 0-16,25 0 0,-25 0 0,25 0 0,-25 0 15,25 0-15,-25 0 0,0 0 0,24 0 0,-24 25 0,0-25 16,0 0-16,25 0 0,-25 25 0,0-25 0,0 0 16,0 0-16,0 0 0,0 25 0,0-25 0,0 0 0,0 0 15,0 24-15,25-24 0,-25 0 0,0 0 0,0 0 16,0 0-16,0 0 0,0 0 0,0 0 0,0 0 0</inkml:trace>
  <inkml:trace contextRef="#ctx0" brushRef="#br0" timeOffset="161460.235">12576 8756 0,'0'0'0,"0"0"16,0 0-16,0 0 0,0 0 0,0 25 15,0-25-15,0 0 0,0 0 0,0 25 0,0-25 0,0 0 16,-25 24-16,25-24 0,0 25 0,0-25 0,-25 25 0,25-25 15,0 25-15,0-25 0,-24 25 0,24-25 0,0 24 16,0-24-16,0 0 0,0 25 0,-25-25 0,25 0 16,0 25-16</inkml:trace>
  <inkml:trace contextRef="#ctx0" brushRef="#br0" timeOffset="162075.2702">13345 9079 0,'0'0'0,"0"0"0,0 0 0,0 0 0,0 0 0,0 0 16,0 0-16,0 0 0,0 0 0,0 0 0,25 0 15,-25 0-15,0 0 0,-25 0 0,25 24 0,0-24 0,0 0 16,0 0-16,0 0 0,0 25 0,0-25 0,0 25 16,0-25-16,0 25 0,0-25 0,0 25 0,0-25 0,0 24 15,-25-24-15,25 25 0,0 0 0,0-25 16,0 25-16,0 0 0,0-25 0,0 24 0,-25 1 0,25-25 15,0 25-15,0-25 0,0 25 0,0-25 0,-24 25 0,24-25 16,0 24-16,0-24 0,0 25 0,0-25 0,0 0 16,-25 25-16,25-25 0,0 0 0,0 0 0,0 25 0,0-25 15,0 0-15,0 0 0,-25 0 0,25 0 0,0 0 16,0 0-16,0 0 0,0 0 0,0 0 0,0 0 15,0 0-15,0 0 0,0 0 0,0-25 0,25 25 0,-25 0 16,0-25-16,0 25 0</inkml:trace>
  <inkml:trace contextRef="#ctx0" brushRef="#br0" timeOffset="162431.2905">13618 9227 0,'0'0'0,"0"0"16,0 0-16,0-24 0,0 24 0,0 0 0,0 0 15,0 0-15,0 0 0,0 0 0,0 0 0,0-25 0,0 25 16,0 0-16,0 0 0,-25 0 0,25 0 0,0 0 16,0 0-16,0 0 0,-25 0 0,25 0 0,0 0 0,-25 25 15,25-25-15,0 0 0,-24 0 0,24 0 0,0 24 16,0-24-16,-25 0 0,25 0 0,0 25 0,0-25 15,0 0-15,-25 25 0,25-25 0,0 0 0,0 25 0,0-25 16,0 0-16,0 25 0,0-25 0,0 0 0,0 24 0,0-24 16,0 0-16,0 25 0,25-25 0,-25 0 0,0 25 15,0-25-15,0 0 0,0 25 0,0-25 0,0 0 16,25 25-16,-25-25 0,0 0 0,0 0 0,0 0 15,0 24-15,0-24 0,0 0 0,0 0 0,24 0 0,-24 0 16,0 0-16,0 0 0,0 0 0,0 0 0,0 0 16,0 0-16,25 0 0,-25 0 0,0 0 0,0 0 0,25 0 15,-25 0-15,0 0 0,25-24 0,-25 24 0,0 0 0,0 0 16,25-25-16</inkml:trace>
  <inkml:trace contextRef="#ctx0" brushRef="#br0" timeOffset="162685.305">13742 9277 0,'0'0'15,"0"-25"-15,0 25 0,0 0 0,0 0 0,0 0 16,0 0-16,0 0 0,0 0 0,0 0 0,0 0 0,0 0 15,0 0-15,0 0 0,0 0 0,0 0 0,0 0 16,0 25-16,0-25 0,0 0 0,0 0 0,0 25 0,0-25 16,0 0-16,0 25 0,0-25 0,0 0 0,-25 24 15,25-24-15,0 25 0,0-25 0,0 0 0,0 25 0,0-25 16,0 0-16,0 25 0,0-25 0,0 0 0,0 25 15,0-25-15,0 0 0,0 0 0,0 24 0,0-24 16,0 0-16,0 0 0,0 0 0,0 0 0,0 0 0,0 0 16,0 0-16,0 0 0,0 0 0,0 0 0,0 0 15,25 0-15,-25 0 0,0 0 0,0 0 0,0 0 0,25-24 16,-25 24-16,0 0 0,0-25 0,24 25 0,-24 0 15,0-25-15,25 0 0,-25 25 0</inkml:trace>
  <inkml:trace contextRef="#ctx0" brushRef="#br0" timeOffset="162928.3189">13915 9029 0,'0'0'0,"0"0"0,0 0 0,0 0 16,0 0-16,0 0 0,0 0 0,0 0 0,0 0 15,0 0-15,0 0 0,0 0 0,25 0 0,-25 0 0,0 0 16,25 0-16,-25 0 0,25 0 0,-25 0 0,25 0 15,-25 0-15,24 0 0,-24 0 0,25 0 0,-25 0 0,25 0 16,-25 0-16,25 0 0,-25 0 0,25 25 0,-25-25 16,24 0-16,-24 0 0</inkml:trace>
  <inkml:trace contextRef="#ctx0" brushRef="#br0" timeOffset="164076.3846">14684 9153 0,'0'0'0,"0"0"16,0 0-16,0 0 0,0 0 0,0 0 0,0 0 15,0 0-15,0 0 0,0-25 0,0 25 0,0 0 0,0 0 16,0 0-16,0 0 0,0 0 0,0 0 0,0 0 16,0 0-16,0 0 0,0 0 0,0 0 0,0 0 15,0 0-15,0 0 0,0 0 0,0 0 0,0 0 0,0 0 16,0 0-16,0 0 0,0 0 0,0 0 0,0 25 15,0-25-15,0 0 0,0 0 0,0 25 0,0-25 0,-24 0 16,24 25-16,0-25 0,0 0 0,0 24 0,0-24 0,-25 25 16,25-25-16,0 25 0,0-25 0,0 25 0,0 0 15,-25-25-15,25 24 0,0-24 0,0 25 0,0-25 16,0 0-16,0 25 0,0-25 0,-25 0 0,25 25 0,0-25 15,0 0-15,0 25 0,0-25 0,0 0 16,0 0-16,0 24 0,0-24 0,0 0 0,0 0 0,0 0 0,25 0 16,-25 0-16,0 0 0,0 25 0,0-25 0,0 0 15,25 0-15,-25 0 0,0 0 0,0 0 0,0 0 16,25 0-16,-25 0 0,0 0 0,0 0 0,24 0 0,-24 0 15,0 0-15,0 0 0,25-25 0,-25 25 0,0 0 16,25 0-16,-25 0 0,0 0 0,25 0 0,-25-24 0,0 24 16,25 0-16,-25-25 0,0 25 0,24 0 15,-24-25-15,0 25 0,25 0 0,-25-25 0,0 25 0,0-25 16,25 25-16,-25-24 0,0 24 0,0-25 0,25 25 15,-25-25-15,0 25 0,0-25 0,25 25 0,-25-25 0,0 25 16,0-24-16,0 24 0,24 0 0,-24-25 0,0 25 0,0 0 16,0-25-16,0 25 0,0 0 0,25 0 0,-25 0 15,0 0-15,0 0 0,0-25 0,0 25 0,0 0 16,0 0-16,0 0 0,0 0 0,0 0 0,0 0 0,0 0 15,0 0-15,0 25 0,0-25 0,0 0 0,-25 0 16,25 0-16,0 0 0,0 25 0,0-25 0,0 0 0,0 0 16,0 25-16,0-25 0,0 0 0,0 24 0,0-24 15,-24 25-15,24-25 0,0 25 0,0-25 0,0 0 16,0 25-16,0-25 0,-25 25 0,25-25 0,0 24 0,0-24 15,0 25-15,0-25 0,0 0 0,0 25 0,-25-25 16,25 0-16,0 0 0,0 25 0,0-25 0,0 0 0,0 0 16,0 0-16,0 0 0,0 0 0,0 0 0,0 0 15,0 0-15,0 0 0,0 0 0,0 0 0,0 0 0,0 0 16,0 0-16,0 0 0,0 0 0</inkml:trace>
  <inkml:trace contextRef="#ctx0" brushRef="#br0" timeOffset="164408.4036">15180 9426 0,'0'0'0,"0"0"0,0 0 0,0 0 0,0 0 15,0 0-15,0 0 0,0 0 0,0 0 0,0 0 0,25 0 16,-25 25-16,0-25 0,0 0 0,0 0 0,0 0 15,0 24-15,0-24 0,0 0 0,0 0 0,0 25 0,0-25 16,0 0-16,0 25 0,0-25 0,0 0 0,0 25 16,0-25-16,0 0 0,-25 0 0,25 0 0,0 25 15,-24-25-15,24 0 0,0 0 0,-25 24 0,25-24 16,-25 0-16,25 0 0,-25 0 0,25 25 0,0-25 0,-25 0 15,25 0-15,-24 0 0,24 0 0,-25 0 0,25 0 16,0 0-16</inkml:trace>
  <inkml:trace contextRef="#ctx0" brushRef="#br0" timeOffset="165016.4384">15925 9227 0,'0'0'0,"24"0"0,-24 0 0,0 0 16,0 0-16,0 0 0,0-24 0,0 24 0,0 0 0,0 0 16,0 0-16,0 0 0,0 0 0,0 24 0,0-24 0,0 0 15,0 0-15,0 0 0,0 0 0,0 25 0,0-25 16,0 0-16,0 25 0,25-25 0,-25 25 0,0-25 15,0 25-15,0-25 0,0 24 0,0-24 0,0 25 0,0-25 16,-25 25-16,25-25 0,0 25 0,0-25 16,0 25-16,0-25 0,0 0 0,0 24 0,0-24 0,0 0 15,0 25-15,0-25 0,0 0 0,0 0 0,0 0 0,0 0 16,0 0-16,25 0 0,-25 0 0,0 0 0,0 0 15,0 0-15,0 0 0,0 0 0,0 0 0,25 0 0,-25-25 16,0 25-16,0 0 0,25 0 0,-25-24 0,0 24 16,25 0-16,-25-25 0,0 25 0,24-25 0,-24 25 0,25-25 15,-25 25-15,0-25 0,25 1 0,-25 24 0,25-25 16,-25 25-16,25-25 0,-25 25 0,0-25 0,24 25 15,-24 0-15,0-25 0,0 25 0,0 0 0,25 0 0,-25 0 16,0 0-16,0-24 0,0 24 0,0 0 0,0 0 16,0 0-16,0 0 0,0 0 0,0 0 0,0 0 0,0 0 15,0 0-15,0 0 0,0 0 0,0 0 0,25 0 16,-25 0-16,0 0 0,0 0 0,0-25 0,0 25 15</inkml:trace>
  <inkml:trace contextRef="#ctx0" brushRef="#br0" timeOffset="165778.482">17239 9227 0,'0'0'16,"0"0"-16,0 0 0,0 0 0,0-24 0,0 24 0,0 0 15,0 0-15,0 0 0,0-25 0,0 25 0,0 0 16,0 0-16,0-25 0,0 25 0,-25 0 0,25 0 0,0-25 15,0 25-15,0 0 0,0 0 0,0 0 0,0-25 16,-24 25-16,24 0 0,0 0 0,0 0 0,0 0 16,-25-24-16,25 24 0,0 0 0,0 0 0,-25 0 0,25 0 15,0 0-15,-25 0 0,25 0 0,0 0 0,-25 0 0,25 0 16,-24 0-16,24 24 0,0-24 0,-25 0 15,25 0-15,-25 0 0,25 0 0,0 0 0,-25 25 0,25-25 16,0 0-16,-25 0 0,25 0 0,0 0 0,0 25 0,0-25 16,-24 25-16,24-25 0,0 0 0,0 25 0,0-25 15,0 24-15,-25-24 0,25 25 0,0 0 0,0-25 16,0 25-16,0-25 0,0 25 0,0-25 0,-25 24 0,25 1 15,0-25-15,0 25 0,0-25 0,0 25 0,0-25 16,0 0-16,0 25 0,0-25 0,0 24 0,0-24 16,0 0-16,25 25 0,-25-25 0,0 0 0,0 0 0,0 25 15,0-25-15,25 0 0,-25 0 0,0 0 0,0 0 16,24 25-16,-24-25 0,0 0 0,25 0 0,-25 0 0,0 0 15,0 0-15,25 0 0,-25 0 0,0 0 0,25 0 16,-25 0-16,0 0 0,25 0 0,-25-25 0,0 25 0,24 0 16,-24 0-16,0 0 0,0 0 0,25-25 0,-25 25 15,0 0-15,0 0 0,0-25 0,0 25 0</inkml:trace>
  <inkml:trace contextRef="#ctx0" brushRef="#br0" timeOffset="166036.4967">16892 9227 0,'0'0'0,"0"0"0,0 0 0,0 0 15,0 0-15,0 0 0,0 0 0,25 0 0,-25 0 0,0 0 16,0 0-16,25 0 0,-25 0 0,24 0 0,-24 0 16,25 25-16,-25-25 0,25 0 0,-25 0 0,25 0 15,-25 0-15,25 0 0,-1 0 0,-24 0 0,25 0 0,0 0 16,-25 0-16,25 25 0,-25-25 0,25 0 0,-1 0 15,-24 0-15,25 0 0</inkml:trace>
  <inkml:trace contextRef="#ctx0" brushRef="#br0" timeOffset="166516.5242">18033 9103 0,'0'0'0,"0"0"0,0 0 0,0 0 0,0 0 15,0 0-15,0 0 0,0 25 0,0-25 0,0 0 16,0 0-16,0 0 0,0 0 0,0 0 0,0 0 0,-25 25 16,25-25-16,0 0 0,0 25 0,0-25 0,0 25 15,-25-25-15,25 24 0,0 1 0,0-25 0,0 25 16,0 0-16,-24-25 0,24 25 0,0-25 0,0 24 0,0-24 15,-25 25-15,25-25 0,0 25 0,0-25 0,0 25 16,-25-25-16,25 25 0,0-25 0,0 0 0,0 24 16,-25-24-16,25 0 0,0 0 0,0 25 0,0-25 0,0 0 15,0 0-15,-25 0 0,25 25 0,0-25 0,0 0 0,0 0 16,0 0-16,0 0 0,0 0 0,0 0 15,0 0-15,0 0 0,0-25 0,0 25 0,0 0 0,0 0 16,0 0-16</inkml:trace>
  <inkml:trace contextRef="#ctx0" brushRef="#br0" timeOffset="166800.5404">18058 9153 0,'0'0'0,"0"0"0,25 0 15,-25 0-15,0 0 0,0 0 0,0 0 0,0 0 16,0 0-16,24 0 0,-24 0 0,0 0 0,0 0 0,0 0 16,25 0-16,-25 0 0,0 0 0,25 0 0,-25 0 15,0 0-15,25 0 0,-25 0 0,0 0 0,0 25 0,25-25 16,-25 0-16,0 0 0,24 0 0,-24 0 0,0 0 15,25 0-15,-25 0 0,0 0 0,25 0 0,-25 25 0,0-25 16,25 0-16,-25 0 0,0 0 0,0 0 0,25 0 16,-25 0-16,0 0 0,0 0 0,24 0 0,-24 0 15,0 24-15,0-24 0,0 0 0,0 0 0,0 0 0,0 0 16,0 0-16</inkml:trace>
  <inkml:trace contextRef="#ctx0" brushRef="#br0" timeOffset="167070.5559">18008 9401 0,'0'0'0,"0"0"0,0 0 0,0 0 0,0 0 16,0 0-16,0 0 0,0 0 0,0 0 0,0 0 15,0 0-15,0 0 0,0 0 0,0 0 0,0 0 0,0 0 16,0 0-16,0 0 0,0 0 0,0 0 0,0 0 15,0 0-15,0 0 0,0 0 0,0 0 0,25 0 16,-25 0-16,0 0 0,0 0 0,25 0 0,-25 0 0,0 25 16,0-25-16,25 0 0,-25 0 0,0 0 0,0 0 0,24 0 15,-24 0-15,0 0 0,0 0 0,0 0 0,25 0 16,-25 0-16,0 0 0,0 25 0,0-25 0,0 0 15,0 0-15,0 0 0,0 0 0,0 0 0,0 0 0,-25 0 16,25 24-16,0-24 0,0 0 0</inkml:trace>
  <inkml:trace contextRef="#ctx0" brushRef="#br0" timeOffset="167347.5717">17785 9624 0,'0'0'0,"0"0"0,0 0 0,0 0 16,0 0-16,25 0 0,-25 0 0,0 0 0,0 0 16,0 0-16,25 0 0,-25 0 0,0 0 0,0 0 15,0 0-15,24 0 0,-24 0 0,0 0 0,0 0 0,25 0 16,-25 0-16,0 0 0,25 0 0,-25 0 0,0 0 0,25 0 15,-25 0-15,0 0 0,25 0 0,-25 0 0,24 0 16,-24 0-16,25 0 0,-25 0 0,25 0 0,-25 0 16,25 0-16,-25 25 0,25-25 0,-25 0 0,24 0 0,-24 0 15,25 0-15,-25 0 0,0 0 0,0 0 0,25 25 0,-25-25 16,0 0-16</inkml:trace>
  <inkml:trace contextRef="#ctx0" brushRef="#br0" timeOffset="167729.5936">18529 9550 0,'0'0'0,"0"0"0,0 0 0,0 0 16,0 0-16,0 0 0,0 0 0,0 0 0,0 0 15,0 0-15,0 0 0,0 0 0,0 0 0,0 0 16,0 0-16,0 0 0,0 0 0,0 0 0,0 0 0,0 0 16,0 0-16,0 0 0,0 0 0,0 0 0,0 0 15,0 0-15,0 0 0,-25 0 0,25 0 0</inkml:trace>
  <inkml:trace contextRef="#ctx0" brushRef="#br0" timeOffset="168815.6557">19769 9227 0,'0'0'15,"0"0"-15,25 0 0,-25 0 0,0 0 0,0 0 16,0-24-16,25 24 0,-25 0 0,0 0 0,0 0 0,0 0 16,0 0-16,0 0 0,0 0 0,0-25 0,0 25 15,0 0-15,0 0 0,0 0 0,0 0 0,0 0 16,0 0-16,0 0 0,0 0 0,0-25 0,0 25 0,0 0 15,0 0-15,0 0 0,0 0 0,0 0 0,0 0 16,-25 0-16,25 0 0,0 0 0,0 0 0,0-25 16,-25 25-16,25 0 0,0 0 0,0 0 0,0 0 0,0 0 15,-24 0-15,24 0 0,0 0 0,0 0 0,0 0 16,-25 0-16,25 0 0,0 0 0,0 0 0,-25 0 0,25 0 15,0 0-15,0 0 0,-25 0 0,25 25 0,0-25 16,-25 0-16,25 0 0,0 0 0,0 25 0,-24-25 16,24 0-16,0 0 0,0 25 0,-25-25 0,25 24 0,0-24 15,0 25-15,-25 0 0,25-25 0,0 25 0,0 0 16,-25-25-16,25 24 0,0 1 0,0-25 0,0 25 0,0-25 15,0 25-15,0 0 0,0-25 0,0 0 0,0 24 0,0-24 16,0 25-16,25-25 0,-25 0 0,0 0 16,0 25-16,25-25 0,-25 0 0,0 0 0,25 0 0,-25 0 15,24 0-15,1 0 0,-25 0 0,25 0 0,-25-25 0,25 25 16,0 0-16,-25 0 0,24 0 0,-24 0 0,25-25 15,-25 25-15,25 0 0,-25 0 0,25-24 0</inkml:trace>
  <inkml:trace contextRef="#ctx0" brushRef="#br0" timeOffset="170093.7288">19918 9401 0,'0'0'0,"0"0"16,0-25-16,0 25 0,0 0 0,0 0 0,25 0 15,-25 0-15,0-25 0,0 25 0,25 0 0,-25 0 0,0 0 16,25-24-16,-25 24 0,24 0 0,-24 0 0,25-25 16,-25 25-16,25 0 0,-25-25 0,25 25 0,-25 0 15,25-25-15,-25 25 0,24 0 0,-24-25 0,25 25 16,0 0-16,-25-24 0,25 24 0,-25 0 0,25-25 0,-25 25 15,24 0-15,-24-25 0,0 25 0,25 0 0,-25-25 0,0 25 16,25 0-16,-25-25 0,0 25 0,0 0 0,25-24 16,-25 24-16,0 0 0,0-25 0,0 25 0,0 0 15,0 0-15,0-25 0,0 25 0,0 0 0,0-25 0,0 25 16,0 0-16,-25 0 0,25 0 0,0-25 0,0 25 15,0 0-15,0 0 0,-25 0 0,25 0 0,0 0 0,0 0 16,0-25-16,0 25 0,0 0 0,0 0 0,-25 0 16,25 0-16,0 0 0,0 0 0,0 0 0,0 0 15,0 0-15,0 0 0,0 0 0,0 0 0,-24 25 16,24-25-16,0 0 0,0 0 0,0 0 0,0 0 0,0 0 15,0 25-15,-25-25 0,25 0 0,0 0 0,0 25 16,0-25-16,0 0 0,0 25 0,-25-25 0,25 25 0,0-25 16,0 0-16,0 24 0,0-24 0,0 25 0,-25-25 15,25 25-15,0-25 0,0 25 0,0-25 0,0 25 16,-25-25-16,25 24 0,0 1 0,0-25 0,0 25 0,0-25 15,0 25-15,-24-25 0,24 25 0,0-25 0,0 24 0,0-24 16,0 0-16,0 25 0,0-25 0,0 0 0,-25 25 16,25-25-16,0 0 0,0 0 0,0 0 0,0 0 0,0 25 15,0-25-15,0 0 0,0 0 0,0 0 0,0 0 16,0 0-16,0 0 0,0 0 0,0 0 0,0 0 15,0 0-15,0 0 0,0 0 0,0 0 0,0 0 0,0 0 16,0 0-16,25-25 0,-25 25 0,0 0 0,0 0 16,0 0-16,0-25 0,24 25 0,-24 0 0,0-25 0,25 25 15,-25 0-15,0-24 0,25 24 0,-25 0 0,25-25 16,-25 25-16,0 0 0,0 0 0,25-25 0,-25 25 15,0 0-15,0 0 0,24 0 0,-24 0 0,0 0 0,0 0 16,0 0-16,0 0 0,0 0 0,0 0 0,0 0 16,0 0-16,0 0 0,0 0 0,0 25 0,0-25 0,0 0 15,0 0-15,0 0 0,0 25 0,0-25 0,0 0 16,0 24-16,0-24 0,0 0 0,0 25 0,0-25 15,0 0-15,0 25 0,0-25 0,0 0 0,0 25 0,-24-25 16,24 0-16,0 25 0,0-25 0,24 0 0,-24 0 16,0 24-16,0-24 0,0 0 0,0 0 0,0 0 0,0 25 15,0-25-15,0 0 0,0 0 0,0 0 0,0 0 16,25 0-16,-25 0 0,0 0 0,0 0 0,25 0 0,-25 0 15,0 0-15,25 0 0,-25 0 0,0 0 0,0-25 16,25 25-16,-25 0 0,0 0 0,24 0 0,-24 0 16,0-24-16,25 24 0,-25 0 0,0 0 0,25-25 0,-25 25 15,0 0-15,0-25 0,25 25 0,-25 0 0,0-25 16,0 25-16,25 0 0,-25-25 0,0 25 0,0-24 15,0 24-15,0 0 0,0 0 0,0-25 0,24 25 0,-24 0 16,0 0-16,0 0 0,0 0 0,0 0 0,0 0 16,0-25-16,0 25 0,0 0 0,0 0 0,0 0 15,0 0-15,0 0 0,0 25 0,0-25 0,-24 0 0,24 0 16,0 0-16,0 0 0,0 0 0,0 25 0,0-25 0,0 0 15,0 0-15,0 24 0,0-24 0,0 0 0,0 25 16,-25-25-16,25 25 0,0-25 0,0 0 0,0 25 16,0-25-16,0 0 0,0 25 0,0-25 0,0 24 0,0-24 15,0 0-15,0 0 0,0 25 0,0-25 0,0 0 16,0 0-16,0 0 0,0 25 0,0-25 0,25 0 0,-25 0 15,0 0-15,0 0 0,0 0 0,24 0 0,-24 0 16,0 0-16,25 0 0,-25 0 0,0 0 0,25 0 0,-25-25 16,0 25-16,25 0 0,-25 0 0,0 0 0,25 0 15,-25-25-15,24 25 0,-24 0 0,0 0 0,25-24 16,-25 24-16,0 0 0,25-25 0,-25 25 0,0 0 0,0-25 15,25 25-15,-25-25 0,0 25 0,0 0 0,0-25 16,0 25-16,0 0 0,25-24 0,-25 24 0,0 0 16,0 0-16,0-25 0,0 25 0,0 0 0,0 0 0,0 0 15,0 0-15,0 0 0,0 0 0,0 0 0,0 0 16,0 0-16,0 0 0,0 0 0,0 0 0,0 0 0,0 0 15,0 0-15,0 0 0,0 0 0,0 25 0,-25-25 16,25 0-16,0 0 0,0 24 0,0-24 0,0 25 0,0-25 16,0 0-16,0 25 0,0-25 0,-25 0 0,25 25 15,0-25-15,0 0 0,0 25 0,0-25 0,0 0 16,0 24-16,0-24 0,0 0 0,0 0 0,0 25 0,0-25 15,0 0-15,0 0 0,0 0 0,0 0 0,0 0 0,0 0 16,0 0-16,0 25 0,25-25 0,-25 0 0,0 0 16,25 0-16,-25 0 0,0 0 0,25 0 0,-25-25 15,24 25-15,-24 0 0,25 0 0,-25 0 0,25 0 0,-25 0 16,25-25-16,-25 25 0,0 0 0,25-24 0,-25 24 15,24 0-15,-24-25 0</inkml:trace>
  <inkml:trace contextRef="#ctx0" brushRef="#br0" timeOffset="170508.7525">20960 9302 0,'0'0'0,"0"0"16,0 0-16,0 0 0,0 0 0,0 0 0,0 0 0,0 0 15,0 0-15,0 0 0,0 0 0,0 0 0,0 0 0,0 0 16,0 25-16,0-25 0,0 0 0,0 24 0,0-24 16,0 0-16,0 25 0,0-25 0,0 0 0,0 25 15,0-25-15,0 0 0,-25 25 0,25-25 0,0 0 0,0 25 16,0-25-16,0 0 0,0 0 0,0 24 0,0-24 15,0 0-15,0 0 0,0 25 0,0-25 0,0 0 0,-25 0 16,25 0-16,0 0 0,0 0 0,0 0 0,0 0 16,0 0-16,0 0 0,0 0 0,0 0 0,0 0 15,0 0-15,25 0 0,-25 0 0,0-25 0,0 25 16,0 0-16,0 0 0,0-24 0,25 24 0,-25 0 0,0-25 15,0 25-15,25 0 0,-25-25 0,0 25 0,25-25 0,-25 25 16,24-25-16,-24 25 0,0-24 0,25 24 0,-25 0 16,25-25-16,-25 25 0,25 0 0,-25 0 0,25 0 15,-25 0-15,0 0 0,24 0 0,-24 0 0,0 0 0,0 0 16,0 0-16,0 0 0,25 0 0,-25 25 0,0-25 15,0 0-15,0 24 0,-25-24 0,25 0 0,0 25 0,0-25 16,0 0-16,0 25 0,0-25 0,0 0 0,0 0 16,-24 25-16,24-25 0,0 0 0,0 25 0,0-25 0,0 0 15,0 0-15,0 0 0,0 24 0,-25-24 16,25 0-16,0 0 0,0 0 0,25 0 0,-25 25 0,0-25 15,0 0-15,0 0 0,24 0 0,-24 0 0,0 0 0,25 0 16,-25 0-16,25 0 0,0 0 0,-25 0 0,25 0 16</inkml:trace>
  <inkml:trace contextRef="#ctx0" brushRef="#br0" timeOffset="171067.7845">21555 9302 0,'0'0'0,"0"0"0,0-25 0,0 25 0,0 0 0,0-25 15,-25 25-15,25 0 0,0 0 0,0-25 0,0 25 16,0 0-16,0 0 0,0 0 0,0 0 0,0 0 15,-24 0-15,24 0 0,0 25 0,0-25 0,0 0 0,-25 0 16,25 25-16,0-25 0,0 0 0,-25 25 0,25-25 16,0 25-16,0-25 0,-25 24 0,25-24 0,0 25 0,0-25 15,0 0-15,0 25 0,0-25 0,0 25 0,0-25 16,0 0-16,0 25 0,0-25 0,0 0 0,0 0 0,0 24 15,0-24-15,0 0 0,0 0 0,0 0 0,25 25 16,-25-25-16,0 0 0,0 0 0,0 0 0,25 0 16,-25 0-16,0 0 0,25-25 0,-25 25 0,0 0 0,24 0 15,-24 0-15,25-24 0,-25 24 0,0 0 0,25 0 16,-25-25-16,25 25 0,-25 0 0,0-25 0,0 25 15,0-25-15,25 25 0,-25 0 0,0-25 0,0 25 0,0 0 16,0 0-16,0-24 0,0 24 0,0 0 0,0 0 16,0 0-16,0 0 0,0 0 0,0 24 0,0-24 0,0 0 15,-25 25-15,25-25 0,0 0 0,0 25 0,0-25 16,0 25-16,-25 0 0,25-25 0,0 24 0,0-24 0,-25 25 15,25 0-15,0 0 0,0-25 0,0 25 0,-25-1 16,25 1-16,0-25 0,0 25 0,0 0 0,0 0 16,-24-25-16,24 24 0,0 1 0,0-25 0,0 25 0,0-25 15,0 25-15,-25-25 0,25 25 0,0-25 0,0 24 16,0-24-16,0 25 0,0-25 0,0 0 0,0 0 0,0 25 15,0-25-15,-25 0 0,25 0 0,0 0 0,0 0 16,0 0-16,0 0 0,0 0 0,0 25 0,-25-25 16,25 0-16,0 0 0,0 0 0,0 0 0,-25-25 0,25 25 15,0 0-15,0 0 0,-24 0 0,24 0 0,0 0 16,0 0-16,-25-25 0,25 25 0,0 0 0,-25 0 0,25-25 15,0 25-15,0 0 0,-25 0 0,25-24 0,0 24 16,0 0-16,0-25 0,0 25 0,0 0 0,0-25 16,0 25-16,0-25 0,0 25 0,0-25 0,0 25 0</inkml:trace>
  <inkml:trace contextRef="#ctx0" brushRef="#br0" timeOffset="171490.8087">20910 8855 0,'0'0'0,"0"0"0,0 0 0,0 0 0,0 0 16,0 0-16,0 0 0,0 0 0,0 0 0,25 0 16,-25 0-16,0 0 0,0 0 0,0 0 0,0 0 0,25 0 15,-25 0-15,0 0 0,0 25 0,0-25 0,25 0 16,-25 0-16,0 0 0,0 25 0,0-25 0,0 0 15,0 0-15,0 0 0,0 25 0,0-25 0,0 0 0,0 0 16,0 0-16,0 24 0,0-24 0,0 0 0,0 0 16,-25 25-16,25-25 0,0 0 0,0 0 0,0 0 0,-25 0 15,25 0-15,0 25 0,0-25 0,-25 0 0,25 0 16,0 0-16,0 0 0,0 0 0,0 0 0,-24 0 15</inkml:trace>
  <inkml:trace contextRef="#ctx0" brushRef="#br0" timeOffset="171700.8207">21357 8682 0,'25'0'0,"-25"0"0,0 0 0,0 0 0,0 0 0,-25 0 15,25 24-15,0-24 0,0 0 0,0 0 0,0 0 16,-25 25-16,25-25 0,0 25 0,-25-25 0,25 0 16,-25 25-16,25-25 0,0 25 0,-24-25 0,24 24 0,0-24 15,0 25-15,-25-25 0,25 0 0</inkml:trace>
  <inkml:trace contextRef="#ctx0" brushRef="#br0" timeOffset="172712.8786">22597 9054 0,'0'0'0,"0"25"16,0-25-16,0 0 0,0 0 0,0 0 0,0 0 15,0 0-15,0 0 0,0 0 0,0 0 0,0 24 0,0-24 16,0 0-16,0 0 0,0 0 0,0 0 0,0 25 16,0-25-16,0 0 0,0 25 0,0-25 0,0 0 0,0 25 15,0-25-15,0 25 0,0-25 0,0 0 0,0 24 16,0-24-16,0 25 0,0-25 0,-25 25 0,25-25 15,0 0-15,0 25 0,0-25 0,0 0 0,0 25 0,-25-25 16,25 0-16,0 0 0,0 0 0,0 24 0,0-24 16,0 0-16,0 0 0,0 0 0,0 0 0,0 0 15,0 0-15,0 0 0,0 0 0,0 0 0,0 0 0,0 0 16,0 0-16,0 0 0,0 0 0,0 0 0,0 0 15,0-24-15,0 24 0,0 0 0,0 0 0,25-25 0,-25 25 16,0 0-16,0-25 0,25 25 0,-25-25 0,0 25 16,25-25-16,-25 25 0,0-24 0,25 24 0,-25 0 0,24-25 15,-24 25-15,0-25 0,25 25 0,-25 0 0,0-25 16,25 25-16,-25 0 0,0 0 0,25 0 0,-25 0 15,0 0-15,0 0 0,25 0 0,-25 0 0,0 0 0,0 0 16,0 0-16,0 0 0,25 0 0,-25 0 0,0 25 16,0-25-16,0 0 0,0 25 0,0-25 0,0 0 15,0 25-15,0-25 0,0 24 0,0-24 0,0 0 0,0 25 16,-25-25-16,25 25 0,0-25 0,0 25 0,0-25 15,0 0-15,0 25 0,0-25 0,-25 0 0,25 0 16,0 24-16,0-24 0,0 0 0,0 0 0,0 0 0,0 25 16,0-25-16,-25 0 0,25 0 0,0 0 0,0 0 0,0 0 15,0 0-15,0 0 0,0 0 0,0 0 0,0-25 16,0 25-16,0 0 0,25 0 0,-25 0 0,0-24 15,0 24-15,0 0 0,0-25 0,25 25 0,-25-25 0,0 25 16,0 0-16,25-25 0,-25 25 0,0-25 0,24 25 16,-24-24-16,0 24 0,25 0 0,-25 0 0,0-25 0,25 25 15,-25 0-15,0 0 0,25 0 0,-25 0 0,0 0 16,25 0-16,-25 0 0,0 0 0,0 0 0,0 0 0,24 0 15,-24 25-15,0-25 0,0 0 0,0 0 0,0 24 16,0-24-16,0 0 0,0 25 0,0-25 0,0 25 16,0-25-16,-24 0 0,24 25 0,0-25 0,0 0 0,0 25 15,0-25-15,0 0 0,-25 24 0,25-24 0,0 0 16,0 25-16,0-25 0,0 0 0,0 0 0,-25 0 15,25 25-15,0-25 0,0 0 0,0 0 0,0 0 0,0 0 16,0 0-16,0 0 0,25 0 0,-25 0 0,0 0 16,0 0-16,25 0 0,-25 0 0,0 0 0,24 0 0,-24 0 15,25-25-15,-25 25 0</inkml:trace>
  <inkml:trace contextRef="#ctx0" brushRef="#br0" timeOffset="173439.9202">23168 9178 0,'0'0'16,"0"0"-16,0 0 0,0-25 0,0 25 0,0 0 0,0 0 15,0 0-15,0 0 0,0 0 0,0 0 0,0 0 16,0 0-16,0 0 0,0 0 0,0 0 0,0 25 0,0-25 16,0 0-16,0 0 0,0 25 0,0-25 0,-25 0 15,25 24-15,0-24 0,0 25 0,0-25 0,0 25 16,0-25-16,-25 25 0,25-25 0,0 25 0,0-25 0,0 24 15,-25-24-15,25 25 0,0-25 0,0 0 0,0 25 16,0-25-16,0 25 0,0-25 0,0 0 0,0 0 16,-25 25-16,25-25 0,0 0 0,0 0 0,0 24 0,0-24 15,0 0-15,0 0 0,0 0 0,25 0 0,-25 0 16,0 0-16,0 0 0,0 0 0,25 0 0,-25-24 0,0 24 15,25 0-15,-25 0 0,25 0 0,-25-25 0,0 25 16,24 0-16,-24-25 0,25 25 0,-25 0 0,0-25 0,25 25 16,-25 0-16,0-25 0,25 25 0,-25-24 0,0 24 15,0-25-15,25 25 0,-25 0 0,0-25 0,0 25 16,0-25-16,0 25 0,0 0 0,24-25 0,-24 25 0,0 0 15,0-24-15,0 24 0,0 0 0,0 0 0,0 0 16,0 0-16,0 0 0,0 0 0,0 0 0,0 0 0,0 0 16,0 0-16,0 0 0,0 0 0,0 0 0,0 0 15,0 0-15,0 0 0,0 0 0,0 24 0,0-24 16,0 0-16,0 25 0,0-25 0,0 0 0,0 25 0,0-25 15,0 25-15,0-25 0,0 0 0,-24 25 0,24-25 16,0 24-16,0-24 0,0 0 0,0 25 0,0-25 0,-25 0 16,25 25-16,0-25 0,0 0 0,0 0 0,0 0 15,0 25-15,0-25 0,0 0 0,0 0 0,0 0 16,0 0-16,0 0 0,0 0 0,0 0 0,0 0 0,0 0 15,0 0-15,0 0 0,0 0 0,0 0 0,0 0 16,0-25-16,25 25 0,-25 0 0,0 0 0,24-25 0,-24 25 16,0 0-16,25-25 0,-25 25 0,25-24 0,-25 24 15,25 0-15,-25-25 0,25 25 0,-25 0 0,0 0 0,24-25 16,-24 25-16,0 0 0,0 0 0,0 0 0,25 0 15,-25 0-15,0 0 0,0 0 0,0 0 0,0 0 16,0 0-16,0 0 0,0 25 0,0-25 0,0 0 0,-25 25 16,25-25-16,0 0 0,0 0 0,0 24 0,0-24 15,0 0-15,0 25 0,0-25 0,0 25 0,0-25 16,0 0-16,0 0 0,0 25 0,0-25 0,0 0 0,0 25 15,0-25-15,0 0 0,0 0 0,0 0 0,25 0 16,-25 24-16,0-24 0,0 0 0,0 0 0,25 0 0,-25 0 16,25 0-16,-25 0 0,0 0 0,25 0 0,-1 0 15,-24-24-15,25 24 0,-25 0 0,25 0 0,-25 0 0,25 0 16,-25-25-16,25 25 0,-25 0 0,24-25 0,-24 25 15</inkml:trace>
  <inkml:trace contextRef="#ctx0" brushRef="#br0" timeOffset="174082.957">23713 9103 0,'0'0'0,"0"0"16,0 0-16,0 0 0,0 0 0,0 0 0,0 0 16,0 0-16,0 0 0,0 0 0,0 0 0,0-24 15,0 24-15,0 0 0,0 0 0,25 0 0,-25 0 0,0 0 16,25 0-16,-25-25 0,0 25 0,25 0 0,-25 0 15,24 0-15,-24-25 0,25 25 0,0 0 0,-25 0 16,25-25-16,-25 25 0,25 0 0,0-25 0,-25 25 0,24 0 16,-24-25-16,25 25 0,0 0 0,-25 0 0,0-24 0,25 24 15,-25 0-15,0-25 0,25 25 0,-25 0 0,0 0 16,0-25-16,0 25 0,0 0 0,0-25 0,0 25 15,0 0-15,0 0 0,0-25 0,0 25 0,0 0 0,0-24 16,0 24-16,-25 0 0,25 0 0,0-25 0,0 25 16,0 0-16,-25 0 0,25 0 0,0 0 0,0 0 0,0 0 15,-25-25-15,25 25 0,0 0 0,0 0 0,0 0 16,0 25-16,0-25 0,0 0 0,0 0 0,-25 0 15,25 0-15,0 0 0,0 0 0,0 0 0,0 25 0,-24-25 16,24 0-16,0 24 0,0-24 0,0 25 0,0-25 16,-25 25-16,25-25 0,0 25 0,0-25 0,0 25 0,-25-1 15,25-24-15,0 25 0,0 0 0,-25-25 0,25 25 16,0 0-16,-25 0 0,25-25 0,0 24 0,0-24 15,-25 25-15,25 0 0,0-25 0,0 25 0,-24-25 0,24 25 16,0-25-16,0 0 0,0 24 0,0-24 0,0 0 16,0 25-16,-25-25 0,25 0 0,0 0 0,0 25 0,0-25 15,0 0-15,25 0 0,-25 0 0,0 0 0,0 0 16,0 0-16,0 0 0,0 0 0,24 0 0,-24-25 0,0 25 15,0 0-15,25 0 0,-25 0 0,0 0 0,25-25 16,-25 25-16,0 0 0,25 0 0,-25 0 0,0 0 16,0 0-16,0 0 0,0 0 0,0 0 0,0 0 0,0 0 15,0 25 110,0 74-125,-25-99 0,25 0 0,0 25 0,0-25 0,0 0 0,0 25 0,0-25 0,0 0 0,-25 0 0,25 0 0,0 25 0,0-25 0,0 0 0,0 0 0,-25 0 0,25 0 0,0 0 0,0-25 0,-24 25 0,24 0 0,-25 0 0</inkml:trace>
  <inkml:trace contextRef="#ctx0" brushRef="#br0" timeOffset="174224.9651">23465 8830 0,'0'0'0,"0"0"16,-25 0-16,25 0 0,0 0 0,0 0 0,0 0 16,0 0-16,0 0 0,0 0 0,0 0 0,25 0 15,-25 0-15,0 0 0,0 0 0,0 0 0,0 0 0,0-24 16,0 24-16,0 0 0,0 0 0,0 0 0,0 0 15,0 0-15,25 0 0</inkml:trace>
  <inkml:trace contextRef="#ctx0" brushRef="#br0" timeOffset="175443.0347">24904 9054 0,'0'0'0,"0"0"0,0 0 0,0 0 16,0 0-16,0 0 0,0 0 0,0 0 0,0 0 0,0 0 15,0 0-15,0 0 0,0 0 0,0 0 0,0 0 16,0 0-16,0 0 0,0 0 0,0 0 0,0 0 0,0 0 16,0 0-16,0 0 0,0 0 0,0 0 0,0 0 15,0 0-15,0 0 0,0 0 0,0 0 0,0 0 0,0 0 16,0 0-16,0 25 0,0-25 0,0 0 0,0 0 15,0 0-15,0 0 0,0 24 0,0-24 0,0 0 16,0 25-16,-25-25 0,25 0 0,0 25 0,0-25 0,0 25 16,0 0-16,-25-25 0,25 24 0,0-24 0,0 25 0,0-25 15,-25 25-15,25-25 0,0 25 0,0 0 0,0-25 16,0 0-16,-24 24 0,24-24 0,0 25 0,0-25 15,0 25-15,0-25 0,0 0 0,0 0 0,0 25 0,0-25 16,0 0-16,0 0 0,0 25 0,0-25 0,24 0 16,-24 0-16,0 0 0,0 0 0,0 24 0,0-24 15,0 0-15,25 0 0,-25 0 0,0 0 0,0 0 0,25 0 16,-25 0-16,0 0 0,25 0 0,-25 0 0,25-24 15,-25 24-15,0 0 0,25 0 0,-25 0 0,24 0 16,-24-25-16,25 25 0,-25 0 0,0-25 0,25 25 0,-25 0 16,25-25-16,-25 25 0,0 0 0,25-25 0,-25 25 0,0-24 15,0 24-15,24-25 0,-24 25 0,0-25 0,0 25 16,25-25-16,-25 25 0,0-25 0,0 25 0,0-24 15,0 24-15,25 0 0,-25-25 0,0 25 0,0 0 0,0-25 16,0 25-16,0 0 0,0 0 0,0-25 0,0 25 16,0 0-16,0 0 0,0 0 0,0 0 0,0 0 0,0 0 15,0 0-15,0 0 0,0 0 0,0 0 0,0 0 16,0 0-16,0 0 0,0 0 0,0 0 0,0 25 0,0-25 15,0 0-15,0 25 0,-25-25 0,25 0 0,0 25 16,0-25-16,0 24 0,0-24 0,0 25 0,0-25 16,-25 25-16,25-25 0,0 25 0,0-25 0,0 25 0,0-25 15,-24 24-15,24-24 0,0 25 0,0-25 0,0 0 16,0 25-16,0-25 0,-25 25 0,25-25 0,0 0 0,0 0 15,0 25-15,0-25 0,0 0 0,0 0 0,0 0 16,0 0-16,0 0 0,0 24 0,0-24 0,0 0 0,0 0 16,0 0-16,0 0 0,0 0 0,0 0 0,0 0 15,0-24-15,0 24 0</inkml:trace>
  <inkml:trace contextRef="#ctx0" brushRef="#br0" timeOffset="175779.054">25474 9302 0,'0'0'0,"0"0"0,0 0 0,0 0 15,0 0-15,0 0 0,25 0 0,-25 0 0,0 0 16,0 0-16,25 0 0,-25 25 0,0-25 0,25 0 15,-25 0-15,25 0 0,-25 0 0,24 0 0,-24 0 0,25 0 16,-25 0-16,25 24 0,-25-24 0,25 0 0,0 0 16,-25 0-16,24 0 0,-24 0 0,25 25 0,-25-25 15,0 0-15,25 0 0,-25 0 0,25 0 0,-25 0 0,0 0 16,0 0-16,0-25 0,0 25 0,0 0 0,0 0 15</inkml:trace>
  <inkml:trace contextRef="#ctx0" brushRef="#br0" timeOffset="176027.0682">25648 9203 0,'0'0'0,"0"0"0,0 0 16,0 0-16,0 0 0,0 0 0,0 0 0,0 0 0,0 0 15,0 0-15,0 0 0,0 0 0,0 0 0,0 0 16,0 0-16,0 0 0,0 0 0,0 24 0,0-24 15,0 0-15,0 25 0,0-25 0,0 25 0,0-25 0,0 25 16,0-25-16,-25 25 0,25-25 0,0 24 0,0-24 16,0 25-16,0-25 0,0 25 0,0-25 0,-25 25 0,25-25 15,0 25-15,0-25 0,0 0 0,0 24 0,0-24 16,-24 25-16,24-25 0,0 0 0,0 25 0,0-25 0,0 0 15,0 0-15,0 0 0,0 25 0,0-25 0</inkml:trace>
  <inkml:trace contextRef="#ctx0" brushRef="#br0" timeOffset="176537.0973">26194 9327 0,'0'0'0,"0"-25"0,0 25 16,0 0-16,0 0 0,0 0 0,0 0 0,0 0 0,0 0 15,0 0-15,0 0 0,0 0 0,0 0 0,0 0 16,0 25-16,0-25 0,0 0 0,0 0 0,0 0 0,0 24 15,0-24-15,0 25 0,0-25 0,0 25 0,0-25 16,0 0-16,0 25 0,0-25 0,0 25 0,0-25 0,0 24 16,0-24-16,0 25 0,0-25 0,0 25 0,0-25 15,0 25-15,0-25 0,0 25 0,-25-25 0,25 0 0,0 24 16,0-24-16,0 0 0,0 0 0,0 25 0,0-25 15,0 0-15,0 0 0,0 0 0,0 0 0,0 0 16,0 0-16,0 0 0,0 0 0,0 0 0,0 0 16,25 0-16,-25 0 0,0 0 0,0 0 0,0 0 0,25-25 15,-25 25-15,0 0 0,24 0 0,-24-24 0,0 24 16,25-25-16,-25 25 0,25 0 0,-25-25 0,0 25 0,25-25 15,-25 0-15,25 25 0,-25-24 0,0 24 0,24-25 16,-24 25-16,0-25 0,25 25 0,-25-25 0,0 25 16,0-25-16,25 25 0,-25 0 0,0 0 0,0-24 0,0 24 15,0 0-15,0 0 0,0 0 0,0 0 0,0-25 0,0 25 16,0 0-16,0 0 0,0 0 0,0 0 0,0 0 15,0 0-15,0 0 0,0 0 0,0 0 0,0 0 16,0 0-16,0 0 0,0 0 0,0 0 0,25 0 0,-25 0 16,0 0-16,0 0 0,0 0 0,0 0 0,0 0 15,0 0-15,25 0 0</inkml:trace>
  <inkml:trace contextRef="#ctx0" brushRef="#br0" timeOffset="177461.1502">27682 9302 0,'0'0'0,"0"0"0,0 0 0,0-25 0,0 25 16,0 0-16,0 0 0,0 0 0,0 0 0,0-25 0,0 25 15,0 0-15,0 0 0,0 0 0,0 0 0,-25-25 16,25 25-16,0 0 0,0 0 0,0 0 0,0 0 0,0-24 16,0 24-16,0 0 0,0 0 0,0 0 15,0 0-15,0 0 0,0 0 0,0-25 0,0 25 0,0 0 16,0 0-16,-25 0 0,25 0 0,0 0 0,0 0 0,0 0 15,-24-25-15,24 25 0,0 0 0,0 0 0,0 0 16,-25 0-16,25 0 0,0 0 0,-25 0 0,25 0 0,0 0 16,-25 0-16,25 0 0,-25 0 0,25 0 0,-24 0 15,24 0-15,0 0 0,-25 0 0,25 0 0,0 0 0,-25 0 16,25 0-16,-25 25 0,25-25 0,0 0 0,-25 0 15,25 0-15,0 25 0,-24-25 0,24 0 0,0 24 16,-25-24-16,25 25 0,0-25 0,-25 25 0,25-25 0,0 25 16,0-25-16,-25 25 0,25-25 0,0 24 0,0-24 15,0 25-15,0-25 0,-25 25 0,25-25 0,0 25 16,0-25-16,0 25 0,0-25 0,0 24 0,0-24 0,0 0 15,0 25-15,0-25 0,25 25 0,-25-25 0,0 25 16,0-25-16,0 0 0,0 25 0,25-25 0,-25 0 16,0 24-16,0-24 0,25 0 0,-25 0 0,0 25 0,0-25 15,25 0-15,-25 0 0,0 0 0,24 0 0,-24 0 16,0 0-16,25 0 0,-25 0 0,25 0 0,-25 0 0,25 0 15,-25 0-15,0 0 0,25 0 0,-25 0 0,0 0 16,24 0-16,-24 0 0,0 0 109</inkml:trace>
  <inkml:trace contextRef="#ctx0" brushRef="#br0" timeOffset="177660.1616">27310 9376 0,'0'0'0,"0"0"0,0 0 0,0 0 0,0 0 0,0 0 0,25 0 0,-25 0 0,0 0 0,0 0 15,0 0-15,0 0 0,25 0 0,-25 0 0,0 0 16,24 0-16,-24 0 0,0 0 0,25 0 0,-25 0 0,25 0 16,-25 0-16,0 0 0,25 0 0,-25 0 0,25 0 15,-25 0-15,24 0 0,-24 25 0,25-25 0,-25 0 0,25 0 16,-25 0-16,25 0 0,-25 0 0,0 0 0,25 0 0</inkml:trace>
  <inkml:trace contextRef="#ctx0" brushRef="#br0" timeOffset="179258.253">28426 9128 0,'0'0'16,"0"0"-16,0 0 0,0 0 0,0 0 0,0 0 15,0 0-15,0 0 0,0 0 0,0 0 0,0 0 0,0 0 16,0-25-16,0 25 0,0 0 0,0 0 0,0 0 0,0 0 16,0 0-16,0 0 0,0 0 0,0 0 0,0 0 15,0 0-15,0 0 0,0 0 0,0 0 0,0 0 16,0 0-16,0 0 0,0 0 0,0 0 0,0 0 0,0 0 15,0 0-15,0 0 0,0 0 0,0 0 0,0 0 16,0 0-16,0 0 0,0 0 0,0 0 0,0 0 16,0 0-16,0 0 0,0 0 0,0 0 0,0 0 0,0 0 15,0 0-15,0 0 0,0 0 0,0 0 0,0 0 16,0 0-16,0 0 0,0 0 0,0 0 0,0 0 15,0 0-15,0 0 0,0 0 0,0 0 0,0 0 0,0 0 16,0 0-16,0 0 0,0 0 0,0 0 0,0 0 0,0 0 16,0 0-16,0 0 0,0 0 0,0 0 0,0 0 15,0 0-15,0 0 0,0 0 0,0 0 0,0 0 16,0 0-16,0 0 0,0 0 0,0 0 0,0 0 0,0 0 15,0 0-15,0 0 0,0 0 0,0 0 0,0 0 16,0 0-16,0 0 0,0 0 0,0 0 0,0 0 16,0 0-16,0 0 0,0 0 0,0 0 0,0 0 0,0 0 15,0 0-15,0 0 0,0 0 0,0 0 0,0 0 0,0 0 16,0 0-16,0 0 0,0 0 0,0 0 0,0 0 15,0 0-15,0 0 0,0 0 0,0 0 0,0 0 16,0 0-16,0 0 0,0 0 0,0 0 0,0 0 16,0 0-16,0 0 0,0 0 0,0 0 0,0 0 15,0 0-15,0 0 0,0 0 0,0 0 0,0 0 0,0 0 16,0 0-16,0 0 0,0 0 0,0 0 0,0 0 0,0 0 15,0 0-15,0 0 0,0 0 0,0 0 0,0 0 16,0 0-16,0 0 0,0 0 0,0 0 0,0 0 16,0 0-16,0 0 0,0 0 0,0 0 0,0 0 0,0 0 15,0 0-15,0 0 0,0 0 0,0 0 0,0 0 0,0 0 16,0 0-16,0 0 0,0 0 0,0 0 0,0 0 15,0 0-15,0 0 0,0 0 0,0 0 0,0 0 16,0 0-16,0 0 0,0 0 0,0 0 0,0 0 0,0 0 16,0 0-16,0 0 0,0 0 0,0 0 0,0 0 15,0 0-15,0 0 0,0 0 0,0 0 0,0 0 16,0 0-16,0 0 0,0 0 0,0 0 0,0 0 0,0 0 15,0 0-15,0 0 0,0 0 0,0 0 0,0 0 16,0 0-16,0 0 0,0 0 0,0 0 0,0 0 16,0 0-16,0 0 0,0 0 0,0 0 0,0 0 0,0 0 15,0 0-15,0 0 0,0 0 0,0 0 0,0 0 0,0 0 16,0 0-16,0 0 0,0 0 0,-25 0 0,25 0 15,0 25-15,0-25 0,0 0 0,0 25 0,-24-25 16,24 25-16,0-25 0,0 25 0,0-25 0,-25 0 0,25 24 16,0-24-16,0 25 0,-25-25 0,25 25 0,0-25 15,0 25-15,-25-25 0,25 25 0,0-25 0,0 24 0,0-24 16,-25 0-16,25 25 0,0-25 0,0 25 0,0-25 15,-24 0-15,24 25 0,0-25 0,0 0 0,0 25 16,0-25-16,-25 0 0,25 0 0,0 24 0,0-24 0,0 0 16,0 0-16,-25 0 0,25 25 0,0-25 0,0 0 15,0 0-15,0 0 0,0 0 0,0 0 0,0 25 0,0-25 16,-25 0-16,25 0 0,0 0 0,0 0 0,0 0 15,0 0-15,0 0 0,0 0 0,0 0 0,0 0 16,0 0-16,0 0 0,0 0 0,0 0 0,0 0 0,0 0 16,0 0-16,0 0 0,0 0 0,0-25 0,0 25 15</inkml:trace>
  <inkml:trace contextRef="#ctx0" brushRef="#br0" timeOffset="179722.2795">28426 9128 0,'0'0'0,"0"0"15,0 0-15,0-25 0,0 25 0,0 0 0,0 0 0,0 0 16,0 0-16,0 0 0,0 0 0,0 0 0,0 0 0,0 0 15,0 0-15,0 0 0,0 0 0,0 0 0,0 0 16,0 0-16,0 0 0,0 0 0,0 0 0,0 0 16,0 0-16,25 0 0,-25 0 0,0 0 0,0 0 15,0 0-15,0 0 0,0 0 0,0 0 0,0 0 0,0 0 16,0 0-16,0 0 0,0 0 0,0 0 0,0 0 15,0 0-15,0 0 0,25 0 0,-25 0 0,0 0 16,0 0-16,0 0 0,25 25 0,-25-25 0,0 0 0,0 0 16,24 0-16,-24 0 0,0 0 0,25 0 0,-25 0 15,0 0-15,25 0 0,-25 0 0,0 0 0,25 0 0,-25 0 16,0 25-16,25-25 0,-25 0 0,0 0 0,0 0 0,0 0 15,0 0-15,24 0 0,-24 0 0,0 0 16,0 0-16,0 0 0,0 0 0,0 0 0,0 0 0,0 0 16,0 0-16,0 0 0,0 0 0</inkml:trace>
  <inkml:trace contextRef="#ctx0" brushRef="#br0" timeOffset="180052.2984">28302 9327 0,'0'0'0,"0"0"15,0 0-15,0 0 0,0 0 0,0 0 16,0 0-16,0 0 0,-25 0 0,25 0 0,0 0 0,0 0 0,0 0 15,0 0-15,0 0 0,0 0 0,0 0 0,25 0 16,-25 0-16,0 0 0,0 0 0,0 0 0,0 0 0,0 0 16,0 0-16,0 0 0,0 0 0,25 0 0,-25 0 15,0 0-15,0 0 0,25 24 0,-25-24 0,0 0 16,25 0-16,-25 0 0,0 0 0,24 0 0,-24 0 0,0 0 15,25 25-15,-25-25 0,0 0 0,25 0 0,-25 0 16,0 0-16,0 0 0,25 0 0,-25 0 0,0 0 16,0 25-16,25-25 0,-25 0 0,0 0 0,0 0 15,0 0-15,0 0 0,0 0 0,0 0 0,0 0 0,0 0 16</inkml:trace>
  <inkml:trace contextRef="#ctx0" brushRef="#br0" timeOffset="180336.3146">28104 9550 0,'-25'0'16,"25"0"-16,0 0 0,0 0 0,0 0 0,0 0 0,0 0 15,0 0-15,0 0 0,0 0 0,0 0 0,25 0 16,-25 0-16,0 0 0,0 25 0,0-25 0,25 0 0,-25 0 16,0 0-16,0 0 0,24 0 0,-24 0 0,0 0 15,25 0-15,-25 0 0,25 0 0,-25 0 0,0 0 16,25 0-16,-25 0 0,0 0 0,25 0 0,-25 0 0,24 0 15,-24 0-15,0 0 0,25 24 0,-25-24 0,0 0 16,25 0-16,-25 0 0,25 0 0,-25 0 0,0 0 16,25 0-16</inkml:trace>
  <inkml:trace contextRef="#ctx0" brushRef="#br0" timeOffset="182495.4381">4167 10492 0,'0'0'0,"0"0"0,0 0 0,0 0 0,0 0 16,0 0-16,0 0 0,0 0 0,0 0 0,0 0 16,0 0-16,0 0 0,0 0 0,0 0 0,0 0 0,0 0 15,0 0-15,0 0 0,0 0 0,0 0 0,0 0 16,0 0-16,0 0 0,0 0 0,0 0 0,0 0 15,-25 0-15,25 0 0,0 0 0,0 0 0,0 0 0,0 0 16,0 0-16,0 0 0,0 25 0,0-25 0,0 0 16,0 0-16,0 0 0,-24 0 0,24 0 0,0 0 15,0 0-15,0 0 0,0 0 0,0 0 0,-25 0 0,25 0 16,0 0-16,0 0 0,0 0 0,-25 0 0,25 0 0,0 0 15,0 0-15,0-25 0,0 25 0,0 0 0,-25 0 16,25 0-16,0 0 0,0 0 0,0 0 0,0 0 16,0 0-16,0 0 0,0 0 0,0 0 0,0-24 0,0 24 15,0 0-15,0 0 0,0 0 0,0 0 0,25 0 16,-25-25-16,0 25 0,0 0 0,0 0 0,0 0 15,0 0-15,25-25 0,-25 25 0,0 0 0,0 0 0,25 0 16,-25 0-16,0 0 0,0 0 0,0-25 0,24 25 0,-24 0 16,0 0-16,0 0 0,0 0 0,0 0 0,25 0 15,-25 0-15,0 0 0,0 0 0,0 0 0,0 0 16,25 0-16,-25 0 0,0 25 0,0-25 0,0 0 0,0 0 15,0 25-15,25-25 0,-25 0 0,0 0 0,0 25 16,0-25-16,0 0 0,0 24 0,0-24 0,0 0 16,0 25-16,-25-25 0,25 0 0,0 25 0,0-25 0,0 0 15,-25 25-15,25-25 0,0 25 0,0-25 0,-25 0 16,25 24-16,0-24 0,0 0 0,-24 0 0,24 25 15,0-25-15,0 0 0,-25 0 0,25 0 0,0 25 0,0-25 16,0 0-16,-25 0 0,25 0 0,0 0 0,0 0 0,0 0 16,0 0-16,0 0 0,0 0 0,-25 25 0,25-25 15,0 0-15,0 0 0,0 0 0,0 0 0,0 0 16,0 0-16,0 0 0,0 0 0,0 0 0,0 0 0,0 0 15,0 0-15,25-25 0,-25 25 0,0 0 0,0 0 16,0 0-16,0 0 0,0 0 0,0 0 0,25 0 0,-25 0 16,0 0-16,0 0 0,0 0 0,0 0 0,25 0 15,-25 0-15,0 0 0,0 0 0,0 0 0,0 25 0,0-25 16,24 0-16,-24 0 0,0 0 0,0 25 0,0-25 15,0 0-15,25 24 0,-25-24 0,0 0 0,0 0 16,0 25-16,0-25 0,0 0 0,0 25 0,0-25 0,0 0 16,0 25-16,0-25 0,0 0 0,0 25 0,0-25 15,0 0-15,0 24 0,0-24 0,-25 0 0,25 25 0,0-25 16,0 0-16,0 0 0,0 25 0,-24-25 0,24 0 15,0 0-15,0 25 0,-25-25 0,25 0 0,0 0 16,0 0-16,-25 0 0,25 25 0,0-25 0,0 0 0,-25 0 16,25 0-16,0 0 0,0 0 0,-25 0 0,25 0 15,0 0-15,0 0 0,0 0 0,-24 0 0,24 0 0,0 0 16,0-25-16,0 25 0,0 0 0,0 0 0,-25 0 15,25 0-15,0 0 0,0 0 0,0 0 0,0 0 16,0 0-16,0 0 0,0 0 0,0 0 0,0-25 0,0 25 16,0 0-16,0 0 0,0 0 0,0 0 0,0-25 15,0 25-15,0 0 0,0 0 0,0-25 0,0 25 16,0 0-16,0-24 0,0 24 0,0 0 0,25-25 0,-25 25 15,0 0-15,0-25 0,0 25 0</inkml:trace>
  <inkml:trace contextRef="#ctx0" brushRef="#br0" timeOffset="183566.4994">4142 10319 0,'0'0'0,"0"0"0,0 0 0,-24 0 16,24 0-16,0 0 0,0 0 0,-25 0 0,25 0 0,0 0 15,-25 0-15,25 0 0,0 0 0,0 0 0,-25 0 16,25 0-16,0 0 0,0 0 0,-25 0 0,25 0 15,0 0-15,0 0 0,0 0 0,-24 0 0,24 0 16,0-25-16,0 25 0,0 0 0,0 0 0,0 0 0,-25 0 16,25 0-16,0 0 0,0 0 0,0 0 0,0 0 15,0 0-15,0 0 0,0 0 0,0 0 0,0 0 0,-25 0 16,25 0-16,0 0 0,0 0 0,0 0 0,0 0 15,0 0-15,0 0 0,0 0 0,0 0 0,0 0 0,0 0 16,0 0-16,0 0 0,0 0 0,0 0 0,0 0 16,0 0-16,0 0 0,0 0 0,-25 0 0,25 0 0,0 0 15,0 25-15,0-25 0,0 0 0,0 0 0,0 0 16,0 0-16,0 0 0,-25 0 0,25 25 0,0-25 15,0 0-15,0 0 0,0 0 0,0 0 0,0 24 0,-24-24 16,24 0-16,0 0 0,0 25 0,0-25 0,0 0 16,0 0-16,0 0 0,0 25 0,-25-25 0,25 0 15,0 0-15,0 25 0,0-25 0,0 0 0,0 25 0,0-25 16,0 0-16,-25 24 0,25-24 0,0 0 0,0 25 15,0-25-15,0 25 0,0-25 0,0 0 0,-25 25 0,25-25 16,0 25-16,0-25 0,0 0 0,0 24 0,0-24 16,0 25-16,0-25 0,0 0 0,0 25 0,0-25 0,0 0 15,0 25-15,-25-25 0,25 0 0,0 25 0,0-25 16,0 24-16,0-24 0,0 0 0,0 25 0,0-25 15,25 0-15,-25 25 0,0-25 0,0 25 0,0-25 0,0 0 16,0 25-16,0-25 0,0 24 0,0-24 0,0 0 0,25 25 16,-25-25-16,0 0 0,0 25 0,0-25 0,0 25 15,0-25-15,25 0 0,-25 25 0,0-25 0,0 0 16,0 24-16,25-24 0,-25 0 0,0 0 0,0 25 15,0-25-15,24 0 0,-24 25 0,0-25 0,0 0 0,0 0 16,25 25-16,-25-25 0,0 0 0,0 0 0,25 0 16,-25 25-16,0-25 0,25 0 0,-25 0 0,0 0 0,25 0 15,-25 24-15,24-24 0,-24 0 0,0 0 0,25 0 16,-25 0-16,25 0 0,-25 0 0,25 0 0,-25 0 15,25 0-15,-1 0 0,-24 0 0,25 0 0,-25 0 0,25 0 16,-25 0-16,25 0 0,0 0 0,-25 0 0,24 0 0,-24-24 16,25 24-16,-25 0 0,25 0 0,-25 0 0,0 0 15,25 0-15,-25-25 0,25 25 0,-25 0 0,0 0 16,24 0-16,-24-25 0,0 25 0,25 0 0,-25 0 0,0-25 15,0 25-15,25-25 0,-25 25 0,0 0 0,25-24 16,-25 24-16,0-25 0,0 25 0,25-25 0,-25 25 0,0-25 16,0 25-16,0-25 0,24 25 0,-24-24 0,0-1 15,0 25-15,0-25 0,0 0 0,0 25 0,0-25 16,0 1-16,0 24 0,0-25 0,0 0 0,0 25 15,0-25-15,0 0 0,0 25 0,0-24 0,0-1 0,0 25 16,-24-25-16,24 25 0,0-25 0,0 0 0,0 25 16,0 0-16,-25-24 0,25 24 0,0-25 0,0 25 0,0-25 15,-25 25-15,25 0 0,0 0 0,0-25 0,-25 25 16,25 0-16,0 0 0,0 0 0,-25 0 0,25 0 0,0 0 15,-24 0-15,24-25 0,0 25 0,-25 0 0,25 0 16,-25 0-16,25 0 0,-25 0 0,25 0 0,0 0 0,-25 0 16,25 0-16,0 0 0,0 0 0,-24 0 0,24 0 15,0 0-15,0-24 0,0 24 0,0 0 0,0 0 0</inkml:trace>
  <inkml:trace contextRef="#ctx0" brushRef="#br0" timeOffset="185284.5977">6201 10269 0,'0'0'0,"0"0"0,0 0 0,0 0 16,0 0-16,0 0 0,0 0 0,0 0 0,0 0 0,0 0 15,0 0-15,-25 0 0,25 25 0,0-25 0,0 0 16,0 0-16,0 0 0,0 25 0,0-25 0,0 0 15,0 25-15,0-25 0,0 24 0,0-24 0,-24 0 0,24 25 16,0 0-16,0-25 0,0 25 0,0 0 0,0-25 16,0 24-16,-25 1 0,25 0 0,0 0 0,0-25 0,0 25 15,-25-1-15,25 1 0,0 0 0,0 0 0,0-25 16,-25 25-16,25-1 0,0-24 0,0 25 0,0 0 0,-25-25 15,25 25-15,0-25 0,0 25 0,0-25 0,0 24 16,0-24-16,-24 25 0,24-25 0,0 0 0,0 25 16,0-25-16,0 0 0,0 0 0,0 0 0,0 25 0,0-25 15,0 0-15,0 0 0,0 0 0,0 0 0,0 0 0,0 0 16,0 0-16,0 0 0,0 0 0,0 0 0,0 0 15,0 0-15,0 0 0,0 0 0,0 0 0,0 0 16,0 0-16,0 0 0,0 0 0,0 0 0,0 0 16,24 0-16,-24 0 0,0 0 0,0 0 0,0 0 0,0 0 15,25 0-15,-25 0 0,0 0 0,0 0 0,25 0 16,-25 0-16,0 0 0,0 0 0,25 0 0,-25 0 0,25 0 15,-25 0-15,0 0 0,24 0 0,-24 0 0,0 0 16,25 0-16,-25 0 0,0 0 0,25 0 0,-25 0 16,0 0-16,0 0 0,0 0 0,25 0 0,-25 0 0,0 0 15,0 0-15,0 0 0,25-25 0,-25 25 0,0 0 0,0 0 16,0 0-16</inkml:trace>
  <inkml:trace contextRef="#ctx0" brushRef="#br0" timeOffset="186553.6702">6747 10765 0,'0'0'15,"-25"0"-15,25 0 0,0-25 0,0 25 0,0 0 0,-25 0 16,25 0-16,0 0 0,0 0 0,0 0 0,-25-24 15,25 24-15,0 0 0,0 0 0,-24 0 0,24 0 0,0 0 16,0 0-16,-25 0 0,25 0 0,0 0 0,0 0 16,-25 0-16,25 0 0,0 0 0,0 0 0,-25 0 15,25 0-15,0 0 0,0 24 0,-25-24 0,25 0 0,0 0 16,0 0-16,-24 0 0,24 25 0,0-25 15,-25 0-15,25 25 0,0-25 0,0 0 0,0 25 0,-25-25 16,25 0-16,0 25 0,0-25 0,0 0 0,0 24 16,0-24-16,0 25 0,0-25 0,0 0 0,0 25 0,0-25 15,0 0-15,0 25 0,25-25 0,-25 0 0,0 0 0,0 0 16,0 25-16,0-25 0,0 0 0,25 0 0,-25 0 15,0 0-15,0 0 0,0 0 0,24 0 0,-24 0 0,0 0 16,0 0-16,25 0 0,-25 0 0,0 0 0,25 0 16,-25 0-16,0-25 0,25 25 0,-25 0 0,0 0 15,0 0-15,25-25 0,-25 25 0,0 0 0,0-25 0,24 25 16,-24 0-16,0-25 0,0 25 0,0 0 0,25-24 15,-25 24-15,0 0 0,0-25 0,0 25 0,0 0 16,0-25-16,0 25 0,0 0 0,0 0 0,0-25 0,0 25 16,0 0-16,0 0 0,0 0 0,0-25 0,0 25 15,0 0-15,0 0 0,0 0 0,0 0 0,0 0 0,0 0 16,0 0-16,0 0 0,0 0 0,0 0 0,0 0 15,0 0-15,0 0 0,0 25 0,0-25 0,0 0 0,0 0 16,0 0-16,0 0 0,0 25 0,0-25 0,0 0 16,0 25-16,0-25 0,0 0 0,0 25 0,0-25 15,0 24-15,0-24 0,0 25 0,0-25 0,0 0 0,0 25 16,0-25-16,0 0 0,0 25 0,0-25 0,0 0 15,0 0-15,0 0 0,0 25 0,25-25 0,-25 0 0,0 0 16,0 0-16,0 0 0,0 0 0,25 0 0,-25 0 16,0 0-16,0 0 0,0 0 0,25 0 0,-25 0 0,0 0 15,24 0-15,-24-25 0,0 25 0,25 0 0,-25 0 16,25-25-16,-25 25 0,0 0 0,25-25 0,-25 25 15,0-25-15,25 25 0,-25 0 0,0-24 0,0 24 0,0 0 16,0 0-16,0-25 0,0 25 0,25 0 0,-25 0 16,0 0-16,0-25 0,0 25 0,-25 0 0,25 0 15,0 0-15,0 0 0,0 0 0,0 0 0,0 0 0,0 0 16,0 0-16,0 0 0,0 0 0,0 0 0,0 0 15,0 0-15,0 0 0,0 0 0,0 0 0,0 0 0,0 25 16,0-25-16,0 0 0,0 0 0,0 0 0,0 0 16,0 25-16,-25-25 0,25 0 0,0 24 0,0-24 0,25 25 15,-25-25-15,0 0 0,0 25 0,0-25 0,0 25 16,0-25-16,0 0 0,0 25 0,0-25 0,0 0 15,0 0-15,0 24 0,25-24 0,-25 0 0,0 0 0,0 0 16,0 0-16,0 0 0,24 0 0,-24 0 0,0 0 16,0 0-16,25 0 0,-25 0 0,0 0 0,25-24 0,-25 24 15,25 0-15,-25-25 0,25 25 0,-25 0 0,24-25 16,-24 25-16,25 0 0,-25-25 0,25 25 0,-25-25 0,0 25 15,0 0-15,25-24 0,-25 24 0,0 0 0,0-25 16,0 25-16,0 0 0,0-25 0,0 25 0,25 0 16,-50 0-16,25 0 0,0-25 0,0 25 0,0 0 0,0 0 15,0 0-15,0 25 0,0-25 0,0 0 0,0 0 16,0 0-16,0 25 0,0-25 0,0 25 0,-25-25 15,25 24-15,0-24 0,0 25 0,0 0 0,0-25 0,0 25 16,0 0-16,-25-1 0,25-24 0,0 25 0,0 0 16,0 0-16,0 0 0,0-25 0,0 24 0,-25 1 0,25 0 15,0 0-15,0-25 0,0 25 0,0 0 0,0-25 16,-24 24-16,24 1 0,0-25 0,0 25 0,0-25 0,0 0 15,0 25-15,-25-25 0,25 0 0,0 0 0,0 0 16,0 25-16,0-25 0,-25 0 0,25 0 0,0 0 16,0 0-16,0 0 0,-25-25 0,25 25 0,0 0 0,0 0 15,0 0-15,0-25 0,0 25 0,-25 0 0,25-25 16,0 25-16,0-25 0,25 25 0,-25 0 0,0-24 15,0 24-15,0 0 0,0-25 0,25 25 0,-25 0 0,0-25 16,25 25-16,-25 0 0,0-25 0,25 25 0,-25 0 16,0-25-16,0 25 0,24 0 0,-24-25 0,0 25 0,25 0 15,-25-24-15,0 24 0,0 0 0,0-25 0,25 25 16,-25 0-16,0-25 0,0 25 0,0-25 0,0 25 0,0-25 15,0 25-15,0-24 0,0 24 0</inkml:trace>
  <inkml:trace contextRef="#ctx0" brushRef="#br0" timeOffset="186794.684">6796 10418 0,'0'0'0,"0"0"0,0-25 0,0 25 0,0 0 0,0 0 15,0 0-15,0 0 0,0 0 0,0 0 0,25 0 16,-25 0-16,0 0 0,0 0 0,25 0 0,-25 0 16,0 0-16,25 0 0,-25 0 0,25 0 0,-25 0 0,0 0 15,25 0-15,-25 0 0,0 0 0,24 0 0,-24 25 0,0-25 16,0 0-16,0 0 0,0 0 0,25 0 0,-25 0 15,0 25-15,0-25 0,0 0 0,0 0 0,0 0 16,0 25-16</inkml:trace>
  <inkml:trace contextRef="#ctx0" brushRef="#br0" timeOffset="186986.695">7218 10244 0,'0'0'0,"0"0"0,0 0 0,0 0 16,0 0-16,0 0 0,0 25 0,0-25 0,0 0 15,0 25-15,0-25 0,-25 0 0,25 25 0,0-25 16,0 25-16,0-25 0,-24 24 0,24-24 0,0 25 0,0-25 16,0 0-16,0 25 0,-25-25 0,25 25 0,0-25 15</inkml:trace>
  <inkml:trace contextRef="#ctx0" brushRef="#br0" timeOffset="188136.7608">7937 10840 0,'0'0'0,"0"0"0,0 0 0,25-25 16,-25 25-16,0 0 0,0 0 0,0 0 0,0 0 0,0 0 16,0-25-16,0 25 0,25 0 0,-25 0 0,0-25 15,25 25-15,-25 0 0,0-25 0,25 25 0,-25-24 0,25 24 16,-25 0-16,24-25 0,-24 25 0,0-25 0,25 25 15,-25 0-15,25-25 0,-25 25 0,25-25 0,-25 25 0,0 0 16,25-24-16,-25 24 0,0-25 0,0 25 0,24 0 16,-24 0-16,0 0 0,0-25 0,0 25 0,0 0 15,0 0-15,0 0 0,0 0 0,0 0 0,0 0 0,0 0 16,0 0-16,0 0 0,0 0 0,0 0 0,0 0 15,0 25-15,0-25 0,0 0 0,0 0 0,0 0 16,0 25-16,0-25 0,0 24 0,-24-24 0,24 25 0,0-25 16,0 25-16,0-25 0,0 25 0,0-25 0,0 25 15,0-1-15,0-24 0,0 25 0,0-25 0,0 0 0,0 25 16,-25-25-16,25 25 0,0-25 0,0 0 0,0 25 15,0-25-15,0 0 0,0 24 0,-25-24 0,25 0 0,0 0 16,0 0-16,0 0 0,-25 25 0,25-25 0,0 0 16</inkml:trace>
  <inkml:trace contextRef="#ctx0" brushRef="#br0" timeOffset="188833.8007">9178 10988 0,'0'0'0,"0"0"0,0 0 0,25 0 0,-25 0 0,0 0 0,0-24 0,0 24 0,0 0 0,24-25 0,-24 25 0,0 0 0,0-25 0,0 25 0,25-25 0,-25 25 0,0-25 0,0 25 0,0-24 0,25 24 0,-25-25 0,0 25 0,0-25 0,0 25 0,0-25 15,25 25-15,-25 0 0,0-25 0,0 25 0,0-24 16,0 24-16,0 0 0,0 0 0,0-25 0,0 25 0,0 0 16,0 0-16,0 0 0,0 0 0,0 0 0,0 0 15,0 0-15,0 0 0,0 0 0,0 0 0,25 0 16,-25 0-16,0 0 0,0 0 0,0 25 0,24-25 0,-24 0 15,0 0-15,25 24 0,-25-24 0,0 0 0,0 25 16,0-25-16,25 0 0,-25 25 0,0-25 0,0 25 0,25-25 16,-25 25-16,0-25 0,0 24 0,0-24 0,25 25 15,-25-25-15,0 25 0,0-25 0,0 25 0,0-25 0,0 0 16,0 25-16,0-25 0,0 0 0,0 24 0,0-24 15,0 0-15,0 0 0,0 0 0,0 25 0,0-25 16,0 0-16,0 0 0,0 0 0,-25 0 0,25 0 0,0 0 16,0 0-16,0 0 0,-25 25 0,25-25 0,0 0 0,0-25 15,-25 25-15,25 0 0,0 0 0,0 0 0,-25 0 16,25 0-16,0 0 0,0 0 0,0-25 0,0 25 15,0 0-15,-24 0 0,24 0 0,0 0 0,0-24 0,0 24 16,0 0-16,0 0 0,0 0 0,0 0 0,0 0 16,0 0-16,24-25 0,-24 25 0,0 0 0,0 0 15,0 0-15,0 0 0,25-25 0,-25 25 0,0 0 0</inkml:trace>
  <inkml:trace contextRef="#ctx0" brushRef="#br0" timeOffset="189690.8497">9847 10790 0,'0'0'0,"0"-25"0,0 25 0,-24 0 16,24 0-16,0-25 0,0 25 0,0 0 0,0 0 15,0-24-15,0 24 0,-25 0 0,25 0 0,0 0 0,0 0 16,0 0-16,0-25 0,-25 25 0,25 0 0,0 0 16,0 0-16,0 0 0,0 25 0,-25-25 0,25 0 0,0 0 15,0 0-15,0 0 0,-25 0 0,25 24 0,0-24 16,0 0-16,0 0 0,-24 25 0,24-25 0,0 0 15,0 25-15,0-25 0,0 25 0,-25-25 0,25 25 0,0-25 16,0 24-16,0-24 0,0 25 0,0-25 0,0 25 16,0-25-16,0 25 0,0-25 0,0 25 0,0-25 0,0 24 15,0-24-15,0 0 0,0 0 0,25 25 0,-25-25 16,0 0-16,0 0 0,0 0 0,24 0 0,-24 0 15,0 0-15,0 0 0,25 0 0,-25 0 0,0 0 0,25-25 16,-25 25-16,0 0 0,25-24 0,-25 24 0,0-25 16,25 25-16,-25-25 0,0 25 0,0-25 0,0 25 0,0-25 15,24 25-15,-24 0 0,0-24 0,0 24 0,0-25 16,0 25-16,0 0 0,0-25 0,-24 25 0,24 0 15,0 0-15,0-25 0,0 25 0,0 0 0,0 0 16,0-25-16,0 25 0,-25 0 0,25 0 0,0 0 0,0-24 16,0 24-16,-25 0 0,25 0 0,0 0 0,0-25 0,-25 25 15,25 0-15,0 0 0,0 0 0,-25-25 0,25 25 16,0 0-16,0 0 0,0 0 0,0-25 0,0 25 0,-24 0 15,24 0-15,0 0 0,0-25 0,0 25 16,0 0-16,0 0 0,0-24 0,0 24 0,24 0 0,-24 0 16,0 0-16,0-25 0,0 25 0,25 0 0,-25 0 0,25 0 15,-25-25-15,0 25 94,397-124 124,-397 124-218,0 25 0,-25-25 0,25 0 0,0 25 0,0-25 0,0 24 0,-25-24 0,25 25 0,0-25 0,-24 25 0,24-25 0,0 25 0,0-25 0,0 0 0,-25 25 0,25-25 0,0 0 0,0 24 0</inkml:trace>
  <inkml:trace contextRef="#ctx0" brushRef="#br0" timeOffset="190953.9219">10666 10220 0,'0'0'0,"0"-25"0,0 25 16,0 0-16,0 0 0,0 0 0,0 0 0,0 0 16,0 0-16,0 0 0,0 0 0,0 0 0,0 0 0,0 0 15,0 0-15,0-25 0,0 25 0,0 0 0,0 0 16,0 0-16,0 0 0,0 0 0,0 0 0,0 0 0,0 0 15,0 0-15,0 0 0,0 0 0,0 0 0,0 0 16,0 0-16,0 0 0,0 0 0,0 0 0,0 0 0,0 0 16,0 0-16,0 0 0,-25 0 0,25 25 0,0-25 15,0 0-15,0 0 0,-25 0 0,25 25 0,0-25 16,-24 0-16,24 24 0,0-24 0,-25 25 0,25-25 0,-25 25 15,25-25-15,0 25 0,-25-25 0,25 0 0,-25 25 16,25-25-16,0 24 0,0-24 0,-24 0 0,24 25 16,0-25-16,0 0 0,0 25 0,0-25 0,0 0 0,0 0 15,0 0-15,0 0 0,0 0 0,0 0 0,0 0 0,0 0 16,0 0-16,0-25 0,24 25 0</inkml:trace>
  <inkml:trace contextRef="#ctx0" brushRef="#br0" timeOffset="192399.0046">10864 10939 0,'0'0'0,"0"0"0,0 0 0,0 0 15,0 0-15,0 0 0,0 0 0,0 0 0,25 0 0,-25 0 16,0 0-16,0 0 0,0-25 0,0 25 0,0 0 15,0 0-15,25 0 0,-25 0 0,0 0 0,0-25 16,0 25-16,25 0 0,-25 0 0,0-25 0,25 25 0,-25 0 16,0-24-16,24 24 0,-24 0 0,0-25 0,25 25 0,-25-25 15,25 25-15,-25 0 0,25-25 0,-25 25 0,25-25 16,-25 25-16,24-24 0,1 24 0,-25-25 0,25 0 15,-25 25-15,25-25 0,0 25 0,-25-25 0,25 25 0,-25-24 16,24-1-16,-24 25 0,0-25 0,25 25 0,-25-25 16,0 25-16,25-25 0,-25 25 0,0-24 0,0 24 0,0-25 15,0 25-15,0-25 0,0 25 0,0-25 0,0 25 16,-25-25-16,25 25 0,0-24 0,0 24 0,0 0 15,-25-25-15,25 25 0,0 0 0,0-25 0,-24 25 0,24 0 16,0 0-16,0 0 0,0-25 0,-25 25 0,25 0 16,0 0-16,0 0 0,0 0 0,0 0 0,-25 0 0,25 0 15,0 0-15,0 25 0,0-25 0,-25 0 16,25 0-16,0 25 0,0-25 0,0 0 0,-25 25 0,25-25 15,0 24-15,0-24 0,0 25 0,0-25 0,0 25 0,0-25 16,0 25-16,-25-25 0,25 25 0,0-1 0,0-24 16,0 25-16,0-25 0,0 25 0,0 0 0,0-25 0,0 25 15,0-1-15,0-24 0,0 25 0,0-25 0,0 25 16,0 0-16,0-25 0,0 25 0,0-25 0,-24 24 0,24-24 15,0 25-15,0-25 0,0 25 0,0-25 0,0 25 16,0-25-16,0 0 0,0 25 0,0-25 0,0 0 16,0 24-16,-25-24 0,25 0 0,0 0 0,0 25 0,0-25 15,0 0-15,0 0 0,0 0 0,0 0 0,0 0 16,0 0-16,0 0 0,0 0 0,0 0 0,0 0 0,0 0 15,0 0-15,0 0 0,0 0 0,0 0 0,25 0 16,-25-25-16,0 25 0,0 0 0,0-24 0,24 24 16,-24 0-16,0-25 0,25 25 0,-25-25 0,0 25 15,25-25-15,-25 25 0,25-25 0,-25 25 0,0-24 0,25 24 16,-25-25-16,0 25 0,0 0 0,25-25 0,-25 25 0,0 0 15,0-25-15,0 25 0,0 0 0,0 0 0,0 0 16,0 0-16,0 0 0,0 0 0,0 0 0,0 0 16,0 0-16,0 0 0,0 0 0,0 0 0,0 0 15,0 0-15,0 0 0,-25 0 0,25 0 0,0 25 0,0-25 16,0 0-16,0 0 0,-25 25 0,25-25 0,0 0 0,0 0 15,0 25-15,0-25 0,0 0 0,0 24 0,0-24 16,0 25-16,0-25 0,0 0 0,0 25 0,0-25 0,25 25 16,-25-25-16,0 0 0,0 25 0,0-25 15,25 0-15,-25 0 0,0 24 0,0-24 0,24 0 0,-24 0 16,0 0-16,25 25 0,-25-25 0,0 0 0,25 0 15,-25 0-15,25 0 0,-25 0 0,25 0 0,-25 0 0,24 0 16,1 0-16,-25-25 0,25 25 0,0 0 0,-25 0 16,25 0-16</inkml:trace>
  <inkml:trace contextRef="#ctx0" brushRef="#br0" timeOffset="193879.0892">12055 10716 0,'0'0'0,"0"0"0,-25-25 16,25 25-16,0 0 0,0 0 0,0 0 0,0 0 0,0 0 15,0 0-15,0 0 0,0 0 0,0 0 0,0 0 16,0 0-16,0 0 0,0 0 0,0 0 0,0 0 0,0 0 16,0 0-16,0 0 0,0 0 0,0 0 0,0 0 15,0 0-15,0 0 0,0 0 0,0 0 0,0 0 16,0 0-16,25 0 0,-25 0 0,0 0 0,0 0 0,25 0 15,-25 0-15,0 0 0,25 0 0,-25 0 0,24 0 16,-24 25-16,25-25 0,-25 0 0,25 0 0,0 0 0,-25 0 16,25 0-16,-25 0 0,25 0 0,-1 0 0,-24 0 15,25 0-15,-25 0 0,25 0 0,-25 0 0,25 0 0,-25 0 16,25 0-16,-25 0 0,0 0 0,0 0 0,24 0 15,-24 0-15,0 0 0,0 0 0,0 0 0,0 0 16,0 0-16,0 0 0,0 0 0,0 0 0,0 0 0,0 0 16,0 0-16</inkml:trace>
  <inkml:trace contextRef="#ctx0" brushRef="#br0" timeOffset="194187.1068">12080 10840 0,'0'0'0,"0"0"0,0 0 0,0 0 0,0 0 0,0 0 16,0 0-16,0 0 0,0 0 0,0 0 15,0 0-15,0 0 0,0 0 0,0-25 0,0 25 0,0 0 0,0 0 16,0 0-16,25 0 0,-25 0 0,0 0 0,0 0 15,24 0-15,-24 0 0,0 0 0,25 0 0,-25 0 0,25 0 16,-25 0-16,25 0 0,-25 0 0,25 0 0,-25 0 16,25 0-16,-25 0 0,24 0 0,-24 0 0,25 0 15,-25 0-15,25 0 0,-25 0 0,25 0 0,-25 0 0,0 0 16,25 0-16,-25 0 0,0 0 0,0 0 0,24 0 15,-24 0-15,0 0 0,0 0 0,0 0 0,0 0 16,0 0-16,0 0 0,0 0 0,0 0 0,0 0 0</inkml:trace>
  <inkml:trace contextRef="#ctx0" brushRef="#br0" timeOffset="194486.124">12254 10592 0,'0'0'0,"0"0"0,0 0 0,-25 0 0,25 0 0,0 0 16,0 0-16,0 0 0,0 0 0,0 0 0,0 0 15,0 0-15,0 0 0,0 24 0,0-24 0,-25 0 0,25 0 16,0 0-16,0 25 0,0-25 0,0 0 0,0 25 15,-25-25-15,25 25 0,0-25 0,0 25 0,0-25 16,-25 24-16,25-24 0,0 25 0,0 0 0,0-25 0,0 25 16,-25 0-16,25-25 0,0 24 0,0-24 0,0 25 15,0 0-15,-24-25 0,24 25 0,0-25 0,0 25 0,0-25 16,0 24-16,0-24 0,0 0 0,0 25 0,0-25 15,0 0-15,0 0 0,0 25 0,-25-25 0,25 0 0,0 0 16</inkml:trace>
  <inkml:trace contextRef="#ctx0" brushRef="#br0" timeOffset="195099.159">12824 10641 0,'0'0'0,"0"0"0,0 0 0,-25 0 15,25 0-15,0 0 0,0 0 0,0-25 0,0 25 0,0 0 16,0 0-16,0 0 0,0 0 0,0 0 0,-25 25 15,25-25-15,0 0 0,0 0 0,0 0 0,0 0 16,0 0-16,0 0 0,-24 0 0,24 0 0,0 25 0,0-25 16,0 0-16,-25 0 0,25 25 0,0-25 0,0 0 15,-25 25-15,25-25 0,0 24 0,0-24 0,0 25 0,0-25 16,0 25-16,-25-25 0,25 25 0,0-25 0,0 25 15,0-1-15,0-24 0,0 25 0,0-25 0,0 25 0,0-25 16,0 25-16,25-25 0,-25 25 0,0-25 0,0 24 16,0-24-16,0 25 0,0-25 0,25 0 0,-25 25 15,0-25-15,0 0 0,25 25 0,-25-25 0,0 0 0,24 0 16,-24 0-16,0 0 0,25 0 0,-25 0 0,25 0 15,-25-25-15,0 25 0,25 0 0,-25 0 0,25-25 16,-25 25-16,24 0 0,-24-25 0,25 25 0,-25-24 0,0 24 16,25-25-16,-25 25 0,0-25 0,0 0 0,0 25 15,25-25-15,-25 1 0,0 24 0,0-25 0,0 0 16,-25 25-16,25-25 0,0 0 0,0 25 0,0-24 0,0 24 15,0-25-15,-25 25 0,25-25 0,0 25 0,0 0 0,0 0 16,0 0-16,0-25 0,-25 25 0,25 0 0,0 0 16,0 0-16,0 0 0,0 0 0,0 0 0,0 0 15,0 0-15,-24 25 0,24-25 0,0 0 0,0 0 0,0 0 16,0 0-16,0 0 0,0 0 0,0 0 0,0 0 15,0 25-15,0-25 0</inkml:trace>
  <inkml:trace contextRef="#ctx0" brushRef="#br0" timeOffset="196062.2141">13965 10368 0,'0'0'0,"0"0"15,0 0-15,0 0 0,0 0 0,0 0 0,0 0 16,0 0-16,0 0 0,0 0 0,0 0 0,-25 0 15,25 0-15,0 25 0,0-25 0,0 25 0,0-25 0,0 25 16,0-25-16,-25 25 0,25-1 0,0 1 0,0-25 0,0 25 16,0 0-16,-24 0 0,24-1 0,0 1 0,0-25 15,0 25-15,0 0 0,-25 0 0,25-1 0,0-24 16,0 25-16,0 0 0,-25-25 0,25 25 0,0-25 0,0 25 15,0-25-15,0 24 0,0-24 0,0 25 0,-25-25 16,25 0-16,0 0 0,0 25 0,0-25 0,0 0 0,0 0 16,0 0-16,0 0 0,0 0 0,0 0 0,0 0 15,0 0-15,0 0 0,0 0 0,0 0 0,0 0 16,0-25-16,25 25 0,-25 0 0,0 0 0,0-25 0,0 25 15,0-24-15,25 24 0,-25-25 0,0 25 0,25-25 16,-25 25-16,0 0 0,24-25 0,-24 25 0,0-25 16,0 25-16,25 0 0,-25 0 0,0 0 0,0-24 15,25 24-15,-25 0 0,0 0 0,0 0 0,25 0 0,-25 24 16,0-24-16,0 0 0,0 0 0,25 25 0,-25-25 0,0 0 15,0 25-15,0-25 0,0 0 0,0 25 16,0-25-16,0 25 0,0-25 0,0 24 0,0-24 0,0 25 0,0 0 16,0-25-16,0 0 0,0 25 0,0-25 0,0 25 15,0-25-15,0 0 0,0 24 0,-25-24 0,25 0 0,0 25 16,0-25-16,0 0 0,0 0 0,-25 0 0,25 0 15,0 25-15,0-25 0,0 0 0,-25 0 0,25 0 16,0 0-16,0 0 0,-25 0 0,25 0 0,0 0 0,-24-25 16,24 25-16,0 0 0,0 0 0,-25 0 0,25 0 15,0-25-15,0 25 0,0 0 0,0 0 0,-25-24 16,25 24-16,0 0 0,0 0 0,0 0 0,0-25 0,0 25 15,0 0-15,0 0 0,25 0 0,-25 0 0,0 0 16,0 0-16,0 0 0,25-25 0,-25 25 0,0 0 16,24 0-16</inkml:trace>
  <inkml:trace contextRef="#ctx0" brushRef="#br0" timeOffset="196668.2488">14387 10864 0,'0'0'0,"0"-24"0,0 24 0,0 0 0,0-25 16,0 25-16,0 0 0,0-25 0,0 25 0,-25 0 0,25-25 16,0 25-16,0 0 0,0 0 0,0-25 0,0 25 15,-25 0-15,25 0 0,0-24 0,0 24 0,0 0 16,-25 0-16,25 0 0,0 0 0,0 0 0,-25 0 0,25 0 15,0 0-15,0 0 0,-24 0 0,24 0 0,0 0 16,-25 0-16,25 0 0,0 0 0,0 24 0,-25-24 16,25 0-16,0 25 0,0-25 0,-25 0 0,25 25 0,0-25 15,0 25-15,0-25 0,0 25 0,-25-25 0,25 24 0,0-24 16,0 25-16,0-25 0,0 25 0,0-25 0,0 25 15,0-25-15,25 0 0,-25 25 0,0-25 0,0 0 16,0 0-16,0 24 0,0-24 0,0 0 0,0 0 0,25 0 16,-25 25-16,0-25 0,0 0 0,0 0 0,0 0 15,25 0-15,-25 0 0,0-25 0,0 25 0,25 0 0,-25 0 16,0 0-16,24 0 0,-24-24 0,0 24 0,0 0 15,25-25-15,-25 25 0,0 0 0,0-25 0,25 25 16,-25 0-16,0-25 0,0 25 0,0-25 0,25 25 0,-25-24 16,0 24-16,0 0 0,0-25 0,0 25 0,0-25 15,0 25-15,0 0 0,0-25 0,0 25 0,0 0 0,0-25 16,0 25-16,0 0 0,0 0 0,0 0 0,0 0 15,0 0-15,0 0 0,0 0 0,0 0 0,0 0 0,0 0 16,0 25-16,0-25 0,0 0 0,0 25 0,0-25 16,0 25-16,0-25 0,0 25 0,0-25 0,0 24 15,0-24-15,-25 25 0,25-25 0,0 25 0,0 0 0,0-25 16,0 0-16,0 25 0,0-25 0,0 24 0,0-24 15,0 0-15,0 25 0,0-25 0,0 0 0,0 0 0,0 0 16,0 0-16,25 0 0,-25 0 0,0 0 0,0 0 16,0 0-16,0 0 0,0 0 0,25 0 0,-25 0 15,0 0-15,25 0 0,-25-25 0,0 25 0,24 0 0,-24-24 16,25 24-16,-25 0 0,25-25 0,-25 25 0,0-25 15,25 25-15,-25-25 0,25 25 0,-25-25 0,24 1 0</inkml:trace>
  <inkml:trace contextRef="#ctx0" brushRef="#br0" timeOffset="196937.2641">14734 10418 0,'0'0'0,"0"0"16,0 0-16,0 0 0,0-25 0,0 25 0,0 0 0,0 0 15,-25 0-15,25 25 0,0-25 0,0 0 0,0 0 16,0 25-16,0-25 0,0 0 78,0 25-78,0-1 0,0-24 0,0 25 0,-25 0 0,25 0 0,0-25 0,0 25 0,0-1 0,0 1 0,0-25 0,0 25 0,-24 0 0,24 0 0,0-25 15,0 24-15,0 1 0,0-25 0,0 25 0,-25 0 0,25-25 0,0 25 0,0-25 0,0 24 0,0-24 0,0 25 0,-25-25 0,25 0 0,0 25 0,0-25 0,0 0 0,0 0 0,0 25 0,0-25 0,0 0 16,0 0-16,0 0 0,0 0 0,0 0 0,0 0 16,-25 0-16,25-25 0,0 25 0,0 0 0,0 0 15,0 0-15,0-25 0</inkml:trace>
  <inkml:trace contextRef="#ctx0" brushRef="#br0" timeOffset="197140.2758">14536 10790 0,'0'0'0,"0"0"0,0 0 16,24 0-16,-24 0 0,0 0 0,0 0 0,0 0 0,0 0 15,25 0-15,-25 0 0,0 0 0,25 0 0,-25 0 16,0 0-16,25 0 0,-25 0 0,0 0 0,25 0 0,-25 0 15,24 0-15,-24 0 0,0 0 0,25 0 0,-25 0 16,0 0-16,25 0 0,-25 0 0,0 0 0,0-25 16,25 25-16,-25 0 0,0 0 0,0 0 0,0 0 0,0-25 15,0 25-15,0 0 0,-25 0 0</inkml:trace>
  <inkml:trace contextRef="#ctx0" brushRef="#br0" timeOffset="197405.2909">14238 10592 0,'0'0'0,"0"-25"0,0 25 0,0 0 15,0 0-15,0 0 0,0 0 0,0 0 0,0-25 16,0 25-16,0 0 0,25 0 0,-25 0 0,0-25 15,0 25-15,0 0 0,0 0 0,24 0 0,-24-25 0,0 25 16,0 0-16,25 0 0,-25 0 0,0 0 0,25-24 0,-25 24 16,0 0-16,25 0 0,-25 0 0,0 0 0,25 0 15,-25 0-15,0 0 0,25 0 0,-25 0 0,0 0 16,24 0-16,-24 0 0,0 24 0,25-24 0,-25 0 0,0 0 15,0 0-15,0 0 0,25 25 0,-25-25 0,0 0 16,0 0-16,0 0 0,25 0 0,-25 25 0,0-25 0,0 0 16,0 0-16,0 0 0,0 0 0,0 25 0,25-25 15,-25 0-15</inkml:trace>
  <inkml:trace contextRef="#ctx0" brushRef="#br0" timeOffset="197614.3029">14858 10220 0,'0'0'0,"0"0"0,0 24 0,0-24 0,0 0 0,0 25 16,0-25-16,-25 0 0,25 25 0,0-25 0,-25 25 15,25-25-15,0 0 0,-24 25 0,24-25 0,0 24 16,-25-24-16,25 0 0,0 25 0</inkml:trace>
  <inkml:trace contextRef="#ctx0" brushRef="#br0" timeOffset="198268.3403">15925 10542 0,'0'0'0,"0"0"0,0 0 0,0 0 16,0 0-16,0 0 0,0 0 0,0 0 0,0 0 15,0 0-15,0 0 0,0 0 0,0 25 0,0-25 16,-25 25-16,25-25 0,0 24 0,0-24 0,0 25 15,0 0-15,0-25 0,0 25 0,0 0 0,-25-1 0,25-24 16,0 25-16,0 0 0,0-25 0,0 25 0,0 0 16,0-25-16,0 24 0,-25 1 0,25-25 0,0 25 0,0-25 15,0 25-15,0-25 0,0 0 0,0 25 0,0-25 16,0 0-16,0 24 0,-25-24 0,25 0 0,0 0 15,0 0-15,0 25 0,0-25 0,0 0 0,0 0 0,0 0 16,0 0-16,0 0 0,0 0 0,0 0 0,0 0 0,0 0 16,0 0-16,0-25 0,25 25 0,-25 0 0,0-24 15,0 24-15,0 0 0</inkml:trace>
  <inkml:trace contextRef="#ctx0" brushRef="#br0" timeOffset="198622.3605">16272 10666 0,'0'0'0,"0"0"0,0 0 0,0 0 16,0-25-16,0 25 0,0 0 0,0 0 0,0 0 15,0 0-15,0 0 0,-25 0 0,25 0 0,0 0 16,0 0-16,-25 0 0,25 0 0,0 0 0,-25 0 0,25 0 15,0 0-15,-24 0 0,24 0 0,0 0 0,-25 0 16,25 25-16,0-25 0,-25 0 0,25 0 0,0 25 16,-25-25-16,25 25 0,0-25 0,0 0 0,-25 24 0,25-24 15,0 25-15,0-25 0,-24 25 0,24-25 0,0 25 16,0 0-16,0-25 0,0 24 0,0-24 0,0 25 0,0-25 15,0 0-15,0 25 0,0-25 0,0 25 0,0-25 16,0 0-16,0 0 0,24 25 0,-24-25 0,0 0 0,0 0 16,25 0-16,-25 0 0,0 0 0,25 0 0,-25 0 15,0 0-15,25 0 0,-25 0 0,0 0 0,25 0 16,-25 0-16,24 0 0,-24-25 0,25 25 0,-25 0 0,25 0 15,-25 0-15,0-25 0,25 25 0,-25 0 0,25 0 16,-25 0-16,0-25 0</inkml:trace>
  <inkml:trace contextRef="#ctx0" brushRef="#br0" timeOffset="198843.3732">16371 10790 0,'0'0'0,"0"0"16,25 0-16,-25-25 0,0 25 0,0 0 0,0 0 15,0 0-15,0 0 0,0-25 0,0 25 0,0 0 16,0 0-16,0 0 0,0 0 0,0 0 0,0 0 0,0 0 16,-25 25-16,25-25 0,0 0 0,0 0 0,0 0 15,0 25-15,0-25 0,0 0 0,0 25 0,0-25 0,0 25 16,0-25-16,0 24 0,0-24 0,-25 25 0,25-25 15,0 25-15,0-25 0,0 25 0,0-25 0,0 25 0,0-25 16,0 24-16,0-24 0,0 0 0,0 0 0,0 25 16,25-25-16,-25 0 0,0 0 0,0 0 0,0 0 15,0 25-15,0-25 0,0-25 0,0 25 0,0 0 0,25 0 16,-25 0-16,0 0 0,0-25 0,25 25 0,-25-24 15,0 24-15,25-25 0</inkml:trace>
  <inkml:trace contextRef="#ctx0" brushRef="#br0" timeOffset="199085.387">16520 10468 0,'0'0'0,"0"0"16,0 0-16,0 0 0,0 0 0,0 0 0,0 0 16,0 0-16,0 0 0,0 0 0,0 0 0,0 0 15,0 0-15,0 0 0,0 0 0,25 0 0,-25 0 0,0 0 16,25 0-16,-25 0 0,24 0 0,1 0 0,-25 24 15,25-24-15,-25 0 0,25 0 0,0 0 0,-25 0 16,24 0-16,1 0 0,0 0 0,-25 0 0,25 0 0,0 0 16,-25 0-16,24 0 0,1 25 0,-25-25 0,25 0 15</inkml:trace>
  <inkml:trace contextRef="#ctx0" brushRef="#br0" timeOffset="199267.3974">16966 10988 0,'0'0'0,"0"0"0,0 0 0,0 0 0,0 0 15,0 0-15,0 0 0,0 0 0,0 0 0,0 0 16,0 0-16,0 0 0,0 0 0,0 0 0,0-24 0,0 24 15,0 0-15,0 0 0,0 0 0,0 0 0,0 0 16,0 0-16,0 0 0,-24 0 0,24 0 0,0-25 0,0 25 16,0 0-16,0 0 0</inkml:trace>
  <inkml:trace contextRef="#ctx0" brushRef="#br0" timeOffset="200041.4417">18604 10790 0,'0'-25'0,"0"25"0,24 0 0,-24 0 0,0 0 0,0 0 16,0-25-16,0 25 0,0 0 0,0 0 0,0 0 15,0-24-15,0 24 0,0 0 0,0 0 0,0 0 16,0 0-16,-24-25 0,24 25 0,0 0 0,0 0 0,0 0 15,0 0-15,0-25 0,0 25 0,0 0 0,0 0 16,-25 0-16,25 0 0,0 0 0,0 0 0,-25 0 16,25 0-16,0 0 0,-25 0 0,25 0 0,0 0 0,-25 0 15,25 25-15,-25-25 0,1 0 0,24 0 0,-25 25 16,25-25-16,-25 0 0,25 24 0,-25-24 0,25 25 15,-25 0-15,25-25 0,0 25 0,-24-25 0,24 25 0,0-1 16,0 1-16,0-25 0,0 25 0,0 0 0,0-25 0,0 25 16,0-25-16,0 24 0,24-24 0,-24 25 0,0-25 15,25 25-15,-25-25 0,25 25 0,-25-25 0,0 0 16,25 0-16,-25 25 0,25-25 0,-1 0 0,-24 0 0,25 0 15,0 0-15,-25 0 0,25-25 0,0 25 0,-25 0 16,25 0-16,-1-25 0,1 25 0,-25 0 0,25 0 16,-25-25-16</inkml:trace>
  <inkml:trace contextRef="#ctx0" brushRef="#br0" timeOffset="201290.5131">18777 10939 0,'0'0'0,"0"0"0,0 0 0,0 0 0,0 0 15,0 0-15,0 0 0,0 0 0,0 0 0,0 0 16,0 0-16,0 0 0,0 0 0,0 0 0,0 0 0,0 0 15,0 0-15,0 0 0,25 0 0,-25 0 0,0 0 16,0 0-16,25-25 0,-25 25 0,25 0 0,-25 0 16,24 0-16,-24-25 0,25 25 0,-25 0 0,25-25 0,-25 25 15,25 0-15,0-24 0,-25 24 0,24-25 0,1 25 0,-25 0 16,25-25-16,0 25 0,-25-25 0,25 25 0,-25-25 15,0 25-15,24 0 0,-24-24 0,0 24 0,25-25 16,-25 25-16,0 0 0,0-25 0,0 25 0,0-25 0,0 25 16,0 0-16,0-25 0,0 25 0,0-24 0,0 24 15,0 0-15,0-25 0,0 25 0,0 0 0,0-25 16,-25 25-16,25 0 0,0 0 0,0-25 0,0 25 0,0 0 15,-24 0-15,24 0 0,0 0 0,0 0 0,0 0 16,-25 0-16,25 0 0,0 0 0,0 0 0,0 0 0,-25 0 16,25 0-16,0 25 0,0-25 0,-25 0 0,25 0 15,0 25-15,0-25 0,0 0 0,-25 25 0,25-25 0,0 0 16,0 24-16,0-24 0,-24 25 0,24-25 0,0 25 15,0-25-15,0 25 0,-25-25 0,25 25 0,0-1 16,0-24-16,0 25 0,-25 0 0,25-25 0,0 25 16,0-25-16,0 25 0,0-1 0,0-24 0,-25 25 0,25 0 15,0-25-15,0 25 0,0-25 0,0 25 0,-25-25 0,25 24 16,0-24-16,0 25 0,0-25 0,0 0 0,0 25 15,0-25-15,0 0 0,0 0 0,0 0 0,0 25 0,0-25 16,0 0-16,0 0 0,0 0 0,0 0 0,0 0 16,0 0-16,0 0 0,0 0 0,0-25 0,0 25 15,0 0-15,0 0 0,25 0 0,-25 0 0,0-25 0,25 25 16,-25 0-16,25-25 0,-25 25 0,25 0 0,-25-24 15,24 24-15,-24-25 0,25 25 0,-25 0 0,25-25 16,-25 25-16,0 0 0,25 0 0,-25 0 0,0-25 0,0 25 16,0 0-16,0 0 0,25 0 0,-25 0 0,0 0 15,0 0-15,0 0 0,0 0 0,0 0 0,0 0 0,0 0 16,0 0-16,0 0 0,0 0 0,0 0 0,0 0 15,0 0-15,0 25 0,0-25 0,0 0 0,0 0 0,0 25 16,-25-25-16,25 0 0,0 25 0,0-25 0,0 24 16,0-24-16,0 0 0,0 25 0,0-25 0,0 25 15,0-25-15,0 25 0,0-25 0,0 0 0,0 25 0,0-25 16,0 0-16,0 0 0,0 0 0,0 24 0,0-24 15,0 0-15,0 0 0,25 0 0,-25 0 0,0 0 0,0 0 16,0 0-16,24 0 0,-24 0 0,0 0 0,25 0 16,-25 0-16,25 0 0,-25 0 0,0 0 0,25-24 0,-25 24 15,25 0-15,-25 0 0,24 0 0,-24-25 0,25 25 16,-25 0-16,0-25 0,25 25 0,-25 0 0,25 0 15,-25-25-15,0 25 0,0 0 0,25-25 0,-25 25 0,0-24 16,0 24-16,0 0 0,0-25 0,24 25 0,-24 0 16,0-25-16,0 25 0,0 0 0,0 0 0,0-25 15,0 25-15,0 0 0,0 0 0,0 0 0,0 0 0,0 0 16,0 0-16,0 0 0,0 0 0,0 0 0,0 0 15,0 0-15,0 0 0,0 25 0,0-25 0,0 0 0,-24 0 16,24 0-16,0 25 0,0-25 0,0 0 0,0 25 16,0-25-16,-25 0 0,25 24 0,0-24 0,0 0 0,0 25 15,0-25-15,0 0 0,0 25 0,0-25 0,0 0 16,0 25-16,0-25 0,0 0 0,0 25 0,0-25 15,0 0-15,0 0 0,0 24 0,0-24 0,0 0 0,0 0 16,0 0-16,0 25 0,0-25 0,0 0 0,0 0 16,0 0-16,0 0 0,0 0 0,25 0 0,-25 0 0,0 0 15,0 0-15,0 0 0,24 0 0,-24 0 0,0 0 16,25 0-16,-25-25 0,0 25 0,25 0 0,-25 0 15,25 0-15,-25-24 0,0 24 0,25 0 0,-25 0 0,24-25 16,-24 25-16,0 0 0,25-25 0,-25 25 0,0-25 16,0 25-16,25 0 0,-25-25 0,0 25 0,25 0 0,-25-24 15,0 24-15,0 0 0,0-25 0,0 25 0,0 0 16,0 0-16,0 0 0,0-25 0,0 25 0,0 0 15,0 0-15,0 0 0,0 0 0,0 0 0,0 0 0,0 0 16,0 0-16,0 0 0,0 0 0,0 0 0,0 25 16,0-25-16,0 0 0,0 0 0,0 0 0,0 25 0,0-25 15,0 0-15,-25 24 0,25-24 0,0 0 0,0 25 16,0-25-16,0 25 0,0-25 0,0 0 0,0 25 0,0-25 15,0 25-15,-25-25 0,25 0 0,0 24 0,0-24 16,0 0-16,0 0 0,25 25 0,-25-25 0,0 0 16,0 0-16,0 0 0,0 0 0,0 0 0,0 25 0,0-25 15,25 0-15,-25-25 0,0 25 0,25 0 0,-25 0 0,25 0 16,-25 0-16,24 0 0,-24 0 0,25-25 0,-25 25 15,25 0-15,-25 0 0,25 0 0,-25-24 0,25 24 16,-25 0-16,24-25 0,-24 25 0,25 0 0,-25-25 0,0 25 16,25-25-16</inkml:trace>
  <inkml:trace contextRef="#ctx0" brushRef="#br0" timeOffset="201695.5363">19844 10939 0,'0'0'15,"0"-25"-15,0 25 0,0 0 0,0 0 0,0 0 0,0 0 16,0 0-16,0 0 0,0 0 0,0 0 0,0 0 16,0 0-16,0 0 0,0 0 0,0 25 0,0-25 0,-25 0 15,25 0-15,0 25 0,0-25 0,0 0 0,0 24 0,0-24 16,0 25-16,0-25 0,0 0 0,0 25 0,-25-25 15,25 25-15,0-25 0,0 0 0,0 25 0,0-25 16,0 0-16,0 24 0,0-24 0,0 0 0,-25 0 0,25 25 16,0-25-16,0 0 0,0 0 0,0 0 0,0 0 15,0 0-15,0 0 0,0 0 0,0 0 0,0 0 0,0 0 16,0 0-16,0 0 0,0 0 0,0 0 0,0 0 15,25 0-15,-25-25 0,0 25 0,0 0 0,0-24 0,25 24 16,-25 0-16,0-25 0,25 25 0,-25 0 0,0-25 16,25 25-16,-25-25 0,0 25 0,24 0 0,-24-25 15,0 25-15,25 0 0,-25 0 0,0-24 0,25 24 0,-25 0 16,0 0-16,0 0 0,25 0 0,-25 0 0,0 0 15,0 0-15,0 0 0,0 24 0,0-24 0,0 0 16,0 0-16,0 0 0,0 0 0,0 25 0,0-25 0,0 0 16,0 25-16,0-25 0,0 0 0,0 0 0,0 25 15,-25-25-15,25 0 0,0 0 0,0 25 0,0-25 0,0 0 16,0 0-16,0 0 0,0 24 0,-25-24 0,25 0 15,0 0-15,0 0 0,0 0 0,0 0 0,0 0 0,0 25 16,25-25-16,-25 0 0,0 0 0,0 0 0,25 0 16,-25 0-16,25 0 0,-25 0 0,24 0 0,1 0 15,-25-25-15</inkml:trace>
  <inkml:trace contextRef="#ctx0" brushRef="#br0" timeOffset="202263.5688">20265 10914 0,'0'0'0,"0"0"0,0 0 0,0-25 0,0 25 0,0 0 0,0 0 0,0 0 0,-24 0 0,24 0 0,0 25 0,0-25 0,0 0 0,-25 0 0,25 25 0,0-25 0,0 0 0,0 25 0,-25-25 0,25 24 0,0-24 0,0 25 0,0-25 0,0 0 16,-25 25-16,25-25 0,0 25 0,0-25 0,0 0 15,0 25-15,0-25 0,0 0 0,0 24 0,0-24 0,0 0 16,0 0-16,0 25 0,0-25 0,0 0 0,0 0 16,25 0-16,-25 0 0,0 0 0,0 0 0,0 0 0,25 0 15,-25 0-15,0-25 0,0 25 0,25 0 0,-25 0 16,0 0-16,24-24 0,-24 24 47,0 0-47,25-25 0,-25 25 0,0 0 0,25-25 0,-25 25 0,0 0 0,0-25 0,25 25 0,-25-25 0,0 25 0,0 0 0,0-24 0,25 24 0,-25 0 0,0 0 0,0 0 0,0 0 15,0 0-15,0 0 0,0 0 0,-25 0 0,25 0 0,0 0 16,0 24-16,0-24 0,0 25 0,0-25 0,-25 0 15,25 25-15,0 0 0,0-25 0,-25 25 0,25-1 16,0-24-16,0 25 0,0 0 0,-25 0 0,25-25 0,0 25 16,0 0-16,0-25 0,0 24 78,0 1-78,0-25 0,-24 25 0,24 0 15,0-25-15,0 25 0,0-1 0,0-24 0,-25 25 0,25-25 0,0 25 0,0-25 0,0 25 0,0-25 0,-25 0 0,25 25 0,0-25 0,0 24 0,0-24 0,0 0 0,-25 0 0,25 25 0,0-25 0,0 0 0,0 0 0,-25 0 0,25 25 0,0-25 0,0 0 0,-24 0 0,24 0 0,0 0 0,-25 0 0,25 0 0,0 0 16,0 0-16,-25 0 0,25 0 0,0 0 0,0 0 15,0 0-15,0 0 0,-25 0 0,25 0 0,0 0 16,0 0-16,0-25 0,0 25 0,0 0 0,0 0 0,0-25 16,0 25-16,0 0 0,0-24 0,0 24 0,0-25 0,25 25 15,-25 0-15,0-25 0,0 0 0,0 25 0,0-25 16,0 25-16,0-24 0,25-1 0,-25 25 0</inkml:trace>
  <inkml:trace contextRef="#ctx0" brushRef="#br0" timeOffset="202696.5936">19670 10517 0,'0'0'0,"0"0"0,0 0 0,0-25 0,0 25 0,0 0 15,0 0-15,0 0 0,0 0 0,25 0 0,-25 0 16,0 0-16,0 0 0,0 0 0,25-24 0,-25 24 15,0 24-15,0-24 0,0 0 0,25 0 0,-25 0 0,0 0 16,0 0-16,24 0 0,-24 25 0,0-25 0,0 0 16,0 0-16,0 25 0,0-25 0,0 0 0,0 0 0,0 0 15,0 25-15,0-25 0,0 0 0,0 0 0,-24 0 16,24 25-16,0-25 0,0 0 0,-25 0 0,25 24 0,-25-24 15,25 0-15,0 0 0,-25 25 0,25-25 0,-25 0 16,25 0-16,0 0 0,-24 0 0,24 25 0,0-25 16,-25 0-16,25 0 0,0 0 0</inkml:trace>
  <inkml:trace contextRef="#ctx0" brushRef="#br0" timeOffset="202913.606">20067 10344 0,'25'0'0,"-25"0"0,0 0 16,0 0-16,0 0 0,0 0 0,-25 0 0,25 0 16,0 24-16,0-24 0,-25 0 0,25 25 0,0-25 0,-25 0 15,25 25-15,0-25 0,-24 25 0,24-25 0,-25 25 0,25-25 16,-25 24-16,25-24 0,-25 0 0,25 25 0,0-25 15,-25 25-15,25-25 0</inkml:trace>
  <inkml:trace contextRef="#ctx0" brushRef="#br0" timeOffset="204394.6907">21109 10815 0,'0'-25'0,"25"25"0,-25 0 16,0-25-16,0 25 0,0 0 0,0 0 0,0-25 15,0 25-15,0 0 0,0 0 0,0 0 0,0 0 0,0-24 16,0 24-16,0 0 0,0 0 0,0 0 0,0 0 16,0 0-16,0 0 0,0 0 0,0 0 0,0 0 15,0 24-15,0-24 0,0 0 0,0 0 0,0 0 0,0 25 16,0-25-16,0 0 0,0 25 0,0-25 0,0 25 15,0-25-15,0 25 0,0-25 0,-25 24 0,25-24 16,0 25-16,0 0 0,0-25 0,0 0 0,0 25 0,-25-25 16,25 25-16,0-25 0,0 24 0,0-24 0,0 0 15,0 25-15,0-25 0,0 0 0,-25 0 0,25 0 0,0 25 16,0-25-16,0 0 0,0 0 0,0 0 0,0 0 15,0 0-15,0 0 0,0 0 0,0 0 0,0 0 0,0 0 16,0 0-16,0 0 0,25 0 0,-25 0 0,0-25 16,0 25-16,0 0 0,0 0 0,0 0 0,0-25 15,0 25-15,0 0 0,0-24 0,25 24 0,-25-25 0,0 25 16,0-25-16,25 25 0,-25-25 0,0 25 0,24-25 15,-24 25-15,0-24 0,25 24 0,-25-25 0,0 0 0,25 25 16,-25 0-16,25-25 0,-25 25 0,0 0 0,25-25 16,-25 25-16,0 0 0,0 0 0,24 0 0,-24 0 15,0 0-15,25 0 0,-25 0 0,0 0 0,0 0 16,0 25-16,25-25 0,-25 0 0,0 25 0,0-25 0,0 0 15,0 25-15,0-25 0,0 25 0,0-25 0,0 24 0,0-24 16,0 25-16,-25-25 0,25 0 0,0 25 0,0-25 16,0 25-16,0-25 0,0 0 0,0 25 0,0-25 15,-25 0-15,25 0 0,0 0 0,0 24 0,0-24 0,0 0 16,0 0-16,0 0 0,0 0 0,0 0 0,0 0 15,0 0-15,0 0 0,0 0 0,0 0 0,0 0 16,0 0-16,0 0 0,0 0 0,0 0 0,0 0 0,0 0 16,0-24-16,0 24 0,0 0 0,0-25 0,25 25 0,-25 0 15,0-25-15,0 25 0,0 0 0,0-25 0,25 25 16,-25 0-16,0-25 0,0 25 0,25 0 0,-25-24 15,0 24-15,0 0 0,25 0 0,-25 0 0,0-25 0,24 25 16,-24 0-16,0 0 0,0 0 0,25 0 0,-25 0 16,0 0-16,25 0 0,-25 0 0,0 25 0,0-25 0,0 0 15,25 0-15,-25 24 0,0-24 0,0 0 0,0 25 16,0-25-16,0 0 0,0 25 0,0-25 0,-25 0 15,25 25-15,0-25 0,0 0 0,0 25 0,0-25 0,0 0 16,0 24-16,0-24 0,0 0 0,-25 0 0,25 25 16,0-25-16,0 0 0,0 0 0,0 25 0,0-25 0,0 0 15,-25 0-15,25 0 0,0 0 0,0 25 0,0-25 16,0 0-16,0 0 0,25 0 0,-25 0 0,0 0 15,0 0-15,0 0 0,25 0 0,-25 0 0,25 0 0,-25 0 16,25-25-16</inkml:trace>
  <inkml:trace contextRef="#ctx0" brushRef="#br0" timeOffset="205089.7304">21704 10864 0,'0'0'0,"0"0"16,0 0-16,0-24 0,0 24 0,0 0 0,0 0 0,0 0 15,0 0-15,0 0 0,0 0 0,0 0 0,0 0 16,0 0-16,0 0 0,0 0 0,0 24 0,0-24 0,0 0 15,0 0-15,0 25 0,0-25 0,0 0 0,0 25 16,-25-25-16,25 25 0,0-25 0,0 0 0,0 25 16,0-25-16,0 24 0,-25-24 0,25 25 0,0-25 0,0 25 15,0-25-15,0 0 0,0 25 0,0-25 0,0 0 16,0 25-16,0-25 0,0 0 0,0 24 0,0-24 0,0 0 15,0 0-15,0 0 0,0 0 0,0 25 0,0-25 16,0 0-16,0 0 0,25 0 0,-25 0 0,0 0 16,0-25-16,0 25 0,25 0 0,-25 0 0,0 0 0,25 0 15,-25-24-15,25 24 0,-25 0 0,0 0 0,25-25 16,-25 25-16,0 0 0,0 0 0,24-25 0,-24 25 15,0-25-15,25 25 0,-25 0 0,0-25 0,25 25 0,-25-24 16,0 24-16,0 0 0,25-25 0,-25 25 0,0-25 16,0 25-16,0 0 0,0 0 0,0 0 0,0-25 0,0 25 15,0 0-15,0 0 0,0 0 0,0 0 0,0 0 16,0 0-16,0 0 0,0 25 0,0-25 0,0 0 0,0 0 15,0 25-15,0-25 0,0 0 0,0 25 0,0-25 16,0 0-16,0 24 0,-25-24 0,25 0 0,0 25 16,0-25-16,0 0 0,0 25 0,0-25 0,0 0 0,0 25 15,-25-25-15,25 0 0,0 25 0,0-25 0,0 0 16,0 0-16,0 0 0,0 24 0,0-24 0,0 0 0,0 0 15,0 0-15,0 0 0,0 0 0,0 0 0,0 0 16,0 0-16,0 0 0,0-24 0,25 24 0,-25 0 0,0 0 16,0 0-16,0-25 0,25 25 0,-25 0 0,25 0 15,-25-25-15,0 25 0,24-25 0,-24 25 0,25-25 16,-25 25-16,25 0 0,-25-24 0,0 24 0,25-25 0,-25 25 15,25 0-15,-25-25 0,0 25 0,24 0 0,-24 0 0,0 0 16,0 0-16,0 0 0,0 0 0,0 0 0,0 0 16,0 25-16,0-25 0,0 0 0,0 25 0,0-25 15,0 0-15,0 24 0,0-24 0,0 0 0,-24 25 0,24-25 16,0 0-16,0 25 0,0-25 0,0 0 0,0 25 15,0-25-15,-25 0 0,25 0 0,0 25 0,0-25 16,0 0-16,0 0 0,0 0 0,0 0 0,0 24 0,25-24 16,-25 0-16,0 0 0,0 0 0,24 0 0,-24 0 15,0 0-15,25 0 0,-25 0 0,25 0 0,-25 0 16,25-24-16,-25 24 0,25 0 0,-1 0 0,-24 0 0,25 0 15,-25-25-15,25 25 0,0 0 0,-25 0 0,25-25 0</inkml:trace>
  <inkml:trace contextRef="#ctx0" brushRef="#br0" timeOffset="205696.7652">22250 10790 0,'0'0'0,"0"0"0,0 0 0,0-25 0,0 25 0,0 0 15,0 0-15,0 0 0,0 0 0,0 0 0,0 0 16,0 0-16,0 0 0,0-25 0,0 25 0,0 0 15,25 0-15,-25 0 0,0 0 0,0-24 0,24 24 0,-24 0 16,25 0-16,-25 0 0,25-25 0,-25 25 0,25 0 16,-25 0-16,25-25 0,-25 25 0,24 0 0,-24-25 15,25 25-15,-25 0 0,25-25 0,-25 25 0,25 0 16,-25-24-16,25 24 0,-25 0 0,24-25 0,-24 25 0,0 0 15,0-25-15,25 25 0,-25 0 0,0-25 0,0 25 0,0 0 16,0-25-16,0 25 0,0 0 0,0-24 0,0 24 16,0-25-16,0 25 0,0 0 0,-25-25 0,25 25 0,0 0 15,0 0-15,0-25 0,0 25 0,-24 0 0,24 0 16,0 0-16,0 0 0,0-25 0,0 25 156,-124 224-156,124-200 15,0-24-15,-25 25 0,25-25 0,0 25 0,0 0 0,-25-25 0,25 25 0,0-1 0,0-24 0,-25 25 0,25-25 0,0 25 0,0-25 0,0 25 0,-25-25 0,25 25 0,0-25 0,0 24 0,0-24 0,0 0 0,0 0 0,0 25 0,0-25 0,0 0 0,0 0 0,0 0 0,0 0 0,0 0 0,0 0 0,0 0 0,0 0 0,25 0 0,-25 0 0,0 0 0,0 0 0,25-25 0,-25 25 16,25 0-16,-25 0 0,0 0 0,25 0 0,-25 0 16,0 0-16,24-24 0,-24 24 0,0 24 0,0-24 0,0 0 15,0 0-15,0 0 0,25 0 0,-25 25 0,0-25 16,0 0-16,0 25 0,0-25 0,-25 25 0,25-25 0,0 0 15,0 25-15,0-25 0,0 24 0,0-24 0,0 25 16,-24-25-16,24 0 0,0 25 0,0-25 0,0 0 16,0 0-16,0 25 0,0-25 0,-25 0 0,25 0 0,0 0 15,0 0-15,0 0 0,-25 0 0,25 0 0,0 0 16,0-25-16,0 25 0,-25 0 0,25 0 0</inkml:trace>
  <inkml:trace contextRef="#ctx0" brushRef="#br0" timeOffset="206186.7932">21779 10294 0,'0'0'0,"0"0"0,0 0 16,0 0-16,0 0 0,0 0 0,0 0 0,0 0 16,0 0-16,0 0 0,0 0 0,0 0 0,0 0 0,0 0 15,0 0-15,0 0 0,0 0 0,0 0 0,0 0 16,0 0-16,0 0 0,0 0 0,0 0 0,0 0 15,0 0-15,0 0 0,0 0 0,0 0 0,0 0 0,0 0 16,0 0-16</inkml:trace>
  <inkml:trace contextRef="#ctx0" brushRef="#br0" timeOffset="208098.9026">23168 10790 0,'24'0'0,"1"0"16,-25-25-16,25 25 0,-25 0 0,25-25 0,0 25 0,-25 0 15,24-24-15,1 24 0,-25-25 0,25 25 0,0 0 0,-25-25 0,25 25 16,-1-25-16,1 25 0,-25-25 0,25 25 0,0-24 0,-25 24 15,25-25-15,-25 25 0,24 0 0,1-25 0,-25 25 0,0-25 0,25 25 16,-25-25-16,25 25 0,-25-24 0,0 24 0,0 0 16,0-25-16,25 25 0,-25-25 0,0 25 0,0 0 0,0-25 15,0 25-15,0 0 0,0-25 0,0 25 0,0 0 16,0 0-16,0-24 0,0 24 0,0 0 0,0 0 0,0 0 15,-25-25-15,25 25 0,0 0 0,0 0 0,0 0 0,-25 0 16,25 0-16,0 0 0,0 0 0,0 0 0,0 0 16,-25 0-16,25 0 0,0 0 0,0 0 0,0 0 0,0 0 15,0 0-15,0 0 0,0 0 0,0 0 0,0 0 0,-25 0 16,25 0-16,0 0 0,0 0 0,0 0 0,0 0 15,0 0-15,0 25 0,0-25 0,0 0 0,-24 0 0,24 0 16,0 24-16,0-24 0,0 0 0,0 25 16,0-25-16,0 25 0,0-25 0,-25 25 0,25-25 0,0 25 15,0-25-15,0 24 0,0-24 0,0 25 0,0-25 16,-25 25-16,25-25 0,0 0 0,0 25 0,0-25 0,0 25 0,0-25 0,0 24 15,0-24-15,-25 0 0,25 25 0,0-25 16,0 0-16,0 25 0,0-25 0,0 0 0,0 25 16,0-25-16,0 0 0,-25 25 0,25-25 0,0 0 0,0 0 15,0 24-15,0-24 0,0 0 0,0 0 0,0 25 16,0-25-16,0 0 0,0 0 0,0 0 0,0 0 0,0 25 15,0-25-15,0 0 0,0 0 0,0 0 0,0 0 16,0 0-16,0 0 0,0 0 0,0 0 0,0 0 0,0 0 16,0 0-16,0-25 0,0 25 0,25 0 0,-25 0 0,0 0 15,0-25-15,25 25 0,-25 0 0,0-24 0,25 24 0,-25 0 16,0-25-16,25 25 0,-25-25 0,0 25 0,0-25 0,24 25 15,-24 0-15,0-25 0,0 25 0,25-24 0,-25 24 0,0 0 0,0 0 0,0 0 0,0-25 0,0 25 0,0 0 0,0 0 0,0 0 0,0 0 0,0 0 0,0 0 0,-25 0 0,25 25 0,0-25 0,0 0 0,0 0 0,0 24 0,-24-24 0,24 0 0,0 0 0,0 25 16,-25-25-16,25 0 0,0 25 0,0-25 0,0 0 0,0 25 0,-25-25 16,25 0-16,0 25 0,0-25 0,0 0 0,0 24 0,0-24 15,0 0-15,0 25 0,0-25 0,0 0 0,0 25 16,0-25-16,0 0 0,0 0 0,0 0 0,0 25 0,0-25 15,0 0-15,0 0 0,0 0 0,0 0 0,25 0 16,-25 0-16,0 0 0,0 0 0,0 0 0,25 0 0,-25 0 16,0 0-16,0 0 0,24 0 0</inkml:trace>
  <inkml:trace contextRef="#ctx0" brushRef="#br0" timeOffset="208919.9495">24085 10567 0,'0'0'0,"0"0"0,0-25 0,0 25 0,0 0 0,0 0 16,0 0-16,0 0 0,0 0 0,0 0 0,0 0 0,0 0 15,0 0-15,0 0 0,0 0 0,0 0 0,0 0 16,0 0-16,-24 0 0,24 0 0,0 0 0,0 0 16,0 0-16,0 0 0,0 0 0,0 0 0,0 0 0,0 0 15,0 25-15,-25-25 0,25 0 0,0 0 0,0 25 16,0-25-16,0 0 0,-25 24 0,25-24 0,0 0 15,0 25-15,0-25 0,-25 25 0,25-25 0,0 25 0,0-25 16,0 25-16,0-25 0,0 24 0,-25-24 0,25 25 16,0-25-16,0 25 0,0-25 0,0 0 0,0 25 0,0-25 15,0 25-15,0-25 0,0 0 0,25 24 0,-25-24 16,0 0-16,0 25 0,0-25 0,0 0 0,0 0 0,0 0 15,0 25-15,0-25 0,25 0 0,-25 0 16,0 0-16,0 0 0,0 0 0,0 0 0,0 0 0,25 0 16,-25 0-16,0-25 0,0 25 0,25 0 0,-25 0 0,0 0 15,24-25-15,-24 25 0,0 0 0,25 0 0,-25-24 16,0 24-16,25-25 0,-25 25 0,0 0 0,25-25 15,-25 25-15,0-25 0,25 25 0,-25-25 0,0 25 0,24-24 16,-24 24-16,0-25 0,0 25 0,25-25 0,-25 25 16,0-25-16,0 25 0,0 0 0,25-25 0,-25 25 0,0 0 15,0 0-15,0-24 0,0 24 0,0 0 0,0 0 16,0 0-16,0 0 0,0 0 0,0 0 0,0 0 15,0 0-15,0 0 0,0 0 0,0 0 0,0 0 16,0 0-16,0 0 0,0 0 0,0 0 0,0 0 0,-25 0 16,25 24-16,0-24 0,0 0 0,0 0 0,0 25 0,0-25 15,-25 25-15,25-25 0,0 0 0,0 25 0,0-25 16,0 25-16,-24-25 0,24 24 0,0-24 0,0 25 15,0-25-15,0 25 0,0-25 0,-25 25 0,25-25 0,0 0 16,0 25-16,0-25 0,0 24 0,0-24 0,0 0 0,0 0 16,0 25-16,0-25 0,0 0 0,0 0 0,0 0 15,0 25-15,0-25 0,0 0 0,0 0 0,0 0 16,0 0-16,0 0 0,0 0 0,0 0 0,0 0 0,0 0 15,0-25-15,0 25 0,0 0 0,0 0 0,0 0 16,0 0-16,0-25 0</inkml:trace>
  <inkml:trace contextRef="#ctx0" brushRef="#br0" timeOffset="209985.0104">25474 10592 0,'0'0'0,"0"0"0,0 0 0,0-25 15,0 25-15,0 0 0,0 0 0,0 0 0,0 0 0,0 0 16,0 0-16,0 0 0,0-25 0,0 25 0,0 0 0,0 0 15,0 0-15,0 0 0,0-25 0,-24 25 0,24 0 16,0 0-16,0 0 0,0 0 0,0 0 0,-25 0 16,25 0-16,0 0 0,0-25 0,-25 25 0,25 0 0,0 0 15,0 0-15,-25 0 0,25 0 0,0 0 0,-25 0 16,25 0-16,0 0 0,-24 0 0,24 0 0,-25 0 15,25 0-15,0 25 0,-25-25 0,25 0 0,-25 0 0,25 0 16,-25 25-16,25-25 0,0 25 0,-24-25 0,24 25 0,-25-25 16,25 24-16,0-24 0,-25 25 0,25-25 0,0 25 15,-25-25-15,25 25 0,0-25 0,0 25 0,-25-25 16,25 24-16,0-24 0,0 25 0,0 0 0,0-25 0,0 0 15,0 25-15,0-25 0,0 25 0,0-25 0,25 24 16,-25-24-16,0 25 0,0-25 0,0 0 0,25 25 16,-25-25-16,0 0 0,0 25 0,25-25 0,-25 0 0,0 0 15,25 0-15,-25 25 0,0-25 0,24 0 16,-24 0-16,0 0 0,25 0 0,-25 0 0,0 0 0,25 0 0,-25 0 15,0 0-15,25 0 0,-25 0 0,0 0 0,25 0 16,-25-25-16,0 25 0,24 0 0,-24 0 0,0 0 0,0-25 16,25 25-16,-25 0 0,0 0 0,0 0 0,0 0 15,0-25-15,0 25 0,0 0 0,0 0 0,25 0 16,-25 0-16,0-25 0,0 25 0</inkml:trace>
  <inkml:trace contextRef="#ctx0" brushRef="#br0" timeOffset="210294.0281">25226 10666 0,'0'0'0,"0"0"0,0 0 16,0 0-16,0 0 0,0 0 0,0 0 0,0 0 15,0 0-15,25 0 0,-25 0 0,0 0 0,0 0 16,25 0-16,-25 0 0,0 0 0,0 0 0,25 0 0,-25 0 15,0 0-15,25 0 0,-25 0 0,24 0 0,-24 0 16,0 25-16,25-25 0,-25 0 0,25 0 0,-25 0 0,0 0 16,25 0-16,-25 0 0,25 0 0,-25 0 0,0 0 15,24 0-15,-24 0 0,0 0 0,25 0 0,-25 0 16,25 0-16,-25 0 0,0 0 0</inkml:trace>
  <inkml:trace contextRef="#ctx0" brushRef="#br0" timeOffset="210844.0596">26119 10468 0,'0'0'0,"0"0"0,0 0 0,0 0 15,0 0-15,0 0 0,0 0 0,0 0 16,0 0-16,0 0 0,0 0 0,0 0 0,0 0 0,-24 0 15,24 0-15,0 24 0,0-24 0,0 0 0,0 0 0,0 25 16,-25-25-16,25 25 0,0-25 0,0 25 0,0-25 16,-25 25-16,25-25 0,0 24 0,0 1 0,-25-25 0,25 25 15,0-25-15,0 25 0,0-25 0,-25 25 0,25-1 16,0-24-16,0 25 0,0-25 0,0 25 0,-24-25 15,24 25-15,0-25 0,0 0 0,0 25 0,0-25 0,0 0 16,0 24-16,-25-24 0,25 0 0,0 0 0,0 25 16,0-25-16,0 0 0,0 0 0,0 0 0,0 0 0,0 0 15,0 0-15,0 0 0,0 0 0,0 0 0,0 0 16,0 0-16,0 0 0,0-25 0,0 25 0</inkml:trace>
  <inkml:trace contextRef="#ctx0" brushRef="#br0" timeOffset="211174.0784">26194 10492 0,'0'0'0,"0"0"0,0 0 0,0 0 0,0 0 0,0 0 16,0 0-16,0 0 0,0-24 0,0 24 0,0 0 16,0 0-16,0 0 0,0 0 0,0 0 0,0 0 0,25 0 15,-25 0-15,0 0 0,0 0 0,0 24 0,0-24 16,24 0-16,-24 0 0,0 0 0,0 0 0,25 0 15,-25 0-15,0 0 0,25 0 0,-25 0 0,0 0 0,25 0 16,-25 0-16,25 25 0,-25-25 0,0 0 0,24 0 16,-24 0-16,0 0 0,25 0 0,-25 0 0,0 0 0,0 0 15,25 0-15,-25 25 0,0-25 0,0 0 0,0 0 16,0 0-16,0 0 0,0 0 0,0 0 0,0 0 0,0 25 15,0-25-15,-25 0 0,25 0 0,0 0 0</inkml:trace>
  <inkml:trace contextRef="#ctx0" brushRef="#br0" timeOffset="211448.0941">26045 10790 0,'0'0'0,"0"0"0,0 0 0,0 0 0,0 0 16,0 0-16,0 0 0,0 0 0,0 0 0,0 0 0,0 0 15,0 0-15,0 0 0,0 0 0,0 0 0,0 0 16,0 0-16,0 0 0,0 0 0,25 0 0,-25 0 0,0 0 16,0 0-16,0 0 0,0 0 0,25 0 0,-25 25 15,0-25-15,0 0 0,24 0 0,-24 0 0,0 0 16,25 0-16,-25 0 0,25 0 0,-25 0 0,0 0 0,25 0 15,-25 0-15,0 25 0,25-25 0,-25 0 0,0 0 16,24 0-16,-24 0 0,0 0 0,0 0 0,0 0 0,0 0 16,0 0-16,0 0 0,0 0 0,0 0 0,0 0 15,0 0-15</inkml:trace>
  <inkml:trace contextRef="#ctx0" brushRef="#br0" timeOffset="211747.1112">25995 11013 0,'0'0'0,"0"0"15,0 0-15,0 0 0,0 0 0,0 0 0,0 0 16,0 0-16,0 0 0,0 0 0,0 0 0,25 0 47,-25 0-47,0 0 0,25 0 0,-25 0 0,25 0 0,-25 0 0,0 0 0,25 0 0,-25 0 0,24 0 0,-24 0 0,0 0 0,25 0 0,-25 0 0,0 0 0,25 0 15,-25 0-15,0 0 0,25 0 0,-25 25 0,0-25 0,0 0 16,0 0-16,0 0 0,0 0 0</inkml:trace>
  <inkml:trace contextRef="#ctx0" brushRef="#br0" timeOffset="213108.1891">23465 10716 0,'0'0'0,"0"0"0,0 0 0,0 0 0,0 0 16,0 0-16,0 0 0,0 0 0,0 0 0,0 0 0,0 0 15,0 0-15,0 0 0,0 0 0,0 0 0,0 0 16,0 0-16,0 0 0,0 0 0,0 0 0,0 0 0,0 0 16,0 0-16,0 0 0,0 0 0,0 0 0,0 0 15,0 0-15,0 0 0,0 0 0,0 0 0,0 0 16,0 0-16,0 0 0,0 0 0,0 0 0,0 0 0,0 0 15,0 0-15,0 0 0,0 0 0,0 0 0,0 0 16,0 0-16,0 0 0,0 0 0,0 0 0,0 0 16,0 0-16,0 0 0,0 0 0,0 0 0,0 0 0,0 0 15,0 0-15,0 0 0,0 0 0,0 0 0,0 0 16,0 0-16,0 0 0,0 0 0,0 0 0,0 0 15,0 0-15,0 0 0,0 0 0,0 0 0,0 0 0,0 0 16,0 0-16,0 0 0,0 0 0,0 0 0,0 0 0,0 0 16,0 0-16,0 0 0,0 0 0,0 0 15,0 0-15,0 24 0,-25-24 0,25 0 0,0 0 0,0 0 16,0 25-16,0-25 0,0 25 0,0-25 0,-24 0 0,24 25 15,0-25-15,0 25 0,0-25 0,0 24 0,-25-24 16,25 25-16,0-25 0,0 25 0,0-25 0,0 0 16,-25 25-16,25-25 0,0 25 0,0-25 0,-25 24 0,25-24 15,0 0-15,0 25 0,0-25 0,-25 0 0,25 25 16,0-25-16,0 0 0,0 0 0,-24 25 0,24-25 0,0 0 15,0 0-15,0 0 0,0 0 0,0 0 0,0 0 16,0 25-16,0-25 0,0 0 0,0 0 0,0 0 16,0 0-16,0 0 0,0 0 0,0 0 0,0 0 0,0-25 15,0 25-15,0 0 0,0 0 0,0 0 0,0 0 16,0 0-16,0 0 0,0-25 0,0 25 0,24 0 0</inkml:trace>
  <inkml:trace contextRef="#ctx0" brushRef="#br0" timeOffset="234337.4033">1984 12055 0,'0'0'0,"0"0"0,0 0 0,0 0 16,0 0-16,0 0 0,0 0 0,0-25 0,0 25 0,0 0 15,0 0-15,0 0 0,0 0 0,0 0 0,0 0 0,0 0 16,0 0-16,0 0 0,0 0 0,0 0 0,0 0 16,0 0-16,0 0 0,0 0 0,0 0 0,0 0 0,0 0 15,0 0-15,0 0 0,0 0 0,0 0 0,0 0 16,0 0-16,0 0 0,0 0 0,0 0 0,0 0 0,0 0 15,0 0-15,0 0 0,0 0 0,0 0 0,0 0 0,0 0 16,0 0-16,0 0 0,0 0 0,0 0 0,0 0 16,0 0-16,0 0 0,0 0 0,0 0 0,0 0 15,0 0-15,0 0 0,0 0 0,0 0 0,0 0 0,0 0 16,0 0-16,0 0 0,25 0 0,-25 0 0,0 25 0,0-25 15,0 0-15,0 0 0,0 0 0,0 25 0,0-25 0,0 0 16,0 25-16,0-25 0,0 0 0,0 24 0,0-24 16,0 25-16,0-25 0,0 0 0,0 25 0,0-25 15,0 25-15,0-25 0,0 25 0,0 0 0,0-25 0,0 24 16,0-24-16,0 25 0,0-25 0,0 25 0,0 0 0,0-25 15,0 25-15,0-25 0,0 24 0,0-24 0,0 0 16,0 25-16,0-25 0,0 0 0,0 25 0,0-25 0,0 0 16,0 0-16,0 0 0,0 25 0,0-25 0,0 0 15,0 0-15,0 0 0,0 0 0,0 0 0,25 0 0,-25 0 16,0 0-16,0 0 0,0 0 0,0 0 0,0-25 0,25 25 15,-25 0-15,0 0 0,0 0 0,0 0 0,0 0 16,0-25-16,25 25 0,-25 0 0,0 0 0,0 0 0,0 0 16,0 0-16,0-25 0,0 25 0,24 0 0,-24 0 15,0 0-15,0-24 0,0 24 0,0 0 0,25 0 0,-25 0 16,0-25-16,0 25 0,0 0 0,0-25 0,25 25 0,-25 0 15,0 0-15,0-25 0,25 25 0,-25 0 0,0 0 16,0-25-16,0 25 0,0 0 0,25-24 0,-25 24 0,0 0 16,0 0-16,0 0 0,0-25 0,24 25 0,-24 0 15,0 0-15,0 0 0,0 0 0,0 0 0,0 0 0,0 0 16,0 0-16,0 0 0,0 0 0,0 0 0,0 0 15,0 0-15,0 0 0,0 0 0,0 0 0,-24 0 0,24 0 16,0 0-16,0 25 0,0-25 0,0 0 0,0 0 0,0 0 16,0 0-16,0 24 0,0-24 0,0 0 0</inkml:trace>
  <inkml:trace contextRef="#ctx0" brushRef="#br0" timeOffset="234783.4288">2456 12204 0,'0'0'0,"0"0"0,0 0 0,0-25 0,0 25 16,0 0-16,0 0 0,0 0 0,0 0 0,0 0 15,0 0-15,0 0 0,0 0 0,0 0 0,0 0 0,0 0 16,0 0-16,0 0 0,0 0 0,0 0 0,0 0 15,0 0-15,0 0 0,0 0 0,0 0 0,0 0 0,0 0 16,0 0-16,0 0 0,0 25 0,0-25 0,0 0 16,0 0-16,0 25 0,0-25 0,0 0 0,0 25 0,0-25 15,0 24-15,0-24 0,0 0 0,-25 25 0,25-25 0,0 25 16,0-25-16,0 25 0,0-25 0,0 0 0,0 25 15,0-25-15,0 24 0,0-24 0,-25 0 0,25 25 0,0-25 16,0 0-16,0 0 0,0 25 0,0-25 0,0 0 16,0 0-16,0 0 0,0 25 0,0-25 0,0 0 0,0 0 15,0 0-15,0 0 0,0 0 78,0 0-31,0 0-47,0 0 0,0 0 0,0 0 0,0 0 0,0 0 0,0 0 0,0 0 0,0 0 0,0 0 0,0 0 0,0 0 0,0-25 0,0 25 0,0 0 0,0 0 0,0 0 0,0-25 0,0 25 0,0 0 0,0-25 0,0 25 0,0 0 0,0-24 0,25 24 0,-25-25 0,0 25 0,0 0 0</inkml:trace>
  <inkml:trace contextRef="#ctx0" brushRef="#br0" timeOffset="235291.4579">2505 12179 0,'0'0'0,"0"-25"15,0 25-15,0 0 0,0 0 0,0 0 0,0-25 0,0 25 16,0 0-16,0 0 0,0 0 0,0-24 0,0 24 0,0 0 16,25 0-16,-25 0 0,0 0 0,0-25 0,0 25 15,0 0-15,0 0 0,25 0 0,-25 0 0,0-25 16,0 25-16,0 0 0,25 0 0,-25 0 0,0 0 0,0 0 15,24 0-15,-24 0 0,0 0 0,25-25 0,-25 25 16,0 0-16,0 0 0,25 0 0,-25 0 0,0 0 0,0 0 16,25 0-16,-25 0 0,0 0 0,0 0 0,0 0 15,25 0-15,-25 0 0,0 25 0,0-25 0,0 0 0,0 0 16,25 25-16,-25-25 0,0 0 0,0 25 0,0-25 15,0 0-15,0 0 0,0 24 0,0-24 0,0 0 0,24 25 16,-24-25-16,0 0 0,0 25 0,0-25 0,0 25 16,0-25-16,0 0 0,0 25 0,0-25 0,0 0 0,0 25 15,0-25-15,0 24 0,0-24 0,0 0 0,0 25 0,0-25 16,0 0-16,0 25 0,0-25 0,-24 25 0,24-25 15,0 0-15,0 25 0,0-25 0,0 0 0,0 24 16,0-24-16,0 0 0,0 0 0,-25 25 0,25-25 0,0 0 16,0 0-16,0 25 0,0-25 0,-25 0 0,25 0 15,0 0-15,0 25 0,-25-25 0,25 0 0,0 0 0,-25 0 16,25 0-16,0 0 0,0 0 0,-25 0 0,25 0 15,0 0-15,0 0 0,0 0 0,-24 0 0,24 0 0,0 0 16,0 0-16,0 0 0,0 0 0,-25 0 0,25 0 0,0 0 16,0 0-16,0 0 0,0 0 0,0 0 0,0 0 15,0 0-15,0 0 0,-25 0 0,25 0 0,0 0 16,0 0-16,0 0 0,0 0 0,0 0 0,0 0 0,0 0 15,0 0-15,0 0 0,0 0 0,0 0 0,0 0 0,0 0 16,0 0-16,0 0 0,0 0 0,0 0 0,0 0 16,0 0-16,0 0 0,0 0 0,0 0 0,0 0 15,0-25-15,0 25 0,0 0 0,0 0 0,0 0 0</inkml:trace>
  <inkml:trace contextRef="#ctx0" brushRef="#br0" timeOffset="235859.4904">1935 12849 0,'0'0'0,"0"0"0,0 0 0,0 0 0,0 0 15,0 0-15,0 0 0,-25 0 0,25 0 0,0 0 0,0 0 16,0 0-16,0 0 0,0 0 0,0 0 0,0 0 16,0 0-16,0 0 0,0 0 0,0 0 0,0 0 0,0 0 15,0 0-15,0-25 0,25 25 0,-25 0 0,0 0 0,0 0 16,0 0-16,0 0 0,0 0 0,25 0 0,-25 0 15,0 0-15,0 0 0,0 0 0,24 0 0,-24 0 0,0 0 16,25 0-16,-25 25 0,0-25 0,25 0 0,-25 0 16,25 0-16,-25 0 0,25 0 0,-25 0 0,24 0 0,-24 0 15,25 0-15,-25 0 0,25 0 0,-25 0 0,25 0 0,0 0 16,-25 25-16,24-25 0,1 0 0,-25 0 0,25 0 15,0 0-15,0 0 0,-25 0 0,24 0 0,1 0 0,0 0 16,0 0-16,0 0 0,-25 0 0,24 0 0,1 0 16,0 0-16,-25 0 0,25 0 0,0 0 0,-25 0 0,24 24 15,-24-24-15,0 0 0,25 0 0,-25 0 0,0 0 16,0 0-16,0 0 0,0 0 0,0 0 0,0 0 15,0 0-15,0 0 0,0 0 0,0 0 0,0 0 0,0 0 16,0 0-16,0 0 0,0 0 0,0 0 0,0 0 0,0 0 16,0 0-16,0 0 0,25 0 0,-25 0 0,0 0 15,0 0-15,0 0 0,0 0 0,0 0 0,0 0 0,0 0 16,0 0-16,0 0 0,25-24 0,-25 24 0,0 0 15,0 0-15</inkml:trace>
  <inkml:trace contextRef="#ctx0" brushRef="#br0" timeOffset="236148.5069">3225 12402 0,'0'-24'0,"0"24"0,0 0 0,0 0 15,0 0-15,0 0 0,0 0 0,0 0 0,0 0 16,0 0-16,0 0 0,0 0 0,0 0 0,0 0 15,0 0-15,0 0 0,0 0 0,0 0 0,0 0 0,0 0 16,0 0-16,0 0 0,0 0 0,0 0 0,0 0 16,0 0-16,0 24 0,0-24 0,0 0 0,0 0 0,0 0 15,0 25-15,-25-25 0,25 0 0,0 25 0</inkml:trace>
  <inkml:trace contextRef="#ctx0" brushRef="#br0" timeOffset="236301.5157">3175 12626 0,'0'0'0,"0"0"16,0 0-16,0 0 0,0 0 0,0 0 0,0 0 15,0 0-15,0 0 0,0 0 0,0 0 0,0 0 0,0 0 16,0 0-16,0 0 0,0 0 0,0 0 0,0 0 16,0 0-16,0 0 0,0 0 0,0 0 0,0 0 0,0 0 15,0 0-15,0 0 0,0 0 0</inkml:trace>
  <inkml:trace contextRef="#ctx0" brushRef="#br0" timeOffset="237836.6035">4713 11931 0,'0'0'0,"0"0"16,0 0-16,0 0 0,0 0 0,0 0 0,0 0 15,0 0-15,0 0 0,0 0 0,0 0 0,0 0 16,0 0-16,0 0 0,0 0 0,0 0 0,0 0 0,0 0 16,0 0-16,0 0 0,0 25 0,0-25 0,0 0 15,0 0-15,0 0 0,0 0 0,0 0 0,0 0 0,0 0 16,0 25-16,0-25 0,0 0 0,0 24 0,0-24 15,0 25-15,0-25 0,0 25 0,-25-25 0,25 25 0,0-25 16,0 25-16,0-25 0,0 24 0,-25-24 0,25 25 16,0-25-16,0 25 0,0-25 0,0 25 0,0-25 15,0 25-15,-25-25 0,25 25 0,0-25 0,0 0 0,0 24 16,0-24-16,0 25 0,-24-25 0,24 25 0,0-25 15,0 0-15,0 25 0,0-25 0,0 0 0,0 25 16,0-25-16,0 0 0,-25 24 0,25-24 0,0 0 0,0 0 16,0 25-16,0-25 0,0 0 0,0 0 0,0 0 0,0 25 15,0-25-15,0 0 0,0 0 0,0 0 0,0 0 16,0 0-16,0 0 0,0 0 0,0 0 0,0 0 15,0 0-15,0 0 0,0 0 0,0 0 0,0 0 0,0 0 16,0 0-16,0 0 0,0-25 0,0 25 0,0 0 16</inkml:trace>
  <inkml:trace contextRef="#ctx0" brushRef="#br0" timeOffset="238675.6514">4713 12055 0,'0'0'16,"0"0"-16,0 0 0,0 0 0,0-25 0,0 25 15,0 0-15,0 0 0,0 0 0,0 0 0,0 0 0,0-25 16,0 25-16,0 0 0,0 0 0,0 0 0,25 0 0,-25 0 15,0-24-15,0 24 0,0 0 0,0 0 0,0 0 16,0 0-16,0 0 0,0 0 0,0-25 0,0 25 16,0 0-16,24 0 0,-24 0 0,0 0 0,0 0 0,0 0 15,0-25-15,25 25 0,-25 0 0,0 0 0,0 0 16,25 0-16,-25 0 0,0 0 0,25 0 0,-25-25 15,0 25-15,0 0 0,25 0 0,-25 0 0,0 0 0,25 0 16,-25 0-16,0 0 0,0 0 0,24 0 0,-24 0 16,0 0-16,0 0 0,0 25 0,25-25 0,-25 0 0,0 0 15,0 0-15,0 25 0,0-25 0,25 0 0,-25 25 16,0-25-16,0 24 0,0-24 0,0 0 0,0 25 15,0-25-15,0 0 0,0 25 0,0-25 0,0 0 0,0 25 16,0-25-16,0 25 0,0-25 0,0 0 0,0 0 16,0 24-16,0-24 0,0 0 0,-25 25 0,25-25 0,0 0 15,0 25-15,-25-25 0,25 0 0,0 25 0,0-25 16,-24 0-16,24 0 0,0 0 0,-25 25 0,25-25 0,0 0 15,0 0-15,-25 0 0,25 0 0,0 0 0,0 0 16,-25 0-16,25 0 0,0 0 0,0 0 0,0 0 16,-25 0-16,25 0 0,0 0 0,0 0 0,0 0 15,0 0-15,0 0 0,0 0 0,0 0 0,0 0 0,0 0 16,0 0-16,0 0 0,0 0 0,0 0 0,0 0 15,0 0-15,0 0 0,0 0 0,0 0 0,0 0 0,0 0 16,0 0-16,0 0 0,0 0 0,0 0 0,0 0 16,0 0-16,0 0 0,0 0 0,0 0 0,0 0 0,0 0 15,0 25-15,25-25 0,-25 0 0,0 0 0,0 0 0,0 0 16,0 24-16,0-24 0,25 0 0,-25 0 0,0 25 15,0-25-15,0 0 0,0 0 0,25 25 0,-25-25 16,0 0-16,0 0 0,25 25 0,-25-25 0,0 0 16,0 0-16,0 25 0,24-25 0,-24 0 0,0 24 0,0-24 15,25 0-15,-25 0 0,0 25 0,0-25 0,25 0 16,-25 0-16,0 25 0,0-25 0,0 0 0,0 0 0,0 0 15,0 25-15,0-25 0,25 0 0,-25 0 0,0 0 16,0 0-16,0 25 0,0-25 0,0 0 0,0 0 16,0 0-16,0 0 0,0 0 0,0 0 0,0 0 15,0 0-15,0 0 0,0 0 0,0 0 0,0 0 0,0 0 0,0 0 16,0 0-16,0 0 0,0-25 0,0 25 15,0 0-15</inkml:trace>
  <inkml:trace contextRef="#ctx0" brushRef="#br0" timeOffset="239254.6846">5209 11807 0,'0'0'0,"-25"0"0,25 0 0,0-25 15,0 25-15,0 0 0,0 0 0,0 0 0,0 0 0,0 0 16,0-25-16,0 25 0,0 0 0,0 0 0,0 0 15,0 0-15,0 0 0,0-24 0,0 24 0,0 0 0,0 0 16,0 0-16,0 0 0,0 0 0,0 0 0,0 0 16,0 0-16,0 0 0,0 0 0,0 0 0,0 0 15,0 0-15,25 0 0,-25 0 0,0 0 0,0 0 0,0 0 16,0 0-16,25 0 0,-25 0 0,0 0 0,0 0 15,0 0-15,0 0 0,25 0 0,-25 0 0,0 0 0,0 0 16,0 24-16,0-24 0,0 0 0,0 0 0,0 0 16,0 0-16,0 25 0,0-25 0,0 0 0,0 0 15,0 25-15,0-25 0,0 0 0,0 0 0,-25 25 0,25-25 16,0 0-16,0 25 0,0-25 0,-25 0 0,25 0 15,0 24-15,-25-24 0,25 0 0,0 0 0,0 25 16,-25-25-16,25 0 0,0 0 0,0 25 0,-24-25 0,24 0 16,0 0-16,0 0 0,0 25 0,0-25 0,0 0 0,0 0 15,0 0-15,-25 0 0,25 0 0,0 0 0,0 0 16,0 0-16,0 0 0,0 0 0,0 0 0,25 0 15,-25 0-15,0 0 0,0 0 0,0 0 0,0 0 0,0 0 16,24 0-16,-24 0 0,0 0 0,0 0 0,25 0 16,-25 0-16,25 0 0,-25 0 0,0 0 0,25 0 15,-25 0-15,0 0 0,25 0 0,-25 0 0,0 0 0,24 0 16,-24 0-16,0 0 0,0 0 0,25 0 0,-25 25 0,0-25 15,0 0-15,0 0 0,25 0 0,-25 0 0,0 0 16,0 0-16,0 0 0,25 0 0,-25 24 0,0-24 16,0 0-16,25 0 0,-25 0 0,24 0 0,-24 0 15</inkml:trace>
  <inkml:trace contextRef="#ctx0" brushRef="#br0" timeOffset="239562.7022">5655 12229 0,'0'0'0,"0"0"0,0 0 16,0 0-16,0 0 0,0 0 0,0 0 0,0 0 0,0 0 16,0 0-16,0 0 0,0 0 0,0 0 0,0 0 15,0 0-15,0 0 0,0 0 0,0 0 0,0 0 0,0 0 16,0 0-16,0 0 0,0 0 0,0 0 0,0 0 0,0 0 15,0 0-15,0 0 0,0 0 0,0 0 0,0 0 16,0 0-16,0 0 0,0 25 0,0-25 0,0 0 16,0 0-16,0 0 0,0 0 0</inkml:trace>
  <inkml:trace contextRef="#ctx0" brushRef="#br0" timeOffset="239820.7169">5680 12477 0,'0'0'0,"0"0"0,0 0 0,0 0 15,0 0-15,0 0 0,0 0 0,0 25 0,0-25 16,25 0-16,-25 0 0,0 0 0,0 0 0,0 0 16,0 0-16,25 24 0,-25-24 0,0 0 0,0 0 0,25 0 15,-25 25-15,0-25 0,0 0 0,0 0 0,24 25 16,-24-25-16,0 0 0,0 0 0,0 25 0,0-25 0,0 0 15,0 25-15,-24-25 0,24 0 0,0 24 0,0-24 16,-25 25-16,25-25 0,0 25 0,-25-25 0,25 0 0,-25 25 16,25-25-16,-25 25 0,25-25 0,-24 0 0,24 24 15,-25-24-15,25 0 0,0 25 0,-25-25 0,25 0 16,-25 0-16</inkml:trace>
  <inkml:trace contextRef="#ctx0" brushRef="#br0" timeOffset="240545.7584">6573 11981 0,'0'0'0,"0"0"0,0 0 0,0 0 0,0-25 0,0 25 0,0 0 0,0 0 0,0 0 0,0 0 0,0 0 0,0 0 16,0 0-16,0 0 0,0 0 0,0 0 0,0 0 0,0 0 16,0 0-16,0 0 0,0 0 0,0 0 0,0 0 0,0 25 15,-25-25-15,25 0 0,0 24 0,0-24 16,0 25-16,0-25 0,0 25 0,0-25 0,0 25 0,0-25 15,-24 25-15,24-25 0,0 24 0,0-24 0,0 25 0,0-25 16,0 25-16,-25 0 0,25-25 0,0 25 0,0-25 16,0 25-16,-25-1 0,25-24 0,0 25 0,0-25 15,0 25-15,0-25 0,0 25 0,-25-25 0,25 25 0,0-25 16,0 24-16,0-24 0,0 0 0,0 25 0,0-25 15,0 0-15,-25 25 0,25-25 0,0 0 0,0 0 16,0 0-16,0 25 0,0-25 0,0 0 0,0 0 0,0 0 16,0 0-16,0 0 0,0 0 0,0 0 0,0 0 15,0 0-15,0 0 0,0 0 0,0 0 0,0 0 16,0-25-16,0 25 0,0 0 0,0 0 0,25 0 0,-25-25 15,0 25-15,0 0 0,0-25 0</inkml:trace>
  <inkml:trace contextRef="#ctx0" brushRef="#br0" timeOffset="241192.7954">6623 12005 0,'0'0'0,"0"0"0,0-24 0,0 24 0,0 0 16,0 0-16,0 0 0,0 0 0,0 0 0,0 0 15,0 0-15,25 0 0,-25 0 0,0 0 0,0-25 0,0 25 16,0 0-16,0 0 0,24 0 0,-24 0 0,0 0 15,0 0-15,25 0 0,-25 0 0,0 0 0,25 0 0,-25 25 16,0-25-16,25 0 0,-25 0 0,0 0 0,0 0 16,25 0-16,-25 0 0,0 24 0,0-24 0,24 0 0,-24 0 15,0 25-15,0-25 0,0 0 0,0 0 0,0 25 16,0-25-16,0 0 0,0 25 0,0-25 0,0 0 15,0 25-15,0-25 0,0 0 0,0 24 0,0-24 0,0 0 16,0 0-16,-24 25 0,24-25 0,0 0 0,0 25 16,-25-25-16,25 0 0,0 0 0,-25 25 0,25-25 0,0 0 15,-25 0-15,25 25 0,0-25 0,0 0 0,-25 0 16,25 0-16,0 25 0,0-25 0,-24 0 0,24 0 0,0 0 15,0 0-15,0 0 0,0 0 0,0 0 0,0 0 16,0 0-16,0 0 0,-25 24 0,25-24 0,0 0 16,0 0-16,0 0 0,0 0 0,0 0 0,0 0 0,0 0 15,0 0-15,0 0 0,0 0 0,0 0 0,25 0 16,-25 0-16,0 0 0,0 0 0,0 0 0,0 0 15,0 0-15,0 0 0,0 0 0,0 0 0,0 0 0,24 0 16,-24 0-16,0 25 0,0-25 0,0 0 0,25 0 16,-25 0-16,0 25 0,25-25 0,-25 0 0,0 25 0,25-25 15,-25 0-15,0 25 0,25-25 0,-25 0 0,0 24 16,24-24-16,-24 0 0,25 25 0,-25-25 0,0 0 15,25 25-15,-25-25 0,0 0 0,0 25 0,0-25 0,25 0 16,-25 0-16,0 0 0,0 25 0,0-25 0,0 0 16,0 0-16,0 0 0,25 24 0,-25-24 0,0 0 0,0 0 15,0 0-15,0 0 0,0 0 0,0 0 0,0 0 16,-25 25-16,25-25 0,0 0 0,0 0 0,0 0 0,0 0 15,0 0-15,0 0 0,0 0 0,0 0 0,0 0 16,0 0-16,0 0 0,0-25 0,0 25 0,0 0 0</inkml:trace>
  <inkml:trace contextRef="#ctx0" brushRef="#br0" timeOffset="242067.8455">7069 11832 0,'0'0'0,"0"0"0,0 0 0,0-25 16,0 25-16,0 0 0,0 0 0,0 0 0,0 0 16,0 0-16,0 0 0,0 0 0,0-25 0,0 25 15,0 0-15,0 0 0,0 0 0,0 0 0,0 0 16,0 0-16,0 0 0,0 0 0,0 0 0,0 0 0,0 0 15,0-25-15,0 25 0,0 0 0,0 0 0,0 0 16,0 0-16,0 0 0,0 0 0,0 0 0,0 0 0,25 0 16,-25 0-16,0 0 0,0 0 0,0 0 0,0 0 0,0 0 15,25 0-15,-25 0 0,0 0 0,0 0 0,25 0 16,-25 0-16,0 0 0,0 0 0,0 0 0,25 0 15,-25 0-15,0 0 0,0 0 0,0 0 0,0 25 0,0-25 16,0 0-16,0 0 0,0 0 0,0 0 0,0 25 16,0-25-16,0 0 0,0 0 0,0 25 0,0-25 15,0 0-15,-25 25 0,25-25 0,0 0 0,0 24 0,0-24 16,-25 0-16,25 0 0,0 0 0,0 25 0,-25-25 15,25 0-15,0 0 0,0 0 0,0 0 0,0 0 0,-25 25 16,25-25-16,0 0 0,0 0 0,0 0 0,0 0 16,0 0-16,0 0 0,0 0 0,0 0 0,0 0 0,0 0 15,0 0-15,0 0 0,0 0 0,0 0 0,0 0 16,0 0-16,0 0 0,25 0 0,-25 0 0,0 0 15,0 0-15,0 0 0,0 0 0,25 0 0,-25 0 0,0 0 16,0 0-16,0 0 0,0 25 0,25-25 0,-25 0 16,0 0-16,0 0 0,0 25 0,25-25 0,-25 0 0,0 0 15,0 24-15,0-24 0,0 0 0,0 25 0,24-25 16,-24 0-16,0 0 0,0 25 0,0-25 0,0 0 15,-24 25-15,24-25 0,0 0 0,0 0 0,0 0 0,0 25 16,-25-25-16,25 0 0,0 0 0,0 0 0,0 0 16,-25 0-16,25 0 0,0 0 0,0 0 0,-25 24 0,25-24 15,0 0-15,0 0 0,-25-24 0,25 24 0,0 0 16,0 0-16,0 0 0,-24 0 0,24 0 0,0 0 15,0 0-15,0 0 0,0 0 0,0 0 0,0 0 0,0 0 16,-25 0-16,25 0 0,0 0 0,0 0 0,0 0 16,0 0-16,0 0 0,0 0 0,0 0 0,0 0 15,0 0-15</inkml:trace>
  <inkml:trace contextRef="#ctx0" brushRef="#br0" timeOffset="243167.9084">7789 12378 0,'0'0'0,"24"0"16,-24 0-16,0 0 0,0 0 0,0 0 0,0 0 0,0 0 15,0 0-15,0 0 0,0 0 0,0 0 0,0 0 16,0 0-16,0 0 0,0 0 0,0 0 0,0 0 0,0 0 15,0 0-15,0 0 0,0 0 0,0 0 0,0 0 16,0 0-16,0 0 0,0 0 0,0 0 0,0 0 0,0 0 16,0 0-16,0 0 0,0 0 0,0 0 0,0 0 15,0 24-15,0-24 0,0 0 0,0 0 0</inkml:trace>
  <inkml:trace contextRef="#ctx0" brushRef="#br0" timeOffset="243429.9234">7888 12601 0,'0'0'0,"0"0"16,0 0-16,0 0 0,0 25 0,25-25 0,-25 0 0,0 0 16,0 0-16,0 0 0,0 0 0,0 0 0,0 0 15,24 0-15,-24 0 0,0 0 0,25 24 0,-25-24 16,0 0-16,25 0 0,-25 0 0,0 25 0,25-25 0,-25 0 15,0 0 17,0 25-32,0-25 0,0 25 0,25-25 0,-25 0 0,0 25 0,-25-25 0,25 0 0,0 24 0,0-24 0,0 0 0,0 25 0,-25-25 0,25 0 0,0 25 15,-25-25-15,25 0 0,0 25 0,-25-25 0,25 0 0,0 25 16,-24-25-16,24 0 0,0 0 0,0 0 0,-25 24 15,25-24-15,0 0 0</inkml:trace>
  <inkml:trace contextRef="#ctx0" brushRef="#br0" timeOffset="243877.949">8855 12105 0,'0'0'0,"0"0"0,0 0 0,0 0 0,0 0 16,0 0-16,0 0 0,0 0 0,0 0 0,-25 0 0,25 0 16,0 0-16,0 0 0,0 0 0,0 0 0,0 24 15,0-24-15,0 0 0,0 25 0,0-25 0,0 25 0,0-25 16,0 25-16,-24-25 0,24 25 0,0 0 0,0-25 15,0 24-15,0-24 0,0 25 0,-25 0 0,25-25 16,0 25-16,0 0 0,0-25 0,0 24 0,-25-24 0,25 25 16,0 0-16,0-25 0,0 25 0,-25-25 0,25 25 0,0-25 15,0 24-15,0-24 0,0 0 0,-25 25 16,25-25-16,0 0 0,0 25 0,0-25 0,0 0 0,0 0 15,0 25-15,0-25 0,0 0 0,0 0 0,0 0 0,0 0 16,0 0-16,0 0 0,0 25 0,0-25 0,0 0 16,0 0-16,0 0 0,0 0 0,0 0 0,0-25 15,0 25-15,0 0 0,0 0 0,0 0 0,0-25 0,0 25 16,0 0-16</inkml:trace>
  <inkml:trace contextRef="#ctx0" brushRef="#br0" timeOffset="244492.9842">8905 12080 0,'25'-25'0,"-25"0"0,24 25 0,-24 0 0,0 0 15,0 0-15,25 0 0,-25 0 0,0-25 0,0 25 0,25 0 0,-25 0 0,0 0 0,25 0 0,-25 0 0,0 0 0,0 0 0,25 0 0,-25 0 0,0 25 0,25-25 0,-25 0 0,0 0 0,0 0 0,24 25 0,-24-25 0,0 0 0,0 25 0,0-25 0,0 0 0,0 25 0,0-25 0,0 24 0,0-24 0,0 0 0,0 25 0,0-25 0,0 0 16,0 25-16,0-25 0,0 25 0,0-25 0,0 0 0,0 25 16,0-25-16,-24 0 0,24 25 0,0-25 0,0 0 0,-25 24 15,25-24-15,0 0 0,0 25 0,-25-25 0,25 0 16,0 0-16,-25 25 0,25-25 0,0 0 0,0 0 0,-25 25 15,25-25-15,0 0 0,0 0 0,-25 0 0,25 25 16,0-25-16,0 0 0,0 0 0,0 0 0,0 0 16,0 0-16,0 0 0,-24 0 0,24 0 0,0 0 0,0 0 15,0 0-15,0 0 0,0 0 0,0 0 0,0 0 16,0 0-16,24 0 0,-24 0 0,0 0 0,0 0 15,0 0-15,0 0 0,0 0 0,0 0 0,0 24 0,0-24 16,0 0-16,25 0 0,-25 0 0,0 0 0,0 0 16,0 0-16,25 25 0,-25-25 0,0 0 0,25 0 0,-25 0 15,25 25-15,-25-25 0,0 0 0,25 0 0,-25 25 16,24-25-16,-24 0 0,0 0 0,25 0 0,-25 25 0,25-25 15,-25 0-15,0 0 0,25 24 0,-25-24 0,0 0 16,0 0-16,0 0 0,25 25 0,-25-25 0,0 0 16,0 0-16,0 0 0,0 25 0,0-25 0,0 0 0,0 0 15,0 0-15,0 0 0,0 0 0,0 0 0,0 0 16,-25 0-16,25 25 0,0-25 0,0 0 0,0 0 15,0-25-15,0 25 0,0 0 0,0 0 0,0 0 16,0 0-16,0 0 0</inkml:trace>
  <inkml:trace contextRef="#ctx0" brushRef="#br0" timeOffset="245015.014">9451 11782 0,'0'0'0,"0"0"0,0 0 0,0 0 15,0-25-15,0 25 0,0 0 0,0 0 0,0 0 16,0 0-16,0 0 0,0 0 0,0 0 0,0 0 15,0 0-15,-25 0 0,25 0 0,0 0 0,0 0 0,0 25 16,0-25-16,-25 0 0,25 0 0,0 0 0,0 25 16,-25-25-16,25 0 0,0 0 0,0 25 0,-25-25 0,25 0 15,0 25-15,0-25 0,-24 0 0,24 0 0,0 24 16,0-24-16,0 0 0,0 0 0,-25 25 0,25-25 0,0 0 15,0 0-15,0 0 0,0 25 0,0-25 0,0 0 16,0 0-16,0 0 0,0 0 0,0 0 0,0 25 16,0-25-16,0 0 0,0 0 0,0 0 0,0 0 0,0 0 15,0 0-15,0 0 0,25 0 0,-25 0 0,0 0 16,0 0-16,0 25 0,24-25 0,-24 0 0,0 0 15,25 0-15,-25 0 0,0 0 0,25 0 0,-25 0 16,0 0-16,25 0 0,-25 0 0,0 0 0,25 0 0,-25 0 16,0 0-16,24 0 0,-24 0 0,0 0 0,25 0 0,-25 0 15,0 0-15,0 0 0,25 0 0,-25 0 0,0 24 16,0-24-16,0 0 0,0 0 0,0 0 0,0 0 0,0 0 15,0 0-15,0-24 0,0 24 0,0 0 0,0 0 16,0 0-16,0 0 0,0 0 0,0 0 0,0-25 16,0 25-16</inkml:trace>
  <inkml:trace contextRef="#ctx0" brushRef="#br0" timeOffset="245327.0319">9550 11857 0,'0'0'0,"0"0"0,0 0 0,0 0 0,0 0 15,0 0-15,0 0 0,0 0 0,0 0 0,0 0 16,0 0-16,0 0 0,0 0 0,0 0 0,0 0 0,0 0 15,0 0-15,0 0 0,0 24 0,0-24 0,0 0 16,0 0-16,0 25 0,0-25 0,0 0 0,0 25 16,0-25-16,0 25 0,-25-25 0,25 25 0,0-25 0,0 0 15,0 24-15,0-24 0,0 25 0,0-25 0,-25 25 16,25-25-16,0 25 0,0-25 0,0 0 0,0 25 0,-25-25 15,25 24-15,0-24 0,0 0 0,0 25 0,0-25 16,0 25-16,-24-25 0,24 0 0,0 25 0,0-25 0,0 0 16,0 0-16,0 0 0,0 0 0,0 0 0,0 0 15</inkml:trace>
  <inkml:trace contextRef="#ctx0" brushRef="#br0" timeOffset="245591.047">9699 12353 0,'0'0'16,"0"0"-16,0 0 0,0 0 0,0 0 0,0 0 15,0 0-15,0 0 0,0 0 0,0 0 0,0 0 0,0 0 16,0 0-16,0 0 0,0 0 0,0 0 0,0 0 15,0 0-15,0 0 0,0 0 0,0 0 0,0 0 16,0 0-16,0 0 0,0 0 0,0 0 0,0 0 0,0 0 16,0 0-16,0 0 0,0 25 0,0-25 0,0 0 15,0 0-15,0 0 0,-25 0 0,25 0 0,0 0 16,0 24-16</inkml:trace>
  <inkml:trace contextRef="#ctx0" brushRef="#br0" timeOffset="245822.0602">9723 12526 0,'0'0'0,"0"0"0,0 0 0,0 0 16,0 25-16,0-25 0,0 0 0,0 0 0,25 0 0,-25 0 16,0 25-16,0-25 0,0 0 0,0 0 0,0 0 0,0 25 15,0-25-15,0 0 0,0 0 0,0 25 0,0-25 16,0 0-16,0 0 0,0 24 0,0-24 0,0 0 15,-25 0-15,25 25 0,0-25 0,0 0 0,-24 0 16,24 25-16,-25-25 0,25 0 0,-25 0 0,25 25 0,-25-25 16,25 0-16,-25 0 0,25 0 0,0 25 0,-24-25 15,24 0-15,-25 0 0,25 0 0,-25 0 0,25 24 0</inkml:trace>
  <inkml:trace contextRef="#ctx0" brushRef="#br0" timeOffset="246287.0868">10269 12526 0,'0'0'0,"0"0"16,0 0-16,0 0 0,0 0 0,0 0 0,0 0 15,0 0-15,0 0 0,0 0 0,0 0 0,0 0 16,0 0-16,0 0 0,0 0 0,0 0 0,0 0 0,0 0 15,0 0-15,0-24 0,0 24 0,0 0 0,0 0 16,0 0-16,0 0 0,0 0 0,0 0 0,0 0 0,0 0 16,0 0-16,0 0 0,0 0 0,0 0 0,0 0 15,0 0-15,25 0 0,-25 0 0</inkml:trace>
  <inkml:trace contextRef="#ctx0" brushRef="#br0" timeOffset="246643.1072">10418 12576 0,'0'0'0,"0"0"0,0 0 0,0 0 15,0 0-15,0 0 0,0 0 0,0 0 0,0 0 16,0 0-16,0 0 0,0 0 0,0 0 0,0 0 0,0 0 16,0 0-16,0 0 0,0 0 0,25-25 0,-25 25 15,0 0-15,0 0 0,25 0 0,-25 0 0,0 0 0,24 0 16,-24 0-16,0 0 0,0 0 0</inkml:trace>
  <inkml:trace contextRef="#ctx0" brushRef="#br0" timeOffset="246872.1203">10716 12576 0,'0'0'0,"0"-25"0,0 25 0,0 0 0,0 0 0,0 0 0,0 0 0,0 0 0,24 0 0,-24 0 0,0 0 0,0 0 0,0 0 0,0 0 0,25 0 0,-25 0 0</inkml:trace>
  <inkml:trace contextRef="#ctx0" brushRef="#br0" timeOffset="247611.1625">11460 12576 0,'0'0'0,"0"0"0,0 0 0,0 0 15,0 0-15,0 0 0,0 0 0,0 0 0,0 0 16,0 25-16,0-50 0,0 25 0,0 0 0,0 0 15,25 0-15,-25 0 0,0 0 0,0 0 0,0 0 0,24-25 16,-24 25-16,0 0 0,0 0 0,25 0 0,-25-25 16,25 25-16,-25 0 0,0 0 0,25-24 0,-25 24 15,25 0-15,-25-25 0,24 25 0,1 0 0,-25-25 0,25 25 16,0-25-16,-25 25 0,25 0 0,-1-25 0,-24 25 15,25-24-15,-25 24 0,25-25 0,0 25 0,-25-25 16,25 25-16,-25-25 0,24 25 0,-24-25 0,25 25 0,-25-24 16,25 24-16,-25-25 0,25 25 0,-25-25 0,0 25 15,25 0-15,-25-25 0,0 25 0,0-25 0,0 25 0,0 0 16,0-25-16,0 25 0,0 0 0,0 0 0,0-24 15,0 24-15,0 0 0,0 0 0,-25-25 0,25 25 0,0 0 16,0 0-16,0 0 0,0-25 0,-25 25 0,25 0 16,0 0-16,0 0 0,0 0 0,-25 0 0,25-25 15,0 25-15,0 0 0,0 0 0,0 0 0,-25 0 0,25 0 16,0 0-16,0 0 0,0 0 0,0 0 0,0 0 15,0 0-15,0 0 0,0 0 0,0 0 0,0 0 0,-24 0 16,24 0-16,0 0 0,0 25 0,0-25 0,0 0 16,0 0-16,0 25 0,-25-25 0,25 0 0,0 25 15,0-25-15,0 24 0,0-24 0,0 0 0,-25 25 0,25 0 16,0-25-16,0 25 0,0-25 0,0 25 0,-25-25 15,25 25-15,0-1 0,0-24 0,-25 25 0,25 0 0,0-25 16,0 25-16,0 0 0,-24-25 0,24 24 0,0-24 16,0 25-16,-25-25 0,25 25 0,0-25 0,0 25 15,0-25-15,0 25 0,0-25 0,0 0 0,0 24 0,0-24 16,0 0-16,0 25 0,0-25 0,0 0 0,0 0 0,0 0 15,0 25-15,0-25 0,0 0 0,0 0 16,0 0-16,0 0 0,25 0 0,-25 0 0,0 0 0,0 0 16,24 0-16,-24 0 0,0 0 0,25 0 0,-25 0 0,0 0 15,25 0-15,-25-25 0,25 25 0</inkml:trace>
  <inkml:trace contextRef="#ctx0" brushRef="#br0" timeOffset="248074.189">12204 12452 0,'25'0'0,"-25"0"0,0-25 0,0 25 0,0 0 0,0 0 15,0-25-15,0 25 0,0 0 0,-25 0 0,25 0 16,0-24-16,0 24 0,0 0 0,0 0 0,0 0 16,-25 0-16,25-25 0,0 25 0,0 0 0,-25 0 0,25 0 15,0 0-15,0 0 0,0 0 0,-25 0 0,25 0 16,0 0-16,-24 0 0,24 0 0,0 0 0,0 25 0,-25-25 15,25 0-15,0 0 0,-25 0 0,25 24 0,0-24 16,0 0-16,-25 25 0,25-25 0,0 0 0,0 25 0,-25-25 16,25 0-16,0 25 0,0-25 0,0 25 0,0-25 15,0 0-15,-24 24 0,24-24 0,24 0 0,-24 0 16,0 25-16,0-25 0,0 0 0,0 0 0,0 0 0,0 25 15,25-25-15,-25 0 0,0 0 0,0 0 0,25 0 16,-25 0-16,0 0 0,0 0 0,25 0 0,-25 0 16,0 0-16,25-25 0,-25 25 0,0 0 0,0 0 0,24 0 15,-24-25-15,0 25 0,25 0 0,-25 0 0,0-24 16,25 24-16,-25 0 0,0 0 0,0-25 0,25 25 0,-25 0 15,0 0-15,0-25 0,0 25 0,0 0 0,0 0 16,0 0-16,0 0 0,0 0 0,0 0 0,0 0 0,0 25 16,0-25-16,0 0 0,0 0 0,0 0 15,0 25-15,0-25 0,0 0 0,0 0 0,0 24 0,0-24 16,0 0-16,0 0 0,0 25 0,0-25 0,0 0 0,0 25 15,0-25-15,0 0 0,0 0 0,0 0 0,0 0 16,0 25-16,0-25 0,0 0 0,0 0 0,0 0 0,0 0 16,0 0-16,0-25 0,0 25 0,0 0 0,25 0 15,-25 0-15</inkml:trace>
  <inkml:trace contextRef="#ctx0" brushRef="#br0" timeOffset="248452.2106">12278 12254 0,'0'0'0,"0"0"0,0 0 0,0 0 0,0-25 0,0 25 15,0 0-15,0 0 0,0 0 0,0 0 0,0 0 16,25 0-16,-25 0 0,0 0 0,25 0 0,-25 0 0,25 0 16,-25 0-16,25 0 0,-1 0 0,-24 0 0,25 0 15,0 0-15,0 0 0,-25 0 0,25 0 0,-1 0 0,1 0 16,-25 0-16,25 25 0,0-25 0,0 0 0,-25 0 15,24 0-15,1 0 0</inkml:trace>
  <inkml:trace contextRef="#ctx0" brushRef="#br0" timeOffset="249171.2518">13370 12502 0,'0'0'0,"0"0"0,0 0 0,0 0 0,0 0 16,0 0-16,0 0 0,0 0 0,0 0 0,0 0 0,0 0 16,0 0-16,0 0 0,0 0 0,0 0 0,0 0 15,0 0-15,0 0 0,0 0 0,0 0 0,0 0 0,0 0 16,0 0-16,0 0 0,25 0 0,-25 0 0,0 0 15,0 0-15,0-25 0,24 25 0,-24 0 0,0 0 16,25 0-16,-25-25 0,0 25 0,25 0 0,-25-25 0,25 25 16,-25 0-16,25-25 0,-25 25 0,24-24 0,-24 24 15,25-25-15,0 25 0,-25-25 0,25 25 0,-25-25 16,25 25-16,-25-25 0,24 25 0,-24 0 0,0-24 0,0 24 15,25-25-15,-25 25 0,0 0 0,0 0 0,0 0 16,0-25-16,0 25 0,0 0 0,0 0 0,0 0 0,0 0 16,0 0-16,0 0 0,0 0 0,0 0 0,0 0 15,0 0-15,0 0 0,0 0 0,0 0 0,0 0 0,0 0 16,0 0-16,0 0 0,0 0 0,0 0 0,0 0 15,0 0-15,0 0 0,0 0 0,0 0 0,0 25 16,0-25-16,0 0 0,0 25 0,0-25 0,0 0 0,-25 24 16,25-24-16,0 25 0,0-25 0,0 25 0,0-25 15,0 25-15,0-25 0,0 25 0,0-25 0,-24 24 0,24-24 16,0 0-16,0 25 0,0-25 0,0 25 0,0-25 15,0 0-15,0 0 0,0 25 0,0-25 0,0 0 0,0 0 16,0 25-16,0-25 0,0 0 0,0 0 0,0 24 16,0-24-16,0 0 0,0 0 0,0 25 0,-25-25 15,25 0-15,0 0 0,0 0 0</inkml:trace>
  <inkml:trace contextRef="#ctx0" brushRef="#br0" timeOffset="250036.3012">14610 12105 0,'0'0'0,"0"0"0,0-25 15,0 25-15,0 0 0,0 0 0,0 0 0,0 0 16,0 0-16,0 0 0,0 0 0,0 0 0,0 0 0,0 0 16,0 0-16,0 0 0,0 0 0,0 0 0,0 0 15,0 25-15,0-25 0,0 0 0,0 0 0,0 24 0,0-24 16,0 25-16,0-25 0,-25 25 0,25-25 0,0 0 15,0 25-15,0 0 0,0-25 0,-25 25 0,25-25 16,0 24-16,0-24 0,0 25 0,0-25 0,0 25 0,-24-25 16,24 25-16,0 0 0,0-25 0,0 24 0,-25-24 15,25 25-15,0-25 0,0 25 0,0-25 0,-25 0 0,25 25 16,0-25-16,0 0 0,0 0 0,0 25 0,0-25 15,-25 0-15,25 0 0,0 0 0,0 0 0,0 0 16,0 0-16,0 0 0,0 0 0,0 0 0,0 0 0,0 0 16,0 0-16,0 0 0,0 0 0,0 0 0,0 0 15,0 0-15,0 0 0,25 0 0,-25-25 0,0 25 0,0 0 16</inkml:trace>
  <inkml:trace contextRef="#ctx0" brushRef="#br0" timeOffset="250402.3222">14932 12179 0,'0'0'0,"0"0"0,0 0 0,0 0 15,0 0-15,0 0 0,0-25 0,-24 25 0,24 0 16,0 0-16,0 0 0,0 0 0,0 0 0,-25 0 15,25 0-15,0 0 0,-25 0 0,25 0 0,0 0 0,0 0 16,-25 0-16,25 0 0,0 0 0,-25 0 0,25 0 16,0 0-16,0 25 0,-24-25 0,24 0 0,0 0 15,-25 0-15,25 25 0,0-25 0,0 0 0,0 25 0,-25-25 16,25 0-16,0 25 0,0-25 0,0 24 0,0-24 0,0 25 15,0-25-15,0 25 0,0-25 0,0 0 0,0 25 16,0-25-16,0 25 0,0-25 0,0 0 0,0 24 16,0-24-16,0 0 0,0 25 0,25-25 0,-25 0 0,0 0 15,0 25-15,25-25 0,-25 0 0,0 0 0,24 0 16,-24 0-16,0 25 0,25-25 0,-25 0 0,25 0 0,-25 0 15,25 0-15,-25 25 0,0-25 0,25 0 0,-25 0 16,0 0-16,24 24 0,-24-24 0,0 0 0,25 0 16,-25 0-16,0 0 0</inkml:trace>
  <inkml:trace contextRef="#ctx0" brushRef="#br0" timeOffset="251007.3568">15677 12278 0,'0'-24'0,"0"24"0,0-25 0,0 25 16,-25 0-16,25-25 0,0 25 0,-25 0 0,25-25 0,0 25 16,-25 0-16,25 0 0,0-25 0,-25 25 0,25 0 15,0 0-15,-24-25 0,24 25 0,0 0 0,0 0 16,-25 0-16,25 0 0,0 0 0,0 0 0,-25 0 0,25 0 15,0 0-15,-25 0 0,25 0 0,0 0 0,-25 25 16,25-25-16,-24 0 0,24 0 0,0 25 0,-25-25 0,25 0 16,-25 25-16,25-25 0,-25 25 0,25-25 0,0 25 15,-25-25-15,25 24 0,-25 1 0,25-25 0,0 25 0,0-25 16,0 25-16,-24 0 0,24-25 0,0 24 0,0-24 15,0 25-15,0-25 0,0 25 0,0-25 0,0 25 16,0-25-16,0 25 0,24-25 0,-24 24 0,0-24 0,0 0 16,0 25-16,0-25 0,25 0 0,-25 0 0,0 25 15,0-25-15,25 0 0,-25 0 0,0 0 0,0 0 16,25 25-16,-25-25 0,0 0 0,25 0 0,-25 0 0,0 0 15,25 0-15,-25 0 0,0-25 0,24 25 0,-24 0 0,0 0 16,0 0-16,25-25 0,-25 25 0,0 0 0,0 0 16,25-25-16,-25 25 0,0 0 0,0 0 0,25-24 15,-25 24-15,0 0 0,0-25 0,0 25 0,0 0 0,0 0 16,0-25-16,0 25 0,0 0 0,0 0 0,0 0 15,0 0-15,0 0 0,0 0 0,0 0 0,0 0 16,0 0-16,0 0 0,0 0 0,0 0 0,0 0 0,0 0 16,0 0-16,0 0 0,0 0 0,0 0 0,0 25 15,0-25-15,0 0 0,-25 0 0,25 25 0,0-25 0,0 0 16,0 24-16,0-24 0,0 0 0,0 0 0,0 25 15,0-25-15,0 0 0,0 0 0,0 0 0,0 0 0,0 25 16,0-25-16,0 0 0,0 0 0,0 0 0,0 0 16,0 0-16,0-25 0,0 25 0,0 0 0,-25 0 15,25 0-15</inkml:trace>
  <inkml:trace contextRef="#ctx0" brushRef="#br0" timeOffset="251394.3789">15453 12402 0,'0'0'0,"0"0"15,0 0-15,0 0 0,0 0 0,0 0 0,0 0 16,0 0-16,0 0 0,0 0 0,0 0 0,25 0 15,-25 0-15,0 0 0,25 0 0,-25 0 0,25 0 0,-25 0 16,25 0-16,-1 0 0,-24 0 0,25 0 0,0 0 16,0 0-16,-25 0 0,25 0 0,-1 0 0,1 0 15,0 0-15,-25 0 0,25 0 0,0 0 0,-1 0 0,-24 0 16,25 0-16</inkml:trace>
  <inkml:trace contextRef="#ctx0" brushRef="#br0" timeOffset="251699.3964">16148 12154 0,'0'0'15,"0"-25"-15,0 25 0,0 0 0,0 0 0,0 0 16,0 0-16,0 0 0,0 0 0,0 0 0,0 0 0,0 0 15,0 0-15,0 0 0,0 0 0,25 0 0,-25 0 16,0 0-16,0 0 0,0 0 0,0 25 0,0-25 16,0 0-16,0 25 0,0-25 0,0 0 0,0 25 0,0-25 15,-25 25-15,25 0 0,0-25 0,0 24 0,0 1 16,0-25-16,0 25 0,-25-25 0,25 25 0,0 0 15,0-25-15,0 24 0,0-24 0,0 25 0,0 0 0,0-25 16,0 0-16,-25 25 0,25-25 0,0 0 0,0 25 16,0-25-16,25 0 0,-25 0 0,0 0 0,0 0 0,0 0 15,0 24-15,0-24 0,0 0 0,0 0 0,0 0 16,25 0-16,-25-24 0,0 24 0,0 0 0,0 0 0,25 0 15,-25 0-15,0 0 0,0-25 0,24 25 0,-24 0 16,0-25-16,25 25 0,-25 0 0,0-25 0,0 25 16,25-25-16,-25 25 0,0-24 0,0 24 0,25 0 0,-25-25 15,0 25-15,0-25 0,0 25 0,25 0 0,-25-25 0,0 25 16,0 0-16,0 0 0,0 0 0,0-25 0,0 25 15,0 0-15,0 0 0,0 0 0,24 0 0,-24 0 16,0 0-16,0 0 0,0 0 0,0-24 0,0 24 0,0 0 16,0 0-16,0 0 0,0 0 0,0 0 0,0 0 15,0 0-15,0 0 0,0 0 0,0 0 0,0 0 16,0 0-16,0 0 0,0 0 0,0 0 0,0 0 0,0 0 15,0 0-15</inkml:trace>
  <inkml:trace contextRef="#ctx0" brushRef="#br0" timeOffset="252915.4659">16842 12055 0,'0'0'0,"0"0"0,0 0 0,0 0 16,0 0-16,0 0 0,0 0 0,0 0 0,0 0 16,0 0-16,0 0 0,0-25 0,0 25 0,0 0 15,0 0-15,0 0 0,0 0 0,0 0 0,0 0 0,0 0 16,0 0-16,0 0 0,0 0 0,0 0 0,0 0 15,0 0-15,0 0 0,0 0 0,0 0 0,0 0 16,0 0-16,0 0 0,0 0 0,0 25 0,0-25 0,0 0 16,0 0-16,0 0 0,0 25 0,0-25 0,0 0 15,0 25-15,-24-25 0,24 24 0,0-24 0,0 25 0,0-25 16,0 25-16,-25-25 0,25 25 0,0-25 0,0 25 15,0-25-15,-25 25 0,25-25 0,0 24 0,0-24 0,0 25 16,0-25-16,-25 25 0,25-25 0,0 25 0,0-25 16,0 25-16,0-25 0,-25 0 0,25 24 0,0-24 15,0 0-15,0 0 0,0 25 0,0-25 0,0 0 0,0 0 16,0 0-16,0 0 0,0 25 0,0-25 0,0 0 0,0 0 15,0 0-15,0 0 0,0 0 0,0 0 0,0 0 16,0 0-16,0 0 0,0 0 0,0 0 0,0 0 16,0 0-16,0 0 0,0 0 0,0-25 0,0 25 15,0 0-15,0 0 0,0 0 0,0 0 0,0-25 0,0 25 16,0 0-16,0 0 0,0-24 0,0 24 0,0 0 15,0-25-15,0 25 0,0 0 0</inkml:trace>
  <inkml:trace contextRef="#ctx0" brushRef="#br0" timeOffset="253249.485">16743 11981 0,'0'0'16,"0"0"-16,0 0 0,0 0 0,0 0 0,0-25 15,0 25-15,0 0 0,0 0 0,0 0 0,0 0 0,0 0 16,0 0-16,0 0 0,0 0 0,0 0 0,25 0 16,-25 0-16,0 0 0,0 0 0,25 25 0,-25-25 0,0 0 15,25 0-15,-25 0 0,24 24 0,1-24 0,-25 0 16,25 0-16,0 0 0,-25 25 0,25-25 0,-1 0 0,1 0 15,0 0-15,0 25 0,-25-25 0,25 0 0,-1 0 16,1 0-16,-25 25 0,25-25 0,0 0 0,-25 0 16,25 0-16,-25 0 0,0 0 0</inkml:trace>
  <inkml:trace contextRef="#ctx0" brushRef="#br0" timeOffset="263340.0622">3870 12378 0,'0'0'0,"0"0"0,0 0 16,0 0-16,0 0 0,0 0 0,0 0 0,0 0 15,0 0-15,0 0 0,0 0 0,0 0 0,0 0 0,0 0 16,0 0-16,0 0 0,0 0 0,0 0 0,0 0 15,0 0-15,0 0 0,0 0 0,0 0 0,0 0 16,0 0-16,0 0 0,0 0 0,0 0 0,0 0 0,0 0 16,0 0-16,0 0 0,0 0 0,0 0 0,0 0 15,0 0-15,0 0 0,0 0 0,0 0 0</inkml:trace>
  <inkml:trace contextRef="#ctx0" brushRef="#br0" timeOffset="263800.0885">3746 12353 0,'0'0'0,"0"0"0,0 0 0,0 0 16,0 0-16,0 0 0,0 0 0,0 0 0,0 0 16,0 0-16,0-25 0,0 25 0,0 0 0,0 0 15,0 0-15,0 0 0,0 0 0,0 0 0,0 0 0,0 0 16,0 0-16,0 0 0,0 0 0,0 0 0,0 0 15,0 0-15,0 0 0,0 0 0,0 0 0,0 0 16,0 0-16,0 0 0,0 0 0,0 0 0,0 0 0,0 0 16,0 0-16,0 0 0,0 0 0,0 0 0,0 0 15,0 0-15,0 0 0,24 0 0,-24 0 0,0 0 0,0 0 16,0 0-16,0 0 0,0 0 0,25 0 0,-25 0 15,0 0-15,0 0 0,0 0 0,25 0 0,-25 0 0,0 0 16,0 0-16,25 0 0,-25 0 0,0 0 0,0 0 16,25 0-16,-25 0 0,0 0 0,0 0 0,0 0 15,24 25-15,-24-25 0,0 0 0,0 0 0,0 0 0,0 0 16,25 0-16,-25 0 0,0 0 0,0 0 0,0 0 15,0 0-15,0 0 0,0 0 0,0 0 0,0 0 16,0 0-16,0 0 0,0 0 0,0 0 0,0 0 0,0 0 16,0 0-16,0 0 0,0 0 0,0 0 0,0 0 15,0 0-15,0 0 0</inkml:trace>
  <inkml:trace contextRef="#ctx0" brushRef="#br0" timeOffset="264122.1069">3845 12254 0,'0'0'0,"0"0"0,0-25 0,0 25 16,0 0-16,0 0 0,0 0 0,0 0 0,0 0 15,0 0-15,0 0 0,0 0 0,0 0 0,0 0 0,0 0 16,0 0-16,0 0 0,0 0 0,0 0 0,0 0 15,0 0-15,0 0 0,0 0 0,0 0 0,0 0 0,0 25 16,0-25-16,0 0 0,0 0 0,0 0 0,0 0 16,0 0-16,0 24 0,0-24 0,0 0 0,0 25 15,0-25-15,0 0 0,0 25 0,0-25 0,-25 0 0,25 25 16,0-25-16,0 0 0,0 25 0,0-25 0,0 0 0,0 24 15,0-24-15,0 0 0,0 25 0,-25-25 0,25 0 16,0 25-16,0-25 0,0 0 0,0 0 0,0 0 16,0 25-16,0-25 0,0 0 0,0 0 0,0 0 0,0 0 15,0 0-15,0 0 0,0 0 0,0 0 0,0 0 16</inkml:trace>
  <inkml:trace contextRef="#ctx0" brushRef="#br0" timeOffset="264631.136">3969 12229 0,'0'0'0,"0"0"0,0-25 0,0 25 0,0 0 0,0 0 16,0 0-16,0 0 0,0 0 0,0 0 0,0 0 15,0 0-15,0 0 0,0 0 0,0 0 0,0 0 16,0 0-16,0 0 0,0 0 0,0 0 0,0 0 0,0 0 15,25 0-15,-25 0 0,0 0 0,0 0 16,0 0-16,0 0 0,0 0 0,0 0 0,0 0 0,0 0 16,0 0-16,24 0 0,-24 0 0,0 0 0,0 0 15,0 25-15,0-25 0,25 0 0,-25 0 0,0 0 0,0 0 16,25 25-16,-25-25 0,0 0 0,0 0 0,25 24 0,-25-24 15,0 0-15,0 0 0,25 25 0,-25-25 0,0 0 16,24 25-16,-24-25 0,0 0 0,0 0 0,25 0 0,-25 25 16,0-25-16,0 0 0,0 0 0,0 25 0,0-25 15,0 0-15,0 0 0,0 24 0,0-24 0,0 0 16,0 0-16,0 25 0,0-25 0,0 0 0,-25 25 0,25-25 15,0 0-15,0 25 0,0-25 0,-24 0 0,24 25 16,0-25-16,0 0 0,-25 24 0,25-24 0,0 0 16,-25 0-16,25 25 0,0-25 0,-25 0 0,25 25 0,-25-25 15,25 0-15,-24 25 0,24-25 0,0 0 0,-25 25 16,25-25-16,-25 0 0,25 0 0,0 0 0,0 24 0,-25-24 15,25 0-15,0 0 0,0 0 0,0 0 0,0 0 16,25 0-16,-25 0 0,0 0 0</inkml:trace>
  <inkml:trace contextRef="#ctx0" brushRef="#br0" timeOffset="265173.167">3795 13791 0,'0'0'0,"-25"0"15,25 0-15,0 0 0,0 0 0,0 0 0,0 0 16,0 0-16,0 0 0,0 0 0,0 0 0,0 0 16,0 0-16,0 0 0,0 0 0,0 0 0,0 0 0,0 0 15,0 0-15,25 0 0,-25 0 0,0 0 0,0 0 0,0 0 16,0 0-16,25 0 0,-25 0 0,0 0 0,0 0 15,25 0-15,-25 0 0,0 0 0,25 0 0,-25-24 16,0 24-16,24 0 0,-24 0 0,0 0 0,25 0 0,-25 0 16,0 0-16,25 0 0,-25 0 0,0 0 0,25 0 15,-25 0-15,0 0 0,0 0 0,0 0 0,25 0 16,-25 0-16,0 0 0,0 0 0,0 0 0,0 0 0,0 0 15,0 0-15,0 0 0,0 0 0,0 0 0,-25-25 16,25 25-16,0 0 0</inkml:trace>
  <inkml:trace contextRef="#ctx0" brushRef="#br0" timeOffset="265418.181">3894 13593 0,'0'0'0,"0"0"0,0 0 0,0 0 16,0 0-16,0 0 0,0 0 0,0 0 0,0 0 15,0 0-15,0 0 0,0 0 0,0 0 0,-24 0 16,24 0-16,0 0 0,0 0 0,0 0 0,0 0 0,0 25 15,0-25-15,0 0 0,0 25 0,0-25 0,0 0 16,0 24-16,0-24 0,0 25 0,0-25 0,-25 25 16,25-25-16,0 25 0,0-25 0,0 25 0,0-25 0,0 0 15,0 24-15,-25-24 0,25 25 0,0-25 0,0 0 0,0 25 16,0-25-16,0 0 0,0 0 0,0 25 0,0-25 15,0 0-15,0 0 0,0 0 0,0 0 0,0 0 16,0 0-16,0 0 0,0 0 0,0 0 0,0 0 0</inkml:trace>
  <inkml:trace contextRef="#ctx0" brushRef="#br0" timeOffset="265786.2021">3994 13593 0,'0'-25'0,"0"25"0,0 0 0,0 0 0,0 0 0,0 0 0,0 0 0,0 0 0,0 0 0,0 0 0,0 0 0,0 0 0,0 0 0,0 0 0,0 0 0,0 0 0,24 0 0,-24 0 0,0 0 0,0 0 0,0 0 15,0 25-15,0-25 0,25 0 0,-25 0 0,0 0 0,0 25 16,0-25-16,25 0 0,-25 0 0,0 25 0,0-25 15,0 0-15,25 0 0,-25 24 0,0-24 0,0 0 16,0 25-16,25-25 0,-25 25 0,0-25 0,0 0 0,0 25 16,0-25-16,0 25 0,0-25 0,24 0 0,-24 24 15,-24-24-15,24 25 0,0-25 0,0 25 0,0-25 0,0 25 16,0-25-16,-25 0 0,25 25 0,0-25 0,0 0 15,-25 24-15,25-24 0,-25 0 0,25 25 0,-25-25 16,25 0-16,0 0 0,-24 0 0,24 25 0,-25-25 0,25 0 16,-25 0-16,25 0 0,0 0 0,0 0 0,0 0 15,-25-25-15,25 25 0,0 0 0,0 0 0,0 0 0,0 0 16,0 0-16,0-25 0,0 25 0,25 0 0,-25 0 15,0 0-15,0-24 0,25 24 0</inkml:trace>
  <inkml:trace contextRef="#ctx0" brushRef="#br0" timeOffset="266182.2247">4688 13643 0,'0'0'0,"0"-25"16,0 25-16,0 0 0,0 0 0,0 0 0,0 0 15,0 0-15,0 0 0,0 0 0,0 0 0,0 0 16,0 0-16,0 0 0,0 0 0,0 0 0,0 0 0,0 0 16,0 0-16,0 0 0,0 25 0,0-25 0,0 0 15,0 24-15,0-24 0,0 25 0,0-25 0,0 25 0,0-25 16,0 25-16,-25-25 0,25 25 0,0-1 0,0-24 15,0 25-15,0-25 0,0 25 0,0 0 0,-25-25 0,25 25 16,0-25-16,0 24 0,0-24 0,0 25 0,0-25 16,0 25-16,0-25 0,0 0 0,-24 25 0,24-25 15,0 0-15,0 25 0,0-25 0,0 0 0,0 0 0,0 24 16,0-24-16,0 0 0,0 0 0,0 0 0,0 0 0,-25 0 15,25-24-15,0 24 0,0 0 0,0 0 0,0 0 16</inkml:trace>
  <inkml:trace contextRef="#ctx0" brushRef="#br0" timeOffset="266428.2388">4564 13643 0,'0'0'0,"0"0"15,25 0-15,-25 0 0,0 0 0,0 0 0,0 0 0,0 0 16,0 0-16,25 0 0,-25 0 0,0 0 0,24 0 0,-24 0 15,25 0-15,-25 0 0,25 0 0,0 0 0,-25 0 16,25 0-16,-1 0 0,1 0 0,-25 0 0,25 0 16,0 0-16,0 0 0,-25 0 0,25 0 0,-1 0 0,-24 0 15,25 0-15,-25 0 0,25 0 0,-25 0 0,25 0 16</inkml:trace>
  <inkml:trace contextRef="#ctx0" brushRef="#br0" timeOffset="267434.2963">4986 13494 0,'0'0'0,"0"0"0,0 0 0,0 0 0,0 0 0,0 0 15,0 0-15,0 0 0,0 0 0,0 0 0,0 0 16,0 25-16,0-25 0,0 0 0,0 24 0,0-24 0,0 0 15,0 25-15,0 0 0,0-25 0,0 25 0,0-25 16,0 25-16,0-1 0,0-24 0,0 25 0,0 0 0,0 0 16,0-25-16,0 25 0,-25-1 0,25-24 0,0 25 15,0-25-15,0 25 0,0 0 0,0-25 0,0 25 16,-25-25-16,25 24 0,0-24 0,0 0 0,0 25 0,0-25 15,0 25-15,0-25 0,0 0 0,0 0 0,0 25 16,0-25-16,0 0 0,0 0 0,0 0 0,0 0 16,0 0-16,0 0 0,0 0 0,0 0 0,0 0 0,0 0 15,0 0-15,0-25 0,25 25 0,-25 0 0,0 0 16,0-25-16,0 25 0,25-25 0,-25 25 0,0 0 0,25-24 15,-25 24-15,0-25 0,0 25 0,24-25 0,-24 25 16,25 0-16,-25-25 0,0 25 0,25 0 0,-25-25 0,0 25 16,0 0-16,25-24 0,-25 24 0,0 0 0,0 0 15,0 0-15,0 0 0,0 0 0,0 0 0,0 0 16,0 0-16,0 0 0,0 0 0,0 0 0,0 0 0,0 0 15,0 0-15,25 0 0,-25 0 0,0 0 0,0 0 16,0 0-16,-25 0 0,25 24 0,0-24 0,0 0 0,0 0 16,0 25-16,0-25 0,0 25 0,0-25 0,0 25 15,0-25-15,0 25 0,0-25 0,0 24 0,0-24 16,0 0-16,0 25 0,-25-25 0,25 25 0,25-25 0,-25 0 15,0 25-15,0-25 0,0 0 0,0 25 0,0-25 16,0 0-16,0 0 0,0 0 0,0 0 0,25 0 0,-25 0 16,0 0-16,0 0 0,24 0 0,-24 0 0,25 0 15,-25 0-15,0 0 0,25 0 0,-25 0 0,25-25 16,-25 25-16,25 0 0,-25-25 0,0 25 0,24 0 0,-24-25 15,0 25-15,25 0 0,-25-25 0,0 25 0,0-24 16,25 24-16,-25 0 0,0-25 0,0 25 0,0-25 0,0 25 16,0 0-16,0-25 0,25 25 0,-25-25 0,0 25 15,0 0-15,0-24 0,0 24 0,0 0 0,0-25 0,0 25 16,0 0-16,0 0 0,0-25 0,0 25 0,0 0 15,0 0-15,0 0 0,0 0 0,0 0 0,0 0 16,0 0-16,0 0 0,0 0 0,0 0 0,0 25 0,0-25 16,0 0-16,0 0 0,-25 25 0,25-25 0,0 0 15,0 24-15,0-24 0,0 25 0,0-25 0,0 25 16,0-25-16,0 0 0,0 25 0,0-25 0,0 25 0,0-25 15,0 24-15,0-24 0,0 25 0,0-25 0,0 25 16,0-25-16,0 0 0,0 25 0,0-25 0,0 0 0,0 25 16,25-25-16,-25 0 0,0 0 0,0 24 0,0-24 15,25 0-15,-25 0 0,0 0 0,0 0 0,24 0 0,-24 0 16,0 0-16,25 0 0,-25 0 0,25 0 0,-25 0 15,0 0-15,25 0 0,-25 0 0,25-24 0,-25 24 16,24 0-16,-24 0 0,0-25 0,25 25 0,-25 0 0,0-25 16,25 25-16,-25-25 0,0 25 0,0-25 0,25 25 15,-25 0-15,0-24 0,0 24 0,0-25 0,0 25 0,0 0 16,25-25-16,-25 25 0,0-25 0,0 25 0,0 0 15,0-25-15,0 25 0,0 0 0,0 0 0,0 0 0,0 0 16,0-24-16,0 24 0,0 0 0,-25 0 0,25 0 16,0 24-16,0-24 0,0 0 0,0 0 0,0 0 15,0 0-15,0 25 0,0-25 0,0 0 0,0 25 0,0-25 16,-25 25-16,25-25 0,0 25 0,0-25 0,0 24 15,0-24-15,0 25 0,0-25 0,0 0 0,-25 25 16,25-25-16,0 25 0,0-25 0,0 0 0,0 25 0,0-25 16,0 0-16,0 24 0,0-24 0,0 0 0,0 0 15,0 0-15,0 25 0,25-25 0,-25 0 0,0 0 0,0 0 16,0 0-16,0 0 0,0 0 0,25 0 0,-25 0 15,0 0-15,25 0 0,-25-25 0,24 25 0,-24 0 0,25 0 16,-25-24-16</inkml:trace>
  <inkml:trace contextRef="#ctx0" brushRef="#br0" timeOffset="268218.3412">5879 13816 0,'0'-25'0,"0"25"0,0 0 0,-25 0 0,25 0 15,0 0-15,0 0 0,0 0 0,0 0 0,-25-24 0,25 24 16,0 24-16,0-24 0,0 0 0,0 0 0,-25 0 15,25 0-15,0 0 0,0 25 0,0-25 0,0 0 0,0 25 16,0-25-16,0 0 0,0 25 0,0-25 0,0 25 16,0-25-16,0 24 0,0-24 0,0 25 0,0-25 15,0 25-15,0-25 0,0 0 0,0 25 0,0-25 0,0 0 16,25 25-16,-25-25 0,0 0 0,0 0 0,0 0 0,25 24 15,-25-24-15,0 0 0,0 0 0,25 0 0,-25 0 16,0 0-16,0 0 0,25 0 0,-25 0 0,0 0 16,24 0-16,-24-24 0,0 24 0,0 0 0,25 0 0,-25 0 15,0-25-15,0 25 0,0 0 0,25-25 0,-25 25 16,0 0-16,0-25 0,0 25 0,0-25 0,0 25 15,0 0-15,0-24 0,0 24 0,0-25 0,0 25 0,0 0 16,0 0-16,0-25 0,0 25 0,0 0 0,0 0 16,0-25-16,25 25 0,-25 0 0,0 0 0,0 0 15,0-25-15,0 25 0,0 0 0,0 0 0,25 0 0,-25 0 16,0 0-16,0 0 0,0 0 0,0 0 0,0 0 15,24 0-15,-24 0 0,0 0 0,0 0 0,0 25 0,25-25 16,-25 0-16,0 0 0,0 25 0,0-25 0,0 0 16,25 25-16,-25-25 0,0 25 0,0-25 0,0 0 0,0 24 15,0-24-15,0 25 0,0-25 0,0 0 0,0 25 16,0-25-16,0 0 0,0 0 0,0 25 0,0-25 15,0 0-15,0 0 0,0 0 0,0 0 0,0 0 0,0 0 16,0 25-16,0-25 0,0 0 0,0 0 0,0 0 0,0 0 16,0-25-16,0 25 0,0 0 0,0 0 0,0 0 15,0 0-15,0-25 0,0 25 0,25 0 0,-25 0 16,0-25-16,0 25 0,0-25 0,25 25 0,-25-24 0,0 24 15,24 0-15,-24-25 0,0 25 0,25-25 0,-25 25 16,0 0-16,25 0 0,-25-25 0,0 25 0,25 0 16,-25 0-16,0 0 0,0 0 0,25 0 0,-25 0 0,0 0 15,0 0-15,0 0 0,0 0 0,0 0 0,24 0 16,-24 25-16,0-25 0,0 0 0,0 0 0,0 25 15,0-25-15,0 0 0,0 25 0,0-25 0,0 0 0,0 24 16,0-24-16,0 0 0,0 25 0,0-25 0,0 25 0,-24-25 16,24 0-16,0 0 0,0 25 0,0-25 0,0 0 15,0 0-15,0 0 0,0 25 0,0-25 125,49 0-125,-49 0 0,25 0 0,-25 0 0,25 0 0,0 0 0,-25-25 0,24 25 0,-24 0 0,25 0 0</inkml:trace>
  <inkml:trace contextRef="#ctx0" brushRef="#br0" timeOffset="268795.3742">6648 13767 0,'0'0'0,"0"0"0,0-25 0,0 25 0,-25 0 15,25 0-15,0-25 0,0 25 0,0 0 0,0 0 16,-25 0-16,25-25 0,0 25 0,0 0 0,0 0 0,0 0 15,0 0-15,-25 0 0,25 0 0,0 25 0,0-25 0,0 0 16,-25 25-16,25-25 0,0 0 0,0 25 0,0-25 16,0 24-16,-24-24 0,24 25 0,0-25 0,0 25 15,0 0-15,0-25 0,0 25 0,0-25 0,0 24 0,0-24 16,0 25-16,0-25 0,0 0 0,0 25 0,24-25 15,-24 0-15,0 0 0,0 25 0,0-25 0,25 0 16,-25 0-16,0 0 0,25 0 0,-25 0 0,0 0 0,25 0 16,-25 0-16,25 0 0,-25-25 0,0 25 0,24 0 15,-24 0-15,25 0 0,-25-25 0,0 25 0,25 0 16,-25-25-16,0 25 0,25 0 0,-25-24 0,0 24 0,0 0 15,0-25-15,0 25 0,25 0 0,-25-25 0,0 25 16,0 0-16,0 0 0,0 0 0,0 0 0,0 0 0,0 0 16,0 0-16,0 0 0,0 0 0,-25 0 0,25 0 15,0 25-15,0-25 0,0 0 0,0 25 0,0-25 0,-25 0 16,25 24-16,0 1 0,0-25 0,0 25 15,0-25-15,-25 25 0,25 0 0,0-25 0,0 24 0,0 1 16,0-25-16,0 25 0,-25-25 0,25 25 0,0 0 0,0-25 16,0 24-16,0 1 0,0 0 0,0-25 0,0 25 15,0 0-15,0-25 0,0 24 0,0-24 0,0 25 0,0-25 16,0 25-16,0-25 0,0 25 0,0-25 0,-24 25 15,24-25-15,0 0 0,0 25 0,0-25 0,0 0 16,-25 0-16,25 24 0,0-24 0,0 0 0,0 0 0,-25 0 16,25 0-16,0 25 0,-25-25 0,25 0 0,0 0 15,-25 0-15,25 0 0,0 0 0,0 0 0,-24 0 0,24 0 16,0 0-16,0 0 0,-25 0 0,25-25 0,0 25 15,0 0-15,0 0 0,-25 0 0,25-24 0,0 24 16,0 0-16,0 0 0,0-25 0,0 25 0,-25-25 0,25 25 16,0 0-16</inkml:trace>
  <inkml:trace contextRef="#ctx0" brushRef="#br0" timeOffset="269146.3943">5928 13469 0,'0'0'0,"-24"0"0,24-25 15,0 25-15,0 0 0,0 0 0,0 0 0,0 0 16,0 0-16,0-25 0,0 25 0,0 0 0,0 0 15,0 0-15,24 0 0,-24 0 0,0 0 0,0 0 0,0-24 16,0 24-16,0 0 0,25 0 0,-25 0 0,0 0 16,0 0-16,0 0 0,25 0 0,-25 0 0,0 24 0,0-24 15,0 0-15,25 0 0,-25 0 0,0 25 0,0-25 16,0 0-16,0 0 0,0 25 0,0-25 0,0 0 15,0 25-15,0-25 0,0 25 0,0-25 0,0 0 0,0 24 16,0-24-16,0 25 0,0-25 0,0 0 0,0 25 16,0-25-16,0 25 0,-25-25 0,25 0 0,0 25 15,0-25-15,-25 0 0,25 24 0,0-24 0,0 0 0,-25 0 16,25 25-16,0-25 0,-24 0 0,24 0 0,0 0 0</inkml:trace>
  <inkml:trace contextRef="#ctx0" brushRef="#br0" timeOffset="269394.4085">5730 13543 0,'0'0'0,"0"0"0,0 0 0,25 0 0,-25 0 0,0 0 15,0 0-15,0 0 0,0 0 0,24 0 0,-24 0 16,0 0-16,0 0 0,0 0 0,0 0 0,0 25 0,0-25 16,0 0-16,0 0 0,0 0 0,0 0 0,0 0 15,0 25-15,0-25 0,0 0 0,0 0 0,0 0 16,0 25-16,0-25 0,0 0 0,-24 0 0,24 0 15,0 0-15,0 25 0,0-25 0,-25 0 0,25 0 0,0 0 16,0 0-16,-25 0 0,25 0 0,0 0 0,0 0 16</inkml:trace>
  <inkml:trace contextRef="#ctx0" brushRef="#br0" timeOffset="269616.4212">5705 13345 0,'0'0'0,"0"0"16,25 0-16,-25 0 0,0 0 0,0 0 15,0-25-15,0 25 0,0 0 0,25 0 0,-25 0 0,24 0 16,-24 0-16,25 0 0,0 0 0,-25 0 0,25 0 0,0 0 16,0-25-16,-1 25 0,1 0 0,25 0 0,-25 0 15,-1 0-15,1 0 0,25 0 0,-25 0 0,-1 0 16,26 0-16,-25 0 0,0 0 0,-1 0 0,1 25 0</inkml:trace>
  <inkml:trace contextRef="#ctx0" brushRef="#br0" timeOffset="270249.4574">7962 13643 0,'-25'0'0,"25"0"16,0 0-16,0 0 0,0 0 0,0 24 0,-24-24 0,24 0 15,0 0-15,-25 0 0,25 0 0,0 0 0,0 25 16,-25-25-16,25 0 0,0 25 0,-25-25 0,25 0 15,0 25-15,0-25 0,-25 25 0,25-25 0,0 0 0,-24 24 16,24-24-16,0 25 0,-25-25 0,25 25 0,0-25 0,-25 25 16,25-25-16,0 0 0,-25 25 0,25-25 0,0 0 15,-25 24-15,25-24 0,0 0 0,-24 0 0,24 25 16,0-25-16,-25 0 0,25 0 0,0 0 0,0 0 0,-25 0 15,25 0-15,0 0 0,0 0 0,0 0 0,0 0 16,0 0-16,-25 0 0,25 0 0,0-25 0</inkml:trace>
  <inkml:trace contextRef="#ctx0" brushRef="#br0" timeOffset="270849.4917">7739 13692 0,'25'0'0,"-25"0"0,0 0 0,0 0 16,0 0-16,0 0 0,0 0 0,0 0 0,0 0 0,0 0 15,0 0-15,0 0 0,0 0 0,0 0 0,0 0 16,0 0-16,0 25 0,0-25 0,0 0 0,25 25 0,-25-25 16,0 0-16,0 25 0,0-25 0,0 24 0,0-24 15,0 25-15,0 0 0,0-25 0,24 25 0,-24-25 16,0 25-16,0-1 0,0-24 0,0 25 0,0-25 0,0 25 15,0-25-15,25 25 0,-25-25 0,0 0 0,0 25 16,0-25-16,0 24 0,25-24 0,-25 0 0,0 25 0,0-25 16,25 0-16,-25 25 0,0-25 0,25 0 0,-25 0 15,0 25-15,24-25 0,-24 0 0,25 0 0,-25 0 16,25 0-16,-25 0 0,25 0 0,0 0 0,-25 0 0,25 0 15,-25 0-15,24 0 0,-24 0 0,25-25 0,-25 25 16,25 0-16,-25 0 0,25 0 0,-25-25 0,0 25 0,25 0 16,-25 0-16,0-25 0,24 25 0,-24 0 0,0-24 15,0 24-15,25 0 0,-25 0 0,0-25 0,0 25 0,0 0 16,0-25-16,0 25 0,0 0 0,0-25 15,0 25-15,0-25 0,0 25 0,0 0 0,-25-24 0,25 24 16,0-25-16,0 25 0,0 0 0,-24-25 0,24 25 0,0 0 16,0 0-16,-25-25 0,25 25 0,0 0 0,0 0 15,-25 0-15,25 0 0,0-25 0,0 25 0,-25 0 16,25 0-16,0 0 0,0 0 0,0 0 0,0 25 0,0-25 15,0 0-15,-25 0 0,25 25 0,0-25 0,0 0 16,0 25-16,0-25 0,0 25 0,0-25 0,0 24 0,0-24 16,0 25-16,0-25 0,0 0 0,0 25 0,0-25 15,0 25-15,25-25 0,-25 0 0,0 25 0,0-25 0,0 24 16,0-24-16,25 0 0,-25 0 0,0 0 0,25 25 15,-25-25-15,0 0 0,25 0 0,-25 0 0,0 0 16,24 0-16,-24 0 0,25 0 0,-25 0 0,25 0 0,0 0 16,-25 0-16,25 0 0,-1 0 0,-24 0 0,25-25 15,0 25-15,0 0 0,-25 0 0,25-24 0,-1 24 0,1 0 16,-25-25-16,25 25 0,-25 0 0,25-25 0,-25 25 15,0-25-15</inkml:trace>
  <inkml:trace contextRef="#ctx0" brushRef="#br0" timeOffset="271206.5121">8706 13543 0,'0'0'0,"0"0"0,-24 0 0,24 0 16,0 0-16,0 0 0,0 0 0,0 0 0,0 25 15,-25-25-15,25 0 0,0 25 0,0-25 0,0 25 0,0-25 16,-25 25-16,25-1 0,0 1 0,0-25 0,0 25 15,0 0-15,0 0 0,0-1 0,-25-24 0,25 25 0,0 0 16,0 0-16,0 0 0,0-25 0,0 24 0,0 1 16,-25-25-16,25 25 0,0-25 0,0 25 0,0-25 15,0 0-15,0 25 0,0-25 0,0 0 0,0 24 0,0-24 16,-24 0-16,24 0 0,0 0 0,0 0 0,0 0 15,0 0-15,0 0 0,0 0 0,-25 0 0,25 0 0,0-24 16,0 24-16,0 0 0</inkml:trace>
  <inkml:trace contextRef="#ctx0" brushRef="#br0" timeOffset="271443.5257">8508 13866 0,'0'0'0,"0"0"0,0 0 0,0 0 0,0 0 0,0 0 16,0 0-16,0 0 0,25 0 0,-25 0 0,0 0 16,25 0-16,-25 0 0,0 0 0,24 0 0,-24 0 15,0 0-15,25-25 0,-25 25 0,25 0 0,-25 0 0,0 0 16,25 0-16,-25 0 0,0-25 0,25 25 0,-25 0 15,0 0-15,0-25 0,0 25 0,24 0 0,-24 0 0,0-24 16</inkml:trace>
  <inkml:trace contextRef="#ctx0" brushRef="#br0" timeOffset="271475.5275">8508 13395 0,'0'0'0,"0"0"0,0 0 0,0 0 16,0 0-16,0 0 0,0 0 0,0 0 0,0 0 0,0 24 15,-25-24-15,25 25 0,0-25 0,0 25 0,0-25 16,0 25-16,-25-25 0,25 25 0,0-25 0,0 24 16,-24 1-16,24-25 0,0 25 0,0-25 0,0 25 0,-25 0 15,25-25-15,0 24 0,0-24 0</inkml:trace>
  <inkml:trace contextRef="#ctx0" brushRef="#br0" timeOffset="272906.6093">9699 13692 0,'0'-25'0,"0"25"0,0 0 16,24 0-16,-24-24 0,0 24 0,0 0 0,0 0 16,0-25-16,0 25 0,0 0 0,0 0 0,0 0 15,0-25-15,0 25 0,0 0 0,0 0 0,0 0 0,0 0 16,0 0-16,0 0 0,0 0 0,0 0 0,0 0 0,0 0 15,0 0-15,0 0 0,0 0 0,0 0 0,-24 0 16,24 25-16,0-25 0,0 0 0,0 0 0,0 25 0,0-25 16,0 24-16,0-24 0,0 25 0,0-25 0,-25 25 15,25-25-15,0 25 0,0 0 0,0-25 0,-25 24 16,25-24-16,0 25 0,0 0 0,0-25 0,0 25 0,0-25 15,-25 25-15,25-25 0,0 24 0,0-24 0,0 25 16,0-25-16,0 25 0,0-25 0,0 0 0,0 25 16,0-25-16,0 0 0,0 0 0,-25 25 0,25-25 0,0 0 15,0 0-15,0 0 0,0 0 0,0 0 0,0 0 0,0 0 16,0 0-16,0 0 0,0 0 0,0 0 0,0 0 15,0 0-15,0 0 0,0-25 0,0 25 0,0 0 16,0 0-16,0-25 0,0 25 0,0 0 0,25-25 16</inkml:trace>
  <inkml:trace contextRef="#ctx0" brushRef="#br0" timeOffset="273180.625">9699 13568 0,'0'0'0,"0"0"0,0 0 0,0 0 0,0 0 15,0 0-15,0 0 0,0 0 0,24 0 0,-24-25 16,0 25-16,0 0 0,0 0 0,0 0 0,25 0 0,-25 25 16,0-25-16,0 0 0,25 0 0,-25 0 0,0 0 15,25 0-15,-25 0 0,25 0 0,-25 0 0,24 0 0,-24 0 16,0 0-16,25 0 0,-25 25 0,25-25 0,-25 0 15,25 0-15,-25 0 0,25 0 0,-25 0 0,0 0 0,24 0 16,-24 0-16,0 0 0,25 0 0,-25 25 0,0-25 16,0 0-16,25 0 0,-25 0 0,0 0 0,0 0 15,0 0-15,0 25 0,0-25 0,-25 0 0,25 0 0,0 0 16,0 0-16</inkml:trace>
  <inkml:trace contextRef="#ctx0" brushRef="#br0" timeOffset="273419.6387">9723 13791 0,'0'0'0,"0"0"0,0 0 0,0 0 0,0 0 0,0 0 0,0 0 0,0 0 0,25 0 16,-25 0-16,0 0 0,0 0 0,25 0 0,-25 0 15,0 0-15,0 0 0,25 0 0,-25 0 0,0 0 0,25 0 16,-25 0-16,0 0 0,24 0 0,-24 25 0,0-25 15,25 0-15,-25 0 0,0 0 0,25 0 0,-25 0 0,0 0 16,25 0-16,-25 0 0,0 0 16,0 0-16,25 0 0,-25 25 0,0-25 0,0 0 0,0 0 0,0 0 15,0 0-15,0 25 0,0-25 0,0 0 0,0 0 0,0 0 16,-25 0-16,25 25 0,0-25 0,-25 0 0</inkml:trace>
  <inkml:trace contextRef="#ctx0" brushRef="#br0" timeOffset="273632.6509">9624 14089 0,'0'0'0,"0"0"0,0 0 0,0 0 0,0 0 0,0 0 0,0 0 0,0 0 0,0 0 0,0 0 0,0 0 0,25 0 0,-25 0 15,0 0-15,0-25 0,25 25 0,-25 0 0,0 0 0,25 0 16,-25 0-16,0 0 0,24 0 0,-24 0 0,0 0 15,25 0-15,-25 0 0,0 0 0,25 0 0,-25 0 0,25 0 16,-25 0-16,0 0 0,25 0 0,-25 0 0,24 0 16,-24 25-16,25-25 0,-25 0 0,25 0 0,-25 0 15,25 0-15,-25 0 0,0 0 0</inkml:trace>
  <inkml:trace contextRef="#ctx0" brushRef="#br0" timeOffset="274842.7201">10641 14039 0,'0'0'0,"0"0"0,0 0 16,0 0-16,0 0 0,0 0 0,0 0 0,0 0 15,0 0-15,0 0 0,0 0 0,0 0 0,0 0 0,25-24 16,-25 24-16,0 0 0,0 0 0,25 0 0,-25 0 15,0-25-15,25 25 0,-25 0 0,0 0 0,24-25 16,-24 25-16,25 0 0,-25 0 0,0-25 0,25 25 0,-25-25 16,25 25-16,-25 0 0,25-24 0,-1 24 0,-24-25 0,25 25 15,-25-25-15,25 25 0,0-25 0,-25 25 0,25-25 16,-25 25-16,24-24 0,-24 24 0,25-25 0,-25 25 15,25-25-15,-25 25 0,25-25 0,-25 25 0,0-25 0,25 25 16,-25-24-16,0 24 0,0 0 0,24-25 0,-24 25 16,0-25-16,0 25 0,0 0 0,0-25 0,0 25 0,0-25 15,0 25-15,25 0 0,-50-24 0,25 24 0,0 0 16,0-25-16,0 25 0,0-25 0,0 25 0,0 0 0,0 0 15,-24-25-15,24 25 0,0 0 0,0 0 0,0-25 16,-25 25-16,25 0 0,0 0 0,0 0 0,0 0 16,-25 0-16,25 0 0,0 0 0,0 0 0,0 0 0,0 0 15,0 0-15,-25 0 0,25 0 0,0 0 0,0 0 16,0 25-16,0-25 0,-25 0 0,25 25 0,0-25 15,0 0-15,0 25 0,0-25 0,-24 25 0,24-25 0,0 24 16,0-24-16,0 25 0,0-25 0,-25 25 0,25-25 16,0 25-16,0-25 0,0 25 0,0-1 0,0-24 0,-25 25 15,25-25-15,0 25 0,0 0 0,0-25 0,0 25 16,0-25-16,0 24 0,0-24 0,0 25 0,0 0 0,0-25 15,0 25-15,0-25 0,0 25 0,0-25 0,0 0 16,0 24-16,0-24 0,0 25 0,0-25 0,0 0 16,0 25-16,0-25 0,0 0 0,0 0 0,0 0 0,0 25 15,0-25-15,0 0 0,0 0 0,25 0 0,-25 0 0,0 0 16,25 0-16,-25 0 0,24 0 0,-24 0 0,25 0 15,-25-25-15,25 25 0,0 0 0,-25 0 0,25 0 16,-25 0-16</inkml:trace>
  <inkml:trace contextRef="#ctx0" brushRef="#br0" timeOffset="275321.7475">11410 13866 0,'0'0'0,"0"-25"0,0 25 0,0 0 0,0-25 0,0 25 15,0 0-15,-25 0 0,25-25 0,0 25 0,0 0 16,0 0-16,0-24 0,0 24 0,-24 0 0,24 0 0,0-25 15,0 25-15,0 0 0,-25 0 0,25 0 0,0 0 16,0 0-16,-25 0 0,25 0 0,0 0 0,0 0 0,-25 0 16,25 0-16,0 0 0,0 25 0,-25-25 0,25 0 15,0 0-15,-24 24 0,24-24 0,0 0 0,-25 25 16,25-25-16,-25 25 0,25-25 0,0 25 0,0-25 0,-25 25 15,25-25-15,0 24 0,0-24 0,0 25 0,0-25 16,-25 0-16,25 25 0,0-25 0,0 0 0,25 25 0,-25-25 16,0 0-16,0 0 0,0 25 0,0-25 0,0 0 15,0 0-15,25 0 0,-25 0 0,0 0 0,0 0 16,25 0-16,-25 0 0,0 0 0,25 0 0,-25 0 0,0 0 15,24 0-15,-24 0 0,25 0 0,-25-25 0,0 25 16,25 0-16,-25 0 0,0 0 0,25-25 0,-25 25 0,0 0 16,0 0-16,25 0 0,-25-25 0,0 25 0,0 0 15,0 0-15,0 0 0,0 0 0,0 0 0,0-25 16,0 25-16,0 0 0,0 0 0,0 0 0,0 0 0,0 25 15,0-25-15,0 0 0,0 0 0,0 0 0,0 0 0,0 25 16,0-25-16,0 0 0,0 25 0,0-25 16,0 0-16,0 25 0,0-25 0,-25 0 0,25 24 0,0-24 15,0 0-15,0 25 0,0-25 0,0 0 0,0 0 0,0 25 16,0-25-16,25 0 0,-25 0 0,0 0 0,0 0 15,0 0-15,0 0 0,0 0 0,0 0 0,24-25 16,-24 25-16,0 0 0,0 0 0,25-25 0,-25 25 0</inkml:trace>
  <inkml:trace contextRef="#ctx0" brushRef="#br0" timeOffset="275589.7628">11435 13692 0,'-25'-25'16,"25"25"-16,0 0 0,0 0 0,0 0 0,0 0 15,0 0-15,0 0 0,0 0 0,0 0 0,0 0 0,0 0 16,25 0-16,-25 0 0,0 0 0,25 0 0,-25 0 15,25 0-15,-25 0 0,24 0 0,-24 0 0,25 0 0,0 0 16,0 0-16,-25 0 0,25 25 0,-1-25 0,1 0 16,0 0-16,0 0 0,0 0 0,-1 25 0,1-25 0,0 0 15,0 0-15,0 0 0,-1 25 0,1-25 0,0 0 16</inkml:trace>
  <inkml:trace contextRef="#ctx0" brushRef="#br0" timeOffset="276517.8159">12601 13419 0,'0'-24'0,"0"24"15,0 0-15,0 0 0,0 0 0,0 0 0,0 0 0,0 0 16,0 0-16,0 0 0,0 0 0,0 0 0,0 0 16,0 0-16,0 0 0,0 0 0,0 24 0,-25-24 0,25 0 15,0 25-15,0-25 0,0 25 0,0-25 0,0 25 16,0 0-16,0-1 0,-25-24 0,25 25 0,0 0 15,0-25-15,0 25 0,0 0 0,0-1 0,0-24 0,-25 25 16,25 0-16,0 0 0,0-25 0,0 25 0,0-1 16,0-24-16,-24 25 0,24 0 0,0-25 0,0 25 0,0-25 15,0 25-15,0-25 0,-25 24 0,25-24 0,0 25 16,0-25-16,0 0 0,0 25 0,0-25 0,0 0 0,0 0 15,0 25-15,0-25 0,0 0 0,0 0 0,0 0 16,0 0-16,0 0 0,0 0 0,0 0 0,0 0 0,0 0 16,0 0-16,0 0 0,0-25 0,0 25 0,25 0 15,-25 0-15,0-25 0</inkml:trace>
  <inkml:trace contextRef="#ctx0" brushRef="#br0" timeOffset="276968.8417">12477 13667 0,'0'0'0,"0"0"0,0 0 0,0 0 0,0 0 15,0 0-15,0 0 0,0-24 0,0 24 0,0 0 16,0 0-16,0 0 0,25 24 0,-25-24 0,24 0 0,-24 0 16,0 0-16,25 0 0,-25 0 0,25 0 0,0 0 15,-25 0-15,25 0 0,-1 0 0,-24 25 0,25-25 16,-25 0-16,25 0 0,0 0 0,-25 0 0,25 0 0,-25 25 15,24-25-15,-24 0 0,25 0 0,-25 25 0,25-25 16,-25 0-16,25 0 0</inkml:trace>
  <inkml:trace contextRef="#ctx0" brushRef="#br0" timeOffset="277345.8633">12973 13791 0,'0'0'0,"0"0"0,0 0 15,0-24-15,0 24 0,0 0 0,0-25 0,0 25 16,-25 0-16,25 0 0,0-25 0,0 25 0,0 0 0,-25 0 15,25-25-15,0 25 0,0 0 0,0 0 0,-25 0 0,25 0 16,0 0-16,0-25 0,-24 25 0,24 0 0,0 0 16,-25 0-16,25 0 0,0 0 0,-25 0 0,25 25 15,0-25-15,-25 0 0,25 0 0,0 0 0,-25 25 0,25-25 16,0 0-16,-24 25 0,24-25 0,0 0 0,-25 25 15,25-25-15,0 24 0,-25-24 0,25 25 0,0-25 16,0 25-16,0-25 0,0 0 0,0 25 0,0-25 0,0 25 16,0-25-16,0 24 0,0-24 0,0 0 0,0 25 15,0-25-15,0 0 0,0 0 0,25 0 0,-25 25 16,0-25-16,0 0 0,0 0 0,25 0 0,-25 0 0,0 0 15,24 0-15,-24 0 0,0 0 0,25 0 0,-25 0 0,0 0 16,25 0-16,-25-25 0,25 25 0,-25 0 0,0 0 16,25 0-16,-25-25 0,0 25 0,24 0 0,-24-24 15,0 24-15,25 0 0,-25 0 0,0-25 0,0 25 0,0 0 16,0-25-16,0 25 0,25 0 0,-25-25 0,0 25 15,0 0-15,0 0 0,0-25 0,0 25 0,0 0 0,0 0 16,0 0-16,0-24 0,0 24 0,0 0 0,0 0 16,0 0-16,0 0 0,0 0 0,0 0 0,0 0 0,0 0 15,0 0-15,0 0 0,0 0 0,0 0 0,0 0 16,0 0-16,-25 0 0,25 0 0,0 0 0,0 0 15,0 24-15,0-24 0,0 0 0,0 0 0,0 25 0,-25-25 16,25 0-16,0 25 0,0-25 0,0 0 0,0 25 16,0-25-16,0 25 0,0-25 0,0 0 0,-24 24 15,24-24-15,0 0 0,0 25 0,0-25 0,0 0 0,0 25 16,24-25-16,-24 0 0,0 0 0,0 25 0,0-25 15,0 0-15,0 0 0,0 0 0,25 25 0,-25-25 0,0 0 16,0 0-16,25 0 0,-25 0 0,0 0 0,25 0 16,-25 0-16,25 0 0,-25 0 0,24 0 0,-24 0 0,0 0 15,25 0-15,-25 0 0,25 0 0,-25-25 0,0 25 16,25 0-16,-25 0 0,0 0 0,0 0 0,25-25 15,-25 25-15,0 0 0,0 0 0,0-25 0,0 25 0,0 0 16,0-25-16,0 25 0,0 0 0</inkml:trace>
  <inkml:trace contextRef="#ctx0" brushRef="#br0" timeOffset="278353.9209">13271 13742 0,'0'0'0,"0"0"0,0 0 0,0-25 15,0 25-15,0 0 0,0 0 0,0 0 0,0 0 16,0 0-16,0 0 0,0 0 0,0 0 0,0 0 16,0 0-16,0 0 0,0 0 0,0 0 0,0 0 0,0 0 15,0 0-15,0 0 0,0 0 0,0 0 0,0 0 16,-25 25-16,25-25 0,0 0 0,0 0 0,0 0 0,0 25 15,0-25-15,0 0 0,0 0 0,0 24 0,0-24 16,0 25-16,0-25 0,0 25 0,0-25 0,0 25 0,0-25 16,-25 25-16,25-25 0,0 24 0,0-24 0,0 25 15,0-25-15,0 25 0,0 0 0,0-25 0,-25 25 16,25-25-16,0 24 0,0-24 0,0 25 0,0-25 0,0 25 15,0-25-15,-25 0 0,25 25 0,0-25 0,0 25 0,0-25 16,0 24-16,-25-24 0,25 25 0,0-25 0,0 25 16,0-25-16,-24 25 0,24-25 0,0 25 0,0-25 15,0 24-15,-25-24 0,25 0 0,0 25 0,0-25 16,0 25-16,0-25 0,0 0 0,0 25 0,0-25 0,-25 0 15,25 0-15,0 25 0,0-25 0,0 0 0,0 0 16,0 0-16,0 0 0,0 25 0,0-25 0,0 0 0,0 0 16,0 0-16,0 0 0,0 0 0,0 0 0,0 0 15,0 0-15,0 0 0,0 0 0,0 0 0,0-25 16,0 25-16,0 0 0,0 0 0,0 0 0,0 0 0,0-25 15,25 25-15,-25 0 0,0-25 0,0 25 0,0 0 0,0-25 16,0 25-16</inkml:trace>
  <inkml:trace contextRef="#ctx0" brushRef="#br0" timeOffset="278749.9436">13345 13742 0,'0'0'0,"0"0"0,0 0 0,0 0 0,0-25 16,0 25-16,0 0 0,25 0 0,-25 0 0,0 0 15,0 0-15,0 0 0,0 0 0,0 0 0,0 0 0,25 0 16,-25 0-16,0 0 0,0 0 0,0 0 0,24 0 15,-24 0-15,0 0 0,25 25 0,-25-25 0,0 0 0,0 0 16,25 25-16,-25-25 0,0 0 0,0 24 0,25-24 16,-25 0-16,0 25 0,0-25 0,0 0 0,25 25 15,-25-25-15,0 25 0,0-25 0,0 0 0,0 25 0,0-25 16,0 24-16,0-24 0,0 0 0,0 0 0,0 25 15,0-25-15,0 0 0,0 0 0,-25 25 0,25-25 0,0 0 16,0 0-16,-25 0 0,25 25 0,0-25 0,-25 0 16,25 0-16,-25 0 0,25 0 0,0 0 0,-24 0 15,24 0-15,0 0 0,-25 0 0,25 0 0,0 0 0,0 0 16,0 0-16,0 0 0,-25 0 0,25 0 0,0-25 15,0 25-15,0 0 0,25 0 0,-25-25 0,0 25 16,0 0-16,0-25 0,0 25 0</inkml:trace>
  <inkml:trace contextRef="#ctx0" brushRef="#br0" timeOffset="279105.9639">13171 13568 0,'0'-25'0,"0"25"0,0 0 0,0 0 0,0 0 0,0 0 15,0 0-15,0 0 0,25-24 0,-25 24 0,0 0 16,0 0-16,0 0 0,25 0 0,-25 0 0,0 0 15,25 0-15,-25 0 0,0 0 0,25-25 0,-25 25 0,0 0 16,24 0-16,-24 0 0,0 0 0,0 25 0,25-25 16,-25 0-16,0 0 0,0 0 0,0 0 0,25 0 15,-25 24-15,0-24 0,0 0 0,0 0 0,0 25 0,0-25 16,0 0-16,0 25 0,0-25 0,0 25 0,0-25 15,0 0-15,-25 25 0,25-25 0,0 24 0,0-24 16,0 25-16,-25 0 0,25-25 0,0 25 0,-24 0 0</inkml:trace>
  <inkml:trace contextRef="#ctx0" brushRef="#br0" timeOffset="279302.9752">12898 14362 0,'0'25'0,"-24"-25"0,24 0 15,0 0-15,0 0 0,0 0 0,0 0 0,0 0 16,0 0-16,0 0 0,0 0 0,0 0 0,0 0 0,0 0 16,0 0-16,0 0 0,0 0 0,0 0 0,0-25 0,0 25 15,0 0-15,24 0 0,-24 0 0,0 0 0,0 0 16,0 0-16,0 0 0,0 0 0,0 0 0,0 0 15,0 0-15,0 0 0,0 0 0</inkml:trace>
  <inkml:trace contextRef="#ctx0" brushRef="#br0" timeOffset="280272.0306">14932 13891 0,'0'0'0,"0"-25"0,0 25 16,0 0-16,0 0 0,0 0 0,0 0 0,0-25 15,0 25-15,0 0 0,0 0 0,0 0 0,0-25 0,0 25 16,0 0-16,0 0 0,0 0 0,0 0 0,0 0 15,0 0-15,0 0 0,0 0 0,0 0 0,0 0 16,0 0-16,0 0 0,0 0 0,0 0 0,0 0 0,0 0 16,0 0-16,0 0 0,0 0 0,0 0 0,0 0 0,0 0 15,0 0-15,0 0 0,0 0 0,0 0 0,0 0 16,0 0-16,0 0 0,0 0 0,0 0 0,0 0 15,0 0-15,0 25 0,0-25 0,0 0 0,0 0 16,0 25-16,0-25 0,-24 25 0,24-25 0,0 0 0,0 24 16,0-24-16,-25 25 0,25-25 0,0 0 0,0 25 15,0-25-15,0 0 0,0 25 0,-25-25 0,25 0 0,0 0 16,0 25-16,0-25 0,0 0 0,0 0 0,0 0 15,0 0-15,0 24 0,0-24 0,0 0 0,0 0 16,0 0-16,0 0 0,0 0 0,0 0 0,0 0 0,0 0 16,0 0-16,0 0 0,0 0 0,0 0 0,0 0 0,0 0 15,0 0-15,0 0 0,0 0 0,0 0 0,0-24 16,0 24-16,25 0 0,-25 0 0,0-25 0,0 25 15,25 0-15,-25-25 0,0 25 0,0 0 0,24-25 0,-24 25 16,0-25-16,0 25 0,25 0 0,-25-24 0,0 24 16,25 0-16,-25-25 0,0 25 0,25 0 0,-25 0 0,0-25 15,0 25-15,25 0 0,-25 0 0,0 0 0,0 0 16,24 0-16,-24-25 0,0 25 0,0 0 0,0 0 15,25 25-15,-25-25 0,0 0 0,0 0 0,0 0 16,0 0-16,25 0 0,-25 25 0,0-25 0,0 0 0,0 25 16,0-25-16,0 0 0,0 24 0,0-24 0,0 0 0,0 25 15,0-25-15,-25 0 0,25 25 0,0-25 0,0 0 16,0 25-16,0-25 0,0 0 0,0 25 0,0-25 15,0 0-15,0 0 0,0 24 0,-25-24 0,25 0 0,0 0 16,0 0-16,0 0 0,0 25 0,0-25 0,0 0 16,0 0-16,0 0 0,0 0 0,0 0 0,0 0 0,25 0 15,-25 0-15,0 0 0,0 0 0,25 0 0,-25 0 16,0 0-16</inkml:trace>
  <inkml:trace contextRef="#ctx0" brushRef="#br0" timeOffset="282135.1372">15354 13940 0,'0'-25'0,"0"25"0,0 0 0,0-24 15,0 24-15,-25 0 0,25 0 0,0-25 0,0 25 0,0 0 16,0 0-16,0-25 0,0 25 0,-25 0 0,25 0 16,0 0-16,0 0 0,0 0 0,-24 0 0,24 0 0,0 0 15,0 0-15,0 0 0,-25 25 0,25-25 0,0 0 16,0 0-16,-25 25 0,25-25 0,0 24 0,-25-24 0,25 0 15,0 25-15,0-25 0,0 25 0,0-25 0,-25 25 16,25-25-16,0 0 0,0 25 0,0-25 0,0 0 16,0 24-16,0-24 0,25 0 0,-25 25 0,0-25 0,0 0 15,0 0-15,0 0 0,0 0 0,25 0 0,-25 0 16,0 0-16,0 0 0,25 0 0,-25 0 0,0 0 0,25 0 15,-25 0-15,24 0 0,-24 0 0,0 0 0,25-25 16,-25 25-16,25 0 0,-25-24 0,0 24 0,0 0 0,25 0 16,-25-25-16,0 25 0,0 0 0,0-25 0,0 25 15,0 0-15,0-25 0,0 25 0,25 0 0,-25-25 16,0 25-16,0 0 0,0 0 0,0 0 0,0 0 0,0 0 15,-25 0-15,25 0 0,0 0 0,0 25 0,0-25 16,0 0-16,0 0 0,0 25 0,0-25 0,0 25 16,0-25-16,-25 25 62,25-1-62,0-24 0,0 25 0,0-25 0,0 25 0,0 0 0,0-25 0,0 25 0,-25-1 0,25 1 0,0-25 0,0 25 0,0 0 0,0-25 0,0 25 0,0-25 0,0 24 0,0 1 0,-25-25 0,25 0 0,0 25 0,0-25 0,0 25 0,0-25 0,-24 0 16,24 25-16,0-25 0,0 0 0,-25 0 0,25 25 0,-25-25 46,25 0-46,0 0 0,-25 0 0,25 0 0,-25 0 0,25 0 0,-24 0 0,24 0 0,0 0 0,-25 0 0,25 0 0,0-25 0,0 25 0,-25 0 0,25 0 0,0 0 16,0-25-16,0 25 0,0 0 0,0 0 0,0 0 0,0-25 16,0 25-16,0 0 0,0-25 0,25 25 0,-25-25 15,0 25-15,25 0 0,-25-24 0,24 24 0,-24-25 16,25 25-16,-25-25 0,25 25 0,-25-25 0</inkml:trace>
  <inkml:trace contextRef="#ctx0" brushRef="#br0" timeOffset="284970.2993">15503 13692 0,'0'0'0,"0"0"0,0 0 0,0 0 0,0 0 0,25 0 0,-25 0 0,0 0 0,0 0 0,0 0 0,0-25 0,0 25 0,0 0 0,25 0 0,-25 0 0,0 0 0,0 0 0,0 0 0,24 0 0,-24-24 0,0 24 16,25 0-16,-25 0 0,0 0 0,25-25 0,-25 25 0,0 0 0,25 0 0,-25 0 0,25 0 0,-25-25 0,0 25 0,24 0 0,-24 0 0,0-25 0,25 25 0,-25 0 0,25 0 0,-25-25 16,0 25-16,25 0 0,-25 0 0,0-24 0,25 24 0,-25 0 15,0-25-15,24 25 0,-24 0 0,0 0 0,25-25 16,-25 25-16,0 0 0,25-25 0,-25 25 0,0 0 15,0-25-15,25 25 0,-25 0 0,0 0 0,0-24 0,0 24 16,0 0-16,0-25 0,0 25 0,0 0 0,0-25 16,0 25-16,0 0 0,0 0 0,0-25 0,0 25 15,0 0-15,0 0 0,0-25 0,0 25 0,0 0 0,0 0 16,0-24-16,0 24 0,-25 0 0,25 0 0,0 0 15,0 0-15,0-25 0,0 25 0,-25 0 0,25 0 0,0 0 16,0 0-16,0 0 0,0 0 0,-25 0 0,25 0 16,0 0-16,0 0 0,0 0 0,-24 0 0,24 0 0,0 0 15,0 0-15,0 0 0,-25 25 0,25-25 0,0 0 0,0 0 16,0 0-16,0 24 0,-25-24 0,25 0 15,0 0-15,0 25 0,0-25 0,0 0 0,-25 0 0,25 25 16,0-25-16,0 0 0,0 25 0,0-25 0,-25 0 16,25 25-16,0-25 0,0 0 0,0 24 0,0-24 0,-24 0 15,24 25-15,0-25 0,0 25 0,0-25 0,0 0 16,0 25-16,-25-25 0,25 0 0,0 25 0,0-25 15,0 24-15,0-24 0,-25 25 0,25-25 0,0 0 0,0 25 16,0-25-16,0 25 0,-25-25 0,25 25 0,0-25 16,0 0-16,0 24 0,-25-24 0,25 0 0,0 25 0,0-25 15,-24 25-15,24-25 0,0 0 0,0 25 0,0-25 0,-25 0 16,25 0-16,0 25 0,0-25 0,0 0 15,0 0-15,0 24 0,0-24 0,-25 0 0,25 0 0,0 0 16,0 25-16,0-25 0,0 0 0,0 0 0,0 0 0,0 25 16,0-25-16,-25 0 0,25 0 0,0 0 0,0 0 15,0 0-15,0 0 0,0 0 0,0 0 0,0 0 0,0 0 16,0 0-16,0 25 0,0-25 0,0 0 0,0 0 15,0 0-15,0 0 0,0 0 0,0 0 0,0 0 16,0 0-16,0 0 0,0 0 0,0 25 0,0-25 16,0 0-16,0 0 0,0 0 0,0 0 0,0 0 0,0 0 15,0 0-15,0 0 0,0 0 0,0 0 0,0 0 16,0 0-16,0 0 0,0 0 0,0 0 0,0 0 15,0 0-15,25 0 0,-25 0 0,0 0 0,0 0 0,0 0 16,0 0-16,0 0 0,0 0 0,0 0 0,25-25 0,-25 25 16,0 0-16,0 0 0,0 0 0,0 0 15,25-25-15,-25 25 0,0 0 0,0-25 0,0 25 0,24 0 16,-24-25-16,0 25 0,0 0 0,25-24 0,-25 24 0,0-25 15,25 25-15,-25 0 0,0-25 0,0 25 0,25 0 0,-25-25 16,0 25-16,25 0 0,-25 0 0,0 0 0,0 0 16,0 0-16,0 0 0,24 0 0,-24 0 0,0 0 15,0 0-15,0 0 0,0 0 0,25 0 0,-25 0 0,0 0 16,0 0-16,0 0 0,0 0 0,0 25 0,0-25 78</inkml:trace>
  <inkml:trace contextRef="#ctx0" brushRef="#br0" timeOffset="286025.3597">15751 13742 0,'0'0'0,"0"0"0,0 0 16,0 0-16,0 0 0,0 0 0,0 0 0,0 0 0,0 0 16,0 0-16,0 0 0,0 0 0,0 0 0,0 0 15,0 0-15,0 0 0,0 0 0,-25 0 0,25 0 16,0 0-16,0 0 0,0 0 0,0 0 0,0 0 0,0 0 15,0 0-15,0 0 0,0 0 0,0 0 0,0 0 16,0 0-16,0 0 0,0-25 0,0 25 0,0 0 0,0 0 16,0 0-16,0 0 0,0 0 0,0 0 15,0 0-15,0 0 0,0 0 0,0 0 0,25 0 0,-25 0 16,0 0-16,0 0 0,0 0 0,0 0 0,0-25 0,25 25 15,-25 0-15,0 0 0,0 0 0,25 0 0,-25 0 16,0 0-16,0 0 0,24 0 0,-24 0 0,0 0 16,0 0-16,25 0 0,-25 0 0,0 0 0,0 0 0,0 0 15,25 0-15,-25 0 0,0 25 0,0-25 0,0 0 16,0 0-16,0 0 0,0 0 0,0 0 0,0 25 15,25-25-15,-25 0 0,0 0 0,0 0 0,0 25 0,0-25 16,0 0-16,0 0 0,-25 24 0,25-24 0,0 0 0,0 25 16,0-25-16,0 0 0,0 0 0,0 25 0,0-25 15,-25 0-15,25 25 0,0-25 0,0 0 0,0 25 16,0-25-16,0 0 0,0 24 0,0-24 0,0 0 0,0 0 15,0 25-15,0-25 0,0 0 0,0 0 0,0 0 16,0 0-16,0 25 0,0-25 0,0 0 0,0 0 16,0 0-16,0 0 0,0 0 0,0 0 0,0 0 0,0 0 15,0 0-15,0 0 0,0 0 0,0 25 0,0-25 0,0 0 16,0 0-16,0 0 0,0 0 0,25 0 15,-25 0-15,0 0 0,0 0 0,25 0 0,-25 0 0,0 0 16,25-25-16,-25 25 0,24 0 0,-24 0 0,25 0 0,-25 0 16,25 0-16,-25 0 0,25-25 0,-25 25 0,25 0 15,-25 0-15,24 0 0,-24 0 0,0 0 0,25-25 0,-25 25 16,0 0-16,0 0 0,25 0 0,-25 0 0</inkml:trace>
  <inkml:trace contextRef="#ctx0" brushRef="#br0" timeOffset="287665.4535">16123 13643 0,'25'0'0,"-25"0"0,0 0 0,0 0 15,0 0-15,0 0 0,0 0 0,0 0 0,0 0 0,0 0 16,0 0-16,0 0 0,0 0 0,0 0 0,0 0 15,0 0-15,0 0 0,0 0 0,0 0 0,0 0 16,0 0-16,0 0 0,0 0 0,0 24 0,25-24 0,-25 0 16,0 0-16,0 0 0,0 0 0,0 25 0,0-25 15,0 0-15,-25 25 0,25-25 0,0 0 0,0 25 0,0-25 16,0 25-16,0-25 0,0 24 0,0-24 0,0 0 15,0 25-15,0-25 0,0 25 0,0-25 0,0 25 0,-25-25 16,25 25-16,0-25 0,0 24 0,0-24 0,0 0 16,0 25-16,0-25 0,0 0 0,0 25 0,0-25 15,0 0-15,0 0 0,0 25 0,0-25 0,0 0 0,0 0 16,0 0-16,0 0 0,0 0 0,25 25 0,-25-25 15,0 0-15,0 0 0,0 0 0,25 0 0,-25 0 0,0 0 16,24-25-16,-24 25 0,0 0 0,25 0 0,-25 0 16,0 0-16,25 0 0,-25 0 0,25 0 0,-25-25 0,0 25 15,25 0-15,-25 0 0,0 0 0,24 0 0,-24 0 16,0-25-16,25 25 0,-25 0 0,0 0 0,25 0 15,-25 0-15,0-25 0,25 25 0,-25 0 0,0 0 0,0 0 16,25-24-16,-25 24 0,0 0 0,0 0 0,0-25 16,0 25-16,25 0 0,-25 0 0,0-25 0,0 25 15,0 0-15,0-25 0,0 25 0,0 0 0,0-25 0,0 25 16,0 0-16,0-24 0,0 24 0,0 0 0,0-25 15,0 25-15,0 0 0,0 0 0,0-25 0,0 25 0,0 0 16,0 0-16,0 0 0,0-25 0,0 25 0,-25 0 16,25 0-16,0 0 0,0 0 0,0 0 0,0 0 0,0 0 15,0 0-15,-25 0 0,25 0 0,0 0 0,0 0 16,0 0-16,-25 0 0,25 0 0,0 0 0,0 0 15,0 0-15,0 0 0,-25 25 0,25-25 0,0 0 0,0 0 16,0 0-16,0 0 0,0 25 0,-25-25 0,25 0 16,0 0-16,0 25 0,0-25 0,0 0 0,0 24 0,0-24 15,-24 0-15,24 25 0,0-25 0,0 25 0,0-25 16,0 0-16,0 25 0,0-25 0,0 25 0,0-25 0,24 24 15,-24-24-15,0 0 0,0 25 0,0-25 0,0 0 16,0 25-16,25-25 0,-25 0 0,0 25 0,0-25 16,0 0-16,25 0 0,-25 25 0,0-25 0,25 0 0,-25 0 15,0 0-15,25 0 0,-25 24 0,25-24 0,-25 0 0,24 0 16,-24 0-16,25 0 0,-25-24 0,25 24 15,-25 0-15,25 0 0,-25 0 0,25 0 0,-25-25 0,0 25 16,24 0-16,-24 0 0,0-25 0,25 25 0,-25-25 16,0 25-16,0 0 0,25-25 0,-25 25 0,0-24 0,0 24 15,0-25-15,25 25 0,-25-25 0,0 25 0,0 0 16,0-25-16,0 25 0,0-25 0,0 25 0,0 0 15,0-24-15,0 24 0,0 0 0,0 0 0,0-25 0,0 25 16,25 0-16,-25 0 0,0 0 0,0 0 0,0 0 16,0 0-16,0 0 0,0 0 0,0 0 0,0 0 0,0 0 15,0 0-15,-25 0 0,25 0 0,0 25 0,0-25 0,0 0 16,0 0-16,0 24 0,0-24 0,0 0 15,0 25-15,0-25 0,0 25 0,0-25 0,0 0 0,0 25 16,0-25-16,-25 25 0,25-25 0,0 0 0,0 24 0,0-24 16,0 25-16,0-25 0,0 0 0,0 25 0,0-25 15,0 0-15,0 0 0,0 25 0,0-25 0,0 0 0,0 0 16,0 0-16,0 0 0,0 25 0,0-25 0,0 0 15,0 0-15,0 0 0,0 0 0,0 0 0,0 0 16,0-25-16,0 25 0,0 0 0,0 0 0,0 0 16,0-25-16,25 25 0,-25 0 0,0-25 0,0 25 0,0 0 15,0-25-15,25 25 0,-25-24 0,0 24 0,0-25 0,0 25 16,24-25-16,-24 25 0,0-25 0,0 25 0,0 0 15,0-25-15,25 25 0,-25 0 0,0 0 0,0-24 16,0 24-16,0 0 0,0 0 0,0 0 0,25 0 0,-25 0 16,0 0-16,0 0 0,0 0 0,0 0 0,25 0 15,-25 24-15,0-24 0,0 0 0,0 0 0,0 0 0,25 25 16,-25-25-16,0 0 0,0 25 0,0-25 0,0 25 15,0-25-15,0 0 0,0 25 0,0-25 0,24 0 0,-24 24 16,0-24-16,0 25 0,0-25 0,0 0 16,0 0-16,0 25 0,0-25 0,0 0 0,-24 0 0,24 0 15,0 0-15,0 25 0,0-25 0,0 0 0,0 0 16,0 0-16,0 0 0,0 0 0,0 0 0,0 0 0,0 0 15,0 0-15,0 0 0,0-25 0,0 25 0,0 0 16,0 0-16,0 0 0,24-25 0,-24 25 0,0 0 0,0 0 16,0-25-16,0 25 0,25-24 0,-25 24 0,0 0 15,25-25-15,-25 25 0,0-25 0,25 25 0,-25 0 16,25-25-16,-25 25 0,24 0 0,-24-25 0,0 25 0,25 0 15,-25 0-15,25 0 0,-25 0 0,0 0 0,0 0 0,25 0 16,-25 0-16,0 0 0,0 0 0,0 0 0,0 25 16,0-25-16,0 0 0,0 25 0,0-25 0,0 0 15,0 25-15,0-25 0,0 25 0,0-25 0,0 24 0,0-24 16,0 0-16,-25 25 0,25-25 0,0 25 0,0-25 15,0 25-15,0-25 0,0 0 0,0 25 0,0-25 0,0 0 16,0 24-16,0-24 0,0 0 0,0 0 0,0 25 16,0-25-16,0 0 0,0 0 0,0 0 0,0 0 15,0 0-15,0 0 0,0 0 0,0 0 0,0 0 0,0 0 16,25 0-16,-25 0 0,0 0 0,0-25 0,0 25 15,0 0-15</inkml:trace>
  <inkml:trace contextRef="#ctx0" brushRef="#br0" timeOffset="288047.4754">16520 13568 0,'0'0'0,"0"0"15,0 0-15,0 0 0,0 0 0,0 0 0,0 0 0,0-25 16,0 25-16,0 0 0,0 0 0,0 0 0,0 0 15,0 0-15,0 0 0,0 0 0,0 0 0,25 0 0,-25 0 16,0-24-16,0 24 0,25 0 0,-25 0 0,0 0 16,0 0-16,24 0 0,-24 0 0,0 0 0,25 0 0,-25-25 15,0 25-15,25 0 0,-25 0 0,25 0 0,-25 0 16,0 0-16,0 0 0,25 0 0,-25 0 0,0 0 15,24 0-15,-24 0 0,0 0 0,0 0 0,0 0 0,25 25 16,-25-25-16,0 0 0,0 0 0,0 24 0,0-24 16,0 0-16,25 25 0,-25-25 0,0 0 0,0 25 15,0-25-15,0 25 0,0-25 0,0 25 0,0-1 0,-25-24 16,25 25-16,0-25 0,0 25 0</inkml:trace>
  <inkml:trace contextRef="#ctx0" brushRef="#br0" timeOffset="288281.4887">16396 14337 0,'0'0'16,"0"25"-16,-25-25 0,25 0 0,0 25 0,0-25 0,0 0 15,0 0-15,0 25 0,0-25 0,0 0 0,0 0 16,0 0-16,0 0 0,0 24 0,0-24 0,0 0 15,0 0-15,0 0 0,0 0 0,0 0 0,0 0 0,0 0 16,0 0-16,0 0 0,0-24 0,0 24 0,0 0 16,0 0-16,0 0 0,0-25 0,0 25 0,0-25 0,0 25 15,0-25-15,0 25 0,0-25 0,0 25 0,0-25 16</inkml:trace>
  <inkml:trace contextRef="#ctx0" brushRef="#br0" timeOffset="288540.5036">16520 13444 0,'0'0'0,"0"0"0,0 0 0,0 0 0,0-25 15,0 25-15,0 0 0,0 0 0,25 0 0,-25 0 0,0 0 16,0 0-16,0 0 0,0 0 0,0 0 0,0 0 15,0 0-15,0 0 0,25 0 0,-25 0 0,0 0 0,0 0 16,0 0-16,0 0 0,24 0 0,-24 0 0,0 25 16,0-25-16,0 0 0</inkml:trace>
  <inkml:trace contextRef="#ctx0" brushRef="#br0" timeOffset="289968.5852">18107 13717 0,'0'0'0,"0"0"0,0 0 0,0 0 16,0 0-16,0 0 0,0 0 0,0 0 0,0 0 15,0 0-15,0 0 0,0-25 0,0 25 0,0 0 16,0 0-16,0 0 0,0 0 0,0 0 0,0 0 0,0 0 16,-24-25-16,24 25 0,0 0 0,0 0 0,0 0 0,0 0 15,-25 0-15,25 0 0,0 0 0,0 0 0,-25 0 16,25 0-16,0 0 0,0 0 0,-25 0 0,25 0 15,0 0-15,0 0 0,-25 0 0,25 0 0,0 0 0,-24 0 16,24 0-16,0 25 0,0-25 0,-25 0 0,25 0 16,0 25-16,0-25 0,0 25 0,0-25 0,-25 25 0,25-25 15,0 24-15,0-24 0,0 25 0,0 0 0,0-25 16,25 25-16,-25-25 0,0 25 0,0-25 0,0 24 0,0-24 15,0 25-15,25-25 0,-25 25 0,0-25 0,0 0 16,24 25-16,-24-25 0,0 0 0,25 0 0,-25 25 16,0-25-16,25 0 0,-25 0 0,25 0 0,-25 0 0,0 0 15,25 0-15,-25 0 0,24 0 0,-24 0 0,25 0 16,0 0-16,-25-25 0,25 25 0,-25 0 0,25 0 15,-25 0-15,24-25 0,-24 25 0,25 0 0,-25-25 0,25 25 16,-25 0-16,0-25 0,25 25 0,-25-24 0,25 24 16,-25 0-16,0-25 0,0 25 0,24-25 0,-24 25 0,0-25 15,0 25-15,0-25 0,25 25 0,-25-24 0,0 24 16,0 0-16,0-25 0,0 25 0,0 0 0,0 0 0,0 0 15,0 0-15,0-25 0,0 25 0,0 0 0,0 0 16,0 0-16,0 0 0,0 0 0,0 0 0,0 0 16,-25 0-16,25 0 0,0 0 0,0 0 0,0 0 0,0 0 15,0 0-15,0 25 0,0-25 0,-24 0 0,24 0 16,0 25-16,0-25 0,0 0 0,0 24 0,0-24 15,-25 25-15,25-25 0,0 25 0,0-25 0,0 25 0,0-25 16,0 25-16,0-25 0,0 24 0,0-24 0,0 25 16,0-25-16,0 0 0,0 25 0,0-25 0,0 0 0,0 25 15,25-25-15,-25 0 0,0 0 0,0 25 0,0-25 16,0 0-16,0 0 0,0 0 0,24 0 0,-24 0 15,0 0-15,25 0 0,-25 0 0,0 0 0,25 0 0,-25 0 16,25 0-16,-25-25 0,25 25 0,-25 0 0,24 0 16,-24-25-16,25 25 0,-25 0 0,25 0 0,-25-25 0,0 25 15,25-25-15,-25 25 0,25 0 0,-25-24 0,0 24 0,0-25 16,0 25-16,25-25 0,-25 25 0,0 0 0,0-25 15,0 25-15,0-25 0,0 25 0,0-24 0,0 24 16,0 0-16,0 0 0,0-25 0,0 25 0,0 0 0,0 0 16,0 0-16,0 0 0,0 0 0,0 0 0,0 0 15,0 0-15,-25 0 0,25 0 0,0 0 0,0 0 16,0 25-16,0-25 0,0 0 0,0 24 0,-25-24 0,25 0 15,0 25-15,0-25 0,0 25 0,0-25 0,0 25 16,0-25-16,0 25 0,0-25 0,-25 0 0,25 24 16,0-24-16,0 25 0,0-25 0,0 25 0,0-25 0,0 25 15,0-25-15,0 0 0,0 25 0,25-25 0,-25 0 0,0 0 16,0 24-16,0-24 0,0 0 0,25 0 15,-25 0-15,0 0 0,25 0 0,-25 0 0,24 0 0,-24 0 16,0 0-16,25 0 0,0 0 0,-25 0 0,25 0 16,-25 0-16,25 0 0,-25-24 0,24 24 0</inkml:trace>
  <inkml:trace contextRef="#ctx0" brushRef="#br0" timeOffset="290400.6099">18951 13866 0,'0'0'16,"0"-25"-16,0 25 0,0 0 0,0-25 0,0 25 15,0 0-15,-25 0 0,25-25 0,0 25 0,0 0 0,0 0 16,0 0-16,0-24 0,0 24 0,-25 0 0,25 0 15,0 0-15,0 0 0,0 0 0,0 0 0,-25 0 16,25 0-16,0 0 0,0 0 0,0 0 0,-24 0 0,24 0 16,0 0-16,0 24 0,-25-24 0,25 0 0,0 25 15,0-25-15,0 25 0,-25-25 0,25 0 0,0 25 0,0-25 16,0 25-16,0-25 0,-25 24 0,25-24 0,0 25 15,0-25-15,0 25 0,0-25 0,0 25 0,0-25 0,0 0 16,0 0-16,0 25 0,25-25 0,-25 0 0,0 0 16,0 0-16,0 24 0,0-24 0,0 0 0,25 0 15,-25 0-15,0 0 0,0 0 0,25-24 0,-25 24 0,0 0 16,0 0-16,24 0 0,-24 0 0,25-25 0,-25 25 15,0 0-15,25-25 0,-25 25 0,0 0 0,25-25 0,-25 25 16,0 0-16,25-25 0,-25 25 0,0 0 0,0-24 16,0 24-16,24 0 0,-24 0 0,0 0 0,0 0 0,0 0 15,0 0-15,0 0 0,0 0 0,0 0 0,0 0 16,-24 0-16,24 24 0,0-24 0,0 0 0,0 25 15,0-25-15,0 0 0,0 25 0,0-25 0,0 25 0,0-25 16,0 0-16,-25 25 0,25-25 0,0 0 0,0 24 16,0-24-16,25 0 0,-25 0 0,0 0 0,0 25 15,0-25-15,0 0 0,0 0 0,0 0 0,0 0 0,0 0 16,24 0-16,-24-25 0,0 25 0,0 0 0,0 0 15,25-24-15,-25 24 0</inkml:trace>
  <inkml:trace contextRef="#ctx0" brushRef="#br0" timeOffset="290660.6248">19075 13395 0,'0'0'15,"0"0"-15,0-25 0,0 25 0,25 0 0,-25 0 16,0 0-16,0 0 0,0-25 0,0 25 0,24 0 15,-24 0-15,0 0 0,25 0 0,-25 0 0,0 0 0,25 25 16,-25-25-16,25 0 0,-25 0 0,25 0 0,-25 25 16,24-25-16,-24 0 0,0 0 0,25 24 0,-25-24 15,0 25-15,0-25 0,0 0 0,0 25 0,0-25 0,0 0 16,0 25-16,0-25 0,-25 25 0,25-25 0,-24 0 15,24 24-15,-25-24 0,0 0 0,0 25 0,25-25 0,-25 0 16,1 0-16,-1 25 0,0-25 0,0 0 16,-24 0-16</inkml:trace>
  <inkml:trace contextRef="#ctx0" brushRef="#br0" timeOffset="291574.6771">20042 13866 0,'0'0'0,"0"0"0,0 0 0,0 0 16,0 0-16,0 0 0,0 0 0,0 0 0,0 0 16,0 0-16,25 0 0,-25 0 0,0 0 0,0 0 15,0-25-15,0 25 0,25 0 0,-25 0 0,0 0 0,25 0 16,-25-25-16,0 25 0,24 0 0,-24 0 0,0 0 15,25-25-15,-25 25 0,0 0 0,25-24 0,-25 24 0,25 0 16,-25-25-16,0 25 0,0-25 0,25 25 0,-25-25 16,0 25-16,0 0 0,24-25 0,-24 25 0,0-24 0,0 24 15,0 0-15,0-25 0,0 25 0,0 0 16,25-25-16,-25 25 0,0 0 0,0 0 0,0-25 0,0 25 15,0 0-15,0 0 0,0 0 0,0 0 0,0 0 0,0 0 16,0 0-16,0 0 0,0 0 0,0 0 0,0 0 16,-25 25-16,25-25 0,0 0 0,0 0 0,0 25 0,0-25 15,0 25-15,0-25 0,0 24 0,0-24 0,0 25 16,-24-25-16,24 25 0,0 0 0,0-25 0,0 25 15,0-1-15,0-24 0,0 25 0,0-25 0,0 25 0,-25-25 16,25 25-16,0-25 0,0 25 0,0-25 0,0 24 16,0-24-16,0 0 0,0 25 0,0-25 0,0 0 0,0 0 15,0 25-15,0-25 0,0 0 0,0 0 0,0 0 16,0 0-16,0 0 0,0 0 0,0 0 0,0 0 15,0 0-15,0 0 0,0 0 0</inkml:trace>
  <inkml:trace contextRef="#ctx0" brushRef="#br0" timeOffset="292996.7584">20712 13767 0,'0'0'0,"0"0"0,0 0 15,0 0-15,0 0 0,0 0 0,0 0 0,0 0 0,0 0 16,25-25-16,-25 25 0,0 0 0,0 0 0,0 0 15,25 0-15,-25 0 0,0-25 0,0 25 0,24 0 0,-24 0 16,25 0-16,-25-25 0,0 25 0,25 0 0,-25 0 16,25 0-16,-25-25 0,25 25 0,-1 0 0,-24-24 15,25 24-15,-25 0 0,25 0 0,0-25 0,-25 25 0,25 0 16,-25-25-16,24 25 0,-24 0 0,25-25 0,-25 25 15,25 0-15,0-25 0,-25 25 0,0-24 0,25 24 0,-25 0 16,24-25-16,-24 25 0,0 0 0,0-25 0,25 25 16,-25 0-16,0-25 0,0 25 0,0 0 0,0-25 0,0 25 15,0 0-15,0-24 0,0 24 0,0 0 16,0-25-16,0 25 0,0 0 0,-25-25 0,25 25 0,0 0 15,0 0-15,-24 0 0,24-25 0,0 25 0,-25 0 0,25 0 16,0 0-16,0 0 0,-25 0 0,25 0 0,0 0 16,0 0-16,-25 0 0,25 0 0,0 0 0,0 0 15,0 0-15,0 0 0,0 0 0,-25 0 0,25 0 0,0 0 16,0 0-16,0 0 0,0 25 0,0-25 0,0 0 15,-24 25-15,24-25 0,0 0 0,0 25 0,0-25 0,0 24 16,0-24-16,0 25 0,0-25 0,0 25 0,0 0 16,0-25-16,-25 25 0,25-1 0,0-24 0,0 25 0,0 0 15,0-25-15,0 25 0,0 0 0,0-25 0,-25 24 16,25 1-16,0 0 0,0-25 0,0 25 0,0 0 15,0-1-15,-25-24 0,25 25 0,0 0 0,0-25 0,0 25 16,-25 0-16,25-25 0,0 24 0,0-24 0,0 25 16,0-25-16,-24 25 0,24-25 0,0 0 0,0 25 0,0-25 15,0 0-15,-25 25 0,25-25 0,0 0 0,0 0 16,0 0-16,0 0 0,0 0 0,0 0 0,0 0 0,0 0 15,0 0-15,0 0 0,0 0 0,0 0 0,0 0 16,0 0-16,0 0 0,25 0 0,-25 0 0,0-25 16,0 25-16,0 0 0,0-25 0,24 25 0,-24-25 0,0 25 15,0-25-15,25 25 0,-25-24 0,0 24 16,25-25-16,-25 25 0,0-25 0,25 25 0,-25-25 0,0 25 15,25 0-15,-25-25 0,24 25 0,-24-24 0,0 24 0,25 0 16,-25 0-16,25-25 0,-25 25 0,0 0 0,25 0 16,-25 0-16,0 0 0,0 0 0,25 0 0,-25 0 0,0 0 15,0 0-15,0 0 0,0 0 0,0 0 0,0 0 16,0 25-16,0-25 0,0 0 0,0 0 0,0 24 15,-25-24-15,25 25 0,0-25 0,0 25 0,0-25 0,0 0 16,0 25-16,0-25 0,0 25 0,0-25 0,-25 24 16,25-24-16,0 25 0,0-25 0,0 0 0,0 25 0,0-25 15,0 25-15,0-25 0,0 0 0,0 25 0,0-25 16,0 0-16,25 24 0,-25-24 0,0 0 0,0 0 15,0 0-15,0 25 0,0-25 0,25 0 0,-25 0 0,0 0 16,0 0-16,24 0 0,-24 0 0,0 0 0,25 0 16,-25 0-16,25 0 0,0-25 0,-25 25 0,25 0 0,-25-24 15,24 24-15,-24 0 0,25-25 0,-25 25 0,25 0 16,-25-25-16,25 25 0,-25 0 0,0-25 0,25 25 0,-25 0 15,0-25-15,0 25 0,0-24 0,24 24 0,-24 0 16,0-25-16,0 25 0,0 0 0,0-25 0,0 25 16,0 0-16,0-25 0,0 25 0,0 0 0,0 0 0,0-25 15,0 25-15,0 0 0,0 0 0,0 0 0,0 0 16,-24 0-16,24-24 0,0 24 0,0 0 0,0 0 15,0 0-15,0 0 0,0 0 0,-25 0 0,25 0 0,0 24 16,0-24-16,0 0 0,0 0 0,-25 0 0,25 25 0,0-25 16,0 0-16,0 25 0,0-25 0,-25 0 0,25 25 15,0-25-15,0 25 0,0-25 0,0 24 0,0-24 16,0 0-16,0 25 0,0-25 0,0 25 0,0-25 0,25 0 15,-25 25-15,0-25 0,0 0 0,0 25 0,0-25 16,25 0-16,-25 0 0,0 24 0,25-24 0,-25 0 16,0 0-16,24 0 0,-24 0 0,0 0 0,25 25 0,-25-25 15,25 0-15,-25 0 0,0 0 0,25 0 0,-25 0 16,0-25-16,25 25 0,-25 0 0,24 0 0,-24 0 0,0-24 15,0 24-15,25 0 0,-25 0 0,0-25 0,0 25 16,0-25-16,0 25 0,25-25 0,-25 25 0,0-25 0</inkml:trace>
  <inkml:trace contextRef="#ctx0" brushRef="#br0" timeOffset="293435.7835">21481 13692 0,'-25'0'0,"25"0"0,0 0 16,0-25-16,0 25 0,0 0 0,25 0 0,-25 0 15,0 0-15,0 0 0,0-24 0,25 24 0,-25 0 16,0 0-16,24 0 0,-24 0 0,25 0 0,-25 0 0,0 0 15,25 0-15,-25 0 0,25 0 0,-25 0 0,25 0 16,-25 0-16,0 0 0,24 0 0,-24 0 0,0 0 0,0 24 16,0-24-16,0 0 0,0 25 0,0-25 0,0 0 15,0 25-15,0-25 0,0 25 0,0 0 0,-24-25 16,24 24-16,0 1 0,-25 0 0,25 0 0,-25 0 0</inkml:trace>
  <inkml:trace contextRef="#ctx0" brushRef="#br0" timeOffset="293467.7854">21307 14312 0,'0'0'0,"-25"0"16,25 25-16,0-25 0,0 0 0,0 0 0,0 0 15,0 0-15,0 0 0,0 0 0,0 0 0,0 0 16,0 0-16,0 0 0,0 0 0,0 0 0,25 0 0,-25 0 16,0 0-16,0 0 0,0 0 0,0 0 0,0-25 15,0 25-15,0 0 0,25 0 0,-25 0 0,0 0 16,0 0-16,25 0 0,-25 0 0,0-25 0,25 25 0</inkml:trace>
  <inkml:trace contextRef="#ctx0" brushRef="#br0" timeOffset="294780.8605">22597 13667 0,'0'0'0,"0"0"0,0 0 0,0 0 0,0 0 0,0 0 0,0 0 16,0 0-16,0 0 0,-25 25 0,25-25 0,0 0 15,0 25-15,0-25 0,0 0 0,0 25 0,0-25 0,-25 25 16,25-25-16,0 24 0,0 1 0,0-25 0,0 25 0,0 0 15,-24 0-15,24-25 0,0 24 0,0 1 0,0 0 16,0-25-16,0 25 0,-25 0 0,25-1 0,0-24 0,0 25 16,0 0-16,0 0 0,-25-25 0,25 25 0,0-1 15,0 1-15,0-25 0,0 25 0,0-25 0,0 25 0,-25 0 0,25-25 16,0 24-16,0 1 0,0-25 0,0 25 0,0-25 0,-25 25 0,25-25 15,0 25-15,0-25 0,0 0 0,-24 25 0,24-25 0,0 0 0,0 24 16,0-24-16,0 0 0,0 0 0,0 0 0,0 25 0,-25-25 16,25 0-16,0 0 0,0 0 0,0 0 0,0 0 0,0 0 0,0 0 15,0 0-15,0 0 0,0 0 0,0 0 0,0 0 0,0 0 0,0 0 16,0-25-16,0 25 0,0 0 0,0 0 0,25-24 0,-25 24 15,0 0-15,0-25 0,0 25 0,0 0 0,0-25 0,0 25 16,24-25-16,-24 25 0</inkml:trace>
  <inkml:trace contextRef="#ctx0" brushRef="#br0" timeOffset="295472.9001">22622 13767 0,'0'0'0,"0"0"0,0 0 16,0 0-16,-25 0 0,25 0 0,0 0 0,0 0 0,0-25 15,0 25-15,0 0 0,0 0 0,0 0 0,0 0 16,0 0-16,0 0 0,0 0 0,0 0 0,0 0 0,0-25 15,0 25-15,0 0 0,0 0 0,0 0 0,0 0 16,0 0-16,0 0 0,0-25 0,25 25 0,-25 0 16,0 0-16,0 0 0,0 0 0,0-25 0,0 25 0,0 0 15,0 0-15,0 0 0,25 0 0,-25 0 0,0 0 16,0 0-16,0-24 0,0 24 0,24 0 0,-24 0 0,0 0 15,0 0-15,25 0 0,-25 24 0,0-24 0,0 0 16,25 0-16,-25 0 0,0 0 0,0 25 0,25-25 16,-25 0-16,0 25 0,0-25 0,25 25 0,-25-25 0,0 0 15,0 25-15,0-25 0,0 24 0,0-24 0,0 25 16,0-25-16,0 25 0,0-25 0,0 25 0,0-25 0,0 0 15,0 25-15,0-25 0,0 24 0,0-24 0,0 0 16,0 25-16,0-25 0,0 0 0,0 0 0,-25 25 16,25-25-16,0 0 0,0 0 0,0 0 0,-25 25 0,25-25 15,0 0-15,-25 0 0,25 0 0,0 0 0,-25 0 16,25 0-16,0 0 0,-24 25 0,24-25 0,0 0 0,-25 0 15,25 0-15,0 0 0,0-25 0,-25 25 0,25 0 16,0 0-16,0 0 0,0 0 0,0 0 0,0 0 0,0 0 16,0 0-16,0 0 0,0 0 0,0 0 0,0 0 15,0-25-15,0 25 0,25 0 0,-25 0 0,0 0 16,0 0-16,0-25 0,25 25 0,-25 0 0,0 0 15,24 0-15,-24-25 0,0 25 0,25 0 0</inkml:trace>
  <inkml:trace contextRef="#ctx0" brushRef="#br0" timeOffset="296841.9784">22820 13717 0,'0'0'0,"0"0"0,0 0 16,0 0-16,0 0 0,-24 0 0,24 0 0,0 0 16,0 0-16,0 0 0,0 0 0,0 0 0,24 0 0,-24 0 15,0 0-15,0 0 0,0-25 0,0 25 0,25 0 16,-25 0-16,0 0 0,25 0 0,-25 0 0,25-25 0,-25 25 15,25 0-15,-25 0 0,24-24 0,-24 24 0,25 0 16,-25-25-16,25 25 0,-25-25 0,25 25 0,-25-25 0,25 25 16,-25-25-16,24 25 0,-24-24 0,25 24 0,-25-25 15,25 25-15,-25-25 0,0 25 0,0-25 0,25 25 16,-25 0-16,0-25 0,0 25 0,0 0 0,0-24 0,0 24 15,0 0-15,0 0 0,0-25 0,0 25 0,-25 0 16,25 0-16,0-25 0,0 25 0,0 0 0,-25 0 0,25 0 16,0 0-16,0 0 0,-25-25 0,25 25 0,0 0 15,0 0-15,-24 0 0,24 0 0,0 0 0,0 0 0,-25 0 16,25 0-16,0 0 0,0 0 0,0 0 0,0 0 15,0 0-15,-25 0 0,25 0 0,0 0 0,0 0 16,0 0-16,0 0 0,0 0 0,0 0 0,0 25 0,0-25 16,0 0-16,0 25 0,0-25 0,-25 25 0,25-25 15,0 24-15,0-24 0,0 25 0,0-25 0,0 25 16,0 0-16,0-25 0,0 25 0,0-1 0,-25 1 15,25-25-15,0 25 0,0 0 0,0-25 0,0 25 0,-24-1 16,24 1-16,0-25 0,0 25 0,0 0 0,0-25 0,-25 25 16,25-25-16,0 24 0,0 1 0,0-25 0,-25 25 15,25-25-15,0 25 0,0-25 0,0 0 0,0 25 0,-25-25 16,25 24-16,0-24 0,0 0 0,0 0 0,0 0 15,0 25-15,0-25 0,0 0 0,0 0 0,0 0 16,0 0-16,0 0 0,0 0 0,0 0 0,0 0 0,0 0 16,0 0-16,0 0 0,0-25 0,0 25 0,0 0 0,0 0 15,0 0-15,25-24 0,-25 24 0,0 0 0,0 0 16,0-25-16,25 25 0,-25 0 0,0-25 0,25 25 15,-25 0-15,0-25 0,24 25 0,-24-25 0,25 25 0,-25-24 16,0 24-16,25 0 0,-25-25 0,0 25 0,25 0 16,-25-25-16,0 25 0,25 0 0,-25 0 0,0 0 15,0 0-15,0 0 0,0 0 0,24 0 0,-24 0 0,0 0 16,0 0-16,0 0 0,0 0 0,0 0 0,0 0 15,0 0-15,0 25 0,0-25 0,0 0 0,0 0 16,0 25-16,0-25 0,0 0 0,-24 24 0,24-24 0,0 0 16,0 25-16,0-25 0,0 25 0,0-25 0,0 0 0,0 25 15,0-25-15,0 25 0,0-25 0,0 0 0,0 24 16,0-24-16,0 0 0,0 25 0,0-25 0,0 0 15,0 25-15,0-25 0,0 0 0,0 0 0,0 0 0,0 0 16,0 25-16,24-25 0,-24 0 0,0 0 0,0 0 16,0 0-16,0 0 0,0 0 0,25 0 0,-25 0 0,0 0 15,25 0-15,-25 0 0,0 0 0,25 0 0,-25-25 16,0 25-16,25 0 0,-25 0 0,24 0 0,-24-25 0,0 25 15,25 0-15,-25 0 0,0-25 0,25 25 0,-25-24 16,0 24-16,25 0 0,-25-25 0,0 25 0,0-25 16,25 25-16,-25-25 0,0 25 0,0 0 0,0-25 0,0 25 15,0-24-15,0 24 0,24 0 0,-24-25 0,0 25 16,0 0-16,0 0 0,0 0 0,0 0 0,0 0 15,-24-25-15,24 25 0,0 0 0,0 0 0,0 0 0,0 0 16,0 0-16,0 0 0,0 0 0,0 25 0,0-25 16,0 0-16,0 0 0,-25 0 0,25 0 0,0 0 0,0 25 15,0-25-15,0 0 0,0 24 0,-25-24 0,25 0 16,0 25-16,0-25 0,0 25 0,0-25 0,0 25 0,0-25 15,0 25-15,0-25 0,-25 24 0,25-24 0,0 0 16,0 25-16,0-25 0,0 25 0,0-25 0,0 0 16,25 25-16,-25-25 0,0 0 0,0 25 0,0-25 0,0 0 15,0 0-15,0 0 0,0 24 0,0-24 0,25 0 16,-25 0-16,0 0 0,25 0 0,-25 0 0,0 0 0,24 0 15,-24 0-15,25-24 0,-25 24 0,25 0 0,-25 0 16,25 0-16,0-25 0,-25 25 0,24 0 0,-24 0 16,25-25-16,-25 25 0,0-25 0,25 25 0,-25 0 0,0-25 15,25 25-15,-25-24 0,0 24 0,0-25 0,25 25 16,-25-25-16,0 25 0,0 0 0,0-25 0,0 25 0,0-25 15,0 25-15,0 0 0,0 0 0,0-24 0,0 24 16,0 0-16,0 0 0,0 0 0,0 0 0,-25 0 16,25 0-16,0 0 0,0 0 0,0 0 0,0 0 0,0 0 15,0 0-15,0 0 0,0 0 0,0 0 0,0 0 16,0 24-16,0-24 0,0 0 0,0 25 0,0-25 0,-25 0 15,25 25-15,0-25 0,0 25 0,0-25 0,0 25 16,0-25-16,-25 24 0,25-24 0,0 25 0,0-25 0,0 25 16,0-25-16,0 25 0,0-25 0,0 0 0,0 25 15,0-25-15,0 0 0,0 0 0,0 24 0,0-24 16,0 0-16,0 0 0,0 0 0,0 0 0,0 0 0,25 0 15,-25 0-15,0 0 0,0 25 0,25-25 0,-25-25 16,0 25-16,25 0 0,-25 0 0,24 0 0,-24 0 16,25 0-16,-25 0 0,25 0 0,-25 0 0,25-24 0,-25 24 15,0 0-15</inkml:trace>
  <inkml:trace contextRef="#ctx0" brushRef="#br0" timeOffset="297583.0208">23788 13891 0,'0'-25'0,"24"25"16,-24-25-16,0 25 0,0 0 0,0-25 0,0 25 15,0 0-15,25-25 0,-25 25 0,0-24 0,0 24 16,0 0-16,0 0 0,0-25 0,0 25 0,0 0 0,0 0 15,0 0-15,0 0 0,0-25 0,0 25 0,-25 0 16,25 0-16,0 0 0,0 0 0,0 0 0,0 0 0,0 25 16,-24-25-16,24 0 0,0 0 0,0 0 0,-25 0 15,25 0-15,0 0 0,0 25 0,-25-25 0,25 0 16,0 0-16,0 24 0,-25-24 0,25 0 0,0 25 0,0-25 15,-25 25-15,25-25 0,0 25 0,0-25 0,0 25 16,0-25-16,0 24 0,0-24 0,0 0 0,0 25 0,0-25 16,0 25-16,0-25 0,0 0 0,0 25 0,25-25 15,-25 0-15,0 0 0,0 25 0,0-25 0,273-25 390,-273 0-390,0 25 0,0 0 0,0-25 0,25 25 0,-25 0 0,0-25 0,0 25 0,25-24 0,-25 24 0,0-25 0,25 25 0,-25-25 0,24 25 0,-24-25 0,0 25 0,25-25 0,-25 25 0,0 0 0,25 0 0,-25-24 0,0 24 0,25 0 0,-25 0 0,0 0 0,0 0 0,25 0 0,-25 0 0,0 0 0,0 24 0,0-24 0,0 0 0,0 0 0,0 0 0,0 25 16,0-25-16,0 0 0,0 25 0,0-25 0,0 0 0,0 25 15,0-25-15,0 25 0,0-25 0,0 0 0,0 24 16,0-24-16,0 0 0,0 0 0,0 25 0,-25-25 0,25 0 16,0 0-16,0 25 0,0-25 0,0 0 0,0 0 0,0 0 15,0 0-15,-25 0 0,25 0 0,0 0 0,0 0 16,0 0-16,0 0 0,0 0 0,0 0 0,25 0 15,-25 0-15,0 0 0,0 0 0,25 0 0,-25 0 0</inkml:trace>
  <inkml:trace contextRef="#ctx0" brushRef="#br0" timeOffset="299029.1035">24606 13791 0,'0'0'0,"0"0"0,0 0 16,0 0-16,25-24 0,-25 24 0,0 0 0,0 0 16,0 0-16,0 0 0,0-25 0,0 25 0,0 0 0,-25 0 15,25 0-15,0 0 0,0-25 0,0 25 0,0 0 16,0 0-16,0 0 0,0 0 0,0 0 0,0 0 0,0 0 15,0 0-15,-25-25 0,25 25 0,0 0 0,0 0 16,0 0-16,-24 0 0,24 0 0,0 0 0,-25 0 0,25 0 16,0 0-16,0 0 0,-25 0 0,25 0 0,0 0 15,-25 0-15,25 0 0,0 0 0,0 0 0,-25 25 16,25-25-16,0 0 0,-24 0 0,24 0 0,0 0 0,0 25 15,0-25-15,-25 0 0,25 25 0,0-25 0,0 0 16,0 24-16,0-24 0,0 25 0,0-25 0,0 0 16,0 25-16,0-25 0,0 0 0,0 25 0,0-25 0,0 25 15,0-25-15,0 0 0,0 0 0,0 24 0,25-24 16,-25 0-16,0 0 0,0 25 0,0-25 0,24 0 15,-24 0-15,0 0 0,0 0 0,25 0 0,-25 0 0,0 0 16,25 0-16,-25 0 0,25 0 0,-25 0 0,25 0 0,-25 0 16,24 0-16,-24 0 0,25-25 0,-25 25 0,25 0 15,-25 0-15,0-24 0,25 24 0,-25 0 0,0 0 16,25-25-16,-25 25 0,0 0 0,0-25 0,0 25 0,0 0 15,24-25-15,-24 25 0,0 0 0,0 0 0,0-25 16,0 25-16,0 0 0,0 0 0,0-24 0,0 24 16,0 0-16,0 0 0,0 0 0,0 0 0,0 0 0,0 0 15,0 0-15,-24 0 0,24 0 0,0 0 0,0 0 16,0 0-16,0 24 0,-25-24 0,25 0 0,0 25 0,0-25 15,0 25-15,-25-25 0,25 25 0,0-25 0,0 25 16,-25-25-16,25 24 0,0 1 0,0-25 0,-25 25 0,25 0 16,0 0-16,0-1 0,-24-24 0,24 25 0,0 0 15,0 0-15,-25-25 0,25 25 0,0-1 0,0 1 16,0 0-16,-25-25 0,25 25 0,0 0 0,0-25 0,0 24 15,0-24-15,-25 25 0,25 0 0,0-25 0,0 25 16,0-25-16,0 0 0,0 25 0,0-25 0,0 0 0,-25 25 16,25-25-16,0 0 0,0 0 0,0 24 0,0-24 15,0 0-15,-24 0 0,24 0 0,0 0 0,0 0 0,0 0 16,-25 0-16,25 0 0,0 0 0,0 0 0,0-24 15,-25 24-15,25 0 0,0 0 0,0-25 0,0 25 16,-25 0-16,25-25 0,0 25 0,0 0 0,0 0 0,0-25 16,0 25-16,0 0 0,25 0 0,-25-25 0,0 25 15</inkml:trace>
  <inkml:trace contextRef="#ctx0" brushRef="#br0" timeOffset="299734.1438">23937 13444 0,'0'0'16,"0"0"-16,-25 0 0,25 0 0,0 0 0,0 0 16,0 0-16,0-25 0,0 25 0,0 0 0,0 0 0,0 0 15,0 0-15,0 0 0,0 0 0,0 0 0,0 0 16,0 0-16,0-24 0,0 24 0,0 0 0,0 0 0,0 0 15,0 0-15,0 0 0,0 0 0,0 0 0,0 0 16,0 0-16,25 0 0,-25 0 0,0 0 0,0 0 0,0-25 16,0 25-16,0 0 0,0 0 0,0 0 0,0 0 15,24 0-15,-24 0 0,0 0 0,0 0 0,25 0 16,-25 0-16,0 0 0,0 0 0,0 0 0,25 0 0,-25 25 15,0-25-15,0 0 0,0 0 0,25 0 0,-25 24 16,0-24-16,0 0 0,0 25 0,0-25 0,0 0 16,0 25-16,0-25 0,0 25 0,0-25 0,-25 25 0,25-25 15,0 24-15,0-24 0,0 0 0,0 25 0,-25-25 16,25 25-16,0-25 0,-25 0 0,25 25 0,0-25 0,-24 0 15,24 25-15,0-25 0,-25 0 0,25 0 0,0 0 16,-25 24-16,25-24 0,0 0 0,-25 0 0,25 0 0,0 0 16,-25 0-16,25 0 0,0 0 0,-25 0 0,25 0 15,0-24-15,-24 24 0,24 0 0,0 0 0</inkml:trace>
  <inkml:trace contextRef="#ctx0" brushRef="#br0" timeOffset="300420.183">23540 13419 0,'0'0'0,"0"0"0,0 0 0,0-24 0,0 24 0,0 0 15,0 0-15,0 0 0,0 0 0,0 0 0,0 0 16,24-25-16,-24 25 0,0 0 0,0 0 0,0 0 0,0 0 16,0 0-16,0 0 0,25 0 0,-25 0 0,0 0 15,0 0-15,0 0 0,25-25 0,-25 25 0,0 0 0,0 0 16,0 0-16,25 0 0,-25 0 0,0 25 0,0-25 15,0 0-15,25 0 0,-25 0 0,0 0 0,0 25 16,0-25-16,0 0 0,0 24 0,0-24 0,0 25 0,0-25 16,0 25-16,0-25 0,0 0 0,0 25 0,-25-25 15,25 25-15,0-25 0,0 0 0,0 24 0,-25-24 16,25 0-16,0 25 0,-25-25 0,25 0 0,0 0 0,-25 25 15,25-25-15,0 0 0,-24 0 0,24 0 0,0 0 0,-25 25 16,25-25-16,0 0 0,0 0 0,0 0 0,0 0 16,-25 0-16,25 0 0,0 0 0,0 0 0</inkml:trace>
  <inkml:trace contextRef="#ctx0" brushRef="#br0" timeOffset="301669.2545">25499 13568 0,'0'0'0,"0"-25"0,0 25 0,0 0 0,0 0 15,0 0-15,0 0 0,0 0 0,0 0 0,25 0 0,-25 0 16,0 0-16,0 0 0,0-24 0,0 24 0,0 0 15,0 0-15,0 0 0,0 0 0,0 0 0,0 0 16,0 0-16,0 0 0,0 0 0,0 0 0,0 0 0,0 0 16,0 0-16,0 0 0,0 0 0,0 0 0,0 24 15,-25-24-15,25 0 0,0 25 0,0-25 0,0 0 0,0 25 16,0 0-16,-25-25 0,25 25 0,0-25 0,-24 24 15,24 1-15,0-25 0,0 25 0,-25 0 0,25 0 16,0-25-16,-25 24 0,25 1 0,0-25 0,0 25 0,-25-25 16,25 25-16,0-25 0,0 25 0,0-25 0,-25 24 15,25-24-15,0 25 0,0-25 0,0 25 0,0-25 0,-24 0 16,24 25-16,0-25 0,0 0 0,0 0 0,0 25 15,0-25-15,0 0 0,0 0 0,0 0 0,0 0 0,0 0 16,0 0-16,0 0 0,0 0 0,0 0 0,0 0 16,0 0-16,-25 0 0,25-25 0,0 25 0</inkml:trace>
  <inkml:trace contextRef="#ctx0" brushRef="#br0" timeOffset="302399.2962">25276 13791 0,'0'-24'0,"0"24"0,0 0 0,0 0 0,0 0 0,0 0 15,25 0-15,-25-25 0,0 25 0,25 0 0,-25 0 0,0 0 16,24 0-16,-24 0 0,25 0 593</inkml:trace>
  <inkml:trace contextRef="#ctx0" brushRef="#br0" timeOffset="305316.4631">25524 14089 0,'0'0'0,"0"0"0,0 0 0,0 0 15,-25 0-15,25 0 0,0 0 0,0 0 0,0 0 0,0 0 16,0 0-16,0 0 0,0 0 0,0 0 0,0 0 15,0 0-15,0 0 0,0 0 0,0 0 0,0 0 0,0 0 16,0 0-16,0 0 0,0 0 0,0 0 0,0 0 16,0 0-16,0 0 0,0 0 0,0 0 0,0 0 0,0 0 15,0 0-15,0 0 0,0 0 0,0 0 0,0 0 16,0 0-16,0 0 0,0 0 0,0 0 0,0 0 15,0 0-15,0 0 0,0 0 0,0 0 0,0 0 16,0 0-16,0 0 0,0 0 0,0 0 0,0 0 0,0 0 16,0 0-16,0 0 0,0 0 0,0 0 0,0 0 15,0 0-15,0 0 0,0 0 0,25 0 0,-25 0 0,0 0 16,0 0-16,0 0 0,0-25 0,0 25 0,25 0 15,-25 0-15,0 0 0,0 0 0,25-25 0,-25 25 0,0 0 16,24 0-16,-24-24 0,25 24 0,-25 0 0,25-25 16,-25 25-16,25-25 0,-25 25 0,25 0 0,-25-25 0,0 25 15,24-25-15,-24 25 0,25 0 0,-25-24 0,0 24 16,25-25-16,-25 25 0,0 0 0,0-25 0,0 25 15,25 0-15,-25 0 0,0-25 0,0 25 0,0 0 0,0 0 16,0-25-16,0 25 0,0 0 0,-25 0 0,25 0 0,0 0 16,0-24-16,0 24 0,0 0 0,-25 0 0,25 0 15,0 0-15,0 0 0,0 0 0,0 0 0,-25 0 16,25 0-16,0 0 0,0 0 0,0 0 0,0 0 15,0 0-15,0 0 0,0 0 0,0 0 0,0 0 16,0 0-16,0 0 0,0 24 0,25-24 0,-25 0 0,0 0 16,0 0-16,25 0 0,-25 0 0,0 0 0,25 0 0,-25 0 15,0 0-15,25 0 0,-25 0 0,0 25 0,0-25 16,24 0-16,-24 0 0,0 0 0,0 0 0,0 25 15,0-25-15,0 0 0,0 0 0,0 25 0,0-25 0,0 0 16,0 0-16,0 25 0,0-25 0,-24 24 0,24-24 0,0 0 16,0 25-16,0-25 0,0 0 0,0 25 15,0-25-15,-25 25 0,25-25 0,0 0 0,0 25 0,0-25 16,0 0-16,0 24 0,0-24 0,-25 0 0,25 25 0,0-25 15,0 0-15,0 0 0,0 25 0,0-25 0,0 0 16,25 0-16,-25 0 0,0 0 0,0 25 0,0-25 0,25 0 16,-25 0-16,0 0 0,24 0 0,-24 0 0,25 0 15,-25 0-15,25 0 0,0 0 0,-25 0 0,25-25 16,-25 25-16,25 0 0,-25 0 0,24 0 0,-24 0 15,25 0-15,-25 0 0,0-25 0,25 25 0,-25 0 0,0 0 16,0 0-16,0 0 0,0 0 0</inkml:trace>
  <inkml:trace contextRef="#ctx0" brushRef="#br0" timeOffset="306273.5178">26144 13692 0,'0'0'0,"0"-25"0,0 25 0,0 0 0,0 0 0,0 0 16,0 0-16,0 0 0,0 0 0,0 0 0,0 0 15,0 0-15,0 0 0,0 0 0,0 0 0,0 0 16,0 0-16,0 0 0,0 0 0,0 0 0,0 0 0,0 0 16,0 0-16,0 0 0,0 0 0,0 0 0,0 0 15,0 0-15,0 0 0,0 0 0,0 0 0,0 25 16,0-25-16,0 0 0,-25 25 0,25-25 0,0 0 0,0 25 15,0-25-15,0 25 0,-24-25 0,24 24 0,0 1 16,0-25-16,0 25 0,0-25 0,-25 25 0,25-25 0,0 25 16,0-25-16,0 24 0,0-24 0,0 25 0,0-25 15,0 25-15,0-25 0,0 0 0,0 25 0,0-25 0,0 0 16,0 0-16,0 25 0,25-25 0,-25 0 0,0 0 15,0 0-15,0 0 0,24 0 0,-24 0 0,0 0 16,0 0-16,25 0 0,-25 0 0,25 0 0,-25 0 0,25 0 16,-25 0-16,0 0 0,25-25 0,-25 25 0,24 0 15,-24-25-15,25 25 0,-25 0 0,0-25 0,25 25 0,-25-25 16,0 25-16,25 0 0,-25-24 0,0 24 0,0-25 15,0 25-15,25-25 0,-25 25 0,0-25 0,0 25 16,0-25-16,0 25 0,0-24 0,0 24 0,0 0 0,0-25 16,0 25-16,0 0 0,0 0 0,0 0 0,0-25 15,0 25-15,0 0 0,0 0 0,0 0 0,0 0 0,0 0 16,0 0-16,0 0 0,0 0 0,0 0 15,0 0-15,0 0 0,0 0 0,0 0 0,0 0 0,0 25 16,0-25-16,0 0 0,0 0 0,0 25 0,0-25 0,0 0 16,0 24-16,0-24 0,0 0 0,0 25 0,0-25 15,0 25-15,0-25 0,0 25 0,-25-25 0,25 0 0,0 25 16,0-25-16,0 24 0,0-24 0,0 0 0,0 25 15,0-25-15,0 0 0,0 25 0,0-25 0,0 0 0,0 0 16,0 0-16,0 25 0,0-25 0,0 0 0,0 0 16,0 0-16,0 0 0,0 0 0,0 0 0,0 0 15,0 0-15,0-25 0,0 25 0,0 0 0,0 0 0,0 0 16,0 0-16,25-25 0,-25 25 0,0 0 0,0-25 15,24 25-15,-24 0 0,0-24 0,25 24 0,-25-25 0,25 25 16,-25-25-16,0 25 0,25 0 0,-25-25 0,0 25 16,25 0-16,-25-25 0,0 25 0,0 0 0,24 0 15,-24 0-15,0 0 0,0 0 0,0 0 0,0 0 0,0 0 16,0 0-16,0 0 0,0 0 0,0 25 0,0-25 15,0 0-15,0 0 0,0 25 0,0-25 0,0 0 0,0 25 16,0-25-16,0 25 0,0-25 0,0 0 0,0 24 16,-24-24-16,24 25 0,0-25 0,0 0 0,0 25 15,0-25-15,0 0 0,0 25 0,0-25 0,0 0 0,0 0 16,0 0-16,0 25 0,0-25 0,0 0 0,0 0 15,0 0-15,24 0 0,-24 0 0,0 0 0,0 0 0,0 0 16,25 0-16,-25 0 0,25 0 0,-25 0 0,0 0 16,25-25-16,-25 25 0,25 0 0,-25-25 0,0 25 0</inkml:trace>
  <inkml:trace contextRef="#ctx0" brushRef="#br0" timeOffset="306932.5555">26615 13667 0,'0'0'0,"0"0"0,0 0 0,0 0 0,0 0 16,0-24-16,0 24 0,0 0 0,0 0 0,0 0 16,0 0-16,0 0 0,25 0 0,-25 0 0,0-25 0,0 25 15,25 0-15,-25 0 0,25 0 0,-25 0 0,0 0 16,25-25-16,-25 25 0,24 0 0,-24 0 0,25 0 15,0-25-15,-25 25 0,25 0 0,-25-25 0,25 25 0,-1 0 16,-24-24-16,25 24 0,-25 0 0,25-25 0,-25 25 16,25 0-16,-25-25 0,25 25 0,-25-25 0,0 25 0,24 0 15,-24-25-15,0 25 0,25-24 0,-25 24 0,0 0 16,0-25-16,0 25 0,0 0 0,0-25 0,25 25 15,-50-25-15,25 25 0,0 0 0,0-25 0,0 25 0,0 0 16,0 0-16,0-24 0,0 24 0,-25 0 0,25 0 16,0 0-16,0 0 0,0 0 0,-24-25 0,24 25 0,0 0 15,0 0-15,0 0 0,-25 0 0,25 0 0,0 0 16,0 0-16,0 0 0,0 25 0,0-25 0,-25 0 15,25 0-15,0 0 0,0 24 0,0-24 0,0 25 0,-25-25 16,25 0-16,0 25 0,0 0 0,0-25 16,-25 25-16,25-1 0,0 1 0,0-25 0,0 25 0,0 0 0,-24 0 15,24-25-15,0 24 0,0 1 0,0 0 0,0-25 16,0 25-16,-25-25 0,25 25 0,0-1 0,0-24 0,0 25 15,0-25-15,0 25 0,-25-25 0,25 25 0,0-25 16,0 0-16,0 25 0,0-25 0,0 0 0,0 0 16,0 24-16,0-24 0,0 0 0,0 0 0,0 0 0,0 0 15,0 0-15,0 0 0,0 0 0,0 0 0,0 0 16,0 0-16,0 0 0,25 0 0,-25-24 0,0 24 15,25 0-15,-25 0 0,0-25 0,24 25 0,-24 0 0,0 0 16,25-25-16,-25 25 0,0 0 0,0 0 0,0 0 16,25 0-16,-25-25 0,0 50 0,0-25 0,0 0 0,0 0 15,0 0-15,0 0 0,0 25 0,0-25 0,0 0 16,-25 25-16,25-25 0,0 24 0,0-24 0,0 25 0,0-25 15,0 25-15,0-25 0,-25 25 0,25-25 0,0 25 16,0-25-16,0 0 0,0 24 0,0-24 0,0 0 16,0 0-16,0 25 0,0-25 0,0 0 0,0 0 0,0 0 15,0 0-15,0 0 0,0 0 0,0-25 0,0 25 16,0 0-16,0 0 0,0 0 0,0-24 0,0 24 0,0-25 15</inkml:trace>
  <inkml:trace contextRef="#ctx0" brushRef="#br0" timeOffset="307248.5736">26442 13370 0,'0'0'0,"-25"0"15,25-25-15,0 25 0,0 0 0,0 0 0,0 0 0,25-25 16,-25 25-16,0 0 0,0 0 0,25 0 0,-25 0 15,24 0-15,-24 0 0,25 0 0,-25 0 0,25 0 16,0 0-16,0 0 0,-25 0 0,24 0 0,1 0 0,0 0 16,0 25-16,0-25 0,-25 0 0,24 0 0,1 0 15,0 0-15,0 25 0,-25-25 0,25 0 0,-1 0 16,-24 0-16</inkml:trace>
  <inkml:trace contextRef="#ctx0" brushRef="#br0" timeOffset="308473.6437">27558 13767 0,'0'0'0,"0"0"0,0-25 0,0 25 16,0 0-16,0 0 0,0 0 0,0 0 0,0-25 0,0 25 15,0 0-15,0 0 0,0 0 0,0 0 0,0 0 16,0 0-16,0 0 0,0 0 0,0 0 0,0 0 16,0 0-16,0 0 0,0 0 0,0 0 0,0 0 0,0 0 15,0 0-15,0 0 0,0 0 0,0 25 0,25-25 0,-25 0 16,0 0-16,0 25 0,0-25 0,0 24 0,0-24 15,0 25-15,0-25 0,0 25 0,0-25 0,-25 25 16,25 0-16,0-25 0,0 24 0,0-24 0,0 25 0,0 0 16,0-25-16,0 25 0,0-25 0,0 25 0,0-25 15,0 0-15,0 24 0,0-24 0,0 0 0,0 25 16,0-25-16,0 0 0,0 0 0,0 0 0,0 25 0,0-25 15,0 0-15,0 0 0,0 0 0,25 0 0,-25 0 16,0 0-16,0 0 0,0 0 0,0-25 0,25 25 16,-25 0-16,0 0 0,0 0 0,0 0 0,24-25 0,-24 25 15,0 0-15,25-24 0,-25 24 0,25-25 0,-25 25 0,0-25 16,25 25-16,-25-25 0,0 25 0,25-25 0,-25 1 15,24 24-15,-24-25 0,0 0 0,25 0 0,-25 25 16,0-25-16,25 1 0,-25 24 0,25-25 0,-25 25 0,0-25 16,25 25-16,-25-25 0,0 25 0,0 0 0,0 0 15,0-25-15,0 25 0,24 0 0,-24 0 0,0 0 0,0 0 16,0 0-16,0 0 0,0 0 0,0 0 0,0 0 15,0 0-15,0 0 0,0 0 0,0 0 0,0 0 16,0 0-16,0 0 0,0 0 0,0 0 0,0 0 16,0 0-16,0 0 0,0 0 0,0 0 0,0 0 0,0 0 15,0 0-15,0 25 0,0-25 0,0 0 0,0 0 0</inkml:trace>
  <inkml:trace contextRef="#ctx0" brushRef="#br0" timeOffset="309012.6745">28129 13717 0,'0'0'0,"0"0"15,24 0-15,-24 0 0,0-25 0,0 25 0,0 0 0,0 0 16,0 0-16,0 0 0,0 0 0,0-25 0,0 25 15,0 0-15,0 0 0,0 0 0,0 0 0,0-24 16,-24 24-16,24 0 0,0 0 0,0 0 0,0 0 0,0 0 16,-25 0-16,25 0 0,0-25 0,0 25 0,-25 0 15,25 0-15,0 0 0,-25 25 0,25-25 0,0 0 0,-25 0 16,25 0-16,-25 0 0,25 0 0,0 0 0,-24 0 15,24 24-15,0-24 0,0 0 0,-25 0 0,25 0 0,0 25 16,0-25-16,0 0 0,0 0 0,0 25 0,0-25 16,0 25-16,0-25 0,0 0 0,0 25 0,25-25 15,-25 24-15,0-24 0,0 25 0,0-25 0,24 25 0,-24-25 16,0 25-16,0-25 0,0 25 0,25-25 0,-25 24 15,0-24-15,0 25 0,0-25 0,25 25 0,-25-25 0,0 0 16,0 25-16,0-25 0,0 0 0,0 0 0,0 25 16,0-25-16,0 0 0,0 0 0,0 0 0,0 0 0,0 24 15,0-24-15,0 0 0,0 0 0,0 0 0,-25 0 16,25 0-16,0 0 0,0 0 0,-25 0 0,25 0 15,0 0-15,-24 0 0,24 0 0,0-24 0,-25 24 0,25 0 16,-25 0-16,25 0 0,0 0 0,-25 0 16,25-25-16,0 25 0,0 0 0,-25 0 0,25 0 0,0 0 15,0-25-15,0 25 0,0 0 0,0 0 0,0 0 0,0-25 16,25 25-16,-25 0 0,0 0 0,25 0 0,-25 0 15,25-25-15,-25 25 0</inkml:trace>
  <inkml:trace contextRef="#ctx0" brushRef="#br0" timeOffset="309472.7008">28501 13643 0,'0'0'15,"0"0"-15,0 0 0,0 0 0,0-25 0,0 25 16,0 0-16,0 0 0,0 0 0,0 0 0,0 0 15,0 0-15,0 0 0,0 0 0,0 0 0,0 0 0,0 0 16,0 0-16,0 0 0,0 0 0,0 0 0,-25 0 16,25 0-16,0 25 0,0-25 0,0 0 0,0 24 0,0-24 15,0 25-15,-25-25 0,25 25 0,0-25 0,0 25 16,0-25-16,-25 25 0,25-1 0,0-24 0,0 25 15,-25-25-15,25 25 0,0-25 0,0 25 0,0-25 0,-24 25 16,24-25-16,0 24 0,0-24 0,0 0 0,-25 25 16,25-25-16,0 0 0,0 0 0,0 25 0,0-25 0,0 0 15,0 0-15,0 0 0,0 0 0,0 0 0,0 0 16,0 0-16,0 0 0,0 0 0,-25 0 0,25 0 0,0 0 15,0 0-15,0 0 0,0 0 0,0 0 0,0-25 16,0 25-16,25 0 0,-25-25 0,0 25 0,0-24 16,0 24-16,25-25 0,-25 25 0,0-25 0,0 0 0</inkml:trace>
  <inkml:trace contextRef="#ctx0" brushRef="#br0" timeOffset="309921.7265">28575 13593 0,'0'0'0,"0"0"0,0 0 15,25-25-15,-25 25 0,0 0 0,0 0 0,0 0 16,0 0-16,0 0 0,25 0 0,-25 0 0,0 0 0,0 0 15,0 0-15,0 0 0,0 0 0,0 25 0,0-25 16,24 0-16,-24 0 0,0 0 0,0 25 0,0-25 16,0 0-16,0 0 0,0 25 0,0-25 0,0 24 0,0-24 15,0 25-15,0-25 0,0 25 0,0-25 0,-24 25 16,24-25-16,0 25 0,0-1 0,0-24 0,0 25 15,0-25-15,0 25 0,0 0 0,0-25 0,0 25 0,0-25 16,0 24-16,0-24 0,0 25 0,0-25 0,0 0 16,0 25-16,0-25 0,0 0 0,0 25 0,24-25 0,-24 0 15,0 0-15,0 0 0,0 0 0,0 0 0,0 25 16,0-25-16,0 0 0,0 0 0,0 0 0,0 0 0,0 0 15,0 0-15,25-25 0,-25 25 0,0 0 0,0 0 16,0 0-16,25 0 0,-25-25 0,0 25 0,25 0 16,-25-25-16,25 25 0,-25-25 0,0 25 0,24-24 0,-24 24 15,0-25-15,25 25 0,-25-25 0,25 0 0,-25 25 0,25-25 16,-25 1-16,0 24 0,25-25 0,-25 25 0,0-25 15,24 0-15,-24 25 0,0 0 0,25-25 0,-25 25 16,0-24-16,25 24 0,-25 0 0,0-25 0,0 25 0,0 0 16,0 0-16,25 0 0,-25 0 0,0-25 0,0 25 15,0 0-15,0 0 0,0 0 0,0 0 0,0 0 16,0 0-16,0 0 0,0 0 0,0 0 0,0 0 15,0 0-15,0 0 0,25 0 0,-25 0 0,0 0 0,0 0 16,0 0-16,0 0 0,0-25 0,0 25 0</inkml:trace>
  <inkml:trace contextRef="#ctx0" brushRef="#br0" timeOffset="314151.9684">3870 15280 0,'0'0'0,"0"0"0,0 0 0,0 0 15,0-25-15,0 25 0,0 0 0,0 0 0,0 0 16,0 0-16,0 0 0,0 0 0,0 0 0,0 0 0,0 0 15,0 0-15,0-25 0,0 25 0,0 0 16,0 0-16,0 0 0,0 0 0,0 0 0,0 0 0,0 0 0,0 0 16,0 0-16,0 0 0,0 0 0,0 0 0,0 0 15,0 0-15,0 0 0,0 0 0,0 0 0,0 0 16,0 0-16,0 0 0,0 0 0,0 0 0,0 0 0,0 0 15,0-25-15,0 25 0,0 0 0,0 0 0,0 0 16,0 0-16,0 0 0,0 0 0,0 0 0,0 0 16,0 0-16,24 0 0,-24 0 0,0 0 0,0-25 0,25 25 15,-25 0-15,0 0 0,0 0 0,25 0 0,-25 0 16,0 0-16,25 0 0,-25 0 0,25 0 0,-25 25 0,0-25 15,24 0-15,-24 0 0,25 0 0,-25 0 0,25 0 16,-25 0-16,25-25 0,-25 25 0,25 0 0,-25 0 0,0 0 16,0 0-16,24 0 0,-24 0 0,0 0 0,0 0 15,0 0-15,0 0 0,0 0 0,0 0 0,0 0 16,-24 0-16,24 0 0,0 0 0,0 25 0,0-25 0</inkml:trace>
  <inkml:trace contextRef="#ctx0" brushRef="#br0" timeOffset="317855.1803">4018 15032 0,'0'0'15,"-24"0"-15,24 0 0,0 0 0,0 0 0,0 0 0,0 0 16,0 0-16,0 0 0,0 0 0,0 0 0,0 0 0,0 0 16,0 24-16,0-24 0,0 0 0,0 0 0,0 0 15,0 25-15,0-25 0,0 0 0,0 25 0,0-25 16,0 0-16,0 25 0,0-25 0,0 25 0,0-25 0,0 24 15,0-24-15,0 25 0,0-25 0,0 25 0,0-25 16,-25 25-16,25-25 0,0 25 0,0-25 0,0 24 0,0-24 16,0 0-16,0 25 0,-25-25 0,25 25 0,0-25 15,0 0-15,0 25 0,0-25 0,0 0 0,0 0 16,0 0-16,0 25 0,0-25 0,0 0 0,0 0 0</inkml:trace>
  <inkml:trace contextRef="#ctx0" brushRef="#br0" timeOffset="318068.1924">4217 15032 0,'0'-25'16,"-25"25"-16,25 0 0,0 0 0,0 0 0,0 0 15,0 0-15,0 0 0,0 0 0,0 0 16,0 0-16,0 0 0,0 0 0,0 0 0,0 0 0,0 0 0,0 0 16,0 0-16,0 0 0,0 0 0,0 0 0,0 0 15,0 0-15,0 0 0,0 0 0,0 0 0,0 0 0,0 0 16,0 0-16,0 0 0,0 0 0,0 0 0,0 0 0,0 0 15,0 0-15,0 0 0,0 0 0,0 0 16,0 0-16,0 0 0,0 0 0,0 0 0,0 0 0,0 0 0,25 0 16,-25 0-16,0 0 0,0 0 0,0 0 0,0 0 15,0 0-15,0 0 0,0 0 0,0 0 0,0 0 0,0 0 16,0 0-16,0 0 0,0 0 0,0 0 15,0 0-15,0 0 0,0 0 0,0 0 0,0 0 0,0 0 16,0 0-16,0 0 0,0 0 0,0 0 0,0 0 0,0 0 16,0 0-16,0 0 0,0 0 0,0 0 0,0 0 15,0 0-15,0 0 0,0 0 0,0 0 0,0 0 16,0 0-16,0 0 0,0 0 0,0 0 0,0 0 0,0 0 15,0 0-15,0 0 0,0 0 0,0 0 0,0 0 16,0 0-16,0 0 0,0 0 0,0 0 0,0 0 0,0 0 16,0 0-16,0 0 0,0 0 0,0 0 0,0 0 15,0 0-15,0 0 0,0 0 0,0 0 0,0 0 0,0 0 16,0 0-16,0 0 0,0 0 0,0 0 0,0 0 15,0 0-15,0 0 0,0 0 0,0 0 0,0 0 16,0 0-16,0 0 0,0 0 0,0 0 0,0 0 0,0 0 16,0 0-16,0 0 0,0 0 0,0 0 0,0 0 0,0 0 15,0 0-15,0 0 0,0 0 0,0 0 0,0 0 16,0 0-16,0 0 0,0 0 0,0 0 0,0 0 15,0 0-15,0 0 0,0 0 0,0 0 0,0 0 0,0 0 16,0 0-16,0 0 0,0 0 0,0 0 0,0 0 0,0 0 16,0 0-16,0 0 0,0 0 0,0 0 0,0 0 15,0 0-15,0 0 0,0 0 0,0 0 0,0 0 16,0 0-16,0 0 0,0 0 0,0 0 0,0 0 0,0 0 15,0 0-15,0 0 0,0 0 0,0 0 0,0 0 16,0 0-16,0 0 0,0 0 0,0 0 0,0 0 0,0 0 16,0 0-16,0 0 0,0 0 0,0 0 0,0 0 15,0 0-15,0 0 0,0 0 0,0 0 0,0 0 0,0 0 16,0 0-16,0 0 0,0 0 0,0 0 0,0 0 15,0 0-15,0 0 0,0 0 0,0 0 0,0 0 16,0 0-16,0 0 0,0 0 0,0 0 0,0 0 0,0 0 16,0 0-16,0 0 0,0 0 0,0 0 0,0 0 15,0 0-15,0 0 0,0 0 0,0 0 0,0 0 0,0 0 16,0 0-16,0 0 0,0 0 0,0-25 0,0 25 15,0 0-15,0 0 0,0 0 0,0 0 0,0 0 0,0 0 16,0 0-16,0 0 0,0 0 0,0 0 0,0 0 16,0 0-16,0 0 0,0 0 0,0 0 0,-25 0 15,25 0-15,0 0 0,0 0 0,0-25 0,0 25 0,0 0 16,0 0-16,-25 0 0,25 0 0,0 0 0,0 0 15,0 0-15,0 0 0,0 0 0,0 0 0,0 0 16,0 0-16</inkml:trace>
  <inkml:trace contextRef="#ctx0" brushRef="#br0" timeOffset="318101.1943">4118 14957 0,'0'0'0,"0"0"0,0 0 0,0 0 16,0 0-16,0 0 0,0 0 0,0 0 0,0 0 0,0 0 15,0 0-15,0 0 0,0 0 0,0 0 16,0 0-16,0 0 0,0 0 0,0 0 0,0 0 0,0 0 0,0 0 15,0 0-15,0 0 0,0 0 0,0 0 0,0 0 16,0 0-16,0 0 0,0 0 0,0 0 0,0 0 0,0 0 16,0 0-16,0 0 0,0 0 0,0 0 0,0 0 15,0 0-15,0 0 0,0 0 0,0 0 0,0 0 16,0 0-16,0 0 0,0 0 0,0 0 0,0 0 0,0 0 15,0 0-15,0 0 0,0 0 0,0 0 0,0 0 16,0 0-16,0 0 0,0 0 0,0 25 0,0-25 16,0 0-16,0 0 0,0 25 0,-25-25 0,25 25 15,0-25-15,0 24 0,0-24 0,0 25 0,0 0 0,0-25 16,0 25-16,-25 0 0,25-25 0,0 24 0,0 1 0,0-25 15,0 25-15,0-25 0,0 25 0,0 0 0,0-25 16,-25 24-16,25-24 0</inkml:trace>
  <inkml:trace contextRef="#ctx0" brushRef="#br0" timeOffset="319624.2814">2208 11931 0,'0'0'0,"0"0"15,0 0-15,0 0 0,0 0 0,0 0 16,0 0-16,0 0 0,0 0 0,0 0 0,0 0 0,0 0 0,0 0 16,0 0-16,0 0 0,0 0 0,0 0 0,0 0 15,0 0-15,0 0 0,0 0 0,0 0 0,0 0 0,0 0 16,0 0-16,0 0 0,0 0 0,0 0 0,0 0 0,0 0 15,0 0-15,0 0 0,0 0 0,0 0 0,0 0 16,0 0-16,0 0 0,0 0 0,0 0 0,0 0 0,0 0 998</inkml:trace>
  <inkml:trace contextRef="#ctx0" brushRef="#br0" timeOffset="320909.3549">1786 12204 0,'0'0'0,"0"0"0,0 0 0,0 0 16,0-25-16,0 25 0,0 0 0,0 0 0,0 0 0,0 0 15,0 0-15,0 0 0,0 0 0,0 0 0,0 0 16,0-25-16,0 25 0,0 0 0,0 0 0,-25 0 0,25 0 16,0 0-16,0 0 0,0 0 0,0 0 0,0 0 15,0-25-15,0 25 0,0 0 0,0 0 0,0 0 0,0 0 16,0 0-16,0 0 0,0 0 0,0 0 0,0 0 15,0-24-15,0 24 0,-25 0 0,25 0 0,0 0 0,0 0 16,0 0-16,0 0 0,0 0 0,-24 0 0,24 0 0,0 0 16,0 0-16,0 0 0,0-25 0,0 25 0,0 0 15,-25 0-15,25 0 0,0 0 0,0 0 0,0 0 0,0 0 16,0 0-16,-25 25 0,25-25 0,0 0 0,0 0 0,0 0 15,0 0-15,0 0 0,0 0 0,-25 0 0,25 0 16,0 24-16,0-24 0,0 0 0,-25 0 0,25 25 0,0-25 16,0 25-16,-25-25 0,25 0 0,0 25 0,-24-25 15,24 25-15,0-25 0,0 25 0,-25-25 0,25 24 0,0-24 16,0 25-16,0-25 0,0 25 0,0-25 0,0 25 0,-25-25 15,25 25-15,0-25 0,0 0 0,0 24 0,25-24 0,-25 0 16,0 25-16,0-25 0,0 0 0,0 0 0,0 25 0,25-25 16,-25 0-16,0 0 0,24 0 0,-24 0 0,25 25 15,-25-25-15,0 0 0,25 0 0,-25 0 0,25 0 0,-25 0 16,25-25-16,-25 25 0,25 0 0,-25 0 0,24 0 15,-24-25-15,25 25 0,-25 0 0,0 0 0,25-25 0,-25 25 16,25 0-16,-25 0 0,0-24 0,25 24 0,-25 0 0,0 0 16,0-25-16,24 25 0,-24 0 15,0 0-15,0 0 0</inkml:trace>
  <inkml:trace contextRef="#ctx0" brushRef="#br0" timeOffset="321999.4173">1960 12179 0,'-25'0'0,"25"-25"0,0 25 0,0 0 0,0 0 16,0 0-16,0 0 0,-25 0 0,25 0 0,0 0 15,0-25-15,0 25 0,0 0 0,0 0 0,0 0 0,0 0 16,0 0-16,0 0 0,0-24 0,0 24 0,0 0 0,0 0 16,0 0-16,0 0 0,0-25 0,25 25 0,-25 0 15,0 0-15,0-25 0,0 25 0,25 0 16,-25-25-16,0 25 0,24 0 0,-24-25 0,0 25 0,0 0 0,25-24 15,-25 24-15,0 0 0,0-25 0,25 25 0,-25 0 0,0-25 16,0 25-16,0 0 0,25-25 0,-25 25 0,0-25 0,0 25 16,0 0 155,-25-223-171,25 223 0,0 0 16,-25 0-16,25 0 0,0 0 0,0 0 0,0 0 0,0 0 0,-25 0 0,25 0 0,0 25 0,0-25 0,0 0 0,0 0 0,0 0 0,0 0 0,-24 0 0,24 25 0,0-25 0,0 0 0,0 0 0,0 25 0,0-25 0,0 24 0,-25-24 0,25 0 15,0 25-15,0-25 0,0 25 0,0-25 0,0 25 0,0-25 0,0 25 0,0-25 0,0 24 0,0 1 0,0-25 0,-25 25 0,25-25 0,0 25 0,0-25 0,0 25 0,0-25 0,0 24 16,0-24-16,0 25 0,0-25 0,0 25 0,0-25 16,0 25-16,0-25 0,0 25 0,0-25 0,0 24 0,0-24 15,0 25-15,0-25 0,0 25 0,0-25 0,0 0 16,0 25-16,0-25 0,0 0 0,0 25 0,0-25 0,0 0 15,0 25-15,0-25 0,0 0 0,-25 0 0,25 24 16,0-24-16,0 0 0,0 0 0,0 0 0,0 25 0,0-25 16,0 0-16,0 0 0,0 0 0,0 0 0,0 0 0,0 0 15,0 0-15,0 0 0,0 0 0,0 0 0,0 0 16,0 0-16,0 0 0,0 0 0,0 0 0,0 0 0,25 0 15,-25 0-15,0 0 0,0-25 0,0 25 0,0 0 0,0 0 16,25 0-16,-25-24 0,0 24 0,0 0 0,0-25 16,25 25-16,-25 0 0,0-25 0,0 25 0,24-25 15,-24 25-15,0 0 0,25-25 0,-25 25 0,0-25 0,25 25 16,-25 0-16,0-24 0,0 24 0,25 0 0,-25-25 0,0 25 15,0 0-15,25 0 0,-25 0 0,0 0 0,0-25 16,0 25-16,0 0 0,0 0 0,24 0 0,-24 0 0,0 0 16,0 0-16,0 0 0,0 0 0,0 0 0,0 0 15,0 0-15,0 0 0,0 0 0,0 25 0,0-25 0,0 0 16,0 0-16,0 0 0,25 0 0,-25 0 15,0 0-15,0 0 0,0 0 0,0 0 0,0 25 0,0-25 16,25 0-16,-25 0 0,0 0 0,0 0 0,0 24 0,0-24 0,0 0 16,0 0-16,0 0 0,0 25 0,0-25 0,0 0 15,0 0-15,0 25 0,0-25 0,0 0 0,0 0 0,0 25 16,0-25-16,0 0 0,0 25 0,-25-25 0,25 0 0,0 25 15,0-25-15,0 0 0,0 0 0,0 24 0,0-24 16,0 0-16,0 25 0,0-25 0,0 0 0,0 25 0,0-25 16,0 0-16,0 0 0,0 25 0,0-25 0,0 0 15,0 25-15,0-25 0,0 0 0,0 0 0,0 24 0,0-24 16,0 0-16,0 0 0,0 25 0,0-25 0,0 0 0,0 0 15,0 0-15,0 25 0,0-25 0,0 0 0,0 0 16,0 0-16,0 0 0,0 0 0,0 0 0,0 25 0,25-25 16,-25 0-16,0 0 0,0 0 0,0 0 0,0 0 15,0 0-15,0-25 0,25 25 0,-25 0 0,0 0 0,0 0 16,25 0-16,-25-25 0,0 25 0,24 0 0,-24-25 0,0 25 15,25 0-15,-25-24 0,25 24 0,-25 0 0,25-25 16,-25 25-16,25 0 0,-25-25 0,0 25 0,24 0 0,-24 0 16,0 0-16,25-25 0,-25 25 0,0 0 0</inkml:trace>
  <inkml:trace contextRef="#ctx0" brushRef="#br0" timeOffset="322982.4735">2456 12030 0,'0'0'0,"0"0"16,0 0-16,-25 0 0,25 0 0,0 0 0,0 0 16,0-25-16,0 25 0,0 0 0,0 0 15,0 0-15,0 0 0,0 0 0,25 0 0,-25 0 0,0-24 0,0 24 16,0 0-16,0 0 0,0 0 0,0 0 0,0 0 15,0 0-15,0 0 0,0 0 0,0 0 0,0 0 0,0 0 16,0 0-16,0 0 0,0 0 0,0 0 0,0 0 16,0 0-16,0 0 0,0 0 0,0 24 0,0-24 0,0 0 15,0 0-15,0 0 0,0 0 0,0 25 0,0-25 0,0 0 16,0 25-16,0-25 0,-25 0 0,25 25 0,0-25 15,0 25-15,0-25 0,0 0 0,0 24 0,0-24 0,0 25 16,0-25-16,0 25 0,-25-25 0,25 25 0,0-25 16,0 0-16,0 25 0,0-25 0,0 25 0,0-25 0,0 24 15,0-24-15,0 0 0,0 25 0,0-25 0,0 0 0,0 25 16,0-25-16,0 0 0,0 25 0,0-25 0,0 0 15,0 25-15,0-25 0,0 0 0,0 24 0,25-24 16,-25 0-16,0 0 0,0 25 0,0-25 0,0 0 0,0 0 16,25 0-16,-25 0 0,0 0 0,0 0 0,0 0 15,0 0-15,24 25 0,-24-25 0,0-25 0,0 25 0,25 0 16,-25 0-16,0 0 0,25 0 0,-25 0 0,25 0 15,-25-25-15,25 25 0,-25 0 0,0-24 0,24 24 0,-24 0 16,25-25-16,-25 25 0,25 0 0,-25-25 16,0 25-16,25-25 0,-25 25 0,0 0 0,25-25 0,-25 25 0,0-24 15,0 24-15,25 0 0,-25-25 0,0 25 0,0 0 0,0-25 16,0 25-16,24 0 0,-24-25 0,0 25 0,0 0 15,0-25-15,0 25 0,0-25 0,0 25 0,0 0 0,0-24 16,0 24-16,0 0 0,25-25 0,-25 25 0,0-25 16,0 25-16,0 0 0,0 0 0,0-25 0,0 25 15,0 0-15,0 0 0,0 0 0,0 0 0,0 0 0,0 0 16,0 0-16,0 0 0,0 0 0,0 0 0,0 0 15,0 0-15,0 0 0,0 0 0,0 0 0,0 0 0,0 0 16,0 0-16,0 0 0,0 25 0,0-25 0,0 0 16,0 0-16,0 25 0,0-25 0,0 0 0,0 25 0,0-25 15,0 0-15,-25 24 0,25-24 0,0 0 0,0 25 0,0-25 16,0 25-16,0-25 0,0 25 0,0-25 15,0 25-15,0-25 0,-24 25 0,24-25 0,0 0 0,0 24 16,0-24-16,0 25 0,0-25 0,0 25 0,0-25 0,0 25 16,0-25-16,0 25 0,0-25 0,0 24 0,0-24 0,0 25 15,0-25-15,0 25 0,0-25 0,0 25 0,0-25 16,0 0-16,0 25 0,0-25 0,0 0 0,24 24 15,-24-24-15,0 0 0,0 0 0,0 0 0,0 25 0,0-25 16,25 0-16,-25 0 0,0 0 0,0 0 0,0 0 16,25 0-16,-25 0 0,0 0 0,0-25 0,25 25 0,-25 0 15,0 0-15,25 0 0,-25-24 0,0 24 0,24 0 16,-24-25-16,0 25 0,25 0 0,-25-25 0,0 25 0,25 0 15,-25-25-15,0 25 0,25-25 0,-25 25 0,0-24 0</inkml:trace>
  <inkml:trace contextRef="#ctx0" brushRef="#br0" timeOffset="323375.496">3001 11361 0,'0'0'0,"0"0"16,0 0-16,0 0 0,0 0 0,0 0 0,0 0 15,0 0-15,0 0 0,0 0 0,0 0 0,0 0 0,-24 0 16,24 24-16,0-24 0,0 0 0,0 0 0,-25 25 16,25-25-16,0 25 0,0-25 0,-25 25 0,25-25 0,0 25 15,0-25-15,0 24 0,-25-24 0,25 25 0,0-25 16,0 25-16,0-25 0,-25 25 0,25-25 0,0 25 0,0-25 15,-24 0-15,24 24 0,0-24 0,0 0 0,-25 25 16,25-25-16</inkml:trace>
  <inkml:trace contextRef="#ctx0" brushRef="#br0" timeOffset="324474.5589">3175 12105 0,'0'-25'16,"0"25"-16,0 0 0,0 0 0,0 0 0,-25 0 16,25 0-16,0 0 0,0 0 0,0 0 0,0 0 0,0 0 15,0 0-15,0 0 0,0 0 0,0 0 0,0 0 16,0 0-16,0 0 0,25 0 0,-25 0 0,0 0 0,0 0 15,0 0-15,0 25 0,0-25 0,0 0 0,0 0 16,0 24-16,0-24 0,0 0 0,0 25 0,0-25 0,0 25 16,0-25-16,0 25 0,-25-25 0,25 25 0,0-25 15,0 25-15,0-25 0,0 24 0,0-24 0,0 25 16,0-25-16,0 25 0,0-25 0,0 0 0,0 25 0,0-25 15,0 0-15,0 25 0,0-25 0,0 0 0,0 0 0,0 24 16,0-24-16,0 0 0,25 0 0,-25 0 0,0 0 16,0 0-16,0 0 0,0 0 0,0 0 0,25 0 0,-25 0 15,0 0-15,0 0 0,0 0 0,0 0 0,25-24 16,-25 24-16,0 0 0,24 0 0,-24-25 0,0 25 0,25 0 15,-25-25-15,0 25 0,25-25 0,-25 25 0,25 0 16,-25-25-16,0 25 0,25-24 0,-25 24 0,0-25 16,0 25-16,24 0 0,-24-25 0,0 25 0,0 0 0,0 0 15,0-25-15,0 25 0,0 0 0,0 0 0,0 0 0,0 0 16,0 0-16,0 0 0,0 0 0,0 0 0,0 0 15,0 0-15,0 0 0,0 0 0,0 0 0,0 0 16,0 0-16,0 0 0,-24 25 0,24-25 0,0 0 0,0 25 16,0-25-16,0 0 0,0 25 0,0-25 0,-25 24 15,25 1-15,0-25 0,0 25 0,0 0 0,0 0 0,0-1 16,0 1-16,0-25 0,0 25 0,-25 0 0,25 0 15,0-1-15,0 1 0,0-25 0,0 25 0,0 0 0,0-25 16,0 25-16,0-1 0,0-24 0,0 25 0,0-25 16,0 25-16,0-25 0,0 25 0,0-25 0,0 25 15,0-25-15,0 24 0,0-24 0,0 0 0,0 25 0,0-25 16,0 0-16,-25 0 0,25 0 0,0 25 0,0-25 15,0 0-15,0 0 0,0 0 0,0 0 0,0 0 0,0 0 16,-25 0-16,25 0 0,0 0 0,0 0 0,0 0 16,0 0-16,0 0 0,-24 0 0,24 0 0,0 0 0,0-25 15,0 25-15,0 0 0,0 0 0,0 0 0,0-25 16,0 25-16,0 0 0,0 0 0,0-24 0,0 24 0,0 0 15,0 0-15,0 0 0,24-25 0,-24 25 0,0 0 16,0 0-16,0-25 0,0 25 0,25 0 0,-25 0 0,0-25 16,0 25-16,25-25 0,-25 25 0,0 0 0,25-24 15,-25 24-15,0 0 0,25-25 0,-25 25 0,0-25 16,24 25-16,-24 0 0,0-25 0,0 25 0,0-25 0,25 25 15,-25-24-15,0 24 0,0-25 0,0 25 0,0-25 0,0 25 16,0-25-16</inkml:trace>
  <inkml:trace contextRef="#ctx0" brushRef="#br0" timeOffset="324731.5736">3497 11708 0,'0'0'0,"0"0"0,0 0 0,0 0 0,0 0 0,0 0 16,0 0-16,0 0 0,0 0 0,0 0 0,0 0 16,0 0-16,0 0 0,0 25 0,0-25 15,0 24-15,-24-24 0,24 0 0,0 25 0,0 0 0,0-25 0,0 25 16,-25-25-16,25 25 0,0-25 0,0 24 15,0 1-15,0-25 0,-25 25 0,25-25 0,0 25 0,0-25 0,0 25 16,0-1-16,-25-24 16,25 25-16,0-25 0,0 0 0,0 25 0,0-25 0,0 25 0,0-25 0,0 0 0</inkml:trace>
  <inkml:trace contextRef="#ctx0" brushRef="#br0" timeOffset="327301.7206">2431 13072 0,'25'0'0,"-25"0"0,0 0 0,0-25 0,0 25 16,0 0-16,0 0 0,0 0 0,0 0 0,0 0 15,0 0-15,0 0 0,0 0 0,0 0 0,0 0 0,0 0 16,0 0-16,0 0 0,0 0 0,0 0 0,0 0 16,0-25-16,0 25 0,0 0 0,0 0 0,0 0 0,0 0 15,0 0-15,0 0 0,0 0 0,0 0 0,0 0 16,0-24-16,0 24 0,0 0 0,0 0 0,0 0 0,0 0 15,0 0-15,0 0 0,0-25 0,0 25 0,0 0 0,-25 0 16,25 0-16,0 0 0,0-25 0,0 25 0,0 0 16,0 0-16,0 0 0,0-25 0,-25 25 0</inkml:trace>
  <inkml:trace contextRef="#ctx0" brushRef="#br0" timeOffset="327779.7479">2356 12948 0,'0'0'0,"0"0"0,-24 0 0,24 0 0,0 0 16,0 0-16,0 0 0,0 0 0,0 0 0,0 0 15,0 0-15,0 0 0,0 0 0,0 0 0,0 0 0,0 0 16,0 0-16,-25 0 0,25 0 0,0 0 0,0 0 0,0 0 15,0 0-15,0 0 0,0 0 0,0 0 0,0 0 16,0 0-16,0 0 0,0 0 0,0 0 0,0 0 0,0 0 16,0 0-16,0-25 0,0 25 0,0 0 0,25 0 15,-25 0-15,0 0 0,0 0 0,0 0 0,0 0 0,0 0 16,0 0-16,0 0 0,0-25 0,24 25 0,-24 0 15,0 0-15,0 0 0,25 0 0,-25 0 0,0 0 0,0 0 16,25 0-16,-25-24 0,0 24 0,25 0 0,-25 0 16,0 0-16,0 0 0,25 0 0,-25 24 0,0-24 0,24 0 15,-24 0-15,25 0 0,-25 0 0,25 0 0,-25 0 16,25 0-16,-25 0 0,25 0 0,-25 0 0,24 0 0,-24 0 15,25 0-15,-25 25 0,25-25 0,-25 0 0,25 0 16,0 0-16,-25 0 0,25 0 0,-1 0 47,-24 0-47,25 0 0,0 0 0,0 0 0,0 0 0,-25 0 0,24 0 0,1-25 0,0 25 0,0 0 0,0 0 0,-1 0 0,-24 0 0,25 0 0,0 0 0,0-24 0,0 24 0,-25 0 15,24 0-15,1 0 0,-25 0 0,25-25 0,0 25 0,-25 0 16,25 0-16,-25 0 0,24 0 0,-24 0 0,25 0 16,-25-25-16,0 25 0,0 0 0,0 0 0,25 0 0,-25 0 15,0 0-15,0 0 0,0 0 0,0 0 0,0 0 16,0 0-16,0 0 0,0 0 0,0 0 0,0 0 15,0 0-15,0 0 0,-25 0 0,25 0 0,0 0 0,0 0 16,0-25-16,0 25 31</inkml:trace>
  <inkml:trace contextRef="#ctx0" brushRef="#br0" timeOffset="329351.8378">4242 14908 0,'0'0'0,"0"0"16,0 0-16,0-25 0,0 25 0,0 0 0,0 0 0,0 0 15,0 0-15,0 0 0,0 0 0,0 0 0,0 0 16,0 0-16,0 0 0,0 0 0,0 0 0,0 0 15,0 0-15,0 0 0,0 0 0,0 0 0,0 0 0,0 0 16,0 0-16,0 0 0,0 0 0,0 0 0,0 0 16,0 0-16,0 0 0,0 0 0,0 0 0,0 0 0,0 0 15,0 0-15,0 0 0,0 0 0,0 0 0,0 0 16,0 25-16,0-25 0,24 0 0,-24 0 0,0 0 15,0 0-15,0 0 0,0 0 0,25 24 0,-25-24 0,0 0 16,0 0-16,25 0 0,-25 25 0,0-25 0,0 0 16,25 0-16,-25 25 0,0-25 0,25 0 0,-25 0 0,0 25 15,24-25-15,-24 0 0,0 0 0,0 25 0,25-25 16,-25 0-16,0 0 0,25 24 0,-25-24 0,0 0 0,0 0 15,25 0-15,-25 25 0,0-25 0,0 0 0,0 0 16,25 0-16,-25 0 0,0 25 0,0-25 0,0 0 16,0 0-16,0 0 0,0 25 0,0-25 0,0 25 0,0-25 15,-25 0-15,25 24 0,0-24 0,0 25 0,-25-25 16,25 25-16,-25-25 0,25 25 0,-25 0 0,1-25 0,24 24 15,-25 1-15,0-25 0,25 25 0,-25-25 0,25 25 16,-25-25-16,25 25 0,-24-25 0,24 0 0,0 25 16,0-25-16,0 0 0,0 0 0,0 0 0,0 0 0,0 0 15,24-25-15,-24 25 0,0 0 0,25 0 0,-25-25 16,25 25-16,-25-25 0</inkml:trace>
  <inkml:trace contextRef="#ctx0" brushRef="#br0" timeOffset="330396.8976">5432 14908 0,'0'-25'0,"0"25"15,0 0-15,0 0 0,0 0 0,0 0 0,0 0 16,0 0-16,0 0 0,0 0 0,0-25 0,0 25 16,0 0-16,0 0 0,0 0 0,0 0 0,0 0 0,0 0 15,-25-25-15,25 25 0,0 0 0,0 0 0,0 0 16,0 0-16,0 0 0,0-25 0,-24 25 0,24 0 15,0 0-15,0 0 0,0 0 0,0 0 0,-25 0 0,25-24 16,0 24-16,0 0 0,-25 0 0,25 0 0,0 0 16,0 0-16,-25 0 0,25 0 0,0 0 0,0 0 0,-25 0 15,25 0-15,0 0 0,-24 24 0,24-24 0,0 0 16,0 0-16,-25 0 0,25 0 0,0 0 0,0 25 0,-25-25 15,25 0-15,0 25 0,0-25 0,-25 0 0,25 25 16,0-25-16,0 25 0,0-1 0,-25-24 0,25 25 16,0 0-16,0-25 0,0 25 0,0 0 0,0-1 0,0-24 15,0 25-15,0 0 0,0-25 0,0 25 0,0 0 0,0-25 16,0 24-16,0-24 0,0 0 0,25 25 0,-25-25 15,0 0-15,25 0 0,-25 25 0,0-25 0,25 0 16,-25 0-16,0 0 0,25 0 0,-25 0 0,24 0 16,-24 0-16,25 0 0,-25 0 0,25-25 0,-25 25 0,25 0 15,-25 0-15,25 0 0,-25-25 0,24 25 0,-24 0 16,0 0-16,25-24 0,-25 24 0,25 0 0,-25 0 0,0-25 15,25 25-15,-25 0 0,25 0 0,-25-25 0,24 25 16,-24 0-16,0 0 0</inkml:trace>
  <inkml:trace contextRef="#ctx0" brushRef="#br0" timeOffset="331221.9448">5804 15056 0,'0'0'0,"0"-24"0,0 24 0,0 0 0,0 0 0,-25 0 15,25 0-15,0 0 0,0-25 0,0 25 0,0 0 16,0 0-16,0 0 0,-24 0 0,24 0 0,0 0 0,0 0 16,0 0-16,0 0 0,0 0 0,0-25 0,0 25 15,-25 0-15,25 0 0,0 0 0,0 0 0,0 0 0,-25 0 16,25 0-16,0 0 0,0 0 0,-25 0 0,25 0 15,0 25-15,0-25 0,-25 0 0,25 0 0,0 0 16,0 0-16,-24 25 0,24-25 0,0 24 0,0-24 0,-25 0 16,25 25-16,0-25 0,0 25 0,0-25 0,-25 25 15,25 0-15,0-25 0,0 24 0,0-24 0,0 25 16,0-25-16,0 0 0,0 25 0,0-25 0,0 0 0,0 25 15,0-25 63,0 0-78,25 0 0,-25 0 0,0 25 0,0-25 0,0 0 0,0 0 0,25 0 0,-25 0 0,0 0 0,0 0 0,24-25 0,-24 25 0,0 0 0,25 0 0,-25 0 0,0-25 0,0 25 0,25 0 0,-25-25 0,0 25 0,25 0 0,-25-25 0,0 25 0,0 0 0,25-24 0,-25 24 0,0-25 0,0 25 0,24-25 0,-24 25 16,0 0-16,0-25 0,0 25 0,0 0 0,0-25 0,0 25 16,0 0-16,0 0 0,25 0 0,-25-24 0,0 24 15,0 0-15,0 0 0,0 0 0,-25 24 0,25-24 16,0 0-16,0 0 0,0 0 0,0 0 0,0 25 0,0-25 15,0 0-15,0 25 0,-24-25 78,24 0-78,0 25 0,0-25 0,0 25 0,0-25 0,0 0 0,0 24 0,0-24 0,0 25 0,0-25 0,0 0 0,0 25 0,0-25 0,0 25 0,24-25 0,-24 0 0,0 0 0,0 25 0,0-25 0,0 0 0,0 0 0,0 24 0,25-24 0,-25 0 0,0 0 0,0 0 0,25 0 0,-25 0 0,0 0 16,25 0-16,-25 0 0,0 0 0,25 0 0,-25 0 0,25 0 16,-25 0-16,24-24 0,-24 24 0,25 0 0,-25 0 15,0-25-15,25 25 0,-25 0 0,0-25 0,25 25 16,-25 0-16,0-25 0,0 25 0,0 0 0,0-25 0,25 25 15,-25 0-15,0-24 0,0 24 0,0 0 0,0-25 16,0 25-16,0 0 0,0-25 0,0 25 0,-25 0 0,25 0 16,0-25-16,0 25 0,0 0 0,0 0 0,0 0 15,0-25-15,0 25 0,-25 0 0,25 0 0,0 0 16,0 0-16,0 0 0,0 0 0,0 0 0,0 0 0,-25 0 15,25 0-15,0 0 0,0 25 0,0-25 0,-25 0 16,25 0-16,0 25 0,0-25 0,-24 25 0,24-25 0,0 25 16,0-25-16,0 24 0,0 1 0,0-25 0,0 25 15,0-25-15,0 25 0,0-25 0,0 25 0,0-25 16,0 24-16,0-24 0,0 25 0,0-25 0,24 0 0,-24 25 15,0-25-15,0 0 0,25 0 0,-25 25 0,0-25 0,25 0 16,-25 0-16,0 0 0,25 0 0,-25 0 0,25-25 16,-25 25-16,24 0 0,-24-25 0,0 25 0,25 0 0,-25-25 15,25 25-15,-25-24 0,0 24 0,25 0 0,-25-25 16,0 25-16</inkml:trace>
  <inkml:trace contextRef="#ctx0" brushRef="#br0" timeOffset="331475.9593">6300 14585 0,'0'0'0,"0"0"0,0 0 0,0 0 16,0-25-16,0 25 0,0 0 0,-24 0 0,24 0 0,0 0 15,0 25-15,0-25 0,0 0 0,0 0 0,0 0 16,-25 25-16,25-25 0,0 25 0,0-25 0,0 25 16,-25-25-16,25 24 0,0-24 0,0 25 0,0 0 0,-25-25 15,25 25-15,0-25 0,0 25 0,0-25 0,0 24 16,0-24-16,-25 25 0,25-25 0,0 25 0,0-25 15,0 25-15,0-25 0,-24 25 0</inkml:trace>
  <inkml:trace contextRef="#ctx0" brushRef="#br0" timeOffset="332093.9947">7392 15131 0,'0'0'0,"0"0"16,0 0-16,0 0 0,0 0 0,0 0 0,-25 0 15,25 0-15,0 0 0,0 25 0,0-25 0,0 0 16,0 0-16,0 24 0,0-24 0,0 25 0,0-25 0,0 25 16,0-25-16,0 25 0,0 0 0,0-1 0,0 1 15,0-25-15,0 25 0,0 0 0,0 0 0,0 0 16,0-1-16,0-24 0,0 25 0,0 0 0,0 0 0,0 0 15,0-25-15,0 24 0,0-24 0,0 25 0,0 0 16,0-25-16,-25 25 0,25-25 0,0 25 0,0-25 0,0 0 16,0 24-16,0-24 0,-25 25 0,25-25 0,0 0 15,0 25-15,0-25 0,-24 0 0,24 25 0,0-25 16,0 0-16,0 0 0,-25 25 0,25-25 0,0 0 0,0 0 15,0 0-15,0 24 0,0-24 0,0 0 0,0 0 16,0 0-16,0 0 0,0 0 0,0 0 0,0 0 0,0 0 16,0 0-16,0 0 0,0 0 0,-25 0 0,25 0 0,0-24 15,0 24-15,0 0 0,0 0 0,0-25 0,0 25 16,0 0-16,25-25 0,-25 25 0,0-25 0,0 25 0,0-25 15</inkml:trace>
  <inkml:trace contextRef="#ctx0" brushRef="#br0" timeOffset="332411.0128">7417 15156 0,'0'0'16,"0"0"-16,24 0 0,-24 0 0,0 0 0,0 0 15,0 0-15,25 0 0,-25 0 0,0 0 0,25 0 0,-25 0 16,0 24-16,25-24 0,-25 0 0,25 0 0,-25 25 16,0-25-16,0 0 0,24 25 0,-24-25 0,0 0 0,0 25 15,0-25-15,0 25 0,0-25 0,0 24 0,0-24 16,0 25-16,0-25 0,0 0 0,-24 25 0,24-25 0,0 25 15,0-25-15,-25 25 0,25-25 0,-25 0 0,25 25 16,0-25-16,-25 0 0,25 24 0,0-24 0,-25 0 16,25 25-16,0-25 0,-24 0 0,24 0 0,0 0 0,0 0 15,-25 0-15,25 0 0,0 0 0,0 0 0,0 0 16,0 0-16,0 0 0,0-25 0,0 25 0,0 0 0,0-24 15,0 24-15,0-25 0</inkml:trace>
  <inkml:trace contextRef="#ctx0" brushRef="#br0" timeOffset="333683.0856">7516 15230 0,'0'0'0,"0"0"0,0 0 0,0-25 15,25 25-15,-25 0 0,0 0 0,0-25 0,24 25 16,-24 0-16,0-24 0,25 24 0,-25-25 0,25 25 15,-25-25-15,25 25 0,0-25 0,-25 25 0,24-25 0,-24 25 16,25-24-16,0 24 0,-25-25 0,25 25 0,-25-25 0,25 25 16,-25-25-16,24 25 0,-24-25 0,0 25 0,25-24 15,-25 24-15,0 0 0,0-25 0,0 25 0,0-25 16,0 25-16,0 0 0,0-25 0,0 25 0,0 0 0,0 0 15,-25-25-15,25 25 0,0 0 0,0 0 0,-24-24 16,24 24-16,0 0 0,-25 0 0,25 0 0,0 0 0,-25 0 16,25 0-16,0-25 0,-25 25 0,25 0 0,0 0 15,0 0-15,-25 0 0,25 0 0,0 0 0,0 0 0,0 0 16,-24 0-16,24 0 0,0 0 0,0 25 0,0-25 15,0 0-15,0 0 0,0 0 0,0 0 0,-25 24 16,25-24-16,0 0 0,0 25 0,0-25 0,0 0 0,0 25 16,0-25-16,0 25 0,0 0 0,0-25 0,0 24 15,0 1-15,0-25 0,0 25 0,25 0 0,-25 0 0,0-25 16,0 24-16,0 1 0,0 0 0,0-25 0,0 25 15,0 0-15,0-25 0,0 24 0,0 1 0,0-25 16,-25 25-16,25 0 0,0-25 0,0 25 0,0-25 16,0 24-16,0-24 0,0 25 0,0-25 0,0 0 0,0 25 15,0-25-15,0 0 0,-25 25 0,25-25 0,0 0 0,0 0 16,0 0-16,0 0 0,0 0 0,0 0 0,0 0 15,0 0-15,0 0 0,0 0 0,0 0 0,0 0 16,0 0-16,0 0 0,25 0 0,-25 0 0,0 0 0,0 0 16,0-25-16,0 25 0,25 0 0,-25-25 0,0 25 15,0 0-15,24-25 0,-24 25 0,0 0 0,25-24 0,-25 24 16,25 0-16,-25-25 0,0 25 0,0 0 0,25 0 15,-25-25-15,0 25 0,0 0 0,0 0 0,25 0 0,-25 0 16,0 0-16,0 0 0,0 0 0,0 0 0,0 0 16,0 0-16,0 0 0,0 0 0,0 25 0,0-25 0,0 0 15,0 0-15,0 25 0,0-25 0,0 0 0,0 24 16,0-24-16,0 0 0,0 25 0,0-25 0,0 25 15,0-25-15,0 25 0,0-25 0,0 25 0,0-25 16,24 0-16,-24 25 0,0-25 0,0 24 0,0-24 0,0 0 16,0 25-16,25-25 0,-25 0 0,0 0 0,0 25 0,25-25 15,-25 0-15,25 0 0,-25 0 0,0 0 16,25 0-16,-25 0 0,24 0 0,-24 0 0,25 0 0,-25 0 15,25-25-15,-25 25 0,25 0 0,0 0 0,-25-25 0,0 25 16,25 0-16,-25-24 0,24 24 0,-24 0 0,0-25 16,0 25-16,25 0 0,-25-25 0,0 25 0,0-25 0,0 25 15,0 0-15,0-25 0,0 25 0,0 0 0,0-25 16,0 25-16,0 0 0,-25-24 0,25 24 0,0 0 0,0 0 15,0-25-15,0 25 0,-24 0 0,24 0 0,0-25 16,0 25-16,-25 0 0,25 0 0,0 0 16,0 0-16,0 0 0,-25 0 0,25 0 0,0 0 0,0 0 0,-25 0 15,25 0-15,0 0 0,0 0 0,0 0 0,0 0 16,0 25-16,-25-25 0,25 0 0,0 25 0,0-25 15,0 0-15,0 24 0,0-24 0,0 25 0,0 0 0,25-25 16,-25 25-16,0-25 0,0 25 0,0-25 0,0 25 16,25-25-16,-25 24 0,0-24 0,0 25 0,25-25 15,-25 25-15,0-25 0,25 0 0,-25 0 0,0 25 0,24-25 16,-24 0-16,0 0 0,25 0 0,-25 0 0,25 0 0,-25 0 15,0 0-15,25 0 0,-25 0 0,25 0 16,-25-25-16,0 25 0,24 0 0,-24 0 0,25-25 0,-25 25 16,25 0-16,-25-25 0,0 25 0,25-24 0,-25 24 0,0-25 15,25 25-15,-25-25 0,0 25 0,0-25 0,24 25 16,-24-25-16,0 25 0,0-25 0,0 25 0,0-24 0,0 24 15,0-25-15,0 25 0,0-25 0,0 25 0,0-25 16,0 25-16,0 0 0,0 0 0,0-25 0,0 25 16,0 0-16,0 0 0,0 0 0,0 0 0,0 0 15,0 0-15,0 0 0,0 0 0,0 0 0,0 0 0,0 0 16,0 0-16,0 0 0,-24 0 0,24 0 0,0 25 0,0-25 15,0 0-15,0 0 0,0 25 0,0-25 0,0 25 16,0-25-16,0 25 0,0-25 0,0 24 0,0-24 16,0 25-16,0 0 0,0-25 0,0 25 0,0 0 0,0 0 15,0-25-15,0 24 0,0 1 0,0-25 0,0 25 16,0 0-16,0-25 0,0 25 0,0-1 0,0-24 15,0 25-15,0-25 0,0 25 0,0-25 0,-25 25 0,25-25 16,0 25-16,0-25 0,0 24 0,0-24 0,0 0 16,0 0-16,25 25 0,-25-25 0,0 0 0,0 0 0,0 0 15,0 25-15,-25-25 0,25 0 0,0 0 0,0 0 16,0 0-16,0 0 0,0 0 0,0 0 0,0 0 0,0-25 15,0 25-15,0 0 0,0 0 0,0 0 0,0-25 16,0 25-16,0 0 0,0 0 0,0-24 0</inkml:trace>
  <inkml:trace contextRef="#ctx0" brushRef="#br0" timeOffset="333963.1016">8409 15205 0,'0'0'0,"0"-25"0,25 25 0,-25 0 15,0 0-15,0 0 0,0-24 0,0 24 0,0 0 16,24 0-16,-24 0 0,0 0 0,25 0 0,-25 0 16,0 0-16,25 0 0,-25 0 0,0 0 0,25 24 0,-25-24 15,0 0-15,25 0 0,-25 25 0,0-25 0,0 0 16,0 25-16,24-25 0,-24 0 0,0 25 0,0-25 0,0 0 15,0 25-15,0-25 0,0 0 0,0 24 0,0-24 16,-24 0-16,24 0 0,0 25 0,0-25 0,-25 0 16,25 25-16,0-25 0,-25 0 0,25 0 0,0 25 0,-25-25 15,25 0-15,0 0 0,-25 0 0,25 0 0,-24 0 16,24 0-16,0 0 0,-25-25 0,25 25 0,-25 0 0</inkml:trace>
  <inkml:trace contextRef="#ctx0" brushRef="#br0" timeOffset="334234.1171">8533 14858 0,'0'0'0,"0"-25"0,0 25 0,0 0 0,-25 0 15,25 0-15,0 0 0,0 0 0,0 0 0,0 0 16,0 0-16,-25 25 0,25-25 0,0 0 0,-25 0 0,25 25 15,0-25-15,-24 0 0,24 25 0,-25-25 0,25 0 16,-25 24-16,25-24 0,-25 25 0,25-25 0</inkml:trace>
  <inkml:trace contextRef="#ctx0" brushRef="#br0" timeOffset="334927.1567">8434 14858 0,'0'0'0,"0"0"16,0 0-16,-25 0 0,25 0 0,0-25 15,0 25-15,0 0 0,0 0 0,0 0 0,0 0 0,0 0 16,0 0-16,0 0 0,0 0 0,0 0 0,0 0 0,0 0 15,0 0-15,0 0 0,0 0 0,0 0 0,0 0 16,0 0-16,0 0 0,0 0 0,0 0 0</inkml:trace>
  <inkml:trace contextRef="#ctx0" brushRef="#br0" timeOffset="335678.1997">9451 14833 0,'0'0'0,"0"0"0,0 0 0,0-25 0,0 25 0,0 0 16,0 0-16,0 0 0,-25 0 0,25 0 0,0-24 0,0 24 16,0 0-16,0 0 0,0 0 0,0 0 15,0 0-15,0 0 0,0 0 0,0 0 0,0 24 0,0-24 16,0 0-16,0 0 0,0 25 0,0-25 0,0 25 0,0-25 15,0 25-15,0-25 0,0 25 0,0-1 0,0-24 16,0 25-16,0 0 0,0 0 0,0-25 0,0 25 16,0-1-16,0 1 0,0 0 0,0-25 0,-25 25 0,25 0 15,0-1-15,0-24 0,0 25 0,0 0 0,0-25 16,0 25-16,0 0 0,0-25 0,0 24 0,0-24 0,0 0 15,0 25-15,0-25 0,0 0 0,0 25 0,0-25 16,0 0-16,0 0 0,0 0 0,0 0 0,0 0 16,0 0-16,0 0 0,0 0 0,0 0 0,-25 0 0,25 0 15,0 0-15,0 0 0,0 0 0,0 0 0,0-25 16,0 25-16,0 0 0,-25-25 0,25 25 0,0 0 0</inkml:trace>
  <inkml:trace contextRef="#ctx0" brushRef="#br0" timeOffset="336175.2281">9376 15180 0,'0'0'0,"0"0"0,0 0 0,0 0 16,0 0-16,0-24 0,0 24 0,0 0 0,25 0 15,-25 0-15,0 0 0,0 0 0,25 0 0,-25 0 16,0 0-16,25 0 0,-25-25 0,24 25 0,-24 0 0,25 0 16,-25 0-16,25 0 0,-25 0 0,25 0 0,-25 0 15,25 0-15,-25 0 0,24 0 0,1 0 0,-25 0 16,25 0-16,-25 0 0,0 0 0,25 0 0,-25 0 0,25 25 15,-25-25-15,0 0 0,24 0 0,-24 0 0,0 0 16,0 0-16,25 0 0,-25 24 0,0-24 0,0 0 0,0 0 16,0 0-16,0 0 0,0 0 0,0 25 0,0-25 15,0 0-15,0 0 0,0 0 0,0 25 0,0-25 0,-25 0 16,25 25-16,0-25 0,0 0 0,0 25 0,0-25 15,0 0-15,0 24 0,-24-24 0,24 0 0,0 25 16,0-25-16,0 25 0,0-25 0,0 0 0,0 25 0,24-25 16,-24 25-16,0-25 0,0 0 0,0 25 0,0-25 15,25 0-15,-25 24 0,0-24 0,0 0 0,25 0 16,-25 0-16,0 25 0,25-25 0,-25 0 0,0 0 0,25 0 15,-25 0-15,0 0 0,24 0 0,-24 0 0,0-25 16,25 25-16,-25 0 0,0 0 0,25-24 0,-25 24 0,0-25 16,25 25-16,-25-25 0,0 25 0,0-25 0,0 25 15,0-25-15,0 25 0,0-25 0,0 25 0,0-24 0,0 24 16,0-25-16,-25 0 0,25 25 0,0-25 0,0 25 15,-25-25-15,25 25 0,0-24 0,-25 24 0,25 0 16,0 0-16,-24 0 0,24-25 0,0 25 0,0 0 0,-25 0 16,25 0-16,0 0 0,-25 25 0,25-25 0,0 0 15,0 0-15,-25 0 0,25 0 0,0 24 0,0-24 0,0 0 16,0 0-16,0 25 0,0-25 0,0 0 0,-25 0 15,25 25-15,0-25 0,0 0 0,25 0 0,-25 0 16,0 25-16,0-25 0,0 0 0,0 0 0</inkml:trace>
  <inkml:trace contextRef="#ctx0" brushRef="#br0" timeOffset="336797.2637">10120 15255 0,'0'0'0,"0"-25"0,0 25 0,0 0 0,0 0 16,0 0-16,0-25 0,0 25 0,-24 0 0,24 0 0,0 0 16,0 0-16,0-25 0,0 25 0,-25 0 0,25 0 15,0 0-15,0-24 0,-25 24 0,25 0 0,0 0 0,0 0 16,-25 0-16,25 0 0,0 0 0,0 0 0,-25 0 15,25 0-15,0 0 0,0 0 0,-25 24 0,25-24 16,0 0-16,0 0 0,-24 25 0,24-25 0,0 0 0,0 25 16,0-25-16,0 0 0,0 25 0,-25-25 0,25 25 15,0-25-15,0 24 0,0-24 0,0 25 0,0 0 16,0-25-16,0 25 0,0-25 0,25 25 0,-25-25 0,0 25 15,0-25-15,0 24 0,0-24 0,0 25 0,24-25 0,-24 0 16,0 25-16,0-25 0,0 0 0,25 0 0,-25 25 16,0-25-16,25 0 0,-25 0 0,0 0 0,0 0 15,25 0-15,-25 0 0,25 0 0,-25-25 0,25 25 0,-25 0 16,0 0-16,24-25 0,-24 25 0,0-25 0,25 25 15,-25 0-15,0-24 0,25 24 0,-25-25 0,0 25 16,0-25-16,0 25 0,25-25 0,-25 25 0,0-25 0,0 25 16,0 0-16,0-25 0,0 25 0,0-24 0,0 24 15,0 0-15,0-25 0,0 25 0,0 0 0,0-25 0,0 25 16,0 0-16,0 0 0,0 0 0,0 0 0,0-25 15,0 25-15,0 0 0,0 0 0,0 0 0,0 0 0,0 0 16,0 0-16,0 0 0,0 0 0,0 0 0,0 25 16,0-25-16,0 0 0,0 0 0,0 25 0,0-25 15,-25 0-15,25 25 0,0-25 0,0 24 0,0-24 0,0 25 16,0-25-16,-25 25 0,25-25 0,0 25 0,0-25 0,0 25 15,0-25-15,0 25 0,0-25 0,0 0 0,0 24 16,25-24-16,-25 0 0,0 0 0,0 0 0,0 25 16,0-25-16,0 0 0,25 0 0,-25 0 0,0 0 0,0 0 15,0 0-15,25-25 0,-25 25 0,0 0 0,24 0 16,-24 0-16,0-24 0,25 24 0,-25 0 0,0-25 0,25 25 15,-25-25-15,0 25 0,0 0 0,25-25 0,-25 25 16,0-25-16,0 0 0,0 25 0</inkml:trace>
  <inkml:trace contextRef="#ctx0" brushRef="#br0" timeOffset="337137.2831">10344 15230 0,'0'-25'0,"0"25"0,0 0 0,0 0 16,0 0-16,0 0 0,0 0 0,0 0 0,0 0 0,0 0 15,0 0-15,0 0 0,0 0 0,0 25 0,0-25 16,0 0-16,0 0 0,0 25 0,0-25 0,0 0 16,0 25-16,0-25 0,0 24 0,0-24 0,0 0 0,0 25 15,0-25-15,0 25 0,0-25 0,0 0 0,0 25 16,0-25-16,0 0 0,0 25 0,0-25 0,0 0 0,0 25 15,0-25-15,0 0 0,0 0 0,0 0 0,0 24 16,0-24-16,0 0 0,0 0 0,0 0 0,0 0 0,24 0 16,-24 0-16,0-24 0,0 24 0,0 0 0,25 0 15,-25 0-15,0-25 0,25 25 0,-25 0 0,0-25 16,25 25-16,-25-25 0,25 25 0,-25 0 0,0-25 0,24 25 15,-24 0-15,0-25 0,0 25 0,25 0 0,-25 0 16,0 0-16,0 0 0,0 0 0,0 0 0,0 0 16,0 0-16,0 0 0,0 25 0,0-25 0,0 0 0,0 0 15,0 25-15,0-25 0,0 25 0,0-25 0,0 0 16,0 25-16,0-25 0,0 25 0,0-25 0,0 0 0,0 24 15,0-24-15,0 0 0,0 0 0,0 25 0,-25-25 16,25 0-16,0 0 0,0 0 0,0 0 16,0 0-16,0 0 0,0 0 0,0 0 0,0 0 0,-24 0 0,24 0 15,0-25-15,0 25 0</inkml:trace>
  <inkml:trace contextRef="#ctx0" brushRef="#br0" timeOffset="337380.297">10542 14808 0,'0'0'0,"0"0"0,0 0 0,0-24 0,0 24 15,0 0-15,-25 0 0,25 0 0,0 0 0,0 0 16,0 0-16,0 0 0,0 0 0,-25 0 0,25 0 0,0 24 15,0-24-15,-24 0 0,24 25 0,0-25 0,-25 0 16,25 25-16,-25-25 0,25 25 0,-25-25 0,25 25 0,-25-25 16,25 24-16,-24 1 0,24-25 0,-25 25 0,0-25 15,25 25-15,-25-25 0,0 25 0,25-25 0,-24 24 0</inkml:trace>
  <inkml:trace contextRef="#ctx0" brushRef="#br0" timeOffset="338097.338">11609 15205 0,'0'0'15,"0"0"-15,0 0 0,0 0 0,0 0 0,0 0 0,0 0 16,0 0-16,0 0 0,0 0 0,0 0 0,0 0 15,0 0-15,0 0 0,0 25 0,0-25 0,0 0 0,0 0 16,0 25-16,0-25 0,0 25 0,24-25 0,-24 24 16,0-24-16,0 25 0,0 0 0,0-25 0,0 25 0,0 0 15,0-25-15,25 25 0,-25-25 0,0 24 0,0 1 16,0-25-16,0 25 0,0-25 0,0 0 0,0 25 15,25-25-15,-25 0 0,0 0 0,0 0 0,0 25 0,0-25 16,0 0-16,0 0 0,0 0 0,0 0 0,0 0 16,0 0-16,0 0 0,0-25 0,25 25 0,-25 0 0,0 0 15,0-25-15,0 25 0,25-25 0,-25 25 0,0-25 16,0 25-16,0-24 0,0 24 0,24-25 0,-24 25 15,0-25-15,0 25 0,0-25 0,0 25 0,25-25 0,-25 25 16,0-25-16,0 25 0,0 0 0,0 0 0,25 0 0,-25-24 16,0 24-16,0 0 0,0 0 0,0 0 0,0 0 15,0 0-15,0 0 0,0 0 0,25 0 0,-25 0 16,0 0-16,0 0 0,0 0 0,0 0 0,0 24 15</inkml:trace>
  <inkml:trace contextRef="#ctx0" brushRef="#br0" timeOffset="338551.364">11881 15429 0,'0'0'0,"0"0"0,0 0 16,0 24-16,0-24 0,0 0 0,0 0 0,0 0 0,0 0 15,0 0-15,0 0 0,25 0 0,-25 0 0,0 0 16,0 0-16,0 0 0,0 0 0,0 0 0,25 0 0,-25 0 16,0 0-16,25 0 0,-25-24 0,25 24 0,-25 0 15,24-25-15,-24 25 0,25 0 0,-25-25 0,25 25 16,-25-25-16,25 25 0,-25 0 0,0-25 0,25 25 0,-25-25 15,0 25-15,0 0 0,24-24 0,-24 24 0,0 0 16,0-25-16,0 25 0,0 0 0,0-25 0,0 25 0,0 0 16,0-25-16,0 25 0,-24 0 0,24 0 0,0-25 15,0 25-15,0 0 0,-25 0 0,25 0 0,0 0 0,0 0 16,-25-24-16,25 24 0,0 0 0,0 0 0,-25 0 15,25 0-15,0 0 0,0 0 0,0 0 0,-25 24 16,25-24-16,0 0 0,0 0 0,0 0 0,-24 0 0,24 25 16,0-25-16,0 0 0,0 25 0,0-25 0,0 25 15,0-25-15,0 25 0,0-1 0,0-24 0,0 25 0,0-25 16,0 25-16,0 0 0,0-25 0,0 25 0,0 0 15,0-25-15,0 24 0,0-24 0,0 25 0,0-25 16,0 0-16,24 25 0,-24-25 0,0 0 0,0 0 0,0 25 16,0-25-16,25 0 0,-25 0 0,0 0 0,0 0 15,0 0-15,25 0 0,-25 0 0,0-25 0,25 25 16,-25 0-16,0 0 0,0-25 0,25 25 0,-25 0 0,0-25 15,24 25-15,-24-24 0,0 24 0,0-25 0,0 25 16,25-25-16</inkml:trace>
  <inkml:trace contextRef="#ctx0" brushRef="#br0" timeOffset="338843.3807">11931 15056 0,'0'0'0,"0"0"16,0-24-16,0 24 0,0 0 0,0 0 0,0-25 15,0 25-15,0 0 0,0 0 0,0 0 0,0 0 16,0 0-16,0 0 0,0-25 0,0 25 0,0 0 0,25 0 16,-25 0-16,0 0 0,0 0 0,25 0 0,-25 0 15,0 0-15,24 0 0,-24 0 0,0 0 0,0 0 0,25 0 16,-25 0-16,0 0 0,0 0 0,25 0 0,-25 0 15,0 25-15,0-25 0,25 0 0,-25 0 0,0 0 0,0 25 16,0-25-16,0 0 0,0 0 0,25 24 0,-25-24 16,0 0-16,0 0 0,0 0 0,0 25 0,0-25 15,0 0-15,0 0 0,0 0 0</inkml:trace>
  <inkml:trace contextRef="#ctx0" brushRef="#br0" timeOffset="339138.3976">12129 14883 0,'0'0'0,"0"0"0,0 0 0,0 0 16,0-25-16,0 25 0,0 0 0,0 0 0,25 0 16,-25 0-16,0 0 0,25 0 0,-25 0 0,25 0 15,-25 0-15,25 0 0,-25 0 0,25 0 0,-1 0 0,1 0 16,-25 0-16,25 0 0,0 0 0,0 0 0,-25 0 15,24 0-15,1 0 0,-25 0 0,25 25 0,0-25 0,-25 0 16,25 0-16,-25 0 0</inkml:trace>
  <inkml:trace contextRef="#ctx0" brushRef="#br0" timeOffset="340051.4498">12849 15106 0,'0'0'16,"0"0"-16,0 0 0,-25 0 0,25 0 0,0 0 0,0 0 16,0-25-16,0 25 0,0 0 0,0 0 0,0 0 15,0 0-15,0 0 0,0 0 0,0 0 0,0 0 0,25 0 16,-25 0-16,0 0 0,0 0 0,0 0 0,0 0 15,0 0-15,0 25 0,0-25 0,25 0 0,-25 0 16,0 0-16,0 0 0,0 0 0,0 0 0,0 25 0,0-25 16,0 0-16,0 0 0,0 25 0,0-25 0,0 24 0,0-24 15,0 25-15,0-25 0,0 25 0,0-25 0,0 25 16,0 0-16,0-25 0,0 24 0,0-24 0,0 25 15,0 0-15,0-25 0,0 25 0,0-25 0,0 25 0,24-25 16,-24 25-16,0-25 0,0 24 0,0-24 0,0 0 0,0 25 16,0-25-16,0 0 0,25 0 0,-25 0 0,0 0 15,0 25-15,0-25 0,0 0 0,0 0 0,0 0 16,25-25-16,-25 25 0,0 0 0,0 0 0,0 0 15,25 0-15,-25-25 0,0 25 0,0 0 0,25-24 0,-25 24 16,0 0-16,0-25 0,24 25 0,-24-25 0,0 25 16,0-25-16,25 25 0,-25-25 0,0 25 0,0-25 0,25 1 15,-25 24-15,0-25 0,0 25 0,0-25 0,25 25 16,-25-25-16,0 25 0,0 0 0,0-25 0,0 25 15,0 0-15,0-24 0,0 24 0,0 0 0,0 0 0,0 0 16,0 0-16,0 0 0,0 0 0,0 0 0,0 0 0,0 0 16,0 0-16,0 0 0,0 0 0,0 0 0,0 0 15,0 0-15,0 0 0,0 0 0,0 0 0,0 0 16,0 0-16,0 0 0,0 0 0,0 24 0,0-24 0,0 0 15,0 0-15</inkml:trace>
  <inkml:trace contextRef="#ctx0" brushRef="#br0" timeOffset="340516.4764">13221 15354 0,'0'0'0,"0"0"0,0 0 0,0 0 0,0 0 15,0 0-15,0 0 0,0 0 0,0 0 0,25 0 16,-25 0-16,0 0 0,0 0 0,25 0 0,-25 0 0,0-25 15,0 25-15,24 0 0,-24 0 0,0-25 0,25 25 16,-25 0-16,0 0 0,25-24 0,-25 24 0,0 0 16,0 0-16,0 0 0,25-25 0,-25 25 0,0 0 0,0 0 15,0 0-15,0-25 0,0 25 0,0 0 0,0 0 16,0 0-16,0-25 0,0 25 0,0 0 0,-25 0 0,25 0 15,0 0-15,0-25 0,0 25 0,0 0 0,-25 0 16,25 0-16,0 0 0,0 0 0,-25 0 0,25 0 0,0 0 16,-24 0-16,24 0 0,0 0 0,0 0 0,-25 0 15,25 0-15,0 0 0,0 0 0,-25 0 0,25 0 16,0 0-16,0 0 0,-25 0 0,25 0 0,0 0 15,0 25-15,0-25 0,-25 0 0,25 0 0,0 0 0,0 25 16,0-25-16,0 0 0,-25 25 0,25-25 0,0 25 16,0-25-16,0 0 0,0 24 0,0-24 0,0 25 0,0-25 15,0 25-15,0-25 0,0 25 0,25-25 0,-25 25 0,0-25 16,0 25-16,0-25 0,0 0 0,25 24 0,-25-24 15,0 0-15,0 0 0,25 25 0,-25-25 0,0 0 16,25 0-16,-25 25 0,25-25 0,-25 0 0,0 0 0,24 0 16,-24 0-16,25 0 0,-25 0 0,25 0 0,-25 0 15,25 0-15,-25 0 0,25 0 0,-25 0 0,24 0 16,1 0-16,-25 0 0,25 0 0,-25 0 0,25-25 15</inkml:trace>
  <inkml:trace contextRef="#ctx0" brushRef="#br0" timeOffset="340922.4996">13841 15255 0,'0'0'16,"0"0"-16,0 0 0,0 0 0,-25 0 0,25-25 0,0 25 16,0 0-16,-25 0 0,25 0 0,0 0 0,-24 0 15,24 0-15,0 0 0,-25 0 0,25 0 0,0 0 0,-25 0 16,25 0-16,0 0 0,-25-25 0,25 25 15,0 0-15,-25 0 0,25 25 0,0-25 0,-24 0 0,24 0 16,0 0-16,0 0 0,-25 0 0,25 0 0,0 25 0,-25-25 16,25 0-16,0 0 0,0 25 0,0-25 0,-25 0 15,25 24-15,0-24 0,0 25 0,0-25 0,0 25 0,0-25 16,0 25-16,0-25 0,0 25 0,0-25 0,25 25 15,-25-25-15,0 0 0,0 24 0,25-24 0,-25 25 0,0-25 16,25 0-16,-25 25 0,24-25 0,-24 0 0,0 0 16,25 0-16,-25 25 0,25-25 0,-25 0 0,25 0 15,0 0-15,-25 0 0,24-25 0,1 25 0,-25 0 0,25 0 16,0 0-16,-25-25 0,25 25 0,-1-25 0,-24 25 15,25-24-15,0 24 0,-25-25 0,25 25 0,0-25 0,-25 0 16</inkml:trace>
  <inkml:trace contextRef="#ctx0" brushRef="#br0" timeOffset="341193.5151">14188 14957 0,'0'0'0,"0"-25"16,0 25-16,0 0 0,0 0 0,0 0 0,0-24 16,0 24-16,0 0 0,0 0 0,0 0 0,0 0 15,0 0-15,0 0 0,-25 0 0,25 0 0,0 24 0,0-24 16,0 0-16,0 0 0,0 25 0,0-25 0,0 25 15,0-25-15,0 25 0,0 0 0,0-25 0,0 24 0,0 1 16,0 0-16,0-25 0,-24 25 0,24 0 0,0-1 16,0-24-16,0 25 0,0 0 0,0 0 0,0-25 0,0 25 15,0-1-15,0-24 0,0 25 0,0 0 0,0-25 16,0 25-16,0-25 0,0 25 0,0-25 0,0 0 15,-25 25-15,25-25 0,0 0 0,0 0 0,0 24 16,0-24-16,0 0 0,0 0 0,0 0 0,0 0 0,0 0 16,0 0-16,0 0 0,0 0 0,0 0 0,0-24 15,0 24-15,0 0 0,-25-25 0</inkml:trace>
  <inkml:trace contextRef="#ctx0" brushRef="#br0" timeOffset="341628.54">14039 15255 0,'0'0'0,"0"0"16,0 0-16,0-25 0,0 25 0,0 0 0,0 0 0,0 0 15,0 0-15,0 0 0,25 0 0,-25 0 0,0 0 16,0 0-16,25 0 0,-25 0 0,0 0 0,25 0 15,-25-25-15,25 25 0,-25 0 0,24 0 0,-24 0 0,0 0 16,25 0-16,-25 0 0,0 25 0,25-25 0,-25 0 16,0 0-16,0 0 0,0 0 0,25 25 0,-25-25 15,0 0-15,0 0 0,0 25 0,0-25 0,0 0 0,0 0 16,0 24-16,0-24 0,0 0 0,-25 25 0,25-25 15,0 25-15,0-25 0,0 0 0,0 25 0,0-25 0,0 25 16,0-25-16,0 0 0,0 25 0,0-25 0,0 24 16,0-24-16,0 0 0,0 25 0,0-25 0,0 0 0,0 25 15,0-25-15,0 0 0,0 0 0,0 25 0,25-25 16,-25 0-16,0 0 0,25 0 0,-25 0 0,0 0 15,24 0-15,-24 0 0,0 0 0,25 0 0,-25 0 0,25 0 16,-25 0-16,25 0 0,-25-25 0,0 25 0,25 0 0,-25-25 16,0 25-16,0-25 0,25 25 0,-25-24 0,0 24 15,0-25-15,0 25 0,0-25 0,0 0 0,0 25 16,-25-25-16,25 0 0,0 25 0,0-24 0,0 24 0,0-25 15,-25 25-15,25-25 0,0 25 0,0 0 16,0 0-16,0-25 0,-25 25 0,25 0 0,0 0 0,0 0 16,0 0-16,0 0 0,0-25 0,-25 25 0,25 0 0,0 0 15,0 0-15,-25 0 0,25 0 0,0 25 0,0-25 16,0 0-16,-24 0 0,24 0 0,0 0 0,0 0 15,0 0-15,0 0 0,0 0 0,0 0 0,0 0 0,0 0 16,0 0-16</inkml:trace>
  <inkml:trace contextRef="#ctx0" brushRef="#br0" timeOffset="342267.5766">14436 14908 0,'0'0'0,"0"-25"0,0 25 0,0 0 16,0 0-16,0 0 0,-24 0 0,24 0 0,0 0 15,0 0-15,0 0 0,0 0 0,0 0 0,0 0 16,0 0-16,0-25 0,24 25 0,-24 0 0,0 0 0,0 0 15,0 0-15,25 0 0,-25 25 0,0-25 0,0 0 16,25 0-16,-25 0 0,0 0 0,0 25 0,0-25 0,25 0 16,-25 24-16,0-24 0,0 0 0,0 25 0,0-25 15,0 25-15,0-25 0,-25 25 0,25-25 0,0 25 0,-25-25 16,25 24-16,0-24 0,-25 25 0,1-25 0,24 25 15,-25-25-15,0 0 0,0 25 0,25-25 0,-25 25 16,0-25-16,25 0 0,-24 0 0,24 0 0,-25 0 0,25 24 16,-25-48-16</inkml:trace>
  <inkml:trace contextRef="#ctx0" brushRef="#br0" timeOffset="343420.6425">15131 15081 0,'0'0'0,"0"0"0,0 0 15,0 0-15,0 0 0,0 0 0,0 0 0,0 0 0,0 0 16,0 0-16,0 25 0,0-25 0,0 0 0,0 0 16,0 0-16,0 0 0,0 0 0,0 0 0,0 0 15,0 25-15,0-25 0,25 0 0,-25 0 0,0 25 0,0-25 16,0 0-16,0 24 0,0-24 0,0 0 0,0 25 15,0-25-15,0 25 0,0 0 0,0-25 0,0 25 0,0-25 16,0 24-16,0 1 0,0-25 0,0 25 0,0 0 16,24-25-16,-24 25 0,0-25 0,0 25 0,0-25 0,0 0 15,0 24-15,0-24 0,0 0 0,25 25 0,-25-25 16,0 0-16,0 0 0,0 0 0,0 0 0,0 0 0,25 0 15,-25 0-15,0 0 0,0 0 0,0 0 0,0 0 16,0 0-16,25 0 0,-25-25 0,0 25 0,0 0 16,0 0-16,25-24 0,-25 24 0,0-25 0,0 25 0,24-25 15,-24 25-15,0-25 0,25 0 0,-25 25 0,0-25 16,25 1-16,-25 24 0,0-25 0,0 0 0,25 25 15,-25-25-15,0 25 0,0-25 0,0 25 0,0 0 0,25-24 16,-25 24-16,0 0 0,0 0 0,0 0 0,0 0 16,0 0-16,0 0 0,0 0 0,0 0 0,0 0 0,0 0 15,0 0-15,0 0 0,0 0 0,0 0 0,0 0 16,0 0-16,0 0 0,0 0 0,0 0 0,0 0 0,0 24 15,25-24-15,-25 0 0,0 0 0,0 0 0,0 0 16</inkml:trace>
  <inkml:trace contextRef="#ctx0" brushRef="#br0" timeOffset="344069.6796">15751 15329 0,'0'0'0,"0"0"0,0 0 0,0 0 0,0-25 16,0 25-16,0 0 0,0 0 0,0 0 0,0 0 16,0 0-16,-25-24 0,25 24 0,0 0 0,0 0 0,0 0 15,0 0-15,0 0 0,0-25 0,0 25 0,0 0 0,-25 0 16,25 0-16,0 0 0,0 0 0,0 0 0,-24 0 15,24 0-15,0 0 0,-25 0 0,25 0 0,0 0 16,-25 0-16,25 0 0,0 0 0,-25 0 0,25 0 0,-25 0 16,25 0-16,0 0 0,-24 25 0,24-25 0,0 0 15,-25 0-15,25 0 0,0 24 0,0-24 0,0 0 0,0 25 16,-25-25-16,25 25 0,0-25 0,0 25 0,0-25 15,0 25-15,0-25 0,0 25 0,0-25 0,0 0 16,25 24-16,-25-24 0,0 25 0,0-25 0,0 25 0,0-25 16,25 0-16,-25 25 0,0-25 0,0 0 0,0 0 15,24 25-15,-24-25 0,0 0 0,0 0 0,25 0 16,-25 0-16,0 0 0,0 0 0,25 0 0,-25 0 0,0 0 15,0 0-15,25-25 0,-25 25 0,0 0 0,25 0 16,-25-25-16,0 25 0,24 0 0,-24-25 0,0 25 0,0 0 16,25-25-16,-25 25 0,0-24 0,0 24 0,25 0 15,-25-25-15,0 25 0,0-25 0,0 25 0,0-25 0,25 0 16,-25 25-16,0-25 0,0 25 0,0 0 0,0-24 15,25 24-15,-25-25 0,0 25 0,0 0 0,0 0 0,0 0 16,0-25-16,0 25 0,0 0 0,0 0 0,0 0 16,0 0-16,0 0 0,0 25 0,0-25 0,0 0 15,0 0-15,-25 0 0,25 0 0,0 0 0,0 25 0,0-25 16,0 0-16,0 0 0,0 24 0,0-24 0,0 0 15,-25 25-15,25-25 0,0 0 0,0 25 0,0-25 16,0 0-16,0 25 0,0-25 0,0 0 0,0 25 0,0-25 16,0 0-16,0 25 0,0-25 0,0 0 0,0 0 15,0 24-15,0-24 0,25 0 0,-25 0 0,0 25 16,0-25-16,0 0 0,0 0 0,0 25 0,0-25 0,0 0 15,0 0-15,0 0 0,0 0 0,0 0 0,25 0 0,-25 0 16,0 0-16,0 0 0,0 0 0,0-25 0,0 25 16,24 0-16,-24 0 0,0-25 0,0 25 0</inkml:trace>
  <inkml:trace contextRef="#ctx0" brushRef="#br0" timeOffset="344542.7067">15925 15230 0,'0'0'0,"0"0"0,0 0 15,0 0-15,0 25 0,0-25 0,0 0 0,-25 0 0,25 0 16,0 25-16,0-25 0,0 0 0,0 24 0,0-24 15,0 0-15,0 25 0,0-25 0,0 25 0,0-25 0,0 0 16,0 25-16,0-25 0,0 25 0,0-25 0,0 0 16,0 25-16,-25-25 0,25 0 0,0 24 0,0-24 15,0 0-15,0 25 0,0-25 0,0 0 0,0 0 0,0 25 16,0-25-16,0 0 0,0 0 0,0 0 16,0 0-16,0 0 0,0 0 0,0 0 0,0 0 0,0 0 0,0 0 15,0 0-15,0 0 0,0 0 0,0 0 0,0 0 16,0 0-16,0-25 0,0 25 0,0 0 0,0 0 0,25-25 15,-25 25-15,0-24 0,0 24 0,25 0 0,-25-25 16,0 25-16,24-25 0,-24 25 0,0-25 0,25 25 16,-25 0-16,0 0 0,25-25 0,-25 25 0,0 0 0,25 0 15,-25 0-15,0 0 0,25 0 0,-25 0 0,0 0 16,0 0-16,0 0 0,0 0 0,0 0 0,0 0 15,0 25-15,0-25 0,0 0 0,0 0 0,0 25 0,0-25 16,0 0-16,0 25 0,0-25 0,0 0 0,0 25 16,0-25-16,0 24 0,0-24 0,0 0 0,-25 25 0,25-25 15,0 25-15,0-25 0,0 25 0,0-25 0,0 25 16,0-25-16,0 0 0,0 24 0,0-24 0,0 0 0,0 25 15,0-25-15,0 0 0,0 0 0,0 0 0,0 25 16,0-25-16,25 0 0,-25 0 0,0 0 0,0 0 16,24 0-16,-24 0 0,0 0 0,25-25 0,-25 25 0,25 0 15,-25 0-15,0 0 0,25-25 0,-25 25 0,0 0 16,25-24-16,-25 24 0,0 0 0,0-25 0,0 25 0,0 0 15</inkml:trace>
  <inkml:trace contextRef="#ctx0" brushRef="#br0" timeOffset="344896.7269">15652 15056 0,'0'0'0,"0"0"16,0-24-16,25 24 0,-25 0 0,0 0 0,0 0 15,0 0-15,0 0 0,0 0 0,24-25 0,-24 25 16,0 0-16,0 0 0,25 0 0,-25 0 0,25-25 0,-25 25 15,25 0-15,-25 0 0,25 0 0,-25-25 0,24 25 16,-24 0-16,25 0 0,-25 0 0,0 0 0,25 0 16,-25 0-16,0 0 0,25 0 0,-25 0 0,0 0 0,0 0 15,0 25-15,25-25 0,-25 0 0,0 0 0,0 0 16,0 25-16,0-25 0,0 0 0,0 0 0,0 25 0,0-25 15,0 0-15,0 24 0,0-24 0,0 0 0,24 0 16,-24 25-16,0-25 0,0 0 0,0 0 0,0 0 0,0 25 16,0-25-16,25 0 0,-25 0 0</inkml:trace>
  <inkml:trace contextRef="#ctx0" brushRef="#br0" timeOffset="345224.7457">16098 14982 0,'0'0'0,"0"-25"0,-25 25 0,25 0 0,0 0 15,0 0-15,0 0 0,0 0 0,0 0 0,0 0 16,0 0-16,0 0 0,0 0 0,25 0 0,-25 0 0,0 0 16,0 0-16,0 0 0,0 25 0,25-25 0,-25 0 15,0 0-15,0 0 0,25 0 0,-25 0 0,0 0 16,0 25-16,25-25 0,-25 0 0,0 0 0,0 0 0,24 0 15,-24 0-15,0 0 0,25 0 0,-25 0 0,0-25 0,0 25 16,25 0-16,-25 0 0,0 0 0,0-25 0,25 25 16,-25 0-16,0-25 0,0 25 0,0 0 0,0 0 15,0-24-15,0 24 0,0 0 0,0 0 0,0-25 0,0 25 16,0 0-16,0 0 0,-25-25 0,25 25 0,0 0 15,0 0-15,0 0 0,0 0 0,0 0 0,0 0 0,-25 0 16,25 0-16,0 0 0,0 0 0,0 0 0,-25 0 16,25 0-16,0 0 0,0 0 0,0 0 0,0 0 0,0 0 15,-24 0-15,24 0 0,0 0 0</inkml:trace>
  <inkml:trace contextRef="#ctx0" brushRef="#br0" timeOffset="346461.8165">17214 15429 0,'0'0'0,"0"0"0,0 0 0,0 0 0,0 0 0,0 0 15,0 0-15,0 0 0,0 0 0,0 0 0,25 0 16,-25 0-16,0 0 0,0 0 0,0 0 0,0 0 16,0 0-16,0 0 0,0-25 0,0 25 0,0 0 0,25 0 15,-25 0-15,0 0 0,0 0 0,0 0 0,0-25 0,0 25 16,0 0-16,0 0 0,0 0 0,0 0 0,0-25 15,0 25-15,0 0 0,0 0 0,0 0 0,0-25 16,0 25-16,0 0 0,0 0 0,0-25 0,-25 25 0,25 0 16,0 0-16,0 0 0,0-24 0,0 24 0,0 0 0,-25 0 15,25 0-15,0-25 0,0 25 0,0 0 16,-24 0-16,24 0 0,0 0 0,0 0 0,-25 0 0,25 0 15,0 0-15,0 0 0,-25 0 0,25 0 0,0 0 16,-25 0-16,25 0 0,0 0 0,-25 0 0,25 0 0,0 0 16,-24 0-16,24 0 0,0 25 0,0-25 0,-25 0 15,25 0-15,0 0 0,0 24 0,-25-24 0,25 0 0,0 0 16,0 25-16,-25-25 0,25 0 0,0 25 0,0-25 15,-25 25-15,25-25 0,0 0 0,0 25 0,0-25 16,0 25-16,0-25 0,0 0 0,0 24 0,0-24 0,0 0 16,0 0-16,0 25 0,0-25 0,0 0 0,25 0 0,-25 0 15,0 0-15,0 25 0,25-25 0,-25 0 16,25 0-16,-25 0 0,0 0 0,25 0 0,-25-25 0,24 25 15,-24 0-15,25 0 0,-25 0 0,25 0 0,0-25 16,-25 25-16,25 0 0,-25-24 0,24 24 0,-24-25 0,25 25 16,-25-25-16,25 25 0,-25-25 0,25 25 0,-25-25 15,0 0-15</inkml:trace>
  <inkml:trace contextRef="#ctx0" brushRef="#br0" timeOffset="346755.8333">17413 14932 0,'0'0'0,"0"0"0,0-24 0,0 24 15,0 0-15,0 0 0,0 0 0,0 0 0,0 0 16,0 0-16,0 0 0,0 0 0,0 0 0,0 0 15,0 0-15,0 0 0,0 0 0,0 0 0,0 0 0,-25 0 16,25 24-16,0-24 0,0 0 0,0 25 0,0-25 16,0 25-16,0-25 0,-25 25 0,25-25 0,0 25 15,0-1-15,0-24 0,-25 25 0,25 0 0,0 0 0,0-25 16,-24 25-16,24-1 0,0-24 0,0 25 0,0 0 0,-25 0 15,25-25-15,0 25 0,0-25 0,0 24 16,0 1-16,0-25 0,0 25 0,0-25 0,-25 25 0,25-25 16,0 0-16,0 25 0,0-25 0,0 0 0,0 25 0,0-25 15,0 0-15,0 0 0,0 0 0,0 0 0,0 24 16,0-24-16,0 0 0,0 0 0,0 0 0,0 0 15,0 0-15,0 0 0,0 0 0,25-24 0,-25 24 0,0 0 16,0 0-16,0 0 0,25-25 0,-25 25 0,0 0 16</inkml:trace>
  <inkml:trace contextRef="#ctx0" brushRef="#br0" timeOffset="347708.8878">17562 15255 0,'0'0'0,"0"0"16,0 0-16,0-25 0,0 25 0,0 0 0,0 0 0,0 0 15,0 0-15,0 0 0,0-25 0,0 25 0,0 0 16,0 0-16,0 0 0,0 0 0,0 0 0,0 0 15,0 0-15,0 0 0,0 0 0,0 0 0,0 0 0,0 0 16,0 0-16,0 25 0,0-25 0,-25 0 0,25 0 0,0 25 16,0-25-16,0 0 0,0 25 0,0-25 0,0 24 15,0-24-15,-25 25 0,25-25 0,0 25 0,0-25 16,0 25-16,0-25 0,0 25 0,0-25 0,0 25 15,0-25-15,0 24 0,0-24 0,0 0 0,25 25 0,-25-25 16,0 0-16,0 25 0,0-25 0,0 0 0,0 0 16,0 0-16,25 0 0,-25 0 0,0 0 0,0 0 0,0 0 15,0 0-15,25 0 0,-25 0 0,0 0 0,24 0 16,-24 0-16,0 0 0,25-25 0,-25 25 0,0 0 15,25-25-15,-25 25 0,0-24 0,25 24 0,-25 0 0,0-25 16,25 25-16,-25-25 0,0 25 0,24-25 0,-24 25 16,0-25-16,0 25 0,0 0 0,25-25 0,-25 25 0,0-24 15,0 24-15,0 0 0,0-25 0,0 25 0,0 0 16,0 0-16,0 0 0,0-25 0,0 25 0,0 0 0,0 0 15,0 0-15,0 0 0,0 0 0,0 0 0,0 0 16,0 0-16,0 0 0,0 0 0,0 0 0,0 0 16,0 25-16,0-25 0,0 0 0,0 0 0,0 0 0,0 25 15,0-25-15,-25 0 0,25 24 0,0-24 0,0 25 16,0-25-16,0 0 0,0 25 0,0-25 0,0 25 0,0-25 15,0 25-15,-24-25 0,24 25 0,0-25 0,0 24 16,0-24-16,0 25 0,0-25 0,0 0 0,0 25 0,0-25 16,24 0-16,-24 25 0,0-25 0,0 0 0,0 0 15,0 0-15,0 25 0,25-25 0,-25 0 0,0 0 16,0 0-16,25 0 0,-25 0 0,0 0 0,0 0 0,25 0 15,-25 0-15,25-25 0,-25 25 0,0 0 0,24 0 16,-24 0-16,25-25 0,-25 25 0,0 0 0,25-25 0,-25 25 16,25 0-16,-25-25 0,0 25 0,25-24 0,-25 24 15,0 0-15,0-25 0,24 25 0,-24-25 0,0 25 0,0 0 16,0-25-16,0 25 0,0 0 0,25-25 0,-25 25 15,0 0-15,0 0 0,0 0 0,0 0 0,0-25 16,-25 25-16,25 0 0,0 0 0,0 0 0,0 0 0,0 0 16,0 0-16,0 0 0,0 0 0,0 0 15,0 0-15,0 0 0,0 0 0,0 0 0,0 0 0,0 0 16,0 0-16,0 0 0,0 0 0,0 25 0,0-25 0,0 0 15,0 0-15,0 0 0,0 25 0,0-25 0,0 0 16,0 0-16,-24 25 0,24-25 0,0 25 0,0-25 0,0 0 16,0 25-16,0-25 0,0 24 0,0-24 0,0 0 15,0 25-15,0-25 0,0 0 0,0 25 0,0-25 0,0 0 16,0 0-16,24 25 0,-24-25 0,0 0 0,0 0 15,0 0-15,0 25 0,25-25 0,-25 0 0,0 0 16,0 0-16,25 0 0,-25 0 0,0 0 0,25 0 0,-25 0 16,25-25-16,-25 25 0,0 0 0,24 0 0,-24 0 0,25-25 15,-25 25-15,0 0 0,25-25 0,-25 25 0,0 0 16,0-25-16,25 25 0,-25-24 0,0 24 0,0-25 15,0 25-15,0-25 0,0 0 0,0 25 0,0-25 16,0 25-16,0-25 0,0 25 0,0-24 0,-25 24 0,25 0 16,0-25-16,0 25 0,0 0 0,-25 0 0,25 0 15,0-25-15,0 25 0,0 0 0,-25 0 0,25 0 0,0 0 16,0 25-16,-24-25 0,24 0 0,0 0 0,0 0 15,0 0-15,0 0 0,-25 0 0,25 0 0,0 0 16,0 25-16,0-25 0,0 0 0,0 0 0,0 0 0,0 0 16,0 0-16</inkml:trace>
  <inkml:trace contextRef="#ctx0" brushRef="#br0" timeOffset="348209.9164">18604 15280 0,'0'-25'0,"0"25"16,0 0-16,0 0 0,0 0 0,0 0 0,0 0 15,0 0-15,0 0 0,0 0 0,0-25 0,-25 25 16,25 0-16,0 0 0,0 0 0,0 0 0,0 0 0,0 0 16,0-25-16,-25 25 0,25 0 0,0 0 0,0 0 0,0 0 15,0 0-15,-25 0 0,25 0 0,0 0 0,0 0 16,-25 0-16,25 0 0,0 0 0,0 0 0,-25 0 15,25 25-15,0-25 0,-24 0 0,24 0 0,-25 25 0,25-25 16,0 0-16,-25 25 0,25-25 0,0 24 0,-25-24 16,25 25-16,0-25 0,0 25 0,0 0 0,0-25 0,-25 25 15,25-25-15,0 25 0,0-1 0,0-24 0,0 25 16,0-25-16,25 25 0,-25-25 0,0 0 0,0 25 0,0-25 15,25 0-15,-25 25 0,0-25 0,25 0 16,-25 0-16,25 24 0,-25-24 0,24 0 0,-24 0 0,25 0 16,-25 0-16,25 0 0,-25 0 0,0 0 0,25-24 15,-25 24-15,25 0 0,-25 0 0,0-25 0,25 25 0,-25 0 16,0-25-16,0 25 0,0 0 0,0 0 0,0-25 15,0 25-15</inkml:trace>
  <inkml:trace contextRef="#ctx0" brushRef="#br0" timeOffset="348619.9399">18355 14932 0,'0'0'0,"0"0"0,0-24 0,0 24 16,0 0-16,0 0 0,0 0 0,0 0 0,0 0 0,0 0 16,0 0-16,25 0 0,-25 0 0,0 0 0,0 0 0,0 24 15,0-24-15,0 0 0,25 0 0,-25 0 0,0 0 16,0 0-16,0 0 0,0 0 0,0 25 0,0-25 0,25 0 15,-25 0-15,0 0 0,0 25 0,0-25 0,0 0 16,0 0-16,0 0 0,-25 25 0,25-25 0,0 0 16,0 0-16,-25 25 0,25-25 0,0 0 0,-25 24 0,25-24 15,-24 0-15,24 0 0,-25 25 0,25-25 0,-25 0 16,25 0-16,-25 25 0,0-25 0,25 0 0,-24 0 0,24 0 15,-25 0-15,25 0 0,-25 0 0,25 0 0,0 0 16,-25 0-16,25 0 0</inkml:trace>
  <inkml:trace contextRef="#ctx0" brushRef="#br0" timeOffset="348966.9597">17983 14908 0,'0'0'0,"0"0"0,0 0 0,0 0 0,0 0 16,0 0-16,0 0 0,0 0 0,0-25 0,25 25 16,-25 0-16,0 0 0,0 0 0,0 0 0,0 0 0,0 0 15,0 0-15,25 0 0,-25 0 0,0 0 0,0 0 16,0 0-16,0 0 0,25 0 0,-25 0 0,0 0 0,0 0 15,0 0-15,0 0 0,0 0 0,0 0 0,0 25 16,0-25-16,0 0 0,0 0 0,0 0 0,0 0 0,0 24 16,0-24-16,0 0 0,0 0 0,0 25 0,0-25 15,0 0-15,-25 25 0,25-25 0,0 0 0,-25 25 16,25-25-16,0 0 0,-25 25 0,25-25 0,0 24 0,-24-24 15,24 0-15,-25 25 0,25-25 0,-25 0 0,25 25 16,-25-25-16,25 0 0,-25 25 0,25-25 0,-24 0 0,24 25 16,-25-25-16,25 0 0</inkml:trace>
  <inkml:trace contextRef="#ctx0" brushRef="#br0" timeOffset="350126.026">17214 14982 0,'0'0'0,"0"0"0,0 0 0,0 0 16,0 0-16,0 0 0,0 0 0,0 0 0,0 0 16,0 0-16,0 0 0,0 0 0,0 0 0,0 0 15,0 0-15,0 0 0,0 0 0,0 0 0,0 0 0,0 0 16,0 0-16,0 0 0,0 0 0,0 0 0,0 0 0,0 0 15,0 0-15,0 0 0,0 0 0,0 0 0,0 0 16,0 0-16,0 0 0,0 0 0,25 0 0,-25 0 0,0 0 16,0 0-16,0 0 0,25 25 0,-25-25 15,0 0-15,25 0 0,-25 0 0,25 0 0,-25 0 0,24 0 0,-24 0 16,25 25-16,0-25 0,-25 0 0,25 0 0,0 0 15,-25 0-15,24 0 0,1 0 0,-25 0 0,25 0 16,0 0-16,-25 0 0,25 24 0,0-24 0,-25 0 16,24 0-16,-24 0 0,0 0 0,25 0 0,-25 0 15,0 0-15</inkml:trace>
  <inkml:trace contextRef="#ctx0" brushRef="#br0" timeOffset="350909.0708">18008 15875 0,'0'0'0,"0"-25"16,0 25-16,0 0 0,0 0 0,0 0 0,0 0 0,0 0 15,0 0-15,0 0 0,0 0 0,0 0 0,0 0 16,0 0-16,0 0 0,0 0 0,0 0 0,0 0 15,0 0-15,0 0 0,0 0 0,0 0 0,0 0 0,0 0 16,0 0-16,0 0 0,0 0 0,-25 0 0,25 0 0,0 0 16,0 0-16,0 0 0,0 0 0,0 0 0,0 0 15,0 0-15,0 0 0,-24 25 0,24-25 0,0 0 16,0 0-16,0 0 0,0 0 0,0 0 0,0 0 0,0 0 15,0 25-15,0-25 0,0 0 0,0 0 0,0 0 16,0 0-16,0 0 0,0 0 0,0 0 0,0 0 0,0 0 16,0 0-16,0 0 0,0 0 0,24 0 0,-24 0 15,0 0-15,0 0 0,0 0 0,0 0 0,0 0 0,0 0 16,0 0-16,0 0 0,0 0 0,0-25 0,0 25 0,0 0 15,0 0-15,0 0 0,0 0 0,0 0 0,0 0 16,0 0-16,0 0 0,0 0 0,0 0 0,0 0 16,0 0-16,0-25 0,-24 25 0,24 0 0,0 0 0,0 0 15,0 0-15</inkml:trace>
  <inkml:trace contextRef="#ctx0" brushRef="#br0" timeOffset="351952.1305">19745 15032 0,'0'0'0,"0"0"0,0 0 0,0 0 15,0-25-15,0 25 0,0 0 0,0 0 0,0 0 16,0 0-16,0 0 0,0 0 0,0 0 0,0 0 0,0 0 16,0 0-16,0 0 0,0 0 0,0 0 0,0 0 15,0 0-15,0 0 0,0 0 0,0 0 0,0 25 0,0-25 16,0 0-16,0 24 0,0-24 0,0 0 0,0 25 15,0 0-15,0-25 0,0 25 0,0 0 0,-25-1 16,25 1-16,0-25 0,0 25 0,0 0 0,-25 0 0,25-1 16,0 1-16,0 0 0,0-25 0,-25 25 0,25 0 15,0 0-15,0-25 0,0 24 0,0-24 0,-25 25 16,25-25-16,0 25 0,0-25 0,0 0 0,0 25 0,0-25 15,0 0-15,0 0 0,0 0 0,0 25 0,0-25 0,-24 0 16,24 0-16,0 0 0,0 0 0,0 0 0,0 24 16,0-24-16,0 0 0,0 0 0,0 0 0,0 0 15,0 0-15,-25 0 0,25 25 0,0-25 0,0 0 0,0 0 16,0 0-16,0 0 0,0 0 0,0 0 0,0 0 0</inkml:trace>
  <inkml:trace contextRef="#ctx0" brushRef="#br0" timeOffset="352191.1442">19571 15280 0,'0'0'16,"0"-25"-16,0 25 0,25 0 0,-25 0 0,0 0 15,0-25-15,0 25 0,0 0 0,0 0 0,25 0 0,-25 0 16,0 0-16,24 0 0,-24 0 0,25 0 0,-25-25 0,25 25 15,-25 0-15,25 0 0,0 0 0,-25 0 0,24 0 16,-24 0-16,25 0 0,-25 0 0,25 0 0,-25 0 16,25 25-16,-25-25 0,25 0 0,-25 0 0,0 0 0,0 0 15,0 0-15,24 0 0,-24 25 0</inkml:trace>
  <inkml:trace contextRef="#ctx0" brushRef="#br0" timeOffset="353451.2162">19745 15429 0,'0'0'0,"0"0"0,0 0 0,0 0 16,0 0-16,0 0 0,0 0 0,0 0 0,0 0 0,0 0 16,0 0-16,0 0 0,0-25 0,24 25 0,-24 0 0,0 0 15,25 0-15,-25-25 0,0 25 0,25 0 0,-25 0 16,25-25-16,-25 25 0,25 0 0,-25 0 0,24-25 0,-24 25 15,25-25-15,0 25 0,-25 0 0,25-24 0,-25 24 16,25-25-16,-25 25 0,24 0 0,-24-25 0,25 25 0,0-25 16,-25 25-16,0-25 0,25 25 0,-25 0 0,25-24 15,-25 24-15,0-25 0,24 25 0,-24 0 0,0-25 16,0 25-16,0 0 0,0-25 0,0 25 0,0 0 0,0 0 15,0-25-15,0 25 0,0 0 0,-24 0 0,24-24 16,0 24-16,0 0 0,-25 0 0,25 0 0,0 0 0,-25-25 16,25 25-16,0 0 0,-25 0 0,25 0 0,0 0 15,-25 0-15,25 0 0,0 0 0,0 0 0,-24 0 16,24 0-16,0 0 0,0 0 0,0 0 0,-25 0 0,25 0 15,0 0-15,0 0 0,0 25 0,0-25 0,0 0 16,0 0-16,0 0 0,0 24 0,-25-24 0,25 0 0,0 25 16,0-25-16,0 25 0,0-25 0,0 25 0,0-25 15,0 25-15,0-25 0,-25 24 0,25-24 16,0 25-16,0-25 0,0 25 0,0-25 0,-25 25 0,25-25 0,0 25 15,0-25-15,0 24 0,-24 1 0,24-25 0,0 25 16,0-25-16,-25 25 0,25-25 0,0 0 0,0 25 16,-25-25-16,25 25 0,0-25 0,0 0 0,0 24 0,0-24 15,-25 0-15,25 0 0,0 0 0,0 0 0,0 25 0,0-25 16,0 0-16,0 0 0,0 0 0,0 0 0,0 0 15,0 0-15,0 0 0,0 0 0,0 0 0,0 0 16,25-25-16,-25 25 0,0 0 0,0 0 0,0 0 0,25 0 16,-25-24-16,0 24 0,0 0 0,25-25 0,-25 25 15,24 0-15,-24-25 0,0 25 0,25-25 0,-25 25 16,25 0-16,-25-25 0,0 25 0,25-25 0,-25 25 0,0 0 15,25-24-15,-25 24 0,0 0 0,0 0 0,24-25 16,-24 25-16,0 0 0,0 0 0,0 0 0,0 0 0,0 0 16,0 0-16,0 0 0,0 0 0,0 0 0,0 0 15,0 25-15,0-25 0,0 0 0,0 0 0,0 0 0,0 24 16,-24-24-16,24 0 0,0 0 0,0 25 0,0-25 15,0 25-15,0-25 0,0 0 0,0 25 0,0-25 16,0 25-16,0-25 0,-25 25 0,25-25 0,0 0 0,0 24 16,0-24-16,0 25 0,0-25 0,0 0 0,0 25 15,0-25-15,25 0 0,-25 25 0,0-25 0,0 0 0,0 0 16,0 0-16,0 0 0,0 25 0,24-25 0,-24 0 15,0 0-15,0 0 0,0 0 0,25 0 0,-25 0 16,0 0-16,25 0 0,-25-25 0,0 25 0,25 0 0,-25 0 16,25 0-16,-25 0 0,0-25 0,24 25 0,-24 0 15,0 0-15,0-25 0,25 25 0,-25 0 0,0-25 16,0 25-16,25 0 0,-25-24 0,0 24 0,0-25 0,0 25 15,25 0-15,-25-25 0,0 25 0,0-25 0,0 25 16,0-25-16,0 25 0,0 0 0,0-25 0,0 25 0,0 0 16,25-24-16,-25 24 0,0 0 0,0 0 0,0 0 15,0 0-15,0-25 0,0 25 0,0 0 0,0 0 0,0 0 16,0 0-16,0 0 0,0 0 0,0 0 0,0 0 15,0 25-15,-25-25 0,25 0 0,0 0 0,0 0 0,0 0 16,0 24-16,0-24 0,0 0 0,-25 0 0,25 25 16,0-25-16,0 25 0,0-25 0,0 0 0,0 25 15,0-25-15,0 25 0,0-25 0,0 0 0,0 25 0,0-25 16,0 0-16,0 24 0,0-24 0,0 0 0,0 25 15,0-25-15,0 0 0,0 0 0,0 25 0,0-25 16,0 0-16,0 0 0,25 0 0,-25 0 0,0 0 0,0 0 16,0 0-16,25 25 0,-25-25 0,0 0 0,24-25 15,-24 25-15,0 0 0,25 0 0,-25 0 0,0 0 0,25 0 16,-25 0-16,25 0 0,-25-25 0,0 25 0,25 0 15,-25 0-15,0-25 0,24 25 0,-24 0 0,0-24 16,0 24-16,0 0 0,25-25 0,-25 25 0,0 0 0,0-25 16,0 25-16,0-25 0,25 25 0,-25-25 0,0 25 15,0 0-15,0-25 0,0 25 0,0-24 0,0 24 16,0 0-16,0 0 0,0-25 0,0 25 0,0 0 0,0 0 0,0 0 15,0 0-15,0 0 0,0 0 0,0 0 16,0 0-16,0 0 0,0 0 0,0 0 0,0 0 0,0 25 16,0-25-16,0 0 0,0 0 0,0 24 0,0-24 0,0 0 15,0 25-15,-25-25 0,25 0 0,0 25 0,0-25 16,0 25-16,0-25 0,0 0 0,0 25 0,0-25 15,0 0-15,0 25 0,0-25 0,0 0 0,0 24 0,0-24 16,-25 0-16,25 25 0,0-25 0,0 0 0,0 0 16,0 25-16,0-25 0,0 0 0,0 0 0,0 0 15,0 25-15,0-25 0,0 0 0,25 0 0,-25 0 0,0 0 16,0 0-16,0 0 0,0 0 0,25 0 0,-25 0 0,0 0 15,25 0-15,-25-25 0,25 25 0,-25 0 0,0 0 16</inkml:trace>
  <inkml:trace contextRef="#ctx0" brushRef="#br0" timeOffset="353792.2357">20737 15379 0,'0'-25'0,"0"25"0,0 0 0,0-25 16,0 25-16,0 0 0,0 0 0,0-25 0,0 25 15,0 0-15,0-24 0,0 24 0,0 0 0,-25 0 16,25-25-16,0 25 0,0 0 0,0 0 0,0 0 0,0 0 15,0-25-15,0 25 0,-25 0 0,25 0 0,0 0 16,0 25-16,0-25 0,-25 0 0,25 0 0,0 0 16,-25 25-16,25-25 0,0 0 0,-24 24 0,24-24 0,-25 25 15,25-25-15,0 25 0,-25-25 0,25 25 0,0 0 16,-25-25-16,25 25 0,0-25 0,0 24 0,0-24 15,0 25-15,0-25 0,-25 25 0,25-25 0,0 0 0,0 25 16,0-25-16,25 0 0,-25 0 0,0 25 0,0-25 0,0 0 16,0 0-16,0 0 0,0 0 0,25 0 0,-25 24 15,0-24-15,25 0 0,-25 0 0,0-24 0,25 24 16,-25 0-16,0 0 0,24 0 0,-24 0 0,0 0 0,25 0 15,-25-25-15,0 25 0,0 0 0,25 0 0,-25-25 16,0 25-16,0 0 0</inkml:trace>
  <inkml:trace contextRef="#ctx0" brushRef="#br0" timeOffset="354202.2592">20489 15081 0,'0'0'0,"0"-25"0,0 25 0,0 0 0,0 0 16,0 0-16,0 0 0,0 0 0,0-24 0,0 24 0,24 0 16,-24 0-16,0 0 0,0 0 0,0 0 0,25-25 15,-25 25-15,0 0 0,0 0 0,25 0 0,-25 0 0,0 0 16,25 0-16,-25 0 0,0 0 0,25 0 0,-25 0 15,0 0-15,0 0 0,0 0 0,24 0 0,-24 25 16,0-25-16,0 0 0,0 0 0,0 24 0,0-24 0,0 0 16,0 25-16,0-25 0,0 25 0,0-25 0,-24 0 15,24 25-15,0-25 0,0 25 0,0-25 0,0 24 16,-25-24-16,25 25 0,0 0 0,0-25 0,-25 25 0,25-25 15,-25 25-15,25-1 0,0-24 0,-25 25 0,25 0 16</inkml:trace>
  <inkml:trace contextRef="#ctx0" brushRef="#br0" timeOffset="354245.2617">20315 15627 0,'0'25'0,"0"-25"16,-25 0-16,25 0 0,0 0 0,0 0 0,-25 25 0,25-25 16,0 0-16,0 0 0,0 0 0,-24 0 0,24 0 15,0 0-15,0 0 0,0 0 0,0 0 0,0 0 0,0 0 16,0 0-16,0 0 0,0 0 0,0 0 0,0 0 15,24-25-15,-24 25 0,0 0 0,0 0 0,0 0 0,25 0 16,-25 0-16,0 0 0,0 0 0,0-25 0,25 25 16</inkml:trace>
  <inkml:trace contextRef="#ctx0" brushRef="#br0" timeOffset="356240.3758">21382 15304 0,'0'0'0,"0"0"0,0 0 15,-25 0-15,25 0 0,0 0 0,0 0 0,0 0 16,0 0-16,0 0 0,0-24 0,0 24 0,0 0 0,0 0 15,0 0-15,0 0 0,0 0 0,25 0 0,-25 0 16,0 0-16,0-25 0,0 25 0,0 0 0,0 0 16,0 0-16,24 0 0,-24 0 0,0 0 0,0-25 0,25 25 15,-25 0-15,0 0 0,0 0 0,25-25 0,-25 25 16,0 0-16,25 0 0,-25-25 0,25 25 0,-25 0 15,24 0-15,-24 0 0,0-24 0,25 24 0,-25 0 0,25-25 16,-25 25-16,25 0 0,-25 0 0,0-25 0,25 25 16,-25 0-16,24-25 0,-24 25 0,0 0 0,0-25 0,25 25 15,-25 0-15,0-24 0,0 24 0,0 0 0,25-25 16,-25 25-16,0 0 0,0-25 0,0 25 0,0 0 15,0-25-15,0 25 0,0 0 0,0-25 0,0 25 0,0 0 16,0 0-16,0-24 0,0 24 0,0 0 0,0 0 0,0 0 16,-25-25-16,25 25 0,0 0 0,0 0 0,-25 0 15,25 0-15,0 0 0,0-25 0,-24 25 0,24 0 0,0 0 16,0 0-16,-25 0 0,25 0 0,0 0 0,0 0 15,0 0-15,-25 0 0,25 0 0,0 0 0,0 0 16,0 0-16,0 0 0,0 0 0,0 0 0,0 0 0,0 25 16,0-25-16,0 0 0,-25 0 0,25 0 0,0 25 15,0-25-15,0 0 0,0 24 0,0-24 0,0 0 16,0 25-16,0-25 0,0 25 0,0-25 0,-25 25 0,25-25 15,0 25-15,0-1 0,0-24 0,0 25 0,0-25 16,0 25-16,-24-25 0,24 25 0,0 0 0,0-25 0,0 24 16,-25-24-16,25 25 0,0-25 0,0 25 0,0-25 15,-25 25-15,25-25 0,0 25 0,0-25 0,0 24 0,0-24 16,0 25-16,-25-25 0,25 0 0,0 25 0,0-25 15,0 0-15,0 25 0,0-25 0,0 0 0,0 0 16,-25 25-16,25-25 0,0 0 0,0 0 0,0 0 0,0 0 16,0 25-16,0-25 0,0 0 0,0 0 0,0 0 15,0 0-15,0 0 0,0 0 0,0 0 0,0 0 0,0 0 16,0 0-16,0 0 0,0 0 0,0 0 0,0 0 15,0 0-15,0-25 0,25 25 0,-25 0 0,0 0 16,0-25-16,25 25 0,-25 0 0,0-25 0,25 25 0,-25 0 16,25-25-16,-25 25 0,24-25 0,-24 25 0,25 0 15,-25-24-15,0 24 0,25 0 0,-25 0 0,25-25 0,-25 25 16,0 0-16,25 0 0,-25 0 0,0 0 15,24 0-15,-24 0 0,0 0 0,0 0 0,0 0 0,0 0 16,25 0-16,-25 0 0,0 25 0,0-25 0,0 0 0,0 0 16,0 0-16,0 24 0,0-24 0,0 0 0,0 25 15,0-25-15,-25 0 0,25 25 0,0-25 0,0 25 0,0-25 16,0 25-16,0-25 0,0 0 0,0 25 0,0-25 15,0 24-15,-24-24 0,24 0 0,0 25 0,0-25 0,0 0 16,0 25-16,0-25 0,0 0 0,0 0 0,0 25 16,0-25-16,0 0 0,0 0 0,0 0 0,0 0 15,0 0-15,0 0 0,24 25 0,-24-50 0,0 25 0,25 0 16,-25 0-16,0 0 0,25 0 0,-25 0 0,0-25 15</inkml:trace>
  <inkml:trace contextRef="#ctx0" brushRef="#br0" timeOffset="356897.4133">21853 15230 0,'0'0'0,"0"0"15,0 0-15,0-25 0,0 25 0,0 0 0,0 0 0,0 0 16,0 0-16,0 0 0,0 0 0,0 0 0,0 0 15,0 0-15,0 0 0,0 0 0,0 0 0,0 0 0,0 0 16,0 0-16,0 0 0,0 0 0,0 0 0,0 0 16,0 25-16,0-25 0,0 0 0,0 25 0,0-25 15,0 0-15,-25 25 0,25-25 0,0 24 0,0-24 0,0 25 16,0-25-16,0 25 0,-25-25 0,25 25 0,0-25 15,0 25-15,0-25 0,0 25 0,0-25 0,0 0 0,0 24 16,0-24-16,0 25 0,0-25 0,0 0 0,0 0 16,0 25-16,0-25 0,0 0 0,0 0 0,0 0 15,0 25-15,0-25 0,0 0 0,0 0 0,25 0 0,-25 0 16,0 0-16,0 0 0,0 0 0,25 0 0,-25 0 15,0 0-15,25 0 0,-25 0 0,0-25 0,25 25 0,-25 0 16,24 0-16,-24 0 0,25-25 0,-25 25 0,25 0 16,-25 0-16,25-25 0,-25 25 0,25 0 0,-25 0 0,24-24 15,-24 24-15,0 0 0,25-25 0,-25 25 0,25 0 16,-25-25-16,0 25 0,0 0 0,25-25 15,-25 25-15,0 0 0,0-25 0,0 25 0,0 0 0,0-25 0,25 25 16,-25 0-16,0-24 0,0 24 0,0 0 0,0-25 16,0 25-16,-25 0 0,25 0 0,0-25 0,0 25 15,0 0-15,0 0 0,0-25 0,0 25 0,0 0 0,-25 0 16,25 0-16,0 0 0,0 0 0,0 0 0,0-25 15,0 25-15,-25 0 0,25 0 0,0 25 0,0-25 0,0 0 16,0 0-16,-25 0 0,25 0 0,0 0 0,0 25 16,0-25-16,0 0 0,0 0 0,-24 25 0,24-25 0,0 25 15,0-25-15,0 0 0,0 24 0,0-24 0,0 25 16,-25-25-16,25 25 0,0-25 0,0 25 0,0-25 15,0 25-15,25-25 0,-25 25 0,0-25 0,0 0 0,0 24 16,0-24-16,0 0 0,0 0 0,0 25 0,0-25 0,0 0 16,0 0-16,24 0 0,-24 0 0,0 0 0,0 0 15,0 0-15,25 0 0,-25 0 0,0 0 0,25 0 16,-25 0-16,0 0 0,25 0 0,-25 0 0,25-25 0,-25 25 15,24 0-15,-24 0 0,0-24 0,25 24 0,-25 0 16,25-25-16,-25 25 0,0 0 0,25-25 0,-25 25 16,0-25-16</inkml:trace>
  <inkml:trace contextRef="#ctx0" brushRef="#br0" timeOffset="357360.4398">22299 15230 0,'0'0'0,"0"0"16,0 0-16,0 0 0,0 0 0,0 0 0,0 0 0,0 0 16,0 0-16,0 0 0,0 0 0,0 0 0,0 0 15,0 0-15,0 0 0,0 0 0,0 25 0,0-25 16,0 0-16,0 0 0,0 25 0,0-25 0,0 0 0,0 24 15,0-24-15,0 25 0,0-25 0,0 0 0,-24 25 16,24-25-16,0 0 0,0 25 0,0-25 0,0 0 0,0 25 16,0-25-16,0 0 0,0 25 0,0-25 0,0 0 15,0 0-15,0 0 0,0 24 0,0-24 0,0 0 0,0 0 16,0 0-16,0 0 0,0 0 0,0 0 0,0 0 15,0 0-15,0 0 0,0 0 0,0 0 0,0 0 16,0 0-16,0 0 0,0-24 0,0 24 0,0 0 0,0 0 16,0 0-16,0-25 0,24 25 0,-24 0 0,0-25 15,0 25-15,25-25 0,-25 25 0,0 0 0,25-25 16,-25 25-16,0 0 0,25-25 0,-25 25 0,0 0 0,25 0 15,-25-24-15,0 24 0,0 0 0,0 0 0,0 0 16,24 0-16,-24 0 0,0 0 0,0 0 0,0 0 0,0 0 16,0 0-16,0 24 0,0-24 0,0 0 0,0 0 15,0 0-15,0 25 0,0-25 0,0 0 0,0 0 0,0 25 16,0-25-16,0 0 0,0 25 0,0-25 0,0 25 15,0-25-15,0 0 0,0 25 0,0-25 0,0 24 16,-24-24-16,24 0 0,0 25 0,0-25 0,0 0 0,24 0 16,-24 25-16,0-25 0,0 0 0,0 0 0,0 25 15,0-25-15,0 0 0,0 0 0,0 0 0,25 0 0,-25 0 16,0 0-16,0 0 0,0 0 0,25 0 0,-25 0 15,0 0-15,0 0 0,25 0 0,-25-25 0,0 25 16,25 0-16,-25 0 0,0 0 0,0-25 0</inkml:trace>
  <inkml:trace contextRef="#ctx0" brushRef="#br0" timeOffset="357816.4659">22175 15032 0,'-24'0'0,"24"0"0,0 0 0,0 0 0,0-25 15,0 25-15,0 0 0,0 0 0,0 0 0,0 0 0,0 0 16,0 0-16,0 0 0,0 0 0,0 0 0,24 0 15,-24 0-15,0 0 0,0-25 0,0 25 0,25 0 0,-25 0 16,0 0-16,25-25 0,-25 25 0,0 0 0,0 0 16,25 0-16,-25 0 0,0 0 0,25-25 0,-25 25 15,0 0-15,0 0 0,24 0 0,-24 0 0,0 0 0,0 0 16,0 0-16,25 0 0,-25 0 0,0 0 0,0 25 15,25-25-15,-25 0 0,0 0 0,0 0 0,0 0 0,25 25 16,-25-25-16,0 0 0,0 0 0,0 25 0,25-25 16,-25 25-16,0-25 0,0 0 0,0 24 0,0-24 15,24 0-15,-24 25 0,0-25 0,0 25 0,0-25 0,0 0 16,0 25-16,0-25 0,0 0 0,0 25 0,0-25 15,0 24-15,0-24 0,0 0 0,-24 25 0,24-25 0</inkml:trace>
  <inkml:trace contextRef="#ctx0" brushRef="#br0" timeOffset="358377.498">22002 15875 0,'0'0'0,"0"0"0,0 0 0,0 0 15,0 0-15,0 0 0,0 0 0,0 0 0,0 0 0,0 0 16,0 0-16,0 0 0,0 0 0,0 0 0,0 0 15,0 0-15,0 0 0,0 0 0,0 0 0,0 0 0,0 0 16,0 0-16,0 0 0,0 0 0,0 0 0,0 0 16,0 0-16,0 0 0,0 0 0,25 0 0,-25 0 0,0 0 15,0-25-15,0 25 0,0 0 0,0 0 0,0 0 16</inkml:trace>
  <inkml:trace contextRef="#ctx0" brushRef="#br0" timeOffset="359010.5342">22002 14932 0,'0'0'16,"0"0"-16,0 25 0,0-25 0,0 0 0,0 0 16,0 0-16,0 0 0,0 0 0,0 0 0,0 0 0,0 0 15,0 0-15,0 0 0,0 0 0,0 0 0,0 0 16,0 0-16,0 0 0,0 0 0,0 0 0,0 0 15,0 0-15,0 0 0,0 0 0,0 0 0,0 0 0,0 0 16,0 0-16,0 0 0,0 0 0,0 0 0,0 0 16,0 0-16,0 0 0,0 0 0,0 0 0,0 0 0,0-25 15,0 25-15,0 0 0,0 0 0,0 0 0,0 0 16,0 0-16,0 0 0,0 0 0,0 0 0,0 0 0,0 0 15,0 0-15,0 0 0,0 0 0,0 0 0,0 0 16,0 0-16,0 0 0,0 0 0,0 0 0,0 0 16,0 25-16,25-25 0,-25 0 0,0 0 0,0 0 0,0 0 15,0 0-15,0 0 0,0 0 0</inkml:trace>
  <inkml:trace contextRef="#ctx0" brushRef="#br0" timeOffset="362806.7513">23490 15528 0,'0'0'0,"0"0"0,0 0 0,0 0 16,0 0-16,0 0 0,0 0 0,-25 0 0,25 0 16,0 0-16,0 0 0,0 0 0,0 0 0,0 0 0,0 0 15,0 0-15,0 0 0,0 0 0,0 0 0,0 0 16,0 0-16,0 0 0,25 0 0,-25 0 0,0-25 0,0 25 15,0 0-15,0 0 0,0 0 0,25 0 0,-25 0 16,0 0-16,0-25 0,25 25 0,-25 0 0,0 0 16,24 0-16,-24-25 0,0 25 0,25 0 0,-25 0 0,25-24 15,-25 24-15,25 0 0,-25-25 0,0 25 0,25 0 16,-25-25-16,24 25 0,-24 0 0,0-25 0,25 25 15,-25-25-15,0 25 0,0 0 0,0-25 0,25 25 0</inkml:trace>
  <inkml:trace contextRef="#ctx0" brushRef="#br0" timeOffset="363961.8174">23738 15180 0,'0'0'0,"0"0"16,0-24-16,25 24 0,-25 0 0,0 0 0,0 0 0,0-25 15,0 25-15,0 0 0,0 0 0,0 0 0,0 0 16,0 0-16,0 0 0,0 0 0,-25-25 0,25 25 16,0 0-16,0 0 0,0 0 0,0 25 0,0-25 0,0 0 15,0 0-15,0 0 0,0 0 0,0 0 0,-25 25 16,25-25-16,0 0 0,0 24 0,-25-24 0,25 25 0,0-25 15,-24 25-15,24-25 0,0 25 0,-25-25 0,25 25 16,0-1-16,-25-24 0,25 25 0,0 0 0,0-25 0,-25 25 16,25-25-16,0 25 0,0 0 0,0-25 0,0 24 15,-25-24-15,25 25 0,0-25 0,0 25 0,0-25 16,0 0-16,0 25 0,0-25 0,0 0 0,0 25 0,0-25 15,0 0-15,0 0 0,0 24 0,0-24 0,0 0 0,0 0 16,0 0-16,0 0 0,0 0 0,-24 0 0,24 0 16,0 0-16,0-24 0,0 24 0,0 0 0,-25 0 15,25-25-15,0 25 0,0 0 0</inkml:trace>
  <inkml:trace contextRef="#ctx0" brushRef="#br0" timeOffset="366048.9368">23416 15429 0,'0'0'0,"-25"-25"16,25 25-16,0 0 0,0-25 0,0 25 0,0 0 0,0 0 16,0-25-16,0 25 0,0 0 0,0 0 0,0 0 15,25 0-15,-25-25 0,0 25 0,24 0 0,-24 0 16,25 0-16,-25 0 0,25 0 0,-25 0 0,25 0 0,0 0 15,-1 0-15,-24 0 0,25 0 0,0 0 0,0-25 0,-25 25 16,25 0-16,-1 0 0,-24 0 0,25 0 0,0 0 16,-25 0-16,25 0 0,-25 0 0,25 0 0,-25 0 15,0 0-15,24 0 0,-24 0 0</inkml:trace>
  <inkml:trace contextRef="#ctx0" brushRef="#br0" timeOffset="366091.9392">23688 15280 0,'0'0'0,"0"0"0,0 0 0,0 0 0,0 0 0,0 0 15,0 0-15,0 0 0,0 0 0,0 0 0,0 0 0,0-25 16,0 25-16,25 0 0,-25 0 0,0 0 0,0 0 15,0 0-15,0 0 0,0 0 0,0 0 0,0 0 0,0 0 16,0-25-16,0 25 0,0 0 0,25 0 0,-25 0 16,0 0-16,0 0 0,0 0 0,0-25 0,25 25 0,-25 0 15,0 0-15,0 0 0,25 0 0,-25 0 0,0-25 16,24 25-16,-24 0 0,0 0 0,25 0 0,-25-24 15,25 24-15,-25 0 0,0 0 0,25 0 0,-25-25 0,0 25 16,25 0-16,-25 0 0,0-25 0,25 25 0,-25 0 16,0-25-16,24 25 0,-24 0 0,0 0 0,25-25 15,-25 25-15,0 0 0,0 0 0,0-24 0,25 24 0,-25 0 16,0 0-16,0-25 0,0 25 0,0 0 0,0-25 15,25 25-15,-25 0 0,0 0 0,0-25 0,0 25 0,-25 0 16,25 0-16,0-25 0,0 25 0,0 0 0,0 0 16,0 0-16,-25 0 0,25-24 0,0 24 0,0 0 0,-25 0 15,25 0-15,0 0 0,-24 0 0,24 0 16,0 0-16,0 0 0,-25 0 0,25 0 0,0 0 0,0 0 15,0 0-15,-25 0 0,25 0 0,0 24 0,0-24 0,0 0 16,0 0-16,-25 0 0,25 25 0,0-25 0,0 0 16,0 25-16,0-25 0,-25 0 0,25 25 0,0-25 0,0 25 15,0-25-15,0 24 0,0-24 0,-25 25 0,25-25 16,0 25-16,0-25 0,0 25 0,0-25 0,0 25 0,-24-25 15,24 24-15,0-24 0,0 25 0,0-25 0,0 25 16,0-25-16,0 0 0,-25 25 0,25-25 0,0 25 16,0-25-16,0 0 0,0 24 0,0-24 0,-25 0 0,25 25 15,0-25-15,0 0 0,0 25 0,0-25 0,-25 0 16,25 0-16,0 25 0,0-25 0,0 0 0,0 0 15,0 0-15,0 0 0,0 0 0,0 0 0,0 0 0,0 0 16,0 0-16,0 0 0,0 0 0,0 0 0,0 0 16,0 0-16,0 0 0,0 0 0,0 0 0,0 0 15,25 0-15,-25 0 0,0 0 0,0-25 0,25 25 0,-25 0 16,0 0-16,25-25 0,-25 25 0,24 0 0,-24-25 0,0 25 15,25 0-15,-25 0 0,25-24 0,-25 24 0,0 0 16,25 0-16,-25 0 0,0 0 0,25-25 0,-25 25 16,0 0-16,0 0 0,25 0 0,-25 0 0,0 0 0,0 0 15,0 0-15,0 0 0,0 0 0,0 0 0,0 25 16,0-25-16,0 0 0,0 0 0,0 24 0,0-24 0,0 0 15,0 25-15,0-25 0,0 25 0,-25-25 0,25 0 16,0 25-16,0-25 0,0 25 0,0-25 0,0 0 0,0 25 16,-25-25-16,25 0 0,0 24 0,0-24 0,0 0 15,0 25-15,0-25 0,0 0 0,0 0 0,0 0 16,0 0-16,0 0 0,25 25 0,-25-25 0,0 0 0,0 0 15,0 0-15,0 0 0,25-25 0,-25 25 0,0 0 16,0 0-16,24 0 0,-24 0 0,0 0 0</inkml:trace>
  <inkml:trace contextRef="#ctx0" brushRef="#br0" timeOffset="366138.9419">23862 14908 0,'0'0'0,"25"0"15,-25 0-15,0-25 0,0 25 0,0 0 0,0 0 16,0 0-16,0 0 0,0-25 0,0 25 0,0 0 16,0 0-16,0 0 0,0 0 0,0 0 0,0 0 0,0 0 15,0-25-15,0 25 0,0 0 0,0 0 0,0 0 16,0 0-16,0 0 0,0 0 0,0 0 0,0 0 15,0 0-15,0 0 0,0 0 0,0 0 0,0 0 0,0 0 16,0 0-16,0 0 0,0 25 0,0-25 0,0 0 16,0 0-16,0 25 0,0-25 0,0 0 0,-25 25 0,25-25 15,0 24-15,0-24 0,0 25 0,0 0 0,-25-25 16,25 25-16,0 0 0,0-25 0,-25 24 0,25 1 0,0-25 15,0 25-15,-24 0 0,24 0 0,0-25 0,0 24 16,-25 1-16,25-25 0,0 25 0,0 0 0,0-25 16,0 25-16,0-25 0,-25 24 0,25-24 0,0 25 0,0-25 15,0 25-15,0-25 0,0 25 0,0-25 0,0 0 16,0 25-16,0-25 0,0 0 0,0 0 0,0 25 0,0-25 15,0 0-15,0 0 0,0 0 0,0 24 0,0-24 16,25 0-16,-25 0 0,0 0 0,0 0 0,0 0 0,0 0 16,0 0-16,0 0 0,0 0 0,0 0 0,25 0 15,-25 0-15,0 0 0,24 0 0,-24 0 0,0 0 16,25 0-16,-25 0 0,25-24 0,-25 24 0,25 0 0,-25 0 15,0-25-15,25 25 0,-25 0 0,0-25 0,0 25 16,25 0-16,-25-25 0,0 25 0,0 0 0,0-25 0,0 25 16</inkml:trace>
  <inkml:trace contextRef="#ctx0" brushRef="#br0" timeOffset="366173.9439">23788 15106 0,'0'0'0,"0"-25"0,0 25 0,0 0 16,0 0-16,0 0 0,0 0 0,0 0 0,0 0 0,0 0 15,0 0-15,0 0 0,24 0 0,-24 0 0,0 0 16,0 0-16,25 0 0,-25 0 0,0 0 0,25 0 0,-25 0 16,25 0-16,-25 0 0,0 0 0,25 0 0,-25 25 15,25-25-15,-25 0 0,0 0 0,24 0 0,-24 0 0,0 0 16,25 0-16,-25 0 0,0 0 0,0 0 0,25 0 15,-25 0-15,0 0 0</inkml:trace>
  <inkml:trace contextRef="#ctx0" brushRef="#br0" timeOffset="368921.1011">24606 15032 0,'0'0'0,"0"0"15,0 0-15,0 0 0,0 0 0,0 0 0,0-25 16,0 25-16,0 0 0,0 0 0,0 0 0,0 0 0,0 0 15,0 0-15,0-25 0,0 25 0,0 0 0,0 0 16,25 0-16,-25 0 0,0 0 0,0 0 0,0 0 0,0 0 16,0-25-16,0 25 0,0 0 0,0 0 0,0 0 0,0 0 15,0 0-15,0 0 0,0 0 0,0 0 0,-25 0 16,25 25-16,0-25 0,0 0 0,0 0 0,0 0 15,0 25-15,0-25 0,0 0 0,-25 25 0,25-1 0,0-24 16,0 25-16,0-25 0,-24 25 0,24 0 0,0-25 16,0 25-16,-25-1 0,25-24 0,0 25 0,0 0 0,-25-25 15,25 25-15,0 0 0,0-25 0,0 24 0,0 1 16,-25-25-16,25 25 0,0-25 0,0 25 0,0-25 0,0 0 15,0 25-15,0-25 0,-25 25 0,25-25 0,0 0 16,0 0-16,0 24 0,0-24 0,0 0 0,0 0 16,0 0-16,0 0 0,0 25 0,0-25 0,0 0 0,0 0 15,0 0-15,0 0 0,0 0 0,0 0 0,0 0 16,0-25-16,0 25 0,0 0 0,0 0 0,0 0 15,0-24-15,0 24 0,0 0 0,0-25 0,0 25 0,0 0 16,0-25-16</inkml:trace>
  <inkml:trace contextRef="#ctx0" brushRef="#br0" timeOffset="369265.1207">24408 15230 0,'0'0'0,"0"-25"15,0 25-15,0 0 0,0 0 0,0-25 0,0 25 16,0 0-16,25 0 0,-25 0 0,0-24 0,0 24 16,0 0-16,24 0 0,-24 0 0,25-25 0,-25 25 0,0 0 15,25 0-15,-25 0 0,25 0 0,0 0 0,-25 0 16,24 0-16,-24 0 0,25-25 0,-25 25 0,25 0 15,-25 0-15,25 0 0,-25 0 0,25 0 0,-25 0 0,24 0 16,-24 0-16,25 0 0,-25 25 0,0-25 0,25 0 16,-25 0-16,0 0 0</inkml:trace>
  <inkml:trace contextRef="#ctx0" brushRef="#br0" timeOffset="370193.1738">24755 15156 0,'-25'0'0,"25"0"0,0 0 0,0 0 0,0 0 0,0 0 15,0 0-15,0 0 0,0 0 0,0 0 0,0 0 16,0 0-16,0 0 0,0 0 0,0 0 0,25 0 0,-25 0 16,0 0-16,0 0 0,0 0 0,25 0 0,-25 0 15,0 0-15,0-25 0,25 25 0,-25 0 0,0 0 0,0 0 16,24 0-16,-24 0 0,0 0 0,25 0 0,-25 0 15,0-25-15,25 25 0,-25 0 0,0 0 0,0 0 16,25 0-16,-25 0 0,0-25 0,25 25 0,-25 0 0,0 0 16,0 0-16,25 0 0,-25-25 0,0 25 0,24 0 15,-24 0-15,0 0 0,0-24 0,25 24 0,-25 0 0,0 0 16,0-25-16,25 25 0,-25 0 0,0 0 0,0-25 15,0 25-15,0 0 0,0 0 0,25-25 0,-25 25 16,-25 0-16,25-25 0,0 25 0,0 0 0,0 0 16,0-24-16,0 24 0,0 0 0,-25 0 0,25-25 0,0 25 15,0 0-15,-25 0 0,25-25 0,0 25 0,0 0 0,-24 0 16,24 0-16,0 0 0,0-25 0,0 25 0,-25 0 15,25 0-15,0 0 0,0 0 0,0 0 0,0 0 16,0 0-16,0 0 0,-25 0 0,25 0 0,0 0 0,0 0 16,0 25-16,0-25 0,0 0 0,0 0 0,0 0 15,0 25-15,-25-25 0,25 25 0,0-25 0,0 0 0,0 24 16,0-24-16,0 25 0,0-25 0,0 25 0,0 0 15,0-25-15,-25 25 0,25-25 0,0 24 0,0 1 0,0-25 16,0 25-16,0-25 0,-25 25 0,25-25 0,0 25 16,0-25-16,0 24 0,-24 1 0,24-25 0,0 0 15,0 25-15,-25-25 0,25 25 0,0-25 0,0 25 0,0-25 16,-25 24-16,25-24 0,0 0 0,0 25 0,0-25 15,-25 0-15,25 25 0,0-25 0,0 0 0,0 0 16,0 25-16,0-25 0,0 0 0,0 0 0,0 0 0,0 25 16,0-25-16,0 0 0,0 0 0,0 0 0,0 0 15,0 0-15,0 0 0,0 0 0,-25 0 0,25 0 0,0 0 16,0 0-16,0 0 0,0 0 0,0 0 0,0 0 15,0 0-15,0 0 0,0 0 0,0 0 0,0 0 0,0 0 16,0 0-16,25 0 0,-25 0 0,0 0 0,0 0 16,0-25-16,0 25 0,0 0 0,0 0 0,0 0 15,25 0-15,-25-25 0,0 25 0,0 0 0,25-25 0,-25 25 16,0 0-16,25-25 0,-25 25 0,0-24 0,24 24 0,-24 0 15,25-25-15,-25 25 0,0 0 0,25-25 0,-25 25 16,0 0-16,25 0 0,-25-25 0,0 25 0,0 0 16,25 0-16,-25 0 0,0 0 0,25 0 0,-25 0 0,0-25 15,0 25-15,24 0 0,-24 0 0,0 0 0,0 0 16,25 0-16,-25 25 0,0-25 0,0 0 0,0 0 15,0 0-15,0 0 0,0 25 0,0-25 0,0 0 0,0 25 16,0-25-16,0 25 0,0-25 0,0 0 0,-25 24 16,25-24-16,0 25 0,0-25 0,0 25 0,-24-25 15,24 0-15,0 25 0,0-25 0,0 25 0,0-25 0,0 0 16,-25 0-16,25 25 0,0-25 0,0 0 0,0 0 0,0 0 15,0 0-15,0 24 0,0-24 0,25 0 0,-25 0 16,0 0-16,0 0 0,0 0 0,0 0 0,24 0 16,-24 0-16,0 0 0,25 0 0,-25 0 0,0 0 0,25 0 15,-25 0-15,25-24 0,-25 24 0,25 0 0,-25 0 16,0 0-16,24 0 0</inkml:trace>
  <inkml:trace contextRef="#ctx0" brushRef="#br0" timeOffset="372175.2872">25400 15280 0,'0'0'0,"0"0"16,0 0-16,0 0 0,0-25 0,0 25 0,25 0 15,-25 0-15,0 0 0,0 0 0,0 0 0,0 0 0,0 0 16,0 0-16,0 0 0,0 0 0,0-25 0,0 25 0,0 0 15,0 0-15,0 0 0,0 0 0,0 0 0,0 0 16,0 0-16,0 0 0,0 0 0,0 0 0,0 0 0,0 0 16,0 0-16,0 0 0,-25-25 0,25 25 0,0 0 15,0 0-15,0 0 0,0 0 0,0 0 0,0 0 16,0 0-16,0 0 0,-25 0 0,25 0 0,0 0 15,0 0-15,0 0 0,0 0 0,-25 0 0,25 0 0,0 0 16,0 0-16,0 0 0,-24 0 0,24 0 0,0 0 16,0 0-16,0 0 0,-25 0 0,25 0 0,0 0 0,0 0 15,0 0-15,0 0 0,-25 0 0,25 0 0,0 25 16,0-25-16,0 0 0,-25 0 0,25 25 0,0-25 0,0 25 15,0-25-15,-25 0 0,25 24 0,0 1 0,0-25 16,0 25-16,0-25 0,0 25 0,0-25 0,0 25 0,0 0 16,0-25-16,0 24 0,0-24 0,0 25 15,0-25-15,0 25 0,0-25 0,25 0 0,-25 25 0,0-25 16,0 0-16,0 25 0,25-25 0,-25 0 0,0 0 0,0 0 15,25 24-15,-25-24 0,0 0 0,0 0 0,25 0 16,-25-24-16,24 24 0,-24 0 0,0 0 0,25 0 16,-25-25-16,25 25 0,-25 0 0,25-25 0,-25 25 0,25 0 15,-25-25-15,0 25 0,24-25 0,-24 25 0,0 0 16,0-24-16,0 24 0,25-25 0,-25 25 0,0 0 15,0-25-15,0 25 0,0-25 0,0 25 0,0 0 0,0-25 16,0 25-16,0-25 0,0 25 0,-25 0 0,25 0 0,0-24 16,0 24-16,0 0 0,0 0 0,0 0 0,-24 0 15,24 0-15,0 0 0,0 0 0,0 0 0,0 0 16,0 0-16,-25 0 0,25 0 0,0 0 0,0 0 0,0 0 15,0 0-15,0 0 0,0 0 0,0 0 0,0 0 16,0 0-16,0 0 0</inkml:trace>
  <inkml:trace contextRef="#ctx0" brushRef="#br0" timeOffset="372804.3232">25722 15255 0,'0'0'0,"0"-25"16,0 25-16,0 0 0,0 0 0,0 0 0,0 0 15,0 0-15,0 0 0,0 0 0,0 0 0,0 0 16,0 0-16,0 0 0,0 0 0,0 0 0,0 0 0,0 0 16,0 0-16,0 0 0,0 0 0,0 25 0,0-25 15,0 0-15,0 25 0,0-25 0,0 24 0,0-24 0,0 0 16,-24 25-16,24-25 0,0 25 0,0-25 0,0 25 15,0-25-15,0 25 0,-25-25 0,25 0 0,0 25 16,0-25-16,0 0 0,0 24 0,0-24 0,0 0 0,0 0 16,0 25-16,0-25 0,0 0 0,-25 0 0,25 0 15,0 25-15,0-25 0,0 0 0,0 0 0,0 0 0,0 0 16,0 0-16,0 0 0,0 0 0,0 0 0,0 0 15,0 0-15,0 0 0,0 0 0,0 0 0,0 0 16,0-25-16,0 25 0,0 0 0,25 0 0,-25 0 0,0 0 16,0-25-16,0 25 0,25 0 0,-25-24 0,0 24 15,0 0-15,24-25 0,-24 25 0,25-25 0,-25 25 0,0-25 16,25 25-16,-25 0 0,25-25 0,-25 25 0,0-25 15,25 25-15,-25 0 0,0 0 0,24-24 0,-24 24 0,0 0 16,0 0-16,0 0 0,25 0 0,-25 0 0,0 0 16,0 0-16,0 0 0,0 0 0,0 0 0,0 0 15,0 0-15,25 24 0,-25-24 0,0 0 0,0 0 0,0 25 16,0-25-16,0 0 0,-25 25 0,25-25 0,0 0 15,0 25-15,0-25 0,0 25 0,0-25 0,0 0 16,0 0-16,0 25 0,0-25 0,-25 0 0,25 24 0,0-24 16,0 0-16,0 0 0,0 0 0,0 25 0,0-25 15,0 0-15,0 0 0,0 0 0,0 0 0,0 0 0,0 25 16,0-25-16,0 0 0,0 0 0,25 0 0,-25 0 15,0 0-15,0 0 0,25 0 0,-25 0 0,25 0 16,-25 0-16,25 0 0,-25 0 0,25-25 0</inkml:trace>
  <inkml:trace contextRef="#ctx0" brushRef="#br0" timeOffset="373492.3625">26219 15280 0,'0'0'0,"0"-25"0,0 25 0,0 0 15,0 0-15,-25 0 0,25 0 0,0 0 0,0 0 0,0 0 16,0 0-16,-25 0 0,25 0 0,0 0 0,0 0 0,-25 0 15,25 0-15,0 0 0,-25 0 0,25 25 0,0-25 16,-24 0-16,24 0 0,0 24 0,-25-24 0,25 25 16,0-25-16,-25 0 0,25 25 0,0-25 0,-25 25 15,25-25-15,0 25 0,0-25 0,0 0 0,-25 25 0,25-25 16,0 24-16,0-24 0,0 0 0,0 25 0,0-25 15,0 0-15,0 0 0,0 25 0,25-25 0,-25 0 0,0 0 16,0 25-16,0-25 0,0 0 0,25 0 0,-25 0 16,0 0-16,0 0 0,25 0 0,-25 0 0,0 0 15,0 0-15,25 0 0,-25 0 0,0 0 0,24 0 0,-24 0 16,0 0-16,25-25 0,-25 25 0,0 0 0,25 0 0,-25 0 15,0-25-15,25 25 0,-25 0 0,0-25 0,25 25 16,-25 0-16,0-24 0,24 24 0,-24 0 0,0 0 16,0-25-16,0 25 0,0 0 0,25 0 0,-25 0 0,0 0 15,0 0-15,0 0 0,0 0 0,0 0 0,0 0 16,0 0-16,0 0 0,-25 0 0,25 25 0,0-25 0,0 0 15,0 24-15,-24-24 0,24 25 16,0-25-16,0 25 0,-25 0 0,25-25 0,0 25 0,0-1 0,0-24 16,-25 25-16,25 0 0,0 0 0,0-25 0,-25 25 0,25-1 15,0 1-15,0-25 0,0 25 0,0 0 0,0-25 16,0 25-16,0-1 0,0-24 0,0 25 0,0 0 0,-25-25 15,25 25-15,0-25 0,0 25 0,0-25 0,0 0 16,0 24-16,0-24 0,0 0 0,0 25 0,0-25 0,0 0 16,0 0-16,0 0 0,0 0 0,0 0 0,0 0 15,0 0-15,-24 0 0,24 0 0,0 0 0,0 0 0,-25 0 16,25 0-16,0 0 0,-25 0 0,25 0 0,0 0 15,0 0-15,-25 0 0,25-25 0,0 25 0,0 0 0,0 0 16,0 0-16,0 0 0,0 0 0,-25 0 0,25-24 16,0 24-16,0 0 0,0 0 0,0 0 0,0-25 0,25 25 15,-25 0-15,0 0 0,0 0 0,0-25 0,25 25 16,-25 0-16,0-25 0,25 25 0,-25-25 0,0 25 15,25 0-15</inkml:trace>
  <inkml:trace contextRef="#ctx0" brushRef="#br0" timeOffset="374587.4252">25450 14883 0,'0'0'0,"0"0"0,0 0 0,0 0 0,0 0 0,-25 0 16,25 0-16,0 0 0,0 0 0,0 0 0,0 0 0,0 0 16,0 0-16,0 0 0,0 0 0,0 0 0,0 0 15,0 0-15,0 0 0,0 0 0,0 0 0,0 0 0,0 0 16,0 0-16,0 0 0,0 0 0,0 0 0,0 0 15,0-25-15,0 25 0,0 0 0,0 0 0,0 0 0,25 0 16,-25 0-16,0 0 0,0 0 0,0 0 0,0 0 16,24 0-16,-24 0 0,0 0 0,0 0 0,0 0 15,25 0-15,-25-25 0,0 25 0,25 0 0,-25 0 0,0 0 16,0 0-16,25 0 0,-25 0 0,0 0 0,0-25 15,25 25-15,-25 0 0,0 0 0,0 0 0,0 0 0,24 0 16,-24 0-16,0 0 0,0 0 0,0 0 0,0 0 16,0 0-16,0-24 0,0 24 0,25 0 0,-25 0 0,0 0 15,0 0-15,0 0 0,0 0 0,0 0 0,0 0 16,0 0-16,0 24 0,0-24 0,0 0 0,0 0 15,0 0-15,0 0 0,0 25 0,0-25 0,0 0 0,0 0 16,0 25-16,0-25 0,25 0 0,-25 25 0,0-25 0,0 25 16,0-25-16,0 0 0,0 24 0,25-24 0,-25 0 15,0 25-15,0-25 0,25 25 0,-25-25 0,24 0 16,-24 0-16,0 25 0,25-25 0,-25 0 0,25 0 15,-25 0-15,25 0 0,-25 0 0,25 0 0,-25 0 0,24 0 16</inkml:trace>
  <inkml:trace contextRef="#ctx0" brushRef="#br0" timeOffset="375494.477">27310 15081 0,'0'0'0,"0"0"0,0 0 0,0 0 16,0 0-16,0 0 0,0 0 0,0 0 0,0 0 15,0-25-15,0 25 0,0 0 0,0 0 0,0 0 16,0 0-16,0 0 0,0 0 0,0 0 0,0 0 0,0 0 15,0 0-15,0-24 0,0 24 0,0 0 0,0 0 0,0 0 16,0 0-16,0 0 0,0 0 0,0 0 0,0 0 16,0 0-16,0 0 0,0 0 0,0 0 0,0 24 15,0-24-15,-25 0 0,25 0 0,0 25 0,0-25 0,0 0 16,0 25-16,0-25 0,-25 25 0,25 0 0,0-25 15,0 24-15,-24-24 0,24 25 0,0 0 0,0-25 0,0 25 16,-25 0-16,25-25 0,0 24 0,0 1 0,-25-25 16,25 25-16,0 0 0,0-25 0,0 25 0,-25-25 15,25 25-15,0-25 0,0 24 0,0-24 0,0 0 0,0 25 16,0-25-16,0 0 0,0 25 0,-25-25 0,25 0 16,0 0-16,0 0 0,0 25 0,0-25 0,0 0 0,0 0 15,0 0-15,0 0 0,0 0 0,0 0 0,0 0 16,0 0-16,0 0 0,0 0 0,0 0 0,0 0 15,-24 0-15,24 0 0,0-25 0,0 25 0,0 0 0,0 0 16,0 0-16</inkml:trace>
  <inkml:trace contextRef="#ctx0" brushRef="#br0" timeOffset="375744.4913">27136 15354 0,'0'0'0,"0"-25"15,0 25-15,0 0 0,0 0 0,0 0 0,0 0 16,0 0-16,0 0 0,0 0 0,0 0 0,0-25 16,0 25-16,0 0 0,25 0 0,-25 0 0,0 0 0,25 0 15,-25 0-15,25 0 0,-25 0 0,25 0 0,-25 0 16,24 0-16,1 0 0,-25 0 0,25 0 0,0 0 0,0 0 15,-25 0-15,24 0 0,1 0 0,-25 0 0,25 0 16,0 0-16,0 0 0,-25-24 0,24 24 0,1 0 16</inkml:trace>
  <inkml:trace contextRef="#ctx0" brushRef="#br0" timeOffset="376733.5479">27682 15032 0,'0'0'15,"0"-25"-15,0 25 0,0 0 0,0 0 0,0 0 16,0 0-16,0 0 0,0 0 0,0 0 0,0 0 16,0 0-16,0 0 0,0 0 0,0 0 0,0 0 0,0 0 15,0 25-15,0-25 0,0 24 0,0-24 0,0 25 16,0-25-16,-25 25 0,25-25 0,0 25 0,0 0 0,0-25 15,0 24-15,0 1 0,-25 0 0,25-25 0,0 25 16,0 0-16,-24-25 0,24 24 0,0 1 0,0-25 16,0 25-16,-25-25 0,25 25 0,0-25 0,0 25 0,-25-25 15,25 25-15,0-25 0,0 24 0,0-24 0,-25 0 0,25 25 16,0-25-16,0 0 0,0 0 0,0 25 0,0-25 15,-25 0-15,25 0 0,0 0 0,0 0 0,0 0 16,0 0-16,0 0 0,0 0 0,0 0 0,0 0 0,0 0 16,0 0-16,0 0 0,0 0 0,0 0 0,0 0 15,0 0-15,25 0 0,-25 0 0,0 0 0,0-25 0,0 25 16,25 0-16,-25-25 0,0 25 0,25 0 0,-25-24 15,0 24-15,25 0 0,-25-25 0,24 25 0,-24-25 16,25 25-16,-25-25 0,25 25 0,-25 0 0,0-25 16,25 25-16,-25 0 0,25-25 0,-25 25 0,0 0 0,0 0 15,0 0-15,24 0 0,-24 0 0,0 0 0,0 0 0,0 0 16,0 0-16,0 0 0,0 0 0,0 0 0,0 0 15,0 0-15,0 25 0,0-25 0,0 0 0,0 25 16,0-25-16,0 0 0,0 25 0,-24-25 0,24 0 0,0 25 16,0-25-16,0 25 0,0-25 0,0 0 0,0 24 15,-25-24-15,25 25 0,0-25 0,0 0 0,0 25 16,0-25-16,0 0 0,0 25 0,0-25 0,0 0 0,0 25 15,0-25-15,0 0 0,0 0 0,0 24 0,0-24 16,0 0-16,0 0 0,25 0 0,-25 0 0,0 0 0,0 0 16,0 25-16,24-25 0,-24 0 0,0 0 0,0 0 15,25 0-15,-25-25 0,0 25 0,25 0 0,-25 0 0,0 0 16,25 0-16,-25 0 0,0-24 0,25 24 15,-25 0-15,0 0 0,24-25 0,-24 25 0,25 0 0,-25-25 16,0 25-16,25-25 0,-25 25 0,0 0 0,0-25 0,25 25 16,-25-24-16,0 24 0,0-25 0,0 25 0,25-25 15,-25 25-15,0 0 0,0-25 0,0 25 0,0 0 0,0-25 16,0 25-16,0 0 0,0 0 0,0-25 0,0 25 15,0 0-15,0 0 0,0 0 0,0 0 0,0 0 0,0 0 16,0 0-16,0 0 0,0 0 0,0 0 0,0 25 16,-25-25-16,25 0 0,0 0 0,0 25 0,0-25 15,0 0-15,-25 25 0,25-25 0,0 25 0,0-25 0,0 25 16,0-25-16,-25 24 0,25-24 0,0 25 0,0-25 15,0 0-15,0 25 0,0-25 0,0 25 0,0-25 0,0 0 16,0 25-16,0-25 0,0 0 0,0 0 0,0 24 16,0-24-16,0 0 0,0 0 0,0 0 0,0 0 15,25 25-15,-25-25 0,0 0 0,0 0 0,0 0 0,0 0 16,25 0-16,-25 0 0,0 0 0,0 0 0,25 0 15,-25 0-15,0 0 0,24 0 0,-24-25 0,0 25 0,25 0 16,-25 0-16,0 0 0,25-24 0,-25 24 0,25 0 16,-25-25-16,0 25 0,25-25 0,-25 25 0,25 0 15,-25-25-15,0 25 0,0-25 0,24 25 0,-24-24 0,0 24 16,0-25-16,25 25 0,-25 0 0,0-25 0,0 25 15,0 0-15,0-25 0,0 25 0,0 0 0,0 0 0,0 0 16,0 0-16,0 0 0,0 0 0,0 0 0,0 0 16,0 0-16,0 0 0,0 0 0,0 25 0,0-25 0,-25 0 15,25 25-15,0-25 0,0 0 0,0 25 0,0-25 16,-24 24-16,24-24 0,0 0 0,0 25 0,0-25 15,0 25-15,0-25 0,-25 25 0,25-25 0,0 0 0,0 25 16,0-25-16,0 24 0,0-24 0,0 0 0,0 0 16,-25 25-16,25-25 0,0 0 0,0 0 0,0 25 0,0-25 15,0 0-15,0 0 0,0 0 0,25 0 0,-25 0 16,0 0-16,0 0 0,0 25 0,25-50 0,-25 25 15,0 0-15,24 0 0,-24 0 0,25 0 0</inkml:trace>
  <inkml:trace contextRef="#ctx0" brushRef="#br0" timeOffset="377604.5977">28451 15404 0,'0'-25'0,"0"25"0,0 0 0,0 0 15,0-25-15,0 25 0,0 0 0,0 0 0,0 0 16,0-25-16,0 25 0,0 0 0,0 0 0,0 0 16,0 0-16,0 0 0,-25-25 0,25 25 0,0 0 0,0 0 15,0 0-15,0 0 0,0 0 0,0 0 0,0 0 16,-25 0-16,25 0 0,0 0 0,0 0 0,-24 0 15,24 25-15,0-25 0,0 0 0,-25 0 0,25 0 0,0 25 16,-25-25-16,25 0 0,0 25 0,-25-25 0,25 25 0,0-25 16,0 0-16,-25 25 0,25-25 0,0 24 0,0-24 15,0 25-15,0-25 0,0 25 0,0-25 0,0 25 0,0-25 16,0 25-16,0-25 0,0 0 0,0 24 0,0-24 15,0 25-15,25-25 0,-25 0 0,0 0 0,0 25 0,0-25 16,25 0-16,-25 0 0,0 0 0,25 0 16,-25 25-16,0-25 0,0 0 0,25 0 0,-25 0 0,0-25 15,24 25-15,-24 0 0,0 0 0,0 0 0,25 0 0,-25-25 16,0 25-16,0 0 0,0 0 0,0-25 0,0 25 15,25 0-15,-25-24 0,0 24 0,0-25 0,0 25 16,0 0-16,0-25 0,25 25 0,-25-25 0,0 25 0,0 0 16,0-25-16,0 25 0,0-24 0,25 24 0,-25-25 15,0 25-15,0 0 0,0-25 0,0 25 0,24 0 16,-24-25-16,0 25 0,0 0 0,25 0 0,-25 0 0,0 0 15,0-25-15,25 25 0,-25 0 0,0 0 0,0 25 16,25-25-16,-25 0 0,0 0 0,0 0 0,25 0 16,-25 0-16,0 0 0,0 25 0,0-25 0,0 0 0,24 25 15,-24-25-15,0 0 0,0 25 0,0-25 0,0 24 16,0-24-16,0 0 0,0 25 0,0-25 0,0 25 0,0-25 15,0 0-15,-24 25 0,24-25 0,0 0 0,0 25 16,0-25-16,0 0 0,0 24 0,-25-24 0,25 0 0,0 0 16,0 0-16,0 25 0,0-25 0,0 0 0,0 0 15,0 0-15,-25 0 0,25 0 0,0 0 0,0 0 16,0 0-16,0 0 0,0 0 0,0 0 0,0 0 0,0 0 15,0 0-15,0 0 0,0 0 0,0 0 0,0 0 16,25 0-16,-25 0 0,0-25 0,0 25 0,0 0 0,25 0 16,-25-24-16,0 24 0,24 0 0,-24-25 0,0 25 15,25-25-15,-25 25 0,25 0 0,-25-25 0,25 25 0,-25-25 16,0 25-16,25 0 0,-25 0 0,0-24 0,24 24 15,-24 0-15,0 0 0,25 0 0,-25 0 0,0 0 16,0 0-16,25 0 0,-25 0 0,0 0 0,0 0 0,0 24 16,25-24-16,-25 0 0,0 0 0,0 25 0,0-25 15,0 0-15,0 25 0,0-25 0,0 0 0,0 25 16,0-25-16,0 25 0,0-25 0,0 0 0,0 24 0,0-24 15,0 0-15,0 25 0,0-25 0,0 0 0,0 0 0,0 25 16,0-25-16,-25 0 0,25 0 0,0 0 0,0 25 16,0-25-16,0 0 0,0 0 0,0 0 0,0 0 15,0 0-15,0 25 0,0-25 0,25 0 0,-25 0 0,0 0 16,0 0-16,25 0 0,-25 0 0,0 0 0,24 0 0,-24 0 15,25 0-15,0 0 0,-25 0 0,25 0 0,-25-25 16,25 25-16,-1 0 0</inkml:trace>
  <inkml:trace contextRef="#ctx0" brushRef="#br0" timeOffset="378156.6293">29195 15553 0,'0'-25'0,"0"25"0,0 0 0,0-25 0,0 25 0,25 0 16,-25-25-16,0 25 0,-25 0 0,25-25 0,0 25 16,0 0-16,0 0 0,0 0 0,0-24 0,0 24 15,0 0-15,0 0 0,0 0 0,0 0 0,-25 0 0,25 24 16,0-24-16,0 0 0,-24 0 0,24 25 0,0-25 15,-25 0-15,25 25 0,0-25 0,-25 0 0,25 25 0,0-25 16,-25 25-16,25-25 0,0 24 0,0-24 0,-25 0 16,25 25-16,0-25 0,0 0 0,0 25 0,0-25 0,0 0 15,0 25-15,0-25 0,0 0 0,0 0 0,0 25 16,0-25-16,0 0 0,0 0 0,25 0 0,-25 24 0,0-24 15,0 0-15,0 0 0,25 0 0,-25 0 0,0 0 16,25 0-16,-25 0 0,0 0 0,25 0 0,-25 0 0,0-24 16,24 24-16,-24 0 0,0 0 0,25-25 0,-25 25 15,25 0-15,-25-25 0,0 25 0,25 0 0,-25-25 16,0 25-16,0 0 0,25 0 0,-25-25 0,0 25 0,0 0 15,0 0-15,0 0 0,0 0 0,0 0 0,0 0 16,0 0-16,0 0 0,0 0 0,0 0 0,0 0 16,0 25-16,-25-25 0,25 0 0,0 25 0,0-25 0,0 0 15,-25 25-15,25-25 0,0 25 0,0-25 0,0 24 16,-25 1-16,25-25 0,0 25 0,0 0 0,-25-25 0,25 25 15,0-1-15,0-24 0,0 25 0,-24 0 0,24-25 0,0 25 16,0 0-16,0-25 0,0 24 0,-25-24 0,25 25 16,0 0-16,0-25 0,0 25 0,0-25 0,0 25 0,0-25 15,-25 0-15,25 24 0,0-24 0,0 0 0,0 25 16,0-25-16,-25 0 0,25 0 0,0 0 0,0 25 15,-25-25-15,25 0 0,0 0 0,-25 0 0,25 0 0,-24 0 16,24 0-16,0 0 0,-25 0 0,25 0 0,-25 0 16,25 0-16,-25 0 0,25-25 0,0 25 0,-25 0 0,25 0 15,-24 0-15,24 0 0,0 0 0,0-25 0,-25 25 16,25 0-16,0 0 0,0-24 0,0 24 0,0 0 0,0-25 15,0 25-15,0 0 0,0-25 0,0 25 0,0-25 0</inkml:trace>
  <inkml:trace contextRef="#ctx0" brushRef="#br0" timeOffset="378699.6604">28600 15007 0,'0'0'0,"0"0"0,0 0 0,0 0 16,0-25-16,0 25 0,0 0 0,0 0 0,0 0 15,0 0-15,0 0 0,0 0 0,0 0 0,0 0 16,0 0-16,0 0 0,25 0 0,-25 0 0,0 0 0,0 0 16,0 0-16,0 0 0,24 0 0,-24 0 0,0 0 15,0 0-15,0 0 0,25 0 0,-25 0 0,0 0 16,0 0-16,0 0 0,25 25 0,-25-25 0,0 0 0,0 0 15,0 25-15,0-25 0,0 0 0,0 0 0,0 24 0,0-24 16,0 25-16,0-25 0,0 0 0,0 25 16,0-25-16,0 0 0,-25 25 0,25-25 0,0 25 0,0-25 15,0 0-15,-25 0 0,25 24 0,0-24 0,-24 0 0,24 25 16,0-25-16,-25 0 0,25 0 0,-25 0 0,25 0 15,-25 25-15,25-25 0,-25 0 0,25 0 0,-24 0 16,-1 0-16,25 0 0,-25-25 0</inkml:trace>
  <inkml:trace contextRef="#ctx0" brushRef="#br0" timeOffset="379326.6962">28228 15007 0,'0'-25'0,"0"25"0,0 0 0,25 0 0,-25 0 0,0 0 0,0 0 0,0 0 0,0 0 16,0 0-16,0 0 0,0 0 0,0 0 0,0 0 0,24 0 0,-24 0 0,0 0 0,0 0 0,25 0 0,-25 0 0,0 25 0,0-25 0,25 0 0,-25 0 0,0 25 0,0-25 0,25 0 0,-25 0 0,0 24 0,0-24 0,0 25 0,0-25 0,0 0 0,0 25 0,0-25 0,0 25 0,0-25 0,0 0 0,0 25 15,-25-25-15,25 0 0,0 24 0,-25-24 0,25 25 16,-25-25-16,25 0 0,0 0 0,-24 25 0,24-25 0,-25 0 15,25 0-15,-25 25 0,25-25 0,-25 0 0,25 0 0,0 0 16,-25 0-16,25 0 0,0 0 0,-24 0 0,24 0 16,0 0-16,0 0 0</inkml:trace>
  <inkml:trace contextRef="#ctx0" brushRef="#br0" timeOffset="379675.7162">28525 14684 0,'0'0'0,"0"0"16,0 0-16,0 0 0,0 0 0,0 0 0,0 0 0,0 0 16,0 0-16,0 0 0,0 0 0,0 0 0,0 0 15,0 0-15,25 0 0,-25 0 0,0 0 0,25 0 16,-25 0-16,25 0 0,0 0 0,-25 0 0,24 25 0,1-25 15,0 0-15,0 0 0,0 0 0,-25 0 0,24 0 0,1 25 16,0-25-16,0 0 0,0 0 0,-1 0 0,1 25 16,0-25-16,0 0 0,-25 0 0,25 0 0,-1 0 15,1 25-15,0-25 0,-25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28.34025" units="1/cm"/>
          <inkml:channelProperty channel="Y" name="resolution" value="28.33948" units="1/cm"/>
          <inkml:channelProperty channel="T" name="resolution" value="1" units="1/dev"/>
        </inkml:channelProperties>
      </inkml:inkSource>
      <inkml:timestamp xml:id="ts0" timeString="2021-10-25T06:49:08.935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2406 2282 0,'0'0'0,"0"0"0,0 0 0,0 0 0,0 0 0,0 0 0,0 0 0,0 0 0,0 0 0,0 0 0,0 0 0,0 0 0,0 0 0,0 0 0,0 0 0,0 0 0,0 0 0,0 0 0,0 0 0,0 0 0,0 0 0,0 0 0,0 0 0,0 0 0,0 0 0,0 0 15,0 0-15,0 0 0,0 0 0,0 0 0,0 0 0,0 0 0,0 0 0,0 0 0,0 0 0,0 0 0,0 0 0,0 0 0,-25 0 16,25 0-16,0 0 0,0 0 0,0 0 0,0 0 0,0 0 0,0 0 15,0-25-15,0 25 0,0 0 0,0 0 0,0 0 0,0 0 16,0 0-16,0 0 0,0 0 0,0 0 16,0 0-16,0 0 0,0 0 0,0 0 0,-25 0 0,25 0 0,0 0 15,0 0-15,0 0 0,0 0 0,0 0 0,0 0 0,0 0 0,0 0 16,0 0-16,0 0 0,0 0 15,0 0-15,0 0 0,0 0 0,0 0 0,0 0 0,0 0 0,-24 0 16,24 0-16,0 0 0,0 0 0,0 0 0,0 0 0,0 0 0,0 0 16,0 0-16,0 0 0,0 0 0,0 0 15,0 0-15,-25 25 0,25-25 0,0 0 0,0 0 0,0 0 16,0 0-16,0 0 0,0 0 0,0 25 0,0-25 0,0 0 0,0 0 15,-25 0-15,25 0 0,0 0 0,0 25 16,0-25-16,0 0 0,0 0 0,0 0 0,0 0 0,0 0 0,0 24 406,198 448-406,-198-472 15,25 25-15,-25-25 0,0 0 0,0 0 0,0 24 16,0-24-16,0 0 15,0 25-15,25-25 0,-25 0 16,0 25-16,0-25 0,0 0 0,0 0 0,0 25 0,0-25 0,0 0 0,0 0 0,0 0 0,0 0 0,0 0 16,0 0-16,0 25 0,0-25 0,0 0 0,0 0 0,25 0 0,-25 0 0,0 0 0,0 0 0,0 24 0,0-24 0,0 0 15,0 0-15,0 0 0,0 0 0,0 25 0,0-25 0,0 0 0,0 0 0,0 0 0,0 0 16,0 25-16,0-25 0,0 0 0,0 0 0,0 0 0,0 0 0,0 0 0,0 25 0,0-25 0,0 0 0,0 0 0,0 0 0,0 0 0,0 0 0,0 0 0,0 25 0,0 24 203,0-49-188,0 0-15,0 0 0,0 0 0,0 0 0,0 0 0,0 0 0,0 0 0,0 0 0,0 0 0,-25 0 0,25 0 0,0 0 0,0 0 0,0 0 0,0 0 0,0 0 0,-25 0 0,25 0 0,0 0 0,0 0 0,0 0 0,0 0 0,-25 0 0,25 0 0,0 0 0,0 0 0,0-25 0,0 25 0,-24 0 0,24 0 0,0 0 0,0 0 0,0 0 0,0 0 0,0 0 0,0 0 0,-25 0 16,25 0-1,0 0-15,0 0 0,0 0 0,0 0 0,0 0 0,0 0 0,0 0 0,0 0 0,0 0 0,0 0 16,0 0-16,0 0 0,0 0 16,0 0-16,0 0 0,0 0 0,0 0 0,0 0 0,0 0 0,0 0 15,0-24-15,0 24 0,0 0 0,0 0 16,0 0-16,0 0 0,0 0 0,0 0 0,0 0 0,0-25 0,0 25 93,0-25 765</inkml:trace>
  <inkml:trace contextRef="#ctx0" brushRef="#br0" timeOffset="1962.1121">2480 3225 0,'0'0'0,"0"0"16,0 0-16,0 0 0,0 0 0,0 0 0,0 0 0,0 0 0,0 0 0,0 0 16,0 0-16,0 0 0,0 0 15,0 0-15,0-25 0,0 25 0,0 0 0,0 0 0,0 0 0,0 0 16,0 0-16,0 0 0,0 0 0,0 0 15,0 0-15,0 0 0,0 0 0,0 0 0,0 0 0,0 0 0,0 0 16,0 0-16,0 0 0,-24 0 0,24-25 16,0 25-16,0 0 0,0 0 0,0 0 0,0 0 0,0 0 0,0 0 15,0 0-15,0 0 0,0 0 0,0 0 16,0 0-16,0 0 0,0 0 0,0 0 0,0 0 0,0 0 15,0 0-15,0 0 0,0 0 0,0 0 0,0 0 0,0 0 0,0 0 16,0 0-16,0 0 0,0 0 47,0 0 31,0 0-78,0 0 0,0 0 0,0 0 0,0 0 0,0 0 0,0 0 0,0 0 0,0 0 0,0 0 0,0 0 15,0 0-15,0 0 0,0 0 0,0 0 0,0 0 0,0 0 0,0 0 0,0 0 0,0 0 0,0 25 0,0-25 0,0 0 0,0 0 0,0 0 0,0 0 0,0 0 0,0 0 0,0 0 0,0 25 0,0-25 0,0 0 0,0 0 0,0 0 0,0 24 0,24-24 16,-24 0-16,0 0 0,0 0 0,0 25 0,0-25 0,0 0 0,0 0 0,0 25 0,0-25 0,0 0 16,0 0-16,0 25 0,0-25 0,0 0 0,0 25 0,0-25 15,0 0-15,0 0 0,0 24 0,0-24 16,0 0-16,0 0 0,0 25 0,0-25 0,0 0 0,25 25 15,-25-25-15,0 0 0,0 0 0,0 25 0,0-25 0,0 0 0,0 0 16,0 25-16,0-25 0,0 0 0,0 24 0,0-24 16,0 0-16,0 0 0,0 0 0,0 25 15,0-25-15,0 0 0,0 0 0,0 25 0,0-25 0,0 0 16,0 0-16,0 25 0,0-25 0,0 0 0,0 0 0,0 0 15,0 25-15,0-25 0,0 0 0,0 0 16,0 24-16,0-24 0,0 0 0,0 0 0,0 25 0,0-25 0,0 0 16,0 0-16,0 25 0,0-25 0,25 0 0,-25 0 15,0 25-15,0-25 0,0 0 0,0 0 0,0 0 0,0 25 16,0-25-16,0 0 0,0 0 0,-25 0 0,25 0 0,0 0 15,0 0-15,0 0 0,0 0 0,0 25 0,0-25 16,0 0-16,0 0 0,0 0 16,0 0-16,0 0 0,0 24 0,0-24 0,0 0 0,0 0 0,0 0 15,0 0-15,0 0 0,0 0 0,0 25 0,0-25 16,0 0-16,0 0 0,0 0 15,0 0-15,0 0 0,0 0 0,0 0 0,0 25 0,0-25 0,0 0 0,0 0 16,0 0-16,0 0 0,0 0 16,0 0-16,0 0 0,0 0 0,0 0 0,0 0 0,0 0 0,0 0 0,0 0 0,0 0 0,0 0 15,0 0-15,0 0 0,0 0 0,0 0 16,0 0-16,0 0 0,0 0 0,0 0 0,0 0 0,0 0 0,0 0 15,0 0-15,0 25 0,0-25 0,0 0 0,0 0 16,0 0-16,0 0 0,0 0 0,0 0 0,0 0 16,0 0-16,0 0 0,0 0 0,0 0 343</inkml:trace>
  <inkml:trace contextRef="#ctx0" brushRef="#br0" timeOffset="7678.4392">3150 2183 0,'0'0'0,"0"0"0,0 0 0,0 0 0,-25 0 0,25 0 0,0 0 0,0 0 0,0 0 0,0 0 0,0 0 0,0 0 0,0 0 0,0 0 0,0 0 0,0 0 16,0 0-16,0 0 0,0 0 0,-24 0 0,24-25 0,0 25 0,0 0 0,0 0 0,0 0 0,0 0 0,0 0 0,0 0 0,0 0 0,0 0 0,0 0 0,0 0 15,0 0-15,0 0 0,0 0 0,0 0 0,0 0 0,0 0 0,0 0 16,0-25-16,0 25 0,0 0 0,0 0 0,0 0 0,0 0 0,0 0 16,0 0-16,0 0 0,0 0 0,0 0 15,0 0-15,0 0 0,0 0 0,0 0 0,0 0 0,24 0 16,-24-25-16,0 25 0,0 0 0,0 0 0,0 0 0,25 0 15,-25 0-15,0 0 0,0 0 219,99 224-219,-99-200 0,0-24 0,0 0 0,0 0 0,-24 25 0,24-25 0,0 0 0,0 0 0,0 0 0,0 25 0,0-25 0,0 0 0,0 0 0,0 0 0,0 25 0,-25-25 0</inkml:trace>
  <inkml:trace contextRef="#ctx0" brushRef="#br0" timeOffset="10359.5925">3646 2108 0,'0'0'0,"-25"0"0,25 0 16,0 0-16,0 0 0,0 0 0,0 0 0,0 0 0,0 0 0,0 0 15,0 0-15,0 0 0,0 0 16,0 0-16,0 0 0,0 0 0,0 0 0,0 0 0,0-24 0,0 24 15,0 0-15,0 0 0,0 0 0,0 0 0,-24 0 0,24 0 0,0 0 16,0 0-16,0 0 0,0 0 16,0 0-16,0 0 0,-25 0 0,25 0 0,0 0 0,0 0 0,0 0 0,0 0 15,0 0-15,0 0 0,-25 0 0,25 0 16,0 0-16,0 0 0,0 0 0,0 0 0,0 0 0,0 0 0,0-25 15,0 25-15,0 0 0,0 0 16,0 0-16,0 0 0,0 0 0,-25 0 0,25 0 0,0 0 406</inkml:trace>
  <inkml:trace contextRef="#ctx0" brushRef="#br0" timeOffset="12772.7305">3497 2208 0,'0'0'0,"0"0"0,0 0 0,0-25 0,0 25 0,0 0 0,0 0 0,0 0 0,0 0 0,0 0 0,0 0 0,0 0 0,0 0 0,0 0 16,0 0-16,0 0 0,0 0 0,0 0 0,0 0 0,0 0 0,0 0 0,0 0 0,0 0 0,0 0 0,0 0 0,0 0 0,0 0 0,0 0 0,0 0 0,0 0 0,0 0 0,0 0 0,0 0 0,0 0 0,0-25 0,0 25 0,0 0 0,0 0 16,0 0-16,0 0 0,0 0 0,0 0 0,0 0 0,0 0 0,0 0 15,0 0-15,0 0 0,0 0 0,0 0 16,0 0-16,0 0 0,0 0 0,0 0 0,0 0 0,0 0 0,0 0 15,0 0-15,0 0 0,0 0 0,0 0 16,0 0-16,0 0 0,0 0 0,0 0 0,0 0 16,0 0-16,0 0 0,0 0 0,0 0 0,0 0 0,0 0 0,0 0 15,0 0-15,0 0 0,0 0 0,0 0 0,0 0 0,0 0 16,0 0-16,-24 0 0,24 0 0,0 0 15,0 0-15,0 0 0,0 0 0,0 0 0,0 0 0,0 0 0,0 0 16,0 0-16,0 0 0,0 0 0,-25 0 16,25 0-16,0 0 0,0 0 0,0 0 0,0 0 15,0 0-15,0 0 0,0 0 0,0 0 0,0 0 219,-75 74-219,75-74 0,0 0 0,0 25 0,0-25 0,0 0 0,-24 0 0,24 0 0,0 0 0,0 0 0,0 0 0,0 25 0,0-25 15,0 0-15,0 0 0,0 0 0,0 0 0,0 25 0,0-25 0,0 0 0,0 0 0,0 0 0,0 0 0,0 0 0,0 25 0,0-25 0,0 0 0,0 0 0,0 24 0,0-24 0,0 0 0,0 0 0,0 0 0,0 25 0,0-25 16,0 0-16,0 0 0,0 25 0,0-25 0,0 0 0,0 0 0,0 0 0,0 25 0,0-25 0,0 0 0,0 0 0,0 0 15,0 25-15,0-25 0,24 0 0,-24 0 0,0 0 16,0 24-16,0-24 0,0 0 0,0 0 0,0 0 0,0 25 0,0-25 16,0 0-16,0 0 0,0 0 0,0 25 951</inkml:trace>
  <inkml:trace contextRef="#ctx0" brushRef="#br0" timeOffset="14404.8239">3621 2580 0,'0'0'0,"0"24"15,0-24-15,0 0 0,0 0 0,0 0 0,0 0 0,0 0 0,0 0 0,0 0 0,0 0 0,0 0 0,0 0 0,0 0 0,0 0 16,0 0-16,0 0 0,0 0 16,0 0-16,0 0 0,0 0 0,0 0 0,0 0 0,0 0 0,0 0 0,0 0 15,0 0-15,0 0 0,0 0 16,0 0-16,0 0 0,0 0 0,0 0 0,0 0 0,0 0 0,0 0 15,0 0-15,0 0 0,0 0 0,0 0 16,0 0-16,0 0 0,0 0 0,0 0 0,0 0 0,0 0 0,0 0 16,0 0-16,0 0 0,0 0 0,0 0 15,0-24-15,0 24 0,0 0 0,0 0 0,0 0 0,0 0 0,0 0 16,0 0-16,0 0 0,25 0 0,-25-25 0,0 25 0,0 0 0,0 0 15,0 0-15,0 0 0,0-25 0,25 25 47,-25 0 718</inkml:trace>
  <inkml:trace contextRef="#ctx0" brushRef="#br0" timeOffset="16229.9283">3597 2580 0,'0'0'0,"0"0"0,0 0 0,0 0 0,0 0 0,0 0 0,0 0 0,0 0 16,0 0-16,0 0 0,0 0 0,0 0 16,0 0-16,0 0 0,0 0 0,0 0 0,0 0 0,0 0 15,0 0-15,0 0 0,0 0 0,0 0 0,0 0 0,0 0 0,0 0 16,0 0-16,0 0 0,0 0 0,0 0 0,0 0 203,124-75-203,-124 50 0,0 25 0,0 0 0,0 0 15,25 0-15,-25-24 0,0 24 0,0 0 0,24 0 0,-24 0 0,0-25 0,0 25 0,25 0 0,-25 0 16,0 0-16,0 0 0,0 0 0,0-25 0,25 25 0,-25 0 0,0 0 0,0 0 0,0 0 0,0 0 0,0 0 0,0 0 15,0 0-15,0-25 0,0 25 0,0 0 0,0 0 0,0 0 0,0 0 0,0 0 0,0 0 0,0 0 0,0 0 16,0 0-16,0 0 0,0 0 0,0 0 0,0 0 0,0 0 0,0 0 0,0 0 0,0 0 0,0 0 0,0 0 0,0 0 0,0 0 0,0 0 0,0 0 0,0 0 0,0 0 0,0 0 16,0 0-16,0 0 0,25 0 0,-25 0 15,0 0-15,0 0 0,0 0 0,0 0 0,0 0 0,0 0 16,0 0-16,0 0 0,0 0 0,0 0 0,0 0 15,0 0-15,0 0 0,0 0 0,0 0 0,0 0 16,0 0-16,0 0 0,0 0 0,0 0 0,0 25 0,0-25 0,0 0 16,0 0-16,25 0 0,-25 0 0,0 0 15,0 0-15,0 0 0,0 0 0,0 0 0,0 0 0,0 0 0,0 0 16,0 0-16,0 0 0,0 0 0,0 0 15,0 0-15,0 0 0,0 0 0,0 0 0,0 0 0,0 0 0,0 0 609,0 521-453,0-546-156,0 25 0</inkml:trace>
  <inkml:trace contextRef="#ctx0" brushRef="#br0" timeOffset="20746.1866">4415 2381 0</inkml:trace>
  <inkml:trace contextRef="#ctx0" brushRef="#br0" timeOffset="22133.2659">4589 2431 0,'0'0'0,"0"0"46,0 0-46,0 0 0,0 0 0,0 0 0,0 0 0,0 0 0,0 0 0,0 25 0,0-25 0,0 0 0,0 0 0,0 0 0,0 0 0,0 0 0,0 0 0,0 0 0,0 0 0,0 0 0,0 0 0,0 0 16,0 0-16,0 0 0,0 0 0,0 0 16,0 0-16,0 0 0,0 0 0,0 0 0,0 0 0,0 0 0,0 0 15,0 0-15,0 0 0,0 0 0,0 0 0,0 0 16,0 0-16,0 0 0,0 0 0,0 0 15,0 0-15,0 0 0,0 0 0,0 0 0,0 0 0,0 0 0,0 0 0,0 0 16,0 0-16,0 0 0,0 0 16,0 0 140,0 0-110,0 0-46,0 0 0,0 0 0,0 0 0,0 0 0,0 0 0,0 0 16,0 0-16,0 0 0,0 0 0,0 0 0,-25 0 0,25 0 0,0 0 0,0 0 0,0 0 0,0 0 0,0 0 0,0 0 0,0 0 0,0 0 0,0 0 0,0 0 0,0 0 0,0 0 0,0-25 0,0 25 0,0 0 16,0 0-16,0 0 0,-25 0 0,25 0 0,0 0 0,0 0 0,0 0 0,0 0 0,0 0 0,0 0 0,0 0 0,0 0 0,0 0 0,0 0 0,-25 0 0,25 0 0,0 0 15,0 0-15,0 0 0,0 0 0,0 0 0,0 0 0,0 0 16,0 0-16,0 0 0,0 0 0,0 0 15,0 0-15,0 0 0,0 0 0,0 0 0,0 0 0,0 0 0,-24 0 16,24 0-16,0 0 0,0 0 47,0 0 374,322-25-265</inkml:trace>
  <inkml:trace contextRef="#ctx0" brushRef="#br0" timeOffset="26548.5184">5234 2282 0,'149'248'0,"-149"-248"0,-25 25 0,25-25 0,0 0 0,0 0 0,0 0 0,0 0 0,0 0 0,0 0 0,0 0 0,-25 0 0,25 0 0,0 0 0,0 0 0,0 0 0,0 0 0,0 0 0,0 0 0,-25 0 0,25 0 15,0 0-15,0 0 0,0 0 0,0-25 0,0 25 0,0 0 0,-25 0 0,25 0 0,0 0 0,0 0 0,0 0 0,0 0 0,0 0 0,0 0 0,0 0 0,0 0 0,0 0 0,-24 0 0,24 0 0,0 0 16,0 0-16,0 0 0,0 0 0,0 0 15,0 0-15,0 0 0,0 0 0,0 0 0,0 0 0,0 0 0,0 0 16,0 0-16,0 0 0,0 0 16,0 0-16,0 0 0,0 0 0,0 0 0,0 0 0,0 0 0,0 0 171</inkml:trace>
  <inkml:trace contextRef="#ctx0" brushRef="#br0" timeOffset="29178.6689">5606 2332 0,'0'0'0,"0"0"0,0 0 0,0 0 0,0 0 0,0 0 0,0 0 0,0 0 0,0 0 0,0 0 0,0 0 0,0 0 0,0 0 0,0 0 0,0 0 0,0 0 16,0 0-16,0 0 0,0 0 0,0 0 0,0 0 0,0 0 0,0 0 0,0 0 0,0 0 0,0 0 0,0 0 0,0 0 0,0 0 0,0 0 0,0 0 0,0 0 0,0 0 0,0 0 0,0 0 0,0 0 0,0 0 0,0 0 0,0 0 15,0 0-15,0 0 0,0 0 0,0 0 0,0 0 0,0 0 0,0 0 16,0 0-16,0 0 0,0 0 0,0 0 16,0 0-16,0 0 0,0 0 0,0 0 0,0 0 0,0 0 0,0 0 46,0 0-46,0 0 16,0 0-16,0 0 0,0 0 0,0 0 0,0 0 0,0 0 0,0 0 0,0 0 0,0 0 0,0 0 16,0 0-16,0 0 0,0 0 0,0 0 0,0 0 0,0 0 0,0 0 0,0 0 0,0 0 0,0 0 0,0 0 0,0 0 0,0 0 0,0 0 15,0 0-15,0 0 0,0 0 0,0 0 0,0 0 0,0 0 16,0 0-16,0 0 0,0 0 0,0 0 0,0 0 15,0 0-15,0 0 0,0 0 0,0 0 0,0 0 0,0 0 0,0 0 16,0 0-16,0 0 0,0 0 0,0 0 16,0 0-16,0 0 0,0 0 171,0 0-171,0 0 0,0 0 0,0 0 0,0 0 0,0 0 0,0 0 0,0 0 0,0 0 0,0 0 0,0 0 0,0 0 0,0 0 0,0 0 0,0 0 0,0 0 16,0 0-16,0 0 0,0 0 0,0 0 0,0 0 0,0 0 0,0 0 0,0 0 0,0 0 0,0 0 0,0 0 0,0 0 0,0 0 0,0-25 0,0 25 0,0 0 0,0 0 0,0 0 0,0 0 15,0 0-15,0 0 0,0 0 0,0 0 0,0 0 0,0 0 0,0 0 0,0 0 16,0 0-16,0 0 0,0 0 0,0 0 0,0 0 0,0 0 0,0 0 0,0 0 0,0 0 0,0 0 16,0 0-16,0 0 0,0 0 0,-25 0 0,25 0 0,0 0 15,0 0-15,0 0 0,0 0 16,0 0-16,0 0 0</inkml:trace>
  <inkml:trace contextRef="#ctx0" brushRef="#br0" timeOffset="31060.7766">5308 2629 0</inkml:trace>
  <inkml:trace contextRef="#ctx0" brushRef="#br0" timeOffset="35012.0025">5631 2307 0,'0'0'0,"0"0"0,0 0 0,0 0 0,0 0 16,0 0-16,0 0 0,0 0 0,0 0 16,0 0-16,0 0 0,0 0 0,0 0 0,0 0 0,0 0 0,0 0 15,0 0-15,0 0 0,0 0 0,0 0 0,0 0 16,0 0-16,0 0 0,0 0 0,0 0 0,0 0 15,0 0-15,0 0 0,0 0 0,0 0 16,0 0-16,0 0 0,0 0 0,0 0 0,0 0 0,0 0 0,0 0 0,0 0 16,0 0-16,0 0 0,0 0 15,0 0-15,0 0 0,0 0 0,0 0 0,0 0 0,0 0 16,0 0-16,0 0 0,0 0 0,0 0 0,0 0 0,0 0 0,0 0 15,0 0-15,-25 0 0,25 0 0,0 0 0,0 0 0,0 0 16,0 0-16,0 0 0,0 0 0,0 0 0,0 0 16,0 0-16,0 0 0,0 0 0,0 0 0,0 0 0,0 0 15,0 0-15,0 0 0,-25 0 0,25 0 16,0 0-16,0 0 0,0 0 0,0 0 0,0 0 0,0 0 15,0 0-15,0 0 0,0 0 0,0 0 0,0 0 0,-25 0 0,25 0 16,0 0-16,0 0 0,0 0 0,0 0 16,0 0-16,0 0 0,0 0 0,0 0 0,0 0 0,0 0 15,-25 0-15,25 0 0,0 0 0,0 0 0,0 0 16,0 0-16,0 25 0,0-25 0,0 0 0,0 0 0,0 0 15,0 0-15,0 0 0,-24 0 0,24 0 0,0 0 0,0 0 16,0 0-16,0 0 0,0 24 0,0-24 47,272 224 670</inkml:trace>
  <inkml:trace contextRef="#ctx0" brushRef="#br0" timeOffset="57482.2878">6077 2530 0,'0'0'0,"0"0"0,0 0 16,0 0-16,0-25 0,0 25 0,0 0 0,0 0 0,0 0 0,0 0 0,0 0 0,0 0 0,0 0 0,0 0 0,0 0 0,0 0 16,0 0-16,0 0 0,0 0 0,0 0 0,0 0 0,0 0 0,-25 0 15,25 0-15,0 0 0,0 0 16,0 0-16,0 0 0,0 0 0,0 0 0,0 0 0,0 0 15,0 0-15,0 0 0,0 0 0,0 0 0,0 0 47,0 0-47,0 0 0,0 0 0,0 0 0,0 0 0,0 0 0,0 0 16,0 0-16,0 0 0,0 0 0,0 0 0,0 0 0,0 0 0,0 0 0,0 0 0,0 0 0,0 0 0,0 0 0,0 0 0,0 0 0,0 0 0,0 0 0,0 0 15,0 0-15,0 0 0,0 0 0,0 0 0,0 0 0,0 0 16,0 0-16,0 0 0,0 0 16,-24-25-16,24 25 0,0 0 0,0 0 0,0 0 0,0 0 0,0 0 15,0 0-15,0 0 0,0 0 0,0 0 0,0 0 0,0 0 0,0 0 16,0 0-16,0 0 0,0 0 15,0 0-15,0 0 0,0 0 0,0 0 0,0 0 0,0 0 0,0 0 0,0 0 16,0 0-16,0 0 0,0 0 0,0 0 16,0 0-16,0 0 0,0 0 0,0 0 0,0-24 0,0 24 0,0 0 15,0 0-15,24 0 0,-24 0 0,0 0 16,0 0-16,0 0 0,0 0 0,0 0 0,0 0 0,0 0 0,0-25 15,0 25-15,0 0 0,0 0 0,0 0 624,-49 347-358,-26-322-266,75-25 15,0 0-15,0 0 0,0 0 16,0 0-16,0 0 0,0 0 0,0 0 0,0 0 0,0 0 0,0 0 0,0 0 15,0 0-15,0 0 0,0 0 0,0 0 0,0 0 0,0-25 0,0 25 0,0 0 0,0 0 0,0 0 0,0 0 0,0 0 0,0 0 16,0 0-16,0 0 0,0 0 0,0 0 0,0-25 0,0 25 0,0 0 0,0 0 0,0 0 0,0 0 0,0 0 0,0 0 0,0 0 0,0 0 16,0 0-16,0 0 0,0 0 0,0 0 0,0 0 0,0 0 0,0 0 0,0 0 0,0 0 0,0 0 0,0 0 0,0 0 0,0 0 0,0 0 15,0 0-15,0 0 0,0 0 0,0 0 0,0 0 0,25 0 0,-25 0 0,0 0 16,0 0-16,0 0 0,0 0 0,0 0 0,0 0 0,0 0 0,0 0 15,0 0-15,0 0 0,0 0 0,0 0 0,0 0 16,0 0-16,0 0 0,0 0 0,0 0 0,0 0 0,0 0 16,0 0-16,0 0 0,0 0 0,0 0 15,0 0-15,0 0 0,0 0 0,0 0 0,0 0 0,0 0 0,0 0 94,0 0-94,0 0 0,0 0 0,0 0 0,0 0 0,0 0 0,0 0 0,0 0 0,0 0 0,0 0 0,25 0 0,-25 0 0,0 0 0,0 0 0,0 0 0,0 0 15,0 0-15,0 0 0,0 0 0,0 0 0,0-24 0,0 24 0,0 0 0,0 0 0,0 0 0,0 0 0,0 0 0,0 0 16,0 0-16,0 0 0,0 0 0,0 0 0,0 0 16,0 0-16,0 0 0,0 0 0,0 0 0,0 0 0,0 0 0,0 0 0,0 0 0,0 0 0,0 0 0,0 0 0,0 0 0,0 0 0,0 0 0,0 0 0,0 0 0,0 0 15,0 0-15,0 0 0,0 0 16,0 0-16,0 0 0,0 0 0,0 0 0,0 0 0,0 0 0,0 0 15,0 0-15,0 0 0,0 0 0,0 0 47,0 0-47,74 49 156,-74-49-156,0 0 0,0 0 0,0 0 0,0 0 0,0 0 0,0 0 16,0 25-16,0-25 0,0 0 0,25 0 0,-25 0 0,0 0 15,0 0-15,0 0 0,0 0 0,0 0 0,0 0 0,0 0 0,0 0 0,0 25 0,0-25 0,0 0 0,0 0 0,0 0 0,0 0 0,0 0 0,0 0 0,0 0 16,0 0-16,0 0 0,0 0 0,25 0 0,-25 0 0,0 0 0,0 0 0,0 0 0,0 0 0,0 0 0,0 0 0,0 0 0,0 0 0,0 0 0,0 0 0,0 0 0,0 0 16,0 0-16,0 0 0,0 0 0,0 0 0,0 0 0,0 0 0,0 0 0,0 0 15,0 0-15,0 0 0,0 0 0,25 0 0,-25 0 0,0 0 16,0-25-16,0 25 0,0 0 0,0 0 0,0 0 437</inkml:trace>
  <inkml:trace contextRef="#ctx0" brushRef="#br0" timeOffset="61430.5136">6697 2406 0,'0'0'187,"0"0"-187,0 0 16,0 0-16,0 0 0,0 0 0,0 0 0,0 0 0,0 0 0,0 0 0,0 0 0,0 0 0,0 0 0,0 0 0,0 0 0,0 0 0,0 0 0,0 0 0,0 0 0,0 0 0,0 0 0,0 0 0,0 0 15,0 0-15,0 0 0,0 0 0,0 0 0,0 0 0,0 0 0,0 0 0,0 0 0,0 0 0,0 0 0,0 0 0,0 0 0,0 0 0,0 0 0,0 0 0,0 0 0,0 0 16,0 0-16,0 0 0,0 0 0,25 0 0,-25 0 0,0 0 0,0 0 0,0 0 0,0 0 0,0 0 0,0 0 0,0 0 16,0 0-16,25 0 0,-25 0 0,0 0 15,0 0-15,0 0 0,0 0 0,0 0 0,0 0 0,0 0 0,0 0 16,0 0-16,0 0 0,25 0 15,-25 0-15,0 0 0,0 0 0,0 0 0,0 0 0,24 0 0,-24 0 0,0 0 16,0 0-16,0 0 593</inkml:trace>
  <inkml:trace contextRef="#ctx0" brushRef="#br0" timeOffset="62949.6005">6772 2406 0,'0'0'16,"0"0"-16,0 0 0,0 0 0,0 0 0,0 0 0,0 0 0,0 0 0,0 0 0,0 0 0,0 0 0,0 0 0,0 0 0,0 0 0,0 0 0,0 0 0,0 0 0,0 0 0,0 0 0,0 0 0,0 0 0,0 0 15,0 0-15,0 0 0,0 0 0,0 0 0,0 0 16,0 0-16,0 0 0,0 0 0,0 0 15,0 0-15,0 0 0,0 0 0,0 0 0,0 0 0,0 0 16,0 0-16,0 0 0,0 0 624,545 25-577,-545-25-47,0 0 0,0 0 0,0 0 0,0 0 0,0 0 0,0 0 15,0 0-15,0 0 0,0 0 0,0 0 0,25 0 0,-25 0 0,0 0 0,25 0 203,-25 0-203,0 0 0,0 0 0,0 0 0,0 0 0,0 0 0,0 0 0,0 0 0,0 0 0,0 0 0,0 0 0,0 0 0,0 0 0,0 0 16,0 0-16,0 0 0,0 0 0,0 0 0,0 0 0,0 0 15,0 0-15,0 0 0,0 0 0,0 0 0,0 0 0,0 0 0,0 0 0,-25 0 0,25 0 0,0 0 16,0 0-16,0 0 0,0 0 0,0 0 0,0 0 0,0 0 0,0 0 0,0 0 0,0 0 0,0 0 0,-25 0 0,25-25 0,0 25 0,0 0 0,0 0 16,0 0-16,-24 0 0,24 0 0,0 0 0,0 0 15,0 0-15,-25 0 0,25 0 0,0 0 0,0 0 0,0 0 0,0 0 0,-25 0 0,25 0 0,0 0 0</inkml:trace>
  <inkml:trace contextRef="#ctx0" brushRef="#br0" timeOffset="65590.7516">7094 2208 0,'0'0'0,"0"0"0,0 0 16,0 0-16,0 0 0,0 0 0,0 0 0,0 0 0,0 0 0,0 0 0,0 0 0,0 0 0,0 0 0,0 0 0,0 0 0,-25 0 0,25 0 0,0 0 0,0 0 0,0 0 0,0 0 0,0-25 0,0 25 0,0 0 0,0 0 0,0 0 0,0 0 0,0 0 0,0 0 0,0 0 0,0 0 0,0 0 0,0 0 0,0 0 0,0 0 0,0 0 0,0-25 0,0 25 16,0 0-16,0 0 0,0 0 0,0 0 0,0 0 15,0 0-15,0 0 0,0 0 0,0 0 16,0 0-16,0 0 0,0-25 0,0 25 0,0 0 0,0 0 0,0 0 15,0 0-15,0 0 0,0 0 0,0 0 63,0 0 93,0 0-156,0 0 0,0 0 0,0 0 0,0 0 0,0 0 0,0 0 0,0 0 0,0 0 0,0 0 0,0 0 0,0 0 0,0 0 0,0 0 0,0 0 0,0 0 15,0 0-15,0 25 0,0-25 0,25 0 0,-25 0 0,0 0 0,0 0 0,0 0 0,0 25 0,0-25 0,0 0 0,0 0 0,0 0 0,0 0 0,-25 25 0,25-25 0,0 0 16,0 0-16,0 0 0,0 0 0,0 24 0,0-24 0,0 0 0,0 0 0,0 0 16,0 25-16,0-25 0,0 0 0,0 0 0,0 0 0,0 25 0,0-25 0,0 0 0,0 0 15,0 25-15,0-25 0,0 0 0,0 0 0,0 0 0,0 0 0,0 25 16,0-25-16,0 0 0,0 0 0,0 0 0,0 24 15,0-24-15,0 0 0,0 0 0,0 25 0,0-25 0,0 0 16,0 0-16,0 0 0,0 25 0,0-25 0,0 0 16,0 0-16,0 25 0,0-25 0,0 0 0,0 0 0,0 0 15,0 25-15,0-25 0,0 0 16,0 0-16,0 24 0,0-24 0,0 0 0,0 0 0,0 0 0,0 0 15,0 25-15,0-25 0,0 0 0,0 0 0,0 0 0,0 0 0,0 25 16,0-25-16,0 0 0,0 0 0,0 0 47,0 0-47,0 0 0,0 0 0,0 25 0,0-25 0,0 0 0,0 0 0,0 0 15,0 0-15,0 0 0,0 0 0,0 0 0,0 0 0,0 0 0,0 0 0,0 0 0,0 0 0,0 0 0,0 0 0,0 0 0,0 0 0,0 0 0,0 0 0,0 0 16,0 0-16,0 0 0,0 0 16,0 0-16,0 0 0,0 0 0,0 0 0,0 0 0,0 0 0,0 0 15,0 0-15,0 0 0,0 0 0,0 0 0,0 0 0,0 0 16,0 0-16,0 0 0,0 0 0,0 0 15,0 0-15,0 0 0,0 0 0,0 0 0,0 0 0,0 0 0,0 0 16,0 0-16,0 0 0,0 0 0,0 0 16,0 0-16,0 0 1123</inkml:trace>
  <inkml:trace contextRef="#ctx0" brushRef="#br0" timeOffset="67862.8815">7863 2232 0,'0'0'0,"0"0"0,0 0 0,0 0 0,-25 0 0,25 0 0,0 0 0,0 0 15,0 0-15,0 0 0,0 0 0,0 0 16,0 0-16,0 0 0,0 0 0,0 0 0,0 0 0,0 0 15,0 0-15,0 0 0,0 0 0,0 0 0,0 0 0,0 0 0,0 0 16,0 0-16,0 0 0,0 0 16,0 0 62,0 0-78,0 0 0,0 0 0,0 0 0,0 0 0,0 0 15,0 0-15,0 0 0,0 0 0,0 0 0,0 0 0,0 0 0,0 0 0,0 0 0,0 0 0,0 0 0,0 0 16,0 0-16,0 0 0,0 0 0,0 0 0,0 0 0,0 0 0,0 0 15,0 0-15,0 0 0,0 0 0,0 0 0,0 0 0,0 0 0,0 0 0,0 0 0,0 0 0,0 0 0,0 0 0,0 0 0,0 0 16,0 0-16,0 0 0,0 0 0,0 0 0,0 0 0,0 0 0,0 0 0,0 0 0,-25 0 16,25 0-16,0 0 0,0 0 0,0 0 0,0 0 0,0 0 0,0 0 0,0 0 0,0 0 0,0 0 0,0 0 0,0 0 0,0 0 15,0 0-15,0-24 0,0 24 0,0 0 0,0 0 905,124 297-843,-124-297-62,-24 0 0,24 0 0,0 0 0,0 0 0,0 0 0,0 0 16,0 0-16,-25-25 0,25 25 0,0 0 0,0 0 0,0 0 0,0 0 0,0 0 0,0 0 0,0 0 0,0 0 0,-25 0 0,25 0 0,0 0 16,0 0-16,0 0 0,0 0 0,0 0 0,0 0 0,0 0 0,0 0 0,0 0 0,0 0 0,0 0 0,0 0 0,0 0 0,0 0 0,0 0 0,0 0 0,0 0 0,0 0 15,0 0-15,0 0 0,0 0 0,0 0 0,0 0 0,0 0 0,0 0 0,0 0 16,0 0-16,0 0 0,0 0 0,0 0 0,0 0 0,0 0 0,0 0 0,0 0 0,0 0 0,0 0 0,0-24 15,0 24-15,0 0 0,0 0 0,0 0 0,25 0 0,-25 0 16,0 0-16,0 0 0,0 0 16,0 0-16,0 0 0,25-25 0,-25 25 0,0 0 0,0 0 0,0 0 15,0 0-15,0-25 0,24 25 0,-24 0 0</inkml:trace>
  <inkml:trace contextRef="#ctx0" brushRef="#br0" timeOffset="70524.0337">7640 2257 0,'0'0'0,"0"0"15,0 0-15,0 0 0,0 0 0,0 0 16,0 0-16,0 0 0,0 0 0,0 0 0,0 0 0,0 0 0,0 0 16,0 0-16,0 0 0,0 0 0,0 0 15,0 0-15,0 0 0,0 0 0,0 0 16,0 0-16,0 0 0,0 0 0,0 0 0,0 0 0,0 0 0,0 0 15,0 0-15,0 0 0,0 0 0,0 0 0,0 0 0,0-25 0,-25 25 16,25 0-16,0 0 0,0 0 0,0 0 16,0 0-16,0 0 0,0 0 0,0 0 0,0 0 0,0 0 0,0 0 15,0 0-15,0 0 0,0 0 16,0 0-16,0 0 0,0 0 0,0 0 0,0 0 0,0 0 15,0 0-15,0 0 0,0 0 0,0 0 0,0 0 0,0 0 0,0 0 16,0 0-16,0 0 0,0 0 0,0 0 16,0 0-16,0 0 0,0 0 0,0 0 124,25 0-124,-25 0 0,0 0 0,0 0 0,0 0 0,0 0 0,0 0 0,0 0 0,0 0 0,0 0 0,0 0 0,0 0 0,0 0 0,0 0 0,0 0 0,0 0 0,0 0 0,0 0 0,0 0 0,0 0 0,0 0 16,0 0-16,0 0 0,0 0 0,0 0 0,0 0 0,0 0 0,0 0 0,0 0 0,0 0 0,0 0 0,0 0 0,0 0 0,0 0 0,0 0 0,0 0 0,0 0 0,25 0 16,-25 0-16,0 0 0,0 0 0,0 0 0,0 0 0,0 0 0,0 0 0,0 0 0,0 0 15,0 0-15,0 0 0,0 0 16,0 0-16,0 0 0,24 0 0,-24 0 0,0 0 0,0 0 0,0 0 15,0 0-15,0 0 0,0 0 0,0 0 0,25 0 0,-25 0 0,0 0 16,0 0 15,0 0-31,0 0 0,0 0 0,0 0 16,0 0-16,0 0 0,0 0 0,0 0 0,25 0 0,-25 0 0,0 0 0,0 0 0,0 0 0,0 0 0,0 0 0,0 0 0,0 0 0,0 0 0,25 0 0,-25 0 15,0 0-15,0 0 0,0 0 0,0 0 0,0 0 16,0 0-16,25 0 0,-25 0 0,0 0 0,0 0 16,0 0-16,0 0 0,0 0 0,0 0 0,0 0 0,24 25 15,-24-25-15,0 0 0,0 0 0,0 0 0,0 0 0,0 0 0,0 0 16,0 0-16,0 0 0,0 0 0,0 0 15,0 0 407,-148 447 139,123-447-561,25-25 0,0 25 0,0 0 0,0 0 0,0 0 0,0 0 0,0 0 0,25 0 0,-25-25 0,0 25 0,0 0 0,0 0 0,0 0 0,24-25 0,-24 25 0,0 0 16</inkml:trace>
  <inkml:trace contextRef="#ctx0" brushRef="#br0" timeOffset="74260.2473">8086 2257 0,'0'0'0,"0"0"0,0 0 0,0 0 0,0 0 47,-74-25 31,74 25-78,0 0 0,0 0 0,0 0 0,0 0 0,0 0 0,0 0 0,0 0 0,0 0 0,0 0 0,0 0 0,0 0 0,0 0 0,0 0 0,0 0 0,-25 0 0,25 0 0,0 0 0,0 0 0,0 0 15,0 0 1,0 0-16,0 0 0,0 0 0,0 0 0,0 0 0,0 0 0,0 0 0,0 0 0,0 0 15,0 0-15,0 0 0,-25 0 0,25 0 0,0 0 0,0 0 16,0 0-16,0 0 0,0 0 0,0 0 0,0 0 0,0 0 0,0 0 0,0 0 0,0 0 0,-25 0 0,25 0 0,0 0 0,0 0 0,0 0 0,0 0 0,0 0 0,0 0 0,0 25 0,0-25 0,0 0 0,0 0 16,0-25-16,0 25 0,0 0 0,0 0 0,0 0 0,0 0 0,0 0 15,0 0-15,-24 0 0,24 0 47,0 0-47,0 25 0,0-25 0,0 0 125,-25 25-125,25-25 0,0 0 0,0 0 0,0 0 0,0 0 0,0 0 0,0 25 0,0-25 0,-25 0 0,25 0 0,0 0 0,0 0 0,0 0 0,0 0 0,0 0 0,0 25 0,0-25 0,0 0 0,0 0 0,0 0 0,0 0 0,0 0 0,0 0 0,0 0 0,0 24 15,0-24-15,0 0 0,0 0 0,0 0 0,0 0 0,0 0 0,0 0 0,0 25 0,0-25 0,0 0 0,0 0 0,0 0 0,0 0 0,0 25 0,0-25 0,0 0 16,0 0-16,0 0 0,0 0 16,0 0-16,0 0 0,0 0 0,25 0 15,-25 25-15,0-25 0,0 0 0,0 0 0,0 0 0,0 0 0,0 0 16,0 25-16,0-25 0,0 0 0,0 0 0,0 0 0,0 0 15,0 24-15,0-24 0,0 0 0,0 0 0,25 0 0,-25 0 16,0 0-16,0 0 0,0 0 0,0 25 0,0-25 16,0 0-16,0 0 0,0 0 0,0 0 0,0 0 0,0 0 0,0 0 15,0 25-15,0-25 0,0 0 16,24 0-16,-24 0 0,0 0 0,0 0 0,0 0 0,0 0 234,125 99-219,-101-99-15,-24 0 0,25 0 0,-25 0 0,0 0 0,0 0 0,0 0 0,25 0 0,-25-25 0,0 25 0,0 0 16,0 0-16,25 0 0,-25 0 0,0 0 0,0 0 0,0 0 0,25 0 0,-25 0 0,0 0 0,0 0 16,0 0-16,0 0 0,0 0 0,24 0 0,-24 0 0,0-24 0,0 24 0,0 0 0,0 0 0,0 0 0,0 0 0,0 0 0,0 0 0,0 0 0,25 0 15,-25 0-15,0 0 0,0 0 0,0 0 0,0 0 0,0 0 16,0 0-16,0-25 0,25 25 0,-25 0 0,0 0 0,0 0 0,0 0 0,0 0 0,0 0 0,0 0 0,0 0 0,0-25 0,0 25 15,0 0 609</inkml:trace>
  <inkml:trace contextRef="#ctx0" brushRef="#br0" timeOffset="77459.4304">8483 2604 0,'0'0'0,"0"0"0,0 0 0,0 0 0,0 0 0,0 0 0,0 0 0,0 0 0,0 0 0,0 0 0,0 0 0,0 0 0,0 0 0,0 0 0,0 0 0,0 0 0,0 0 0,0 0 0,0 0 0,0 0 0,0 0 15,0 0-15,0 0 0,0 0 0,0 0 0,0 0 0,0 0 0,0 0 0,0 0 16,0 0-16,0 0 0,0 0 15,0 0-15,0 0 0,0 0 0,0 0 0,0 0 0,0 0 0,0 0 0,0 0 16,0 0-16,0 0 0,0 0 0,0 0 0,0 0 16,0 0 561,149-74-250,-149 223-327,0-149 0,0 0 0,0 0 0,0 0 0,0 0 0,0 0 0,0 0 0,0 0 0,0 0 0,0 0 0,0 0 0,0 0 0,-25 0 0,25 0 0,0 0 0,0 0 0,0 25 16,0-25-16,0 0 0,0 0 0,0 0 0,0 0 0,0 0 0,0 0 0,0 0 0,0 0 0,-25 0 0,25 0 0,0 0 0,0 0 0,0 0 0,0 0 0,0 0 0,0 0 0,0 0 0,0 0 0,0 0 0,0 0 16,0 0-16,0 0 0,0 0 0,0 0 0,0 0 0,0 0 0,0 0 0,0 0 15,0 0-15,0 0 0,0 0 16,0 25-16,0-25 0,0 0 0,0 0 0,0 0 0,0 0 0,0 0 15,0 0-15,0 0 0,0 0 0,0 0 16,0 0-16,0 0 0,0 0 0,0 0 0,0 0 0,0 0 0,0 0 0,0 0 16,0-25-16,0 25 0,0 0 0,0 0 15,0 0-15,0 0 0,0 25 0,0-25 0,0 0 0,0 0 16,0 0-16,0 0 0,0 0 0,0 0 15,0 0-15,0 0 0,0 0 0,0 0 0,0 0 0,0 0 0,0 0 16,0 0-16,0 0 0,0 0 47,0 0-47,0 0 0,0 0 0,0 0 0,0 0 0,0-25 0,0 25 0,0 0 0,0 0 0,0 0 0,0 0 15,0 0-15,0 0 0,0 0 0,0 0 0,0 0 0,0 0 0,0 0 0,0 0 0,0 25 0,0-25 0,0 0 0,0 0 0,0 0 16,0 0-16,0 0 0,0 0 0,0 0 0,0 0 0,0-25 16,0 25-16,0 0 0,0 0 0,0 0 15,0 0-15,0 0 0,0 0 0,0 0 0,0 0 0,0 0 16,0 0-16,0 0 0,0 0 0,0 0 0,0 0 0,0 0 0,0 0 15,0 0-15,0 0 0,0 0 0,25 0 0,-25 0 16,0 0-16,0 0 0,0 0 0,0 0 0,0 0 0,0 0 16,0 0-16,0 0 0,0 0 0,0 0 15,0 0-15,0 0 0,0 0 0,0 0 0,25 0 0,-25 0 16,0 0-16,0 0 0,0 0 0,0 0 0,0-25 0,0 25 0,0 0 15,0 0-15,25 0 0,-25 0 0,0 0 16,0 0-16,0 0 0,0 0 0,0 0 0,0 0 0,0 0 0,0 0 16,0 0-16,0 0 0,0 0 0,25 0 171,-1 0-171,-24 0 0,0 0 0,0 0 0,0 0 0,0 0 0,0 0 0,0 0 0,0 0 0,0 25 0,0-25 0,0 0 0,25 0 0,-25 0 0,0 0 16,0 0-16,0 0 0,0 0 0,0 0 0,0 0 0,0 0 0,0 0 0,0 0 0,0 0 0,0 0 0,0 25 0,0-25 0,0 0 15,0 0-15,0 0 0,0 0 0,0 0 0,0 0 0,0 0 0,0 0 0,0 0 0,0 0 0,0 24 0,25-24 0,-25 0 0,0 0 0,0 0 0,0 0 0,0 0 0,0 0 0,0 0 0,0 0 16,0 0-16,0 25 0,0-25 0,0 0 0,0 0 0,0 0 0,0 0 16,0 0-16,0 0 0,0 0 0,0 0 15,0 0-15,0 25 0,0-25 0,0 0 0,0 0 0,0 0 16,0 0-1,0 0-15,0 0 0,0 0 0,0 25 0,0-25 0,0 0 0,0 0 0,0 0 0,0 0 16,0 0-16,0 0 0,0 0 0,0 0 0,0 0 0,0 0 16,0 25-16,0-25 0,0 0 0,0 0 0,0 0 0,0 0 15,0 0-15,0 0 0,0 0 0,0 0 16,0 0-16,0 0 0,0 0 0,0 0 0,0 0 0,0 0 0,-25 24 15,25-24-15,0 0 0,0 0 16,0 0-16,0 0 0,0 0 0,0 0 0,0 0 0,0 0 0,0 0 16,0 0-16,0 25 0,0-25 0,0 0 0,0 0 0,0 0 15,0 0-15,0 0 0,-25 0 0,25 0 0,0 0 0,0 0 16,0 0-16,0 0 0,0 0 0,-24 0 15,24 0-15,0 0 0,0 0 0,0 0 0,0 0 0,0 0 16,0 0-16,0 25 0,-25-25 16,25 0-16,0 0 0,0 0 0,0 0 0,0 0 0,0 0 0,0 0 15,-25 0-15,25 0 0,0 0 47,0 0-47,0 0 109,-50-25-109,26 25 0,24 0 0,0 0 0,0 0 16,0 0-16,0 0 0,0 0 0,0-25 0,0 25 0,0 0 0,0 0 15,0 0-15,0 0 0,0 0 0,0 0 0,0 0 0,0 0 0,0 0 0,0 0 16,0 0-16,0 0 0,0 0 0,0 0 0,0 0 0,0 0 0,0 0 0,0 0 0,0 0 0,0 0 16,0 0-16,0 0 0,0 0 0,0 0 0,0 0 0,0 0 0,0 0 0,0 0 0,0 0 0,0 0 0,0 0 0,0 0 15,0 0-15,0 0 0,0 0 0,0 0 0,0 0 0,0 0 0,0-24 0,0 24 0,24 0 0,-24 0 0,0 0 0,0 0 0,0 0 0,0 0 0,25-25 0</inkml:trace>
  <inkml:trace contextRef="#ctx0" brushRef="#br0" timeOffset="80970.6312">9277 2555 0,'0'0'0,"0"0"15,0 0-15,0 0 0,0 0 0,0 0 0,0 0 16,0 0-16,0 0 0,0 0 0,25 25 171,-25-25-171,0 0 0,0 0 0,0 0 0,0 0 0,0 0 16,0 0-16,0 0 0,0 0 0,0 0 0,0 0 0,0 0 0,0 0 0,0 0 0,0 0 0,0 0 0,25 0 0,-25 0 16,0 0-16,0 0 0,0 0 0,24 0 0,-24 0 0,0 0 15,0 0-15,25 0 0,-25 0 0,0 0 0,0 0 0,25 0 0,-25 0 0,0 0 0,25 0 0,-25 0 0,0 0 16,0 0-16,25 0 0,-25 0 0,0 0 0,0 0 0,24 0 0,-24 0 0,0 0 0,0 0 0,0 0 0,25 0 0,-25 0 0,0 0 0,0 0 0,0 0 0,25 0 0,-25 0 0,0 0 15,0 0-15,0 0 0,0 0 0,25 0 0,-25 0 0,0 0 0,0 0 0,0 0 0,25 0 0,-25 0 63,0 0-63,0 0 0,24 0 0,-24 0 0,0 0 0,0 0 0,0 0 0,0 0 0,25 0 0,-25 0 0,0 0 0,0 0 0,0 0 0,0 0 0,0 0 0,0 0 0,0 0 0,0 0 0,0 0 0,0 0 15,0 0-15,0 0 0,0 0 0,0 0 0,0 0 0,0 0 0,0 0 16,0 0-16,0 0 0,0 0 16,0 0-16,0 0 0,0 0 0,0 0 0,0 0 0,0 0 0,0 0 0,0 0 15,0-25-15,0 25 0,0 0 16,0 0-16,0 0 0,0 0 0,0 0 0,0 0 0,0 0 15,-25 0-15,25 0 0,0 0 0,0 0 827</inkml:trace>
  <inkml:trace contextRef="#ctx0" brushRef="#br0" timeOffset="82378.7117">9451 2803 0,'0'0'0,"0"0"0,0 0 0,0 0 0,0 0 234</inkml:trace>
  <inkml:trace contextRef="#ctx0" brushRef="#br0" timeOffset="83482.7749">9500 2480 0,'0'0'16,"0"0"-16,0 0 0,0 0 0,0 0 0,0 0 0,0 0 0,0 0 0,0 0 0,0 0 0,0 0 0,0 0 0,0 0 0,0 0 0,0 0 0,0 0 0,0 0 0,0 0 0,0 0 0,0 0 0,0 0 0,0 0 0,0 0 15,0 0-15,0 0 0,0 0 0,0 0 0,0 0 0,0 0 0,0 0 16,0 0-16,0 0 0,0 0 0,0 0 0,0 0 0,0 0 16,0 0-16,0 0 0,0 0 0,0 0 15,0 0-15,0 0 0,0 0 0,0 0 0,0 0 0,0 0 16,0 0-16,0 0 0,0 0 0,0 0 0,0 0 15,0 0-15,0 0 0,0 0 0,0 0 0,0 0 0,0 0 16,0 0-16,0 0 0,0 0 0,0 0 0,0 0 16,0 0-16,0 0 0,0 0 0,0 0 0,0 0 0,0 0 0,0 0 15,0 0-15,0 0 0,0 0 16,0 0-16,0 0 0,0 0 0,0 0 0,0 0 0,0 0 0,0 0 15,0 25-15,0-25 0,0 0 0,0 0 16,0 0-16,0 0 0,0 25 0,-25-25 0,25 0 0,0 0 0,0 0 0,0 25 16,0-25-16,0 0 0,0 0 15,0 0-15,0 25 0,0-25 0,0 0 0,0 24 0,0-24 0,0 0 16,0 0-16,0 25 0,0-25 0,0 0 0,0 25 0,0-25 0,0 0 15,0 0-15,0 25 0,0-25 0,0 0 16,0 25-16,0-25 0,0 0 0,0 0 203,0 124-203,0-124 0,0 0 0,0 0 0,0 0 0,0 0 0,0 0 0,0 0 0,0 0 0,0 0 0,0 0 0,0 0 0,0 0 0,0 0 0,0 0 0,0 0 0,0 0 0,0 0 0,0 0 0,0 0 0,0 0 0,0 0 0,0 0 0,0-25 0,0 25 0,0 0 0,0 0 0,0 0 0,0 0 0,0 0 0,0 0 0,0 0 0,0-25 0,0 25 0,0 0 0,0 0 0,0 0 15</inkml:trace>
  <inkml:trace contextRef="#ctx0" brushRef="#br0" timeOffset="86408.9422">9971 2381 0,'0'0'0,"0"0"0,0 0 0,0 0 0,0 0 0,0 0 0,25 0 0,-25 0 16,0 0-16,0 0 0,0 0 0,0 0 0,0-25 0,0 25 0,0 0 0,0 0 0,0 0 0,0 0 0,0 0 16,0 0-16,25 0 0,-25-24 0,0 24 0,0 0 0,0 0 0,0 0 0,0 0 0,0 0 0,0 0 0,0 0 0,0 0 0,0 0 0,0 0 15,25 0-15,-25 0 0,0 0 0,0 0 0,0 0 0,0-25 0,0 25 0,0 0 0,0 0 16,0 0-16,0 0 0,0 0 0,0 0 0,25 0 0,-25 0 0,0 0 0,0 0 0,0 0 0,0 0 0,0 0 0,0 0 0,0 0 15,0 0-15,0 0 0,25 0 0,-25 0 0,0 0 16,0 0-16,0 0 0,0 0 0,0 0 0,0 0 16,24 0-16,-24 0 0,0 0 0,0 0 0,0 0 0,0 0 0,0 0 15,0 0-15,0 0 0,0 0 0,0 0 16,25 0-16,-25 0 0,0 0 0,0 0 0,0 0 0,0 0 15,0 0-15,0 0 0,0 0 0,0 0 0,0 0 0,0 0 16,0 0-16,0 0 0,25 0 0,-25 0 16,0 0-16,0 0 0,0 0 0,0 25 0,0-25 0,0 0 15,0 0-15,0 0 0,0 0 78,25 0-78,-25 0 0,0 99 78,0-99-78,0 0 0,0 0 0,0 25 0,0-25 0,0 0 0,0 0 0,0 0 16,0 0-16,0 24 15,0-24-15,0 0 0,0 0 0,0 0 0,-25 0 0,25 25 0,0-25 0,0 0 0,0 0 0,0 0 0,0 0 0,0 25 0,0-25 16,0 0-16,0 0 0,0 0 0,-25 0 0,25 0 0,0 25 0,0-25 16,0 0-16,0 0 0,0 0 0,0 0 0,0 0 0,0 0 0,0 25 0,-25-25 0,25 0 0,0 0 0,0 0 0,0 0 0,0 24 0,0-24 0,0 0 0,-24 0 0,24 0 0,0 0 0,0 0 0,0 0 0,0 0 0,0 25 0,0-25 0,-25 0 0,25 0 15,0 0-15,0 0 0,0 0 0,0 0 0,0 0 47,0 0-47,0 25 0,-25-25 0,25 0 0,0 0 0,0 0 0,0 0 0,0 0 0,0 0 16,0 0-16,0 0 0,-25 0 0,25 0 0,0 25 0,0-25 15,0 0-15,0 0 0,0 0 0,0 0 0,0 0 0,0 0 0,-25 0 0,25 0 0,0 0 0,0 0 0,0 0 0,0 0 16,0 0-16,0 0 0,0 0 0,0 0 0,0 25 0,0-25 15,0 0-15,0 0 0,0 0 0,0 0 0,0 0 0,0 0 0,0 0 16,0 0-16,0 0 0,0 0 16,0 0-16,0 0 0,0 0 0,0 0 0,0 0 0,0 0 0,0 0 46</inkml:trace>
  <inkml:trace contextRef="#ctx0" brushRef="#br0" timeOffset="87937.0297">10046 2679 0,'0'0'15,"-25"0"-15,25 0 0,0 0 0,0 0 0,0 0 16,0 0-16,0 0 0,0 0 0,0 0 0,0 0 0,0 0 0,0 0 15,0 0-15,0 0 0,0 0 16,0 0-16,0 0 0,0 0 0,0 0 0,0 0 0,0 0 16,0 0-16,0 0 0,0 0 0,0 0 0,0 0 0,0 0 0,0 0 15,0 0-15,0 0 0,0 0 0,0 0 16,0 0-16,0 0 0,0 0 0,0 0 0,0 0 0,0 0 0,0 0 15,0 0-15,0 0 0,0 0 0,0 0 0,0 0 16,0 0-16,0 0 0,0 0 0,0 0 0,0 0 16,0 0-16,0 0 0,0 0 0,0 0 15,0 0-15,0 0 0,0 0 0,0 0 0,0 0 0,0 0 0,0 0 47,0 0-47,0 0 203,149 0-203,-124 0 15,-25 0-15,0 0 0,0 0 0,0 0 0,25 0 0,-25 0 16,0 0-16,0 0 0,0 0 0,0 0 0,0 0 0,24 0 0,-24 0 0,0 0 0,0 0 0,0 0 0,0 0 0,0 0 0,0 0 0,25 0 0,-25 0 16,0 0-16,0 0 0,0 0 0,0 0 0,0 0 0,0 0 0,25 0 0,-25 0 0,0 0 0,0 0 0,0 0 0,0 0 0,0 0 0,0 0 0,0 0 0,0 0 0,0 25 15,0-25-15,0 0 0,25 0 0,-25 0 0,0 0 0,0 0 0,0 0 0,0 0 0,0 0 0,0 0 0,0 0 0,0 0 0,0 0 0,0 0 16,0 0-16,0 0 0,0 0 0,0 0 0,0 0 15,0 0-15,25 0 0,-25 0 0,0 0 0,0 0 16,0 0-16,0 0 0,0 0 0,0 0 0,0 0 0,0-25 16,0 25-16,0 0 0,0 0 0,0 0 0,0 0 0,0 0 15,0 0-15,0 0 0,0 25 0,0-25 0,0 0 0,0 0 16,0 0-16,0 0 0,0 0 15,0 0-15,0 0 0,0 0 0,0 0 0,0 0 0,0 0 0,0 0 16,0 0-16,0 0 0,0 0 0,0 0 0,0 0 16,0 0-16,0 0 0,0 0 0,0 0 390</inkml:trace>
  <inkml:trace contextRef="#ctx0" brushRef="#br0" timeOffset="89903.1421">10492 2406 0,'0'0'0,"0"0"0,0 0 0,0 0 0,0 0 15,0 0-15,0 0 0,0 0 16,0 0-16,0 0 0,0 0 0,0 0 0,0 0 0,0 0 0,0 0 0,0 0 15,0 0-15,0 0 0,0 0 0,0 0 16,0 0-16,0 0 0,0 0 0,0 0 0,0 0 0,0 0 16,0 0-16,0 0 0,0 0 0,0 0 0,0 0 15,0 0-15,0 0 0,0 0 156,0 0-156,0 0 0,0 0 0,0 0 16,0 0-16,0 0 0,0 0 0,0 0 0,0 0 0,0 0 0,0 0 0,0 0 0,0 0 0,0 0 0,0 0 0,0 0 0,0 0 0,0 0 15,0 0-15,0 0 0,0 0 0,0 0 0,0 0 0,0 0 0,0 0 16,0 0-16,0-25 0,0 25 0,0 0 0,0 0 0,0 0 0,0 0 0,0 0 0,0 0 0,0 0 0,0 0 0,0 0 0,0 0 0,0 0 0,0 0 0,0 0 0,0 0 0,0 0 0,0 0 0,0 0 0,0 0 0,0 0 0,0 0 0,0 0 0,0 0 16,0 0-16,0 0 0,25 0 0,-25 0 15,0 0-15,0 0 0,0 0 0,0 0 0,0 0 0,0 0 16,0 0-16,0 0 0,0 0 0,0 0 0,0-25 0,0 25 0,25 0 15,-25 0-15,0 0 0,0 0 0,0 0 16,0 0-16,0 0 0,0 0 47,25 0 904</inkml:trace>
  <inkml:trace contextRef="#ctx0" brushRef="#br0" timeOffset="91390.2271">10517 2406 0,'0'0'0,"0"0"0,0 0 0,0 0 0,0 0 15,0 0 251,199 74-266,-199-74 0,0 0 0,0 0 0,0 0 0,0 25 0,0-25 0,0 0 0,0 0 0,0 0 0,0 0 0,0 0 0,0 25 0,0-25 0,0 0 0,0 0 0,0 0 0,0 0 0,0 0 0,0 25 0,0-25 0,0 0 0,0 0 0,0 0 0,0 0 0,0 0 15,0 25-15,0-25 0,0 0 0,0 0 0,0 0 0,0 0 0,0 0 0,0 0 0,0 0 0,0 24 0,0-24 0,0 0 0,0 0 0,0 0 16,0 0-16,0 0 0,0 0 0,0 0 0,0 25 15,0-25-15,0 0 0,0 0 0,0 0 0,0 0 0,0 0 0,0 0 0,0 0 16,0 0-16,0 25 0,0-25 0,0 0 16,0 0-16,0 0 0,0 0 0,0 0 0,0 0 0,0 0 15,0 0-15,0 0 0,0 25 0,0-25 16,-25 0-16,25 0 0,0 0 0,0 0 0,0 0 0,0 0 0,0 0 15,0 0-15,0 25 0,0-25 0,0 0 0,0 0 16,0 0-16,0 0 0,0 0 0,0 0 0,0 0 0,0 0 16,0 0-16,-25 0 0,25 0 0,0 0 0,0 25 15,0-25-15,0 0 0,0 0 0,0 0 0,0 0 0,0 0 16,0 0-16,0 0 0,0 0 47,0 0-16,0 0-31,0 0 0,0 0 0,0 0 0,0 0 0,0 0 0,0 0 0,0 0 15,0 0-15,0 0 0,0 0 0,0 0 0,-25 0 0,25-25 0,0 25 0,0 0 0,0 0 0,0 0 0,0 0 0,0 0 0,0 0 16,0 0-16,0 0 0,0 0 16,0 0-16,0 0 0,0 0 0,0 0 0,0 0 0,0 0 0,0 0 0,-25-25 0,25 25 0,0 0 0,0 0 0,0 0 0,0 0 0,0 0 0,0 0 0,0 0 0,0 0 0,0 0 0,0 0 0,0 0 0,0 0 0,0 0 0,0 0 15,0 0-15,0 0 0,0 0 16,0 0-16,0 0 0,0 0 0,0 0 0,0 0 0,0 0 15,0 0-15,0 0 0,0 0 0,0 0 47,0 0-47,0 0 0,0 0 0,0 0 0,0 0 0,0 0 0,0 0 0,0 0 0,0-25 0,0 25 0,0 0 0,25 0 0,-25 0 0,0 0 0,0-25 0,0 25 0</inkml:trace>
  <inkml:trace contextRef="#ctx0" brushRef="#br0" timeOffset="93604.3538">10815 2480 0,'0'0'0,"0"0"16,0 0-16,0 0 0,0 0 0,0 0 0,0 0 0,0 0 15,0 0-15,0 0 0,0 0 0,0 0 16,0 0-16,0 0 0,0 0 0,0 0 0,0 0 0,0 0 0,0 0 16,0 0-16,0 0 0,0 0 46,0 0-46,0 0 0,0 0 0,0 0 0,0 0 0,0 0 0,0 0 0,0 0 16,0 0-16,0 0 0,0 0 0,0 0 0,0 0 0,0 0 0,0 0 0,0 0 0,0 0 0,0 0 0,0 0 0,0 0 0,0-24 0,0 24 0,0 0 0,0 0 16,0 0-16,0 0 0,0 0 0,0 0 0,0 0 0,0 0 15,0 0-15,0 0 0,0 0 0,0 0 0,0 0 16,0 0-16,0 0 0,0 0 0,0 0 0,0 0 0,0 0 15,0 0-15,0 0 0,0 0 0,0 0 0,0 0 16,0 0-16,0 0 0,0 0 0,0 0 952,0 24-874,0 1 0,0 99 358</inkml:trace>
  <inkml:trace contextRef="#ctx0" brushRef="#br0" timeOffset="95387.4558">10988 2456 0,'0'0'0,"0"0"0,0 0 15,0 0-15,0 0 0,0 0 0,0 0 0,0 0 0,0 0 16,0 0-16,0 0 47,-272 124 1060</inkml:trace>
  <inkml:trace contextRef="#ctx0" brushRef="#br0" timeOffset="99303.6798">10964 2505 0,'0'0'0,"0"0"0,0 0 0,0 0 0,0 0 0,0 0 0,-25 0 0,25 0 0,0 0 0,0 0 0,0 0 0,0 0 0,0 0 0,0 0 0,0 0 0,0 0 0,0 0 0,0 0 0,0 0 0,-25 0 0,25 0 0,0 0 0,0 0 0,0 0 0,0 0 0,0 0 0,0 0 0,0 25 0,0-25 0,0 0 0,0 0 16,0 0-16,0 0 0,-25 0 0,25 0 0,0 0 0,0 0 0,0 0 0,0 0 0,0 0 0,0 0 0,0 0 0,0 25 15,0-25-15,0 0 0,0 0 16,0 0-16,0 0 0,0 0 0,0 0 0,0 0 0,0 0 0,-25 0 16,25 0-16,0 0 0,0 0 0,0 0 0,0 0 15,0 0-15,0 0 0,0 0 47,0 0 0,0 0-47,0 0 0,0 25 0,0-25 0,0 0 0,0 0 0,0 0 0,0 0 0,0 0 0,0 0 0,0 0 0,0 0 0,0 0 0,-24 0 0,24 0 0,0 0 0,0 24 0,0-24 0,0 0 0,0 0 0,0 0 15,0 0-15,0 0 0,0 0 0,0 0 0,0 0 0,0 25 0,0-25 0,0 0 0,0 0 0,0 0 0,0 0 0,0 0 0,0 0 0,0 0 0,0 0 0,0 0 0,0 25 0,0-25 0,0 0 16,0 0-16,0 0 0,0 0 0,0 0 0,0 0 0,0 0 0,0 0 16,0 0-16,0 0 0,0 25 0,0-25 0,0 0 15,0 0-15,0 0 0,0 0 0,0 0 16,24 0-16,-24 25 0,0-25 0,0 0 0,0 0 0,0 0 0,0 0 15,0 0-15,0 0 0,0 0 219,149 124-219,-149-124 0,25 0 0,-25 0 0,0 0 15,25 0-15,-25 0 0,0 0 0,0-25 0,25 25 0,-25 0 0,0 0 0,0 0 0,0 0 0,24 0 0,-24 0 0,0 0 0,0 0 0,0-25 0,0 25 0,25 0 0,-25 0 16,0 0-16,0 0 0,0 0 0,0 0 0,0 0 0,0 0 0,0 0 0,0 0 0,25 0 0,-25-25 0,0 25 0,0 0 0,0 0 0,0 0 0,0 0 16,0 0-16,0 0 0,0 0 0,0 0 0,0 0 0,0 0 0,0 0 0,0 0 0,0 0 0,0 0 15,0 0-15,0 0 0,0 0 0,0 0 0,0 0 0,0 0 0,0 0 94,0 0-94,0 0 0,0 0 15,0 0-15,0-24 0,0 24 0,0 0 0,0 0 0,0 0 0,0 0 0,-25 0 0,25 0 0,0 0 0,0-25 0,0 25 16,0 0-16,0 0 0,0 0 0,0 0 0,0 0 0,0 0 0</inkml:trace>
  <inkml:trace contextRef="#ctx0" brushRef="#br0" timeOffset="102306.8516">11410 2753 0,'0'0'0,"0"0"0,0 0 0,0 0 0,0 0 0,0 0 0,0 0 0,0 0 0,0 0 0,0 0 0,0 0 0,0 0 0,0 0 0,0 0 0,0-24 0,0 24 16,0 0-16,0 0 0,0 0 0,0 0 0,0 0 0,0 0 0,0 0 16,0 0-16,0 0 0,0 0 15,0 0-15,0 0 0,0 0 0,0 0 0,0 0 0,0 0 0,0 0 16,0 0-16,0 0 0,0 0 0,0 0 0,0 0 0,0 0 15,0 0 141,0 0 16,-99 148-172,99-148 0,0 0 0,0 0 0,0 25 0,0-25 0,0 0 0,0 0 0,0 0 0,0 0 0,0 0 0,-25 0 0,25 0 0,0 25 0,0-25 16,0 0-16,0 0 0,0 0 0,0 0 0,0 0 0,0 0 0,0 0 0,0 0 0,0 25 0,0-25 0,0 0 0,0 0 0,0 0 0,0 0 0,0 0 0,0 0 0,-25 0 0,25 0 0,0 0 0,0 0 0,0 0 0,0 0 0,0 0 0,0 0 0,0 0 0,0 0 0,0 0 15,0 0-15,0 0 0,0 0 0,0 0 0,0 0 16,0 0-16,0 0 0,0 0 0,0 0 0,0 0 0,0 0 15,0 0-15,0 0 0,0 0 0,0 0 16,0 0-16,0 0 0,0 0 1030,348 0-1030,-348 0 0,0 0 0,0 0 0,0 0 0,0 0 0,0-25 0,0 25 0,0 0 0,0 0 0,0 0 0,0 0 0,0 0 0,-25 0 0,25 0 0,0 0 15,0 0-15,0 0 0,0 0 0,0 0 0,0 0 0,0 0 0,0 0 0,0 0 0,0 0 16,0 0-16,0 0 0,-25 0 0,25 0 0,0 0 0,0 0 15,0 0-15,0 0 0,0 0 0,0 0 0,0 0 0,0 0 0,0 0 0,0 0 0,0 0 0,0 0 0,0 0 0,0 0 0,0 0 0,0 0 0,0 0 0,-25 0 0,25 0 0,0 0 0,0 0 0,0 0 0,0 0 0,0 0 16,0 0-16,0 0 0,0 0 0,0 0 0,0 0 0,0 0 16,0 0-16,0 0 0,0 0 0,0 0 15,0 0-15,0 0 0,0 0 0,0 0 0,0 0 0,0 0 16,0 0-16,0 0 0,0 0 359</inkml:trace>
  <inkml:trace contextRef="#ctx0" brushRef="#br0" timeOffset="104099.9541">11534 2729 0,'0'0'93,"0"0"-93,0 0 0,0 0 0,0 0 0,0 0 0,0 0 0,0 0 0,0 0 0,0 0 0,0 0 16,0 0-16,0 0 0,0 0 0,0 0 0,0 0 0,0 0 0,0 0 0,0 0 0,0 0 0,0 0 0,0 0 0,0 0 0,0 0 0,0 0 0,0 0 0,0 0 0,0 0 0,0 0 0,0 0 0,0 0 0,0 0 0,0 0 16,0 0-16,0 0 0,0 0 0,0 0 0,0 0 0,0 0 0,0 0 0,0 0 0,0 0 0,0 0 0,0 0 15,0 0-15,0 0 0,0 0 0,0 0 0,0 0 0,0 0 16,0 0-16,0 0 0,0 0 0,0 0 0,0 0 0,0 0 0,0 0 15,0 0-15,0 0 0,0 0 0,0 0 16,0 0-16,0 0 0,0 0 0,0 0 0,0 0 842,25 421-842,-25-421 0,0-25 0,0 25 0,0 0 0,0 0 0,0 0 0,0 0 0,0 0 0,0 0 0,0 0 0,0 0 0,0 0 0,0 0 0,0 0 16,0 0-16,0-24 0,0 24 0,0 0 0,0 0 0,25 0 0,-25 0 0,0 0 0,0-25 0,0 25 0,0 0 0,0 0 0,0 0 0,0 0 0,0-25 0,0 25 0,0 0 0,0 0 0,0 0 0,0 0 0,0 0 0,0 0 0,0 0 0,0-25 16,0 25-16,0 0 0,0 0 0,0 0 0,0 0 0,0 0 0,0 0 15,0 0-15,0-25 0,0 25 0,0 0 16,0 0-16,0 0 0,25 0 0,-25 0 15,0 0-15,0-24 0,0 24 0,0 0 0,0 0 0,0 0 0,0 0 0,0 0 16,0 0-16,0 0 0,0 0 16,0 0-16,0-25 0,0 25 0,0 0 0,0 0 0,0 0 0,0 0 15,0 0-15,0 0 0,0 0 0,0 0 0,0 0 16,0 0-16,0 0 0,0 0 0,0 0 0,0-25 15,0 25-15,0 0 0,0 0 0,0 0 0,0 0 0,0 0 0,0 0 16,0 0-16,0 0 0,0 0 16,0 0-16,0 0 0,0 0 0,0 0 0,0 0 15,0 0-15,0 0 0,0 0 0,0 0 0,0 0 0,0 0 0,0 0 16,0 0-16,0 0 0,0 0 0,0 0 0,0 0 15,0 0-15,0 0 0,0 0 0,0 0 0,0 0 16,0 0-16,0 0 0,0 0 0,0 0 0,0 0 0,0 0 0,0 0 16,0 0-16,0 0 0,0 0 0,0 0 15,0 0-15,0 0 0,0 0 0,0 0 0,0 0 0,0 0 0,0 0 63,0 0 93,0-25-156,0 25 0,0 0 0,0 0 0,0 0 0,0 0 0</inkml:trace>
  <inkml:trace contextRef="#ctx0" brushRef="#br0" timeOffset="105680.0444">12204 2480 0,'0'0'15,"0"0"-15,0 0 0,0 0 0,0 0 0,0 0 0,0 0 0,0 0 16,0 0-16,0 0 0,0 0 0,0 0 0,0 0 0,0 0 16,0 0-16,0 0 0,0 0 0,0 0 15,0 0-15,0 0 0,0 0 0,0 0 0,0 0 0,0 0 0,0 0 16,0 0-16,0 0 0,0 0 15,0 0-15,0 0 0,0 0 0,0 0 0,0 0 0,0 0 0,0 0 16,0 0-16,0 0 0,0 0 0,0 0 0,0 0 0,0 0 0,0 0 16,0 0-16,0 0 0,0 0 0,0 0 15,0 0-15,0 0 0,0 0 0,0 0 0,0 0 0,0 0 16,0 0-16,0 0 0,0 0 0,0 0 0,0 0 0,0 0 15,0 0-15,0 0 0,0 0 0,0 0 0,0 0 0,0 0 16,0 0-16,0 0 0,0 0 0,0 0 16,0 0-16,0 0 0,0 0 0,0 0 0,0 0 0,0 0 15,0 0-15,0 0 0,0 0 0,0 0 0,0 0 0,0 0 16,0 0-16,0 0 0,0 0 0,0 0 15,0 0-15,0 0 0,0 0 0,0 0 0,0 0 0,0 0 16,0 0-16,0 0 0,0 0 0,0 0 0,0 0 0,0 0 0,0 0 16,0 0-16,0 0 0,0 0 15,0 0-15,0 0 0,0 0 0,0 0 0,0 0 0,0 0 0,0 0 16,0 0-16,0 0 0,0 0 0,0 0 0,0 0 15,0 0-15,0 0 0,0 0 0,0 0 0,0 0 16,25 0-16,-25 0 0,0 0 0,0 0 0,0 0 0,0 0 0,0 0 16,0 0-16,0 25 0,0-25 0,0 0 0,0 0 0,0 0 15,0 0-15,25 0 0,-25 0 16,0 0-16,0 0 0,0 0 0,0 0 0,0 0 0,24 0 0,-24 0 15,0 0-15,0 0 0,0 0 0,0 0 0,25 0 0,-25 0 16,0 0-16,0 0 0,0 0 0,0 0 16,25 0-16,-25 0 0,0 0 0,0 0 0,0 25 0,0-25 0,0 0 15,25 0-15,-25 0 0,0 0 172,25-25-94,-25 50-78,0-25 0</inkml:trace>
  <inkml:trace contextRef="#ctx0" brushRef="#br0" timeOffset="106627.0987">12229 2704 0,'0'0'15,"0"0"-15,0 0 0,0 0 0,0 0 0,0 0 0,0 0 0,0 0 0,0 0 0,0 0 0,0 0 0,0 0 16,0 0-16,0 0 0,0 0 0,0 0 0,0 0 0,0 0 0,0 0 16,0 0-16,0 0 0,0 0 0,0 0 0,0 0 15,0 0-15,0 0 0,0 0 0,0 0 16,0 0-16,0 0 0,0 0 0,0 0 47,0 0-47,0 0 0,0 0 0,0 0 0,0 0 0,0 0 0,0 0 0,0 0 0,0 0 15,0 0-15,0 0 0,0 0 0,0 0 0,0 0 0,0 0 0,25 0 0,-25 0 0,0 0 0,0 0 0,0 0 0,0 0 0,0 0 0,0 0 0,0 0 0,0 0 0,0 0 16,0 0-16,0 0 0,0 0 15,0 0-15,0 0 0,0 0 0,24 0 0,-24 0 0,0 0 0,0 0 16,0 0-16,0 0 0,0 0 0,0 0 0,25 0 0,-25 0 16,0 0-16,0 0 0,0 0 0,0 25 0,0-25 15,25 0-15,-25 0 0,0 0 0,0 0 0,0 0 0,0 0 16,0 0-16,0 0 0,0 0 0,0 0 0,25 0 15,-25-25-15,0 25 0,0 0 0,0 0 0,0 0 0,0 0 0,0 0 16,0 0-16,0 0 0,25 0 16,-25 0-16,0 0 0,0 0 0,0 0 0,0 0 0,24 0 0,-24 0 15,0 0-15,0 0 0,0 0 0,0 0 16,0 0-16,0 0 0,0 0 0,0 0 0,0 0 0,0 0 0,0 0 15,0 0-15,25 0 0,-25 0 0,0 0 16,0 0-16,0 0 0,0 0 0,0 0 0,0 0 0,0 0 0,0 0 16,0 0-16,0 0 0,0 0 0,0 0 15,0 0-15,0 0 0,0 0 0,0 0 0,0 0 0,0 0 0,0 0 16,0 0-16,0 0 0,0 0 0,0 0 0,0 0 0,0 0 15,0 0-15,0 0 0,0 0 0,0 0 16,0 0-16,0 0 0,0 0 0,0 0 0,-25 0 0,25 0 16,0 0-16,0 0 78,0 0-78,0-25 0,0 25 46</inkml:trace>
  <inkml:trace contextRef="#ctx0" brushRef="#br0" timeOffset="110373.313">12774 2456 0,'0'0'0,"0"-25"0,0 25 15,0 0-15,0 0 0,0 0 0,0 0 0,0 0 16,0 0-16,0 0 0,0 0 0,0 0 0,0 0 0,0 0 0,0 0 0,-24 0 15,24 0-15,0 0 0,0 0 16,0 0-16,0 0 0,0 0 0,0 0 0,0 0 0,0-25 0,24 25 16,-24 0-16,0 0 0,0 0 0,0 0 0,0 0 0,0 0 15,0 0-15,0 0 0,0 0 0,0 0 16,0 0-16,0 0 0,0 0 0,0 0 0,0 0 0,0 0 15,0 0-15,0 0 0,0 0 0,0 0 0,0 0 0,0 0 16,0 0-16,0 0 0,0 0 0,0 0 16,0 0-16,0 0 0,-24 0 0,24 0 0,0 0 0,0 0 0,0 0 46,0 0 79,0 0-109,0 0-16,0 0 0,0 0 0,0 0 0,0 0 0,0 0 0,0 0 0,0 0 0,0 0 0,0 0 0,0 0 0,0 0 0,0 25 0,0-25 15,0 0-15,0 0 0,0 0 0,0 0 0,0 0 0,0 0 0,0 0 0,0 0 0,0 0 0,0 0 0,0 0 0,0 0 0,0 0 0,-25 0 0,25 0 0,0 25 0,0-25 0,0 0 16,0 0-16,0 0 0,0 0 0,0 0 0,0 0 0,0 0 0,0 24 0,0-24 0,0 0 0,-25 0 0,25 0 0,0 0 0,0 0 0,0 0 0,0 0 16,0 0-16,0 0 0,0 0 0,0 0 0,0 0 0,0 0 15,0 25-15,0-25 0,0 0 0,0 0 16,0 0-16,0 0 0,0 0 0,0 0 0,0 25 0,0-25 0,0 0 15,0 0-15,0 0 0,0 0 0,0 0 16,0 25-16,0-25 0,0 0 0,0 0 0,0 0 0,0 0 16,0 0-16,0 0 0,0 0 0,0 0 0,-25 0 0,25 0 0,0 0 15,0 25-15,0-25 0,0 0 16,0 0-16,0 0 0,0 0 0,0 0 0,0 0 0,25 0 0,-25 24 15,0-24-15,0 0 0,0 0 0,0 0 0,0 0 0,0 0 16,0 0-16,0 0 0,0 0 0,0 0 16,0 0-16,0 0 780,397 149-734,-397-149-46,0 0 0,0 0 0,0 0 0,0 0 0,0 0 0,0 0 0,0 0 16,0 0-16,0 0 0,0 0 0,25 0 0,-25 0 0,0 0 0,0 0 0,0 0 0,0-24 0,0 24 0,0 0 0,0 0 16,0 0-16,0 0 0,0 0 0,0 0 0,0 0 0,0 0 0,0 0 0,0 0 0,0 0 0,0 0 0,0 0 15,0 0-15,0 0 0,0 0 0,0 0 0,0 0 0,0 0 0,0 0 0,0 0 0,0 0 0,0 0 0,24 0 0,-24 0 0,0 0 0,0 0 0,0 0 0,0-25 0,0 25 16,0 0-16,0 0 0,0 0 0,0 0 0,0 0 0,0 0 0,0 0 15,0 0-15,0 0 0,0 0 0,0 0 16,0 0-16,0 0 0,0 0 47,0 0-47,0 0 0,0 0 0,0 0 0,0 0 0,0 0 15,0 0-15,0 0 0,0 0 0,0 0 0,0 0 0,0 0 0,0 0 0,0 0 0,0 0 0,0 0 0,0 0 0,0 0 0,0 0 0,0 0 0,0 0 0,0 0 0,0 0 0,0 0 0,0 0 16,0 0-16,0 0 0,0 0 0,0 0 16,0 0-16,0 0 0,0 0 0,0 0 0,0 0 0,0 0 0,0 0 15,0 0-15,0 0 0,0 0 0,0 0 0,0 0 0,0 0 0,0 0 16,0 0-16,0 0 0,0 0 15,0 0-15,0 0 0,0 0 0,0 0 0,0 0 0,0 0 0,0 0 16,-24 0-16,24 0 0,0 0 0,0 0 0,0 0 0,0-25 16,0 25-16,0 0 0,0 0 0,0 0 0,0 0 0,0 0 15,0 0-15,0 0 0,0 0 0,0 0 16,0 0-16,0 0 0,0 0 0,0 0 0,0 0 0,0 0 15,0-25-15,0 25 0,0 0 0,0 0 0,0 0 16,0 0-16,0 0 0,0 0 0,0 0 0,0 0 16,0-25-16,0 25 0,0 0 0,0 0 0,0 0 0,0 0 0,0 0 826,-298-372-779,298 372-47,0 0 0,0 0 0,0 0 0,0 0 0,0 0 0,0 0 0,0 0 0,-25 0 0,25 0 0,0 0 0,0 0 0,0 0 0,0 0 0,0 0 0,0 0 0,0 0 0,0 0 0,0 0 0,0 0 0,0 0 16,0 0-16,0 0 0,0 0 0,-25 0 0,25 0 0,0 0 0,0 0 0,0 0 0,0-25 0,0 25 0,0 0 0,0 0 0,0 0 0,0 0 0,0 0 0,0 0 0,0 0 0,0 0 15,0 0-15,0 0 0,0 0 0,-24 0 0,24 0 0,0 0 0,0 0 16,0 0-16,0 0 0,0 0 0,0 0 16,0 0-16,0 0 0,0 0 0,0 0 0,0 0 0,0 0 15,-25-24-15,25 24 0,0 0 0,0 0 0,0 0 0,0 0 0,0 0 16,0 0-16,0 0 0,0 0 15,0 0-15,0 0 0,0 0 0,0 0 0,0 0 0,0 0 16,0 0-16,0 0 0,0 0 0,0 0 0,0 0 0,0 0 0,0 0 16,0 0-16,-25 0 0,25 0 0,0 0 15,0 0-15,0 0 0,0 0 0,0 0 141,0-25-141,0 25 0,0 0 0,0 0 0,0 0 0,0 0 0,0 0 0,0 0 0,0 0 0,0 0 0,0 0 0,0 0 31,0 0-31,0 0 0,0 25 0,0-25 0,0 0 0,0 0 0,0 0 0,0 0 0,0 0 0,0 0 0,0 0 0,0 0 0,0 0 0,0 0 0,0 0 0,0 0 0,0 0 0,0 0 0,0 0 0,0 0 0,0 0 0,0 0 0,0 0 0,0 0 0,0 0 0,0 0 0,0 0 15,0 0-15,0 0 0,0 0 0,0 0 0,0 0 0,0 0 0,0 0 0,25 0 0,-25 0 0,0 0 16,0 0-16,0 0 0,0 0 0,0 0 0,0 0 16,0 24-16,0-24 0,0 0 0,0 0 46,0 0-46,0 0 0,0 0 0,0 0 0,0 0 0,0 25 0,0-25 0,0 0 0,0 0 0,0 0 0,0 0 0,0 0 0,0 0 0,0 0 0,0 0 0,0 0 0,0 0 16,0 0-16,0 0 0,0 0 0,25 0 0,-25 0 0,0 0 0,0 0 0,0 0 16,0 25-16,0-25 0,0 0 0,0 0 0,0 0 0,0 0 15,0 0-15,0 0 0,0 0 16,0 0-16,0 0 0,0 25 0,0-25 0,0 0 0,0 0 0,0 0 15,0 0-15,0 0 0,0 25 0,0-25 0,0 0 0,0 0 0,0 0 16,0 0-16,0 0 0,0 0 47,0 0-47,0 0 0,0 0 0,0 0 0,0 0 0,0 24 0,0-24 0,0 0 0,0 0 15,0 0-15,0 0 0,0 0 0,0 0 0,0 25 0,0-25 0,0 0 0,0 0 0,0 0 0,0 0 0,0 0 0,0 0 0,0 0 0,0 0 0,0-25 16,0 25-16,0 0 0,0 0 0,0 0 16,0 0-16,0 0 0,0 0 0,0 0 0,0 0 0,0 0 0,0 0 15,0 0-15,0 0 0,0 0 0,0 0 16,0 0-16,0-24 0,0 24 0,0 0 0,0 0 0,0 0 15,0 0-15,0 0 0</inkml:trace>
  <inkml:trace contextRef="#ctx0" brushRef="#br0" timeOffset="136547.8101">5680 3473 0,'0'0'16,"0"0"-16,0 0 0,0 0 0,0 0 0,0 0 0,0 0 0,0 0 0,0 0 15,0 0-15,0 0 0,0 0 16,0 0-16,0 0 0,0 0 0,0 0 0,0 0 0,0 0 0,0 0 0,0 0 16,0 0-16,0 0 0,0 0 0,0 0 15,0 0-15,0 0 0,0 0 0,0 0 0,0 0 94,0-25-1,0 25-93,0 0 0,0 0 0,-25 0 0,25 0 0,0 0 0,0 0 0,0 0 0,0 0 16,0 0-16,0 0 0,0 0 0,0 0 0,0 0 0,0 0 0,0-25 0,0 25 0,0 0 0,0 0 0,0 0 0,0 0 0,0 0 0,0 0 0,0 0 0,0 0 16,0 0-16,0 0 0,0-25 0,0 25 0,0 0 0,0 0 0,0 0 0,0 0 15,25 0-15,-25 0 0,0 0 0,0 0 0,0-25 0,0 25 0,0 0 0,0 0 0,0 0 0,0 0 0,0 0 0,25 0 0,-25 0 0,0 0 16,0 0-16,0 0 0,0 0 0,0 0 0,25 0 0,-25 0 0,0 0 0,0 0 0,0 0 0,25 0 15,-25 0-15,0 0 0,0 0 0,24 0 0,-24 0 16,0 0-16,0 0 0,25 0 0,-25 0 0,25 25 0,-25-25 0,0 0 16,0 0-16,25 0 0,-25 0 93,0 0-93,0 0 0,25 25 0</inkml:trace>
  <inkml:trace contextRef="#ctx0" brushRef="#br0" timeOffset="138245.9072">5804 3721 0,'0'0'0,"0"0"0,0 0 0,0 0 0,0 0 0,0 0 0,0 0 0,0 0 0,0 0 0,0 0 0,0 0 0,0 0 0,0 0 0,0 0 0,0 0 0,0 0 0,0 0 0,0 0 0,0 0 0,0 0 0,0 0 0,0 0 0,0 0 0,0 0 0,0 0 0,0 0 16,0 0-16,0 0 0,0 0 0,0-25 0,0 25 0,0 0 0,0 0 0,0 0 0,0 0 0,0 0 0,25 0 0,-25-25 0,0 25 0,0 0 15,0 0-15,0 0 0,25 0 0,-25 0 0,0-25 0,0 25 16,25 0-16</inkml:trace>
  <inkml:trace contextRef="#ctx0" brushRef="#br0" timeOffset="140580.0407">5804 3349 0,'0'0'0,"0"0"0,0 0 0,0 0 0,0 0 0,0 0 0,0 0 0,0 0 0,0 0 0,0 0 16,0 0-16,0 0 0,0-25 0,0 25 0,0 0 0,0 0 0,0 0 0,0 0 0,0 0 0,0 0 0,0 0 0,0 0 0,0 0 0,0 0 0,0 0 0,0 0 0,0 0 0,0 0 0,0 0 0,0 0 0,0 0 0,-25 0 0,25 0 0,0 0 0,0 0 0,0 0 0,0 0 0,0 0 0,0-25 15,0 25-15,0 0 0,0 0 0,0 0 16,0 0-16,0 0 0,0 0 0,0 0 0,0 0 0,0 0 0,0 0 15,0-25-15,0 25 0,0 0 16,-24 0-16,24 0 0,0 0 0,0 0 0,0 0 0,0 0 0,0 0 16,0 0-16,0 0 0,0 0 0,0 0 0,0 0 0,0 0 0,0 0 15,0 0-15,0 0 0,0 0 0,0 0 16,0 0-16,0 0 0,0 0 0,0 0 0,0 0 0,0 0 15,0 0-15,0 0 16,0 0-16,0 0 0,0 0 0,0-25 0,0 25 0,0 0 0,0 0 0,0 0 0,0 0 0,0 0 16,0 0-16,0 0 0,0 0 15,0 0-15,0 0 0,0 0 0,0 0 0,0 0 0,0 0 16,0 0-16,0 0 0,0 0 0,0 0 0,0 0 0,0 0 0,0 0 15,0 0-15,0 0 0,0 0 16,0 0-16,0 0 0,0 0 0,0 0 0,0 0 0,0 0 0,0 0 16,0 0-16,0 0 0,0 0 0,0 0 0,0 0 0,0 0 15,0 0-15,0 0 0,0 0 16,0 0-16,0 0 0,0 0 0,0 0 0,0 0 0,0 0 0,0 25 15,0-25-15,0 0 0,0 0 0,0 0 0,0 0 0,0 0 16,0 0-16,0 0 0,0 0 0,0 0 16,24 25-16,-24-25 0,0 0 0,0 0 0,0 0 0,0 0 15,0 0-15,0 0 0,0 0 0,0 0 0,0 0 16,0 0-16,0 25 0,0-25 0,0 0 0,0 0 0,0 0 15,0 0-15,0 0 0,0 0 0,0 0 16,0 0-16,0 0 0,0 0 0,0 0 47,0 0-47,0 0 0,25 0 0,-25 0 0,0 25 0,0-25 0,0 0 15,0 0-15,0 0 0,0 0 0,0 0 0,0 0 0,0 0 0,0 0 0,0 0 0,0 0 0,0 0 0,25 0 0,-25 0 0,0 0 0,0 0 0,0 0 0,0 0 16,0 0-16,0 0 0,0 24 0,0-24 0,25 0 0,-25 0 0,0 0 16,0 0-16,0 0 0,0 0 0,0 0 0,0 0 15,0 0-15,0 0 0,0 25 0,25-25 0,-25 0 0,0 0 16,0 0-16,0 0 0,0 0 0,0 0 15,0 0-15,0 0 0,0 0 0,0 0 47,-224 273 749</inkml:trace>
  <inkml:trace contextRef="#ctx0" brushRef="#br0" timeOffset="144487.2642">6077 3274 0,'0'0'0,"0"0"0,0 0 0,0 0 0,0 0 16,0 0-16,0 0 0,0 0 0,0 0 0,0 0 0,0 0 0,0 0 15,0 0-15,0 0 0,0 0 0,0 0 0,0 0 16,0 0-16,0 0 0,0 0 0,0 0 0,0 0 0,0 0 16,0 0-16,0 0 0,0 0 0,0 0 15,0 0-15,0 0 0,0 0 0,0 0 47,0 0-47,0 0 0,0 0 0,0 0 0,0 0 0,0 0 0,0 0 0,0 0 0,0 0 16,0 0-16,0 0 0,0 0 0,0 0 0,0 0 0,0 0 0,0 0 0,0 0 0,0 0 0,0 0 0,0 0 0,0 0 0,0 0 0,0 0 15,0 0-15,0 0 0,0 0 0,0 0 0,0 0 0,0 0 0,0 0 16,0 0-16,0 0 0,0 0 31,0 0 780,-74 397-811,49-397 0,25 0 0,0-25 0,0 25 0,-25 0 0</inkml:trace>
  <inkml:trace contextRef="#ctx0" brushRef="#br0" timeOffset="166017.4956">6003 3324 0,'0'25'0,"0"-25"0,0 0 0,0 0 0,0 0 0,0 0 0,-25 0 0,25 0 0,0 0 0,0 0 0,0 0 0,0 0 0,0 0 0,0 0 0,0 0 0,0 0 0,0 0 0,-25 24 0,25-24 0,0 0 0,0 0 0,0 0 0,0 0 0,0 0 15,0 0-15,0 0 0,0 0 0,0 25 0,0-25 0,0 0 0,-25 0 0,25 0 0,0 0 0,0 0 0,0 25 0,0-25 0,0 0 0,-24 0 16,24 0-16,0 25 0,0-25 0,0 0 0,0 0 0,0 0 0,0 0 0,0 25 16,0-25-16,-25 0 0,25 0 0,0 0 0,0 0 15,0 24-15,0-24 0,0 0 0,0 0 0,0 0 16,0 25-16,0-25 0,0 0 0,0 0 0,0 25 0,0-25 0,0 0 15,-25 0-15,25 0 0,0 25 47,0-25-47,0 0 0,0 0 0,0 0 0,0 0 0,0 25 0,0-25 0,0 0 0,0 0 0,0 24 0,0-24 0,0 0 0,0 0 0,0 0 0,0 25 0,0-25 0,0 0 0,0 0 16,25 0-16,-25 25 0,0-25 0,0 0 15,0 0-15,0 0 0,0 0 0,0 0 0,0 0 0,0 25 0,0-25 16,0 0-16,25 0 0,-25 0 0,0 0 0,0 0 16,0 0-16,0 0 0,0 0 0,24 0 0,-24 0 0,0 0 15,0 25-15,0-25 0,25 0 0,-25 0 16,0 0-16,0 0 0,25 0 0,-25 0 0,0 0 0,0 0 203,149 0-203,-149 0 0,0 0 0,0 0 0,0 0 0,25 0 0,-25 0 15,0 0-15,0-25 0,0 25 0,0 0 0,0 0 0,0 0 0,0 0 16,0 0-16,0 0 15,0 0-15,24 0 0,-24 0 0,0 0 0,0 0 0,0 0 0,0-25 16,0 25-16,0 0 0,25 0 0,-25 0 0,0 0 0,0-25 0,0 25 0,0 0 0,0 0 0,0 0 0,0 0 0,0 0 0,0-25 0,0 25 0,0 0 0,0 0 0,0 0 0,0 0 16,0 0-16,0 0 0,0 0 0,0 0 0,0 0 0,0 25 0,0-25 0,0 0 0,0 0 0,0 0 0,0 0 15,0 0-15,0 0 0,0 0 0,0 0 0,0 0 0,0 0 0,0-25 0,0 25 0,0 0 0,0 0 0,0 0 0,0 0 0,0 0 0,0 0 16,0 0-16,0 0 0,0 0 0,0 0 0,0 0 0,-25 0 0,25 0 15,0 0-15,0 0 0,0 0 0,0 0 0,0 0 16,0-24-16,0 24 0,0 0 0,0 0 0</inkml:trace>
  <inkml:trace contextRef="#ctx0" brushRef="#br0" timeOffset="170490.7514">6449 3721 0,'0'0'0,"0"0"0,0 0 16,0 25-16,0-25 0,0 0 0,0 0 0,0 0 0,0 0 0,0 0 0,0 0 0,0 0 0,0 0 0,0 0 0,0 0 0,0 0 0,0 0 0,0 0 0,0 0 0,0 0 0,0 0 0,0 0 0,0 0 0,0 0 0,0 0 0,0 0 0,0 0 0,0 0 0,0 0 0,0 0 0,0 0 0,0 0 0,0 0 0,0 0 0,0 0 0,0 0 15,0 0-15,0 0 0,0 0 0,0 0 16,0 0-16,0 0 0,0 0 0,0 0 0,0 0 0,0 0 16,0-25-16,0 25 0,0 0 0,0 0 0,0 0 0,0 0 15,0 0-15,0 0 0,0 0 0,0 0 16,0 0-16,0 0 0,0 0 234,25-75-234,-25 75 0,0 0 0,0 0 0,0 0 0,0 0 0,0 0 0,0 0 0,0 0 0,0 0 15,0-25-15,0 25 0,0 0 0,0 0 0,0 0 0,25 0 0,-25 0 0,0 0 0,0 0 0,0 0 0,0 0 0,0 0 0,0 0 0,0 0 0,0 0 16,0 0-16,25-24 0,-25 24 0,0 0 0,0 0 0,0 0 0,0 0 16,0 0-16,0 0 0,0 0 0,0 0 0,0 0 0,0 0 0,0 0 0,0 0 0,0 0 0,0 0 0,0 0 0,0 0 0,0 0 0,0 0 0,0 0 0,0 0 15,0 0-15,24 0 0,-24 0 0,0 0 0,0 0 0,0 0 0,0 0 16,0 0-16,0 0 0,0 0 0,0 0 0,0 0 0,0 0 15,0 0-15,0 0 0,0 0 0,0 0 0,25 0 16,-25 0-16,0 0 0,0 0 0,0 0 0,0 0 0,0 0 16,0 0-16,0 0 0,0 0 0,0 0 15,0 0-15,0 0 0,0 0 0,0 0 0,0 0 0,0 0 16,0 0-16,0 0 0,0 0 0,0 0 15,0 0-15,0 0 0,0 0 0,0 0 0,0 0 0,0 0 16,0 0-16,0 0 0,0 0 0,0 0 0,0 0 0,0 0 16,25 0 374,-149 297 46,-25-222-436,149-75 0,0 0 0,0 0 0,0 0 0,0 0 16,0 0-16,0 0 0,-25 0 0,25 0 0,0 0 0,0 0 0,0 0 16,0 0-16,0 0 0,0 0 0,0 0 0,-24 0 0,24 0 0,0 0 0,0 0 0,0 0 0,0 0 0,0 0 0,0 0 0,0 0 0,0 0 0,0 0 0,0 0 0,0 0 0,0 0 0,0-25 0,0 25 0,0 0 0,0 0 15,0 0-15,0 0 0,0 0 0,0 0 0,0 0 0,0 0 16,0 0-16,0 0 0,0 0 0,0 0 0,0 0 0,24 0 0,-24 0 0,0-25 0,0 25 0,0 0 0,0 0 0,0 0 15,0 0-15,0 0 0,25 0 0,-25 0 0,0 0 0,0 0 0,0-25 0,0 25 16,0 0-16,25 0 0,-25 0 0,0 0 16,0 0-16,0 0 0,0 0 0,0 0 0,0 0 0,0 0 15,0 0-15,0 0 0,0 0 0,0 0 0,0 0 16,0 0-16,0 0 0,0 0 0,0 0 0,25 0 15,-25 0-15,0 25 0,0-25 0,0 0 0,0 0 0,0 0 0,0 0 16,0 0-16,0 0 0,0 0 16,0 0-16,0 25 0,0-25 0,0 0 0,0 0 0,0 0 0,0 0 0,0 0 15,0 0-15,0 25 0,25-25 0,-25 0 16,0 0-16,0 0 0,0 0 0,0 0 0,0 0 0,0 25 0,0-25 15,0 0-15,0 0 0,0 0 16,0 0-16,0 0 0,0 0 0,0 0 0,0 0 0,0 0 0,0 0 16,24 0-16,-24 24 0,0-24 0,0 0 0,0 0 0,0 0 15,0 0-15,0 0 0,0 0 0,0 0 16,0 0-16,0 0 0,0 0 0,0 0 0,0 0 0,0 0 0,0 0 47,0 0 77</inkml:trace>
  <inkml:trace contextRef="#ctx0" brushRef="#br0" timeOffset="173867.9447">7367 3547 0,'0'0'0,"0"0"0,0 0 0,0 0 0,0 0 16,0 0-16,0 0 0,0 0 0,0 0 15,0 25-15,0-25 0,0 0 0,0 0 0,0 0 0,0 0 16,0 0-16,0 0 0,0 0 0,0 0 0,0 0 0,0 0 0,0 0 15,0 0-15,0 0 0,0 0 47,0 0-47,0 0 0,0 0 0,0 0 0,0 0 0,0 0 0,0 0 16,0 0-16,0 0 0,0 0 0,0 0 0,0 0 0,0 0 0,0 0 0,0 0 0,0 0 15,0 0-15,0 0 0,0 0 0,0 0 0,0 0 0,0 0 0,0 0 0,0 0 0,0 0 16,0 0-16,0 0 0,0 0 0,0 0 0,0 0 0,0 0 0,0 0 0,0 0 0,0 0 0,0 0 16,0 0-16,0 0 0,0 0 0,0 0 15,0 0-15,0 0 0,0 0 0,0 0 0,0 0 0,0 0 16,0 0-16,0 0 0,0 0 0,0 0 15,0 0-15,0 0 0,0 0 0,0 0 328,298 0-328</inkml:trace>
  <inkml:trace contextRef="#ctx0" brushRef="#br0" timeOffset="179384.2602">8285 3324 0,'0'0'16,"0"0"-16,0 0 0,0 0 0,0 0 0,0 0 0,0 0 0,0 0 15,0 0-15,0 0 0,0 0 0,0 0 0,0 0 16,0 0-16,0 0 0,0 0 0,0 0 0,0 0 0,0 0 15,0 0-15,0 0 593,124-75-577,-124 75-16,0 0 0,0 0 0,0 0 0,0 0 0,25 0 0,-25 0 0,0 0 0,0 0 15,0 0-15,0 0 0,0 0 0,0 0 0,0 25 0,0-25 0,0 0 0,0 0 0,0 0 0,24 0 0,-24 0 0,0 0 0,0 0 0,0 0 0,0 25 0,0-25 0,0 0 0,0 0 16,0 0-16,0 0 0,0 0 0,0 25 0,0-25 0,0 0 0,0 0 0,0 0 16,0 0-16,0 0 0,0 0 15,0 0-15,0 0 0,0 25 0,0-25 0,0 0 0,0 0 0,0 0 0,0 0 0,0 0 0,0 0 16,0 24-16,0-24 0,0 0 0,0 0 0,0 0 0,0 0 0,0 0 0,0 0 0,0 0 0,0 0 0,0 25 0,0-25 0,0 0 15,0 0-15,0 0 0,0 0 0,0 0 0,0 25 0,0-25 0,0 0 0,0 0 141,-24 25-141,24 0 0,0-25 0,0 0 0,0 0 0,0 0 0,0 0 0,0 0 0,0 0 0,0 0 0,0 24 0,0-24 0,-25 0 0,25 0 0,0 0 0,0 0 15,0 0-15,0 0 0,0 25 0,0-25 0,0 0 0,0 0 0,-25 0 0,25 0 0,0 0 0,0 0 0,0 25 0,0-25 0,0 0 0,0 0 0,-25 0 0,25 0 0,0 0 0,0 25 0,0-25 0,0 0 0,-25 0 0,25 0 0,0 0 0,0 0 16,0 25-16,-24-25 0,24 0 0,0 0 16,0 0-16,0 0 0,0 24 0,-25-24 0,25 0 0,0 0 0,0 0 0,0 0 15,0 0-15,0 0 0,-25 25 16,25-25-16,0 0 0,0 0 0,0 0 0,0 0 0,0 0 0,0 0 15,-25 0-15,25 0 0,0 0 0,0 0 16,0 0-16,0 0 0,0 0 0,-25 0 0,25 0 0,0 0 16,0 0-16,0 25 0,0-25 0,0 0 15,-24 0-15,24 0 0,0 0 0,0 0 0,0 0 0,0 0 0,0 0 0,0 0 16,-25 0-16,25 0 0,0-25 15,0 25-15,0 0 0,0 0 0,0 0 0,0 0 0,0 0 16,0 0-16,0 0 0,0 0 0,0 0 94,0 0-94,0 0 0,0 0 0,0 0 0,0 0 0,0 0 0,0 0 0,0 0 0,0 0 0,0 0 0,0 0 0,0 0 0,0 0 0,0 0 0,0 0 0,0 0 0,0 0 0,0 0 0,0 0 0,25-25 15,-25 25-15,0 0 0,0 0 0,0 0 0,0 0 0,0 0 0,0-24 0,0 24 0,0 0 0,0 0 0,0 0 0,24 0 0,-24 0 16,0 0-16,0 0 0,0 0 0,0-25 0,0 25 0,0 0 0,0 0 0,0 0 16,0 0-16,25 0 0,-25 0 0,0 0 0,0 0 0,0 0 0,0 0 0,0 0 0,0 0 0,25 0 0,-25 0 15,0 0-15,0 0 0,0 0 0,0 0 16,25 0-16,-25 0 0,0 0 0,0 0 0,0 0 0,25 25 0,-25-25 15,0 0-15,0 0 0,0 0 16,0 0-16,0 0 0,0 0 0,24 0 0,-24 0 0,0 0 0,0 0 16,0 0-16,0 24 0,0-24 0,0 0 15,0 0-15,0 0 0,25 0 0,-25 0 0,0 25 0,0-25 0,0 0 16,0 0-16,0 0 0,0 0 0,0 0 0,25 25 15,-25-25-15,0 0 0,0 0 0,0 0 0,0 0 0,0 0 16,0 25-16,0-25 0,0 0 16,0 0-16,0 0 0,0 0 0,25 0 78,-25 0-78,0 0 0,0 25 0,0-25 0,0 0 15,0 0-15,0 0 0,0 0 0,0 0 0,0 0 0,0 0 0,0 0 0,0 0 0,0 0 0,0 0 0,0 0 0,0 0 0,25 0 0,-25 0 0,0 0 0,0 0 0,0 0 0,0 0 16,0 0-16,0 0 0,0 0 0,0 0 0,0 0 0,0 0 0,0 0 0,0 0 0,0 0 0,0 0 0,0 0 0,24-25 0,-24 25 0,0 0 0,0 0 0,0 0 0,0 0 0,0-25 0,0 25 15,25 0-15,-25 0 0,0 0 0,0 0 16,0 0-16,0 0 0,0 0 0,0-25 0,0 25 0,0 0 0,0 0 16,0 0-16,0 0 0,0 0 0,0 0 15,0 0-15,0 0 0,0-25 0,0 25 0,25 0 0,-25 0 16,-25 0-16,25 0 0,0 0 0,0 0 15,0 0-15,0 0 0,0-24 780</inkml:trace>
  <inkml:trace contextRef="#ctx0" brushRef="#br0" timeOffset="181273.3682">8806 3448 0,'0'0'0,"0"0"15,0 0-15,0 0 0,0 0 0,-25 0 16,25 0-16,0-25 0,0 25 0,0 0 0,0 0 0,0 0 0,0 0 15,0 0-15,0 0 0,0 0 16,0 0-16,0 0 0,0 0 0,0 0 1217</inkml:trace>
  <inkml:trace contextRef="#ctx0" brushRef="#br0" timeOffset="183362.4877">8756 3448 0,'0'0'15,"0"0"-15,0 0 0,0 0 0,0 0 0,0 0 0,0 0 16,0 0-16,0 0 0,0 0 0,0 0 0,0 0 15,0 0-15,0 0 0,0 0 0,0 0 0,0 0 0,0 0 16,0 0-16,0 0 0,0 0 0,-25 0 16,25 0-16,0 0 0,0 0 0,0 0 0,0 0 0,0 0 0,0 0 15,0 0-15,0 0 0,0 0 0,0 0 0,0 0 16,0 0-16,0 0 0,0 0 0,0 0 0,0 0 15,0 0-15,0 0 0,0 0 0,0 0 94,0 0-94,0 0 0,0 0 0,0 0 0,0 0 0,0 0 0,0 0 0,0 0 0,0 0 0,0 0 16,0 0-16,0 0 0,25 0 0,-25 0 0,0 0 0,0 0 0,0 0 0,0 0 0,0 0 0,0 0 15,0 0-15,0 0 0,0 0 0,0 0 0,0 0 0,0 0 0,0 0 0,0 0 0,0 0 0,0 0 0,0 0 0,0 0 0,0 0 0,0 0 0,0 0 0,0 0 0,0 0 0,0 0 0,0 0 0,0 0 0,0 0 0,0 0 0,0 0 16,0 0-16,0 0 0,0 0 0,0 0 0,0 0 0,0 0 0,0 0 15,0 0-15,0 0 0,0 0 0,0 0 0,0-25 0,25 25 0,-25 0 16,0 0-16,0 0 0,0 0 0,0 0 16,0 0-16,0 0 0,0 0 0,25 0 0,-25-25 0,0 25 15,0 0-15,0 0 0,0 0 16,0 0-16,24 0 0,-24 0 0,0 0 0,0 0 0,0 0 0,0 0 0,0 0 15,0 0-15,25 0 0,-25 0 16,0 0-16,0 0 0,0 0 0,25 0 0,-25 0 0,0 0 0,0 0 47,0 0 842</inkml:trace>
  <inkml:trace contextRef="#ctx0" brushRef="#br0" timeOffset="184965.5793">8706 3547 0,'0'0'0,"0"0"0,0 0 0,0 0 0,0 0 0,0 0 0,0 0 0,0 0 16,0 0-16,0 0 0,0 0 0,0 0 0,0 0 0,0 0 0,0 0 0,0 0 0,0 0 0,0 0 0,0 0 0,0 0 0,0 0 0,0 0 0,0 0 15,0 0-15,0 0 0,0 0 0,0 0 0,0 0 0,0 0 0,0 0 0,0 0 0,0 0 0,0 0 0,0 0 0,0 0 0,0 0 16,0 0-16,0 0 0,0 0 0,0 0 0,0 0 16,0 0-16,0 0 0,0 0 0,0 0 0,0 0 0,0 0 0,0 0 0,0 0 0,0 0 0,0 0 0,0 0 15,0 0-15,0 0 0,0 0 0,0 0 0,0 0 0,0 0 0,0 0 0,0 0 63,0 0-63,0 0 0,0 0 0,0 0 0,0 0 0,0 0 15,0 0-15,0 0 0,0 0 0,0 0 0,0 0 0,0 0 0,0 0 0,0 0 0,0-25 0,0 25 0,0 0 16,0 0-16,0 0 0,0 0 0,0 0 0,0 0 0,0 0 0,0 0 0,0 0 0,0 0 0,0 0 0,0 0 0,0 0 0,0 0 0,0 0 15,25 0-15,-25 0 0,0 0 0,0 0 16,0 0-16,0 0 16,0 0-16,0 0 0,0 0 0,0 0 0,0 0 0,0 0 0,0 0 0,0 0 15,199 273 1077</inkml:trace>
  <inkml:trace contextRef="#ctx0" brushRef="#br0" timeOffset="185452.6073">8880 3497 0,'0'0'0,"0"0"0,0 0 16,0 0-16,0 0 0,0 0 0,0 0 15,0 0-15,0 0 0,0 0 0,0 0 0,0 0 0,0 0 0,0 0 16,0 0-16,0 0 0,0 0 0,0 0 0,0 0 0,0 0 16,0 0-16,0 0 0,0 0 0,0 0 15,0 0-15,0 0 0,0 0 0,0 0 0,0 0 0,0 0 0,0 0 94,0 0-63,0 0-31,0 0 16,0 0-16,0 0 0,0 0 0,0 0 0,0 0 0,0 0 0,0 0 0,0 0 15,0 0-15,0 0 0,0 0 0,0 0 0,0 0 0,0 0 0,0 0 0,0 0 0,0 0 0,0 0 0,0 0 0,0 0 0,0 0 0,0 0 0,0 0 0,0 0 0,0 0 0,0 0 0,0 0 16,0 0-16,0 0 0,0 0 0,0 0 0,0 0 0,0 0 0,0 0 0,0 0 0,0 0 0,0 0 0,0 0 0,0 0 0,0 0 0,0 0 0,0 0 0,0 0 15,0 0-15,0 0 0,0 0 0,0 0 0,0 0 0,0 0 0,0 0 0,0 0 0,0 0 0,0 0 16,0 0-16,0 0 0,0 0 16,0 0-16,0 0 0,0 0 0,0 0 0,0 0 0,0 0 0,0 0 15,0 0-15,0 0 0,0 0 0,0 0 47,0 0-47,0 0 0,0 0 0,0 0 0,0 0 0,0 0 0,0 0 0,0 0 0,0 0 0,0 0 16,0 0-16,0 0 0,0 0 0,0 0 0,0-24 0,0 24 15,0 0-15,0 0 0,0 0 0,0 0 0,0 0 0,0 0 0,0 0 0,0 0 0,0 0 0,0 24 0,0-24 0,0 0 0,0 0 16</inkml:trace>
  <inkml:trace contextRef="#ctx0" brushRef="#br0" timeOffset="188437.778">8558 3448 0,'0'0'0,"0"0"0,0 0 0,0 0 0,0 0 0,0 0 0,0 0 0,0 0 0,0 0 0,0 0 0,0 0 0,0 0 0,0 0 0,0 0 0,0 0 0,0 0 0,0 0 0,0 0 0,0 0 0,0 0 0,0 0 0,0 0 0,0 0 0,0 0 0,0 0 0,0 0 0,0 0 16,0 0-16,0 0 0,0 0 0,0 0 0,0 0 0,0 0 0,0 0 0,0 0 0,0 0 0,0 0 0,0 0 0,0 0 0,0 0 0,0 0 0,0 0 15,0 0-15,0 0 0,0 0 0,0 0 16,0 0-16,0 0 0,0 0 0,0 0 0,0 0 0,0 0 16,0 0-16,0 0 0,0 0 0,0 0 15,0 0-15,0 0 0,0 0 0,0 0 0,0 0 0,0 0 16,0 0-16,0 0 0,0 0 0,0 0 0,0 0 0,0 0 0,0 0 62,0 0-31,0 0-31,0 0 0,0 0 0,0 0 0,0 0 16,0 0-16,0 0 0,0 0 0,0 0 0,0 0 0,0 0 0,0 0 0,0 0 0,0 0 16,0 0-16,0 0 0,0 0 0,0 0 0,0 0 0,0 0 0,0 0 0,0 0 0,0 0 0,0 0 0,0 0 0,0 0 15,0 0-15,0 0 0,0 0 0,0 0 0,0 0 0,0 0 0,0 0 0,0 0 0,0 0 0,0 0 0,0 0 0,0 0 0,0 0 0,0 0 0,0 0 0,0 0 0,0 0 0,0 0 0,0 0 0,0 0 16,0 0-16,0 0 0,0 0 0,0 0 0,0 0 15,0 0-15,0 0 0,0 0 0,0 0 0,0 0 0,0 0 0,0 0 16,0 0-16,0 0 0,0 0 172,0 0-63,0 0-109,0 0 0,0 0 0,0 0 0,24 0 0,-24 0 0,0 0 0,0 0 0,0 0 0,0 0 0,0 0 0,0 0 0,0 0 0,0 0 0,0 0 0,0 0 0,0 0 0,0 0 15,0 0-15,0 0 0,0 0 0,0 0 0,0 0 0,0 0 0,0 0 0,0 0 0,0 0 0,0 0 0,0 0 0,0 0 0,0 0 16,0 0-16,0 0 0,0 0 0,0 0 0,0 0 0,0 0 0,0 0 0,0 0 0,0 0 16,0 0-16,0 0 0,0 0 0,0 0 0,0 0 0,0 0 0,0 0 0,0 0 0,0 0 0,0 0 15,0 0-15,0 0 0,0 0 0,0 0 0,0 0 16,0 0-16,0 0 0,0 0 0,0 0 0,0 0 0,0 0 15,0 0 999</inkml:trace>
  <inkml:trace contextRef="#ctx0" brushRef="#br0" timeOffset="190068.8713">8880 3373 0,'0'0'0,"0"0"842,149 174-842,-149-174 0,0 0 0,0 0 16,0 25-16,0-25 0,-25 0 0,25 0 0,0 0 0,0 25 0,0-25 0,0 0 0,0 0 15,0 24-15,0-24 0,0 0 0,-25 0 0,25 0 0,0 0 0,0 25 0,0-25 0,0 0 0,0 0 0,0 0 0,0 0 0,0 0 0,0 0 0,0 0 0,-25 25 0,25-25 16,0 0-16,0 0 0,0 0 0,0 0 0,0 0 0,0 0 0,0 0 0,0 0 0,-24 0 16,24 0-16,0 0 0,0 0 0,0 0 15,0 0-15,-25 25 0,25-25 0,0 0 0,0 0 0,0 0 0,0 0 0,0 0 0,0 0 0,-25 0 16,25 0-16,0 0 0,0 0 0,0 0 15,0 0-15,0 0 0,0 0 0,0 0 0,0 0 0,0 0 0,0 0 0,0 0 0,0 0 0,0 0 0,0 0 0,0 0 16,0 0-16,-25 0 0,25 0 0,0 0 0,0 0 0,0 0 16,0 0-16,0 0 0,0 0 0,0 0 0,0 0 0,0 0 0,0 0 15,0 0-15,0 0 0,0 0 16,0 0-16,0 0 0,0 0 0,0 0 0,0 0 0,0-25 0,0 25 15,0 0-15,0 0 0,0 0 0,0 0 0,-25 0 16,25-25-16,0 25 0,0 0 0,0 0 0,0 0 16,0-25-16,0 25 0,0 0 0,0-24 0</inkml:trace>
  <inkml:trace contextRef="#ctx0" brushRef="#br0" timeOffset="194611.1311">9327 3423 0,'0'0'0,"0"0"16,0 0-16,0 0 0,0 0 0,0 0 0,0 0 0,0 0 47,0 0 78,0 0-125,0 0 0,0 0 0,0 0 0,0 0 0,0 0 0,0 0 0,0 0 15,0 0-15,0 0 0,0 0 0,0 0 0,0 0 0,0 0 0,0 0 0,0 0 0,0 0 0,0 0 0,0 0 0,0 0 0,0 0 0,0 0 16,0-25-16,0 25 0,0 0 0,0 0 0,0 0 0,0 0 0,0 0 0,0 0 0,0 0 0,0 0 0,0 0 0,0 0 0,0 0 0,0 0 0,0 0 0,0 0 15,0 0-15,0 0 0,0 0 0,0 0 0,0 0 0,0 0 0,0 0 0,0-25 0,0 25 0,-25 0 0,25 0 0,0 0 0,0 0 0,0 0 16,0 0-16,0 0 0,0 0 0,0 0 16,0 0-16,0 0 0,0 0 0,0 0 0,0 0 0,0 0 15,0 0-15,0 0 0,0 0 0,0 0 0,0 0 0,0 0 63,0 0-63,-25 0 0,25 0 0,0 0 0,0 0 0,0 0 0,0 0 0,0 0 0,0 0 0,0 0 0,0 0 0,0 0 0,0 0 15,0 0-15,0 0 0,0 0 0,0 0 0,0 0 0,0 0 0,0 0 0,0 0 0,0-24 0,0 24 0,-25 0 0,25 0 0,0 0 0,0 0 0,0 0 16,0 0-16,0 0 0,0 0 0,0 0 15,0 0-15,0 0 0,0 0 0,0 0 0,0 0 0,-25 0 16,25 0-16,0 0 0,0 0 0,0 0 16,0 0-16,0 0 0,0 0 0,0 0 0,0 0 0,0 0 15,0 0-15,0 0 0,-24 0 0,24 0 0,0 0 47,0 0-47,0 0 0,0 0 0,0 0 0,0 0 0,0 0 16,0 0-16,0 0 0,0 0 0,0 0 0,0 0 0,0 0 0,0 0 0,0 0 0,-25 0 0,25 0 0,0 0 0,0 0 0,0 0 0,0 24 0,0-24 0,0 0 639,124 348-218</inkml:trace>
  <inkml:trace contextRef="#ctx0" brushRef="#br0" timeOffset="196170.2203">9302 3497 0,'0'0'0,"0"0"0,0 0 0,0 0 15,0 0-15,0 0 0,0 0 0,0 0 16,0 0-16,0 0 0,0 0 0,0 0 0,0 0 0,0 0 16,0 0-16,0 0 31,0 0-31,0 0 0,0 0 0,0 0 15,0 0-15,0 0 0,0 0 0,0 0 0,0 0 0,0 0 0,0 0 0,0 0 0,0 0 0,0 0 0,0 0 0,0 0 0,0 0 0,0 0 0,0 0 0,0 0 0,0 0 0,0 0 16,0 0-16,0 0 0,0 0 16,0-24-16,0 24 0,0 0 0,0 0 0,0 0 0,0 0 0,0 0 15,0 0-15,0 0 0,0 0 0,0 0 16,0 0-16,-25 0 0,25 0 0,0 0 0,0 0 0,0 0 15,0 0-15,0 0 0,0-25 0,0 25 0,0 0 0,0 0 16,0 0-16,0 0 0,0 0 0,0 0 0,0 0 328</inkml:trace>
  <inkml:trace contextRef="#ctx0" brushRef="#br0" timeOffset="198188.3357">9773 3671 0,'-25'0'0,"25"0"0,0 0 0,0 0 0,0 25 0,0-25 0,0 0 0,0 0 0,0 0 0,0 0 0,-25 0 16,25 25-16,0-25 0,0 0 0,0 0 0,0 0 0,0 0 0,0 25 0,-24-25 0,24 0 0,0 0 0,0 0 0,0 0 0,0 0 0,-25 0 0,25 24 0,0-24 0,0 0 0,0 0 0,0 0 0,0 0 0,0 0 0,-25 0 0,25 0 0,0 0 0,0 0 0,0 0 16,0 0-16,0 0 0,0 0 0,0 0 0,0 0 0,0 0 0,0 0 0,0 0 0,0 0 15,0 0-15,0 0 0,0 0 16,0 0-16,0 0 0,0 0 0,0 0 0,0 0 0,0 0 0,0 0 15,0 0-15,0 0 0,0 0 0,0 0 0,0 0 16,0 0-16,0 0 0,0 0 0,0 0 0,0 0 0,0 0 16,0 0 140,25 0-156,-25 0 0,0 0 0,0 0 0,0 0 0,0 0 0,0 0 15,0 0-15,0 0 0,0 0 0,0 0 0,25 0 16,-25 0-16,0 0 0,0-24 0,0 24 0,0 0 0,24 0 0,-24 0 0,0 0 0,0 0 0,0 0 15,0 0-15,25 0 0,-25 0 0,0 0 0,0 0 0,0 0 0,0 0 0,0 0 0,25 0 0,-25 0 0,0 0 16,0 0-16,0 0 0,0 0 0,0 0 0,0 0 0,0 0 0,0 0 0,0 0 0,0 0 0,0 0 0,0 0 0,0 0 0,0 0 0,0 0 0,25 24 0,-25-24 0,0 0 0,0 0 0,0 0 0,0 0 0,0 0 0,0 0 0,0 0 16,0 25-16,0-25 0,0 0 0,0 0 15,0 0-15,0 0 0,0 25 0,0-25 0,0 0 0,0 0 0,0 0 16,0 0-16,0 25 0,0-25 0,0 0 15,0 0-15,0 0 0,0 0 0,25 0 0,-25 25 0,0-25 16,-25 0-16,25 0 0,0 0 0,0 0 0,0 0 0,0 24 16,0-24-16,0 0 0,0 0 0,0 0 15,0 0-15,0 0 0,0 0 0,0 0 0,0 25 0,0-25 16,0 0-16,0 0 0,0 0 0,0 0 0,0 0 0,-25 0 0,25 25 15,0-25-15,0 0 0,0 0 16,0 0-16,0 0 0,0 0 0,0 0 0,0 25 0,0-25 0,0 0 16,-25 0-16,25 0 0,0 0 0,0 0 0,0 0 0,0 25 15,0-25-15,0 0 0,0 0 0,-25 0 0,25 0 16,0 0-16,0 0 0,0 0 0,0 0 15,0 0-15,0 0 0,0 0 0,0 0 0,-24 24 0,24-24 16,0 0-16,0 0 0,0 0 0,0 0 0,-25 0 0,25 0 16,0 0-16,0 0 0,0 0 0,0 0 0,0 0 62,-25-24-62,25 24 0,0 0 0,0 0 0,0 0 0,-25 0 0,25 0 16,0 0-16,0 0 0,0 0 0,0 0 0,-25 0 0,25 0 0,0 0 0,0 0 0,0 0 0,0 0 0,0 0 0,-24 0 0,24 0 0,0 0 0,0 0 0,0 0 0,0 0 15,0 0-15,0 0 0,0 0 0,0 0 0,0 0 0,0 0 0,0 0 0,-25 0 0,25 0 0,0 0 16,0 0-16,0 0 0,0 0 0,0 0 15,0 0-15,0 0 0,0 0 0,0-25 0,0 25 0,0 0 0,0 0 16,0 0-16,25 0 0,-25 0 0,0 0 16,0 0-16,0 0 0,0 0 0,0 0 15,0 0-15,0 0 0,0 0 0,0 0 0,0 0 16,0 0-16,-25 0 0,25 0 0,0 0 0,0 0 0,0 0 0,0 0 15,0 0-15,0-25 0,0 25 0,25 0 0,-25 0 0</inkml:trace>
  <inkml:trace contextRef="#ctx0" brushRef="#br0" timeOffset="200079.4439">9624 4043 0,'0'0'0,"0"0"0,0 0 0,0 0 0,0 0 0,0 0 0,0 0 0,0 0 16,0 0-16,0 0 0,0 0 16,0 0-16,0 0 0,0 0 0,0 0 0,0 0 0,0 0 0,0 0 15,0 0-15,0 0 0,0 0 0,0 0 16,0 0-16,0 0 0,0 0 0,0 0 0,0 0 0,0 0 0,0 0 15,0 0-15,0 0 0,0 0 16,0 0-16,0 0 0,0 0 0,0 25 0,0-25 0,0 0 16,0 0-16,0 0 0,0 0 0,0 0 0,0 0 0,0 0 0,0 0 0,0 0 15,0 0-15,0 0 0,0 0 0,0 0 16,0 0-16,0 0 0,0 0 0,0 0 15,0 0-15,0 0 0,0 0 0,0 0 0,0 0 0,0 0 0,0 0 0,0 0 16,0 0-16,0 0 0,0 0 16,0 0-16,0 0 0,0 0 998</inkml:trace>
  <inkml:trace contextRef="#ctx0" brushRef="#br0" timeOffset="212274.1414">18306 16644 0</inkml:trace>
  <inkml:trace contextRef="#ctx0" brushRef="#br0" timeOffset="221046.6431">9624 3820 0,'0'0'0,"0"0"0,0 0 0,0 0 0,0 0 0,0 0 0,0 0 0,0 0 0,0 0 0,0 0 0,0 0 0,0 0 0,0 0 15,0 0-15,0 0 0,0 0 0,0 0 0,0 0 0,0 0 0,0 0 0,0 0 0,0 0 16,0 0-16,-25 0 0,25 0 0,0 0 0,0 0 0,0-25 0,0 25 0,0 0 0,0 0 0,0 0 0,0 0 0,0 0 0,0 0 0,0 0 0,0 0 15,0 0-15,0 0 0,0 0 0,0 0 0,0 0 0,0 0 0,0 0 0,0 0 0,0 0 0,0 0 0,0 0 0,0 0 16,0 0-16,0 0 0,0 0 0,0 0 0,0 0 0,0 0 0,0 0 0,0 0 16,0 0-16,0 0 0,0 0 0,0 0 0,0 0 0,0 0 15,0 0-15,0 0 0,0 0 0,0 0 16,0 0-16,0 0 0,0 0 0,0 0 0,0 0 0,0 0 0,0 0 15,0 0-15,0 0 0,0 0 0,0 0 16,0 0-16,0 0 0,0 0 0,0 0 0,0 0 0,0 0 16,0 0-16,0 0 0,0 0 0,0 0 15,0 0-15,0 0 0,0 0 0,0 0 0,0 0 0,0 0 0,0 0 16,0 0-16,0 0 0,0 0 0,0 0 0,0 0 0,0 0 15,0 0-15,0 0 0,0 0 16,0 25-16,0-25 0,0 0 0,0 0 0,0 0 0,0 0 0,0 0 0,0 0 16,0 0-16,0 0 0,0 0 0,0 0 15,0 0-15</inkml:trace>
  <inkml:trace contextRef="#ctx0" brushRef="#br0" timeOffset="222446.7232">9599 3870 0,'0'0'0,"0"0"78,0 24 0,0-24-78,0 0 0,0 0 0,0 0 16,0 0-16,0 0 0,0 0 0,0 0 0,0 0 0,0 0 0,0 0 0,0 0 0,0 0 0,0 25 0,0-25 0,0 0 0,0 0 0,0 0 0,0 0 0,0 0 0,0 0 0,0 0 0,0 0 0,0 25 0,0-25 0,0 0 0,0 0 0,0 0 0,0 0 0,0 0 0,0 0 0,0 25 0,0-25 0,0 0 0,0 0 0,0 0 0,0 0 0,0 0 15,0 0-15,0 0 0,0 0 0,0 0 16,0 0-16,0 0 0,0 0 0,0 0 0,0 0 0,0 0 15,0 0-15,0 0 0,0 0 0,0 0 0,0 0 16,0 0-16,0 0 0,0 0 0,0 0 0,0 0 47,0 0 530,199 49-171,-398 224-406,199-273 0,0 0 0,0 0 0,0 0 0,0 0 0,0 0 0,0 0 0,0 0 0,0 0 0,0 0 0,0 0 15,0 0-15,0 0 0,0 0 0,0 0 0,0 0 0,0 0 0,25 0 16,-25 0-16,0 0 0,0 0 0,0 0 0,0 0 0,0 0 0,0 0 0,0 0 15,0 0-15,0 0 0,0 0 0,0 0 16,0 0-16,0 0 0,0 0 0,0 0 0,0 0 0,0 0 0,0 0 0,0 0 0,0 0 0,0 0 0,0 0 0,0 0 0,0 0 16,0 0-16,0 0 0,0 0 0,0 0 0,0 0 0,0 0 0,0 0 0,25 0 0,-25-25 0,0 25 0,0 0 0,25 0 0,-25 0 0,0 0 0</inkml:trace>
  <inkml:trace contextRef="#ctx0" brushRef="#br0" timeOffset="224986.8685">10815 3696 0,'0'0'0,"0"0"62,0 0-62,0 0 0,0 0 0,0 0 0,0 0 0,0 0 0,0 0 0,0 0 0,0 0 16,0 0-16,0 0 0,0 0 0,0 0 0,0 0 0,0 0 0,0 0 0,0 0 0,0 0 0,0 0 0,0 0 16,0 0-16,0 0 0,0 0 0,0 0 0,0 0 0,0 0 0,0 0 0,0 0 0,0 0 15,0 0-15,0 0 0,0 0 0,0 0 0,25 0 0,-25 0 0,0 0 94,272 25 155,-272-25-249,0 0 0,0 0 0,0 0 0,25 0 0,-25 0 0,0 0 0,0 0 0,0 0 0,0 0 0,0 0 16,0 0-16,0 0 0,0 0 0,0 0 0,0 0 0,0 0 0,0 0 0,0 0 0,0 0 0,25 0 0,-25 0 0,0 0 0,0 0 0,0 0 0,0 0 0,0 0 0,0 0 0,0 0 16,0 0-16,0 0 0,0 0 0,0 0 0,0 0 0,0 0 0,0 0 0,0-25 15,0 25-15,0 0 0,0 0 0,0 0 0,0 0 0,0 0 0,0 0 0,0 0 0,0 0 0,-25 0 0,25 0 0,0 0 16,0-25-16,0 25 0,0 0 0,0 0 0,0 0 0,0 0 0,-25 0 15,25-25-15,0 25 0,0 0 0,0 0 0</inkml:trace>
  <inkml:trace contextRef="#ctx0" brushRef="#br0" timeOffset="225546.9005">10964 3572 0,'0'0'0,"0"0"0,0 0 0,0 0 0,24 0 0,-24 0 0,0 0 0,0 0 0,0 0 0,0-25 0,0 25 0,0 0 0,0 0 0,0 0 0,0 0 0,0 0 0,0 0 0,0 0 0,0 0 0,0 0 0,0 0 0,25 0 0,-25 0 0,0 0 0,0 0 0</inkml:trace>
  <inkml:trace contextRef="#ctx0" brushRef="#br0" timeOffset="226660.9642">11038 3522 0,'0'0'390</inkml:trace>
  <inkml:trace contextRef="#ctx0" brushRef="#br0" timeOffset="231715.2533">10964 3473 0,'0'0'15,"0"0"-15,0 0 0,0 0 0,0 0 0,0 0 0,0 0 16,0 0-16,0 0 0,0 0 0,0 0 0,0 0 0,0 0 0,0 0 15,0 0-15,0 0 16,0-25-16,0 25 0,0 0 0,0 0 16,0 0-16,0 0 0,0 0 0,0 0 0,0 0 0,0 0 0,0 0 0,0 0 15,0 0-15,0 0 0,0 0 0,0 0 0,0 0 0,0 0 0,0 0 63,0 0-63,0 0 0,0 0 0,0 0 0,0 0 0,0 0 0,0 0 0,0 0 0,0 0 0,0 0 15,0 0-15,0 0 0,0 0 0,0 0 0,0 0 0,0 0 0,0 0 16,0 0-16,0 0 0,0 0 0,0 0 0,0 0 0,0 0 0,0 0 15,0 0-15,0 0 0,0 0 0,0 0 0,0 0 0,0 0 16,0 0-16,0 0 0,0 0 0,0 0 0,0 0 0,0 0 16,0 0-16,0 0 0,0 0 0,0 0 0,0 25 0,0-25 0,0 0 0,0 0 0,0 0 0,0 0 15,0 0-15,0 0 0,0 0 0,0 0 0,0 0 0,0 0 16,0 0-16,0 0 0,0 0 0,0 0 0,0 0 0,0 0 0,0 0 15,0 0-15,0 0 0,0 0 0,0 0 0,0 0 0,0 0 16,0 0-16,0 0 0,0 0 0,0 0 0,0 0 0,0 0 0,0 0 62,0 0-62,0 0 0,0 0 0,0 0 0,0 24 0,0-24 0,0 0 0,0 0 0,0 0 0,0 0 0,0 25 16,0-25-16,0 0 0,0 0 0,0 25 0,0-25 0,0 0 0,0 0 0,0 25 94,-50 347 30,50-347-124,0-25 0,0 0 0,0 0 0,0 0 0,0 0 0,0 25 0,0-25 0,0 0 0,0 0 0,0 0 0,0 0 0,0 0 0,0 0 0,0 0 0,0 0 0,0 0 0,0 0 0,0 0 0,0 0 16,0 0-16,0 0 0,0 0 0,0 0 0,0 0 0,0 0 0,0 0 0,0 0 0,0 0 0,0 0 0,0 0 0,0 0 0,0 0 0,0 0 0,0 0 16,0 0-16,0 0 0,0 0 0,0 0 15,0 0-15,0 0 0,0 0 0,0 0 0,0 0 0,0 0 0,0 0 0,0 0 0,0 0 0,0 0 16,0 0-16,0 0 0,0 0 0,0 0 0,0 0 0,0 0 15,0 0-15,0 0 0,0 0 0,0 0 0,0 0 0,0 0 0,0 0 0,0 0 16,0 0-16,0 0 0,0 0 0,0 0 0,0 0 16,0 0-16,0 0 15,0 0-15,0 0 0,0 0 16,0 0-16,0 0 0,0 0 0,0 0 0,0 0 0,0 0 0,0 0 15,0 0-15,0 0 0,0 0 0,0 0 640</inkml:trace>
  <inkml:trace contextRef="#ctx0" brushRef="#br0" timeOffset="235374.4626">10641 3696 0,'0'0'16,"0"0"-16,0 0 0,0 0 0,0 0 0,0 0 0,0 0 47,25 0-47,-25 0 0,0 0 15,0 0-15,0 0 16,0 0-16,0 0 0,0 0 0,0 0 0,0 0 0,0 0 0,0 0 0,0 0 0,0-25 0,0 25 0,0 0 0,0 0 0,0 0 0,0 0 0,0 0 0,0 0 0,0 0 0,0 0 15,0 0-15,0 0 16,0 0-16,25 0 0,-25 0 0,0 0 0,0 0 0,0 0 0,0 0 16,0 0-16,0 0 0,0 0 0,0 0 0,0 0 0,0 0 0,0 0 0,0 0 0,0 0 0,0 0 0,0 0 0,0 0 15,0 0-15,0 25 16,0-25-16,0 0 0,0 0 0,25 0 0,-25 0 15,0 0-15,0 0 0,0 0 0,0 0 0,0 0 0,0 0 16,0 0-16,0 0 0,0 0 0,24 0 0,-24 0 0</inkml:trace>
  <inkml:trace contextRef="#ctx0" brushRef="#br0" timeOffset="236973.5541">10765 3721 0,'25'0'0,"-25"0"0,0 0 0,0 0 15,0 0-15,0 0 0,0 0 0,0 0 0,0 0 0,0 0 0,0 0 0,0 0 110,74 124 92,-74-124-202,0 25 0,0-25 0,0 0 0,0 0 0,0 0 0,0 24 16,0-24-16,25 0 0,-25 0 0,0 0 0,0 0 0,0 0 0,0 0 0,0 0 16,25 0-16,-25 0 0,0 0 0,0 0 0,0 0 0,25 0 0,-25 0 0,0 0 0,0 0 0,25-24 0,-25 24 0,0 0 0,24 0 0,-24-25 0,0 25 0,0 0 15,25-25-15,-25 25 0,0 0 0,0-25 0,25 25 0,-25 0 0,0-25 16,25 25-16,-25 0 0,0-24 0,0 24 0,25 0 0,-25-25 0,0 25 0,0 0 15,0 0-15,0-25 0,0 25 0,0 0 0,0 0 0,0 0 0,0 0 16,0 0-16,0 0 0,0 0 0,0 0 0,0 0 16,-25 0-16,25 0 0,0 0 0,0 0 0,0 0 0,0 0 0,-25 25 0,25-25 0,0 0 0,0 0 0,-25 0 15,25 25-15,0-25 0,0 0 0,0 24 16,-25-24-16,25 0 0,0 25 0,0-25 0,0 0 15,0 25-15,0-25 0,0 0 0,0 0 0,0 25 0,0-25 0,0 0 16,0 0-16,0 25 0,0-25 0,0 0 0,0 0 0,0 0 0,0 0 0,0 24 31,0-24-31,0 0 0,0 0 0,25 0 0,-25 0 0,0 0 0,0 0 94,-49-99 811</inkml:trace>
  <inkml:trace contextRef="#ctx0" brushRef="#br0" timeOffset="240275.743">10964 3572 0,'0'0'16,"0"0"-16,0 0 0,0 0 0,0 0 0,0 0 0,0 0 0,0 0 0,0 0 0,0 0 0,0 0 0,0 0 0,0 0 0,0 0 0,0 0 0,0 0 15,0 0-15,0 0 0,0 0 0,0 0 0,0-25 0,0 25 0,0 0 0,0 0 31,0 0-31,0 0 0,0 0 0,0 0 0,0 0 0,0 0 0,0 0 0,0 0 0,0 0 0,0 0 0,0 0 0,-25 0 0,25 0 0,0 0 0,0 0 0,0 0 0,0 0 0,0 0 0,-25 0 0,25 0 0,0 0 16,0 0-16,-25 0 0,25 0 16,0 0-16,0 0 0,-25 0 15,25 0-15,0 0 0,0 0 0,-24 0 0,24 0 0,0 0 0,0 0 31,-25 25 47,0 0-78,25-25 0,0 0 16,0 24-16,0-24 0,-25 0 0,25 0 0,0 0 0,0 25 0,0-25 0,25 0 16,-25 0-16,0 0 0,0 0 0,0 25 0,0-25 0,0 0 0,0 0 15,0 0-15,0 0 0,0 0 0,25 0 0,-25 25 0,0-25 0,0 0 0,0 0 0,25 0 16,-25 0-16,0 0 0,24 0 0,-24 0 0,0-25 15,25 25-15,-25 0 0,25 0 0,-25 0 0,0 0 0,25 0 0,-25-25 0,25 25 0,-25 0 0,24 0 16,-24-25-16,0 25 0,25 0 0,-25 0 0,0 0 0,0-24 0,25 24 0,-25 0 0,0 0 0,0-25 0,0 25 16,0 0-16,25 0 0,-25 0 0,0 0 0,0-25 0,0 25 15,0 0-15,0 0 16,0 0-16,0 0 0,0 0 0,0 0 15,-25-25-15,25 25 0,0 0 0,0 0 0,0 0 0,0 0 0,0 0 0,0 0 0,-25 0 0,25 0 0,0 0 0,0 0 0,-25 0 0,25 0 0,0 0 16,-24 0-16,24 0 0,0 25 0,-25-25 0,25 0 0,-25 0 0,25 0 0,0 25 0,-25-25 0,25 0 0,0 0 0,-25 25 187</inkml:trace>
  <inkml:trace contextRef="#ctx0" brushRef="#br0" timeOffset="243117.9055">11757 3621 0,'0'0'0,"0"0"0,0 0 0,0 0 0,0 0 0,0 0 0,-24 0 0,24 0 0,0 0 0,0 0 0,0 0 0,0 0 0,0 0 0,0 0 0,0 0 0,0 0 0,0 0 0,0 0 0,0 0 0,0-24 0,0 24 0,0 0 15,0 0-15,0 0 0,0 0 0,0 0 0,0 0 0,0 0 0,0 0 0,0 0 0,0 0 16,0 0-16,0 0 0,0 0 0,0 0 0,0 0 0,0 0 16,0 0-16,0 0 0,0 0 0,0 0 0,0 0 15,0 0-15,0 0 0,0 0 0,0 0 0,0 0 0,0 0 0,0 0 16,0 0-16,0 0 0,0 0 0,0 0 0,0 0 0,0 0 0,0 0 15,0 0-15,0 0 16,0 0-16,0 0 0,0 0 0,0 0 0,0 0 16,0 0-16,0 0 0,0 0 0,0 0 0,0 0 0,0 0 171,0 0-171,0 0 0,0 0 0,0 0 0,0 0 16,0 0-16,0 0 0,0 0 0,0 0 0,0 0 0,0 0 15,0 0-15,0 0 0,0 0 0,0 0 16,0 0-16,0 0 0,0 0 0,0 0 16,0 0-16,0 0 0,0 0 15,0 0-15,0 0 16,0 0-16,0 0 0,0 0 0,0 0 0,0 0 0,0 0 0,0 0 0,0 0 0,0 0 0,0 0 0,0 0 0,0 0 0,0 0 0,0 0 0,0 0 203</inkml:trace>
  <inkml:trace contextRef="#ctx0" brushRef="#br0" timeOffset="245239.0268">11633 3646 0,'0'0'0,"0"0"0,0 0 0,0 0 16,0-25-16,0 25 0,0 0 0,0 0 0,0 0 0,0 0 0,0 0 0,0 0 0,0 0 0,0 0 0,0 0 0,0 0 0,0 0 0,0 0 0,0 0 16,0 0-16,0 0 15,0 0-15,0 0 0,0 25 0,0-25 0,0 0 0,0 0 0,0 0 16,0 0-16,0 0 0,0 0 0,0 0 0,0 0 15,0 0-15,0 0 0,0 0 16,0 0-16,0 0 0,0 0 0,0 0 16,0 0-16,0 0 0,0 0 0,0 0 0,0 0 0,0 0 15,0 0-15,0 0 0,0 0 0,0 0 16,0 0-16,0 0 0,0 0 0,0 0 78,0 0-78,0 0 15,0 0-15,0 0 0,0 0 0,0 0 0,0 0 0,0 0 0,0 0 0,0 0 0,0 0 0,25 0 16,-25 0-16,0 0 0,0 0 16,0 0-16,25 0 0,-25 0 0,0-25 0,25 25 0,-25 0 0,0 0 0,0 0 0,25 0 15,-25 0-15,0 0 0,24 0 0,-24 0 0,0 0 0,25 0 0,-25 0 0,0 0 0,0 0 0,25 0 0,-25 0 0,0 0 0,25 0 0,-25 0 0,0 0 0,25 0 0,-25 0 0,0 0 0,0 0 0,24 0 0,-24 0 0,0 0 0,0 0 0,25 0 0,-25 0 0,0 0 0,0 0 0,25 0 0,-25 0 0,0 0 16,0 0-16,25 0 15,-25 0-15,0 0 0,0 0 0,25 0 0,-25 0 16,0 0-16,0 0 0,0 0 0,24 0 0,-24 0 0,0 0 0,0 0 16,0 0-16,0 0 0,25 0 0,-25 0 0,0 0 0,0 0 0,0 0 15,0 0-15,0 0 0,0 0 0,0 0 0,0 0 0,0 0 16,0 0-16,0 0 0,0 0 0,0 0 0,0 0 15,0 0 1,0 0-16,0 0 0,0 0 0,0 0 0,0 0 0,0 0 1076</inkml:trace>
  <inkml:trace contextRef="#ctx0" brushRef="#br0" timeOffset="248347.2046">12427 3299 0,'25'0'0,"-25"0"0,0 0 0,0 0 0,0 0 0,0 0 0,0 0 16,0 0-16,0 0 0,0 0 0,0 0 0,0 0 0,25 0 0,-25 0 0,0 0 0,0 0 0,0 0 0,0 0 0,0 0 0,0-25 0,0 25 0,0 0 0,0 0 0,25 0 0,-25 0 0,0 0 0,0 0 0,0 0 0,0 0 0,0 0 0,0 0 0,24 0 0,-24 0 0,0 0 0,0 0 0,0 0 0,0 0 0,0 0 15,0 0-15,0 0 0,0 0 0,25 0 0,-25 0 0,0 0 16,0 0 0,0 0-16,0 0 0,0 0 0,0 0 0,0 0 0,0 0 0,0 0 15,0 0-15,0 0 0,0 0 16,0 0-16,0 0 0,0 0 0,0 0 0,25 0 0,-25 0 0,0 0 0,0 0 0,0 0 0,0 0 15,0 0-15,0 0 0,0 0 16,0 0-16,0 0 0,0 0 16,0 0-16,25 0 0,-25 0 0,0 0 0,0 0 0,0 0 0,0 0 0,0 0 15,0 0-15,0 0 0,0 0 0,0 0 0,0 0 0,0 0 0,0 0 16,25 0-16,-25 0 0,0 25 0,0-25 0,0 0 0,0 0 15,0 0-15,0 0 0,0 0 0,0 0 0,0 0 0,0 0 16,0 0 0,24 0-16,-24 0 0,0 0 0,0 0 0,0 25 0,0-25 15,0 0-15,0 0 0,0 0 0,0 0 0,0 0 0,0 0 0,0 0 16,0 0-16,0 0 0,0 0 0,0 0 0,0 0 0,0 25 15,25-25-15,-25 0 0,0 0 0,0 0 0,0 0 0,0 0 0,0 24 16,0-24-16,0 0 16,0 0-16,0 0 0,0 0 0,0 25 0,0-25 15,0 0-15,0 0 0,0 0 0,0 0 0,0 0 0,0 25 0,0-25 16,0 0-16,0 0 0,0 0 78,0 0-78,0 0 15,0 0-15,0 0 0,0 25 16,0-25-16,0 0 0,0 0 0,0 0 0,0 0 0,0 0 0,0 0 0,0 25 0,0-25 0,-25 0 0,25 0 0,0 0 0,0 0 0,0 0 0,0 0 0,0 0 0,0 24 0,0-24 0,0 0 0,0 0 0,0 0 0,0 0 0,0 0 0,0 0 0,0 0 0,0 0 16,0 0-16,-24 0 15,24 25-15,0-25 0,0 0 0,0 0 0,0 0 0,0 0 0,0 0 0,0 0 0,0 0 0,0 0 0,0 0 0,0 0 0,0 25 0,0-25 0,0 0 0,-25 0 0,25 0 0,0 0 0,0 0 16,0 0-16,0 0 0,0 0 0,-25 0 0,25 25 0,0-25 15,0 0-15,0 0 0,0 0 0,0 0 0,0 0 0,0 0 16,0 0 46,-25 0-62,25 0 0,0 0 0,0 0 0,0 0 0,0 0 16,0 0-16,0 0 0,0 0 0,0 25 0,0-25 0,-25 0 0,25 0 0,0 0 0,0 0 0,0 0 0,0 0 0,0 0 16,0 0-16,0 0 0,0 0 0,-24 0 0,24 0 0,0 0 0,0 0 0,0 0 0,0 0 0,0 0 0,0 0 0,0 0 0,0 0 0,-25 0 0,25 0 0,0 0 0,0 0 15,0 0-15,0 0 0,0 0 0,0 0 0,0 0 0,0 0 0,0 0 16,0 0-16,0 0 15,0 0-15,0 0 0,0 0 0,0 0 0,0 0 16,0 0-16,0 0 0,0 0 0,0 0 0,0 0 0,-25 0 16,25 0-16,0 0 0,0 0 0,0 0 0,0 0 0,0 0 0,0 0 0,0 0 15,0 0-15,0 0 0,0 0 0,0 0 0,0 0 0,0 0 0,0 0 16,0 0-16,0 0 0,0 0 0,0 0 15,0 0-15,0 0 16,0 0-16,0 0 0,0 0 0,0 0 0,0 0 0,0 0 0,0 0 16,0 0-16,0 0 0,0 0 0,0-25 0,0 25 0,0 0 358</inkml:trace>
  <inkml:trace contextRef="#ctx0" brushRef="#br0" timeOffset="252970.4691">12898 3274 0,'0'0'16,"0"0"-16,0 0 0,0 0 0,0 0 0,0 0 0,0 0 0,0 0 15,0 0 1,0 0-16,0 0 0,0 0 0,0 0 15,0 0-15,0 0 0,0 0 0,0 0 0,0 0 0,0 0 0,0 0 16,0 0-16,0 0 0,0 0 0,0 0 0,0 0 0,0 0 0,0 0 16,0 0-16,0 0 0,0 0 0,0 0 0,0 0 0,0 0 0,0 0 15,0 0-15,0 0 0,0 0 16,0 0-16,0 0 0,0 0 0,0 0 47,0 0 77,25 0-124,-25 0 0,0 0 0,0 0 0,0 0 0,0 0 16,0 0-16,0 0 0,0 0 0,0 0 0,0 0 0,0 0 0,0 0 16,0 0-16,0 0 0,0 0 0,0 0 0,0 0 0,0 0 0,0 0 0,0 0 0,0 0 0,0 0 0,0 0 0,0 0 0,0 0 0,0 0 0,0 0 0,0 0 0,0 0 0,0 0 0,0 0 0,0 0 0,0 0 78,0 0-78,0 0 0,0 0 0,0 0 15,0 0-15,0 0 0,0 0 16,0 0-16,0 0 15,0 0-15,0 0 16,0 0-16,-25 0 16,25-25-16,0 25 0,0 0 0,0 0 0,0 0 0,0 0 0,0 0 0,0 0 0,0 0 0,0 0 0,0 0 15,0 0-15,0 0 0,0 0 0,0 0 0,0 0 16,0 0-16,0 0 0,0 0 0,-24 0 0,24 0 0,0 0 0,0 0 0,0 0 0,0 0 0,0 0 0,0 0 0,0 0 0,0 0 0,0 0 0,0 0 0,0 0 0,0 0 0,0 0 0,0 0 0,0 0 0,-25 0 0,25 0 0,0 0 0,0 0 0,0 0 0,0 0 0,0 0 0,0 0 0,0 0 0,0 0 0,0 0 15,0 0-15,0 0 0,0 0 0,0 0 16,0 0-16,0 0 0,-25 0 16,25 0-16,0 0 0,0 0 15,0-24-15,0 24 0,0 0 0,0 0 0,0 0 671,-124 620-437,124-620-234,25 0 0,-25 0 0,0 0 0,0 0 0,0 25 0,0-25 0,0 0 0,0 0 0,0 0 0,0 0 0,0 0 0,0 0 0,0 0 0,0 0 0,0 0 0,0 0 0,0 0 0,0 0 0,0 0 0,0 0 0,0 0 0,0 0 0,0 0 0,0 0 0,0 0 0,0 24 0,0-24 0,0 0 0,0 0 0,0 0 0,0 0 0,0 0 0,0 0 0,0 0 0,0 0 16,0 0-1,0 0-15,0 0 0,0 0 0,0 0 0,0 0 0,0 0 0,0 0 0,0 0 16,0 0-16,0 0 0,0 0 0,0 0 0,0 0 0,0 0 0,0 0 0,0 0 15,0 0-15,0 0 0,0 0 0,0 0 16,0 0 0,0 0-16,0 0 0,0 0 0,25 0 0,-25 0 0,0 0 0,0 0 0,0 0 0,0 0 0,0 0 46,0 0-46,0 25 0,0-25 0,0 0 0,0 0 0,0 0 16,0 0-16,0 0 0,0 0 0,0 0 0,0 0 0,0 0 0,0 0 0,0 0 16,0 0-16,0 0 0,0 0 0,0 0 0,0 0 0,0 0 0,0 0 0,0 0 15,0 0-15,0 0 0,0 0 0,0 0 0,0 0 0,0 0 0,0 0 0,24 0 0,-24 0 16,0 0-16,0 0 0,0 0 0,0 0 0,0 0 0,0 0 0,0 0 15,0 0-15,0 0 0,0 0 0,0 0 0,0 0 16,0 0-16,0 0 16,0 0-16,0 0 0,0 0 15,0 0-15,0 0 0,0 0 0,0 0 0,0 0 0,0 0 0,0 0 0,0 0 0,0 0 0,0 0 0,0 0 16,0 0-16,0 0 0,25 0 0,-25 0 0,0 0 0,0 0 0,0 0 15,0 0-15,0-25 0,0 25 0,0 0 16,0 0-16,0 0 0,0 0 16,0 0-16,0 0 202,50 0-202,-50-24 0,0 24 0,0 0 0,0 0 0,0 0 0,0 0 0,0 0 0,0 0 0,0 0 0,0 0 0,0 0 0,0 0 0,0 0 0,0 0 0,0 0 0,0 0 0,0 0 0,0 0 0,25 0 0,-25 0 16,0 0-16,0 0 16,0 0-16,0 0 0,0 0 0,0 0 0,0-25 0,0 25 0,0 0 0,0 0 0,0 0 0,24 0 0,-24 0 0,0 0 0,0 0 46,0 0-46,0 0 0,0 0 0,0 0 0,0 0 0,0 0 0,0 0 0,0 0 16,0 0-16,0 0 0,0-25 0,0 25 0,0 0 0,0 0 0,0 0 0,0 0 0,25 0 0,-25 0 0,0 0 0,0 0 0,0 0 0,0 0 16,0 0-16,0 0 0,0 0 0,0 0 15,0 0-15,0 0 0,0 0 0,0 0 16,0 0-16,0 0 0,0 0 0,0 0 0,0 0 0,0 0 0,0 0 0,0-25 0,25 25 0,-25 0 0,0 0 0,0 0 0,0 0 0,0 0 15,0 0-15,0 0 0,0 0 0,0 0 0,0 0 0,0 0 16,0 0-16,0 0 0,0 0 0,0 0 0,0 0 0,0 0 16,0-25-16,0 25 0,0 0 0,0 0 0,25 0 0,-25 0 0,0 0 15,0 0-15,0 0 0,0 0 0,0 0 16,0 0-16,0 0 0,0 0 0,0 0 0,0 0 0,0 0 15,0 0-15,0 0 0,0 0 0,0 0 0,0 0 0,0 0 16,0 0-16,0 0 0,0 0 0,0 0 0,0 0 0,0 0 0,-25 0 140,25 0-140,0 0 0,0 0 0,0 0 0,0 0 0,0 0 0,0 0 0,0-24 0,0 24 16,-25 0-16,25 0 0,0 0 0,0 0 0,0 0 0,0 0 0,0 0 0,0 0 0,0 0 0,0 0 0,0 0 0</inkml:trace>
  <inkml:trace contextRef="#ctx0" brushRef="#br0" timeOffset="257828.7469">13320 3746 0,'0'0'16,"0"0"-16,0 0 0,0 0 0,0 0 15,0 0-15,0 0 0,0 0 0,0 0 16,0 0-16,0 0 0,0 0 0,0 0 0,0 0 0,0 0 0,0 0 0,0 0 0,0 0 0,0 0 0,0 0 15,0 0-15,0 0 0,0 0 0,0 0 0,0 0 0,0 0 0,0 0 16,0 0-16,0 0 0,0 0 0,0 0 0,0 0 0,0 0 16,0 0-16,0 0 0,0 0 0,0 0 0,0 0 0,0 0 0,0 0 0,0 0 15,0 0-15,0 0 0,0 0 0,0 0 0,0 0 0,0 0 0,0 0 0,0 0 16,0 0-16,0 0 0,0 0 0,0 0 0,0 0 0,0 0 0,0 0 31,0 0-31,0 0 0,0 0 16,0 0-16,0 0 0,0 0 0,0 0 0,0 0 0,0 0 0,0 0 15,0 0-15,0 0 0,0 0 0,0 0 0,0 0 0,0 0 0,0 0 0,0 0 0,0 0 16,0 0-16,0 0 0,0 0 15,0 0-15,0 0 0,0 0 0,0 0 16,0 0 0,0 0-16,0 0 15,0 0 1,0 0-16,0 0 0,0 0 15,0 0-15,0 0 0,0 0 0,0 0 16,0 0-16,0 0 0,0 0 0,0 0 16,-149 223 982,124-174-998,25-49 0,0 0 0,0 0 0,0 0 0,0 0 0,0 0 0,0 0 0,0 0 0,0 0 0,0 0 0,0 0 0,0 0 0,0 0 0,0 0 0,0 0 0,0 0 0,0 0 0,0 0 0,0 0 0,0 0 0,0 0 0,0 0 0,0 0 16,0 0-16,0 0 15,0 0-15,0 0 0,0 0 0,0 0 0,0 0 0,0 0 16,0 0-16,0 0 0,0 0 0,0 0 0,0 0 0,0 0 0,0 0 0,0 0 0,0 0 0,0 0 0,0 0 0,0 0 0,0 0 0,0 0 0,0 0 0,0 0 0,0 0 0,0 0 15,0 0-15,0 0 0,0 0 0,0 0 0,0 0 0,0 0 32,0 0 482,25 0-498,-25-24-16,25 24 0,-25 0 0,0 0 0,0 0 0,0 0 0,0 0 0,0 0 0,0 0 0,25 0 0,-25 0 0,0 0 0,0 0 0,0 0 0,25 0 31,-25 0-31,0 0 0,0 0 16,0 0-16,25 0 0,-25 0 0,0 0 0,0 0 0,0 0 15,24 0-15,-24 0 16,0 0-16,25 0 0,-25 0 16,0 0-16,25 0 15,-25 0-15,25 0 0,-25-25 16,0 25-16,0 0 15,25 0-15,-25 0 0,0 0 0,0 0 0,0 0 0,0 0 0,0 0 0,0 0 0,24 0 0,-24 0 0,0 0 0,0 0 0,0 0 0,0 0 0,25 0 0,-25 0 0,0 0 0,0 0 0,0 0 0,0 0 0,0 0 0,25 0 0,-25 0 0,25 0 94,-25 0-94,0 0 0,0 0 0,0 0 0,0 0 0,25 0 0,-25 0 0,0 0 0,0 0 0,0 0 0,0 0 16,0 0-16,0 0 0,0 0 15,0 0-15,0 0 0,0 0 0,0 0 0,0 0 0,0 0 0,0 0 0,0 0 0,0 0 0,0 0 16,0 0-16,0 0 0,0 0 0,0 0 0,0 0 0,0 0 0,0 0 0,0 0 0,0 0 15,0 0-15,0 0 0,0 0 0,0 0 0,0 0 0,0 0 16,0 0-16,0 0 16,0 0-16,0 0 0,0 0 0,0 0 0,0 0 31,0 0-16,0 0-15,0 0 0,0 0 0,0 0 0,0 0 0,0 0 0,0 0 16,0 0-16,0 0 0,0 0 0,0 0 0,0 0 0,0 0 0,0 0 0,0 0 16,0 0-16,0 0 0,0 0 0,0 0 0,0 0 0,0 0 0,0 0 0,0 0 0,0 0 0,0 0 31,0 0-31,0 0 0,0 0 0,0 0 0,0 0 15,0 0-15,0 0 0,0 0 0,0 0 0,0 0 0,0 0 0,0 0 16,0 0-16,0 0 0,0 0 0,0 0 0,0 0 0,0 0 0,0 0 0,0 0 0,0 0 0,0 0 0,0 0 0,0 0 0,0 0 16,0 0-16,0 0 0,0 0 0,0 0 0,0 0 0,0 0 0,0 0 0,0 0 15,0 0-15,0 0 0,0 0 16,0 0-16,0 0 0,0 0 0,0 0 0,0 0 0,0 0 0,-50-25 171,25-25-171,25 50 0,0 0 0,0 0 0,0 0 0,0 0 0,0 0 0,0 0 0,0 0 0,0 0 16,0 0-16,0-24 16,0 24-16,0 0 0,0 0 0,0 0 0,0 0 15,0 0-15,0 0 0,0 0 0,0 0 0,0 0 0,0 0 0,0 0 0,0 0 0,0 0 0,0 0 0,0 0 0,0 0 0,0 0 0,0 0 0,0 0 0,0 0 0,0 0 0,0 0 0,0 0 0,0 0 0,0 0 0,0 0 0,0-25 0,0 25 0,0 0 0,0 0 0,0 0 0,0 0 0,0 0 0,0 0 0,0 0 0,0 0 0,0 0 16,0 0-16,0 0 15,0 0-15,0 0 0,0 0 0,0 0 0,0 0 0,0 0 63,0-25 654,-25 397-545</inkml:trace>
  <inkml:trace contextRef="#ctx0" brushRef="#br0" timeOffset="259485.8417">13915 3398 0,'124'0'0,"-124"0"0,25 0 0,-25 0 0,0 0 0,0 0 0,0 0 0,0 0 0,0 0 0,25 0 0,-25 0 0,0 0 0,0 0 0,0 0 0,0 0 0,0 0 0,0 0 0,0 0 0,25 0 0,-25 0 0,0 0 0,0 0 0,0-25 0,0 25 0,0 0 0,25 0 0,-25 0 0,0 0 0,0 0 0,0 0 0,0 0 0,0 0 0,0 0 16,0 0-16,0 0 0,0 0 0,24 0 0,-24 0 0,0 0 16,0 0-16,0 0 0,0 0 0,0 0 0,0 0 15,0 0-15,0 0 0,0 0 0,0 0 0,0 0 0,0 0 0,0 0 0,0 0 16,0 0-16,0 0 0,0 0 0,0 0 0,0 0 0,0 0 15,0 0-15,0 0 0,0 0 0,0 0 16,0 0-16,0 0 0,0 0 0,0 0 16,0 0-16,0 0 0,0 0 0,0 0 0,0 0 62,0 0-31,0 0-31,0 0 0,0 0 0,0 0 0,0 0 0,0 0 0,0 0 0,0 0 0,0 0 16,-24 0-16,24 0 0,0 0 0,0 0 0,0 0 0,-25 0 0,25-24 0,0 24 0</inkml:trace>
  <inkml:trace contextRef="#ctx0" brushRef="#br0" timeOffset="261526.9585">13965 3671 0,'0'0'0,"0"0"0,0 0 16,0 0-16,0 0 0,0 0 0,0 0 0,0 0 0,0 0 15,0 0 1,0 0-16,0 0 0,0 0 0,0 0 0,0 0 0,0 0 16,0 0-16,0 0 0,0 0 0,0 0 0,0 0 0,0 0 15,0 0-15,0 0 0,0 0 0,0 0 0,0 0 0,0 0 0,0 0 16,0 0-16,0 0 0,0 0 0,0 0 0,0 0 0,0 0 15,0 0-15,0 0 16,0 0-16,0 0 16,0 0-16,0 0 0,0 0 0,0 0 0,0 0 0,0 0 0,0 0 0,0 0 0,0 0 0,0 0 15,0 0-15,0 0 0,0 0 0,0 0 0,0 0 0,0 0 16,0 0-16,0 0 0,0 0 0,0 0 0,0 0 0,0 0 15,0 0-15,0 0 0,0 0 0,0 0 0,0 0 0,0 0 0,0 0 422</inkml:trace>
  <inkml:trace contextRef="#ctx0" brushRef="#br0" timeOffset="264442.1252">14039 3721 0,'0'0'0,"0"0"0,0 0 0,0 0 0,0 0 0,0 0 0,0 0 0,0 0 0,0 0 0,0 0 16,0 0-16,-24 0 0,24 0 0,0 0 0,0 0 0,0 0 0,0 0 0,0 0 0,0 0 16,0 0-16,0 0 0,0 0 15,0 0-15,0 0 0,0 0 0,0 0 0,0 0 0,0 0 16,0 0-16,0 0 0,0 0 0,0 0 0,0 0 15,0 0-15,0 0 0,0 0 609,0 0-141,0 0-468,0 0 0,0 0 0,0 0 0,0 0 0,0 0 0,0 0 0,0 0 47,0 0-1,0 0-46,0 0 0,0 0 0,0 0 0,0 0 0,0 0 0,0 0 0,0 0 0,0 0 47,0 0 62,0 0-109,0 0 0,0 0 0,0 0 0,0 0 0,0 0 0,0 0 0,0 0 0,0 0 0,0 0 0,0 0 0,0 0 0,0 0 0,0 0 0,0 0 0,0 0 0,0 0 0,0 0 0,0 0 0,0 0 0,0 0 0,0 0 16,0 0-16,0 0 0,0 0 0,0 0 0,0 0 0,0 0 0,0 0 0,0 0 0,0 0 0,0 0 0,0 0 0,0 0 0,0 0 0,0 0 0,0 0 0,0 0 0,0 0 0,0 0 0,0 0 16,0 0-16,0 0 0,0 0 0,0 0 0,0 0 0,0 0 15,0 0-15,0 0 0,0 0 0,0 0 0,0 0 16,0 0-16,0 0 0,0 0 0,0 0 0,0 0 15,0 0-15,0 0 0,0 0 0,0 0 0,0 0 0,0 0 16,0 0-16,0 0 0,0 0 0,0 0 0,0 0 16,0 0-16,0 0 0,0 0 0,0 0 0,0 0 0,0 0 15,0 0-15,0 0 0,0 0 0,0 0 0,0 0 16,0 0-16,0 0 0,0 0 0,0 0 0,0 0 0,0 0 15,0 0-15,0 0 0,0 0 0,0 0 0,0 0 16,0 0-16,0 0 0,0 0 0,0 0 0,0 0 16,0 0-16,0 0 0,0 0 156,24 0-141,-24 0-15,0 0 0,0 0 0,0 0 0,0 0 0,0 0 0,0 0 0,25 0 0,-25 0 0,0 0 0,0 0 0,0 0 0,0 0 0,25 0 0,-25 0 0,0 0 0,0-25 0,25 25 0,-25 0 0,0 0 0,0 0 0,0 0 0,0 0 0,25 0 0,-25 0 0,0 0 0,0 0 0,0 0 0,0 0 0,24 0 0,-24 0 0,0 0 0,0 0 0,0 0 0,0 0 0,0 0 0,0 0 0,25 0 16,-25 0-16,0 0 0,0 0 0,0 0 0,0 0 31,0 0-31,0 0 0,0 0 0,0 0 0,0 0 16,0 0-16,0 0 0,0 0 0,0 0 0,0 0 0,0 0 0,0 0 0,0 0 15,0 0-15,0 0 0,0 0 0,0 0 0,0 0 0,0 0 0,0 0 16,0 0-16,0 0 0,0 0 0,0 0 0,0 0 0,0 0 0,0 0 15,25 0 1,-25 0-16,0 0 0,0 0 0,0 0 0,0 0 16,0 0-16,0 0 0,0 0 0,0 0 0,0 0 0</inkml:trace>
  <inkml:trace contextRef="#ctx0" brushRef="#br0" timeOffset="269465.4125">15131 3299 0,'248'347'0,"-223"-347"0,-25 0 0,0 0 0,0-25 15,0 25-15,0 0 0,0 0 32,0 0-32,0 0 0,0 0 0,0-24 0,0 24 0,0 0 0,0 0 0,0 0 0,0 0 0,0 0 0,0 0 0,0 0 0,0 0 0,0-25 0,0 25 0,0 0 0,0 0 0,0 0 0,0 0 0,0 0 0,0 0 0,0 0 0,0 0 0,0-25 0,0 25 0,0 0 0,0 0 0,0 0 0,-25 0 0,25 0 0,0 0 0,0 0 0,0 0 0,0 0 0,0-25 15,0 25-15,0 0 0,0 0 0,0 0 0,0 0 16,0 0-16,0 0 0,0 0 0,0-25 15,0 25-15,0 0 0,0 0 0,0 0 0,-25 0 0,25 0 203,-74-99-203,74 99 0,0 0 0,0 0 0,0 0 0,0 0 0,0 0 0,0 0 0,0 0 0,-25 0 0,25 0 0,0 0 0,0 0 0,0 0 0,0 0 0,0 0 0,0 0 0,0 0 0,-25 0 0,25 0 0,0 0 0,0 0 0,0 0 0,0 0 0,0 0 0,-25 0 0,25 0 0,0 0 0,0 0 0,0 0 0,0 0 0,0 0 16,0 0-16,0 0 0,0 0 0,0 0 0,-25 0 0,25 0 0,0 0 0,0 0 0,0 0 0,0 0 0,0 0 15,0 0-15,0 0 16,0 0-16,0 0 0,0 0 0,0 0 0,0 0 0,0 0 16,0 0-16,0 0 0,0 0 0,0 0 0,0 0 0,0 0 15,-24 0-15,24 0 0,0 0 0,0 0 0,0 0 0,0 0 16,0 0-16,0 0 0,0 0 0,0 0 0,0 0 0,0 0 0,0 0 15,0 0-15,0 0 0,0 0 0,0 0 0,0 0 16,0 0-16,0 0 16,0 0-16,0 0 0,0 0 0,0 0 0,0 0 0,0 0 15,0 0-15,0 0 0,0 0 0,0 0 0,0 0 0,0 0 16,0 0-16,-25 0 0,25 0 0,0 0 0,0 0 0,0 0 0,0 0 0,0 0 15,0 0-15,0 0 0,0 0 16,0 0-16,0 0 0,0 0 0,0 0 16,0 0-16,0 0 0,-25 0 0,25 0 0,0 0 0,0 0 15,0 0-15,0 0 0,0 0 0,0 0 0,0 0 0,0 0 0,0 0 0,0 0 312,124 447 343,-25-422-655,-99-25 0,0 0 0,0 0 0,0 0 0,0 0 0,0 0 0,0 0 0,0 0 0,0 0 0,0 0 0,0 0 0,0 0 0,0 0 0,0 0 0,0 0 0,0 0 0,-25-25 0,25 25 0,0 0 0,0 0 16,0-25-16,-24 25 16,24 0-16,0-25 0,0 25 0,0-25 0,0 25 15,0-24-15</inkml:trace>
  <inkml:trace contextRef="#ctx0" brushRef="#br0" timeOffset="272631.5936">15453 3646 0,'0'0'0,"0"0"0,0 0 0,0 0 0,0 0 0,0 0 0,25 0 0,-25 0 0,0 0 0,0 0 0,0 0 0,0-25 0,0 25 0,0 0 0,0 0 0,0 0 0,0 0 0,0 0 0,0 0 0,0 0 0,0 0 0,0 0 15,0 0-15,0 0 0,0 0 0,0 0 0,0 0 0,0 0 0,0 0 0,0 0 0,0 0 0,25 0 0,-25 0 0,0 0 0,0 0 0,0 0 0,0 0 0,0 0 16,0 0-16,0 0 0,0 0 0,0 0 0,0-24 0,0 24 15,0 0-15,0 0 0,0 0 0,25 0 0,-25 0 0,0 0 0,0 0 16,0 0 0,0 0-16,0 0 0,0 0 0,0 0 0,0 0 0,0 0 15,0 0-15,0 0 0,0 0 0,0 0 0,0-25 0,0 25 0,0 0 16,25 0-16,-25 0 0,0 0 0,0 0 0,0 0 0,0 0 15,0 0-15,0 0 0,0 0 0,0 0 0,0 0 0,24 0 16,-24 0-16,0 0 0,0 0 0,0 0 0,0 0 0,0 0 0,0 0 16,0 0-16,0 0 15,0 0-15,0 0 0,0 0 0,0 0 16,0 0-16,0 0 0,0 0 0,0 0 0,0 0 0,0 0 0,0 0 15,0 0-15,0 0 0,0 0 0,0 0 0,0 0 0,0 0 0,0 0 16,0 0-16,0 0 0,0 0 0,0 0 0,0 0 0,0 0 16,0 0-16,0 0 0,0 0 0,0 0 0,0 0 0,0 0 15,0 0-15,0 0 0,0 0 0,0 0 0,0 0 0,-24 0 31,24 0-31,0 0 0,0 0 0,0 0 0,0 0 0,0 0 0,0 0 203,0 0-203,0 0 0,0 0 0,0 0 0,-25 0 0,25 0 0,0 0 0,0 0 0,0 0 0,0 0 0,0 0 0,0 0 0,0 0 0,0 0 0,0 0 0,0 0 0,0 0 0,0 0 0,0 0 0,0 0 0,0 0 0,0 0 16,-25 0-16,25 0 0,0 0 0,0 0 0,0 0 0,0 0 0,0 0 0,0 0 0,0 0 0,0 0 0,0 0 0,0 0 0,0 0 0,0 0 15,0 0-15,0 0 0,0 0 0,0 0 0,0 0 0,0 0 16,0 0-16,0 0 0,0 0 0,0 0 0,0 0 16,0 0-16,0 0 0,0 0 0,0 0 0,0 0 0,0 0 0,0 0 0,0 0 15,0 0-15,0 0 0,0 0 0,0 0 0,0 0 0,0 0 0,0 0 0,0 0 0,0 0 16,0 0-16,0 0 0,0 0 0,0 0 0,0 0 15,0 0-15,0 0 0,0 0 0,0 0 16,0 0-16,0 0 0,0 0 0,0 0 62,0 0-62,0 0 0,0 0 0,0 0 0,0 0 0,0 0 0,0 0 0,0 0 0,0 0 16,0 0-16,0 0 0,0 0 0,0 0 0,0 0 0,0 0 0,0 0 0,0 0 16,0 0-16,0 0 0,-25 0 0,25 0 0,0 0 0,0 0 0,0 0 0,0 25 0,0-25 0,0 0 0,0 0 0,0 0 0,0 0 0,0 0 0,0 0 0,0 24 0,0-24 0,0 0 0,0 0 15,-25 0-15,25 25 0,0-25 0,0 0 0,0 0 16,0 0-16,0 0 967</inkml:trace>
  <inkml:trace contextRef="#ctx0" brushRef="#br0" timeOffset="279554.9896">8607 4812 0,'0'0'0,"0"0"0,0 0 0,0-25 15,0 25-15,0 0 0,0 0 0,0 0 0,0 0 0,0 0 0,0 0 0,0 0 0,0 0 0,0 0 0,0 0 0,0 0 0,0 0 0,0 0 0,0 0 0,0 0 0,0 0 0,0 0 0,0 0 0,0 0 0,0 0 0,0 0 0,0 0 0,0 0 0,0 0 0,0 0 0,0 0 0,0 0 0,0 0 0,0 0 0,0 0 0,0 0 0,0 0 0,0 0 16,0 0-16,0 0 0,0 0 0,0 0 0,0 0 0,0 0 16,0 0-16,0 0 0,0 0 15,0 0-15,0 0 0,0 0 16,0 0-16,0 0 0,0 0 0,0 0 0,0 0 0,0 0 0,0 0 15,0 0-15,0 0 0,0 0 0,0 0 0,0 0 0,25 0 0,-25 0 16,0 0-16,0 0 0,0 0 0,25 0 0,-25 0 0,0 0 16,0 0-16,25 0 0,-25 0 0,0 0 0,24 0 0,-24 0 15,25 0-15,-25 0 16,0 0-16,25 0 0,-25 0 0,25 0 0,-25 0 171</inkml:trace>
  <inkml:trace contextRef="#ctx0" brushRef="#br0" timeOffset="281269.0876">9475 4614 0,'-124'347'0,"124"-347"0,0 0 0,0 0 0,0 0 0,0 0 0,0 0 0,0 0 0,0 0 0,0 0 0,0 0 0,0 0 16,0 0-16,0 0 0,0 0 0,0 0 0,25 0 0,-25 0 0,0 0 0,0 0 0,0-25 0,0 25 0,0 0 0,0 0 0,25 0 0,-25 0 0,0 0 0,0 0 0,25 0 0,-25 0 0</inkml:trace>
  <inkml:trace contextRef="#ctx0" brushRef="#br0" timeOffset="282661.1672">9748 4738 0,'0'0'0,"0"0"16,0 0-16,0 0 0,0 0 0,0 0 0,0 0 16,0 0-16,0 0 0,0 0 0,0 0 0,0 0 0,0 0 0,0 0 31,0 0-31,0 0 0,0 0 0,0 0 0,0 0 0,0 0 0,0 0 140,0-50-77,-25 50-63,25 0 0,0 0 0,0 0 0,0-25 0,0 25 0,0 0 15,0 0-15,0 0 0,0 0 0,0 0 16,0 0-16,0 0 0,0 0 0,0 0 0,-24 0 0,24 0 0,0 0 0,0 0 0,0-25 0,0 25 0,0 0 0,0 0 0,0 0 0,0 0 0,0 0 0,-25 0 0,25 0 0,0 0 0,0 0 0,0 0 0,0 0 0,0 0 0,0 0 0,0 0 0,0 0 0,0 0 0,0 0 0,-25 0 0,25-24 0,0 24 0,0 0 0,0 0 0,0 0 0,0 0 15,0 0 1,0 0-16,0 0 0,0 0 0,-25 0 0,25 0 0,0 0 0,0 0 0,0 0 16,0 0-16,0 0 15,0 0-15,0 0 0,0 0 0,0 0 0,-25 0 0,25 0 0,0 0 0,0 0 16,0 0-16,0 0 0,0 0 0,0 0 0,0 0 0,0 0 15,0 0-15,0 0 0,0 0 0,0 0 0,0 0 0,0 0 16,-24 0-16,24 0 0,0 0 0,0 0 0,0 0 16,0 0-16,0 0 0,0 0 0,0 0 0,0 24 0,0-24 0,0 0 0,-25 0 15,25 0-15,0 0 16,0 0-16,0 0 0,0 0 0,0 0 0,0 0 0,0 0 0,0 25 15,0-25-15,-25 0 0,25 0 0,0 0 0,0 0 0,0 0 16,0 0-16,0 25 0,0-25 0,0 0 0,0 0 0,0 0 16,0 0-16,-25 25 0,25-25 0,0 0 0,0 0 15,0 0-15,0 25 16,0-25-16,0 0 0,0 0 0,0 24 0,0-24 0,0 0 15,0 0-15,0 0 0,0 25 0,0-25 0,0 0 0,25 0 0,-25 0 16,0 25-16,0-25 0,0 0 0,0 0 0,0 25 0,0-25 16,0 0-16,0 0 0,0 0 0,0 25 0,25-25 0,-25 0 15,0 0-15,0 0 0,0 0 0,0 25 0,0-25 0,0 0 31,25 0-31,-25 0 0,0 24 0,0-24 0,0 0 0,0 0 0,24 0 16,-24 25-16,0-25 0,0 0 0,0 0 0,0 0 0,25 0 0,-25 0 47,0 25-32,0-25-15,0 0 0,0 0 0,25 0 156,149 0-140,-174 0-16,0-25 0,0 25 0,0 0 0,0 0 0,0 0 0,0 0 0,0 0 0,0 0 0,0-25 0,0 25 0,0 0 0,0 0 0,0 0 0,0 0 0,0 0 0,0-24 0,0 24 0,0 0 0,0 0 0,0 0 0,0 0 0,-25 0 0,25 0 0,0 0 0,0 0 0,0 0 0,0 0 0,0 0 0,0 0 0,0 0 0</inkml:trace>
  <inkml:trace contextRef="#ctx0" brushRef="#br0" timeOffset="285413.3247">10021 4961 0,'124'50'0,"-124"-50"16,-25 0-16,25 0 0,0 24 0,0-24 0,0 0 0,0 0 0,-24 0 0,24 0 0,0 0 0,0 0 0,0 25 0,0-25 0,0 0 0,-25 0 0,25 0 0,0 0 0,0 0 0,0 0 0,0 25 0,0-25 0,-25 0 0,25 0 0,0 0 0,0 0 0,0 0 0,0 0 0,0 0 0,0 0 0,0 0 0,0 0 0,0 0 0,0 0 0,0 0 0,0 0 0,0 0 0,0 0 0,0 0 15,0 0 1,0 0-16,0 0 0,0 0 0,0 0 0,0 0 0,0 0 15,0 0-15,0 0 0,0 0 0,0 0 0,0 0 0,0 0 16,0 0-16,0 0 0,0 0 0,0 0 0,0 0 0,0 0 0,0 0 16,0 0-16,0 0 0,0 0 0,0 0 0,0 0 0,0 0 15,0 0 1,0 0-16,0-25 0,0 25 0,0 0 0,0 0 0,25 0 0,-25 0 15,0 0-15,0 0 0,0 0 0,0-25 0,0 25 0,25 0 16,-25 0-16,0 0 0,0 0 0,0 0 0,0 0 0,0 0 62,0 0-62,24 0 0,-24 0 0,0 0 0,0 0 0,0 0 0,0 0 0,0 0 0,25 0 0,-25 0 0,0 0 0,0 0 0,0 0 0,0 0 0,0 0 0,25 0 0,-25 0 0,0 0 0,0 0 0,0 0 0,0 0 0,0 0 0,25 0 0,-25 0 16,0 0-16,0 0 0,0 0 0,0 0 0,25 0 0,-25 0 16,0 25-16,0-25 0,0 0 15,0 0-15,0 0 0,0 0 16,0 0-16,24 0 0,-24 0 0,0 0 0,0 25 0,0-25 0,0 0 15,0 0-15,0 0 0,0 0 0,0 0 0,0 0 0,0 25 0,0-25 16,0 0-16,0 0 0,0 0 0,0 0 0,0 25 0,0-25 16,0 0-16,0 0 0,0 0 15,0 24-15,0-24 16,0 0-16,0 0 0,0 25 0,0-25 0,0 0 0,0 0 0,0 0 0,0 25 0,-24-25 15,24 0-15,0 0 0,0 0 0,0 0 0,0 25 0,0-25 47,0 0 125,-174 0-172,174 0 0,-25 0 0,25 0 0,0 0 0,0 0 0,0 0 0,0 0 0,0 0 0,0 0 0,-25 0 0,25 0 0,0 0 0,0 0 0,0 0 0,0 0 0,0 0 0,0 0 0,0 0 0,0 0 0,0 0 0,0 0 0,0 0 0,0 0 0,0 0 0,0 0 0,0 0 0,0 0 0,0 0 15,0 0-15,0 0 0,0 0 0,0 0 0,0-25 0,0 25 0,0 0 0,0 0 0,0 0 32,25 0-32,-25 0 0,0-25 0,0 25 0,0 0 0,0 0 0,0 0 0,0-25 15</inkml:trace>
  <inkml:trace contextRef="#ctx0" brushRef="#br0" timeOffset="287776.4598">11237 4787 0,'0'0'0,"0"0"16,0 0-16,0 0 0,0 0 0,0 0 0,0 0 0,0 0 16,0 0-16,0 0 0,0 0 0,0 0 0,0 0 0,0 0 0,0 0 15,0 0-15,0 0 0,0 0 0,0 0 0,0 0 0,0 0 16,0 0-16,0 0 0,0 0 0,0 0 0,0 0 0,0 0 15,0 0 1,0 0-16,0 0 0,0 0 16,0 0-16,0 0 0,0 0 0,0 0 0,0 0 0,0 0 0,0 0 0,0 0 0,0 0 15,0 0-15,0 0 0,0 0 0,0 0 0,0 0 0,0 0 0,0 0 0,0 0 16,24 0-16,-24 0 0,0 0 0,0 0 0,0 0 0,0 0 31,0 0-31,0 0 0,0 0 0,0 0 0,0 0 0,0 0 0,0 0 0,0 0 187,248 0-171,-198 0-16,-50 0 0,25 0 0,-25 0 0,0 0 0,25 0 0,-25 0 0,0 0 0,24 0 0,-24 0 0,0 0 0,0 0 0,25 0 0,-25 0 0,0 0 15,0 0-15,0 0 0,25 0 0,-25 0 0,0 0 0,0 0 0,0-25 0,0 25 0,0 0 0,0 0 0,0 0 0,0 0 0,0 0 0,0 0 16,0 0-16,0 0 0,0 0 0,0 0 0,0 0 16,0 0-16,0 0 0,0 0 0,0 0 0,0 0 0,0 0 15,0 0-15,0 0 0,0 0 0,0 0 0,0 0 0,0-24 0,-25 24 0,25 0 0,0 0 0,0 0 0,0 0 0,0 0 0,0 0 16,0 0-16,0 0 0</inkml:trace>
  <inkml:trace contextRef="#ctx0" brushRef="#br0" timeOffset="291035.6462">11509 4514 0,'0'0'16,"0"0"-16,0 0 0,0 0 0,0 0 0,0 0 0,0 0 16,0 0-16,0 0 0,0 0 0,0 0 0,0 0 0,0 0 0,0 0 15,0 25-15,0-25 0,0 0 0,0 0 0,0 0 250,0 0-250,0 0 0,0 0 15,0 0-15,0 0 0,0 0 0,0 0 0,0 0 16,0 0-16,0 0 0,0 0 0,0 0 0,0 0 0,0 0 0,0 0 0,0 25 0,0-25 0,0 0 0,0 0 0,0 0 0,0 25 0,0-25 0,-24 25 0,24-25 0,0 0 0,0 24 0,0-24 0,0 25 0,0-25 16,0 25-1,0-25-15,0 25 0,0-25 0,0 25 0,0-25 0,0 24 0,0-24 0,0 25 0,0-25 0,0 25 0,0-25 0,0 0 0,0 25 0,0-25 0,0 25 0,0-25 0,0 0 0,0 25 0,0-25 0,0 0 0,0 24 16,0-24-16,0 0 0,0 25 0,0-25 0,0 0 0,0 0 0,-25 25 15,25-25-15,0 0 0,0 0 0,0 25 0,0-25 0,0 0 16,0 0-16,0 0 16,0 25-16,0-25 0,0 0 0,0 0 0,0 0 0,0 0 0,0 0 15,0 0-15,0 0 0,0 0 0,0 0 0,0 0 0,0 0 0,0 0 16,0 0-16,0 0 0,0 0 0,0 0 0,0 0 0,0 0 15,0 0-15,0 0 0,0 0 0,0 0 0,0 0 0,0 0 16,0 0-16,0 0 16,0 0-16,0 0 0,0 0 0,0 0 0,0 0 15,0 0-15,0-25 0,0 25 0,0 0 0,-25 0 0,25 0 0,0-25 94,0 25 686</inkml:trace>
  <inkml:trace contextRef="#ctx0" brushRef="#br0" timeOffset="293234.772">12179 4862 0</inkml:trace>
  <inkml:trace contextRef="#ctx0" brushRef="#br0" timeOffset="295944.9271">12353 4589 0,'0'0'0,"0"0"0,0 0 0,-25 0 0,25 0 0,0 0 0,0 0 0,0 0 0,0 0 15,0 0-15,0 0 0,0 0 0,0 0 0,0 0 0,0 0 0,0 0 0,0 0 0,0 0 0,0 0 0,0 0 0,0 0 0,0 0 0,0 0 0,0 0 0,0 0 0,0 0 16,0 0-16,0 0 0,0 0 0,0 0 0,0 0 0,0 0 0,0 0 0,0 0 0,0 0 0,0 0 0,0 0 16,0 0-16,-25 0 0,25 0 0,0 0 0,0 0 0,0 0 0,0 0 0,0 0 0,0 0 0,0 0 0,0 0 0,0 0 0,0 0 15,0 0-15,0-50 156,0 50-156,0 0 0,0 0 0,0 0 0,0 0 0,25 0 0,-25 0 0,0 0 0,0 0 0,0 0 0,0 0 16,0 0-16,0-25 0,0 25 0,0 0 0,0 0 15,0 0-15,25 0 0,-25 0 0,0 0 0,0 0 0,0 0 0,0 0 0,0 0 0,0 0 0,25 0 0,-25 0 0,0 0 0,0 0 0,0 0 0,24 0 16,-24 0-16,0 0 0,0 0 0,0 0 0,25 25 0,-25-25 0,0 0 0,0 0 0,0 0 0,0 0 0,25 0 0,-25 0 0,0 0 16,0 0-16,0 0 0,0 0 0,0 0 0,25 25 0,-25-25 0,0 0 0,0 0 0,0 0 0,0 0 0,0 0 31,0 25-31,0-25 0,25 0 0,-25 0 0,0 0 0,0 0 0,0 25 15,0-25-15,0 0 0,0 0 0,0 0 0,0 0 0,0 24 16,0-24-16,0 0 0,0 0 0,0 0 0,0 0 0,0 25 0,24-25 16,-24 0-16,0 0 0,0 25 0,-24-25 0,24 0 0,0 0 0,0 25 31,0-25-31,0 0 0,0 0 0,0 25 0,0-25 0,0 0 0,0 0 15,0 24-15,0-24 0,0 0 0,0 0 0,0 0 0,-25 25 0,25-25 47,0 0-47,0 0 0,0 25 0,0-25 0,0 0 0,0 0 0,0 0 0,-25 25 0,25-25 0,0 0 0,0 0 0,0 0 0,0 25 0,0-25 16,-25 0-1,25 0-15,0 0 0,0 0 0,0 25 0,-25-25 0,25 0 0,0 0 0,0 0 0,0 0 0,0 0 0,0 0 16,-24 0-16,24 0 0,0 24 0,0-24 0,0 0 0,0 0 16,0 0-16,-25 0 0,25 0 0,0 0 0,0 0 0,0 0 15,0 0-15,0 0 0,-25 0 0,25 0 0,0 0 0,0 0 0,0 0 16,0-24-16,-25 24 15,25 0-15,0 0 0,0 0 0,0 0 0,0 0 16,0 0-16,0 0 0,0 0 0,0 0 0,-25 0 0,25 0 16,0 0-16,0 0 0,0 0 0,0 0 0,0 0 0,0 0 15,0 0-15,0 0 0,0 0 0,0 0 0,0 0 0,-24 0 0,24 0 16,0 0-16,0 0 0,0 0 0,0 0 0,0 0 0,0 0 0,0 0 15,0 0-15,0-25 0,0 25 0,0 0 16,0 0-16,0 0 16,24 0-16,-24 0 0,0 0 0,0-25 0,0 25 0,0 0 1029</inkml:trace>
  <inkml:trace contextRef="#ctx0" brushRef="#br0" timeOffset="298929.0977">12799 4589 0,'0'0'0,"0"0"15,0 0-15,0 0 0,0 0 0,0 0 0,0 0 16,0 0-16,0 0 0,0 0 0,0 0 0,0 0 0,0 0 0,0 0 15,0 0-15,0 0 0,0 0 0,0 0 0,0 0 0,0 0 0,0 0 16,0 0-16,0 0 0,0 0 0,0 0 0,0 0 0,0 0 0,0 0 31,0 0-31,0 0 0,0 0 0,0 0 0,0 0 0,0 0 16,0 0-16,0 0 0,0 0 0,0 0 0,0 0 0,0 0 0,0 0 140,25 0-140,-25 0 0,0 0 0,0 0 0,0 0 0,0 0 0,0 0 0,0 0 0,0 0 0,0 0 16,0 0-16,0 0 0,0 0 0,0 0 0,0 0 0,0 0 0,0 0 0,0 0 0,0 0 0,0 0 0,0 0 0,0 0 15,0 0-15,0 0 0,0 0 0,0 0 16,0 0-16,0 0 0,0 0 0,0 0 0,0 0 0,0 0 0,0 0 0,0 0 0,0 0 0,0 0 0,0 0 0,0 0 0,0-25 16,0 25-16,0 0 0,0 0 0,0 0 15,0 0-15,0 0 0,0 0 0,0 0 0,0 0 16,0 0-16,0 0 0,0 0 0,0 0 0,0 0 0,0 0 0,0 0 0,0 0 0,0 0 0,0 0 0,0 0 0,-25 0 0,25 0 0,0 0 0,0 0 15,0 0-15,0 0 0,0 0 0,0-25 0,0 25 0,0 0 0,0 0 0,0 0 16,0 0-16,0 0 0,0 0 0,0 0 0,0 0 0,-25 0 0,25 0 62,0 0-62,0 0 0,0 0 0,0 0 0,0 0 0,0 0 0,0-25 0,-24 25 0,24 0 0,0 0 0,0 0 0,0 0 0,0 0 0,0 25 0,0-25 0,0 0 16,0 0-16,-25 0 0,25 0 0,0 0 0,0 0 0,0 0 0,0 0 0,0 0 16,0 0-16,0 0 0,0 0 0,0 0 0,-25 0 15,25 0-15,0 0 0,0 0 0,0 0 0,0 0 0,0 0 16,0 0-16,0 0 0,0 0 0,0 0 0,0 0 0,0 0 0,0 0 15,-25 0-15,25 0 0,0 0 0,0 0 0,0 0 0,0 0 0,0 25 312</inkml:trace>
  <inkml:trace contextRef="#ctx0" brushRef="#br0" timeOffset="300683.1981">12874 4614 0,'0'0'0,"0"0"0,0 0 16,0 0-16,0 0 16,0 0-16,0 0 0,0 0 0,0 0 0,0 0 0,0 0 202,-50-75-202,50 75 16,0 0-16,0 0 0,0 0 0,-25 0 0,25 0 0,0 0 0,0 0 0,0 0 0,0 0 0,0 0 0,0 0 0,0 0 0,0 0 0,0 0 0,0 0 0,0 0 0,0 0 0,0 0 0,0 0 0,-25 0 0,25 0 0,0 0 0,0 0 16,0 0-16,0 0 0,0 0 0,-24 0 0,24 0 0,0 0 0,0 0 0,0 0 0,0 0 0,-25 0 0,25 25 0,0-25 0,0 0 0,0 0 0,-25 0 0,25 0 0,0 0 0,0 0 0,0 0 15,-25 0-15,25 0 0,0 0 0,0 0 16,0 0-16,0 0 0,-25 0 15,25 0-15,0 0 0,0 0 0,0 0 0,0 0 16,0 0-16,0 0 0,0 0 0,0 0 0,0 0 0,0 0 0,-24 0 0,24 0 16,0 0-16,0 0 0,0 0 0,0 0 0,0 25 0,0-25 31,0 0-31,0 0 0,-25 0 0,25 0 0,0 0 0,0 0 0,0 0 0,0 0 0,0 0 0,0 0 0,0 0 15,0 0-15,0 0 0,0 25 0,-25-25 0,25 0 0,0 0 16,0 0 0,0 0-16,0 0 0,0 0 0,0 0 0,0 0 0,0 0 0,0 0 15,0 24-15,0-24 0,-25 0 0,25 0 0,0 0 0,0 0 0,0 0 16,0 0-16,0 25 0,0-25 0,0 0 0,0 0 0,0 0 15,0 25-15,0-25 0,0 0 0,0 0 0,0 0 0,0 25 16,0-25-16,0 0 0,0 0 0,0 25 16,0-25-16,0 0 0,0 0 15,0 24-15,0-24 0,0 0 0,0 0 0,0 25 0,25-25 16,-25 0-16,0 0 0,0 25 0,0-25 0,0 0 0,0 0 0,0 0 15,0 25-15,25-25 0,-25 0 0,0 0 0,0 25 0,0-25 16,0 0-16,0 0 0,25 0 0,-25 0 0,0 25 0,0-25 0,0 0 62,24 0 63,150 74-125,-174-74 0,0 0 0,0 0 0,0-25 0,25 25 0,-25 0 0,0 0 0,0 0 0,0 0 0,0 0 0,25 0 0,-25-25 0,0 25 0,0 0 0,0 0 0,0 0 0,24 0 0,-24 0 0,0-24 0,0 24 0,0 0 0,0 0 0,0 0 0,25 0 16,-25 0-16,0 0 0,0-25 0,0 25 0,0 0 15,0 0-15,0 0 0,25 0 0,-25 0 0,0 0 0,0-25 0,0 25 0,0 0 0,0 0 0,0 0 0,0 0 0,0 0 0,0 0 0,0 0 47,0 0-47,0 0 0,0 0 0,0 0 0,0 0 0,0 0 0,0 0 0,0 0 0,0 0 0,0 0 0,0 0 0,0 0 0,0 0 0,0 0 16,0 0-16,0 0 0,0 0 0,-25 0 0,25 0 0,0 0 0,0-25 0,0 25 0,0 0 15,0 0-15,0 0 0,0 0 0,0-25 0,25 25 0,-25 0 0,0 0 32,0-25-32</inkml:trace>
  <inkml:trace contextRef="#ctx0" brushRef="#br0" timeOffset="304348.4077">13419 4936 0,'0'0'16,"0"0"-16,0 0 0,0 0 0,0 0 0,0-25 0,0 25 16,0 0-16,0 0 0,0 0 0,0 0 15,0 0-15,0 0 0,0 0 16,0 0-16,0 0 0,0 0 15,0 0-15,0 0 0,0 0 0,0 0 0,0 0 0,0 0 0,0 0 0,0 0 0,0 0 16,0 0-16,0 0 0,0 0 0,0 0 0,0 0 0,0 0 16,0 0-16,0 0 0,0 0 0,0 0 0,0 0 0,0 0 0,0 0 0,0 0 0,0 0 15,0 0-15,0 0 16,0 0-16,0 0 0,0 0 0,0 0 0,0 0 0,0 0 0,0 0 15,0 0-15,0 0 0,0 0 0,0 0 0,0 0 0,0 0 16,0 0-16,0 0 0,0 0 0,0 0 0,0 0 0,0 0 0,0 0 16,0 0-16,0 0 15,0 0-15,0 0 0,0 0 0,0 0 16,0 0-16,0 0 0,0 0 0,0 0 0,0 0 0,0 0 0,0 0 15,0 0-15,0 0 0,0 0 0,0 0 0,0 0 0,0 0 16,0 0-16,0 0 0,0 0 0,0 0 0,0 0 0,0 0 0,0 0 16,0 0-16,0 0 0,0 0 0,0 0 0,0 0 93,0 0-93,0 0 0,0 0 16,0 0-16,0 0 0,0 0 0,0 0 0,0 0 0,0 0 0,0 0 0,0 0 0,0 0 0,0 0 0,0 0 0,0 0 0,0 0 0,-24 0 0,24 0 0,0 0 0,0 0 0,0 0 0,0 25 0,0-25 0,0 0 0,0 0 0,-25 0 0,25 0 0,0 0 0,0 25 0,0-25 15,0 0-15,0 0 0,-25 0 0,25 25 16,0-25-16,0 0 0,0 0 0,0 25 16,-25-25-16,25 0 0,0 0 0,0 0 0,0 24 0,-25-24 0,25 0 78,0 0-78,0 25 0,-24-25 0,24 0 0,0 0 0,0 0 0,0 25 15,0-25-15,0 0 0,0 0 0,0 0 16,0 0-16,0 0 0,-25 25 0,25-25 0,0 0 0,0 0 15,0 0-15,0 0 0,0 0 0,0 0 0,0 0 0,0 0 0,0 0 0,0 25 0,0-25 0,-25 0 0,25 0 0,0 0 0,0 0 0,0 0 0,0 0 0,0 0 0,0 0 0,0 0 0,0 24 0,0-24 0,0 0 0,0 0 0,0 0 0,-25 0 0,25 0 0,0 0 0,0 0 0,0 0 16,0 0-16,0 0 0,0 0 0,0 0 0,0 0 0,0 0 0,0 0 0,0 0 0,0 0 16,0 25-16,0-25 0,0 0 0,0 0 0,0 0 0,0 0 15,0 0-15,0 0 0,0 0 0,0 0 0,0 0 0,0 0 16,0 0-16,0 0 16,0 0-16,0 0 0,0 0 15,0 0-15,0 0 0,0 0 16,0 0-16,0 0 0,0 0 0,0 0 0,0 0 0,0 0 0,0 0 0,0 0 405</inkml:trace>
  <inkml:trace contextRef="#ctx0" brushRef="#br0" timeOffset="306173.5121">13419 5135 0,'0'0'0,"0"0"0,0 0 0,0 0 0,0 0 0,0 0 0,0 0 0,0 0 0,0 0 0,0 0 0,0 24 0,0-24 0,0 0 0,0 0 0,0 0 0,0 0 0,0 0 0,0 0 0,0 0 0,0 0 0,0 0 0,0 0 0,0 0 0,0 0 0,0 0 0,0 0 0,0 0 0,0 0 0,0 0 0,0 0 0,0 0 0,0 0 0,0 0 0,0 0 0,0 0 0,0 0 0,0 0 15,0 0-15,0 0 0,0 0 0,0 0 0,0 0 16,0 0-16,0 0 0,0 0 0,0 0 0,0 0 16,0 0 15,0 0-31,0 0 0,0 0 0,0 0 15,0 0-15,0 0 0,0 0 0,0 0 0,0 0 0,0 0 0,0 0 0,0 0 0,0 0 16,0 0-16,0 0 0,0 0 0,0 0 0,0 0 0,0 0 0,0 0 0,0 0 0,0 0 0,0 0 0,0 0 16,0 0-16,0 0 0,0 0 0,0 0 0,0 0 0,0 0 0,0 0 0,0 0 31,0 0-31,0 0 0,0 0 0,0 0 0,0 0 0,0 0 0,0 0 15,0 0-15,0 0 0,0 0 0,0 0 0,0 0 0,0 0 16,0 0-16,0 0 0,0 0 0,0 0 0,0 0 0,0 0 0,0 0 16,0 0-16,0 0 0,0 0 0,0 0 0,0 0 0,0 0 15,0 0-15,0 0 0,0 0 0,0 0 0,0 0 0,0 0 16,0 0-16,0 0 0,0 0 0,0 0 15,0 0-15,0 0 0,0 0 172,-24 0-172,24 0 0,0 0 0,0 0 16,0 0-16,0 0 0,0 0 0,0 0 0,0 0 15,0 0-15,0 0 0,0 0 0,-25 0 0,25 0 0,0 0 0,0 0 0,0 0 16,0 0-16,0 0 15,0 0-15,0 0 0,0 0 0,-25 0 0,25 0 0,0 0 0,0 0 0,0 0 0,0 0 0,0 0 0,0 0 0,0 0 16,0 0-16,-25 0 0,25 0 0,0 0 0,0 0 0,0 0 0,0 0 0,0 0 0,0 0 0,0 0 0,0 0 16,0 0-16,0 0 0,0 0 0,0 0 0,0 0 0,0 0 0,0 0 0,0 0 0,0 0 0,0 0 0,0 0 0,0 0 0,0 0 15,0 0-15,0 0 0,0 0 0,0 0 0,0 0 0,0 0 0,0 0 0,0 0 0,0 0 0,0 25 0,0-25 16,0 0-16,-25 0 0,25 0 0,0 0 0,0 0 0,0 0 15,0 0-15,0 0 0,0 0 0,0 0 0,0 0 0,0 0 0,0 0 16,-24 0-16,24 0 0,0 0 0,0 0 0,0 0 16,0 0-16,0 0 0,0 0 0,0 0 0,0 0 15,0 0-15,0 0 0,0 0 0,0 0 0,0 0 562</inkml:trace>
  <inkml:trace contextRef="#ctx0" brushRef="#br0" timeOffset="308055.6198">13667 4936 0,'0'0'0,"0"0"0,0 0 0,0 0 15,0 0-15,0 0 0,0 0 0,0 0 0,0 0 0,0 0 0,0 0 0,0 0 0,0 0 0,0 0 0,0 0 0,0 0 0,0 0 0,0 0 0,0 0 0,0 0 0,0 0 0,0 0 16,0 0-16,0 0 0,0 0 0,0 0 0,0 0 0,0 0 15,0 0 1,0 0-16,0 0 0,0 0 0,-24 0 16,24 0-16,0 0 0,0 0 0,0 0 0,0 0 0,0 0 0,0 0 15,0 0-15,0 0 0,0 0 0,0 0 0,0 0 0,0 0 0,0 0 16,0 0-16,0 0 0,0 0 0,0 0 0,0 0 0,0 0 15,0 0-15,0 0 0,0 0 0,0 0 0,0 0 0,0 0 0,0 0 63,0 0-63,0 25 0,0-25 0,0 0 0,0 0 0,0 25 0,0-25 0,0 0 15,0 0-15,0 25 0,0-25 0,0 24 16,0-24-16,-25 0 0,25 25 0,0-25 0,0 25 0,0-25 0,0 0 0,0 25 0,0-25 0,0 25 0,0-25 0,0 24 0,0-24 0,0 25 16,0-25-16,0 25 0,0-25 0,0 0 0,0 25 0,0-25 0,0 25 0,0-25 0,0 24 0,0-24 0,0 0 0,0 25 15,0-25 1,0 0-16,0 25 0,0-25 0,0 0 0,0 25 0,0-25 0,0 0 15,0 0-15,0 0 0,0 0 0,0 25 0,0-25 0,0 0 16,0 0-16,0 0 0,0 0 0,0 0 0,0 0 0,0 0 0,0 0 16,0 0-16,0 0 0,0 0 0,0 0 842</inkml:trace>
  <inkml:trace contextRef="#ctx0" brushRef="#br0" timeOffset="309054.6768">14362 4837 0,'0'0'0,"0"0"15,0 0-15,0 0 0,0 0 0,0 0 0,0 0 16,0 0-16,0 0 0,0 0 0,0 0 0,0 0 0,0 0 0,0 0 0,0 0 47,25 25 109,-25-25-156,0 0 0,0 0 0,25 0 0,-25 0 0,0 0 0,24 0 0,-24 0 0,0 0 0,25 0 0,-25 0 0,0 0 15,25 0-15,-25 0 0,25 0 16,-25 0-16,0 0 0,25 0 0,-25 0 0,24 0 0,-24 0 0,0 0 0,25 0 0,-25 0 0,0 0 0,25 0 0,-25 0 0,0 0 0,25 0 0,-25 0 0,0 0 0,0 0 0,0 0 0,0 0 0,25 0 0,-25 0 0,0 0 0,0 0 0,0 0 0,0 0 0,0 0 15,0 0-15,0 0 0,0 0 0,0 0 0,0 0 16,0 0-16,0 0 0,0-25 16,0 25-16,0 0 0,0 0 0,0 0 0,0 0 0,0 0 0,0 0 0,0 0 15,0 0-15,0 0 0,0 0 0,0 0 16,0 0-16,0 0 0,0 0 0,-25 0 0,25 0 0,0 0 0,0 0 15,0 0-15,0 0 0,0 0 0</inkml:trace>
  <inkml:trace contextRef="#ctx0" brushRef="#br0" timeOffset="311686.8274">14362 5135 0,'0'0'0,"0"0"0,0 0 0,0 0 0,25 0 16,-25 0-16,0 0 0,0 0 0,0 0 0,0 0 0,0 0 0,0 0 0,0 0 0,0 0 15,0 0-15,0 0 0,0 0 0,0 0 16,0 0-16,0 0 0,0 0 0,0 0 0,0 0 0,0 0 0,0 0 15,0 0-15,0 0 0,0 0 0,0 0 0,0 0 0,0 0 0,0 0 0,0 0 0,0 0 0,0 0 0,0 0 78,25 0-78,-25 0 0,0 0 0,0 0 0,0 0 0,0 0 0,0 0 0,0 0 0,0 0 0,0 0 0,0 0 0,0 0 0,0 0 0,0 0 0,0 0 0,0 0 16,0 0-16,0 0 0,0 0 0,0 0 0,0 0 0,0 0 0,0 0 0,0 0 0,0 0 0,0 0 0,0 0 0,0 0 0,0 0 0,0 0 0,0 0 16,0 0-16,0 0 0,0 0 15,0 0-15,0 0 0,0 0 0,0 0 0,0-25 0,0 25 0,0 0 0,0 0 0,0 0 0,0 0 16,0 0-16,0 0 0,0 0 0,0 0 0,24 0 0,-24 0 0,0 0 15,0 0-15,0 0 0,0 0 0,0 0 0,0 0 0,25 0 0,-25 0 16,0 0-16,0 0 0,0 0 0,25 0 0,-25 0 0,0 0 31,0 0-31,25 0 0,-25 0 0,0 0 0,25 0 0,-25 0 0,0 0 16,24 0-16,-24 0 0,0 0 0,25 0 15,-25 0-15,25 0 0,-25 0 0,25 0 0,-25 0 0,0 0 0,25 0 0,-25 0 0,0 0 16,24-25-16,-24 25 0,0 0 0,0 0 0,25 0 0,-25 0 16,0 0-16,0 0 0,25 0 0,-25 0 0</inkml:trace>
  <inkml:trace contextRef="#ctx0" brushRef="#br0" timeOffset="314142.9679">15453 4787 0,'0'0'0,"0"0"0,0 0 0,0 0 0,0 0 0,0 0 0,0 0 0,0 0 0,0 0 0,0 0 0,0 0 0,0 0 0,0 0 0,0 0 0,0 0 0,0 0 15,0 0-15,0 0 0,0 0 0,0 0 0,0 0 0,0 0 0,0 0 0,0 0 0,0 0 0,0 0 0,0 0 16,0 0-16,0 0 0,0 0 0,0 0 0,0 0 0,0 0 0,0 0 0,0 0 0,-24 0 0,24 0 0,0 0 16,0 0-16,0 0 0,0 0 0,0 0 15,0 0-15,0 0 0,0 0 0,0 0 0,0 0 0,0 0 0,0 0 0,0-25 0,-25 25 0,25 0 0,0 0 0,0 0 0,0 0 0,0 0 16,0 0-16,0 0 0,0 0 0,0 0 0,0 0 0,0 0 0,0 0 0,-25 0 15,25-24-15,0 24 0,0 0 0,0 0 0,0 0 16,0 0-16,0 0 0,0 0 16,-25 0-16,25 0 0,0 0 0,0 0 15,0 0-15,0 0 0,0 0 0,0 0 0,0 0 0,-25 0 0,25 0 0,0 0 47,0 0-47,0 0 0,0 0 0,0 0 0,0 0 0,-25 0 0,25 0 0,0 0 0,0 0 0,0 0 16,0 0-16,0 0 0,0 0 0,0 0 0,0 0 0,0 0 0,0 0 0,-24 0 0,24 0 0,0 0 0,0 0 15,0 0-15,0 0 0,0 0 0,0 0 0,0 0 0,-25 0 16,25 0-16,0 0 0,0 0 0,0 24 0,0-24 0,0 0 15,0 0-15,0 0 0,-25 0 0,25 0 0,0 0 0,0 0 0,0 0 16,0 0-16,0 0 0,0 0 0,0 0 16,0 0-16,-25 0 15,25 0-15,0 0 0,0 0 0,0 25 0,0-25 16,0 0-16,0 0 0,0 0 0,0 0 0,-25 0 0,25 0 0,0 0 0,0 0 15,0 25-15,0-25 0,0 0 0,0 0 0,0 0 0,0 0 0,0 25 16,0-25-16,0 0 0,0 0 0,0 0 0,0 0 0,-24 0 0,24 25 16,0-25-1,0 0-15,0 0 0,0 0 0,0 0 0,0 0 0,0 0 16,0 0-16,0 25 0,0-25 0,0 0 0,0 0 171,24 99-171,-24-99 0,0 0 0,0 0 16,0 25-16,0-25 0,25 0 0,-25 0 0,0 24 0,0-24 0,0 0 0,0 0 0,25 0 0,-25 25 0,0-25 0,0 0 0,0 0 0,0 0 0,25 0 0,-25 25 0,0-25 0,0 0 0,0 0 0,0 0 0,0 0 16,25 0-16,-25 0 0,0 0 0,0 0 15,0 25-15,0-25 0,24 0 0,-24 0 0,0 0 0,0 0 0,0 0 16,25 0-16,-25 0 0,0 0 0,0 0 0,25 0 0,-25 0 0,0 0 0,0 0 0,25 0 0,-25 0 0,0 0 0,0 0 0,0 0 0,25 0 0,-25 0 0,0 0 15,0 0-15,25 0 0,-25 0 0,0 0 0,0 0 0,24-25 16,-24 25-16,0 0 0,0 0 0,25 0 0,-25 0 16,0 0-16,0 0 0,0 0 0,25 0 0,-25 0 15,0 0-15,0-25 0,0 25 0,25 0 0,-25 0 0,0 0 0,0 0 0,0 0 16,0 0-16,0 0 0,0 0 0,25 0 0,-25 0 0,0 0 0,0 0 15,0 0-15,0-25 16,0 25-16,0 0 0,0 0 0,0 0 0,0 0 16,0 0-16,24 0 0,-24 0 0,0 0 0,0 0 0,0 0 15,0 0-15,0 0 0,0-24 0,0 24 0,25 0 0,-25 0 0,0 0 16,0 0-16,0 0 0,0-25 0,0 25 0,0 0 0,0 0 15</inkml:trace>
  <inkml:trace contextRef="#ctx0" brushRef="#br0" timeOffset="316617.1094">15453 4787 0,'199'124'0,"-199"-124"0,0 0 0,25 0 0,-25 0 0,0 0 0,0 0 0,0 0 0,0 0 0,0 0 0,0 0 0,0 25 0,0-25 16,0 0-16,0 0 0,0 0 0,0 0 0,0 0 0,0 0 0,0 0 0,0 0 0,0 0 0,0 0 0,0 0 0,0 0 0,0 25 0,0-25 0,0 0 0,0 0 0,0 0 0,0 0 0,0 0 0,0 0 0,0 0 0,0 0 0,0 0 0,0 0 0,0 0 0,0 0 16,0 25-16,0-25 0,0 0 0,24 0 0,-24 0 0,0 0 15,0 0-15,0 0 0,0 0 0,0 0 0,0 0 0,0 0 31,0 0-31,0 0 0,0 0 0,0 0 0,0 0 0,0 0 0,0 25 0,0-25 16,0 0-16,0 0 0,0 0 0,0 0 0,0 0 0,0 0 16,0 0-16,0 0 0,0 0 0,0 24 0,0-24 0,0 0 15,0 0-15,0 0 0,0 0 0,0 0 0,0 0 0,0 0 0,0 0 31,0 0-31,0 0 0,0 0 0,0 0 0,0 0 16,0 0-16,0 0 0,0 0 0,0 25 16,0-25-16,0 0 0,0 0 0,0 0 0,0 0 0,0 0 0,0 0 15,0 0-15,0 0 0,0 0 0,0 0 16,0 0-16,0 0 0,0 0 0,0 0 0,0 25 0,0-25 0,0 0 0,0 0 0,0 0 15,0 0-15,0 0 0,0 0 0,0 0 0,0 0 0,0 0 16,0 0-16,0 0 0,0 0 0,0 0 0,0 0 0,0 0 0,0 0 16,0 0-16,0 0 0,-24 0 0,24 0 0,0 0 0,0 0 15,0 0 1,0 25-16,0-25 0,0 0 15,0 0-15,0 0 0,0 0 0,0 0 0,0 0 0,0 0 0,0 0 0,0 0 0,0 0 16,0 0-16,0 0 0,0 0 0,0 0 0,0 0 0,0 0 0,0 0 94</inkml:trace>
  <inkml:trace contextRef="#ctx0" brushRef="#br0" timeOffset="340063.4505">17140 3770 0,'0'0'0,"0"0"0,0 0 0,0 0 0,0 0 31,0 0-31,0 0 0,0 0 0,0 0 0,0 0 0,0 0 0,0 0 0,0 0 0,0 0 0,0 0 16,0 0-16,0 0 0,0 0 0,0 0 0,0 0 0,0 0 0,0 0 0,0 0 0,0 0 0,0 0 0,0 0 0,0 0 0,0 0 0,0 0 16,0 0-1,0 0-15,0 0 0,0 0 0,0 0 0,0 0 0,0 0 0,0 0 0,0 0 0,0 0 0,0 0 125,198 25-78,-198-25-47,25 0 15,0 0-15,-25 0 0,0 0 0,0 0 0,0 0 0,25 0 0,-25 0 0,0 0 16,0 0-16,0 0 0,25 0 0,-25 25 16,0-25-16,0 0 0,0 0 15,24 0-15,-24 0 0,0 0 0,0 0 0,0 0 0,0 0 0,0 0 0,0 0 0,0 0 0,25 0 0,-25 0 0,0 0 0,0 0 0,0 0 0,0 0 16,0 0-16,0 0 0,0 0 0,0 0 0,0-25 0,0 25 0,0 25 0,0-25 0,0 0 0,0 0 0,25 0 0,-25 0 0,0 0 0,0 0 0,0 0 0,0 0 0,0 0 0,0 0 15,0-25-15,0 25 0,0 0 0,0 0 0,0 0 0,0 0 0,0 0 0,0 0 0,25 0 0,-25 0 0,0 0 16,0 0-16,0 0 0,0 0 0,0 0 0,0 0 16,0 0-16,0 0 15,0 0-15,0 0 0,0 0 0,0 0 0,0 0 0,0 0 0,0 0 0,0 0 16,0 0-16,0 0 0,0 0 0,0 0 0,0 0 0,0 0 15,0 0-15,0 0 0,0 0 0,0 0 0,0 0 0,0 0 0,0 0 0,0 0 16,0 0-16,0 0 0,0 0 0,0 0 0,0 0 0,0 0 31,0 0-31,0 0 0,0 0 0,0 0 0,0 0 0,0 0 0,0 0 0,0 0 16,0 0-16,0 0 0,0 0 0,0 0 0,0 0 0,0-25 249</inkml:trace>
  <inkml:trace contextRef="#ctx0" brushRef="#br0" timeOffset="340609.4817">17264 3721 0,'0'0'31,"0"0"-31,0 0 0,0 0 0,0-25 0,0 25 0,0 0 0</inkml:trace>
  <inkml:trace contextRef="#ctx0" brushRef="#br0" timeOffset="342725.6027">17041 3572 0,'0'0'16,"0"0"-16,0 0 0,0 0 0,0 0 0,0 0 31,0 0 468,49 0-452,26 25-47,-75-25 0,0 0 0,25 0 0,-25 0 0,0 0 0,0 0 0,24 0 0,-24 0 0,0 0 31,25 0-31,-25 24 0,0-24 0,25 0 0,-25 0 0,0 0 0,25 0 0,-25 0 0,0 0 0,25 0 0,-25 0 0,0 0 0,24 0 0,-24 0 16,0 0-16,25 0 0,-25 0 0,0 0 0,25 0 0,-25 0 0,0 0 0,25 0 0,-25 25 0,25-25 15,-25 0 1,0 0-1,24 0-15,-24 0 16,0 0-16,0 0 0,25 0 0,-25 0 0,0 0 16,0 0-16,25 0 0,-25 0 0,0 0 0,0 0 0,0 0 0,0 0 0,0 0 0,0 0 0,0 0 0,0 0 0,0 0 31,0 0-31,0 0 0,0 0 0,0 0 0,0 0 0,0 0 0,0 0 0,0 0 0,0 0 0,0 0 0,0 0 0,0 0 0,0 0 0,0 0 0,0 0 0,0 0 0,0 0 0,0 0 0,0 0 0,0 25 0,0-25 0,0 0 0,0 0 0,0 0 0,0 0 0,0 0 249</inkml:trace>
  <inkml:trace contextRef="#ctx0" brushRef="#br0" timeOffset="344461.7021">17462 3497 0,'0'0'0,"0"0"0,0 0 0,0 0 0,0 0 0,0 0 0,0 0 0,0 0 0,0 0 0,0 0 0,0 0 0,0 0 0,0 0 0,0 0 0,0 0 16,0 0-16,0 0 0,0 0 0,0 0 0,0 0 0,0 0 0,0 0 0,0 0 0,0 0 0,0 0 0,0 0 0,0 0 15,0 0-15,0 0 0,0 0 0,0 0 0,0 0 0,0 0 0,0 0 0,0 0 0,0 0 0,0 0 0,0 0 0,0 0 0,0 0 0,0 0 0,0 0 0,0 0 0,0 0 0,0 0 16,0 0 0,0 0-16,0 25 0,0-25 0,0 0 0,0 0 15,0 0-15,0 0 0,0 0 0,0 0 0,0 0 0,0 0 0,0 0 0,25 0 0,-25 0 0,0 0 47,0 0 156,100 75-203,-100-75 0,0 0 0,0 24 0,0-24 0,0 0 0,24 0 0,-24 0 0,0 0 0,0 0 0,0 0 0,0 0 0,0 0 0,0 25 0,25-25 0,-25 0 0,0 0 0,0 0 0,0 0 0,0 0 0,0 0 0,0 0 0,25 0 0,-25 0 0,0 0 0,0 0 0,0 0 0,0 0 0,0 0 0,0 25 0,0-25 0,0 0 0,0 0 0,0 0 0,0 0 0,25 0 0,-25 0 15,0 0-15,0 0 16,0 0-16,0 0 0,0 0 0,0 0 0,0 0 16,0 0-16,0 0 0,0 0 0,0 0 0,0 0 0,0 25 0,0-25 15,0 0-15,0 0 0,0 0 0,0 0 0,0 0 0,0 0 16,25 0-16,-25 0 0,0 0 0,0 0 0,0 0 0,0 0 15,0 0-15,0 0 0,0 0 16,0 0-16,0 0 0,0 0 0,0 0 0,0 0 0,0 0 16,0 0-16,0 0 0,0 0 0,0 0 0,0 0 0,0 0 0,0 0 15,0 0-15,0 0 0,0 0 0,0 0 0,0 0 0,0 0 0,0 0 16,0 0-16,24 0 0,-24 0 0,0 0 15,0 0-15,0 25 16,0-25-16,0 0 0,0 0 0,0 0 0,0 0 0,0 0 0,0 0 0,0 0 47,0 0-47,0 0 0,0 0 0,0 0 0,0 0 0,0 0 0,0 0 15,0 0-15,0 0 0,0 0 0,0 0 0,0 0 16,0 0-16,0 0 0,0-25 0,0 25 0,0 0 0,0 0 0,0 0 0,0 0 0,0 0 0,0 0 0,0 0 0,0 0 0,0 0 0,0 0 16,0 0-16,0 0 0,0 0 0,0 0 0,0 0 0,0 0 0,0 0 15,0 0-15,0 0 0,0 0 0,0 0 0,0 0 0,0 0 16,0 0-16,0 0 0,0 0 0,0 0 15,0 0-15,0 0 0,0 0 0,0 0 16,0 0-16,0 0 0,0 0 0,0 0 0,0 0 0,-24 25 0,24-25 16,0 0-16,0 0 0,0 0 0,0 0 0,0 0 0,0 0 0,0 0 15,-25 0-15,25 25 16,0-25-16,0 0 0,0 0 0,-25 0 15,25 0-15,0 0 0,0 24 0,-25-24 0,25 0 0,0 0 0,0 0 0,-25 25 219,-99 74-219,124-99 0,0 0 0,0 0 0,0 0 0,0 0 0,0 0 15,0 0-15,0 0 0,0 0 0,0 0 0,0 0 0,0 0 0,0 0 0,0 0 0,0 0 0,0 0 0,0 0 0,0 0 0,0 0 0,0 0 0,0 0 0,0 0 0,0 0 0,0 0 0,0 0 0,0 0 0,0 0 0,0 0 0,0 0 0,0 0 0,0 0 0,0 0 0,0 0 0,0 0 0,0 0 0,0 0 0,0 0 0,0 0 16,0 0-16,0 0 0,0 0 0,0 0 0,0 0 0,0 0 31,0 0-31,0 0 0,0 0 0,0 0 0,0 0 0,0 0 0,0 0 31,-25 0-31,25 0 0,0 0 0,0 0 0,25-24 0</inkml:trace>
  <inkml:trace contextRef="#ctx0" brushRef="#br0" timeOffset="350114.0254">19075 2902 0,'0'0'15,"0"0"1,0 0-16,25 0 0,-25 0 0,0 0 0,0 0 15,0 0-15,0 0 0,0 0 0,0 0 0,0 0 0,0 0 0,0 0 0,0 0 16,0 0-16,0 0 0,0 0 0,0 0 0,0 0 0,0 0 16,0 0-16,0 0 0,0 0 0,0 0 0,0 0 15,0 0-15,0 0 0,0 0 0,0 0 16,0 0-16,0 0 0,0 0 109,0-49 16,0 49-125,0 0 0,0 0 0,0 0 15,0 0-15,0 0 0,0 0 0,0 0 0,0 0 0,0 0 0,0 0 0,0 0 0,0 0 16,0 0-16,0 0 0,0 0 0,0 0 0,0 0 0,0 0 0,0 0 16,0 0-16,0 0 0,0 0 0,0 0 0,0 0 0,0 0 0,-25 0 0,25 0 0,0 0 15,0 0-15,0 0 0,0 0 0,0 0 0,0 0 16,0 0-16,0 0 0,0 0 0,-25 0 0,25 0 0,0 0 0,0 0 0,0 0 0,0 0 0,0 0 0,0 0 0,-25 0 0,25-25 0,0 25 0,0 0 0,0 0 0,0 0 0,0 0 0,-25 0 0,25 0 0,0 25 0,0-25 0,0 0 0,0 0 15,0 0-15,0 0 0,-24 0 0,24 0 0,0 0 0,0 0 16,0 0-16,0 24 0,0-24 0,0 0 0,0 0 16,0 0-16,0 0 15,-25 0-15,25 0 0,0 0 0,0 0 0,0 25 0,0-25 0,0 0 0,0 0 16,0 0-16,0 0 0,0 0 0,0 0 15,0 0-15,0 25 0,0-25 16,0 0-16,0 0 0,0 0 16,0 0-16,0 0 0,0 25 0,0-25 0,0 0 0,0 0 0,0 0 0,0 0 0,0 0 0,0 25 0,0-25 0,0 0 15,0 0-15,0 0 0,0 0 0,0 0 0,0 24 0,0-24 921,248 571-812,-397-348-94,149-223-15,0 0 0,0 0 0,0 0 0,0 0 0,0 0 0,0 0 0,0 0 0,0 0 0,0 0 0,0 0 0,0 0 0,0 0 16,0 0-16,0 0 0,0 0 0,0 0 0,25 0 0,-25 0 0,0 0 0,0 0 0,0 0 0,0 0 0,0 0 0,0 0 0,0 0 0,0 0 0,0 0 0,0 0 0,0 0 0,0 0 0,0 0 0,0 0 0,0 0 0,0 0 0,0 0 0,0 0 0,0 0 0,0 0 16,0 0-16,25 0 0,-25 0 0,0 0 15,0 0-15,0 0 0,0 0 16,0 0-16,0 0 0,0 0 0,0 0 0,0 0 0,0 0 15,0 0-15,0 0 0,0 0 0,0 25 0,0-25 0,24 0 16,-24 0-16,0 0 0,0 0 0,0 0 0,0 0 0,0 0 0,0 0 16,0 0-16,0 0 0,0 0 0,0 0 0,0 0 0,0 0 15,0 0 1,0 0-16,0 25 0,0-25 0,0 0 0,0 0 0,0 0 0,0 0 15,25 0-15,-25 0 0,0 0 0,0 0 0,0 0 0,0 0 0,0 0 0,0 0 0,0 0 16,0 25 0,0-25-16,0 0 15,0 0-15,0 0 0,0 0 0,0 0 0,0 0 0,0 0 0,0 0 0,0 0 16,0 0-16,0 0 15,0 24-15,0-24 0,0 0 47,0 75 47,0-75-94,0 25 0,0-25 0,0 0 0,0 0 0,-25 24 0,25-24 0,0 0 0,0 0 0,0 0 0,0 25 15,0-25-15,0 0 0,0 0 0,0 0 0,0 0 0,0 25 0,0-25 0,0 0 0,-24 0 0,24 0 0,0 25 0,0-25 0,0 0 0,0 0 0,0 0 0,0 25 0,0-25 0,0 0 0,0 0 0,0 0 0,-25 0 0,25 24 16,0-24-16,0 0 31,0 0-31,0 0 0,0 25 0,0-25 0,0 0 16,0 0-16,-25 0 0,25 0 0,0 25 0,0-25 0,0 0 0,0 0 0,0 0 0,0 0 0,0 0 0,0 25 0,0-25 15,0 0-15,0 0 0,0 0 0,0 0 0,0 0 0,0 0 0,0 25 0,-25-25 0,25 0 0,0 0 0,0 0 0,0 0 0,0 24 0,0-24 0,0 0 0,0 0 0,0 0 16,0 25-16,0-25 0,0 0 0,-25 0 0,25 25 0,0-25 31,0 0-31,0 25 0,0-25 0,0 0 0,0 0 0,0 25 0,-24-25 16,24 0-16,0 0 0,0 24 15,0-24 1,0 0-16,0 0 0,0 0 31,0 25-31,0-25 0,-25 0 0,25 0 0,0 25 0,0-25 0,0 0 0,0 0 0,0 0 0,0 0 16,0 25-16,0-25 0</inkml:trace>
  <inkml:trace contextRef="#ctx0" brushRef="#br0" timeOffset="364474.8466">19670 4787 0,'0'0'0,"0"0"0,0 0 0,0 0 0,0 0 0,0 0 0,0 0 0,0 0 0,0 0 0,0 0 0,0 0 0,0 0 0,0 0 15,0 0-15,0 0 0,0 0 0,0 0 0,0 0 0,0 0 0,0 0 0,0 0 0,0 0 0,0 0 0,0 0 16,0 0-16,0 0 0,0 0 0,0 0 0,0 0 0,0 0 0,0 0 31,0 0-31,0 0 0,0 0 0,0 0 0,0 0 0,0 0 0,0 0 0,0 0 0,0 0 0,0 0 0,0 0 16,0 0-16,0 0 15,0 0-15,0-25 344,273 50-329,-248-25-15,-25 25 0,-25-25 16,25 25-16,0-25 0,0 0 0,0 25 15,0-25-15,0 0 0,0 0 0,0 25 0,0-25 0,0 0 0,0 0 0,0 0 0,0 24 0,0-24 0,0 0 0,0 0 0,0 0 0,-25 25 0,25-25 0,0 0 0,0 0 0,0 0 0,0 25 0,0-25 0,-25 0 0,25 0 0,0 0 0,0 0 0,0 0 0,-24 25 0,24-25 0,0 0 0,0 0 0,-25 0 0,25 0 0,0 0 0,-25 25 0,25-25 0,0 0 0,-25 0 16,25 0-16,0 0 16,-25 0-16,25 0 0,0 0 0,0 0 0,0 0 15,-24 0-15,24 0 0,0 0 0,0 0 16,0 0-16,-25 0 0,25 0 0,0 0 15,0 0-15,0 0 0,0 0 0,-25 0 0,25 0 0,0 0 0,0 0 0,0 0 0,0 0 0,0 0 0,0 0 16,0 0-16,0 0 0,0 0 125,0 0-78,0 0-47,0-25 0,0 25 0,0 0 15,0 0-15,0 0 0,0 0 0,0 0 0,0 0 0,25 0 0,-25 0 0,0 0 0,0 0 0,25 0 0,-25-25 16,0 25-16,0 0 0</inkml:trace>
  <inkml:trace contextRef="#ctx0" brushRef="#br0" timeOffset="365712.9176">20067 4787 0,'149'323'15,"-124"-348"-15,-25 25 0,0 0 0,0 0 0,24 0 0,-24 0 0,0 0 0,0 0 0,25 0 0,-25 0 0,0-25 0,0 25 0,0 0 0,0 0 0,25 0 0,-25 0 0,0 0 16,0 0-1,0 0-15,0-25 0,0 25 0,25 0 16,-25 0-16,0 0 0,0 0 0,0 0 0,0 0 0,0 0 16,0 0-16,0 0 0,0 0 0,0 0 0,0 0 0,0 0 15,0 0-15,0 0 16,0 0-16,0-24 0,0 24 0,0 0 0,0 0 0,0 0 0,0 0 0,0 0 0,0 0 0,0 0 0,0 0 0,0 0 15,0 0-15,0 0 0,0 0 0,0 0 0,0 0 0,-25 0 0,25 0 0,0 0 0,0 0 0,0 0 0,0 0 0,0 0 16,-25 0-16,25 0 0,0 0 0,0 0 0,0-25 0,0 25 0,0 0 0,0 0 0</inkml:trace>
  <inkml:trace contextRef="#ctx0" brushRef="#br0" timeOffset="367867.0407">20464 4713 0,'0'0'0,"0"0"0,0 0 0,0 0 0,0 0 0,0 0 0,0 0 0,0 0 0,0 0 0,0 0 16,0 0-16,0 0 0,0 0 0,0 0 0,0 0 0,0 0 0,0 0 0,0 0 0,0 0 0,0 0 0,0 0 0,0 0 0,0 0 0,0 0 0,0 0 0,0 0 0</inkml:trace>
  <inkml:trace contextRef="#ctx0" brushRef="#br0" timeOffset="369686.1447">20538 4738 0,'0'0'0,"0"0"0,0 0 0,0 0 0,0 0 0,0 0 0,0 0 0,0 0 0,0 0 0,0 0 15,0 0-15,0 0 0,0 0 0,0 0 0,0 0 0,0 0 0,0 0 0,0 0 0,0 0 0,0 0 0,0 0 0,0 0 0,0 0 0,0 0 0,0 0 0,0 0 0,0 0 0,0 0 0,0 0 0,0 0 16,0 0-16,0 0 0,0 0 0,0 0 0,0 0 0,0 0 15,0 0-15,0 0 0,0 0 0,0 0 0,0-25 0,0 25 0,0 0 16,0 0-16,0 0 0,0 0 0,0 0 0,0 0 16,0 0-16,0 0 0,0 0 0,0 0 0,0 0 0,0 0 15,-25 0-15,25 0 0,0 0 0,0 0 0,0 0 0,0-25 0,0 25 16,0 0-16,0 0 0,0 0 15,0 0-15,0 0 0,0 0 0,0 0 16,0 0-16,0 0 0,0 0 0,0 0 0,0 0 0,0 0 0,0 0 16,0 0-16,-24 0 0,24 0 0,0-25 15,0 25-15,0 0 0,0 0 0,0 0 0,0 0 16,0 0-16,0 0 0,0 0 0,0 0 0,0 0 0,0 0 0,0 0 0,0 0 15,0 0-15,0 0 0,-25 0 0,25 0 0,0 0 16,0 0-16,0 0 0,0 0 0,0 0 16,0 0-16,0 0 0,0 0 0,-25 0 15,25 0-15,0 0 0,0 0 0,0 0 0,0 0 0,0 0 0,-25 0 16,25 0-16,0 0 0,0 0 0,0 0 0,0 0 0,0 0 0,-25 0 0,25 0 15,0 0-15,0 0 0,0 0 0,0 0 0,0-25 0,-24 25 16,24 0-16,0 0 0,0 0 0,0 0 0,0 0 0,-25 0 16,25 0-16,0 0 15,0 0-15,0 0 0,0 0 0,-25 0 16,25 0-16,0 0 0,0 0 0,0 0 0,0 0 0,-25 0 0,25 0 0,0 0 249,-99 50-249,99-50 0,0 25 0,-25-25 0,25 0 0,0 0 16,0 0-16,0 0 0,0 0 0,0 0 0,0 0 0,0 0 0,0 0 0,0 0 0,0 0 0,0 0 0,0 25 0,0-25 0,0 0 0,0 0 0,-25 0 0,25 0 0,0 0 0,0 24 16,0-24-16,0 0 0,0 0 0,0 0 0,0 0 0,0 0 0,0 0 0,0 25 0,0-25 0,0 0 0,0 0 0,0 0 15,0 0-15,-24 0 0,24 0 0,0 25 0,0-25 16,0 0-16,0 0 0,0 0 0,0 0 0,0 0 0,0 0 0,0 0 0,0 0 0,0 0 0,0 0 0,0 25 0,0-25 0,0 0 0,-25 0 0,25 0 0,0 0 0,0 0 15,0 0-15,0 0 0,0 0 0,0 0 0,0 25 0,0-25 16,0 0-16,0 0 0,0 0 0,0 0 0,0 25 0,0-25 16,0 0-1,0 0-15,0 0 0,0 0 0,0 0 0,0 0 0,0 24 0,0-24 16,0 0-16,0 0 0,0 0 0,0 0 0,0 0 0,25 0 0,-25 0 15,0 0-15,24 0 0,-24 0 0,25 0 0,-25-24 718</inkml:trace>
  <inkml:trace contextRef="#ctx0" brushRef="#br0" timeOffset="372611.3121">20687 5159 0,'0'0'0,"0"0"0,0 0 0,0 0 0,0 0 16,0 0-16,0 0 0,0 0 0,0 0 0,0 0 0,0 0 0,0 0 0,0 0 0,0 0 0,0 0 15,0 0-15,0 0 0,0 0 0,0 0 0,0 0 0,0 0 0,0 0 0,0 0 16,0 0-16,0 0 0,0 0 0,0 0 0,0 0 0,0 0 0,0 0 15,0 0-15,-25 0 0,25 0 0,0 0 0,0 0 0,0 0 0,0 0 16,0 0 0,0 0-16,0 0 0,0 0 0,0 0 0,0 0 0,0 0 15,0 0-15,0 0 0,0 0 0,0 0 0,0 0 0,0 0 0,0 0 16,0 0-16,0 0 0,0 0 0,0 0 0,0 0 0,0 0 0,0 0 15,0 0-15,0 0 0,0 0 0,0 0 0,0 0 0,0 0 0,0 0 32,0 0-32,0 0 0,0 0 0,0-24 0,25 24 0,-25 0 0,0 0 15,0 0-15,0 0 0,0 0 0,0 0 0,0 0 0,0 0 16,0 0-16,0 0 0,0 0 0,0 0 0,0 0 0,0 0 0,0 0 0,0 0 15,0 0 1,0-25-16,0 25 0,0 0 0,0 0 0,0 0 0,0 0 0,0 0 16,0 0-16,0 0 0,0 0 0,0 0 0,0 0 0,0 0 0,0 0 15,0 0-15,0 0 0,0 0 0,0 0 0,0 0 0,25 0 16,-25 0-16,0 0 0,0 0 15,0 0 1,0 0-16,0 0 0,0 0 0,25 0 0,-25 0 0,0 0 0,0 0 0,25 0 0,-25 0 0,0 0 0,0 0 16,0 0-16,24 0 0,-24 0 0,0 0 0,0 0 0,0 0 15,0 0-15,25 0 0,-25 0 0,0 0 0,0 0 0,0 0 16,0 0-1,0 0-15,0 0 0,0 0 0,0 0 0,0 0 0,0 0 0,0 0 94,25 25-47,-25-1-32,0 1-15,-25-25 0,25 0 0,0 0 0,0 0 16,0 25-16,0-25 0,0 0 0,0 0 0,0 0 0,0 0 16,-25 25-16,25-25 0,0 0 0,0 0 0,0 0 0,0 0 0,0 25 0,-24-25 0,24 0 0,0 0 0,0 0 0,0 0 0,0 24 0,0-24 0,-25 0 0,25 0 0,0 0 0,0 0 0,0 0 0,0 0 0,0 0 0,0 0 0,0 0 0,0 0 0,0 0 0,0 0 0,0 0 0,0 0 0,0 0 15,0 0-15,0 0 0,0 0 0,0 0 0,0 0 0,0 0 0,0 0 0,0 0 687,-50 174-282</inkml:trace>
  <inkml:trace contextRef="#ctx0" brushRef="#br0" timeOffset="374261.4065">20737 5407 0,'0'0'0,"0"0"0,0 0 0,0 0 0,0 0 0,0 0 0,0 0 0,0 0 0,0 0 0,0 0 0,0 0 0,0 0 0,0 0 0,0 0 0,0 0 0,0 0 0,0 0 0,0 0 0,25 0 0,-25 0 0,0 0 0,0 0 0,0 0 0,0 0 0,0 0 0,0 0 0,0 0 0,0 0 0,0 0 0,24 0 15,-24 0-15,0 0 0,0 0 0,0 0 0,0 0 0,0 0 16,0 0-16,25 0 0,-25 0 0,0-24 0,0 24 0,0 0 0,25 0 0,-25 0 0,0 0 15,0 0-15,0 0 0,0 0 0,0 0 0,25 0 0,-25 0 16,0 0-16,0 0 0,0 0 0,0 0 0,0 0 0,0 0 0,25 24 16,-25-24-16,0 0 0,0 0 15,0 0 1,0 0-16,0 0 0,0 0 0,0 0 0,0 0 0,24 0 0,-24 0 0,0 0 0,0 0 0,0 0 0,0 0 0,0 0 0,0 0 15,0 0-15,0 0 0,0 0 0,25 25 0,-25-25 0,0 0 16,0 0 0,0 0-16,0 0 0,0 0 0,0 0 0,0 0 0,0 0 0,0 0 62,0 0-62,0 0 0,0 0 0,25 0 0,-25 0 0,0 25 0,0-25 0,0 0 0,0 0 0,0 0 0,0 0 0,0 0 0,0 0 0,0 0 0,0 25 0,25-25 0,-25 0 0,0 0 0,0 0 0,0 0 0,0 0 16,0 0-16,0 25 0,0-25 0,0 0 0,0 0 0,0 0 0,0 0 15,0 24-15,0-24 0,0 0 16,0 0-16,0 0 0,0 0 0,0 25 0,0-25 0,0 0 0,0 0 15,0 0-15,0 25 0,0-25 0,0 0 0,0 0 0,-25 0 0,25 0 16,0 25-16,0-25 0,0 0 0,0 0 0,0 0 0,0 0 0,0 25 31,0-25-31,-25 0 0,25 0 0,0 0 0,0 0 0,0 0 0,0 24 0,0-24 16,0 0-16,-25 0 0,25 0 0,0 0 0,0 0 0,0 0 0,0 0 15,0 25 1,-24-25-16,24 0 0,0 0 0,0 0 0,0 0 0,-25 0 16,25 0-16,0 0 0,0 0 0,0 0 0,0 0 0,-25 0 0,25 0 15,0 0-15,0 0 94,-99-74 31,99 74-125,0 0 0,25 0 15,-25-25-15,0 25 0,0 0 0,0 0 0,0 0 0</inkml:trace>
  <inkml:trace contextRef="#ctx0" brushRef="#br0" timeOffset="377195.5743">21282 4762 0,'0'0'0,"0"0"0,0 0 0,0 0 0,0 0 0,0 0 0,0 0 0,0 0 0,0-24 0,0 24 0,0 0 0,0 0 0,0 0 0,0 0 0,0 0 0,0 0 0,0 0 0,0 0 0,0 0 0,0 0 0,0 0 0,0 0 15,0 0-15,0 0 0,0 0 0,0 0 16,0 0-16,0 0 16,0 0-16,0 0 0,0 0 0,0 0 0,0 0 0,0 0 0,0 0 15,0 0-15,0 0 0,0 0 0,0 0 0,0 0 0,0 0 0,0 0 0,0 0 16,0 0-16,0 0 0,0 0 0,0 0 15,0 0 1,0 0-16,0 0 0,0 0 0,0 0 16,0 0-16,0 0 0,0 0 0,0 0 15,0 0-15,0 0 0,0 0 0,0 0 0,0 0 0,0 0 0,0 0 0,0 0 0,0 0 0,0 0 0,0 0 0,0 0 16,25 0-16,-25 0 0,0 0 15,0 0-15,0 0 0,25 0 0,-25 0 16,0 0-16,25 0 0,-25 0 0,25 24 0,-25-24 0,0 0 0,24 0 16,-24 0-16,25 0 0,-25 0 0,25 0 0,-25 0 0,25 0 0,-25 0 0,25 0 0,-25 0 0,24 0 15,-24 0-15,25 0 0,-25 0 0,25 0 0,-25 0 0,25 0 16,-25 0 187,49 0-203,-49-24 0,0 24 0,-24 0 0,24 0 0,0 0 0,0 0 0,0 0 0,0 0 0,0 0 0</inkml:trace>
  <inkml:trace contextRef="#ctx0" brushRef="#br0" timeOffset="378036.6224">21654 5060 0,'0'-25'0,"0"25"0,0 0 0,0 0 0,0 0 0,0 0 0,0 0 0,0 0 0,0-24 0</inkml:trace>
  <inkml:trace contextRef="#ctx0" brushRef="#br0" timeOffset="381337.8113">21282 5011 0,'-24'0'15,"24"0"-15,0 0 0,0 0 0,0 0 16,0 0-16,0 0 0,0 0 0,0 0 0,0 0 0,-25 0 0,25 0 15,0 0-15,0 0 0,0 0 0,0 0 0,0 0 0,-25 0 0,25 0 32,0 0-32,0 0 0,0 0 0,0 0 15,0 0-15,0 0 0,0 0 16,0 0-16,0 0 0,0 0 0,0 0 0,-25 0 0,25 0 0,0 0 0,0 0 0,0 0 0,0 0 0,0 0 0,0 0 0,0 0 0,0 0 0,0 24 15,0-24-15,0 0 0,0 0 0,-25 0 0,25 0 0,0 0 0,0 0 16,0 0-16,0 0 0,0 0 0,0 0 0,0 0 0</inkml:trace>
  <inkml:trace contextRef="#ctx0" brushRef="#br0" timeOffset="382983.9054">21158 5035 0,'0'0'0,"0"0"0,0 0 16,0 0-16,0 0 0,0 0 0,0 0 0,0 0 0,0 0 16,0 0-1,0 0-15,0 0 0,0 0 0,0 0 0,0 0 0,25 0 16,-25 0-16,0 0 0,0 0 0,0 0 0,0 0 0,0 0 265,223 25-265,-198-25 0,-25 25 0,0-25 0,0 0 0,25 0 0,-25 0 0,0 0 0,25 0 0,-25 0 0,25 0 0,-25 0 0,0 0 0,24 0 0,-24 0 0,25 0 0,-25 0 0,0 0 0,25 0 0,-25 0 0,0 0 16,25 0-16,-25 0 0,0 0 0,0 0 15,25 0-15,-25 0 0,0 0 0,0 0 0,24 25 0,-24-25 0,0 0 0,0 0 0,25 0 0,-25 0 0,0 0 0,0 0 16,25 0-16,-25 0 0,0 0 0,0 0 0,25 0 0,-25 0 0,0 0 0,25 0 0,-25 0 0,0 0 0,25 0 0,-25 25 0,0-25 0,24 0 15,-24 0-15,0 0 16,25 0-16,-25 0 0,0 0 16,25 0-1,-25 0-15,0 0 0,25 0 0,-25 0 0,0 0 0,0 0 16,0 0-16,0 0 0,0 0 0,0 0 0,0 0 0,0 0 0,0 0 0,0 0 0,0 0 0,0 0 0,0 0 15,0 0-15,0 0 0,0 0 0,0 0 0,0 0 0,0 0 0,0 0 16,0 0-16,0 0 0,0 0 0,0 0 0,0 0 16,0 0-16,0 0 0,0 0 0,0 0 0,0 0 0,0 0 0,0 0 0,0 0 15,-25 0-15,25 0 0,0 0 0,0-25 0,0 25 0,0 0 31,-25 0-31,25 0 0,0 0 0,0 0 0,0 0 0,0-25 0,0 25 0</inkml:trace>
  <inkml:trace contextRef="#ctx0" brushRef="#br0" timeOffset="386790.1231">22547 4663 0,'0'0'16,"0"0"-16,0 0 0,0 0 0,0 0 15,0 0 1,0 0-16,0 0 16,0 0-16,0 0 15,0 0-15,0 0 0,0 0 0,0 0 0,0 0 0,0 0 16,0 0-16,0 0 0,0 0 0,0 0 0,0 0 0,0 0 15,0 0-15,0 0 0,0 0 0,0 0 0,0 0 16,0 0-16,0 0 0,0 0 0,0-25 0,0 25 62,-24 0-62,24 0 0,0 0 0,0 0 671,248 75 250,-248-75-921,0 0 15,-25 0-15,25 0 16,0 0-16,0-25 0,-25 25 0,25 0 0,0 0 0,0 0 0,0 0 0,0 0 0,0 0 0,0-25 0,0 25 0,0 0 0,0 0 0,-25 0 0,25 0 0,0 0 0,0 0 0,0 0 0,0 0 0,0 0 31,0 0-31,0 0 0,0-25 0,0 25 0,0 0 0,0 0 0,0 0 0,0 0 0,0 0 0,0 0 16,0 0-16,0 0 0,0 0 0,0 0 0,0 0 0,0 0 0,0 0 0,0 0 0,0 0 0,0 0 0,0 0 0,0 0 0,0 0 0,0 0 0,0 0 0,25 0 0,-25 0 0,0 0 0,0 0 0,0 0 0,0 0 0,0-24 31,0 24-31,0 0 0,0 0 0,0 0 0,0 0 0,25 0 0,-25 0 15,0 0-15,0 0 0,0 0 0,25 0 0,-25 0 0,0 0 172,124 24-172,-124-24 0,0 0 0,0 0 0,0 0 0,0 0 0,0 25 0,0-25 0,0 0 0,0 0 0,0 25 16,25-25-16,-25 0 0,0 0 0,0 25 0,0-25 0,0 0 0,0 0 0,0 25 15,0-25-15,0 0 0,0 24 0,0-24 0,0 0 0,0 0 0,0 25 0,0-25 0,0 0 0,0 0 0,0 0 0,0 25 0,-25-25 0,25 0 0,0 0 0,0 25 0,0-25 0,0 0 0,0 0 0,-25 25 0,25-25 0,0 0 0,0 0 0,0 0 0,-25 25 0,25-25 16,0 0-16,0 0 0,0 0 0,0 24 0,-25-24 78,25 0-78,0 0 0,0 0 0,-24 0 0,24 0 0,0 25 0,-25-25 0,25 0 0,0 0 0,0 0 0,0 25 0,-25-25 15,25 0-15,0 0 0,0 0 0,0 0 0,0 0 0,0 0 0,-25 25 0,25-25 0,0 0 0,0 0 0,0 0 0,-25 0 0,25 0 0,0 0 0,0 0 0,0 0 0,0 0 16,0 0-16,-25 0 0,25 0 0,0 0 0,0 0 0,0 0 0,0 0 16,-24 0-16,24 0 0,0 0 0,0 0 0,0 0 0,0 0 0,0 0 15,0 0-15,0 0 0,0 0 0,0 0 0,0 0 0,0 0 16,-25 0-1,25 0-15,0-25 0,0 25 0,0 0 0,0 0 0,0 0 16,0 0-16,0 0 0,0 0 0,0 0 16,0 0-16,0 0 0,0 0 0,0 0 15,0 0-15,0 0 0,0 0 921</inkml:trace>
  <inkml:trace contextRef="#ctx0" brushRef="#br0" timeOffset="388810.2387">23143 4614 0,'0'0'0,"0"0"0,0 0 0,0 0 15,0 0-15,0 0 0,0 0 0,0 0 0,0 0 0,0 0 0,0 0 0,0 0 0,0 0 0,0 0 0,0 0 0,0 0 0,0 0 0,0 0 0,0 0 0,0 0 16,0 0-16,0 0 0,0 0 0,0 0 0,0 0 0,0 0 0,0 0 0,0 24 0,0-24 15,0 0-15,0 0 0,0 0 0,0 0 0,0 0 0,0 0 0,0 0 16,0 0-16,0 0 0,0 0 0,0 0 0,0 0 0,0 0 31,0 0-31,0 0 0,0 0 0,0 0 0,0 0 0,0 0 0,0 0 0,0 0 0,0 0 0,0 0 0,0 0 16,0 0-16,0 0 0,0 0 15,0 0-15,0 0 0,0 0 16,0 0-16,0 0 0,0 0 0,0 0 0,0 0 0,0 0 0,0 0 0,0 0 16,0 0-16,0 0 0,0 0 0,0-24 0,0 24 0,0 0 15,0 0-15,0 0 0,0 0 0,0 0 0,0 0 0,0 0 0,-25 0 16,25 0-16,0 0 0,0 0 0,0 0 0,0 0 0,0 0 15,0 0 1,0 0-16,0-25 0,0 25 0,0 0 0,-25 0 0,25 0 0,0 0 16,0 0-16,0 0 0,0 0 0,0 0 0,0 0 0,0 0 15,-25 471 859</inkml:trace>
  <inkml:trace contextRef="#ctx0" brushRef="#br0" timeOffset="391338.3833">23267 4589 0,'0'0'15,"0"0"-15,0 0 0,0 0 0,0 0 16,0 0-16,0 0 0,0 0 16,0 0-16,0 0 0,0 0 15,0 0-15,0 0 0,0 0 0,0 0 0,0 0 0,0 0 0,0 0 0,0 0 16,0 0-16,0 0 0,0 0 0,0 0 0,0 25 0,0-25 0,0 0 15,0 0-15,0 0 0,0 0 0,0 0 0,0 0 0,0 0 0,0 0 0,0 0 32,0 0-32,0 0 0,0 0 0,0 0 0,0 0 0,0 0 0,0 0 0,0 0 15,0 0-15,0 0 0,0 0 0,0 0 0,0 0 0,0 0 0,-25 0 16,25 0-16,0 0 0,0 0 0,0 0 0,0 0 0,0 0 0,0 0 15,0-25-15,0 25 16,0 0-16,0 0 0,-25 0 0,25 0 0,0 0 0,0 0 16,0 0-16,0 0 0,0 0 0,0 0 0,0 0 0,0 0 0,0 0 46,-25 0-46,25 0 0,0 0 0,0 0 0,0 0 0,0 0 16,0 0-16,-24 0 0,24 0 0,0 0 0,0 0 0,0 0 0,0 0 0,0 0 0,0 0 0,0 0 0,0 0 0,0 0 16,0 0-16,-25 0 0,25 0 0,0 0 0,0 0 0,0 0 15,0 0-15,0 0 0,0 0 0,0 0 0,0 0 0,-25 0 0,25 25 16,0-25-16,0 0 0,0 0 0,0 0 0,0 0 0,0 0 15,0 0-15,0 0 0,0 0 0,-25 0 0,25 0 0,0 0 0,0 0 16,0 0-16,0 0 0,0 24 16,0-24-16,0 0 0,0 0 0,0 0 15,-25 0-15,25 0 0,0 0 0,0 0 0,0 25 0,0-25 16,0 0-16,0 0 0,0 0 0,-24 0 0,24 25 0,0-25 15,0 0-15,0 0 0,0 0 0,0 25 0,0-25 0,0 0 0,0 0 16,0 25-16,0-25 0,-25 0 0,25 0 0,0 0 0,0 24 62,-25 51 32,25-75-94,0 0 0,0 0 0,0 0 0,0 0 0,0 25 0,0-25 0,0 0 0,0 0 0,0 0 16,0 0-16,0 0 0,0 0 0,0 0 0,25 0 0,-25 0 0,0 25 0,0-25 0,0 0 0,0 0 0,0 0 0,0 0 0,0 24 0,0-24 0,0 0 0,0 0 0,0 25 0,0-25 0,25 0 0,-25 0 0,0 0 0,0 25 0,0-25 0,0 0 15,0 0-15,0 25 0,0-25 0,0 0 0,24 0 16,-24 0-16,0 25 0,0-25 0,0 0 0,0 0 0,0 24 0,0-24 0,25 0 0,-25 0 0,0 0 0,0 25 0,0-25 15,0 0-15,0 0 0,0 0 0,25 0 0,-25 25 0,0-25 16,0 0-16,0 0 0,0 0 0,0 0 0,25 0 0,-25 0 0,0 0 16,0 25-16,0-25 15,0 0-15,25 0 0,-25 0 16,0 0-16,0 0 0,0 25 0,0-25 0,24 0 0,-24 0 0,0 0 0,0 0 15,0 0-15,25 0 0,-25 0 0,0 0 0,0 0 0,0 24 0,25-24 16,-25 0-16,0 0 0,0 0 0,0 0 0,0 0 0,0 0 16,25 0-16,-25 0 0,0 0 0,0 0 0,25 0 0,-25 0 0,0 0 31,0 0-31,24-24 0,-24 24 0,0 0 0,0 0 0,25 0 15,-25 0-15,0-25 0,0 25 0,25 0 0,-25 0 0,0 0 0,0 0 16,0 0-16,25-25 0,-25 25 0,0 0 0,0 0 0,0 0 0,25 0 16,-25 0-16,0-25 0,0 25 0,0 0 0,0 0 0,0 0 0,0 0 15,24-25 1,-24 25-16,0 0 0,0 0 0,0 0 0,0 0 15,0 0-15,0 0 0,0 0 0,0 0 0,0 0 0,0 0 0,0 0 16,0 0-16,0 0 0,0 0 0,0 0 0,0 0 0,0 0 16,0 0-16,0 0 0,0 0 0,0 0 0,0 0 0,0 0 0,0 0 15,0-24-15,0 24 0,0 0 0,0 0 0,0 0 0,0 0 31,0 0-31,0 0 0,0 0 0,0 0 0,0-25 0,0 25 0,0 0 16,0 0-16,0 0 0,0 0 0,0 0 0,0 0 0,0 0 16,0 0 249</inkml:trace>
  <inkml:trace contextRef="#ctx0" brushRef="#br0" timeOffset="399485.8493">23540 5283 0,'49'0'0,"-49"0"0,0 0 16,0 0-16,0 0 0,0 0 0,0 0 0,0 0 0,0 0 0,0 0 0,0 0 0,0 0 0,0 0 0,0 0 0,0 0 0,0 0 0,0 0 0,0 0 0,0 0 0,0 0 0,0 0 0,0 0 0,0 0 0,0 0 0,0 0 0,0 0 0,0 0 0,0 0 0,0 0 0,0 0 0,0 0 0,0 0 0,0 0 0,0 0 0,0 0 0,0 0 0,0 0 0,0 0 16,0 0-16,0 0 0,25-24 0,-25 24 0,0 0 15,0 0 1,0 0-16,0 0 0,25-25 0,-25 25 0,0 0 0,0 0 0,0 0 0,25-25 15,-25 25-15,0 0 0,0 0 0,24 0 0,-24-25 0,0 25 16,0 0-16,25 0 0,-25 0 0,0 0 0,0 0 0,0 0 0,0 0 16,0 0-16,0 0 0,0-25 15,0 25-15,0 0 0,0 0 16,0 0-16,0 0 0,0 0 0,0 0 0,0 0 15,0 0-15,0 0 0,0 0 0,0 0 0,0 0 156,0 0-140,0 0-16,0 0 0,0 0 0,0 0 0,0 0 0,0 0 0,0 0 0,0 0 0,0 0 0,0 0 0,0 0 0,0 0 0,0 0 0,0 0 0,0 0 16,0 0-16,0 0 0,0 0 15,0 0-15,0 0 0,0 0 0,0 0 0,0 0 0,0 0 0,0 0 0,0 0 16,0 0-16,0 0 0,0 0 0,0 0 0,0 0 0,0 0 0,0 0 0,0 0 0,0 0 0,0 0 0,0 0 0,0 0 0,0 0 0,0 0 15,0 0-15,0 0 0,0 0 0,0 0 0,0 0 0,0 0 0,0 0 16,0 0-16,0 0 0,0 0 0,0 0 0,0 0 0,0 0 0,0 0 0,0 0 0,0 0 0,0 0 0,0 0 0,0 0 0,0 0 0,0 0 16,0 0-16,0 0 0,0 0 0,0 0 0,0 0 15,0 0-15,0 0 0,0 0 0,0 0 0,0 0 0,0 0 0,0 0 0,0 0 16,0 0-16,0 0 0,0 0 0,0 0 15,0 0-15,0 0 16,0 0-16,0 0 0,0 0 0,0 0 0,0 0 0,0 0 47,0 0-47,0 0 0,0 0 0,0 0 0,0 0 15,0 0-15,0 0 0,0 0 16,0 0-16,0 0 0,0 0 16,0 0-16,0 0 0,0 0 0,0 0 0,0 0 15,0 0-15,0 0 0,0 0 0,0 0 0,0 0 16,0 0-16,0 0 0,0 0 15,0 0-15,0 0 16,0 0-16,25 0 0,-25 0 686,-99 100-374,99-100-312,0 0 16,0-25-16,0 25 0,0 0 0,0 0 0,25 0 0,-25 0 0,0 0 0,0 0 0,0 0 0,0 0 0,0 0 0,0 0 0,0 0 0,0 0 0,0 0 0,0 0 0,0 0 0,0 0 0,0 0 0,0 0 0,0 0 0,0 0 0,0 0 0,0 0 0,0 0 0,0 0 16,0 0-16,0 0 0,0 0 0,0 0 15,0 0 1,0 0-16,0 0 0,0 0 0,0 0 0,0 0 0,0 0 0,0 0 0,24-25 0,-24 25 0,0 0 0,0 0 15,0 0-15,0 0 0,0 0 0,0 0 0,0 0 0,0 0 0,0 0 0,0 0 0,0 0 0,0 0 0,0 0 0,0 0 16,0 0-16,0 0 0,0 0 0,0 0 0,0 0 0,0 0 0,0 0 16,0 0-16,0 0 15,0 0-15,0 0 0,0 0 0,0 0 0,0 0 0,0 0 0,0 0 0,0 0 0,0 0 172,25 0-172,-25-25 15,0 25-15,0 0 0,0 0 0,0 0 0,0 0 0,0 0 0,0 0 0,0 0 0,0 0 0,0 0 0,0 0 0,0 0 0,0 0 0,0 0 0,0 0 0,0 0 0,0 0 0,0 0 0,0 0 0,0 0 0,0 0 0,0 0 16,0 0-16,0 0 0,0 0 0,25 0 16,-25 0-1,0 0-15,0 0 16,0 0-16,0-25 0,25 1 62,-25 24-62,0 0 0,0-25 0,0 25 16,0 0-16,25 0 0,-25 0 0,0 0 0,0 0 0,0 0 0,0 0 0,0 0 0,0 0 0,0 0 0,0 0 0,0 0 0,24 0 0,-24 0 0,0-25 0,0 25 0,0 0 0,0 0 0,0 0 0,0 0 0,0 0 0,0 0 0,0 0 0,0 0 0,0 0 0,0 0 0,0 0 0,0 0 0,0 0 0,0 0 0,0 0 0,0 0 0,0-25 15,0 25-15,0 0 0,0 0 0,0 0 0,25 0 16,-25 0-16,0 0 16,0 0-16,0 0 0,0 0 0,0 0 15,0 0-15,0 0 0,0 0 0,0 0 0,0 0 0,0-25 0,0 25 0,0 0 0,0 0 16,0 0-16,0 0 0,0 0 0,0 0 0,0 0 0,0 0 0,0 0 15,0 0-15,0 0 0,0 0 0,0 0 0,0 0 16,0 0-16,0 0 0,0 0 0,0 0 0,0 0 0,0 0 16,0 0-16,25 0 15,-25 0-15,0 0 0,0 0 0,0 0 0,0 0 16,0 0-16,0 0 0,0 0 0,0 0 0,0 0 0,0 0 0,0 0 15,0 0-15,0 0 0,0-24 0,0 24 0,0 0 0,0 0 16,0 0-16,0 0 0,25 0 0,-25 0 0,0 0 0,0 0 0,0 0 78,0 0 842,-670 496-873,670-496-47,0 0 0,0 0 0,0 0 0,-25 24 0,25-24 0,0 0 0,0 0 0,0 0 0,0 0 0,0 0 0,0 0 0,0 0 0,0 0 0,-24 0 0,24 0 16,0 0-16,0 0 15,0 25-15,0-25 0,0 0 0,-25 0 0,25 0 0,0 0 16,0 0 0,0 0-16,0 0 0,0 0 0,0 0 0,0 0 0,0 0 0,0 0 0,0 0 0,0 0 0,0 0 0,0 0 0,0 25 0,0-25 0,0 0 0,-25 0 0,25 0 0,0 0 0,0 0 0,0 0 0,0 0 0,0 0 0,0 0 0,0 0 15,0 0-15,0 0 0,0 0 0,0 0 16,0 25-16,0-25 0,-25 0 15,25 0 1,0 0-16,0 0 16,0 0-16,0 0 0,0 0 0,-25 25 234,1-1-219,24-24-15,0 0 0,0 0 0,0 0 0,24 0 0,-24 0 0,0 0 0,0 0 0,0 0 0,0 0 0,0 0 0,0 0 0,0 0 0,0 0 0,0 0 0,0 0 0,0 0 0,0-24 0,0 24 16,0 0-16,0 0 0,0 0 15,0 0-15,0 0 0,0 0 0,0 0 0,0 0 0,0 0 0,25 0 0,-25 0 0,0 0 0,0 0 94,50 0-94,-50 0 0,25 0 16,-25 0-16,0 24 0,0-24 0,0 0 0,0 0 0,0 0 0,24 0 15,-24 0-15,0 0 0,0-24 0,0 24 0,0 0 0,25 0 0,-25 0 0,0 0 16,0 24-1,0-24-15,25 0 0,-25 0 0,0 0 0,0 0 0,25 0 0,-25 0 0,0 0 0,25 0 0,-25 0 0,0 0 0,24 0 0,-24 0 0,0 0 0,25 0 0,-25 0 16,25 0 0,-25 0-1,25 0-15,-25 0 0,0 0 16,25 0-16,-25 0 0,24 0 0,-24 0 0,50 0 16,-50 0-16,0 0 0,422 0 1107,-447 0-1107,25-24 0,0 24 0,0 0 0,0 0 0,0-25 0,0 25 0,0 0 0,0 0 16,0-25-16,25 25 0,-25 0 0,0 0 249,49-223-249,-49 223 16,0 0-16,0 0 0,0 0 0,0 0 0,0 0 0,0 0 0,0 0 0,0 0 0,0 0 0,0 0 0,0 0 0,0 0 0,0 0 0,0 0 0,0 0 0,0 0 0,0 0 0,0 0 0,0 0 0,0 0 0,0 0 0,0 0 0,0 0 0,0 0 0,0 0 0,0 0 0,0 0 0,0 0 0,0 0 0,0 0 0,0 0 0,0 0 0,-24-25 0,24 25 0,0 0 0,0 0 0,0 0 16,0 0-16,0 0 0,0 0 0,0 0 15,0 0-15,0 0 16,0 0-16,-25 0 0,25 0 0,0 0 0,0 0 15,0 0-15,0 0 0,0 0 0,0 0 0,0 0 0,-25 0 0,25 0 0,0 0 0,0 0 16,0 0-16,0 0 0,0 0 0,0 0 0,0-25 0,0 25 16,0 0-16,0 0 0,0 0 0,0 0 0,0 0 0,-25 0 15,25 0 1,0 0-16,0 0 0,0 0 0,0 0 0,0-25 0,0 25 15,0 0-15,0 0 0,0 0 0,0 0 0,0 0 0,0 0 16,0 0-16,0 0 0,0-24 0,0 24 0,0 0 0,0 0 0,0 0 16,0 0-16,0 0 0,0 0 0,0 0 0,0 0 0,0 0 0,0 0 15,0 0-15,0 0 16,0 0-16,0 0 0,0 0 0,0 0 0,0 0 15,0 0-15,0 0 0,0 0 0,0 0 0,0 0 0,0 0 16,0 0-16,0 0 0,0 0 0,0 0 0,0 0 0,0 0 0,0 0 78,0 0-31,0 0-47,0 0 0,0 0 0,0 0 0,0 0 0,0 24 15,0-24-15,0 0 0,0 0 0,0 0 0,0 0 0,0 0 0,0 0 0,0 0 16,0 0-16,0 0 0,0 0 0,0 0 0,0 0 0,0 0 0,0 0 0,0 0 0,0 0 0,0 0 0,0 0 16,0 0-16,0 0 0,0 0 0,0 0 0,0 0 0,0 0 0,0 0 0,0 0 0,0 0 15,0 0-15,0 0 0,0 0 0,0 0 0,0 0 0,0 0 0,0 0 0,0 0 16,0 0-16,0 0 0,0 0 0,0 0 0,25 0 0,-25 0 15,0 0-15,0 0 0,0 0 0,0 0 0,0 0 16,0 0-16,0 0 0,0 0 0,0 0 0,0 0 0,0 0 16,0 0-16,0 0 0,0 0 0,0 0 15,0 25-15,0-25 0,0 0 16,0 0-16,0 0 0,0 0 0,0 0 0,0 0 0,0 0 0,0 0 15,0 0-15,0 0 0,0 25 0,0-25 0,0 0 0,0 0 0,0 0 0,0 0 0,0 0 0,0 0 0,0 0 0,0 25 0,0-25 0,0 0 0,0 0 0,0 0 0,0 25 0,0-25 0,0 0 0,0 24 0,0-24 0,0 0 16,0 25-16,0-25 0,0 25 0,0-25 0,0 25 0,0 0 0,0-25 94</inkml:trace>
  <inkml:trace contextRef="#ctx0" brushRef="#br0" timeOffset="465929.6496">20042 3423 0,'0'0'0,"0"0"0,0 0 0,0 0 0,0 0 0,0 0 16,0 0-16,0 0 0,0 0 0,0 0 0,0 0 15,0 0-15,0 0 16,0 0-16,0 0 0,-25 0 0,25 0 0,0 0 0,0 0 0,0 0 15,0 0-15,0 0 0,0 0 0,0 0 0,0 0 0,0 25 16,0-25-16,0 0 0,0 0 0,0 0 0,0 0 0,0 0 0,0 0 250,0 0-235,25 0-15,-25 0 0,0 0 0,0 0 0,0-25 0,0 25 16,0 0-16,0 0 0,0 0 0,0 0 0,0 0 0,0 0 0,0 0 0,0 0 0,0-25 0,0 25 0,25 0 0,-25 0 15,0 0-15,0 0 0,0 0 0,0 0 0,0 0 0,0 0 0,0-25 0,25 25 0,-25 0 16,0 0-16,0 0 0,0 0 0,0 0 0,25 0 0,-25 0 0,0 0 0,0 0 0,0 0 0,24 0 0,-24 0 0,0 0 16,0 0-16,0 0 15,25 0-15,-25 0 0,0 0 0,0 0 0,0 0 0,25 0 0,-25 0 0,0 25 0,0-25 0,0 0 0,25 0 0,-25 0 0,0 0 0,0 25 0,25-25 0,-25 0 0,0 0 0,0 0 0,0 25 0,24-25 0,-24 0 0,0 0 0,0 25 0,0-25 16,0 0-16,0 24 0,0-24 0,0 0 0,0 25 0,0-25 31,0 0-31,0 25 0,0-25 0,0 0 0,0 25 0,0-25 16,0 25-16,-24-25 0,24 0 0,0 24 0,0-24 0,-25 0 0,25 25 15,0-25-15,0 0 0,0 25 0,-25-25 0,25 0 0,0 0 94,0 25-94,-25-25 0,25 0 0,0 0 15,0 0-15,0 0 0,-25 0 0,25 25 0,0-25 0,0 0 0,0 0 0,-24 0 0,24 0 0,0 0 0,0 0 0,-25 0 0,25 25 0,0-25 0,0 0 0,0 0 16,0 0-16,-25 0 0,25 0 0,0 0 0,0 0 0,0 0 0,0 0 0,0 0 0,-25 0 0,25-25 0,0 25 0,0 0 0,0 0 0,0 0 0,0 0 0,0 0 0,0 0 0,0 0 0,0 0 0,0 0 0,0 0 16,0 0-1,0 0-15,0 0 0,0 0 0,0 0 0,0 0 0,0 0 0,0 0 0,0 0 0,0 0 0,0 0 1139</inkml:trace>
  <inkml:trace contextRef="#ctx0" brushRef="#br0" timeOffset="470855.9314">20439 3324 0,'0'0'0,"0"0"0,0 0 0,0 0 249,-174 297-249,174-297 0,0 0 0,0 0 0,0 25 0,0-25 0,0 0 0,0 0 0,0 0 0,0 0 0,25 25 0,-25-25 16,0 0-16,0 0 0,0 0 0,0 0 0,0 0 0,25 0 0,-25 25 0,0-25 0,0 0 0,0 0 0,0 0 0,25 0 0,-25 0 0,0 0 0,0 25 0,0-25 0,0 0 0,0 0 0,0 0 0,25 0 0,-25 0 0,0 0 0,0 25 0,0-25 0,0 0 0,0 0 0,0 0 15,0 0-15,0 0 0,0 0 0,24 0 0,-24 0 0,0 0 16,0 24-16,0-24 0,0 0 0,0 0 0,0 0 0,0 0 16,0 0-1,0 0-15,25 0 0,-25 0 0,0 0 0,0 0 0,0 0 16,0 25-16,0-25 0,0 0 0,0 0 0,0 0 0,0 0 0,0 0 0,0 0 15,0 0 1,0 0-16,0 0 0,0 0 0,0 0 0,0 0 0,0 0 0,0 25 0,25-25 16,-25 0-16,0 0 0,0 0 0,0 0 15,0 0-15,0 0 0,0 0 0,0 0 16,0 0-16,0 0 0,0 0 0,0 0 0,0 0 15,0 0-15,0 0 16,0 0-16,0 0 0,0 0 0,25 0 0,-25 0 0,0-25 0,0 25 0,0 0 0,0 0 0,0 0 0,25 0 0,-25 0 16,0 0-16,0-25 0,0 25 0,0 0 0,0 0 0,0 0 15,24 0-15,-24 0 0,0 0 0,0 0 0,0 0 0,0 0 16,0 0-16,0 0 0,0-24 0,0 24 0,0 0 0,0 0 0,0 0 15,0 0 1,0 0-16,0 0 0,0 0 0,0 0 0,0-25 16,0 25-16,0 0 0,0 0 0,0 0 0,0 0 0,0 0 0,0 0 0,-24-25 15,24 25-15,0 0 0,0 0 0,0 0 0,0-25 0,0 25 47,0 0-47,-25 0 0,25 0 0,0 0 16</inkml:trace>
  <inkml:trace contextRef="#ctx0" brushRef="#br0" timeOffset="472217.0092">20687 3795 0,'0'0'0,"0"0"0,0 0 0,0 0 0,25 0 0,-25 0 16,0 0-16,0 0 0,0 0 0,0 0 0,0 0 0,0 0 0,-124 298 234,124-298-234,0 0 0,0 0 0,0 0 0,0 0 0,0 0 0,0 0 0,0 0 0,0 0 0,0 0 0,0 0 0,0 0 0,0 0 0,0 0 0,0 0 0,0 0 0,0 0 0,0 0 0,0 0 0,0 0 0,0 0 0,0 0 15,0 0-15,0 0 0,0 0 0,0 0 0,0 0 0,0 0 0,0 0 0,0 0 0,0 0 0,0 0 0,0 0 0,0 0 0,25 0 0,-25 0 0,0-25 0,0 25 16,0 0-16,0 0 0,0 0 0,24 0 0,-24 0 0,0 0 16,0 0-16,0 0 0,25 0 0,-25 0 0,0 0 0,25 0 15,-25 0-15,0 0 0,25 0 0,-25 0 0,0 0 0,0 0 0,25 0 31,-25 0-31,0 0 0,25 25 0,-25-25 0,0 0 0,24 0 0,-24 0 16,0 0-16,25 0 0,-25 0 0,0 0 0,0 0 0,25 0 0,-25 0 16,0 0-16,0 0 0,25 0 0,-25 0 0,0 0 0,0 0 15,0 0-15,0 0 0,0 0 0,0 0 0,25 0 0,-25 0 0,0 0 16,0 0-16,0 0 0,0 0 0,0 0 15,0 0-15,0 0 16,0 0-16,0 0 0,0 0 0,0 0 0,0 0 0,0 0 47,0 0-47,0 0 0,0 0 0,0 0 0,0 0 0,0 0 0,0 0 0,0 0 0,0 0 0,0 0 0,0 0 0,0 0 0,0 0 0,0 0 0,0 0 0,0 0 0,0 0 0,0 0 0,0 0 15,0 0-15,0 0 16,0 0-16,0 0 0,0 0 0,-25-25 16,25 25-16,0 0 0,0 0 0,0 0 0,0-25 15,0 25-15,0 0 0</inkml:trace>
  <inkml:trace contextRef="#ctx0" brushRef="#br0" timeOffset="473670.0924">21332 3423 0,'0'0'0,"0"0"15,0 0-15,0 0 0,0 25 0,0-25 0,0 0 0,0 0 16,0 0-16,0 0 0,0 0 0,0 0 0,0 0 0,0 0 515</inkml:trace>
  <inkml:trace contextRef="#ctx0" brushRef="#br0" timeOffset="475833.2161">21332 3597 0,'0'0'16,"0"0"-16,0 0 0,0 0 0,25 0 0,-25 0 16,0 0-16,0 0 15,0 0-15,0 0 0,0 0 0,0 0 0,0 0 0,0 0 16,0 0-16,0 0 0,0 0 0,0 0 0,0 0 0,0 0 0,0 0 15,0 0-15,0 0 0,0 0 0,0 0 0,0 0 0,0 0 16,0 0-16,0 0 0,0 0 0,0 0 0,0 0 0,0 0 16,0 0-16,0 0 0,0 0 0,0 0 0,0 0 0,0 0 15,0 0 172,0 0-187,0 0 0,0 0 0,0 0 16,0 24-16,0-24 0,0 0 0,0 0 0,0 0 0,0 0 0,0 0 0,0 0 0,0 0 0,0 0 0,0 0 0,0 0 0,0 0 0,0 0 16,0 0-16,0 0 0,0 0 0,0 0 0,0 0 0,0 0 0,0 0 0,0 0 0,0 0 0,0 0 0,0 0 0,0 0 15,0 0 1,0 0-16,0 0 0,0 0 15,0 0-15,25 0 0,-25 0 0,0 0 0,0 0 0,0 0 0,0 0 0,0 0 0,0 0 0,24 0 16,-24 0-16,0 0 0,0 0 0,0 0 0,0 0 16,25 0-16,-25 0 0,0 0 0,0 0 0,25 0 0,-25 0 15,0 0-15,0 0 0,25 0 0,-25 0 0,0 0 0,0 0 0,25 0 0,-25 0 0,0 0 0,24 0 0,-24 0 0,25 0 0,-25 0 0,0 0 0,0 25 0,25-25 0,-25 0 0,0 0 0,25 0 0,-25 0 0,0 0 63,25-25 826</inkml:trace>
  <inkml:trace contextRef="#ctx0" brushRef="#br0" timeOffset="477808.3291">21456 3324 0,'0'0'0,"0"0"16,0 0-16,0 0 0,0 0 0,0 0 0,0 0 0,0 0 16,0 0-16,-25 0 0,25 0 0,0 0 0,0 0 93,0 0-93,0 0 0,0 0 78,0 0-78,0 0 0,0 0 16,-25 0-16,25 0 0,0 0 0,0 0 0,0 0 0,0 0 0,0 0 0,0 0 0,0 0 0,0 0 0,0 0 0,0 0 0,0 0 0,0 0 0,0 0 15,0 0 1,0 0 0,0 0-16,0 0 0,0 0 0,0 0 0,0 0 0,0 0 0,0 0 0,0 0 0,0 0 0,-24 0 15,24 0-15,0 0 0,0 0 16,0 0-16,0 0 0,0 0 0,0 0 0,0 0 0,0 0 0,0 0 0,0 0 0,0 0 0,0 0 0,0 0 0,0 25 0,0-25 0,0 0 0,0 0 0,0 0 0,0 0 0,0 0 0,0 0 15,0 0-15,0 0 0,0 0 0,0 0 0,0 0 0,0 0 0,24 0 0,-24 0 0,0 0 0,0 0 0,0 0 16,0 0-16,25 0 0,-25 0 0,0 0 0,0 0 0,0 0 0,25 0 0,-25 0 0,0 0 0,25 0 16,-25 0-16,0 0 0,25 0 0,-25 0 62,0 0-62,24 0 0,-24 0 0,25 0 0,-25 0 0,0-25 0,25 25 0,-25 0 0,25 0 0,-25 0 0,0 0 0,25 0 0,-25 0 0,0 0 0,0 0 0,24 0 16,-24 0-16,0 25 0,0-25 0,0 0 0,0 0 0,0 0 0,0 0 0,0 0 0,0-25 0,0 25 15,0 0-15,0 0 0,0 0 0,0 0 0,0 0 0,0 0 0,0 0 0,25 0 16,-25 0-16,0 0 0,0 0 0,0 0 0,0 0 0,0 0 0,0 0 15,0 0-15,25 0 0,-25 0 0,0 0 0,0 0 0,0 0 0,0 0 16,0 0-16,0 0 16,0 0-16,0-25 0,0 25 0,0 0 0,0 0 15,0 0-15,0 0 0</inkml:trace>
  <inkml:trace contextRef="#ctx0" brushRef="#br0" timeOffset="480817.5012">22671 3200 0,'0'0'0,"0"0"0,0 0 0,0 0 0,0 0 0,0 0 0,0 0 0,0 0 0,0 0 0,0 0 0,0 0 0,0 0 0,0 0 0,0 0 0,0 0 0,0 0 0,0 0 0,0 0 0,0 0 0,0 0 0,0 0 0,0 0 16,0 0-16,0 0 0,0 0 0,0 0 0,0 0 0,0 0 0,0 0 0,0 0 0,0 0 0,0 0 0,0 0 0,0 0 0,-24 0 0,24 0 0,0 0 0,0 0 0,0 0 0,0 0 15,0 0-15,0 0 0,0 0 0,0 0 0,0 0 16,0 0-16,0 0 0,0 0 0,0 0 0,0 0 0,0 0 0,0 0 15,0-25-15,0 25 0,0 0 0,0 0 0,0 0 16,0 0 0,0 0-16,0 0 0,0 0 0,0 0 0,0-25 0,0 25 0,0 0 15,0 0-15,0 0 0,24 0 0,-24 0 0,0 0 0,0 0 0,0 0 16,0 0-16,0 0 0,0-25 0,0 25 0,0 0 0,25 0 795,25 621-561,-50-621-234,0 0 0,0 0 0,0 0 0,0 0 0,0 0 0,0 0 0,0 0 0,0 0 0,0 0 234</inkml:trace>
  <inkml:trace contextRef="#ctx0" brushRef="#br0" timeOffset="483689.6654">22547 3225 0,'0'0'0,"0"0"0,0 0 0,0 0 0,0 0 0,0 0 0,0 0 0,0 0 0,0 0 0,0 0 0,0 0 0,0 0 0,0 0 0,0 0 0,0 0 0,0 0 0,0 0 0,0 0 0,0 0 0,0 0 0,0 0 0,0 0 0,0 0 0,0 0 0,0 0 0,0 0 0,0 0 0,0 0 0,0 0 0,0 0 0,0 0 16,0 0-16,0 0 0,0 0 0,0 0 0,0 0 15,0 0 1,0 0-16,0 0 0,0-25 0,0 25 0,0 0 0,0 0 0,0 0 15,0 0-15,0 0 0,0 0 0,25 0 0,-25 0 0,0 0 16,0 0-16,0 0 0,0 0 0,0 0 0,0 0 0,0 0 0,0 0 16,0 0-16,25 0 0,-25 0 0,0-25 0,0 25 0,0 0 15,0 0 1,0 0-16,0 0 0,0 0 0,0 0 0,0 0 0,0 0 109,25-25-109,-25 25 0,0 0 0,0 0 0,0 0 0,25 0 0,-25 0 0,0 0 16,0 0-16,0 0 0,0 0 0,0 0 0,0 0 0,0 0 0,24 0 0,-24-25 0,0 25 0,0 0 0,0 0 0,25 0 15,-25 0-15,0 0 0,0 0 0,0 0 0,25 0 16,-25 0-1,0 0-15,0 0 0,0 0 0,25 0 0,-25 0 0,0 0 0,0 0 0,0 0 0,0 0 0,0 0 16,0 0-16,0 0 0,0 0 0,0 0 0,0 0 0,0 0 0,0 0 0,25 0 0,-25 0 0,0 0 0,0 25 0,0-25 0,0 0 31,0 0-31,0 0 0,0 0 0,0 25 0,0-25 0,0 0 0,0 0 0,0 0 0,0 0 0,0 25 0,0-25 0,0 0 0,0 0 0,0 0 0,0 25 0,25-25 0,-25 0 0,0 0 0,-25 0 0,25 24 0,0-24 0,0 0 0,0 0 0,0 0 0,0 25 16,0-25-16,0 0 0,0 0 0,0 0 31,0 25-31,0-25 0,0 0 0,0 0 0,0 0 0,0 0 0,-25 25 0,25-25 0,0 0 0,0 0 16,0 0-16,0 25 0,0-25 0,0 0 0,0 0 0,0 0 0,0 0 1388,-223 496-1326,223-496-62,-25 0 0,25 0 0,0 0 0,0 0 0,0 0 0,0 0 0,0 0 0,0 0 0,0 0 0,0 0 0,0-25 0,0 25 0,0 0 0,0 0 0,0 0 0,0 0 0,0 0 0,0 0 0,0 0 0,0 0 0,0 0 16,0 0-16,0 0 0,0 0 0,0 0 0,0 0 0,0 0 0,0 0 0,0 0 0,0 0 0,0 0 0,0 0 0,0 0 0,0 0 0,0 0 0,0 0 0,0 0 16,25 0-16,-25 0 0,0 0 0,0 0 0,0 0 0,24 0 31,-24 0-31,0 0 0,0 0 0,25 0 15,-25 0-15</inkml:trace>
  <inkml:trace contextRef="#ctx0" brushRef="#br0" timeOffset="485758.7838">23093 3969 0,'0'0'0,"0"0"0,0 0 0,0 0 16,0 0-16,0 25 0,0-25 0,-25 0 0,25 0 0,0 0 0,0 0 0,0 0 0,0 0 0,0 24 0,0-24 0,0 0 0,0 0 0,0 0 0,0 0 0,0 0 0,0 0 0,0 0 0,0 0 0,0 25 0,0-25 0,-24 0 0,24 0 0,0 0 0,0 0 0,0 0 0,0 0 0,0 0 15,0 25-15,0-25 0,0 0 0,0 0 0,0 0 0,-25 0 0,25 0 0,0 0 0,0 0 0,0 25 16,0-25-16,0 0 15,0 0-15,0 0 0,-25 0 0,25 0 0,0 0 0,0 0 0,0 0 0,0 0 16,0 0-16,-25 0 0,25 0 0,0 0 0,0 25 0,0-25 16,-25 0-16,25-25 0,0 25 0,0 0 0,0 0 0,0 0 15,-24 0-15,24 0 0,0 0 0,0 0 0,0 0 0,0 0 0,0 0 78,-50-25 31,50 25-109,0 0 0,0 0 0,0 0 0,0 0 0,0-25 0,0 25 0,0 0 0,0 0 0,0 0 0,25 0 16,-25 0-16,0 0 0,0 0 0,0 0 0,0 0 0,0 0 0,25 0 0,-25-25 0</inkml:trace>
  <inkml:trace contextRef="#ctx0" brushRef="#br0" timeOffset="487156.8638">22870 3994 0,'0'0'0,"0"0"0,0 0 0,0 0 0,0 0 0,0 0 0,0 0 0,0 0 0,0 0 0,0 0 0,0 0 0,0 0 0,0 0 0,0 0 0,0 0 0,0 0 16,0-25-16,0 25 0,0 0 0,0 0 0,0 0 0,0-25 0</inkml:trace>
  <inkml:trace contextRef="#ctx0" brushRef="#br0" timeOffset="490675.065">23961 2952 0,'124'223'0,"-124"-223"0,0 25 0,25-25 0,-25 0 0,0 0 0,0 0 0,0 0 0,0 25 0,25-25 0,-25 0 0,0 0 0,0 24 0,0-24 0,0 0 0,25 0 0,-25 25 0,0-25 0,0 0 0,0 0 0,0 25 0,0-25 0,0 0 0,0 0 0,0 25 0,0-25 16,0 0-16,0 0 0,0 0 0,0 25 0,0-25 0,0 0 0,0 0 16,0 24-16,0-24 0,0 0 0,0 0 0,-25 0 15,25 25-15,0-25 0,0 0 0,0 0 0,-25 0 0,25 0 0,0 25 0,0-25 0,-25 0 31,25 0-31,0 0 0,0 25 0,-24-25 0,24 0 0,0 0 0,-25 0 0,25 0 0,0 25 0,-25-25 16,25 0 0,0 0-16,-25 0 0,25 0 0,-25 0 0,25 24 0,0-24 0,-24 0 0,24 0 0,0 0 0,-25 0 15,25 0-15,0 0 0,-25 0 0,25 0 0,0 0 0,0 0 0,-25 0 16,25 0-16,0 0 0,0 0 0,0 0 0,-25 0 0,25-24 0,0 24 0,0 0 0,0 0 0,0 0 0,0 0 15,-25 0 1,25 0-16,0 0 0,0 0 0,0 0 0,0 0 0,0 0 16,0 0-16,0-25 0,0 25 0,0 0 0,0 0 0,0 0 0,0 0 15,0 0-15,0 0 0,0 0 0,0 0 0,0 0 0,0 0 16,0 0-16,0 0 0,0 0 0,0 0 0,0 0 0,0 0 0,0 0 15,0 0 1,0 0-16,0 0 0,0 0 0,0 0 0,0 0 203</inkml:trace>
  <inkml:trace contextRef="#ctx0" brushRef="#br0" timeOffset="491858.1327">24036 2877 0,'0'0'0,"0"0"0,0 0 0,0 0 16,0 0-16,0 0 0,0 0 0,0 0 0,-25 0 0,25 0 16,0 0-16,0 0 0,0 0 0,0 0 15,0 0-15,0 0 0,0 0 0,0 0 0,0 0 0,0 0 0,0 0 16,0 25-16,0-25 0,0 0 0,0 0 0,0 0 0,0 0 0,0 0 0,0 0 15,0 0-15,0 0 0,0 0 16,0 0-16,0 0 0,0 0 0,0 0 16,0 0-16,0 0 0,0 0 0,-25 0 0,25 0 0,0 0 15,0 0-15,0 0 0,0 0 0,0 0 0,0 0 0,0 0 0,0 0 16,0 0-16,0 0 0,0 0 0,0 0 15,0 0-15,-25 0 0,25 0 0,0 0 125,0 0-125,0 0 16,0 0-16,0 0 0,0 0 0</inkml:trace>
  <inkml:trace contextRef="#ctx0" brushRef="#br0" timeOffset="495162.3216">23837 2704 0,'0'0'0,"0"0"16,0 0-16,0 0 0,0 0 15,0 0-15,0 0 0,0 0 0,0 0 16,0 0-16,0 0 0,0 25 0,0-25 0,25 0 0,-25 0 0,0 0 16,0 0-16,0 0 0,0 0 0,0 0 0,0 0 0,0 0 15,0-25-15,0 25 0,0 0 0,0 0 0,0 0 0,0 0 0,0 0 16,0 0-16,0 0 0,0 0 0,0 0 0,0 0 0,0 0 0,0 0 31,0 0-31,0 0 0,0 0 0,0 0 0,0 0 0,0 0 16,0 0-16,0 0 0,0 0 0,0 0 0,0 0 0,0 0 0,0 0 15,0 0-15,0 0 0,0 0 0,0 0 0,0 0 0,0 0 0,0 0 16,0 0 202,25-50-218,-25 50 0,0 0 0,0 0 0,0 0 0,0 0 0,0 0 0,0 0 16,25 0-16,-25 0 0,0-25 0,0 25 0,0 0 0,0 0 0,25 0 0,-25 0 0,0 0 0,0 0 0,0 0 0,0 0 0,0 0 0,24 0 0,-24 0 15,0 0-15,0 0 0,0 0 0,0 0 0,0 0 0,0 0 0,25 0 0,-25 0 0,0 0 0,0 0 16,0 0-16,0 0 0,0 0 0,0 0 0,0 0 0,25 0 0,-25 0 0,0 0 16,0 0-16,0 0 0,0 0 0,25 0 0,-25 0 0,0 0 0,0 0 0,0 0 0,0 0 0,25 0 0,-25 0 0,0 0 0,0 0 0,0 0 0,0 0 0,24 0 0,-24 0 0,0 0 31,0 0-31,0 25 0,0-25 0,0 0 0,0 0 0,0 0 15,25 0-15,-25 0 0,0 0 0,0 0 0,0 0 0,0 0 0,0 0 0,0 0 16,25 0-16,-25 0 0,0 25 0,0-25 0,0 0 0,0 0 16,0 0-16,0 0 0,0 0 0,0 0 0,0 0 0,0 0 0,0 0 31,0 0-31,0 0 0,0 0 0,0 0 0,0 0 0,0 0 0,25 25 15,-25-25-15,0 0 0,0 0 0,0 0 16,-25 0-16,25 0 0,0 0 0,0 0 0,0 25 0,0-25 0,0 0 0,0 0 0,0 0 0,0 0 0,0 0 16,0 0-16,0 24 0,0-24 15,-25 0-15,25 0 0,0 0 0,0 0 16,0 0-16,0 0 0,0 0 0,0 25 15,0-25-15,0 0 0,0 0 0,-25 0 0,25 0 16,0 0-16,0 0 0,0 0 0,0 25 0,0-25 0,0 0 0,0 0 0,0 0 0,-24 0 0,24 0 16,0 0-16,0 0 0,0 0 0,0 0 0,0 0 0,0 25 0,-25-25 15,25 0-15,0 0 0,0 0 0,0 0 0,0 25 16,0-25-1,0 0-15,0 0 0,-25 0 812</inkml:trace>
  <inkml:trace contextRef="#ctx0" brushRef="#br0" timeOffset="496913.4218">24705 3349 0</inkml:trace>
  <inkml:trace contextRef="#ctx0" brushRef="#br0" timeOffset="498901.5355">24681 3101 0,'0'0'15,"0"0"-15,0 0 0,0 0 0,0 0 16,0 0-16,0 0 0,0 0 0,0 0 0,0 0 0,0 0 0,0 0 0,0 0 0,0 0 16,0 0-16,0 0 0,0 0 0,0 0 0,0 0 0,0 0 15,0 0 1,0 0-16,0 0 0,0 0 0,0 0 0,0 0 0,0 0 0,0 0 15,0 0-15,0 0 0,0 0 0,0 0 0,0 0 0,0 0 16,0 0-16,0 0 0,0 0 0,0 0 0,0 0 0,0 0 16,0 0-16,0-25 0,0 25 0,0 0 0,0 0 0,0 0 15,0 0-15,24 0 0,-24 0 0,0 0 0,0 0 16,0 0-16,0 0 15,0 0-15,0-25 0,25 25 0,-25 0 0,0 0 0,0 0 0,0 0 16,0 0-16,0 0 0,0 0 0,25 0 0,-25 0 0,0 0 16,0 0-16,0 0 0</inkml:trace>
  <inkml:trace contextRef="#ctx0" brushRef="#br0" timeOffset="499359.5617">24631 3150 0,'0'0'0,"0"0"0,0 0 0,0 0 0,0 0 0,0 0 0,0 0 0,0 0 0,0-25 0,0 25 0,0 0 0,0 0 0,0 0 0,0 0 0,0 0 0,0 0 0,0 0 0,0 0 0,0 0 0,0 0 0,0 0 0,0 0 0,0 0 15,0 0-15,25 0 0,-25 0 0,0 0 0,0 0 0,0 0 0,0 0 0,0 0 0,25-24 0,-25 24 0,0 0 0,0 0 0,0 0 0,0 0 0,0 0 0,24 0 0,-24 0 0,0 0 16,0 0-16,0 0 0,25 0 0,-25 0 0,0 0 15,0 0-15,0 0 0,25 0 0,-25 0 0,0 0 16,0 0-16,0 0 16,0 0-16,25 0 0,-25 0 0,0 0 0,0 0 0,0 0 15,0 0-15,0 0 0,0 0 0,25 0 0,-25 0 0,0 24 16,0-24 15,0 0-31,0 0 0,0 0 0,0 0 0,0 25 0,0-25 0,0 0 0,0 0 0,0 0 0,0 25 0,0-25 0,0 0 0,0 0 0,0 25 0,0-25 0,0 0 16,0 0-16,0 25 0,0-25 0,0 0 0,0 0 0,0 24 0,0-24 31,0 0-31,0 25 0,-25-25 0,25 0 0,0 0 0,0 25 0,0-25 15,0 0-15,0 0 0,-25 25 0,25-25 0,0 0 0,0 0 0,0 0 16,0 25-16,-25-25 0,25 0 0,0 0 0,0 0 0,0 0 0,-25 24 16,25-24-16,0 0 0,0 0 0,0 0 0,0 0 0,0 0 15,-24 0 1,24 0-16,0 25 0,0-25 0,0 0 0,0 0 0,0 0 15,-25 0-15,25 0 0,0 0 0,0 0 0,0 0 0,-25 0 0,25 0 47,0 0-47,0 0 0,0 0 0,0 0 0,-25 0 0,25 0 0,0 0 0,0 0 0,0 0 0,0 0 0,-25 0 0,25 0 0,0 0 16,0 0-16,0 0 0,0 0 0,0 0 0,0-25 0,0 25 0,0 0 0,0 0 0,0 0 0,0 0 15,0 0-15,0 0 0,0 0 0,0 0 0,0 0 0,0 0 16,0 0-16,0 0 0,0 0 0,0 0 16,0 0-16,0 0 0,0-24 15,0 24-15,0 0 0,0 0 0,0 0 0,0 0 0,0 0 0,0 0 16,0-25-16,25 25 0,-25 0 0,0 0 0,0 0 15,0 0-15,25 0 0,-25 0 0,0-25 0,0 25 0,25 0 0,-25 0 16,0 0-16,0 0 0,25 0 0</inkml:trace>
  <inkml:trace contextRef="#ctx0" brushRef="#br0" timeOffset="500429.6229">24929 3398 0,'0'0'0,"25"0"0,-25-25 0,0 25 0,0 0 15,24 0-15,-24-24 0,0 24 0,0 0 0,25-25 0,-25 25 0,0 0 0,0 0 0</inkml:trace>
  <inkml:trace contextRef="#ctx0" brushRef="#br0" timeOffset="502512.7421">25078 3051 0,'0'0'0,"0"0"0,-25 0 0,25 0 0,0 0 0,0 0 0,0 0 15,0 0-15,0 0 0,0 0 0,-25 0 0,25 0 0,0 0 0,0 0 0,0 0 0,0 0 0,0 0 0,0-25 0,-25 25 0,25 0 0,0 0 0,0 0 0,0 0 16,0 0-16,0 0 0,-25 0 0,25 0 0,0 0 16,0 0-16,0 0 0,0 25 0,-24-25 0,24 0 0,0 0 0,0 0 0,0 0 0,0 0 0,-25 0 0,25 0 0,0 0 0,0 0 15,0 0-15,0 0 0,-25 25 0,25-25 0,0 0 16,0 0-16,0 0 0,0 0 0,0 25 0,-25-25 0,25 0 0,0 0 0,0 0 15,0 24-15,0-24 0,0 0 16,0 0-16,0 0 0,0 25 0,-25-25 0,25 0 0,0 0 0,0 0 0,0 25 16,0-25-16,0 0 0,0 25 0,0-25 0,0 0 0,0 0 0,0 25 0,0-25 0,0 0 0,-25 24 0,25-24 15,0 0-15,0 25 0,0-25 0,0 0 0,0 0 0,0 0 0,0 25 63,0-25-63,0 0 0,0 0 0,0 25 0,0-25 0,0 0 0,0 0 0,0 0 0,25 25 0,-25-25 0,0 0 0,0 0 0,0 24 0,0-24 0,0 0 0,25 0 0,-25 0 0,0 25 0,0-25 0,0 0 0,25 0 0,-25 0 15,0 0-15,0 25 0,25-25 0,-25 0 16,0 0-16,0 0 0,25 0 0,-25 0 0,0 0 15,24 0-15,-24 25 0,0-25 16,0 0-16,25 0 0,-25 0 0,0 0 0,25 0 0,-25 0 16,0 0-16,25 0 0,-25 0 0,0 0 0,0 0 0,25 0 15,-25 0-15,0 0 0,0 0 0,24 0 0,-24 0 0,0 0 0,0 0 0,0 0 16,25 0-16,-25-25 0,0 25 0,0 0 0,25 0 0,-25 0 15,0 0 1,0 0-16,0-25 0,0 25 0,25 0 0,-25 0 16,0 0-16,0 0 0,0 0 0,0 0 0,0 0 0,0 0 1029</inkml:trace>
  <inkml:trace contextRef="#ctx0" brushRef="#br0" timeOffset="504054.8303">25450 3373 0,'0'0'0,"0"0"0,0 0 0,0 25 0,0-25 0,0 0 0,0 0 0,0 0 0,0 0 0,0 0 0,0 0 0,0 0 0,0 0 0,0 0 0,0 0 0,0 0 0,0 0 0,0 0 0,0 0 15,0 0-15,0 0 0,0 0 0,0 0 0,0 0 0,0 0 0,0 0 0,0 0 0,0 0 16,0 0-16,0 0 0,0 0 0,0 0 0,0-25 15,0 25-15,0 0 0,0 0 0,0 0 0,0 0 0,0 0 0,0 0 16,0 0-16,0 25 0,0-25 0,0 0 0,0 0 0,0 0 0,0 0 16,0 0-16,0 0 0,0 0 0,0 0 0,0 0 0,0 0 15,0 0-15,0 0 16,0 0-16,0 0 0,0 0 0,0 0 0,0 0 15,0 0-15,0 0 0,0 0 0,0 0 0,0 0 0,0 0 16,0 0-16,0 0 0,0 0 0,0 0 0,0 25 0,-25-25 0,25 0 16,0 0-16,0 0 0,0 25 717,223 223-717,-223-248 0,0 0 0,0 0 0,0 0 0,25 0 16,-25 0-16,0-25 0,-25 25 0,25 0 0,0 0 0,0 0 0,0 0 0,0 0 0,0 0 0,0 0 0,0-25 0,0 25 0,0 0 0,0 0 0,0 0 0,0 0 0,0-25 0,0 25 0,0 0 47,0 0-47,0 0 0,0-24 0,0 24 0,0 0 0</inkml:trace>
  <inkml:trace contextRef="#ctx0" brushRef="#br0" timeOffset="507013.9995">25722 3497 0,'0'0'0,"0"0"0,0 0 0,0 0 0,0 0 0,0 0 0,0 0 0,0-24 0,0 24 0,0 0 0,0 0 0,0 0 16,0 0-16,0 0 0,0 0 0,0 0 0,0 0 0,0 0 0,0 0 0,0-25 0,0 25 0,0 0 0,0 0 0,0 0 0,0 0 0,0 0 0,0 0 0,0 0 0,0-25 0,0 25 0,-24 0 0,24 0 0,0 0 0,0 0 0,0-25 0,0 25 0,0 0 16,0 0-16,0 0 0,0 0 0,0 0 0,0 0 0,0-25 15,0 25-15,0 0 0,0 0 0,0 0 0,0 0 0,0 0 0,0 0 16,0 0-1,0-24-15,0 24 0,0 0 0,-25 0 0,25 0 16,0 0-16,0 0 0,0 0 0,0 0 0,0 0 0,0 0 0,0 0 16,0 0-16,0 0 0,0-25 0,0 25 0,0 0 0,0 0 15,0 0-15,0 0 0,0 0 0,0 0 0,0 0 0,0 0 0,0 0 16,0 0-16,0 0 15,0 0-15,0-25 0,0 25 0,0 0 0,0 0 16,0 0-16,0 0 0,0 0 0,0 0 0,0 0 0,0 0 0,0 0 0,-25 0 16,25 0-16,0 0 0,0 0 0,0 0 0,0 0 0,0 0 0,0 0 46,0 0-46,0 25 0,0-25 0,0 0 0,0 0 0,0 0 0,0 25 0,0-25 0,0 0 0,0 0 0,0 24 0,0-24 0,0 0 0,0 0 16,0 25-16,0-25 0,0 0 0,0 25 0,0-25 16,0 0-16,0 25 0,0-25 0,0 25 15,0-25-15,0 24 0,-25-24 0,25 25 0,0-25 0,0 25 0,0-25 0,0 25 16,0-25-16,0 25 0,0-25 0,0 24 0,0-24 0,0 25 15,0-25-15,0 25 0,0-25 0,0 25 0,0-25 0,0 25 16,0-25-16,0 0 0,0 25 0,0-25 0,0 24 0,0-24 31,0 25-31,0-25 0,0 0 0,-25 25 0,25-25 0,0 25 0,0-25 0,0 0 16,0 25-16,0-25 0,0 0 0,0 24 0,0-24 0,0 0 47,-24 25 77,24 0-124,0-25 0,0 0 0,0 0 0,0 0 0,0 0 0,0 0 0,24 0 0,-24-25 0,0 25 0,0 0 0,0 0 0,0-25 0,0 25 0,0 0 0,0 0 0,0-24 0,0 24 0,0 0 16,0 0-16,0 0 0,0-25 0,0 25 0,0 0 0,0 0 0,0-25 16,0 25-16</inkml:trace>
  <inkml:trace contextRef="#ctx0" brushRef="#br0" timeOffset="515483.4839">19993 2530 0,'0'0'0,"0"0"16,0 0-16,0 0 0,24 0 0,-24 0 0,0 0 15,0 0-15,0 0 0,0 0 0,0-25 0,0 25 0,0 0 0,25 0 0,-25 0 0,0 0 0,0 0 16,0 0-16,25 0 0,-25 0 0,0 0 0,0 0 0,25-25 0,-25 25 16,0 25-16,0-25 0,25 0 0,-25 0 15,0 0-15,24 0 0,-24 0 0,0 25 0,0-25 0,25 0 0,-25 0 0,0 0 0,0 25 0,0-25 0,0 0 0,25 0 0,-25 25 0,0-25 0,0 0 0,0 24 0,0-24 0,0 0 0,0 0 0,25 25 0,-25-25 0,0 0 0,0 25 0,0-25 0,0 0 0,0 25 16,0-25-16,0 0 0,0 25 0,0-25 0,0 0 0,0 25 0,-25-25 0,25 0 15,0 24-15,0-24 0,0 25 0,0-25 0,-25 0 0,25 25 0,0-25 16,0 25-16,-25-25 0,25 0 0,0 0 0,0 25 16,-24-25-16,24 0 0,0 0 0,-25 24 15,25-24-15,0 0 0,-25 0 0,25 25 0,0-25 0,-25 0 0,25 0 0,0 0 16,0 0-16,-25 0 0,25 25 0,0-25 0,0 0 0,0 0 31,0 0-31,-24 0 0,24 0 0,0 0 0,0 0 0,0 0 0,0 0 16,0 0-16,0 0 0,0 0 0,0-25 0,0 25 0,0 0 0,0 0 15,0 0-15,0 0 0,0 0 0,0 0 0,0 0 0,0 0 0,0 0 0,0 0 16,0 0-1,-25 0-15,25 0 0,0 0 0,0 0 125,25-49-125,-25 49 0,0 0 0,0 0 0,0 0 0,0 0 16,0 0-16,0 0 0,24 0 0,-24 0 0,0 0 0,0 0 0,0 0 0,0-25 0,0 25 0,25 0 0,-25 0 15,0 0-15,0 0 0,0 0 0</inkml:trace>
  <inkml:trace contextRef="#ctx0" brushRef="#br0" timeOffset="516600.5477">20439 2604 0,'0'0'16,"0"0"-16,0 0 0,0 0 0,0 0 0,0 0 0,0 0 0,0 0 874</inkml:trace>
  <inkml:trace contextRef="#ctx0" brushRef="#br0" timeOffset="518442.6532">20588 2580 0,'0'0'15,"0"0"-15,0 0 0,0 0 0,0 0 0,0 0 16,0 0-16,0 0 0,25 0 0,-25 0 0,0 0 0,0 0 15,0 0-15,0-25 0,-25 25 0,25 0 0,0 0 16,0 0-16,0 0 0,0 0 0,0 0 0,0 0 0,0 0 16,0 0-16,0 0 0,0 0 0,0 0 0,25 0 15,-25 0-15,0 0 0,0 0 0,0 0 0,0 0 0,0 0 16,0 0-16,0 0 0,0 0 0,0 0 0,0 0 0,0 0 15,0 0-15,0 0 0,0 0 63,0 0-63,0 0 0,0 0 109,-25-25-109,25 25 0,0 0 0,0 0 0,0 0 16,0 0-16,0 0 0,0 0 0,-25 0 0,25 0 0,0 0 0,0 0 0,0 0 0,0 0 0,0 0 0,0 0 0,0-25 0,0 25 0,0 0 0,0 0 0,0 0 0,0 0 0,-25 0 0,25 0 0,0 0 0,0 0 0,0 0 0,0 0 0,0 0 0,0 0 0,0 0 0,0 0 0,0 0 0,-25 0 0,25 0 15,0 0-15,0 0 0,0 0 0,0 0 0,0 0 0,0 0 16,0 0-16,-24 0 0,24 0 0,0 0 0,0 0 15,0 0-15,0 0 0,0 0 0,-25 0 0,25 0 0,0 0 0,0 0 16,0 0-16,-25 0 0,25 0 0,0 0 0,0 0 0,-25 0 0,25 0 16,0 0-16,0 25 0,-25-25 0,25 0 0,0 0 0,0 0 0,-24 0 15,24 25-15,0-25 0,0 0 0,0 0 0,-25 0 0,25 0 16,0 25-16,0-25 15,0 0-15,-25 0 0,25 0 0,0 0 47,0 0-31,0 0-16,-25 24 0,25-24 0,0 0 0,0 0 0,0 0 0,0 25 0,0-25 0,0 0 0,0 0 0,0 0 0,-25 25 15,25-25-15,0 0 0,0 0 0,0 0 0,0 25 0,0-25 0,0 0 0,0 0 0,0 25 0,0-25 0,25 0 0,-25 25 0,0-25 0,0 0 0,0 0 0,0 24 0,25-24 0,-25 0 0,0 0 16,0 25-16,0-25 0,25 0 0,-25 25 0,0-25 0,25 0 468</inkml:trace>
  <inkml:trace contextRef="#ctx0" brushRef="#br0" timeOffset="520133.7499">20389 2729 0,'0'0'0,"0"0"0,0 0 47,0 0-47,0 0 0,0 0 0,0 0 15,0 0-15,0 0 0,0 0 16,0 0-16,0 0 0,0 0 0,0 0 0,0 0 0,0 0 16,0 0-16,0 0 0,0 0 15,0 0 1,0 0-16,0 0 15,0 0-15,0 0 0,0 0 0,0 0 16,0 0-16,0 0 0,0 0 0,0 49 437,323 249 93,-373-348-530,50 50 16,0 0-16,0 0 0,0 0 0,0 0 0,0 0 0,0 0 0,0 0 0,0 0 0,0 0 0,0 0 15,0 0-15,0 0 0,0 0 0,0 0 0,0 0 0,0 0 0,0 0 0,0 0 0,0 0 0,0 0 0,0 0 0,0 0 0,0 0 0,0 0 16,0 0-16,0 0 0,0 0 0,0 0 0,0 0 0,0 0 0,0 0 16,0 0-1,0 0-15,0 0 0,0 0 0,0 0 0,0 0 0,0 0 16,0 0-16,0 0 0,0 0 0,0 0 0,0 0 15,0 0-15,0 0 0,0 0 0,0 0 0,0 0 0,0 0 0,0 0 0,0 0 0,-25 0 0,25 0 16,0 0-16,0 0 31,0 0-31,0 0 16,0 0-16,0 0 0,0 0 0,0 0 0,0 0 359</inkml:trace>
  <inkml:trace contextRef="#ctx0" brushRef="#br0" timeOffset="522044.8592">20886 2977 0,'0'0'16,"0"0"-16,0 0 15,0 0-15,0 0 0,0 0 0,0 24 16,0-24-16,0 0 0,0 0 0,0 0 0,0 0 0,0 0 0,0 0 15,0 0-15,0 0 0,0 0 0,0 0 0,0 0 0,0 0 16,0 0-16,0 0 0,0 0 0,0 0 0,0 0 0,0 0 0,0 0 109,24 0-78,-24-24-31,0 24 0,0 0 0,0 0 16,0 0-16,0 0 0,0 0 0,0 0 16,0 0-16,25 0 0,-25 0 15,0 0-15,0-25 0,0 25 0,0 0 0,25 0 0,-25 0 0,0 0 0,0 0 16,25-25-16,-25 25 15,0-25-15,25 25 0,-25 0 0,0 0 16,0-25-16,24 25 0,-24 0 0,0 0 0,0-24 0,0 24 0,0 0 0,25 0 0,-25-25 0,0 25 0,0 0 0,0-25 0,0 25 0,0 0 0,25 0 0,-25-25 0,0 25 16,0 0-16,0 0 0,0 0 0,0-25 0,0 25 0,0 0 0,0 0 0,0 0 0,0 0 0,25 0 0,-25 0 0,0 0 0,0 0 15,0 0-15,0 0 0,0 0 0,0 0 0,0 0 0,0 0 0,0 0 0,0 0 0,0 0 0,0 0 0,0 0 0,0 0 0,0 0 0,0 0 0,0 0 0,0-24 16,0 24-16,0 0 0,0 0 0,0 0 0,0 0 15,0 0-15,0 0 0,0 0 0,0 0 0,0 0 0,0 0 0,0 0 0,0 0 16,0 0-16,0 0 0,0 0 0,0 0 0,0 0 16,0 0-1,0 0-15,0 0 0,0 0 0,0 0 0,0 0 0,0 0 16,0 0-16,0 0 0,0 0 0,0 0 0,0 0 0,0 0 0,0 0 0,0 0 15,0 0-15,0 0 0,0 0 0,0 0 0,0 0 0,0 0 0,0 0 16,0 0-16,0 0 0,0 24 16,0-24-16,0 0 0,0 0 0,0 0 15,0 0-15,0 0 0,0-24 0,0 24 0,0 0 0,0 0 0,0 0 16,0 0-16,0 0 0,0 0 0,0 0 0,0 0 0,0 0 0,0 0 15,0 0-15,0 0 0,0 24 0,0-24 0,0 0 0,0 0 0,0 0 203,-25 224-203,25-200 0,0-24 0,0 0 0,25 0 0,-25 25 0,0-25 0,0 0 0,0 0 16,0 25-16,0-25 0,0 0 16,0 0-16,0 0 0,0 0 0,0 0 0,0 25 0,0-25 0,0 0 0,0 0 0,0 0 0,0 0 0,0 0 0,0 0 0,0 0 0,0 0 0,0 0 0,0 0 0,0 0 0,0 0 0,0 25 15,0-25-15,0 0 0,0 0 0,0 0 0,0 0 0,0 0 0,0 0 0,0 0 0,0 0 0,0 0 0,0 0 0,0 0 0,0 0 0,0 0 0,0 0 0,0 0 0,0 0 0,0 0 16,0 0-16,0 0 0,0 0 0,0 0 0,0 0 0,0 0 0,0 0 15,0 0-15,0 0 0,0 0 0,0 24 0,0-24 0,0 0 0,-25 0 16,25 0-16,0 0 0,0 0 0,0 0 0,0 0 0,0 0 0,0 0 16,0 0-16,0 0 0,0 0 0,0 0 15,0 0-15,0 0 0,0 0 16,0 0-16,0 0 0,0 0 0,0 0 0,0 0 0,0 0 0,0 0 47,0 0-32,0 0-15,0 0 78,0 0-78,0 0 0,0 0 0,0 0 0,0 0 0,0 0 0,0 0 0,0 0 0,0 0 0,0 0 0,0 0 0,0 0 0,0 0 0,0 0 0,0 0 0,0 0 0,0 0 0,0 0 16,0 0-16,0 0 0,0 0 0,0 0 0,0 0 0,0 0 0,0 0 0,0-24 0,0 24 0,0 0 0,0 0 0,0 0 0,25 0 0,-25-25 0,0 25 0,0 0 0,0 0 0,0-25 0,0 25 0,0 0 0,0-25 0,0 25 0,0 0 0</inkml:trace>
  <inkml:trace contextRef="#ctx0" brushRef="#br0" timeOffset="523127.9212">21679 2555 0,'0'0'15,"25"0"-15,0-25 0,-25 25 0,0 0 0,25 0 0,-25 0 0,25 0 0,-25 0 0,0 0 0,24 0 16,-24 0-16,0 0 0,25 0 0,-25 0 0,25 0 0,-25 0 0,0-25 0,25 25 16,-25 0-16,0 0 0,0 0 0,25 0 15,-25 0-15,0 0 0,0 0 0,0 0 0,0 0 0,24 0 0,-24 0 0,0 0 0,0 0 0,0 0 0,0 0 0,0 0 0,0-25 0,0 25 0,0 0 0,0 0 0,0 0 0,0 0 16,0 0-16,0 25 0,0-25 0,0 0 15,25 0-15,-25 0 16,0 0-16,0 0 0,0 0 0,0 0 16,0 0-1,0 0-15,0 0 0</inkml:trace>
  <inkml:trace contextRef="#ctx0" brushRef="#br0" timeOffset="523814.9605">21729 2753 0,'0'0'0,"0"0"0,0 0 0,0 0 0,0 0 0,0 0 0,0 0 0,0 0 15,0 0-15,0 0 0,0 0 0,0 0 0,0 0 0,0 0 16,0 0-16,0 0 0,0 0 0,0 0 437,99 0-422,-74 0-15,-25 0 0,0 0 0,25 0 0,-25 0 0,0 0 0,0 0 0,25 0 0,-25 25 0,0-25 0,0-25 0,24 25 0,-24 0 0,0 0 0,0 0 0,25 0 0,-25 0 0,0 0 16,0 0-16,25 0 0,-25 0 0,0 0 0,0 0 0,0 0 0,0 0 0,25 0 0,-25 0 0,0 0 0,0 0 0,0 0 0,0 0 15,0 0-15,0 0 16,0 0-16,0 0 16,0 0-16,0 0 0,0 0 0,25 0 15,-25 0-15,0 0 0,0 0 0,0 0 16,0 0-16,24 0 0,-24-24 0,0 24 0,0 0 0,0 0 0,0 0 0,0 0 0,0 0 0,0 0 0,0 0 0,0-25 15,0 25-15,0 0 0,0 0 0,0 0 16,0 0-16,0 0 0,0 0 0,-24 0 0,24 0 0</inkml:trace>
  <inkml:trace contextRef="#ctx0" brushRef="#br0" timeOffset="525797.0738">22498 2406 0,'0'0'16,"0"0"-1,0 0-15,0 0 0,0 0 0,0 0 0,0 0 0,-25 0 16,25 0-16,0 0 0,0 0 0,0 0 0,0 0 16,0 0-16,0 0 0,0 0 0,0 0 15,0 0-15,0 0 0,0 0 172,-50 0-172,50 0 0,0 0 0,0 0 0,0 0 0,0 0 0,0 0 15,0 0-15,0 0 0,0 0 0,0 0 0,0 0 0,0 0 0,0 0 0,0 0 0,-24 0 0,24 0 0,0 0 0,0 0 0,0 0 0,0 0 16,0 0-16,0 0 0,0 0 0,0 0 0,0 0 0,0 25 0,0-25 0,-25 0 0,25 0 0,0 0 16,0 0-16,0 0 0,0 0 15,0 0-15,0 25 0,0-25 0,0 0 0,0 0 0,-25 0 0,25 0 16,0 24-16,0-24 0,0 0 0,0 0 0,0 0 0,0 0 0,0 0 0,0 0 0,0 25 0,0-25 0,0 0 0,0 0 0,0 0 0,0 0 0,0 0 0,-25 0 0,25 25 0,0-25 0,0 0 0,0 0 0,0 0 15,0 0-15,0 25 0,0-25 0,0 0 0,0 0 16,0 0-16,0 0 0,0 25 0,0-25 0,0 0 0,0 0 0,0 0 0,0 0 16,0 24 46,0-24-62,0 0 0,0 0 0,0 0 0,0 0 0,25 0 0,-25 0 0,0 25 0,0-25 0,0 0 0,0 0 0,0 0 0,0 0 0,0 0 16,0 25-16,0-25 0,0 0 0,0 0 0,0 0 0,0 0 0,0 0 0,25 0 0,-25 25 0,0-25 0,0 0 0,0 0 0,0 0 0,0 0 0,0 0 0,0 0 15,0 25-15,0-25 0,0 0 0,0 0 16,0 0-16,25 0 0,-25 0 0,0 0 0,0 25 0,0-25 0,0 0 15,0 0-15,0 0 0,0 0 0,0 0 0,24 0 0,-24 0 16,0 24-16,0-24 0,0 0 0,0 0 0,0 0 0,0 0 0,0 0 16,25 0-16,-25 0 0,0 0 0,0 0 0,0 0 0,0 0 15,0 25-15,0-25 0,25 0 0,-25 0 0,0 0 0,0 0 16,0 0-16,0 0 15,0 0-15,25 0 0,-25 0 0,0 0 0,0 0 16,0 0-16,0 0 0,0 0 0,25 0 0,-25 0 0,0 0 0,0 0 0,0 0 16,0 0-16,24 0 0,-24 0 0,0 0 0,0 0 0,0 0 951</inkml:trace>
  <inkml:trace contextRef="#ctx0" brushRef="#br0" timeOffset="528425.2241">22423 2431 0,'0'0'16,"0"0"-16,0 0 0,0 0 0,0 0 0,0 0 0,0 0 0,0 0 15,0 0-15,0 0 0,0 0 0,0 0 0,0 0 0,0 0 16,0 0-1,0 0-15,0 0 0,0 0 0,0 0 0,0 0 0,0 0 16,0 0-16,0 0 0,0 0 0,0 0 0,0 0 0,0 0 0,0 0 16,0 0-16,0 0 0,0 0 0,0 0 0,0 0 0,0 0 249,25 0-249,-25 0 0,0 0 0,25 0 0,-25 0 0,0 0 16,0 0-16,0 0 0,0 0 0,0 0 0,25 0 0,-25 0 0,0 0 0,0 0 15,0 0-15,0 0 0,0 0 0,0 0 0,25 0 16,-25 0-16,0 0 0,0 0 0,0 0 0,0 0 16,0 0-16,24 0 0,-24 0 0,0 0 0,0-25 0,0 25 15,0 0-15,0 0 0,0 0 0,0 0 0,25 0 0,-25 0 0,0 0 16,0 0-16,0 0 0,0 0 0,0 0 0,0 0 0,0 0 0,0 0 0,0 0 0,25 0 0,-25 0 0,0 0 0,0 25 0,0-25 0,0 0 0,0-25 15,0 25-15,0 0 0,0 0 0,25 0 0,-25 0 0,0 25 0,0-25 0,0 0 0,0 0 16,0 0-16,0 0 0,0 0 0,0 0 0,25 0 0,-25 0 0,0 0 0,0 0 0,0 0 0,0 0 0,0 0 0,0 0 0,24 0 0,-24 0 0,0 0 16,0 0-16,0 0 0,0 0 0,0 0 15,0 0-15,0 0 0,0 0 16,0 0-16,0 0 0,0 0 0,0 0 0,0 0 0,25 0 0,-25 0 0,0 0 0,0 0 0,0 0 15,0 0-15,0 25 0,0-25 0,0 0 0,0 0 0,0 0 0,0 0 16,25 0-16,-25 0 0,0 0 0,0 0 0,0 0 0,0 0 0,0 0 733,-198 297-390</inkml:trace>
  <inkml:trace contextRef="#ctx0" brushRef="#br0" timeOffset="533025.4872">3994 6052 0,'0'0'0,"0"0"15,0 0 1,0 25-16,0-25 0,0 0 0,0 0 0,0 0 0,0 0 0,0 0 31,0 0-31,0 0 0,0 0 0,0 0 0,0 0 0,0 0 0,0 0 0,0 0 0,0 0 0,0 0 0,0 0 0,0 0 0,0 0 16,0 0-16,0 0 0,0 0 0,0 0 15,0 0-15,0 0 0,0 0 16,0 0-16,0 0 0,0 0 0,0 0 0,0 0 0,0 0 15,0 0-15,0 0 0,0 0 0,0 0 0,0 0 16,0 0-16,0 0 0,0 0 0,0 0 0,0 0 0,0 0 0,0 0 0,0 0 16,0 0-16,0 0 0,0 0 0,0 0 15,0 0-15,0 0 0,0 0 0,24 0 0,-24 0 0,0 0 16,25 0-16,-25 0 0,0 0 0,25 0 0,-25 0 0,0 0 0,25 0 15,-25 0-15,25-25 0,-25 25 0,24 0 0,-24 0 0,25 0 0,-25 0 16,25 0 0,-25 0-16,25 0 0,-25 0 0,25 0 0,-25 0 0,24 0 0,-24 0 171,75 0-171,-75 0 0,0 0 16,-25 0-16,25 0 0,0 0 0,0-24 15,0 24-15,0 0 0,0 0 0,0 0 0</inkml:trace>
  <inkml:trace contextRef="#ctx0" brushRef="#br0" timeOffset="533683.5249">4142 6201 0,'0'0'15,"0"25"-15,0-25 0,0 0 0,0 0 0,0 0 16,0 0-16,0 0 0,0 0 15,0 0-15,0 0 0,0 0 0,0 0 0,0 0 0,0 0 16,0 0-16,0 0 0,0 0 0,0 0 0,0 0 0,0 0 0,0 0 0,0 0 16,0 0-16,0 0 0,0 0 0,0 0 15,0 0-15,0 0 0,0 0 0,0 0 16,0 0-16,0 0 0,0 0 0,0 0 0,0 0 0,50-25 187,-25 25-187,-25 0 0,25 0 0,-25 0 0,24 0 0,-24 0 0,25 0 0,-25 0 16,25 0-16,-25 0 0,25 0 0,-25 0 15,25 0-15,-1 0 0,-24-25 0,25 25 0,-25 0 0,25 0 0,0 0 0,-25 0 0,25 0 0,-25 0 0,24 0 0,-24 0 0,25 0 0,-25-24 0,0 24 0,25 0 0,-25 0 0,0 0 0,0 0 0,0 0 0,25 0 0,-25 0 0,0 0 0,0 0 0,0 0 0,0 0 0,0 0 0,0 0 0,0 0 0,0 0 0,0 0 0,0 0 16,0 0-16,0 0 0,0 0 0,0 0 0,0 0 15,0 0-15,0 0 0,0 0 0,-25 0 0,25 0 0,0 0 16,0 0-16,0 0 0,0-25 0,0 25 0,0 0 0,-25 0 0,25 0 0,0-25 16,0 25-16,0 0 0,0 0 0,0-25 0,0 25 0</inkml:trace>
  <inkml:trace contextRef="#ctx0" brushRef="#br0" timeOffset="535585.6337">4415 5804 0,'0'0'16,"0"0"-16,0 0 0,-25 0 0,25 0 0,0 0 0,0 0 0,0 0 15,0 0-15,0 0 16,0 0-16,0 0 0,0 0 0,0 0 0,0 0 0,0 0 16,0 0-16,0 0 0,0 0 0,0 0 0,0 0 0,0 0 0,0 0 15,0 0-15,0 0 0,0 0 0,0 0 0,0 0 0,0 0 0,0 0 16,25 25 187,198 74-188,-198-99-15,-25 25 0,25-25 0,-25 0 0,0 0 0,25 0 0,-25 25 16,25-25-16,-25 0 0,0 25 0,0-25 0,24 0 0,-24 0 0,0 0 15,0 25-15,0-25 0,0 0 0,25 0 0,-25 0 0,0 24 0,0-24 0,0 0 0,0 0 0,0 0 0,0 25 0,0-25 0,0 0 0,0 0 0,0 25 0,0-25 16,0 0-16,0 0 0,0 0 0,0 25 0,0-25 0,0 0 0,-25 25 0,25-25 0,0 0 0,0 0 0,0 24 16,-24-24-16,24 0 0,0 0 15,0 25 1,-25-25-16,25 0 0,0 25 0,0-25 0,-25 0 0,25 25 0,-25-25 0,25 25 0,0-25 0,-25 0 0,25 24 0,0-24 0,-24 0 0,24 0 15,0 25-15,0-25 0,-25 0 0,25 0 0,0 0 0,0 25 0,0-25 0,0 0 0,-25 0 0,25 0 0,0 0 16,0 0-16,0 0 0,0 0 0,0 0 0,0 0 16,0 0-16,0 0 0,0 0 0,0 0 0,0 0 0,0 0 15,0 0-15,0 0 0,0 0 0,0 0 0,0 0 0,0 0 0,0 0 16,0 0-16,0 0 0,0 0 0,0 0 0,0 0 0,0 0 1061</inkml:trace>
  <inkml:trace contextRef="#ctx0" brushRef="#br0" timeOffset="537591.7485">6102 5730 0,'0'0'0,"0"0"0,0 0 16,0 0-16,0 0 0,0 0 0,0 0 0,0 0 0,0 0 0,0 0 0,0 0 0,0 0 16,0 0-16,0 0 0,0 0 0,0 0 0,0 0 15,0 0-15,0 0 0,25 0 0,-25 0 0,0 0 0,0 0 0,0 0 0,0 0 0,0 0 0,0 0 0,0 0 16,0-25-16,0 25 0,0 0 0,0 0 0,0 0 0,0 0 15,0 0-15,0 0 0,0 0 16,0 0-16,0 0 0,0 0 0,0 0 0,0 0 16,0 0-16,0 0 0,0-25 0,0 25 0,0 0 0,0 0 0,0 0 0,0 0 15,0 0-15,0 0 0,0 0 0,0-25 0,0 25 0,0 0 16,0 0-1,0 0-15,0 0 0,0 0 0,0 0 0,0 0 0,0-24 0,0 24 16,0 0-16,0 0 0,0 0 0,0 0 0,0 0 0,0-25 0,0 25 16,0 0-16,0 0 15,0 0 1,0 0-16,0 0 0,0 0 0,-25 0 0,25 0 0,0-25 0,0 25 0,0 0 0,0 0 0,0 0 0,0 0 0,0 0 15,0 0-15,0 0 0,0-25 0,0 25 0,-25 0 0,25 0 0,0 0 0,0 0 156,-124 0-78,99 0-78,25 0 0,0 0 0,0 0 0,0 0 0,0 0 16,0 0-16,0 25 0,0-25 0,0 0 0,0 0 0,0 0 0,0 0 0,-24 0 0,24 0 0,0 0 0,0 0 0,0 25 0,0-25 0,0 0 0,0 0 0,0 0 0,0 0 0,0 25 0,0-25 0,0 0 0,-25 0 16,25 0-16,0 24 0,0-24 0,0 0 0,0 0 0,0 25 0,0-25 0,0 0 0,0 0 0,0 0 0,0 25 0,0-25 0,0 0 0,0 0 0,0 25 0,0-25 15,0 0-15,0 0 0,0 25 0,0-25 0,0 0 0,0 0 0,0 24 16,0-24-16,0 0 0,0 0 0,0 25 0,0-25 0,0 0 31,0 0-31,0 25 0,25-25 0,-25 0 0,0 0 0,0 0 0,0 0 16,0 25-16,0-25 0,0 0 0,0 0 0,0 0 0,0 25 0,0-25 0,0 0 15,0 0-15,24 0 0,-24 0 0,0 25 0,0-25 0,0 0 0,0 0 31,0 0-31,25 0 0,-25 0 0,0 0 0,0 0 0,0 24 0,0-24 16,0 0-16,25 0 0,-25 0 0,0 0 0,0 0 0,0 0 671</inkml:trace>
  <inkml:trace contextRef="#ctx0" brushRef="#br0" timeOffset="540235.8996">6052 5953 0,'0'0'0,"0"0"0,0 0 0,0 0 16,0 0-16,0 0 0,0 0 0,0 0 0,0 0 0,0 0 15,0 0-15,0 0 0,0 0 0,0 0 0,0 0 16,0 0-16,0 0 0,0 0 15,0 0-15,0 0 0,0 0 0,0 0 16,0 0-16,0 0 0,0 0 0,0 0 0,0 0 0,0 0 0,0 0 0,0 0 47,0 0-32,0 0-15,0 0 0,0 0 0,0 0 47,-24 0 78,24 0-125,0 0 0,0 0 0,0 0 0,0 0 0,0 0 0,0 0 0,0 0 16,0 0-16,0 0 0,0 0 0,0 0 0,0 0 0,0 0 0,0 0 15,0 0-15,0 0 0,0 0 0,0 0 0,0 0 0,0 0 0,0 0 0,0 0 0,0 0 0,0 0 0,0 0 0,0 0 0,0 0 0,0 0 0,0 0 0,0 0 0,0 0 0,0 25 0,0-25 0,0 0 16,0 0-16,0 0 0,0 0 0,0 0 0,0 0 0,0 25 0,0-25 0,0 0 0,0 0 0,0 0 0,0 0 0,0 25 0,24-25 0,-24 0 0,0 0 15,0 0-15,0 0 0,0 24 0,0-24 0,0 0 0,25 0 0,-25 0 16,0 25-16,0-25 0,0 0 0,0 0 16,0 0-16,0 25 0,0-25 0,25 0 31,-25 0-31,0 0 0,0 0 0,0 25 0,0-25 0,0 0 0,0 0 0,0 0 0,0 25 0,0-25 0,0 0 0,25 0 0,-25 0 0,0 24 15,0-24-15,0 0 0,0 0 16,0 0-16,0 25 0,0-25 16,0 0-16,0 0 0,-25 0 0,25 0 0,0 25 0,0-25 0,0 0 0,0 0 15,0 0-15,0 0 0,0 25 0,0-25 0,0 0 0,-25 0 16,25 0-16,0 0 0,0 25 0,0-25 0,0 0 0,0 0 15,-25 0-15,25 0 0,0 0 0,0 0 0,0 0 16,0 0-16,-24 0 0,24 24 0,0-24 0,0 0 0,-25 0 16,25 0-16,0 0 0,0 0 15,0 0-15,-25 0 0,25 0 0,0-24 0,0 24 0,0 0 0,0 0 16,-25 0-16,25 0 0,0 0 0,0 0 0,0 0 0,0 0 15,0 0-15,0 0 0,0 0 0,0 0 0,0-25 0,0 25 0,-25 0 16,25 0 0,0 0-16,0 0 0,0 0 0,0 0 0,0 0 624</inkml:trace>
  <inkml:trace contextRef="#ctx0" brushRef="#br0" timeOffset="541225.9563">7094 6077 0,'0'0'0,"0"0"16,0 0-16,0 0 0,0 0 0,0 0 0,0 0 0,0 25 15,0-25-15,0 0 0,0 0 0,0 0 0,0 0 16,0 0-16,0 0 0,0 0 0,0 0 0,0 0 0,0 0 0,0 0 0,0 0 16,0 0-16,0 0 0,0 0 0,0 0 0,0 0 0,0 0 15,0 0-15,0 0 16,0 0-16,0 0 0,0 0 0,0 0 0,0 0 15,0 0-15,0 0 0,0 0 0,0 0 0,0 0 0,0 0 94,199 25 31,-199-25-125,0 0 0,24 0 0,-24 0 0,25 0 15,-25 0-15,0 0 16,25-25-16,-25 25 0,0 0 0,0 0 0,25 0 0,-25 0 0,0 0 0,0 0 0,0 0 0,0 0 0,0 0 0,0 0 0,0 0 0,0 0 0,0 0 0,0 0 0,0 0 0,0 0 0,0 0 0,0 0 0,0 0 0,0 0 0,0 0 0,0 0 0,0 0 16,0 0-16,0 0 0,0 0 0,0 0 0,0 0 0,0 0 0,0 0 0,0 0 0,0 0 0,0 0 0,0 0 0</inkml:trace>
  <inkml:trace contextRef="#ctx0" brushRef="#br0" timeOffset="542039.0028">7193 6400 0,'0'0'16,"0"0"0,0 0-1,0 0-15,0 0 16,0 0-1,0 0-15,0 0 0,0 0 0,0 0 16,0 0-16,0 0 0,0 0 0,0 0 16,0 0-16,0 0 0,0 0 0,0 0 0,0 0 0,0 0 15,0 0-15,0 0 0,25 0 16,-25 0-16,0 0 0,0 0 0,0 0 0,25 0 15,-25 0-15,0 0 0,0 0 16,124 0 46,-50-25-46,-49 25 0,-25 0-16,25 0 0,-25 0 0,0 0 0,0 0 15,0 0-15,0 0 0,0 0 0,0 0 0,0 0 0,0 0 0,0 0 0,0 0 0,0 0 0,0 0 0,0 0 0,0 0 0,0 0 0,0-25 0,0 25 0,25 0 0,-25 0 0,0 0 0,0 0 0,25-25 0,-25 25 0,0 0 16,0 0-16</inkml:trace>
  <inkml:trace contextRef="#ctx0" brushRef="#br0" timeOffset="544234.1284">8086 5705 0,'0'0'0,"0"0"0,0 0 16,0 0-16,0 0 0,0 0 0,-24 0 16,24 0-16,0 0 0,0 0 0,0 0 0,0 0 0,0 0 0,0 0 0,0 0 0,0 0 0,0 0 0,0 0 15,0 0-15,0 0 0,0 0 0,0 0 0,0 0 16,0 0-16,0 0 0,0 0 0,0 0 0,0 25 0,0-25 0,-25 0 0,25 0 0,0 0 0,0 0 0,0 0 0,0 0 0,0 0 0,0 25 0,0-25 0,0 0 0,0 0 15,0 0-15,0 0 0,0 24 0,0-24 0,0 0 0,0 0 0,0 0 16,0 0-16,0 25 0,0-25 0,0 0 0,0 0 0,0 0 0,0 25 16,0-25-16,25 0 0,-25 0 0,0 0 0,0 25 15,0-25-15,0 0 16,0 0-16,0 0 0,0 0 0,0 0 0,0 25 62,0-25-62,24 0 0,-24 0 0,0 0 0,0 0 0,0 25 0,0-25 0,0 0 0,0 0 0,25 0 0,-25 0 16,0 24-16,0-24 0,0 0 0,0 0 0,0 0 0,0 0 0,0 0 0,25 25 0,-25-25 0,0 0 0,0 0 0,0 0 0,0 0 0,0 25 0,0-25 0,0 0 0,25 0 0,-25 0 0,0 0 15,0 0-15,0 0 0,0 25 0,0-25 0,0 0 16,0 0-16,0 0 0,0 0 0,0 0 0,25 0 0,-25 0 0,0 0 16,0 25-16,0-25 0,0 0 0,0 0 0,0 0 0,0 0 0,0 0 0,0 0 0,0 0 0,0 0 0,0 0 0,0 0 15,0 0-15,0 0 0,0 24 0,0-24 16,0 0 15,0 0-31,0 0 0,0 0 0,0 0 16,0 0-16,0 0 0,0 0 0,0 0 0,0 25 0,0-25 0,0 0 0,0 0 62,0 0-62,0 0 0,0 0 0,0 0 0,0 0 0,0 0 0,0 0 0,0 25 0,0-25 0,0 0 0,0 0 0,0 0 0,-25 0 0,25 0 16,0 0-16,0 25 0,0-25 15,0 0-15,0 0 16,0 0-16,0 0 15,0 0-15,0 0 0,-50 0 531,75 322-531,-25-322 0,0 0 0,0 0 0,0 0 0,0 0 0,0 0 0,0 0 0,0 0 0,0 0 0,0 0 0,0 0 0,0 0 0,0 0 0,0 0 0,0 25 0,0-25 0,0 0 0,0 0 0,0 0 15,0 0-15,0 0 0,0 0 16,0 0-16,0 0 0,0 0 0,0 0 0,0 0 0,0 0 0,0 0 0,0 0 0,0 0 0,0 0 16,0 0-16,0 0 0,0 0 0,0 0 0,0 0 0,0 0 0,0 0 0,0 0 0,0 0 0,0 0 0,0 0 0,0 0 0,0 0 15,0 0-15,0-25 0,0 25 16,0 0-16,0 0 0,0 0 0,0 0 0,0-25 0,0 25 0,0 0 0,0 0 0,0-24 0,0 24 0,0 0 15,0-25-15,0 25 0,0 0 0</inkml:trace>
  <inkml:trace contextRef="#ctx0" brushRef="#br0" timeOffset="546908.2812">8781 5804 0,'0'0'0,"0"0"0,0 0 0,0 0 15,0 0 1,0 0-16,0 0 0,0 0 0,0 0 0,0 0 0,0 0 0,0 0 15,0 0-15,0 0 0,-25 0 0,25 0 0,0 0 0,0 0 0,0 0 0,0 0 0,0 0 0,0 0 0,0 0 0,0 0 0,0 0 16,0 0-16,0 0 0,0 0 16,0 0-16,0 0 0,0 0 0,0 0 0,0 0 31,0 0-31,-25 0 0,25 0 0,0 0 0,0 0 0,0 0 0,0 0 0,0 0 0,0 0 0,0 0 0,0 0 15,0 0-15,0 0 16,0 0 0,-25 25-16,25-25 0,0 0 0,0 0 0,0 0 15,0 0-15,-24 0 0,24 25 0,0-25 0,0 0 0,0 0 0,0 0 0,0 0 0,0 0 0,-25 25 0,25-25 0,0 0 16,0 0-16,0 0 0,0 0 0,0 0 15,0 25-15,0-25 0,0 0 0,-25 0 0,25 0 0,0 24 0,0-24 0,0 0 0,0 0 0,0 0 0,0 25 0,0-25 16,0 0-16,0 0 16,0 0-16,0 25 0,0-25 0,-25 0 15,25 0 1,0 0-16,0 0 0,0 25 0,0-25 0,0 0 0,0 0 0,0 0 0,0 25 0,0-25 0,0 0 0,0 0 0,0 24 0,0-24 0,0 0 0,0 0 0,0 0 0,248 496 1279</inkml:trace>
  <inkml:trace contextRef="#ctx0" brushRef="#br0" timeOffset="561372.1086">9252 6003 0,'0'0'0,"0"0"0,-74 0 203,74 0-203,0 0 16,0 0-16,0 0 0,0 25 62,-25 24-62,25-49 0,0 0 0,0 0 0,0 0 0,0 25 16,0-25-16,0 0 0,0 0 0,0 0 0,0 0 0,0 0 0,0 0 0,0 0 0,0 0 0,-25 0 0,25 0 0,0 25 0,0-25 0,0 0 15,0 0-15,25 0 0,-25 0 0,0 0 0,0 0 0,0 0 0,0 0 0,0 0 0,0 0 16,0 0-16,0 25 0,0-25 0,0 0 0,0 0 0,0 0 0,0 0 0,0 0 0,0 0 16,0 0-1,0 0-15,0 0 16,0 24-16,0-24 0,0 0 0,0 0 0,0 0 0,0 0 0,0 0 0,0 0 0,0 0 0,0 0 15,0 25-15,0-25 0,0 0 0,0 0 0,0 0 0,0 0 0,0 0 0,0 0 0,0 25 0,0-25 0,0 0 0,0 0 0,0 0 0,0 0 0,0 0 0,0 25 0,0-25 0,0 0 32,0 0-32,0 0 0,0 0 0,25 0 0,-25 0 0,0 25 15,0-25-15,0 0 0,0 0 0,0 0 0,0 0 0,0 0 0,0 24 0,0-24 0,0 0 0,0 0 0,0 0 16,0 0-16,0 25 0,0-25 15,25 0-15,-25 0 0,0 0 0,0 0 0,0 0 0,0 25 0,0-25 16,0 0-16,0 0 0,0 0 0,0 0 0,0 0 16,0 0-16,24 25 0,-24-25 0,0 0 0,0 0 0,0 0 0,0 0 0,0 0 78,174 49 93,-174-49-171,25 0 0,-25 0 0,0 0 0,0 0 0,0 0 0,25 0 0,-25 0 0,0 0 16,0-24-16,0 24 0,0 0 0,24 0 0,-24 0 0,0 0 15,0 0-15,0 0 0,0 0 16,0 0-16,25 0 0,-25-25 16,0 25-16,0 0 0,0 0 0,0 0 0,0 0 0,25-25 0,-25 25 0,0 0 0,0 0 0,0 0 0,0 0 0,0 0 0,0 0 15,0 0-15,0 0 0,25 0 0,-25-25 16,0 25-16,0 0 0,0 0 0,0 0 0,0 0 0,0-25 0,0 25 0,0 0 0,0 0 0,0 0 0,0 0 0,0 0 0,25 0 0,-25-24 0,0 24 0,0 0 0,0 0 0,0 0 15,0 0-15,0 0 0,0-25 0,0 25 0,0 0 0,0 0 32,0 0-32,0 0 0,0 0 0,0-25 0,0 25 0,0 0 0,0 0 0,0 0 0,0 0 0,0 0 0,0 0 0,0-25 0,0 25 0,0 0 0,0 0 0,0 0 15,0 0-15,0 0 0,0 0 0,0-25 0,0 25 0,0 0 0,0 0 16,0 0-16,0 0 0,0 0 0,0 0 0,0 0 0,0 0 0,0 0 0,0 0 0,0-24 0,0 24 15,0 0 1,0 0-16,0 0 0,0 0 0,0 0 0,0 0 0,0 0 0,0-25 16,0 25-16,0 0 0,0 0 0,0 0 0,0 0 0,0 0 0,0 0 15,0 0-15,0 0 0,0 0 0,0-25 967,-496-248-967,496 273 0,0 0 0,0 0 16,0 0 0,0 0-16,0 0 0,0 0 0,0 0 0,0 0 0,0 0 15,-25 0-15,25 0 16,0 0-1,0 0-15,0 0 0,-25 0 0,25 0 0,0 0 0,0 0 0,0 0 0,0 0 0,0 0 0,-25 0 0,25 0 0,0 0 0,0 0 0,0 0 0,0-25 0,0 25 0,0 0 0,-25 0 0,25 0 0,0 0 0,0 0 0,0 0 0,0 0 0,0 0 0,0 0 0,0 0 0,0 0 0,0 0 0,0 0 0,0 0 0,0 0 0,0 0 0,0 0 16,0 0-16,0 0 0,0 0 0,0 0 0,0 0 16,0 0-1,0 0-15,0 0 0,0 0 0,0 0 16,0 0-16,0 0 0,0 0 0,0 0 0,0 0 15,0 0-15,0 0 0,0 0 0,0 0 0,-25 0 16,25 0-16,0 0 0,0 0 31,-24-25 63,24 25-94,0 0 0,0 0 0,0 0 0,0 0 0,0 0 0,0 0 0,0 0 0,0 0 0,0 0 0,0 0 0,0 0 15,0 0-15,0 0 16,0 0 0,0 0-16,0 0 15,0 0 1,0 0-16,0 0 15,0 25 1,0-25-16,0 0 0,0 0 16,0 0-16,0 0 0,0 0 0,0 0 187</inkml:trace>
  <inkml:trace contextRef="#ctx0" brushRef="#br0" timeOffset="562463.171">10319 6251 0,'0'0'15,"0"0"-15,0 0 0,25 0 0,-25 0 0,0 0 0,0 0 16,0 0-16,0 0 0,0 0 0,0 0 0,0 0 0,0 0 0,0 0 16,0 0-16,0 0 15,0 0-15,0 0 0,0 0 0,0 0 0,0 0 16,0 0-16,0 0 0,0 0 0,0 0 0,0 0 0,0 0 0,0 0 15,0 0-15,0 0 0,0 0 0,0 0 0,0 0 0,0 0 16,0 0-16,0 0 0,0 0 0,0 0 0,0 0 0,0 0 0,0 0 203,0-25-203,0 0 0,0 25 0,0 0 0,0 0 15,0 0-15,0 0 0,0 0 0,0 0 0,0 0 0,0 0 0,0 0 0,0-25 32,0 25-32,0 0 0,0 0 0,-25 0 0,25 0 0,0 0 0,0 0 0,0 0 0,0 0 0,0 0 0,0 0 0,0 0 0,0 0 0,0 0 0,0 0 0,0 0 0,0 0 0,0 0 0,0 0 0,0 0 0,0 0 15,0 0-15,0 0 0,0 0 0,0 0 0,0 0 0,0 0 0,0 0 0,0 0 16,0 0-16,0 0 0,0 0 0,0 0 0,0 0 0,0 25 0,0-25 0,0 0 0,0 0 0,0 0 0,0 0 0,0 0 0,0 0 0,0 0 0,0 0 0,0 0 0,0 0 0,0 0 15,0 0-15,0 0 0,0 0 0,0 0 0</inkml:trace>
  <inkml:trace contextRef="#ctx0" brushRef="#br0" timeOffset="563452.2276">10393 6524 0,'0'0'0,"0"0"15,0 0-15,0 0 0,0 0 0,0 0 94,0 0-94,0 0 0,0 0 0,0 0 0,0 0 15,0 0-15,0 0 0,0 0 0,0 0 16,0 0-16,0 0 0,0 0 0,0 0 0,0 0 0,0 0 0,0 0 0,0 0 0,0 0 0,0 0 0,0 0 0,0 0 0,0 0 0,0 0 0,0 0 0,0 0 0,0 0 16,0 0 30,0 0-46,0 0 0,0 0 0,0 0 0,0 0 0,0 0 16,0 0-16,0 0 0,0 0 16,0 24-16,0-24 0,0 0 15,0 0-15,0 0 0,0 0 0,0 0 0,0 0 0,0 0 0,0 0 0,0 0 0,0 0 0,25 0 0,-25 25 0,0-25 0,0 0 0,0 0 0,0 0 0,0 0 0,0 25 0,0-25 0,0 0 0,0 0 0,0 0 0,0 25 0,0-25 0,0 0 16,0 0-16,0 25 0,0-25 0,0 0 0,0 24 0,0-24 0,0 0 0,0 25 0,0-25 0,0 0 0,0 25 0,0-25 0,0 0 0,0 0 0,0 25 0,0-25 0,-25 0 15,25 25-15,0-25 0,0 0 16,0 0-16,0 24 0,-25-24 0,25 0 0,0 0 0,0 25 0,0-25 16,-24 0-16,24 0 0,0 0 0,0 0 15,0 25-15,-25-25 0,25 0 0,0 0 0,0 0 0,-25 0 16,25 0-16,0 0 0,-25 0 0,25 25 0,-25-25 0,25 0 0,0 0 15,-24 0-15,24 0 0,-25 0 0,25 0 0,0 0 0,-25 0 0,25 0 203,-50 0-203,50 0 0,0 0 0,0-25 0,25 25 0,-25 0 0,0 0 0,0 0 0,0 0 0,25 0 0,-25 0 0,0 0 16,0-25-16,0 25 0,25 0 0,-25 0 0,0 0 0,0 0 0,0-25 0,25 25 0,-25 0 0</inkml:trace>
  <inkml:trace contextRef="#ctx0" brushRef="#br0" timeOffset="566131.3808">11609 6077 0,'0'0'0,"0"0"15,0 0-15,0 0 0,0 0 0,0 0 0,0 0 16,0 0-16,0 0 0,0 0 0,0 0 0,0 0 0,0 0 0,0 0 187,-50-25-171,50 1-16,0 24 0,0 0 0,0 0 0,0 0 15,0 0-15,0 0 0,0 0 0,0 0 0,0 0 0,0 0 0,0 0 0,0 0 0,0-25 0,0 25 0,0 0 0,0 0 0,0 0 0,0 0 0,0 0 0,0 0 0,0 0 0,0 0 0,0 0 0,0 0 16,0 0-16,0 0 0,0 0 0,0-25 0,0 25 0,0 0 0,0 0 0,0 0 0,0 0 0,0 0 0,0 0 0,0 0 15,0 0-15,0 0 0,0-25 0,0 25 0,0 0 0,0 0 0,0 0 0,0 0 16,25 0-16,-25-25 0,0 25 0,0 0 0,0 0 0,0 0 0,0 0 0,0 0 0,25 0 16,-25 0-16,0 0 0,0 0 0,0 0 0,0 0 0,0 0 0,24 0 15,-24 0-15,0 0 0,0 0 0,0 0 0,25 0 0,-25 0 63,0 0-63,0 0 0,0 0 0,0 0 0,25 0 0,-25 0 15,0 0-15,0 0 0,0 0 0,0 0 0,0 0 0,0 0 0,25 0 0,-25 0 0,0 0 0,0 25 0,0-25 0,0 0 0,0 0 0,0 0 0,0 0 0,0 0 0,0 0 0,0 0 0,0 0 16,0 25-16,0-25 0,25 0 0,-25 0 0,0 0 0,0 0 0,0 25 15,0-25-15,0 0 0,0 0 0,0 0 0,0 0 0,0 25 0,0-25 32,0 0-32,0 0 0,0 0 0,0 24 0,0-24 0,0 0 0,0 0 15,-25 0-15,25 25 0,0-25 0,0 0 0,0 0 0,0 0 0,0 25 16,0-25-16,0 0 0,0 0 0,0 0 0,0 25 0,-25-25 15,25 0-15,0 0 0,0 25 0,0-25 0,0 0 0,0 0 16,0 0 0,-25 24-16,25-24 0,0 0 0,0 0 0,0 0 312,124-24-312,-124 24 15,0 0-15,25 0 0,-25 0 0,0 0 0,0 24 0,0-24 0,0 0 0,0 0 16,25 0-16,-25 0 0,0 0 0,0 0 0,0 25 15,0-25-15,0 0 0,0 0 0,25 0 0,-25 25 0,0-25 0,0 0 0,0 0 0,0 25 0,0-25 0,0 0 0,0 25 0,0-25 0,0 0 0,0 0 0,0 24 0,0-24 0,0 0 0,0 25 0,0-25 16,0 0-16,0 0 0,0 25 16,0-25-16,0 0 0,0 0 0,0 25 0,0-25 0,0 0 0,0 0 0,0 25 0,0-25 0,-25 0 0,25 0 0,0 0 0,0 24 0,0-24 15,0 0-15,0 0 0,0 0 0,0 0 0,0 0 0,0 25 47,-25-25-47,25 0 0,0 0 0,0 0 0,0 0 0,0 0 0,0 0 0,0 0 0,0 25 0,-25-25 0,25 0 0,0 0 0,0 0 0,0 0 0,-25 0 0,25 0 0,0 0 0,0 0 0,0 0 16,-24 0-16,24 0 0,0 0 0,0 0 0,0 0 0,0 0 0,-25 0 0,25 0 0,0 0 0,0 0 0,0 0 31,0 0-31,-25 0 0,25 0 0,0 0 0,0 0 0,0 0 0,0 0 0,0 0 15,0 0-15,0 0 0,-25-25 0,25 25 16,0 0-16,0 0 0,0 0 0,0 0 0,0 0 16,0 0-16,0 0 0,0 0 0,0 0 0,0 0 0,0 0 0,0 0 15,0 0-15,0 0 0,0 0 0,0 0 0,0 0 0,0 0 0,0 0 16,0 0-16,0 0 0,0-25 0,0 25 0,0 0 0,0 0 0,0 0 15,0 0 1,0 0-16,0 0 0,0 0 0,0 0 0,0 0 16,0 0-16,0 0 0,0 0 0,0 0 0,0 0 0,0 0 0,0 0 15,0 0-15,0 0 0,25 0 0,-25 0 0,0 0 0,0-24 0,0 24 16,0 0-16,0 0 0,25 0 0,-25 0 0,0 0 0,0 0 15,0 0-15,25-25 0,-25 25 0</inkml:trace>
  <inkml:trace contextRef="#ctx0" brushRef="#br0" timeOffset="569658.5826">12427 6226 0,'0'0'0,"0"0"16,0 0-16,0 0 0,0 0 0,0 0 0,0 0 0,0 0 16,0 0-16,0 0 0,0 0 0,0-25 15,0 25-15,0 0 0,0 0 0,0 0 16,0 0-16,0 0 0,0 0 0,0 0 0,0 0 0,0 0 15,0 0-15,0 0 0,0 0 0,0 0 16,0-25-16,0 25 0,0 0 0,0 0 16,0 0-16,0 0 0,0 0 0,0 0 0,0 0 0,0 0 0,0 0 0,0 0 0,0-24 15,0 24-15,0 0 0,0 0 0,-25 0 0,25 0 0,0 0 0,0 0 16,0 0-16,0 0 0,0 0 0,0-25 15,0 25-15,-24 0 0,24 0 203,-124 0-203,124 0 0,0 0 0,0 0 0,-25 0 0,25 0 0,0 0 0,0 0 0,0 0 0,0 25 0,0-25 0,0 0 0,0 0 0,-25 0 0,25 0 0,0 0 0,0 0 0,0 0 0,0 0 0,0 24 16,0-24-16,0 0 0,0 0 0,0 0 0,0 0 0,0 0 0,-25 25 0,25-25 0,0 0 0,0 0 0,0 0 0,0 0 0,0 0 0,0 25 0,0-25 0,0 0 0,0 0 0,0 0 0,0 25 0,0-25 0,0 0 15,0 0-15,0 25 0,0-25 0,0 0 16,0 0-16,0 24 0,0-24 16,0 0-16,0 0 0,0 0 0,0 25 0,0-25 0,0 0 0,0 0 0,0 0 0,0 25 15,0-25-15,0 0 16,0 0-16,0 0 0,25 0 0,-25 0 0,0 25 15,0-25-15,0 0 0,0 0 0,0 0 0,0 0 0,0 25 16,0-25-16,0 0 0,0 0 0,0 0 0,25 0 0,-25 0 0,0 0 0,0 24 16,0-24-16,0 0 15,0 0-15,0 0 0,0 0 0,0 0 0,25 0 0,-25 0 16,0 0-16,0 25 0,0-25 0,0 0 0,0 0 0,0 0 0,24 0 0,-24 0 15,0 0-15,0 0 0,0 0 0,0 0 0,0 0 0,25 25 16,-25-25 0,0 0-16,0 0 0,0 0 0,0 0 0,0 0 0,25 0 0,-25 0 15,0 0-15,0 0 0,0 0 0,0 0 0,0 0 0,25-25 0,-25 25 0,0 0 16,0 0-16,0 0 0,0 0 0,25 0 0,-25 0 265,173-397 453,-173 397-718,0 0 0,0 0 0,0 0 0,0 0 15,0 0 1,0 0-16,0 0 0,0 0 0,0 0 0,0 0 0,0 0 0,0 0 0,0 0 0,0 0 0,0 0 0,0 0 0,0 0 0,0 0 15,0 0-15,0 0 0,0 0 0,0 0 16,0 0-16,0 0 0,0 0 0,0 0 0,0 0 0,0 0 0,0 0 0,0 0 16,0 0-16,0 0 0,0 0 0,0 0 15,0 0-15,0 0 16,0 0-16,0 0 0,0 0 0,0 0 31,0 0-31,0 0 0,0 0 0,0 0 0,0 0 0,0 0 0,0 0 0,0 0 0,0 0 0,0-24 0,0 24 0,0 0 0,0 0 0,0 0 0,0 0 31,0 0-31,0 0 0,0 0 0,0-25 0,0 25 0,0 0 16,0 0-16,0 0 0,0 0 0,25 0 0,-25 0 0,0 0 0,0 0 0,0 0 0,0 0 0,0 0 0,0 0 0,0 0 15,0 0 1,0 0 0,0 0-16,0 0 0,0 0 15,0 0-15,0 0 0,0 0 0,0 0 0,0 0 0,0 0 0,0 0 16,0 0-16,0 0 0,0 0 0,0 0 15,0 0-15,0 0 0,0 0 0,-25 0 0,25 0 0,0 0 0,0 0 0,0 0 16,0 0-16,0 0 16,0 0-16,0 0 0,0 0 0,0 0 0,0 0 0,0 0 0,0 0 0,0 0 0,0 0 0,0 0 0,0 0 0,0 0 0,0 0 0,0 0 0,0 0 0,0 0 0,0 0 0,0 0 0,0 0 0,0 0 0,0 0 0,0 0 0,0 0 0,0 0 0,0 0 0,0 0 0,0 0 0,0 0 0,0 0 0,0 0 0,0 0 0,0 0 15,0 0 1,0 25-16,0-25 0,0 0 0,0 0 0,0 0 0,0 0 281,0 272-281,0-272 15,0 0-15,25 25 16,-25-25-16,0 0 0,25 25 0,-25-25 0,0 0 15,0 0-15,25 25 32,-25-25-32,0 0 0,0 0 0,0 0 0,0 0 15,24 25-15,-24-25 0,0 0 0,0 0 0,0 0 0,0 0 0,0 0 0,0 0 0,0 24 0,0-24 0,0 0 0,0 0 0,25 0 0,-25 0 0,0 0 0,0 25 16,0-25-16,0 0 0,0 0 0,0 0 0,0 0 0,0 0 0,0 0 0,0 25 0,0-25 0,0 0 0,0 0 0,0 0 0,0 0 0,0 0 0,0 25 0,0-25 0,0 0 0,0 0 0,0 0 0,0 0 0,0 0 0,0 0 0,0 0 31,0 25-31,0-25 0,0 0 0,0 0 0,0 0 0,0 0 0,0 0 0,0 0 0,0 0 0,0 0 16,0 0-16,0 0 0,0 0 0,0 0 0,25 0 0,-25 0 0,0 0 15,0 0-15,0 0 0,0 0 16,0 0-16,0 0 0,0 0 0,0 0 15,0 0-15,0 0 0,0 0 0,0 0 0,0 0 0,0 0 0,0 0 16,0 0-16,0 0 0,0 0 0,0 0 0,0 0 0,0 0 16,0 0-16,0 0 0,0 0 0,0 0 0,0 0 0,25 0 0,-25 0 15,0 0-15,0 0 0,0 0 0,0 0 0,0 0 0,0 0 16,0 0-16,0 0 15,25 0-15,-25 0 0,0 0 0,0 0 0,0-25 0,0 25 0,0 0 16,0 0-16,24 0 0,-24 0 0,0 0 0,0 0 0,0 0 0,0 0 16,0-25-1,0 25-15,0 0 0,0 0 0,0 0 0,25 0 0,-25-25 0,0 25 0,0 0 0,0 0 16,0-25-16,0 25 15,0 0-15,0 0 0,0-24 0,0 24 0,0 0 172</inkml:trace>
  <inkml:trace contextRef="#ctx0" brushRef="#br0" timeOffset="570802.648">13667 6276 0,'0'0'0,"0"0"0,0 0 0,0 0 0,0 0 0,0 0 0,0 0 0,0 0 0,0 0 0,0 0 0,0 0 0,0 0 0,0 0 0,0 0 0,0 0 0,0 0 0,0 0 0,0 0 0,0 0 0,0 0 0,0 0 0,0 0 0,25 0 0,-25 0 0,0 0 0,0 0 0,0 0 0,0 0 0,0 0 0,0 0 0,0 0 0,0 0 15,0 0-15,0 0 0,25 0 0,-25 0 0,0 0 0,0 0 0,0-25 0,0 25 16,0 0-16,0 0 0,0 0 0,0 0 0,0 0 15,0 0-15,0 0 0,0 0 0,0 0 0,0 0 0,0 0 0,0 0 16,0 0-16,0 0 0,0 0 0,0 0 0,0 0 0,0 0 0,0 0 16,0 0-16,-25 0 0,25 0 0,0 0 0,0 0 15,0 0-15,0 0 63,0 0-63,0 0 124,0 0-124,0 0 0</inkml:trace>
  <inkml:trace contextRef="#ctx0" brushRef="#br0" timeOffset="571505.6882">13692 6697 0,'0'0'0,"0"0"16,0 0-16,0 0 0,-25 0 0,25 0 0,0 0 0,0 0 15,0 0-15,0 0 0,0 0 0,0 0 0,0 0 0,0 0 0,0 0 16,0 0-16,0 0 0,25 0 0,-25 0 0,0 0 0,0 0 0,0 0 31,0 0-31,0 25 0,0-25 0,0 0 0,0 0 0,25 0 0,-25 0 16,0 0-16,0 0 0,0 0 15,0 0-15,0 0 0,25 0 0,-25 0 0,0 0 0,0 0 0,0 0 0,0 0 203,-25 223-187,-25-198-16,50-25 0,0 0 0,0 0 0,-24 0 15,-1 25-15,25-25 0,0 0 0,0 0 0,-25 0 0,25 0 0,0 0 0,0 0 0,0-25 0,0 25 0,0 0 0,-25 0 0,25 0 0,0 0 0,0 0 0,0 0 0,0 0 0,0 0 16,0 0-16,0 0 0,0 0 0,0 0 15,0 0-15,0-25 16,0 25-16,0 0 0,0 0 0,0 0 0,0 0 0,0 0 0,0 0 0,0 0 0,0 0 0,0-24 16,0 24-16,0 0 0,0 0 0,0 0 15,0 0-15,0 0 0,0 0 0,0 0 0,0 0 0,0 0 16,0 0-16,0 0 0,25-25 0,-25 25 0,0 0 0,0 0 0</inkml:trace>
  <inkml:trace contextRef="#ctx0" brushRef="#br0" timeOffset="575018.8892">14808 5953 0,'0'0'0,"0"0"0,0 0 0,0 0 0,0 0 0,0 0 0,0 0 0,0 0 0,0 0 0,0 0 0,0-25 0,-24 25 0,24 0 0,0 0 0,0 0 0,0 0 0,0 0 0,0 0 0,0 0 0,0 0 0,-25 0 16,25 0-1,0 0-15,0 0 0,0 0 0,0-24 0,0 24 0,0 0 0,-25 0 0,25 0 0,0 0 16,0 0-16,0 0 0,-25 0 0,25 0 0,0 0 0,0 0 0,0 0 0,-25 0 0,25 0 0,0 0 0,0 0 0,0 0 0,0 0 0,-24 0 0,24 0 0,0 0 0,0 0 0,0 0 0,0 0 0,0 0 0,-25 0 31,25 0-31,0 0 0,0 0 0,0 0 0,0 0 0,0 0 0,-25 0 16,25 24-16,0-24 0,0 0 0,0 0 0,-25 0 0,25 0 0,0 0 15,0 0-15,0 0 0,0 0 0,0 0 0,0 0 0,-25 0 16,25 0 0,0 25-16,0-25 0,0 0 0,0 0 0,0 0 0,-24 0 0,24 0 0,0 25 15,0-25-15,0 0 0,0 0 0,0 0 0,0 0 0,-25 0 109,25 25-109,0-25 0,0 0 94,49 173-78,-49-148-16,0-25 0,0 0 0,0 0 0,25 0 15,-25 0-15,0 0 0,0 25 0,0-25 0,0 0 0,25 0 0,-25 0 0,0 0 0,0 0 0,0 0 0,25 0 16,-25 0-16,0 0 0,0 25 0,0-25 0,0 0 0,25 0 0,-25 0 0,0 0 0,0 0 0,0 0 0,0 0 0,24 0 0,-24 0 0,0 0 0,0 0 0,0 0 0,0 0 0,0 25 0,0-25 0,0 0 0,25 0 0,-25 0 0,0 0 0,0 0 0,0 0 0,0 0 15,0 0-15,0 0 0,0 0 0,25 0 16,-25 0-16,0 0 0,0 0 0,0 0 0,0 0 16,0 0-16,0 0 0,25 0 0,-25 0 0,0 0 0,0 0 0,0-25 78,0 25-78,0 0 0,25 0 0,-25 0 0,0 0 0,0 0 0,0 0 0,0 0 0,0 0 0,0 0 0,24 0 0,-24-25 0,0 25 0,0 0 0,0 0 0,0 0 0,0 0 0,0 0 0,0 0 0,25 0 0,-25 0 0,0-25 15,0 25-15,0 0 0,0 0 0,0 0 0,0 0 0,0 0 0,0 0 0,25 0 0,-25-25 16,0 25-16,0 0 0,0 0 0,0 0 0,0 0 0,0 0 0,0 0 0,0 0 15,0-24-15,0 24 0,0 0 0,0 0 0,25 0 0,-25 0 0,0 0 16,0-25 0,0 25-16,0 0 0,0 0 0,0 0 0,0 0 0,0 0 15,0 0-15,0-25 0,0 25 0,0 0 0,0 0 0,0 0 16,0 0-16,0 0 0,0 0 0,0 0 0,0 0 0,0 0 0,0 0 0,0 0 15,0-25-15,0 25 0,0 0 0,0 0 0,0 0 16,0 0-16,0 0 16,0 0-16,0 0 0,0 0 0,0 0 0,0 0 0,0 0 0,0 0 15,0 0-15,0 0 0,0 0 0,0 0 0,0 0 0,0 0 16,0 0-16,0 0 0,0 0 0,0 0 0,0 0 0,0 0 0,0 0 15,0 0-15,0 0 468,173 174 0,-197-174-468,24 0 0,0 0 0,0 0 0,0 0 16,0 0-16,0 0 0,0 0 0,0 0 0,0 0 0,0 0 0,0 0 0,0 0 0,0 0 0,0 0 0,0 0 0,0 0 0,0 0 0,0 0 0,0 0 0,0 0 0,0 0 0,0 0 0,0 0 0,0 0 0,0 0 0,0 25 47,0-25-47,0 0 15,0 0 1,0 0 0,0 24-1,0-24 1,0 0-16,0 0 0,0 25 0,0-25 0,0 0 0,0 0 0,0 0 0,0 0 0,0 0 0,0 0 15,0 25-15,0-25 0,0 0 16,0 0-16,0 0 0,0 0 0,0 25 0,0-25 0,0 0 16,0 0-16,0 0 0,0 0 0,0 25 0,0-25 0,0 0 15,0 0-15,0 0 0,0 0 0,0 0 0,0 24 16,0-24-1,0 0-15,0 0 0,0 0 0,0 0 0,0 0 16,0 25-16,0-25 0,0 0 0,0 0 0,0 0 0,0 0 0,0 0 0,0 0 16,24 0-1,-24 0-15,0 0 0,0 0 0,0 0 0,0 0 250</inkml:trace>
  <inkml:trace contextRef="#ctx0" brushRef="#br0" timeOffset="576083.9501">15925 6176 0</inkml:trace>
  <inkml:trace contextRef="#ctx0" brushRef="#br0" timeOffset="577271.018">15900 6573 0,'0'0'0,"0"0"15,0 0-15,0 0 0,0 0 16,25 0-16,-25 0 0,0 0 0,0 0 15,0 0-15,0 0 0,0 0 0,0 0 16,0 0-16,0 0 0,0 0 0,0 0 0,0 0 0,0 0 0,0 0 16,0 0-16,0 0 0,0 0 0,0 0 0,0 0 0,0 0 15,0 0-15,0 0 0,0 0 0,0 0 0,0 0 0,24 0 0,-24 0 0,0 0 16,0 25-16,0-25 0,0 0 0,0 0 0,0 0 0,0 0 15,0 0 1,0 0-16,0 0 0,0 0 0,25 0 0,-25 25 0,0-25 0,0 0 0,0 0 16,0 0-16,0 0 0,0 25 0,0-25 0,0 0 0,0 0 0,0 0 15,0 0-15,0 24 0,0-24 16,0 0-16,0 0 0,0 25 15,0-25-15,0 0 0,0 0 0,0 25 0,0-25 0,0 0 0,0 25 0,0-25 16,0 0-16,0 0 0,0 25 0,0-25 0,0 0 0,0 0 16,-25 0-16,25 24 0,0-24 0,0 0 0,0 0 0,-24 0 0,24 25 0,0-25 15,0 0-15,0 0 0,0 0 16,-25 25-16,25-25 0,0 0 15,0 0-15,0 0 0,-25 0 0,25 0 0,0 0 0,0 25 0,0-25 0,-25 0 16,25 0-16,0 0 0,0 0 0,0 0 0,0 0 0,0 0 16,0 0-1,0 0-15,-25 0 0,25 0 0,0 0 0,0 0 0,0 0 0,0 0 0,0 0 16,0 0-16,0 0 0,0 0 0,0 0 0,0 0 15,0 0-15,0 0 16,0 0-16,0 0 0,-24 0 0,24 0 16,0 0-16,0 0 0,0 0 0,0-25 0,0 25 0,0 0 0,0 0 0,0 0 0,0 0 0,0 0 0,0 0 0,0 0 15,0 0-15,0 0 0,0 0 0,0 0 0,0 0 0,0 0 0,24 0 16,-24-25-16,0 25 15,0 0-15,0 0 0</inkml:trace>
  <inkml:trace contextRef="#ctx0" brushRef="#br0" timeOffset="579494.1451">17214 6226 0,'0'0'15,"0"0"-15,0 0 0,0 0 0,0 0 16,0 0-16,0 0 0,0 0 16,0 0-16,0 0 0,0 0 0,0 0 0,0 0 0,0 0 0,0 0 15,0 0-15,0 0 0,0 0 0,0 0 0,0 0 0,0 0 0,0 0 0,0 0 16,0 0-16,0 0 15,0 0-15,0-25 0,0 25 16,0 0 93,0 0-109,0-25 0,0 25 0,0 0 0,0 0 0,-24 0 16,24-24-16,0 24 0,0 0 0,0 0 31,-25 0-31,25-25 0,0 25 0,-25 0 0,25 0 0,0 0 0,0 0 0,0 0 0,0 0 0,-25 0 0,25 0 0,0 0 0,0-25 0,0 25 0,0 0 0,0 0 0,-25 0 0,25 0 0,0 0 0,0 0 0,0 0 0,0 0 0,0 0 0,-24 0 0,24 0 0,0 0 0,0 0 0,0 0 0,0 0 0,0 0 16,-25 0-16,25 0 0,0 0 0,0 0 0,0 0 0,-25 0 0,25 0 15,0 0-15,0 0 0,0 0 0,0 25 0,-25-25 0,25 0 0,0 0 0,0 0 47,0 0-47,0 0 0,-25 0 0,25 0 0,0 0 0,0 0 16,0 0-16,0 0 0,0 0 0,0 0 0,-24 0 0,24 25 0,0-25 15,0 0-15,0 0 0,0 0 0,0 0 16,0 0-16,0 0 0,0 0 0,0 24 0,-25-24 0,25 0 0,0 0 0,0 0 0,0 0 0,0 25 0,0-25 0,0 0 0,0 0 0,0 0 0,0 0 0,0 25 0,0-25 0,0 0 15,-25 0 1,25 0-16,0 0 0,0 25 0,0-25 0,0 0 0,0 0 16,0 25-16,0-25 0,0 0 0,0 0 0,0 0 0,0 24 0,0-24 15,0 0-15,0 0 0,0 0 0,0 25 0,0-25 0,0 0 0,25 0 0,-25 0 16,0 25-16,0-25 0,0 0 0,0 0 15,0 0-15,0 0 0,0 0 16,0 25-16,0-25 0,0 0 0,0 0 0,0 0 0,25 0 0,-25 25 16,0-25-16,0 0 0,0 0 0,0 0 0,0 24 0,24-24 0,-24 0 109,0 0-109,0 25 951</inkml:trace>
  <inkml:trace contextRef="#ctx0" brushRef="#br0" timeOffset="580200.1854">17214 6127 0,'0'0'0,"0"0"0,0 0 0,0 0 0,0 0 0,0 0 0,0 0 16,0 0-16,0 0 0,0 25 0,0-25 0,-24 0 0,24 0 0,0 0 0,0 0 0,0 0 0,0 0 0,0 0 0,0 0 0,0 0 0,0 0 0,0 0 0,0 0 0,0 0 0,0 0 0,0 0 0,0 0 0,-25 0 0,25 0 0,0 0 0,0 0 0,0 0 0,0 0 0,0 0 0,0 0 0,0 0 0</inkml:trace>
  <inkml:trace contextRef="#ctx0" brushRef="#br0" timeOffset="582774.3328">17140 6251 0,'0'0'0,"0"0"0,0 0 16,0 0-16,0-25 0,0 25 0,0 0 0,0 0 15,0 0 1,25 0-16,-25 0 0,0 0 0,0 0 15,0 0-15,0 0 0,0 0 0,0 0 0,0 0 0,0 0 0,0 0 0,0 0 0,0 0 0,0 0 16,0 0-16,0 0 0,0 0 0,0 0 16,0 0-16,0 0 15,0 0-15,0 0 0,0 0 0,0 0 0,0 0 219,-99-50-219,99 50 0,0 0 0,-25 0 15,25 0-15,0 0 0,0 0 0,0 0 0,0 0 0,0 0 0,0 0 16,0 0-1,0 0-15,0 0 0,0 0 0,-25 0 0,25 0 0,0 0 0,0 0 16,0 0-16,0 0 0,0 0 0,0 0 0,0 0 0,0 0 0,0 0 0,-25 0 0,25 0 0,0 0 0,0 0 0,0 0 0,0 0 0,0 0 0,0 0 0,0 0 0,-25 0 16,25 0-16,0 0 0,0 0 0,0 25 15,0-25-15,0 0 0,0 0 0,-24 0 0,24 0 0,0 0 0,0 0 0,0 0 0,0 0 0,0 0 0,-25 0 0,25 0 16,0 25-16,0-25 0,0 0 0,0 0 0,0 0 0,-25 0 0,25 0 0,0 0 0,0 0 0,0 0 0,0 0 15,0 0-15,0 0 0,0 0 0,0 0 0,0 0 0,0 0 0,0 25 0,-25-25 0,25 0 0,0 0 0,0 0 16,0 0-16,0 0 0,0 25 0,0-25 0,0 0 0,0 0 16,-25 0-16,25 24 0,0-24 0,0 0 0,0 0 0,0 0 0,0 0 15,0 25-15,0-25 0,0 0 0,0 0 0,0 0 0,-24 0 16,24 25-16,0-25 0,0 0 15,0 0-15,0 0 0,0 25 0,0-25 0,0 0 0,0 0 0,0 0 16,24 25 0,-24-25-16,0 0 0,0 0 0,0 0 0,0 0 0,0 0 0,0 24 0,0-24 15,0 0-15,0 0 0,0 0 0,0 0 0,25 0 0,-25 0 0,0 0 0,0 25 16,0-25 31,0 0-47,0 0 0,0 0 15,0 0-15,0 0 0,0 0 0,25 25 0,-25-25 0,0 0 0,0 0 0,0 0 0,0 0 0,25 0 0,-25 0 0,0 0 0,0 0 16,0 0-16,0 0 0,0 25 0,25-25 0,-25 0 0,0 0 0,0 0 0,0 0 0,24 0 15,-24 0-15,0 0 0,0 0 0,0 0 0,25 0 0,-25 0 0,0 0 0,0 0 0,0 0 16,0 0-16,25 0 0,-25 0 0,0 0 0,0 0 0,0 0 0,0 0 16,25 0-16,-25 0 15,0 0-15,0 0 0,0 0 0,0 0 0,0 0 0,0 0 0,25 0 16,-25 0-16,0 0 0,0 0 0,0 0 0,0 0 15,0 0-15,24 0 0,-24-25 0,0 25 0,0 0 0,0 0 0,0 0 0,0 0 16,0 0-16,25 0 0,-25 0 0,0 0 0,0 0 0,0 0 0,0 0 31,0 0-31,0 0 0,25 0 0,-25-25 0,0 25 0,0 0 0,0 0 16,0 0-16,0 0 0,0-25 203,25-123-203,-25 148 0,0 0 0,0 0 0,0 0 0,0-25 0,0 25 0,0 0 15,0 0-15,0 0 16,0 0-16,0 0 0,0 0 0,0 0 0,0 0 0,0 0 0,0 0 0,0 0 15,0 0-15,0 0 0,0 0 0,0 0 0,0 0 0,0 0 0,0 0 0,198 347 1092,-148-521-1076,-50 174-16,0 0 0,0 0 0,0 0 0,0 0 16</inkml:trace>
  <inkml:trace contextRef="#ctx0" brushRef="#br0" timeOffset="585130.4675">17835 5705 0,'0'0'0,"0"0"0,0 0 0,0 0 0,0 0 0,0 0 0,0 0 0,0 0 0,0 0 0,0 0 0,0 0 0,24 0 0,-24 0 0,0 0 0,0 0 0,0 0 0,0 0 0,0 0 0,0 0 0,0 0 0,0 0 0,0 0 0,0 0 0,0 0 0,0 0 0,0 0 0,0 0 0,0 0 0,0 0 16,0 0-16,0 0 0,0 0 0,0 0 0,0 0 0,0 0 0,0 0 0,0 0 0,0 0 0,0 0 0,0 0 15,0 0-15,0 0 0,0 0 0,0 0 0,0 0 0,0 0 16,0 0-16,0 0 0,0 25 0,0-25 0,0 0 0,0 0 0,0 0 16,0 0-1,0 0-15,0 0 0,0 0 0,0 0 0,0 0 0,0 0 0,0 25 0,25-25 0,-25 0 0,0 0 31,0 0-31,0 0 0,0 0 0,0 24 0,0-24 0,0 0 0,0 0 0,25 0 0,-25 25 0,0-25 0,0 0 16,0 0-16,0 0 0,0 25 16,0-25-16,25 0 0,-25 0 0,0 0 15,0 25-15,0-25 0,0 0 0,0 0 0,25 25 0,-25-25 0,0 0 0,0 0 16,0 25-16,0-25 0,0 0 0,0 0 0,0 24 0,0-24 0,0 0 31,24 0-31,-24 25 0,0-25 0,0 0 0,0 0 0,0 0 0,0 25 0,0-25 16,0 0-16,0 0 0,0 0 0,0 25 0,0-25 0,0 0 15,25 25-15,-25-25 0,0 0 0,0 0 0,0 24 0,0-24 0,0 0 16,0 0-16,0 25 0,0-25 0,0 0 15,0 0 1,0 25-16,0-25 0,0 0 0,0 25 0,0-25 0,0 0 0,0 0 0,0 25 0,0-25 0,0 0 16,0 0-16,0 24 0,0-24 0,0 0 0,0 25 0,0-25 0,0 0 15,0 0-15,0 0 0,0 25 0,0-25 0,0 0 16,0 0-16,0 0 187,-49 174-187,49-150 0,0-24 0,0 0 0,-25 0 16,25 0-16,0 25 0,0-25 0,0 0 0,0 0 0,-25 25 0,25-25 0,0 0 0,0 0 0,0 0 15,0 25-15,0-25 0,-25 0 0,25 0 0,0 25 0,0-25 0,0 0 0,0 0 0,0 0 0,-25 0 0,25 0 0,0 24 0,0-24 0,0 0 0,0 0 0,0 0 0,0 0 0,0 0 31,0 0-31,0 25 0,0-25 16,0 0-16,0 0 0,0 0 0,-24 0 16,24 0-16,0 0 0,0 0 0,0 0 0,0 0 0,0 0 0,0 0 0,0 0 0,0 0 0,0 0 0,0 0 0,0 0 0,0 25 0,0-25 15,0 0 1,0 0-16,-25 0 0,25 0 0,0 0 0,0 0 0,0 0 0,0 0 0,0 0 0,0 0 0,0 0 0,0 0 0,0 0 0,0 0 0,0 0 0,0 0 0,0 0 0,0 0 0,0 0 0,0 0 0,0 0 0,0 0 0,0 0 0,0 0 15,0 0 1,0 0-16,0 0 0,0 0 0,0 0 0,0 0 0,0 0 0,0 0 0,0-25 0,0 25 16,0 0-16,0 0 0,0 0 0,0-25 0,-25 25 0,25 0 0,0 0 0,0-24 15,0 24-15,25 0 0,-25-25 16,0 25-16,0 0 0,0 0 0,0-25 0,0 25 0</inkml:trace>
  <inkml:trace contextRef="#ctx0" brushRef="#br0" timeOffset="586793.5626">18529 5531 0,'0'0'0,"0"0"15,0 0-15,0 0 0,0 0 0,0 0 0,0 0 0,0 0 16,0 0-16,0 0 0,0 0 0,0 0 0,0 0 0,0 0 31,0 0-31,0 0 0,0 0 0,0 0 0,0 0 0,0 0 0,0 0 0,0 0 0,0 0 16,0 0-16,0 0 0,0 0 0,0 0 0,0 0 0,0 0 0,0 0 15,0 0-15,0 0 0,0 0 0,0 0 0,0 0 0,0 0 16,0 0-16,0 0 0,0 0 0,0 0 0,0 0 15,0 0-15,0 0 63,25 174 62,-25-174-110,0 0-15,0 25 0,0-25 0,0 0 0,0 25 0,0-25 0,0 24 0,0-24 0,0 0 0,0 25 16,0-25-16,0 0 0,0 25 0,0-25 0,0 25 0,0-25 0,0 0 0,0 25 0,0-25 0,0 25 0,0-25 15,0 0 1,0 24-16,0-24 0,0 0 0,0 25 0,-25-25 0,25 0 47,0 50-47,0-50 0,0 25 0,0-25 0,0 0 0,0 24 0,0-24 15,0 25-15,0-25 0,0 0 0,0 25 0,0-25 0,0 0 0,0 0 16,0 25-16,0-25 0,0 0 0,0 25 0,0-25 0,0 0 0,0 24 0,0-24 0,0 25 0,0-25 0,0 0 16,0 25-16,25-25 0,-25 0 0,0 25 0,0-25 0,0 0 0,0 25 0,0-25 0,0 0 0,0 24 0,0-24 0,0 0 0,0 25 0,0-25 15,0 0-15,0 0 0,0 25 0,0-25 0,0 0 0,0 25 0,0-25 0,0 0 0,0 0 0,0 25 0,0-25 0,0 0 0,0 0 0,0 24 0,0-24 0,0 0 16,0 25-16,0-25 0,0 0 0,0 0 0,0 25 15,0-25-15,0 0 0,0 0 0,0 25 0,0-25 0,0 0 16,0 0-16,0 0 0,0 25 0,0-25 0,0 0 0,0 0 0,0 0 16,0 0-16,0 24 0,0-24 0,0 0 0,0 0 0,0 0 15,0 0-15,0 25 16,0-25-16,0 0 0,0 0 0,0 0 0,0 0 0,0 0 15,0 0-15,0 0 0,0 25 0,0-25 16,0 0-16,0 0 0,0 0 0,0 0 16,0 0-16,0 25 0,0-25 0,0 0 0,0 0 0,0 0 0,0 0 0,0 0 0,0 0 374</inkml:trace>
  <inkml:trace contextRef="#ctx0" brushRef="#br0" timeOffset="588798.6772">19372 6251 0,'0'0'16,"0"0"-16,0 0 0,0 0 0,0 0 0,0 0 0,0 0 0,0 0 16,0 0-1,0 0-15,0 0 0,0 0 0,0 0 0,0 0 0,0 0 0,0 0 16,0-25-16,0 25 0,0 0 0,0 0 0,0 0 0,0 0 0,0 0 15,0 0-15,0 0 0,0 0 0,0 0 0,0 0 16,0 0-16,0 0 16,0 0-16,0 0 0,0 0 0,0 0 0,0-25 0,0 25 62,-124-74 63,124 74-125,0 0 0,0 0 0,0 0 0,-24 0 15,24 0-15,0 0 0,0 0 0,0 0 0,0 0 0,-25 0 0,25 0 0,0 0 0,0 25 0,0-25 0,0 0 0,-25 0 0,25 0 16,0 0-16,0 0 0,0 0 0,0 0 0,0 0 0,0 24 0,0-24 0,0 0 16,-25 0-16,25 0 0,0 0 0,0 0 0,0 25 15,0-25-15,0 0 0,0 0 0,0 0 0,0 25 0,0-25 16,0 0-16,0 0 0,0 0 0,-25 25 0,25-25 0,0 0 0,0 0 0,0 0 0,0 25 0,0-25 15,0 0-15,0 0 0,0 24 0,0-24 16,0 0-16,0 0 0,0 25 0,0-25 16,0 0-16,0 0 0,0 25 0,0-25 0,0 0 0,0 0 0,0 25 0,0-25 0,0 0 15,0 0 1,0 25-16,25-25 0,-25 0 0,0 0 15,0 0-15,0 24 0,0-24 16,0 0-16,0 0 0,0 0 0,0 0 0,25 25 0,-25-25 0,0 0 0,0 0 0,0 0 0,0 0 0,0 0 0,0 0 0,25 0 0,-25 25 0,0-25 0,0 0 0,0 0 0,0 0 0,0 0 0,25 0 0,-25 0 0,0 0 0,0 0 0,0 0 0,0 0 0,0 0 0,24 0 16,-24 0-1,0 0-15,0 0 0,0 0 0,0 0 0,25 0 16,-25 0-16,0 0 0,0 0 0,0 0 0,0 0 0,25 0 0,-25 0 15,0 0-15,0-25 0,0 25 0,0 0 0,0 0 0,0 0 16,25 0-16,-25 0 0,0 0 0,0 0 0,0 0 0,0 0 0,0 0 16,0 0-1,0-25-15,25 25 0,-25 0 0,0 0 0,0 0 0,0 0 0,0 0 0,0 0 0,0 0 16,0 0-16,0 0 0,0-24 0,0 24 0,0 0 0,0 0 0,0 0 15,0 0 1,0 0-16,0 0 0,0-25 0,0 25 0,0 0 0,0 0 0,0 0 0,24 0 16,-24-25-16,0 25 0,0 0 0,0 0 15,0 0-15,0-25 16,0 25-16,0 0 0,0 0 0,0 0 0,0 0 15,0-25-15,0 25 0,0 0 0,0 0 0,0 0 0,0 0 0,0 0 0,0 0 0,0 0 890</inkml:trace>
  <inkml:trace contextRef="#ctx0" brushRef="#br0" timeOffset="591242.8171">19472 6350 0,'0'0'0,"0"0"16,0 0-16,0 0 0,0 0 0,0 0 0,0 0 0,0 0 15,0 0-15,0 0 0,0 0 0,0 0 0,0 0 0,0 0 0,0 0 16,0 0-16,0 0 0,0 0 0,0 0 0,0 0 0,0 0 15,0 0-15,0 0 16,0 0-16,0 0 0,0 0 0,-25 0 0,25 0 0,0 0 0,0 0 0,0 0 16,0 0-16,0 0 0,0 0 0,0 0 15,0 0-15,0 0 0,0 0 16,0 0-16,0 0 0,0 0 0,0 0 0,0 0 0,0 0 15,0 0-15,0 0 0,0 0 0,0-25 0,0 25 0,0 0 0,0 0 0,-25 0 172,25 0-172,0 0 0,0 0 0,0 0 0,0 0 0,0 0 16,0 0-16,0 0 0,0 0 0,0 0 15,0 0-15,0 0 0,0 0 0,0 0 0,0 0 0,0 0 0,0 0 0,0 0 0,0 0 0,0-25 0,0 25 0,0 0 0,0 0 0,0 0 0,0 0 0,0 0 0,0 0 0,0 0 0,0 0 0,0 0 16,0 0-16,0 0 0,0 0 0,0 0 0,0 0 0,0 0 0,0 0 15,0 0-15,0 25 16,0-25-16,0 0 0,0 0 0,0 0 16,0 0-16,0 0 0,0 0 0,0 25 0,0-25 0,0 0 0,25 0 0,-25 0 0,0 25 0,0-25 0,0 0 0,0 0 0,0 0 0,0 25 0,0-25 0,0 0 0,0 24 0,0-24 0,0 0 0,0 0 0,0 25 0,0-25 0,0 0 15,0 0-15,0 25 0,0-25 0,0 0 0,0 25 16,0-25-16,0 0 15,0 0-15,0 25 0,25-25 0,-25 0 0,0 0 0,0 0 16,0 24-16,0-24 0,0 0 0,0 0 0,0 0 0,0 0 0,0 0 16,0 25-16,0-25 0,0 0 0,0 0 0,0 0 0,0 0 15,0 0-15,0 0 0,24 0 0,-24 0 0,0 0 0,0 25 0,0-25 31,0 0-31,0 0 0,0 0 0,0 0 0,0 0 0,0 0 0,0 0 16,0 0-16,25 25 0,-25-25 0,0 0 0,0 0 0,0 0 16,0 0-16,0-25 0,0 25 0,25 0 0,-25 0 0,0 0 0,0 0 15,0 0-15,0 0 0,25 0 0,-25 0 0,0 0 0,0 0 16,0 0-16,25 0 0,-25 0 0,0 0 0,0 0 0,0 0 15,25-25 1,-25 25-16,0 0 0,0 0 0,0 0 0,0 0 0,0-25 16,0 25-16,0 0 0,0 0 0,0 0 0,24 0 0,-24 0 0,0-24 764</inkml:trace>
  <inkml:trace contextRef="#ctx0" brushRef="#br0" timeOffset="592665.8985">20563 6077 0,'0'0'0,"0"0"0,0 0 16,0 0-16,0 0 0,0 0 0,0 0 0,0 0 0,0 0 0,0 0 15,0 0-15,0 0 0,0 0 0,0 0 16,0 0-16,0 0 0,0 0 0,0 0 16,0 0-16,0 0 0,0 0 0,0 0 15,0 0-15,0 0 0,0 0 0,0 0 0,0 0 0,0 0 109,-25-25-77,25 25-32,0 0 15,0 0-15,0 0 0,0 0 16,-25 0-16,25 0 0,0-24 0,0 24 0,0 0 0,0 0 0,0 0 0,-24 0 0,24 0 0,0 0 0,0 0 0,0 0 0,0 0 0,-25 0 0,25 0 0,0 0 0,0 0 15,0 0-15,0 0 0,-25 0 0,25 0 0,0-25 0,0 25 0,0 0 0,0 0 0,0 0 0,-25 0 16,25 0-16,0 0 0,0 0 0,0 0 0,0 0 0,-25 0 0,25 0 0,0 0 0,0 0 16,-24 0-16,24 0 0,0 25 0,0-25 0,-25 0 0,25 0 0,0 0 0,-25 0 15,25 0-15,0 0 0,0 0 0,-25 0 0,25 0 0,0 0 16,0 0-16,0 0 0,-25 0 0,25 0 0,0 0 0,0 0 0,0 24 0,-24-24 0,24 0 0,0 0 0,0 0 0,0 0 15,0 0-15,-25 0 0,25 25 0,0-25 0,0 0 0,0 0 0,0 0 16,-25 0-16,25 25 0,0-25 0,0 0 0,0 0 0,0 0 0,0 25 16,-25-25-16,25 0 0,0 0 0,0 0 15,0 25-15,0-25 0,0 0 0,0 0 0,0 0 16,0 24-16,0-24 0,0 0 15,-25 25-15,25-25 0,0 0 0,0 0 0,0 25 0,0-25 16,0 0-16,0 0 0,0 0 0,0 25 16,0-25-16,0 0 0,0 0 0,25 25 0,-25-25 0,0 0 0,0 0 0,0 0 15,0 24-15,0-24 0,0 0 0,0 0 0,0 25 0,0-25 0,25 0 16,-25 0-16,0 0 0,0 25 0,0-25 0,0 0 15,0 0-15,0 0 219,298 74-204,-298-74-15,0 0 0,0 0 0,0 0 0,24 0 0,-24 0 0,0 0 16,0 0-16,0 0 0,25 0 0,-25 0 0,0 0 0,0 0 0,0 0 0,0 0 0,0 0 0,0 0 0,0 0 16,0 0-16,0 0 0,0 0 0,0 0 15,0 0-15,0 0 0,0 0 0,0 0 0,0 0 0,0 0 0,0 0 0,0 0 0,0 0 0,0 0 0,0 0 0,0 0 0,0 0 0,0 0 0,0 0 0,0 0 0,0 0 16,0 0-16,0-24 0,0 24 0,0 0 15,0 0-15,0 0 0,0 0 0,0 0 0,0 0 0,0 0 0,0 0 0,0 0 0,0 0 0,0 0 16,0 0-16,0 0 0,0 0 0,-25 0 16,25 0-16,0 0 0,0-25 0,0 25 0,0 0 0,0 0 0,-24 0 0,24 0 0,0 0 0,0 0 0,0 0 0,0-25 0,0 25 0,0 0 0,0 0 0</inkml:trace>
  <inkml:trace contextRef="#ctx0" brushRef="#br0" timeOffset="593759.9611">20216 6251 0,'0'0'0,"0"0"0,0 0 0,0 0 0,0 0 0,0 0 0,0 0 0,0 0 0,0 0 0,0 0 0,0 0 0,0 0 0,0 0 0,0 0 0,0 0 0,0 0 16,0 0-16,0 0 0,0 0 0,0 0 0,0 0 0,0 0 0,0 0 0,0 0 0,0 0 0,0 0 0,0 0 0,0 0 0,0 0 0,0 0 0,0 0 0,0 0 0,0 0 0,0 0 0,0 0 0,0 0 0,0 0 0,0 0 0,0 0 0,0 0 16,0 0-16,0 0 0,0 0 0,0 0 0,0 0 0,0 0 15,0 0-15,0 0 0,25 0 0,-25 0 0,0 0 0,0 0 16,0 0-1,0 0 1,24 0-16,-24 0 0,0 0 0,0 0 0,25 0 0,-25 0 0,0 0 16,0 0-16,25 0 0,-25 0 0,0 0 0,0 0 0,25 0 0,-25 0 15,0 0-15,25 0 0,-25 0 0,0 0 16,24 0-16,-24 0 0,0 25 0,0-25 0,25 0 0,-25 0 15,0 0-15,0-25 0,25 25 0,-25 0 0,0 0 0,0 0 16,0 0-16,0 0 0,25 0 0,-25 0 0,0 0 16,0 0-16,0 0 0,0 0 0,25 0 0,-25 0 0,0 0 0,0 0 0,0 0 0,0 0 0,0 0 15,0 0-15,0 0 0,0 0 16,0 0-16,0 0 0,0 0 0,0 0 0,0 0 0,0 0 15,0 0-15,0 0 0,0 0 0,0 0 0,0 0 0,0 0 16,0 0-16,0 0 0,0 0 0,0 0 0,0 0 0,0 0 0,0 0 16,0 0-16,0 0 0,0 0 0,0 0 0,0 0 0,0 0 0,0 0 171</inkml:trace>
  <inkml:trace contextRef="#ctx0" brushRef="#br0" timeOffset="598192.2145">21332 6052 0,'0'-24'16,"0"24"-16,0 0 0,0 0 0,0 0 0,0 0 0,0 0 15,0 0 1,-25 0-16,25 0 0,0 0 0,0 0 0,0 0 0,0 0 0,0 0 15,0 0-15,0 0 0,0 0 0,0 0 0,0 0 0,0 0 0,0 0 16,0 0-16,0 0 0,0 0 0,0 0 0,0 0 0,0 0 0,0 0 16,0 0-16,0 0 15,0 0-15,0 0 16,0 0-16,0 0 0,0 0 0,0 0 0,0 0 0,0 0 0,0 0 15,0 0-15,0 0 0,0 0 0,0 0 0,0 0 0,0 0 0,0 0 0,0 0 0,0 0 219,0 24-219,0-24 0,0 0 0,0 0 0,0 0 0,0 0 0,0 0 0,0 0 0,0 0 0,0 0 15,0 0-15,0 0 0,0 0 0,0 25 0,0-25 0,0 0 0,0 0 0,0 0 0,0 0 0,0 0 0,0 0 0,0 0 0,0 0 0,0 0 0,0 0 0,0 0 0,0 0 0,0 0 0,0 0 0,0 0 0,0 0 0,0 0 0,0 0 0,0 25 0,0-25 0,0 0 0,0 0 0,0 0 0,0 0 16,0 0-16,0 0 0,0 25 0,0-25 0,0 0 16,0 0-16,0 0 0,0 0 0,0 25 0,0-25 15,0 0-15,25 0 0,-25 0 0,0 24 0,0-24 0,0 0 16,0 0-1,0 25-15,0-25 0,0 0 0,0 0 0,0 25 0,0-25 16,0 0-16,0 25 0,0-25 0,0 0 0,0 0 0,0 25 0,0-25 16,0 0-16,0 24 0,0-24 0,0 0 0,0 0 0,0 25 0,0-25 15,0 0-15,0 25 0,0-25 0,0 0 0,0 25 0,-25-25 0,25 0 16,0 0-1,0 25-15,0-25 0,0 0 0,0 24 0,0-24 0,0 0 0,0 0 0,0 25 16,0-25-16,0 0 0,0 0 0,0 25 0,0-25 0,0 0 16,0 0-16,0 0 0,0 0 0,0 25 15,0-25-15,0 0 0,0 0 0,0 0 16,0 0-16,0 0 0,0 0 0,0 0 0,0 0 0,0 0 0,0 0 0,0 0 0,0 0 15,0 0 1,0 0-16,0 0 0,0 0 0,0 0 0,0 0 0,0 0 140,0 0-124,0 0-16,0 0 0,0 0 0,0 0 0,0 0 16,0 0-16,0 0 0,0 0 0,0 0 0,0-25 0,0 25 0,0 0 0,0 0 0,0 0 0,0-25 0,0 25 0,0 0 0,0 0 0,0 0 0,-25-25 0,25 25 0,0 0 0,0 0 15,0-24-15,0 24 0,0 0 0,0 0 0,0-25 0,0 25 0,0 0 0,0-25 0,0 25 0,0 0 0,0-25 0,0 25 16,0 0-16,0-25 0,0 25 0,0-24 0,0 24 0,0 0 0,0-25 0,0 25 0,0 0 0,0-25 0,0 25 0,0 0 0,0-25 0,0 25 0,0 0 0,0-25 15,0 25-15,0 0 0,0-24 0,0 24 0,0 0 0,0 0 0,0-25 16,0 25-16,0 0 0,0 0 0,0-25 0,0 25 0,25 0 31,-25 0-31,0 0 0,0-25 0,0 25 0,0 0 0,0 0 0,0 0 0,0-25 0,0 25 0,0 0 0,0 0 16,0 0-16,0 0 15,0 0-15,25-24 0,-25 24 0,0 0 0,0 0 16,0 0-16,0 0 0,0 0 0,0 0 0,0 0 0,0 0 0,0 0 16,0 0-16,25-25 0,-25 25 0,0 0 0,0 0 0,0 0 0,0 0 15,0 0-15,0 0 0,0 0 0,0 0 16,25 0-16,-25 0 0,0 0 15,0 0-15,0 0 0,0 0 0,0 0 0,0 0 0,0 0 0,0 0 16,0 0-16,0 0 0,0 0 0,24 0 0,-24 0 0,0 0 16,0 0-16,0 0 0,0 0 0,25 0 0,-25 0 0,0 0 0,0 0 0,0 0 15,25 0 1,-25 0-16,0 0 0,0 0 0,0 0 0,0 0 0,25 25 15,-25-25-15,0 0 0,0 0 0,25 0 0,-25 0 0,0 0 0,0 0 16,0 0-16,0 0 0,0 0 0,24 0 0,-24 0 0,0 0 16,0 0-16,0 0 0,0 24 0,0-24 0,0 0 0,0 0 0,25 0 15,-25 0 1,0 0-16,0 0 0,0 0 0,0 0 0,0 0 0,0 25 15,0-25-15,0 0 0,0 0 0,25 0 16,-25 0-16,0 0 0,0 0 0,0 25 0,0-25 0,0 0 0,-25 0 0,25 0 0,0 0 920,-322 223-842,173-148 297,149-75-360,25 0-15,-25 0 0,0 0 0,0 0 0,0 0 0,0 0 0,0 0 0,0 0 0,0 0 0,0 0 0,0 0 0,0-25 0,0 25 0,25 0 0,-25 0 0,0 0 0,0 0 0,0 0 0,0 0 0,0 0 0,0 0 0,0 0 0,0 0 0,24 0 32,-24 0-32,0 0 0,0 0 46,0 0 110,25-25-140,-25 25 0,0 0-16,0 0 0,0 0 15,0 0-15,0 0 0,0 0 0,0 0 0,0 0 16,0 0-16,0 0 0,0 0 0,0 0 0,0 0 0,0 0 0,0 0 0,0 0 0,0 0 0,0 0 0,0 0 0,0 0 0,0 0 15,0 0-15,0 0 0,0 0 0,0 0 0,0 0 0,0 0 0,0 0 0,0 0 0,0 0 0,0 0 0,0 0 16,0 0 0,0 0-16,0 0 0,0 0 0,0 0 0,0 0 0,0 0 0,0 0 15,0 0-15,0 0 0,0 0 0,0 0 0,0 0 0,0 0 0,0 0 0,25 0 16,-25 0-16,0 0 0,0 0 0,0 0 0,0 0 0,0 0 0,0 0 0,0 0 0,0 0 15,0 0-15,0 0 0,0 0 0,0 0 0,0 0 0,0 0 0,0 0 0,0 0 0,25 0 0,-25 0 0,0 0 0,0 0 16,0 0 15,0 0-31,0 0 0,0 0 0,25 0 0,-25 0 16,0 0-16,0 25 0,0-25 0,0 0 0,0 0 0,24 0 0,-24 0 0,0 0 0,0 0 0,0 0 0,0 0 0,25 0 0,-25 0 0,0 0 0,0 0 0,0 0 0,25 0 0,-25 25 0,0-25 0,0 0 0,25 0 15,-25 0-15,0 0 16,25 0-16,-25 0 0,0 0 0,24 0 0,-24 0 0,25 24 0,-25-24 0,0 0 16,25 0-16,-25 0 0,0 0 0,25 0 0,-25 0 0,0 0 15,25 0-15,-25 0 0,0 25 0,0-25 0,24 0 0,-24 0 0,0 0 16,0 0-16,25 0 0,-25 0 0,0 0 15,0 0-15,25 0 0,-25 0 827</inkml:trace>
  <inkml:trace contextRef="#ctx0" brushRef="#br0" timeOffset="600428.3425">21878 5779 0,'0'0'16,"0"0"-16,0 0 0,0 0 0,0 0 0,0 0 0,0 0 0,0 0 15,0 0-15,0 0 0,0 0 0,0 0 16,0 0-16,0 0 16,0 0-16,0 0 0,0-24 0,0 24 0,0 0 0,0 0 0,0 0 202,49 0-202,-24 0 0,-25 0 0,0 0 0,0 0 16,0 24 0,0-24-16,0 0 0,0 0 0,0 0 0,25 0 0,-25 0 0,0 0 15,0 25-15,0-25 0,0 0 0,0 0 0,0 0 0,0 0 0,0 25 0,0-25 0,0 0 0,0 0 0,0 0 0,0 0 0,0 25 0,0-25 0,0 0 0,0 0 0,0 0 0,0 0 0,0 0 16,0 25-16,0-25 0,0 0 15,0 0-15,0 0 0,0 0 0,0 0 0,0 25 0,0-25 0,0 0 0,0 0 0,0 0 0,0 24 16,0-24-16,0 0 0,0 0 0,0 0 0,0 0 0,0 25 0,0-25 0,0 0 0,0 0 0,0 0 0,0 0 0,-25 0 0,25 0 0,0 0 0,0 25 0,0-25 0,0 0 0,0 0 16,0 0-16,0 0 15,0 0 16,0 25-31,0-25 0,-25 0 0,25 0 0,0 0 16,0 0-16,0 0 0,0 0 0,0 25 16,0-25-16,0 0 1076</inkml:trace>
  <inkml:trace contextRef="#ctx0" brushRef="#br0" timeOffset="603131.497">21952 6077 0,'0'0'15,"0"25"1,25-25-16,-25 0 0,0 0 0,0 0 0,0 0 0,0 0 15,25 0-15,-25 0 0,0 0 0,0 0 0,0 0 0,0 0 0,0-25 16,0 25-16,0 0 0,0 0 0,0 0 0,0 0 0,0 0 0,0 0 234,0 0-234,0 0 0,0-25 0,0 25 0,0 0 0,0 0 0,0 0 0,0 0 16,0 0-16,0 0 15,0 0-15,0 0 0,0 0 0,0 0 0,0 0 0,0 0 0,-25 0 0,25 0 0,0 0 0,0-24 0,0 24 0,0 0 0,0 0 0,0 0 16,0 0-16,0 0 0,0 0 0,0 0 0,0 0 0,0 0 0,0 0 0,0 0 0,0 0 0,0 0 0,0 0 0,0 0 0,0 0 0,0 0 0,0 0 0,0 0 0,0 0 0,0 0 0,0 0 0,0 0 0,0 0 0,0 0 15,0 0-15,0 0 0,0 0 0,0 0 0,0 0 0,0 0 0,0 0 0,0 0 0,0 0 0,0 0 16,0 0-16,0 0 0,0 0 0,0 0 0,0 0 0,0 0 16,0 0-16,0 0 0,0 0 0,0-25 0,0 25 0,0 0 0,0 0 15,0 0-15,0 0 0,0 0 0,0 0 0,0 0 16,0 0-16,0 0 0,0 0 0,0 0 15,0 0-15,0 0 0,0 0 0,0 0 0,0 0 0,0 0 0,0 25 16,0-25-16,0 0 0,0 0 16,0 0-16,0 0 15,0 0-15,0 0 0,-124 595 1092</inkml:trace>
  <inkml:trace contextRef="#ctx0" brushRef="#br0" timeOffset="610408.9134">2604 7640 0,'0'0'0,"0"0"0,0 0 0,0 0 0,0 0 0,0 0 0,0 0 0,0 0 0,0 0 0,0 0 16,0 0-16,0 0 0,0 0 0,0 0 0,0 0 0,0 0 0,0 0 0,0 0 0,0 0 0,0 0 0,0 0 0,0 0 0,0 0 0,0 0 0,0 0 0,0 0 0,0 0 0,0 0 0,0 0 0,0 0 0,0 0 0,0 0 0,0 0 16,0 0-16,0 0 0,0 0 0,0 0 0,0 0 0,0 0 15,0 0-15,0 0 0,0 0 16,0 0-16,0 0 0,0 0 0,0 0 0,0 0 15,0 0-15,0 0 0,0 0 0,0 0 0,0 0 0,0 0 0,0 0 16,0 0-16,0 0 16,0 0-16,0 0 0,0 0 0,25 0 0,-25 0 0,0 0 0,0 0 0,25 0 15,-25 0-15,0-25 0,25 25 0,-25 0 0,25 0 0,-25 0 0,25 0 16,-25 0-16,24 0 0,-24 0 0,25 0 0,-25 0 0,25 0 0,0 0 62,0-322 952,-125 222-998,100 100-16,0 0 0,0 0 0,0-24 15,0 24-15,0 0 0,0 0 0,0 0 0,0 0 16,0 0-16,0 0 0,0 0 0,0 0 0,0 0 16,0 0-16,0 0 0,0 0 0,0 0 15,0 0 1,0 0-16,0 0 15,0 0-15,0 0 0,0 0 0,0 0 0,0 0 16,0 0-16,0 0 0,-24 0 16,24-25-1,0 25-15,0 0 0,0-25 219,0 25-219,0 0 0,0 0 15,0 0-15,0 0 0,0 0 0,0 0 0,0 25 0,0-25 16,0 0-1,0 0-15,0 0 0,0 0 0,0 25 0,0-25 0,0 0 16,0 24-16,0-24 0,0 0 0,0 25 0,0-25 0,0 25 0,0-25 0,0 25 0,0-25 0,0 0 0,0 25 0,0-25 0,0 24 0,24-24 0,-24 0 0,0 25 0,0-25 0,0 25 0,0-25 0,0 0 0,0 25 0,0-25 0,0 25 0,0-25 0,0 0 0,0 24 0,0-24 0,0 0 16,25 25-16,-25-25 0,0 25 0,0-25 982</inkml:trace>
  <inkml:trace contextRef="#ctx0" brushRef="#br0" timeOffset="612024.0057">3200 7565 0,'0'0'16,"0"0"-16,0 0 0,0 0 15,0 0-15,0 0 0,0 0 0,0 0 0,0 0 0,0 0 0,0 0 0,0 0 0,0 0 0,0 0 16,0 0-16,0 0 0,0 0 0,0 0 0,0 0 0,0 0 0,0 0 0,0 0 0,0 0 0,0 0 0,0 0 0,0 0 0,0 0 0,0 0 15,0 0-15,0 0 0,0 0 0,0 0 0,0 0 0,0 0 0,0 0 0,0 0 0,0 0 0,0 0 0,0 0 0,0 0 16,0 0 0,0 0-16,0 0 0,0 0 0,0 0 0,0 0 0,0 0 0,0 0 0,0 0 0,0 0 0,0 0 0,0 0 0,0 0 15,0 0-15,0 0 0,0 0 0,0 0 0,0 0 0,0 0 921</inkml:trace>
  <inkml:trace contextRef="#ctx0" brushRef="#br0" timeOffset="615748.2188">2778 7491 0,'0'0'15,"0"0"-15,0 0 0,0 0 0,0 0 0,0 0 16,0 0 0,0 0-16,0 0 0,0 0 0,0 0 0,0 0 0,0 0 0,0 0 0,0 0 15,0 0-15,0 0 0,0 0 0,0 0 0,0 0 0,0 0 0,0 0 16,0 0-16,0 0 0,0 0 0,0 0 0,0 0 0,0 0 0,0 0 15,0 0-15,0 0 141,25 0-141,-25 0 0,0 0 0,0 0 0,0 0 0,0 0 0,0 0 0,0 0 0,0 0 0,0 0 0,0 0 0,0 0 0,0 0 0,0 0 0,0 0 0,0 0 0,0 0 0,0 0 0,0 0 0,0 0 0,0 0 0,0 0 0,0 0 0,0 0 0,0 0 0,0 0 0,0 0 0,0 0 15,0 0-15,0 0 0,0 0 0,0 0 0,0 0 0,0 0 0,0 0 0,0 0 0,0 0 0,0 0 16,0 0-16,0 0 0,0 0 0,0 0 0,0 0 0,0 0 31,0 0-31,0 0 0,0 0 0,0 0 16,0 0-16,0 0 0,0 0 0,0 0 0,0 0 15,0 0-15,0 0 0,0 0 0,0 0 0,0 0 0,0 0 0,-25 0 0,25 25 16,0-25-16,0 0 0,0 0 0,0 0 0,0 0 16,0 0-16,0 25 0,0-25 0,0 0 0,0 0 0,0 24 0,0-24 0,25 0 0,-25 25 0,0-25 15,0 0-15,0 25 0,0-25 0,0 0 0,0 25 16,0-25-16,0 25 15,0-25-15,0 0 0,0 24 0,0-24 16,0 25-16,25-25 0,-25 0 0,0 25 0,0-25 0,0 25 0,0-25 0,0 25 0,0-25 0,0 0 16,0 24-16,0-24 0,0 0 0,0 0 0,0 25 0,0-25 0,0 0 0,0 0 0,0 25 0,0-25 0,0 0 0,0 0 15,25 0 1,-25 25-16,0-25 0,0 0 0,0 0 0,0 0 0,0 0 15,0 25-15,0-25 0,0 0 0,0 0 0,0 0 0,0 0 0,0 0 16,0 24-16,0-24 0,0 0 0,0 0 0,0 0 0,0 0 0,0 0 16,0 0-16,0 0 15,0 25-15,0-25 0,0 0 0,-273-397 1014</inkml:trace>
  <inkml:trace contextRef="#ctx0" brushRef="#br0" timeOffset="618249.3618">2654 7689 0,'0'25'0,"0"-25"15,0 0-15,0 0 0,0 0 0,0 0 0,0 0 0,0 0 0,0 0 0,0 0 0,0 0 0,0 0 0,0 0 16,0 0-16,0 0 0,0 0 0,0 0 0,0 0 0,0 0 0,0 0 0,0 0 0,0 0 0,0 0 0,0 0 0,0 0 0,0 0 0,0 0 0,0 0 0,0 0 0,0 0 0,0 0 0,0 0 0,0 0 0,0 0 0,0 0 0,0 0 0,0 0 0,0 0 0,0 0 0,0 0 0,0 0 0,0 0 0,0 0 0,0 0 0,0 0 15,0 0-15,0 0 0,0 0 0,0 0 0,0 0 16,0 0 0,0 0-16,0 0 0,0 0 0,0 0 0,0 0 0,0 0 0,0 0 15,0 0-15,0 0 0,0 0 0,0 0 0,0 0 0,0 0 0,0 0 16,0 0-16,0 0 0,0 0 0,0 0 0,0 0 31,0 0-31,-25 0 0,25 0 0,0 0 0,0 0 0,0 0 0,0 0 16,0 0-16,0 0 0,0 0 0,0 0 0,0 0 0,0 0 0,0 0 0,0 0 0,0 0 0,0 0 109,0 0-109,0 0 0,0 0 0,25 0 0,-25 0 15,0 0-15,0 0 0,0 0 0,0 0 0,0 0 0,0 0 32,25 25-32,-25-25 0,25 0 0,-25 0 0,0 0 0,25 0 15,24 0-15,-24 0 0,-25 0 0,25-25 16,0 25-1,-25 0-15,24 0 0,-24 0 0,25 0 0,-25 0 0,0 0 0,25 0 0,-25 0 0,0 0 0,0 0 0,25 0 0,-25 0 0,0 0 0,0 0 0,25 0 0,-25 0 0,0 0 0,0 0 16,0 0-16,0-25 0,24 25 0,-24 0 0,0 0 0,0 0 0,0 0 0,0 0 16,0 0-16,0 0 0,0 0 0,25 0 0,-25 0 0,0 0 0,0 0 0,0 0 0,0 0 0,0 0 0,0 0 0,0 0 0,0 0 0,25 0 0,-25 0 0,0 0 0,0 0 0,0 0 0,0 0 0,0 0 0,0 0 15,0 0-15,0 0 0,0 0 0,0 0 0,0 0 0,0 0 16,0 0-16,0 0 0,0 0 0,0 0 0,0 0 0,0 0 15,0 0-15,0 0 0,25 0 0,-25 0 16,0 0-16,0 0 0,0 0 16,0 0-16,0 0 0,0 0 0,0 0 0,0 0 0,0 0 0,0 0 0,0 0 15,0 0-15,0 0 0,0 0 0,0 0 16,0 0-16,0 0 0,0 0 0,0 0 62,0 0-62</inkml:trace>
  <inkml:trace contextRef="#ctx0" brushRef="#br0" timeOffset="620149.4704">3423 7317 0,'0'0'0,"0"0"0,0 0 0,0 0 16,0 0-16,0 0 0,0 0 0,0 0 0,0 0 0,0 0 0,0 0 0,0 0 0,0 0 0,0 0 0,0 0 0,0 0 0,0 0 15,0 0-15,0 0 0,0 0 0,0 0 0,0 0 16,0 0-16,0 0 0,0 0 0,0 0 0,0 0 0,0 0 15,0 0-15,0 0 0,0 0 0,0 0 0,0 0 0,0 0 0,0 0 0,0 0 0,0 25 0,0-25 0,0 0 0,0 0 0,0 0 0,0 0 0,25 0 0,-25 25 0,0-25 0,0 0 0,0 0 0,0 25 0,25-25 16,-25 0-16,0 25 0,0-25 0,0 0 0,24 24 0,-24-24 16,0 0-16,0 0 0,0 25 0,25-25 0,-25 0 15,0 25-15,0-25 0,25 0 0,-25 0 0,0 25 0,0-25 0,0 0 0,25 0 0,-25 25 0,0-25 0,0 0 0,25 0 16,-25 24-16,0-24 15,0 0-15,0 0 0,24 0 0,-24 0 0,0 25 0,0-25 32,0 0-32,25 0 0,-25 0 0,0 0 0,0 25 0,0-25 0,0 0 0,0 0 15,25 0-15,-25 0 0,0 0 0,0 25 0,0-25 0,0 0 0,0 0 16,0 0-16,25 0 0,-25 0 0,0 0 0,0 0 0,0 0 0,0 0 0,0 0 0,0 0 15,0 0 1,0 0-16,0 0 0,0 0 0,0 0 0,0 0 0,0 0 0,0 0 16,0 0-16,0 0 0,0 0 0,0 0 0,0 0 0,0 0 0,0 0 0,0 0 15,0 0-15,0 0 0,0 0 0,0 0 0,0 0 0,0 0 16,0 0-1,0 0-15,0 0 0,0 0 0,0 0 0,0 25 0,0-25 0,0 0 16,0 0-16,0 0 0,0 0 0,0 0 0,-25 0 0,25 0 0,0 0 16,0 24-16,0-24 0,-25 0 0,25 0 0,0 25 0,-25-25 0,25 25 15,0-25-15,0 0 16,-24 25-16,24-25 0,0 0 0,0 25 0,-25-25 62,25 24-62,0-24 0,0 0 0,0 25 0,-25-25 0,25 25 0,0-25 0,0 0 0,0 25 0,0-25 0,-25 0 16,25 0-16,0 25 0,0-25 0,0 0 0,0 0 0,0 0 0,0 24 0,0-24 0,-25 0 0,25 0 15,0 0-15,0 0 0,0 25 16,0-25-16,0 0 0,0 0 0,0 0 0,0 0 16,0 0-16,0 25 0,0-25 0,0 0 0,0 0 0,0 0 15,0 0-15,0 0 0,0 0 0,0 0 0,0 0 0,0 0 0,0 0 0,0 0 16,0 0-16,0 0 0,0 0 0,0 0 15,0 0-15,0 0 0,0-25 16,0 25-16,0 0 0,0 0 0,0 0 0,0 0 0,0 0 0,0 0 0,0 0 0,0 0 0,25 0 16,-25 0-16,0 0 0,0-25 0,0 25 0,0 0 0,0 0 0,25 0 0,-25 0 0</inkml:trace>
  <inkml:trace contextRef="#ctx0" brushRef="#br0" timeOffset="621961.574">5035 7367 0,'0'0'0,"0"0"0,0 0 0,0 0 15,-248 50 328,248-50-343,0 24 0,0-24 0,0 0 0,0 0 0,0 25 0,0-25 0,0 0 0,0 0 0,0 0 16,25 25-16,-25-25 0,0 0 0,0 0 0,0 0 0,0 0 0,0 25 0,25-25 0,-25 0 0,0 0 0,0 0 0,25 0 0,-25 0 0,0 0 16,25 0-16,-25 0 0,0 25 0,24-25 0,-24 0 0,0 0 0,25 0 0,-25 0 0,0 0 0,0 0 0,25 0 0,-25 0 0,0 0 0,0 0 0,25 0 0,-25 0 0,0 0 0,0 0 0,25 0 0,-25 24 15,0-24-15,0 0 0,0 0 0,24 0 0,-24 0 0,0 0 16,0 0-16,0 0 0,0 0 0,25 0 0,-25 25 15,0-25-15,0 0 16,0 0-16,25 0 0,-25 25 0,0-25 0,0 0 0,0 0 0,25 0 16,-25 25-16,0-25 0,0 0 0,0 0 0,0 0 0,25 25 15,-25-25-15,0 0 0,0 0 0,0 24 0,0-24 172,24 149-172,-24-149 0,0 0 0,0 0 0,-24 0 15,24 0-15,0 0 0,0 0 0,0 0 0,0 0 0,0 0 0,0 0 0,-25 0 0,25 0 0,0 0 0,0 0 0,-25 0 0,25 0 0,0 0 0,0 0 0,0 0 0,-25 0 0,25 0 0,0 0 0,0 0 16,0 0-16,-25 0 0,25 0 0,0 0 0,0 0 0,-24 0 0,24 0 0,0 0 0,0 0 16,0-25-16,-25 25 0,25 0 0,0 0 0,0 0 0,0 0 0,-25 0 0,25 0 0,0 0 0,0 0 0,0 0 0,0 0 0,0 0 0,-25-24 15,25 24-15,0 0 0,0 0 0,0 0 0,0 0 0,0 0 0,0 0 16,-25 0-16,25 0 0,0 0 0,0 0 0,0 0 0,0 0 78,0 0-78,0 0 0,0 0 0,0 0 0,0 0 0,0 0 0,0 0 0,0 0 15,0 0-15,0 0 0,0 0 0,0 0 0,0 0 0,0 0 0,0 0 0,0 0 0,0-25 16,0 25-16,0 0 0,0 0 16,0 0-16,0 0 0,0 0 0,0 0 0,25 0 0,-25-25 0,0 25 0,0 0 0,0 0 0,25 0 0,-25-25 0</inkml:trace>
  <inkml:trace contextRef="#ctx0" brushRef="#br0" timeOffset="623029.6352">5655 7565 0,'0'0'47,"0"0"-47,-24 0 0,24 0 0,0 0 0,0 0 0,0 0 0,0 0 16,0 0-16,-25 0 0,25 0 0,0 0 0,0 0 0,0 0 0,0 0 0,-25 0 0,25 0 0,0 0 0,0 0 0,0 0 0,0 0 0,0 0 0,0 0 0,0 0 0,0 0 0,0 0 15,0 0-15,0 0 16,0 0-16,0 0 0,0 0 0,0 0 0,0 0 0,0 0 0,-25 0 15,25 0-15,0 0 0,0 0 0,0 0 0,0 0 0,0 0 32,0 0-32,0 0 0,0 0 0,0 0 0,0 0 0,0 0 0,0 0 0,0 0 0,0 0 0,0 0 0,0 0 15,0 0-15,0 0 0,0 0 0,0 0 0,0 0 0,0 0 16,0 0-16,0 0 0,0 0 0,0 0 0,0 0 0,0 0 0,0 0 15,0 0 1,0 0-16,0 0 0,0 0 0,0 0 0,0 0 0,0 0 16,0 0-16,0 0 0,0 0 0,0 0 0,0 0 0,0 0 140,223 0-93,-223 0-47,25 0 0,-25 0 0,25 0 0,-25 0 0,25 0 0,-25 0 0,25 0 15,-25 0-15,25 0 0,-25 0 0,24 0 0,-24 0 16,25 0-16,-25 0 0,0 0 0,25 0 0,-25-24 0,0 24 0,25 0 0,-25 0 0,0 0 0,0 0 0,0 0 0,0 0 0,0 0 0,0 0 0,25 0 0,-25 0 0,0 0 0,0 0 0,0 0 0,0 0 0,0 0 0,0 0 0,0 0 0,0 0 16,0 0-16,0 0 0,0 0 0,0 0 0,0 0 0,0 0 0,0 0 15,0 0-15,0 0 0,0 0 0,24 0 0,-24 0 0,0 0 16,0 0-16,0 0 0,0 0 0,0 0 0,0 0 0,-24 0 0,24 0 15,0 0-15,0 0 0,0 0 0,0-25 0,0 25 0,-25 0 0,25 0 0,0 0 0</inkml:trace>
  <inkml:trace contextRef="#ctx0" brushRef="#br0" timeOffset="624174.7006">5705 7739 0,'0'0'0,"0"0"0,0 0 0,0 0 15,0 0-15,0 0 0,0 0 0,0 0 0,0 0 0,0 0 0,0 0 0,0 0 0,0 0 0,0 0 0,0 0 0,0 0 16,0 0-1,0 0-15,0 0 0,0 0 0,0 0 16,0 0-16,0 0 0,0 0 0,0 0 0,0 0 0,0 0 0,0 0 0,0 0 0,0 0 0,0 0 0,0 0 0,0 0 0,0 0 16,0 0-16,0 0 0,0 0 0,0 0 15,0 0-15,0 0 0,0 0 0,0 0 0,0 0 0,0 0 0,-25 0 0,25 0 0,0 0 0,0 0 0,0 0 0,0 0 0,0 0 0,0 0 0,0 0 16,0 0-16,0 0 0,0 0 0,0 0 0,0 0 0,-25 0 15,25 0-15,0 0 0,0 0 0,0 0 0,0 0 0,0 0 0,0 0 0,0 0 16,0 0-16,0 0 0,0 0 0,0 0 16,0 0-16,0 0 0,0 0 0,0 0 0,0 0 0,0 0 0,0 0 15,0 0-15,0 0 0,0 0 0,0 0 0,0 0 0,0 0 47,0 0-47,0 0 0,0 0 0,0 0 0,0 0 0,0 0 16,0 0-16,0 0 0,0 0 0,0 0 0,0 0 0,0 0 0,0 0 0,0 0 0,0 0 0,0 0 0,0 0 0,0 0 0,0 0 0,0 0 0,0 0 0,0 0 15,0 0-15,0 0 0,0 0 0,0 0 0,0 0 0,0 0 16,0 0-16,0 0 15,0 0-15,0 0 0,0 0 0,0 0 0,0 0 0,0 0 0,0 0 16,0 0-16,0 0 0,0 0 0,0 0 0,0 0 0,0 0 0,0 0 16,0 0-16,0 0 0,0 0 0,0 0 0,0 0 0,0 0 15,0 0-15,0 0 0,0 0 0,0 0 0,25 0 0,-25 0 16,0 0-1,0 0-15,0 0 0,25 0 0,-25 0 0,0 0 0,0 0 0,25 0 0,-25 0 0,0 0 47,149 0 31,-124 0-78,-25 0 0,24 0 0,-24 0 16,25 0-16,-25 0 0,25 0 0,-25 0 0,0 0 0,25 0 0,-25 0 0,25 0 0,-25 0 0,0-25 0,24 25 15,-24 0-15,0 0 0,0 0 0,25 0 0,-25 0 0,0 0 0,0 0 16,0 0-16,0 0 0,0 0 0,0 0 0,0 0 0,0 0 0,0 0 0,0 0 0,0 0 0,0 0 0,0 0 0,0 0 16,0 0-16,0 0 0,0 0 0,0 0 0,0 0 0,0 0 0,0 0 0,0 0 0,0 0 0,0 0 0,0 0 0,0 0 0,0 0 0,0 0 15,0 0-15,0 0 0,0 0 0,0 0 0,0 0 0,0 0 16,0 0-16,0 0 62,-25 0-62,25-25 0,0 25 0,0 0 0,-24 0 0,24 0 0,0-24 0,0 24 0,0 0 0,-25 0 0,25-25 0</inkml:trace>
  <inkml:trace contextRef="#ctx0" brushRef="#br0" timeOffset="624999.7479">5904 7417 0,'0'0'16,"0"0"-16,0 0 0,0 0 0,0 0 0,0 0 0,0 0 15,0 0-15,0 0 0,0 0 0,0 0 172,0 0-172,0 0 0,0 0 0,0 0 0,0 0 0,0 0 15,0 0-15,0 0 0,0 0 0,0 0 0,0 0 0,0 0 0,0 0 0,0 0 0,0 0 0,0 0 0,0 0 0,0 0 0,0 0 0,0 0 0,0 0 0,0 0 0,0 0 0,0 0 0,0 0 0,0 24 0,0-24 0,0 0 0,-25 0 16,25 0-16,0 0 0,0 0 0,0 25 16,0-25-16,0 0 0,0 0 15,0 25-15,0-25 0,0 25 0,0-25 0,0 0 0,0 25 16,0-25-16,0 24 0,0-24 0,0 25 0,0 0 0,0-25 15,0 25-15,0-25 0,0 25 0,-25-25 0,25 24 16,0 1-16,0-25 0,0 25 0,0-25 0,0 25 0,0-25 0,0 25 0,0-25 0,0 24 0,0-24 0,0 25 0,0-25 0,0 25 0,0-25 0,0 25 0,0-25 16,0 0-16,0 25 0,0-25 0,0 0 0,0 24 0,0-24 0,0 0 0,0 0 0,0 25 0,0-25 15,0 0-15,0 0 0,0 0 0,0 25 0,0-25 0,0 0 16,0 0-16,0 0 0,0 0 0,0 0 0,0 0 0,0 0 31,0 0-31,0 0 0,0 0 0,0 0 0,0 0 0,0 0 0,0 0 0,0 0 16,0 0-16,0 0 0,0 0 0,0 0 0,0 0 0,0 0 0,0 0 15,0 0-15,0 0 0,0 0 0,0 0 0,0 0 0,0 0 0,0 0 16,0 0-1,0 0-15,0 0 0,0 0 0,0 0 16,0 0-16,0 0 0,0 0 0,25 0 0,-25 0 0,0 0 16,0 0-16,0-25 0,0 25 0,0 0 0,0 0 0,0-25 0,0 25 0,0 0 15</inkml:trace>
  <inkml:trace contextRef="#ctx0" brushRef="#br0" timeOffset="627162.8716">7665 7417 0,'0'0'15,"0"0"-15,0 0 0,0 0 0,0 0 0,0-25 0,0 25 16,0 0-16,0 0 0,-25 0 0,25 0 16,0 0-16,0 0 0,0 0 62,0 0-62,0 0 0,0 0 156,-124 0-156,99 0 0,25 0 0,0 0 0,0 0 0,0 0 0,0 0 0,-25 0 16,25 0-16,0 0 0,0 0 0,0 0 0,0 0 0,0 0 0,-25 0 0,25 0 15,0 0-15,0 0 0,0 25 0,0-25 0,0 0 0,0 0 0,-24 0 0,24 0 0,0 0 0,0 0 0,0 0 0,0 0 0,0 0 0,0 0 0,0 0 0,0 0 0,0 0 16,0 24-16,-25-24 0,25 0 0,0 0 0,0 0 15,0 0-15,0 0 0,0 0 0,0 25 0,0-25 0,0 0 0,0 0 0,0 0 0,-25 25 0,25-25 0,0 0 0,0 0 0,0 25 0,0-25 0,0 0 0,0 0 0,0 0 0,0 25 0,0-25 0,0 0 16,0 0-16,0 0 0,-25 24 0,25-24 0,0 0 0,0 0 16,0 25-16,0-25 15,0 0-15,0 0 0,0 0 0,0 25 0,0-25 16,0 0-16,0 0 0,0 25 0,0-25 0,0 0 0,0 0 0,0 0 15,0 25-15,0-25 0,0 0 0,0 0 16,25 0-16,-25 24 0,0-24 0,0 0 0,0 0 47,0 25-32,0-25-15,0 0 0,0 0 0,0 0 0,0 25 0,0-25 0,0 0 0,0 0 0,0 0 0,0 25 0,25-25 0,-25 0 0,0 0 0,0 0 0,0 25 0,0-25 0,0 0 0,25 0 0,-25 0 0,0 24 0,0-24 0,0 0 0,0 0 0,24 0 0,-24 25 16,0-25-16,0 0 0,0 0 0,25 0 0,-25 0 0,0 0 31,0 0-31,25 25 0,-25-25 0,0 0 0,0 0 0,0 0 0,25 0 16,-25 0-16,0 0 0,0 0 0,25 0 0,-25 0 0,0 25 15,24-25-15,-24 0 0,0 0 0,0 0 0,25 0 0,-25 0 0,0 0 16,25 0-16,-25 0 0,0-25 0,25 25 0,-25 0 0,0 0 16,0 0-1,25 0-15,-25 0 0,0 0 0,24 0 0,-24 0 0,0 0 0,25 0 16,-25-25-16,0 25 0,25 0 0,-25 0 0,0 0 0,25 0 827</inkml:trace>
  <inkml:trace contextRef="#ctx0" brushRef="#br0" timeOffset="628833.9672">7615 7317 0,'0'0'0,"0"0"15,0 0-15,0 0 0,0 0 0,0 0 0,0 0 16,0 0-16,0 0 16,0 0-16,0 0 0,0 0 0,0 0 0,0 0 0,0 0 15,0 0-15,0 0 0,0 0 0,0 0 0,0 0 0,0 0 0,0 0 16,0 0-1,0 0-15,0 0 0,0 0 0,0 0 0,0 0 0,0 0 0,0 0 0,0 0 0,0 0 16,0 0-16,0 0 0,0 0 0,0 0 0,0 0 0,0 0 0,0 0 16,0 0-16,0 0 15,0 0-15,0 0 0,0 0 0,0 0 16,0 0-16,0 0 0,0 0 0,0 0 0,0 0 0,0 0 0,0 0 0,0 0 15,0 0-15,0 0 0,0 0 0,0 0 0,0 0 0,0 0 0,0 0 16,0 0-16,0 0 0,0 0 0,0 0 0,0 0 0,0 0 62,0 0-62,0 0 0,0 0 0,0 0 0,0 0 0,0 0 0,0 0 0,0 0 0,0 0 0,0 0 16,0 0-16,0 0 0,0 0 0,0 0 0,0 0 0,0 0 0,0 0 0,0 0 16,0 0-16,0 0 15,0 0-15,0 25 0,0-25 0,0 0 0,0 0 0,0 0 0,0 0 16,25 0-16,-25 0 0,0 0 0,0 0 0,0 0 0,0 0 0,0 0 0,0 25 0,0-25 0,25 0 0,-25 0 0,0 0 15,0 0-15,0 0 0,0 0 0,0 0 0,0 0 0,24 0 0,-24 25 0,0-25 0,0 0 0,0 0 16,0 0-16,25 0 0,-25 0 0,0 25 0,0-25 0,0 0 16,25 0-1,-25 0-15,0 24 0,0-24 0,0 0 0,0 0 0,25 25 0,-25-25 16,0 0-16,0 0 0,0 0 0,0 25 0,0-25 0,25 0 15,-25 0-15,0 0 0,0 25 0,0-25 0,0 0 0,0 0 0,0 0 16,24 0-16,-24 0 0,0 25 0,0-25 0,0 0 0,0 0 31,0 0-31,0 0 0,0 0 0,0 24 0,0-24 0,0 0 0,0 0 0,0 0 0,0 0 0,0 25 0,0-25 16,0 0-16,0 0 0,0 0 0,0 0 0,0 0 15,0 25-15,0-25 0,0 0 0,0 0 0,0 0 0,0 25 16,0-25-16,0 0 0,0 0 0,0 0 47,0 0-32,0 25 141,-74 74-156,74-99 0,0 0 0,0 0 0,0 0 0,0 0 0,0 0 0,-25 0 0,25 0 0,0 0 0,0 0 0,0 0 0,0 0 0,0 25 0,0-25 0,-25 0 0,25 0 0,0 0 0,0 0 0,0 0 0,0 0 0,-24 0 16,24 0-16,0 0 0,0 0 0,0 0 0,0 24 0,0-24 0,-25 0 0,25 0 0,0 0 0,0 0 0,0 0 0,0 0 0,0 0 0,0 0 0,0 0 0,-25 0 0,25 25 16,0-25-16,0 0 0,0 0 0,0 0 0,0 0 0,0 0 0,0 0 0,0 0 15,0 0-15,-25 0 16,25 25-16,0-25 0,0 0 0,0 0 0,0 0 0,0 0 0,0 0 15,0 0-15,-25 0 16,25 0-16,0 0 0,0 0 0,0 25 0,0-25 0,0 0 0,0 0 16,0 0-16,0 0 0,0 0 0,-24 0 0,24 0 0,0 0 15,0 0-15,0 0 0,0 0 0,0 0 0,0 0 0,0 0 0,0 0 16,0 0-16,0 0 0,0 0 0,0 0 0,0 0 0,0 0 15,0 0-15,0 0 0,0 0 0,0 0 0,0 0 16,0 0-16,0 0 16,0 0-16,0 0 0,0 0 0,0 0 0,-25 0 0,25 0 0,0 0 15,0 0-15,0 0 0,0 0 0,0 0 0,0 0 0,0-25 47,0 25-47,0 0 0,0 0 0,0 0 0,0 0 0,25-25 0,-25 25 16,0 0-16,0 0 15,0-25-15,0 25 0,0 0 0,24 0 0,-24-24 16</inkml:trace>
  <inkml:trace contextRef="#ctx0" brushRef="#br0" timeOffset="630480.0614">7813 7293 0,'0'0'0,"0"0"0,0 0 0,0 0 0,0 0 0,0 0 0,0 0 16,0 0-16,0 0 0,0 0 0,0 0 0,0 0 0,0 0 0,0 0 0,0 0 0,0 0 0,0 0 0,0 0 0,0 0 0,0 0 0,0 0 0,0 0 0,0 0 0,0 0 0,0 0 0,0 0 0,0 0 0,0 0 0,0 0 0,0 0 0,0 0 0,0 0 0,0 0 0,0 0 0,0 0 0,-24 0 15,24 0-15,0 0 0,0 0 16,0 0-16,0 0 0,0 0 0,0 0 0,0 0 0,0 0 0,0 0 0,0 0 15,0 0-15,0 24 0,0-24 0,0 0 0,0 0 0,-25 0 0,25 0 16,0 0-16,0 0 0,0 0 0,0 0 0,0 0 0,0 0 16,0 0-16,0 0 0,0 0 0,0 0 15,0 0-15,0 0 0,0 0 31,0 0-31,0 0 0,-25 0 0,25 25 0,0-25 16,0 0-16,0 0 0,0 0 0,0 0 0,0 0 0,0 0 0,0 0 0,0 0 0,0 0 0,0 0 0,-25 0 0,25 0 0,0 0 0,0 25 16,0-25-16,0 0 0,0 0 0,0 0 0,0 0 0,0 0 0,0 0 15,0 0-15,0 0 0,0 25 0,-25-25 16,25 0-16,0 0 0,0 0 15,0 0-15,0 0 0,0 0 0,0 0 0,0 0 16,0 25-16,0-25 0,-24 0 0,24 0 0,0 0 0,0 0 0,0 24 0,0-24 16,0 0-16,0 0 0,0 0 0,-25 25 0,25-25 15,0 0-15,0 0 0,0 0 0,0 0 0,0 25 0,0-25 0,-25 0 16,25 0-16,0 0 0,0 0 0,0 25 0,0-25 0,0 0 31,0 0-31,-25 0 0,25 25 0,0-25 0,0 0 0,0 0 0,0 24 16,0-24-16,0 0 0,-25 0 0,25 0 0,0 25 0,0-25 0,0 0 15,0 0-15,0 25 0,-24-25 16,24 0-16,0 0 0,0 25 0,0-25 0,0 0 0,0 0 218,-100 173-218,100-173 0,0 0 0,0 25 0,0-25 0,0 0 0,0 0 16,0 0-16,-24 0 0,24 0 0,0 0 0,0 25 0,0-25 0,0 0 0,0 0 0,0 0 0,0 0 0,0 0 0,0 0 0,0 0 0,0 0 0,0 0 0,0 0 0,0 0 0,0 0 0,0 0 15,0 0-15,0 0 0,0 0 0,0 0 0,0 0 0,0 0 0,0 0 0,0 0 0,0 0 0,0 0 0,0 0 0,0 0 0,0 0 0,0 0 0,0 25 0,0-25 0,0 0 0,0 0 0,0 0 0,0 0 16,-25 0-16,25 0 0,0 0 0,0 0 16,0 0-16,0 0 0,0 0 0,0 25 15,0-25-15,0 0 0,0 0 0,0 0 0,0 0 0,0 0 0,0 0 0,-25 0 16,25 0-16,0 0 0,0 24 0,0-24 0,0 0 0,0 0 0,0 0 15,0 0-15,0 0 0,0 0 0,0 0 0,0 0 0,0 0 16,0 0 0,0 0-16,0 0 0,0 25 0,-25-25 0,25 0 0,0 0 0,0 0 15,0 0-15,0 0 0,0 0 0,0 0 0,0 0 0,0 0 16,0 0-16,0 0 0,0 0 0,0 0 0,0 25 0,0-25 0,0 0 0,0 0 31,0 0-31,0 0 0,-25 0 0,25 0 0,0 0 0,0 0 0,0 0 16,0 25-16,0-25 0,0 0 0,0 0 0,0 0 0,0 0 15,0 0-15,0 0 0,0 0 0,0 0 0,0 0 0,0 0 16,0 0-16,0 0 0,0 0 0,0 0 0,0 0 0,0 0 0,0 0 15,0 0 173</inkml:trace>
  <inkml:trace contextRef="#ctx0" brushRef="#br0" timeOffset="633054.2086">8979 7714 0,'0'0'0,"0"0"0,0 0 0,0 0 16,0 0-1,0 0-15,0 0 0,0 0 0,0 0 0,0 0 16,0 0-16,0 0 0,0 0 0,0 0 0,0 0 15,0 0-15,0 0 16,0 0-16,0 0 0,0 0 0,0 0 16,0 0-16,0 0 0,0 0 0,0 0 0,0 0 0,0 0 15,0 0-15,0 0 0,0 0 16,0 0-1,0 0-15,0 0 0,0 0 0,0 0 0,0 0 0,0 0 0,0 0 0,0 0 0,0 0 0,0 0 16,0 0 0,0 0-16,0 0 0,0 0 0,0 0 0,0 0 0,0 0 0,0 0 0,0 0 0,0 25 0,0-25 0,0 0 0,0 0 15,25 0-15,-25 0 0,0 0 0,0 0 0,0 0 0,0 0 0,0 25 0,0-25 0,0 0 0,0 0 0,25 0 0,-25 0 0,0 25 0,0-25 0,0 0 0,0 0 0,0 0 0,25 24 16,-25-24-16,0 0 0,0 0 0,0 25 15,25-25 1,-25 0-16,0 0 0,0 25 0,0-25 0,0 0 0,24 0 16,-24 0-16,0 25 15,0-25-15,0 0 0,0 0 0,0 0 16,0 0-16,0 0 15,0 0-15,0 0 0,25 25 0,-25-25 0,0 0 0,0 0 0,0 0 500</inkml:trace>
  <inkml:trace contextRef="#ctx0" brushRef="#br0" timeOffset="634591.2964">9426 7565 0,'0'0'0,"0"0"0,0 0 0,0 0 0,25 25 0,-25-25 0,0 0 16,0 0-16,0 0 0,0 0 0,0 0 0,0 0 16,0 0-16,0 0 0,0 0 0,0 0 0,0 0 0,0 0 15,0 0-15,0 0 0,0 0 0,0 0 0,0 0 16,0 0-16,0-25 0,0 25 0,0 0 0,0 0 15,0 0 1,0 0-16,0 0 0,0 0 0,0 0 16,0 0-16,0 0 0,0 0 0,0 0 0,0 0 0,0 0 0,0 0 0,0 0 0,0 0 0,0 0 0,0 0 15,0 0-15,0 0 0,0 0 0,0 0 0,0 0 0,0 0 16,0 0 109,0 0-125,0 0 0,0 0 0,0 0 0,0 0 0,0 0 15,0 0-15,0 0 0,0 0 16,0 0-16,0 0 0,0 0 0,0 0 15,0 0-15,0 0 0,0 0 0,0 0 0,0 0 0,0 0 0,0 0 0,0 0 0,0 0 0,0 0 0,0 0 94,0 0-94,0 0 0,0 0 0,0 0 0,0 0 0,0 0 0,0 25 0,-25-25 0,25 0 0,0 0 0,0 0 0,0 0 0,0 0 0,0 0 0,0 0 0,0 0 0,0 25 16,0-25-16,0 0 0,0 0 0,0 0 0,-25 0 0,25 25 0,0-25 0,0 0 0,0 0 0,0 0 0,0 0 0,0 25 0,-25-25 0,25 0 0,0 0 0,0 0 15,0 24-15,0-24 0,0 0 0,0 0 0,-25 0 0,25 0 0,0 25 0,0-25 0,0 0 0,0 0 0,0 25 0,-24-25 0,24 0 16,0 0-16,0 0 0,0 25 0,0-25 0,0 0 0,-25 0 15,25 0-15,0 0 0,0 25 0,0-25 0,0 0 0,0 0 0,0 0 16,0 24-16,0-24 16,0 0-16,0 0 0,0 0 0,-25 0 15,25 0-15,0 25 0,0-25 0,0 0 0,0 0 0,0 0 0,0 0 16,0 0-16,0 25 0,0-25 0,0 0 0,0 0 0,-25 0 0,25 25 0,0-25 15,0 0 1</inkml:trace>
  <inkml:trace contextRef="#ctx0" brushRef="#br0" timeOffset="636537.4078">9674 7590 0,'0'0'0,"0"0"15,0 0-15,0 0 0,0 0 0,0 0 0,0 0 16,0 0-16,0 0 0,0 0 0,0 0 0,0 0 0,0 0 0,0 0 16,0 0-16,0 0 0,0 0 0,0 0 0,0-25 0,0 25 202,0 25-202,0-25 0,0 0 0,0 0 0,0 0 16,0 0-16,0 25 0,0-25 0,0 0 0,0 0 0,0 25 0,0-25 0,0 25 0,0-25 0,0 0 0,0 24 0,0-24 0,0 25 0,0-25 0,0 25 0,0-25 0,25 25 0,-25-25 0,0 0 0,0 25 0,0-25 16,0 24-16,0-24 0,0 0 0,0 25 0,0-25 0,0 25 0,0-25 0,0 0 0,0 0 15,0 25-15,0-25 0,0 0 0,0 0 0,0 0 0,0 25 0,0-25 0,0 0 0,0 0 0,0 0 0,0 0 0,0 0 16,0 24-16,0-24 0,0 0 0,0 0 0,0 0 0,0 0 15,0 0-15,0 0 0,0 0 0,0 0 0,0 0 0,0 0 16,0 0-16,0 0 0,0 0 0,0 0 0,0 0 0,0 0 0,0 0 16,0 0-16,0 0 0,0 0 0,0 0 0,0 0 15,0 0-15,0 0 16,0 0-16,0 0 15,0-24-15,0 24 0,0 0 0,0 0 0,-25 0 0,25 0 0,0 0 16,0-25 0,0 25-16,0 0 0,0 0 0,0 0 0,0 0 0,0-25 0,0 25 0,0 0 0,0 0 15</inkml:trace>
  <inkml:trace contextRef="#ctx0" brushRef="#br0" timeOffset="638206.5033">9699 7317 0,'0'0'16,"0"0"-16,0 0 0,0 0 0,0 0 0,0 0 0,0 0 15,0 0-15,0 0 16,0 0-16,0 0 0,0 0 0,0 0 0,0 0 0,0 0 15,0 0 609,24 25-249</inkml:trace>
  <inkml:trace contextRef="#ctx0" brushRef="#br0" timeOffset="639154.5575">9847 7069 0,'0'0'0,"0"0"0,0 0 0,0 0 0,0 0 16,0 0-16,0 0 0,0 0 0,0 0 15,0 0-15,0 0 0,0 0 0,0 0 16,0 0-16,0 0 0,0 0 0,0 0 0,0 0 0,0 0 0,0 0 15,0 0-15,0 0 0,0 0 0,0 0 0,0 0 0,0 0 16,0 0-16,0 0 0,0 0 0,0 0 0,0 0 0,0 0 16,0 25-1,0-25-15,0 0 0,0 0 0,0 0 0,0 0 0,0 0 16,0 0-16,0 0 0,0 0 0,0 0 0,0 0 15,25 25-15,-25-25 0,0 0 0,0 0 0,0 0 0,0 0 0,0 25 16,0-25-16,0 0 0,25 0 0,-25 0 0,0 25 0,0-25 0,25 0 0,-25 24 16,0-24-16,0 0 0,25 0 0,-25 25 15,0-25-15,24 0 16,-24 0-16,0 25 0,25-25 0,-25 0 15,25 25-15,-25-25 0,0 0 0,0 0 0,25 25 0,-25-25 0,0 0 0,0 0 0,25 0 0,-25 0 0,0 24 0,0-24 0,0 0 0,0 0 0,0 0 0,25 0 0,-25 0 0,0 0 0,0 0 0,0 0 0,0 0 16,0 0-16,0 0 0,0 0 0,0 0 0,0 0 0,0 0 0,0 0 0,0 0 16,0 0-16,0 0 0,0 0 0,0 0 0,0 0 0,0 0 15,0 0-15,0 0 0,0 0 0,0 0 0,0 0 0,0 0 0,0 0 0,0 0 0,0 0 0,0 0 16,0 0-16,0 0 0,-25 0 0,25 0 0,0-24 0,0 24 0,0 0 0,0 0 0,0 0 0,0 0 0,0 0 0</inkml:trace>
  <inkml:trace contextRef="#ctx0" brushRef="#br0" timeOffset="642005.7206">11683 7417 0,'0'0'16,"0"0"-16,0 0 15,0 0-15,0 0 0,0 0 0,0-25 0,0 25 16,0 0-16,0 0 0,0 0 0,0 0 0,0 0 0,0 0 15,0 0-15,0 0 0,0 0 0,0 0 0,0 0 0,25 0 0,-25 0 16,0 0-16,0 0 0,0 0 0,0 0 0,0 0 0,0 0 16,0 0-16,0 0 0,0 0 0,0 0 0,0 0 0,0 0 0,0 0 31,0 0-31,-25 0 0,25 0 0,0 0 0,0 0 0,0 0 0,0 0 15,0 0-15,0 0 0,0 0 0,0 0 0,0 0 0,0 0 0,0 0 16,0 0-16,0 0 0,0 0 0,0 0 0,0 0 0,0 0 0,0 0 16,0 0 77,0 0 63,-174 99-156,174-99 0,0 0 0,0 0 16,-24 0-16,24 0 0,0 0 0,0 25 0,0-25 15,0 0-15,0 0 0,0 0 0,0 0 0,0 25 0,0-25 0,0 0 0,0 0 0,-25 24 0,25-24 16,0 0-16,0 25 0,0-25 0,0 0 16,0 25-16,0-25 0,0 25 15,0-25-15,0 0 0,0 25 0,0-25 0,25 0 0,-25 24 16,0-24-16,0 0 0,0 25 0,0-25 0,0 0 15,0 25-15,0-25 0,0 0 0,0 25 0,0-25 0,0 0 16,24 25-16,-24-25 0,0 24 0,0-24 0,0 0 0,0 0 0,0 25 0,0-25 16,25 0-16,-25 25 0,0-25 0,0 0 0,0 25 0,0-25 0,0 0 0,0 25 0,25-25 0,-25 0 0,0 24 0,0-24 0,0 0 0,0 25 0,0-25 15,25 0-15,-25 25 0,0-25 0,0 0 0,0 0 0,0 25 0,25-25 0,-25 0 0,0 25 0,0-25 0,0 0 0,0 0 0,0 25 16,0-25-16,0 0 0,0 0 0,24 24 0,-24-24 0,0 0 0,0 0 0,0 0 0,0 25 0,0-25 0,0 0 0,0 0 0,0 0 15,0 0-15,0 0 0,0 0 0,0 0 749</inkml:trace>
  <inkml:trace contextRef="#ctx0" brushRef="#br0" timeOffset="644398.8575">11981 7640 0,'0'0'16,"0"0"-16,0 0 0,0 0 0,0 0 0,0 0 0,0 0 0,0 0 0,0 0 0,0 0 0,0 0 0,0 0 15,0 0-15,0 0 0,0 0 0,0 0 0,0 0 0,0 0 0,0 0 0,0 0 0,0 0 0,0 0 0,0 0 0,0 0 0,0 0 0,0 0 16,0 0-16,0 0 0,0 0 0,0 0 0,0 0 0,0 0 0,0 0 0,0 0 0,0 0 16,0 0-16,0 0 0,0 0 0,0 0 0,0-25 0,0 25 0,0 0 0,0 0 0,0 0 15,0 0-15,-25 0 16,25 0-16,0 0 0,0 0 0,0 0 0,0 0 0,0 0 0,0 0 0,0 0 0,0 0 0,0 0 0,0 0 0,0 0 0,0 0 0,0 0 0,0 0 0,0 0 15,0 0-15,0 0 0,0 0 0,0 0 0,0 0 0,0 0 32,-25 0-32,25 0 0,0 0 0,0 0 0,0 0 0,0 0 15,0 0-15,0 0 0,0 0 0,0 0 16,0 0-16,0 0 0,-25 0 0,25 0 0,0 0 0,0 0 0,0 0 0,0 0 15,0 25-15,0-25 0,-25 0 0,25 0 0,0 0 0,0 0 0,0 0 0,0 0 16,0 0 31,0 0-47,0 0 0,-24 25 0,24-25 0,0 0 0,0 0 0,0 0 15,0 0-15,0 0 0,0 0 0,0 0 0,0 24 0,0-24 0,0 0 0,0 0 0,0 0 0,-25 0 16,25 0-16,0 25 0,0-25 0,0 0 0,0 0 0,0 0 0,0 25 0,0-25 16,0 0-16,0 0 0,0 0 0,0 25 0,0-25 0,0 0 0,0 0 15,0 25-15,25-25 0,-25 0 0,0 0 0,0 24 0,0-24 0,0 0 16,0 0-16,0 0 0,0 25 15,0-25-15,0 0 0,0 0 0,0 25 0,24-25 16,-24 0-16,0 0 0,0 0 0,0 25 0,0-25 0,0 0 0,25 0 0,-25 0 0,0 0 16,0 0-16,0 25 0,0-25 0,25 0 0,-25 0 0,0 0 0,0 0 0,0 0 0,0 24 15,0-24-15,0 0 16,25 0-16,-25 0 0,0 0 0,0 0 0,0 0 15,0 0-15,0 0 0,0 0 0,0 25 0,25-25 0,-25 0 16,0 0-16,0 0 0,0 0 0,0 0 0,0 0 0,0 0 0,0 0 16,24 0-16,-24 0 0,0 0 0,0 0 15,0 0 1,0 0-16,0 0 0,0 0 0,0 0 0,25 25 0,-25-25 0,0 0 0,0 0 0,0 0 0,0 0 15,0 0-15,25 0 0,-25 0 0,0 0 0,0 0 0,0 0 0,0 0 234,149-174-218,-149 174 15,-25-24-31,25 24 0,0 0 0,0 0 0,0-25 0,0 25 0,0 0 0,0 0 0,0 0 0,0-25 0,-25 25 0,25 0 0,0 0 0,0 0 0,0-25 0,0 25 0,0 0 0,-25 0 0,25-25 0,0 25 0,0 0 0,0 0 0,0 0 0,0-24 16,0 24-16,0 0 0,-24 0 0,24 0 0,0-25 0,0 25 31,0 0-31,0 0 0,0 0 0,0 0 0,0 0 0,0 0 0,0 0 16,0 0-16,0 0 0,0-25 0,0 25 0,0 0 0,0 0 0,-25 0 0,25 0 0,0 0 0,0 0 0,0 0 15,0-25-15,0 25 0,0 0 0,0 0 0,0 0 0,0 0 0,-25 0 0,25 0 0,0-25 0,0 25 0,0 0 0,0 0 0,0 0 16,0 0-16,0 0 0,0 0 0,0 0 15,0 0 1,0 0-16,-25-24 0,25 24 0,0 0 733</inkml:trace>
  <inkml:trace contextRef="#ctx0" brushRef="#br0" timeOffset="645336.9111">12700 7838 0,'0'0'0,"0"0"15,0 0-15,0 0 0,0 0 0,0 0 0,0 0 0,0 0 63,0 0-63,0 0 46,-25 0 48,25 0-78,0 0-16,0 0 0</inkml:trace>
  <inkml:trace contextRef="#ctx0" brushRef="#br0" timeOffset="645846.9403">12626 8136 0,'0'0'0,"0"0"0,0 0 0,0 0 16,0 0-16,0 0 0,0 0 0,0 0 0,0 0 0,0 0 15,0 0 1,0 0-16,0 0 0,0 0 0,0 0 0,0 0 0,0 0 15,0 0-15,0 0 0,0 0 0,0 0 0,0 25 0,0-25 0,0 0 0,0 0 0,24 0 32,-24 0-32,0 0 0,0 0 0,0 0 0,0 0 0,0 0 0,0 0 0,25 0 15,-25 0-15,0 25 0,0-25 0,0 0 0,0 0 0,0 0 0,0 0 16,0 0-16,0 0 0,25 24 0,-25-24 0,0 0 0,0 0 0,0 0 31,0 25-31,0-25 16,0 0-16,0 0 0,0 0 0,0 25 0,0-25 15,0 0-15,0 0 0,0 0 16,0 25-16,-149 74 140,124-99-140,25-25 0,0 25 0,0 0 0,0 0 0,0 0 16,0 0-16,0-25 0,0 25 0,0 0 0,0 0 0,0 0 0,0 0 0,0-24 0,0 24 0,0 0 0,25 0 0,-25-25 0</inkml:trace>
  <inkml:trace contextRef="#ctx0" brushRef="#br0" timeOffset="648130.0708">13271 7491 0,'0'0'16,"0"0"0,-25 0-16,25 0 0,0 0 0,0 0 0,0 0 0,0 0 0,0-25 15,0 25-15,0 0 0,0 0 0,0 0 0,0 0 0,0 0 0,0 0 63,0 0-63,0 0 0,0 0 0,0 0 0,0 0 0,0 0 0,0 0 0,0 0 0,0 0 0,0 0 0,0 0 0,-25-25 0,25 25 0,0 0 0,0 0 0,0 0 0,0 0 0,0 0 0,0 0 0,0 0 0,0 0 0,0 0 0,0 0 15,0 0 1,0 0-16,0 0 0,0 0 0,0 0 0,0 0 0,0 0 15,0 0-15,0 0 0,0 0 0,-25 0 0,25 0 0,0 0 16,0 0-16,0 0 0,0 0 0,0 0 0,0 0 0,0 0 0,0 25 16,0-25-16,0 0 0,0 0 0,0 0 0,0 0 0,0 0 15,0 0 1,-25 0-16,25 0 0,0 0 0,0 0 0,0 0 0,0 0 0,0 25 0,0-25 15,0 0-15,0 0 0,0 0 0,0 0 0,0 0 0,0 25 0,-25-25 16,25 0-16,0 0 0,0 0 0,0 0 0,0 25 0,0-25 16,0 0-16,0 0 0,0 0 15,0 0-15,0 24 0,0-24 0,0 0 0,0 0 0,0 0 0,0 0 0,0 25 234,75 198-234,-75-223 0,25 0 0,-25 0 0,0 0 0,0 25 0,0-25 0,0 0 0,0 0 0,0 0 0,25 0 0,-25 25 16,0-25-16,0 0 0,0 0 0,0 0 0,0 0 0,0 0 0,0 0 0,24 25 0,-24-25 0,0 0 0,0 0 0,0 0 0,0 0 0,0 0 15,0 0-15,0 0 0,25 0 0,-25 0 0,0 0 16,0 0-16,0 0 0,0 0 0,0 0 0,0 0 0,25 0 0,-25 0 16,0 0-16,0 0 0,0 0 0,0 0 0,0 0 0,25 0 0,-25 0 0,0 0 0,0 0 15,0 0-15,0 0 0,0 0 16,0 0-16,25 0 0,-25 0 0,0 0 0,0 0 0,0 0 0,0 0 0,0 0 0,0 0 0,0 0 0,0 0 0,0 0 0,24 0 0,-24 0 0,0 0 0,0 0 0,0 0 15,0 0-15,0 0 0,0 0 0,0 0 0,0 0 0,0 0 0,0 0 0,0 0 16,0 0-16,0 0 0,25 0 16,-25 0-16,0 0 0,0 0 0,0 0 15,0 0-15,0 0 0,0 0 0,0 0 0,0 0 0,0 0 16,0 0-16,25 0 0,-25 0 0,0 0 0,0 0 15,0 0-15,0 0 0,0 0 0,0 0 0,0 0 16,0 0-16,0 0 0,0 0 0,0 0 0,0 0 0,25-25 16,-25 25-16,0 0 0,0 0 0,0 0 0,0 0 0,0 0 0,0 0 0,25-25 15,-25 25-15,0 0 0,0 0 0,0 0 0,0-25 0,0 25 16,0 0-16,0 0 0,0 0 0,24 0 15,-24-24-15,0 24 0,0 0 16,0 0-16,0 0 0,0 0 0,0 0 0,0-25 0,0 25 0,0 0 16,0 0-16,0 0 0,0 0 0,0-25 0,0 25 0,-24 0 15,24 0-15,0 0 0,0-25 0,0 25 0,0 0 0,0 0 0,0 0 0,0-25 16,0 25-16,0 0 0,0 0 0,-25 0 0,25-24 0,0 24 31,0 0-31,0 0 0,0 0 0,0 0 0,0 0 0,0-25 0,0 25 16,-25 0-16,25 0 0,0 0 0,0-25 0,0 25 15,0 0-15,0 0 0,0 0 0,-25 0 0,25 0 858</inkml:trace>
  <inkml:trace contextRef="#ctx0" brushRef="#br0" timeOffset="649500.1492">14188 7838 0,'0'0'0,"0"0"16,0 0-16,0 0 0,0 0 0,0 0 0,0-25 15,0 25-15,0 0 0,-25 0 0,25 0 0,0 0 0,0 0 0,0 0 16,0 0-16,0 0 16,0 0-16,0 0 0,0 0 0,0 0 0,0 0 0,0 0 826</inkml:trace>
  <inkml:trace contextRef="#ctx0" brushRef="#br0" timeOffset="650420.2019">14163 8086 0,'0'0'16,"0"0"-16,0 0 0,0 0 0,0 0 15,0 0-15,0 0 0,0 0 0,0 0 0,0 0 0,0 0 0,0 0 0,0 0 0,0 0 0,0 0 0,0 0 0,0 0 0,0 0 0,0 0 0,0 0 0,0 0 0,0 0 16,0 0-16,0 0 0,0 0 0,0 0 0,0 0 0,0 0 0,0 0 0,0 0 0,0 0 0,0 0 0,0 0 0,0 25 0,0-25 0,0 0 0,0 0 16,0 0-16,0 0 0,0 0 0,0 0 0,0 25 0,0-25 15,0 0-15,0 0 0,0 0 0,0 25 0,0-25 16,0 0-16,0 25 0,0-25 15,0 0-15,0 0 0,0 24 0,0-24 16,0 0-16,0 25 0,0-25 0,0 0 0,0 25 16,0-25-16,0 0 0,-24 0 0,24 25 0,0-25 0,0 0 0,0 0 0,0 25 15,0-25-15,-25 0 0,25 0 0,0 24 0,0-24 16,-25 0-16,25 0 0,0 0 0,0 0 0,0 0 0,-25 25 15,25-25-15,0 0 0,0 0 0,-25 0 0,25 0 16,0 0-16,0 0 0,0 0 0,-24 0 0,24 0 0,0 0 16,0-25-16,0 25 0,0 0 0,0 0 31,0 0-31,0-24 0,0 24 0,0 0 0,0 0 0</inkml:trace>
  <inkml:trace contextRef="#ctx0" brushRef="#br0" timeOffset="651840.283">14808 7541 0,'0'0'0,"0"0"15,-24 0-15,24 0 0,0 0 0,0 0 0,0 0 16,0 0-16,0 0 0,0 0 0,0 0 0,0 0 0,0 0 15,0 0-15,0 0 0,-25 0 0,25 0 0,0 0 0,0 0 16,0 0-16,0 0 0,0 0 0,0 0 0,0 0 0,0 0 16,0 0-16,0 0 15,-25 0-15,25 0 0,0 0 0,0 0 0,0 0 0,0 24 0,0-24 16,0 0-16,0 0 0,-25 0 0,25 0 0,0 0 0,0 0 15,0 0-15,0 0 0,0 0 0,0 25 0,-25-25 0,25 0 0,0 0 16,0 0 0,0 0-16,0 0 0,0 25 0,0-25 0,0 0 0,0 0 15,0 0-15,0 0 0,-24 25 0,24-25 0,0 0 0,0 0 16,0 25-16,0-25 0,0 0 0,0 0 0,0 24 0,0-24 15,0 0-15,0 0 0,0 25 0,0-25 16,0 0-16,0 0 0,0 25 0,0-25 0,0 0 0,0 0 16,0 0-16,0 25 0,0-25 0,0 0 0,0 0 0,0 25 15,0-25-15,0 0 0,0 0 0,0 24 0,0-24 0,24 0 16,-24 25-16,0-25 0,0 0 0,0 0 0,0 25 0,0-25 0,0 0 15,0 0-15,0 25 0,0-25 0,0 0 0,0 0 0,0 0 16,0 25-16,25-25 0,-25 0 0,0 0 0,0 0 16,0 24-16,0-24 0,0 0 0,0 0 0,0 0 15,0 0-15,0 0 0,25 0 16,-25 25-16,0-25 0,0 0 0,0 0 0,0 0 15,0 0-15,0 0 0,0 0 0,25 25 0,-25-25 0,0 0 16,0 0-16,0 0 0,0 0 0,0 0 0,25 0 0,-25 0 16,0 0-16,0 0 15,0 25-15,0-25 0,0 0 0,0 0 0,24 0 0,-24 0 0,0 0 0,0 0 16,0 0-16,0 0 0,25 0 0,-25 0 0,0 0 0,0 0 0,0 0 0,0 0 15,25 0-15,-25 0 0,0 0 0,0 0 0,0 0 0,25 0 32,-25 0-32,0 0 0,0 0 0,0 0 0,25 0 0,-25 0 0,0 0 0,0 0 0,0 0 15,24 0-15,-24 0 0,0 0 0,0 0 0,0 0 0,25 0 16,-25 0-16,0 0 0,0 0 0,0-25 0,0 25 15,0 0-15,0 0 0,25 0 0,-25 0 0,0 0 0,0 0 0,0 0 16,0-25-16,0 25 0,0 0 0,25 0 0,-25 0 0,0 0 16,0-25-1,0 25-15,0 0 0,0 0 0,0 0 0,25-24 0,-25 24 16,0 0-16,0 0 0,0-25 0,0 25 0,0 0 0,0 0 15,0 0-15,0-25 0,0 25 0,0 0 0,0 0 0,0-25 16,0 25-16,0 0 0,0 0 0,0-25 0,0 25 0,0 0 16,0 0-16,0-24 0,0 24 0,0 0 0,0-25 15,0 25-15,0 0 0,0 0 0,0-25 0,0 25 0,0 0 16,0-25-16,0 25 0,0 0 0,-25 0 0,25-25 0,0 25 15,0 0-15,0 0 0,0-24 0,0 24 0,0 0 0,0 0 16,0 0-16,0 0 16,-25-25-16,25 25 0,0 0 15,0 0-15,0 0 0,0 0 16,-25 0-16,25 0 0,0-25 0,0 25 0,0 0 0,-25 0 0,25 0 0,0 0 0,0 0 0,-24-25 0,24 25 0,0 0 0,0 0 15,-25 0-15,25 0 0,0 0 0,0 0 0,0 0 16,-25 0-16,25 0 0,0 0 0,0 0 0,0 0 16,-25 0-16,25 0 0,0 0 0,0 0 15,0 0-15,0 0 0,-25 0 0,25 0 0,0 0 0,0 0 16,0 0-16,0 0 0,0 0 0,0 0 0,0 0 0,-24 0 15,24 0-15,0 0 0,0 0 0,0 0 0,0 0 0,0 0 16,0 0-16,0 0 0,0 0 0,0 0 0,0 0 0,0 0 16,0 0-16,0 0 0,0 0 0,0 0 0,0 0 0,0 0 15,0 0-15,0 0 0,0 0 0,0 0 0,0 0 0,0 0 16,0 0-1,0 0-15,0 0 0,0 0 0</inkml:trace>
  <inkml:trace contextRef="#ctx0" brushRef="#br0" timeOffset="652315.3103">15528 7789 0,'0'0'0,"0"0"0,0 0 0,0 0 0,0 0 0,-25 0 15,25-25 1,0 25-16,0 0 0,0 0 0,0 0 0,0 0 0,0 0 15,0 0-15,0 0 0,0 0 0,0 0 0,0 0 16,0 0-16,0 0 0,0 0 0,0 0 0,0 0 0,0 0 0,0 0 16,0 0-16,0 0 15,0 0-15,0 0 16,0 0-16,0 0 0,0 0 0,0 0 15,0 0-15,0 0 0,0 0 0,0 0 0,0 25 0,0-25 0,0 0 0,0 0 0,0 0 0,0 0 0,0 0 0,0 24 16</inkml:trace>
  <inkml:trace contextRef="#ctx0" brushRef="#br0" timeOffset="652601.3266">15503 7987 0,'0'0'0,"0"0"15,0 0-15,25 0 0,-25 0 0,0 0 16,0 0-16,0 0 0,0 0 0,0 0 0,0 0 0,25 0 15,-25 25-15,0-25 0,0 0 0,24 0 0,-24 0 0,0 0 16,25 0-16,-25 0 0,0 25 0,25-25 0,-25 0 0,0 0 16,0 0-16,25 25 0,-25-25 0,0 0 0,0 0 0,0 0 15,0 24-15,0-24 0,0 0 16,0 0-16,0 25 0,0-25 0,0 0 0,0 0 0,0 25 0,-25-25 0,25 0 0,0 0 0,-25 25 15,25-25-15,-25 0 0,25 25 0,0-25 0,-24 0 16,24 0-16,0 0 16,-25 24-16,25-24 0,0 0 0,-25 0 15,25 0-15,0 0 0,0 0 16,0 0-16,-25 0 0</inkml:trace>
  <inkml:trace contextRef="#ctx0" brushRef="#br0" timeOffset="653605.384">16024 7565 0,'0'0'0,"0"0"0,0 0 0,0 0 15,0 0-15,0 0 0,0 0 16,0 0-16,0 0 0,-25 0 0,25 0 0,0 0 0,0 0 0,0 0 16,0 0-16,0 0 0,0 0 0,0 0 15,0 0-15,0 0 0,0 0 0,0 0 0,0 0 0,0 0 16,0 0-16,0 0 0,0 0 0,-25 0 0,25 0 0,0 0 15,0 0-15,0 0 0,0 0 0,0 0 0,0 0 0,0 0 0,0 0 16,-25 0-16,25 0 0,0 25 0,0-25 0,0 0 0,0 0 0,0 0 16,-24 0-16,24 25 0,0-25 0,0 0 0,0 0 15,0 0 1,0 25-16,0-25 0,0 0 0,-25 0 0,25 25 0,0-25 15,0 0-15,0 0 0,0 24 0,0-24 0,0 0 0,0 25 16,0-25-16,0 0 0,0 0 0,0 25 0,0-25 0,0 0 16,0 25-16,0-25 0,0 0 0,0 25 0,0-25 15,0 24-15,0-24 0,0 0 0,0 25 0,0-25 0,0 0 16,0 25-16,0-25 0,0 0 0,0 25 0,0-25 0,25 0 15,-25 25-15,0-25 0,0 0 0,0 24 0,0-24 0,0 0 16,0 0-16,24 25 16,-24-25-1,0 0-15,0 25 0,0-25 0,0 0 0,0 0 0,25 25 0,-25-25 0,0 0 0,0 0 0,0 0 0,0 0 0,25 25 0,-25-25 16,0 0-1,0 0-15,0 0 0,0 0 0,25 0 0,-25 0 0,0 0 0,0 0 0,0 0 0,25 0 0,-25 0 0,0 0 16,0 0-16,0 0 0,24 0 0,-24 0 0,0 0 0,0 0 16,0 0-16,25 0 0,-25 0 0,0-25 0,25 25 0,-25 0 15,0 0-15,0 0 0,25-25 0,-25 25 16,0 0-16,25 0 0,-25 0 15,0 0-15,0 0 0,0-25 0,24 25 16,-24 0-16,0 0 0,0 0 0,0 0 0,25-25 0,-25 25 16,0 0-16,0 0 0,0 0 0,0-24 0,0 24 0,0 0 15,25 0-15,-25 0 0,0-25 0,0 25 0,0 0 0,0-25 16,0 25-16,0 0 0,0 0 0,0-25 0,0 25 0,-25 0 15,25-25-15,0 25 0,0 0 0,0-24 0,0 24 0,0 0 16,0-25-16,0 25 0,0 0 0,-25-25 0,25 25 16,0 0-16,0 0 0,0-25 0,0 25 0,0 0 0,-24 0 15,24 0-15,0-25 0,0 25 0,0 0 0,-25 0 0,25-24 16,0 24-16,0 0 0,-25 0 0,25 0 0,0 0 15,0-25-15,-25 25 0,25 0 0,0 0 0,-25 0 0,25 0 16,0-25-16,0 25 0,0 0 16,0 0-16,-24 0 0,24 0 0,0 0 0,0 0 0,0 0 15,0 0-15,0-25 0,0 25 0,0 0 0,0 0 0,0 0 0,0 0 16,0 0-16,0 0 0,0 0 0,0 0 0,0 0 0,0 0 15,0 0-15,0 0 0,0 0 0,0 0 0,0 0 0,0 0 16,-25 0-16,25 25 0,0-25 0,0 0 16,0 0-16,0 0 0,0 0 0,0 0 0,0 0 15,25 25-15,-25-25 0,0 0 16,0 0-16,0 0 0,0 0 0</inkml:trace>
  <inkml:trace contextRef="#ctx0" brushRef="#br0" timeOffset="654099.4123">16446 7441 0,'0'0'16,"0"0"-16,0 0 0,0 0 0,0 0 0,0 0 15,0 0-15,0 0 0,0 0 16,0 0-16,24 0 0,-24 0 0,0 0 0,0 0 0,0 0 0,0 0 0,0 0 0,25 0 15,-25 0-15,0 0 16,0 0-16,25 25 0,-25-25 0,0 0 0,0 0 0,25 25 16,-25-25-16,0 0 0,25 25 0,-25-25 0,0 25 0,24-25 15,-24 0-15,0 24 0,25 1 0,-25-25 0,25 25 16,-25-25-16,0 25 0,0 0 0,25-1 0,-25-24 0,0 25 0,0 0 15,25-25-15,-25 25 0,0 0 0,0-25 0,0 24 16,0-24-16,0 25 0,0-25 0,0 25 0,0-25 0,0 25 16,0-25-16,0 25 0,0-25 0,0 0 0,0 24 0,0-24 15,0 25-15,0-25 0,-25 0 0,25 0 0,0 25 0,0-25 16,-25 0-16,25 25 0,0-25 0,0 0 0,-25 0 15,25 0-15,0 25 16,0-25-16,-25 0 0,25 0 0,0 0 0,0 0 0,-24 25 16,24-25-16,0 0 0,0 0 0,0 0 0,0 0 0,0 0 15,0 0-15,-25-25 0,25 25 0,0 0 0,0 0 0,0 0 16,0 0-16,0 0 0,0 0 0,0 0 0,25-25 0,-25 25 0,0 0 15</inkml:trace>
  <inkml:trace contextRef="#ctx0" brushRef="#br0" timeOffset="654987.4631">17785 7615 0,'0'0'16,"0"0"-16,0 0 0,0 0 0,-25 0 0,25 0 0,0 0 16,0 0-16,0 0 0,0 0 0,0-25 15,0 25-15,0 0 0,0 0 16,-25 0-16,25 0 0,0 0 0,0 0 0,0 0 0,0 0 15,0 0-15,-24 0 0,24 0 0,0 0 0,0 0 0,0 0 16,-25 0-16,25 0 0,0 0 0,-25 0 0,25 0 0,0 0 16,-25 0-16,25 0 0,0 0 0,-25 0 0,25 0 15,-24 0-15,24 0 0,0 0 0,-25 0 0,25 0 0,-25 0 0,25 0 16,0 0-16,-25 0 0,25 0 0,0 0 0,-25 0 0,25 0 15,0 0-15,-25 0 0,25 0 0,0 0 0,-24 25 16,24-25-16,0 0 16,0 0-16,-25 0 0,25 0 0,0 0 0,0 25 0,-25-25 0,25 0 15,0 0-15,0 25 0,0-25 0,0 0 0,-25 0 0,25 24 16,0-24-16,0 0 0,0 25 15,0-25-15,0 25 0,0-25 0,0 0 16,-25 25-16,25-25 0,0 25 0,0-25 0,0 24 0,0-24 0,0 0 16,25 25-16,-25-25 0,0 25 0,0-25 0,0 0 0,0 25 0,0-25 15,0 25-15,0-25 0,25 0 0,-25 24 0,0-24 0,0 0 0,0 0 16,0 25-16,25-25 0,-25 0 0,0 0 0,0 25 15,0-25-15,25 0 0,-25 0 0,0 0 0,0 25 0,24-25 16,-24 0-16,0 0 0,25 0 0,-25 0 0,25 25 0,-25-25 16,25 0-16,-25 0 0,0 0 0,25 0 15,-25 0-15,25 0 0,-1 0 0,-24 0 0,0 0 0,25 0 0,-25 0 16,25 0-16,-25 0 15,25-25-15,-25 25 0,25 0 0,-25 0 0,0 0 16,24 0-16,-24 0 0,25 0 0,-25 0 0,0 0 0,0 0 16,25 0-16,-25 0 0,0 0 0,25 0 0,-25 0 0,0 0 15,0-25-15,0 25 0,25 0 0,-25 0 0,0 0 16,0 0-16,0 0 0,0 0 0,0 0 0,0-25 0,0 25 15,0 0-15,0 0 0,0 0 0,0 0 0,0 0 0,0-25 0,0 25 16,0 0-16,0 0 0,-25 0 0,25 0 0,0-24 0,0 24 0</inkml:trace>
  <inkml:trace contextRef="#ctx0" brushRef="#br0" timeOffset="655327.4826">17363 7764 0,'0'0'15,"0"0"-15,0 0 0,0 0 0,0 0 0,0 0 0,0 0 16,0 0-16,0 0 0,0 0 0,0 0 0,0 0 15,0 0-15,25 0 0,-25 0 0,0 0 0,0 0 0,0 0 16,0 0-16,0 0 0,25 0 0,-25 0 0,0 0 0,0 25 0,0-25 16,25 0-16,-25 0 0,0 0 0,24 0 0,-24 0 15,0 0-15,25 0 0,-25 0 16,0 0-16,25 0 0,-25 0 0,25 0 0,-25 0 0,25 0 15,-25 0-15,25 0 0,-25 0 16,24 0-16,1 0 0,-25 0 0,25 0 0,0 0 0,-25 0 16,25 0-16,-25 0 0,24 0 0,1 0 0,-25 0 0,25 0 15,-25 0-15,25 0 0,-25 0 0,25 0 0,-25-25 0</inkml:trace>
  <inkml:trace contextRef="#ctx0" brushRef="#br0" timeOffset="656193.5321">18852 7516 0,'0'0'0,"0"0"15,0 0-15,0 0 0,0 0 0,-25-25 0,25 25 16,0 0-16,0 0 0,0 0 0,0 0 0,0-25 0,0 25 16,0 0-16,0 0 0,-25 0 0,25 0 0,0-25 15,0 25-15,0 0 0,0 0 0,0 0 0,-25 0 0,25 0 0,0 0 16,0 0-16,0 0 0,-25 0 0,25 0 0,0 0 15,0 0-15,-24 0 16,24 0-16,-25 0 0,25 0 0,0 0 0,-25 0 0,25 25 16,-25-25-16,25 0 0,0 0 0,-25 0 0,25 0 0,-24 0 0,24 0 15,0 25-15,0-25 0,-25 0 0,25 0 0,0 0 0,0 0 16,0 0-16,0 25 0,0-25 0,0 0 0,0 0 0,0 0 15,0 0-15,0 25 0,0-25 0,0 0 0,0 0 16,0 24-16,0-24 0,0 0 0,0 0 0,25 25 0,-25-25 16,0 0-16,0 0 0,0 25 0,24-25 0,-24 0 0,0 25 15,25-25-15,-25 0 0,25 25 0,-25-25 0,0 0 0,25 24 16,-25-24-16,25 0 0,-25 25 0,24-25 0,-24 0 15,25 25 1,-25-25-16,25 0 0,-25 25 0,25-25 0,-25 0 0,25 25 0,-25-25 16,0 0-16,24 0 0,-24 24 0,0-24 0,25 0 0,-25 0 0,0 0 15,0 25-15,0-25 0,25 0 0,-25 0 0,0 25 0,0-25 16,0 0-16,0 0 0,0 0 15,0 0-15,0 25 0,0-25 0,0 0 0,0 0 16,0 0-16,0 0 0,0 25 0,0-25 0,0 0 16,0 0-16,0 0 0,-25 0 0,25 0 0,0 0 0,0 0 15,0 24-15,0-24 0,-25 0 0,25 0 0,0 0 16,0 0-16,-24 0 0,24 0 0,0 0 0,-25 25 0,25-25 15,0 0-15,0 0 0,-25 0 0,25 0 16,0 0-16,-25 0 0,25 0 0,0 0 0,-25 0 0,25 0 16,0 0-16,-24 0 0,24 0 0,0 0 0,0 0 0,-25 0 15,25 0-15,0 0 0,0-25 0,-25 25 0,25 0 0,0 0 0,0 0 16,0-24-16,0 24 0,-25 0 0,25 0 0,0-25 0,0 25 15,0 0-15,0 0 0,0 0 0,0 0 0,0 0 0,0 0 16,0 0-16,0 0 0,0 0 0,0 0 0,0 0 16,0-25-16,0 25 0,0 0 0,0 0 0,0 0 0,0 0 15,0 0-15,0 0 16,0 0-16,0 0 0,0 0 0,0 0 0,0 0 15</inkml:trace>
  <inkml:trace contextRef="#ctx0" brushRef="#br0" timeOffset="658118.6422">2877 9227 0,'0'0'0,"0"0"16,0 0-16,0 0 0,0 25 0,0-25 0,0 0 15,0 0-15,0 0 0,0 0 0,0 0 16,0 0-16,0 0 0,0 0 0,0 0 16,0 0-16,0 0 0,0 0 0,0 0 15,0 0-15,0 0 0,0 0 0,0 0 0,0 0 0,0 0 0,0 0 0,0 0 0,0 0 16,0 0-16,0 0 0,0 0 0,0 0 0,0 0 0,0 0 15,25 0-15,-25 0 0,0 0 0,25 0 0,-25 0 0,0 0 16,25-25-16,-25 25 0,25 0 0,-25 0 0,24 0 0,-24 0 16,25 0-16,-25 0 15,25 0-15,0-24 0,-25 24 0,25 0 0,-25 0 0,0 0 0,24 0 0,-24 0 16,25 0-1,-25 0-15,0 0 0,0-25 0,25 25 0,-25 0 0,0 0 0,0 0 16,0 0-16,0 0 0,0 0 0,0 0 0,0 0 0,0 0 0,0 0 16,-25 0-16,25 0 0,0 0 0,0 0 0,0-25 0,0 25 15</inkml:trace>
  <inkml:trace contextRef="#ctx0" brushRef="#br0" timeOffset="658461.6618">3051 9079 0,'0'-25'0,"0"25"0,0 0 0,0 0 0,0 0 0,0 0 0,-25 0 0,25 0 15,0 0-15,0 0 0,0 0 0,0 0 16,0 0-16,0 0 0,0 0 16,0 0-16,0 0 0,0 0 0,0 0 0,0 0 15,0 0-15,0 0 0,0 0 0,0 0 0,0 0 0,0 0 16,0 25-16,0-25 0,0 0 0,0 0 0,0 24 0,25-24 0,-25 0 15,0 25-15,0-25 0,0 0 0,0 25 0,0-25 0,0 25 0,0-25 16,0 0-16,0 25 0,0-25 0,0 24 0,0-24 0,0 0 16,0 25-1,0-25-15,0 25 0,0-25 0,0 25 0,0-25 0,0 0 16,0 25-16,0-25 0,0 24 0,0-24 0,0 0 0,0 25 0,0-25 15,0 0-15,0 25 0,0-25 0,0 0 0,0 0 0,0 25 16,0-25-16,0 0 0,0 0 0,0 25 0,0-25 0,0 0 16,0 0 15,0 0-31,0 24 0,0-24 0,0 0 0,0 0 0,0 0 0,0 0 0,0-24 0,0 24 0,0 0 0,0 0 0,0 0 0</inkml:trace>
  <inkml:trace contextRef="#ctx0" brushRef="#br0" timeOffset="658896.6867">3299 9004 0,'0'0'0,"0"0"15,-25 0-15,25 0 0,0 0 0,0 0 0,0 0 16,0 0-16,0 0 0,0 0 0,0 0 0,0 0 0,0 0 16,0 0-16,0 0 0,25 0 0,-25 0 0,0 0 0,0 0 0,0 25 15,0-25-15,0 0 0,25 0 0,-25 0 0,0 0 16,0 0-16,25 0 0,-25 25 0,0-25 0,0 0 0,24 0 15,-24 0-15,0 0 0,25 25 0,-25-25 0,0 0 16,25 0-16,-25 0 0,25 24 16,-25-24-16,0 0 0,25 0 0,-25 0 0,24 25 15,-24-25-15,0 0 0,25 0 0,-25 0 0,0 25 0,25-25 16,-25 0-16,0 0 0,25 25 0,-25-25 0,0 0 0,0 0 0,0 25 15,0-25-15,0 0 0,0 0 0,0 24 0,0-24 16,0 25-16,0-25 0,-25 0 16,25 25-16,0-25 0,0 25 0,-25-25 0,25 0 15,0 25-15,-25-25 0,25 24 0,0-24 0,0 0 0,-24 25 16,24-25-16,0 25 0,0-25 0,-25 0 0,25 0 0,0 25 0,0-25 0,0 0 0,0 0 15,0 0-15,0 0 16,0 0-16,0 0 0,0 0 0,0 0 0,0 0 0,0 0 16,0 0-16,25 0 0,-25 0 0,0 0 0,0-25 15,0 25-15,24 0 0,-24 0 0</inkml:trace>
  <inkml:trace contextRef="#ctx0" brushRef="#br0" timeOffset="659654.73">4118 9029 0,'0'0'15,"0"-25"-15,0 25 0,0 0 31,0 0-31,0 0 0,0 0 0,0 0 0,0 0 0,0 0 0,0 0 0,0 0 0,0 0 0,0 0 0,0 0 0,0 0 0,0 0 0,0 0 0,0 0 16,0 0-16,0 0 0,0 25 0,0-25 0,0 0 16,0 0-1,0 0-15,0 25 0,0-25 0,0 0 0,0 0 0,0 25 16,0-25-16,0 0 0,0 24 0,0-24 0,0 25 0,0-25 15,0 0-15,0 25 0,0-25 16,0 25-16,0-25 0,0 0 0,0 25 0,0-25 0,0 0 0,0 24 16,0-24-16,24 0 0,-24 25 0,0-25 0,0 0 0,0 0 0,0 25 0,25-25 15,-25 0-15,0 0 0,0 0 0,0 0 0,0 0 16,25 0-16,-25 0 0,0 0 0,0 0 0,0 0 0,0 0 0,25 0 15,-25 0-15,0 0 0,0 0 0,25 0 16,-25 0-16,0-25 0,0 25 0,24 0 16,-24 0-16,0-25 0,0 25 0,0 0 0,25-24 15,-25 24-15,0 0 0,0-25 0,0 25 0,0 0 0,0-25 16,0 25-16,25-25 0,-25 25 0,0-25 0,0 25 0,0 0 15,0-24-15,0 24 0,0-25 0,0 25 0,0-25 16,0 25-16,0 0 0,0-25 0,0 25 0,0 0 0,0-25 0,0 25 0,0 0 16,0 0-16,0 0 0,0-25 0,0 25 15,0 0-15,0 0 0,0 0 0,0 0 0,0 0 0,0 0 0,0 0 16,0 0-16,0 0 0,0 0 0,0 0 0,0 0 15,0 0-15,0 0 0,0 0 0,0 25 0,0-25 0,0 0 16,0 0-16,0 0 0,0 25 0,0-25 0,0 0 16,25 0-1,-25 25-15,0-25 0,0 0 0,0 25 0,0-25 0,0 0 0,0 25 16,0-25-16,25 24 0,-25-24 0,0 25 0,0-25 0,0 25 15,0-25-15,0 0 0,0 25 0,0-25 16,0 25-16,0-25 0,0 24 0,0-24 0,0 25 0,0-25 16,0 25-16,24-25 0,-24 25 0,0-25 0,0 0 0,0 0 0,0 25 15,0-25-15,0 0 0,0 0 0,0 0 0,0 24 16,0-24-16,0 0 0,0 0 0,0 0 0,0 0 0,0 0 0,0 0 0,0 0 15,0 0-15,0 0 0,0-24 0,0 24 16,0 0-16,0 0 0,0 0 0</inkml:trace>
  <inkml:trace contextRef="#ctx0" brushRef="#br0" timeOffset="660331.7688">5283 9004 0,'0'-25'16,"0"25"-16,0 0 0,-24 0 0,24 0 0,0 0 0,0-25 15,0 25-15,0 0 0,0 0 0,0 0 0,-25 0 0,25-24 0,0 24 16,0 0-16,-25 0 0,25 0 0,0 0 0,0 0 0,0-25 0,-25 25 16,25 0-1,0 0-15,0 0 0,-25 0 0,25 0 16,0 0-16,0 0 0,-24 0 0,24 0 0,0 0 0,-25 25 15,25-25-15,-25 0 0,25 0 0,-25 0 0,25 24 0,0-24 0,-25 0 0,25 25 16,0-25-16,-24 0 0,24 0 0,0 25 16,-25-25-16,25 0 0,0 25 0,0-25 0,-25 0 0,25 25 15,0-25-15,0 0 0,0 25 0,0-25 0,0 0 0,0 24 0,0-24 16,0 25-16,0-25 0,0 0 0,0 25 0,0-25 15,25 25-15,-25-25 0,0 0 0,0 25 0,25-25 0,-25 24 16,0-24-16,0 25 0,24-25 0,-24 25 0,0-25 0,0 0 16,25 25-16,-25-25 0,0 0 0,25 25 0,-25-25 0,0 0 15,25 0-15,-25 24 0,0-24 0,25 0 0,-25 0 16,0 0-16,24 0 0,-24 0 0,0 0 0,0 0 0,25 0 15,-25 0-15,0 0 0,25 0 0,-25 0 0,0 0 0,25 0 16,-25 0-16,0 0 0,25-24 0,-25 24 0,0 0 16,24 0-1,-24 0-15,0-25 0,25 25 0,-25 0 0,0 0 0,0-25 0,0 25 16,0 0-16,0 0 0,0 0 0,0-25 0,0 25 15,0 0-15,0 0 0,0-25 0,-25 25 0</inkml:trace>
  <inkml:trace contextRef="#ctx0" brushRef="#br0" timeOffset="660545.781">5035 9103 0,'0'0'0,"0"0"0,0 0 0,0 0 16,0 0-16,0 0 0,0 0 0,0 0 0,0 0 0,0 0 15,0 0-15,0 0 16,0 0-16,0 0 0,25 0 0,-25 0 0,0 0 0,25 0 0,-25 0 0,25 0 15,-25-24-15,25 24 0,-25 0 0,24 0 0,1 0 0,-25 0 0,25 0 0,0 0 16,-25-25-16,25 25 0,-1 0 0,1 0 0,-25 0 0,25 0 16,0 0-16,-25 0 15,25 0-15,-1 0 0,-24 0 0,25 0 16,0 0-16</inkml:trace>
  <inkml:trace contextRef="#ctx0" brushRef="#br0" timeOffset="661100.8128">6052 8880 0,'0'0'16,"0"0"-16,-24-25 0,24 25 0,0 0 0,0 0 16,0-25-16,0 25 0,0 0 0,-25 0 0,25 0 0,0-24 15,0 24-15,-25 0 0,25 0 0,0 0 0,0 0 0,-25 0 0,25 0 16,0 0-16,0 0 0,-25 0 0,25 0 0,0 0 15,0 0-15,-24 24 0,24-24 0,0 0 16,-25 0-16,25 0 0,0 25 16,0-25-16,-25 0 0,25 0 0,0 25 0,0-25 0,0 0 15,0 25-15,0-25 0,0 0 0,0 0 0,0 25 0,0-25 16,0 24-16,0-24 0,0 0 0,0 25 0,0-25 0,25 0 15,-25 25-15,0-25 0,25 25 0,-25-25 0,0 0 0,24 25 0,-24-25 16,25 25-16,-25-25 0,0 24 0,25-24 0,-25 0 16,25 25-16,-25-25 0,25 25 0,-25-25 0,24 0 0,-24 25 0,0-25 15,25 25-15,-25-25 16,0 0-16,25 24 0,-25-24 0,0 0 0,0 25 15,25-25-15,-25 25 0,0-25 0,0 0 0,0 0 0,0 25 16,0-25-16,0 0 0,0 25 0,-25-25 0,25 0 0,0 24 0,0-24 16,0 0-16,-25 0 0,25 25 0,0-25 0,-25 0 0,25 0 15,0 0-15,-24 0 0,24 25 0,0-25 0,-25 0 0,25 0 31,0 0-31,-25 0 0,25 0 0,0 0 0,-25 0 0,25 0 0,0 0 0,0 0 16,0-25-16,-25 25 0,25 0 0,0 0 0,0 0 0,0 0 16,0 0-16,0-25 0,0 25 0,0 0 0,0 0 0,0 0 15,0-24-15,0 24 0,0 0 0,0 0 0,0 0 0,0-25 16,0 25-16</inkml:trace>
  <inkml:trace contextRef="#ctx0" brushRef="#br0" timeOffset="661460.8334">7317 9227 0,'0'0'15,"0"0"-15,0 0 0,0 0 0,0 0 0,0 0 0,0 0 16,0 0-1,0 0-15,0 0 0,0 0 16,0 0-16,0 0 0,0-24 0,0 24 0,25 0 0,-25 0 0,0 0 0,25 0 0,-25 0 0,25 0 16,-25 0-16,25 0 0,-25 0 0,24 0 0,-24 0 15,25 0-15,-25 0 0,25 0 0,-25 0 0,25 0 0,-25 0 16,25 0-16,-25 0 0,24 0 0,-24 0 0,0 0 0,25 0 15,-25 0-15,0 24 0,0-24 0,0 0 0,0 0 0,0 0 16,0 0-16,0 0 0,0 0 0,0 0 0,0 0 0,-25 25 16,25-25-16</inkml:trace>
  <inkml:trace contextRef="#ctx0" brushRef="#br0" timeOffset="661680.846">7293 9351 0,'0'0'0,"0"0"0,0 0 0,0 0 0,0 0 0,0 0 0,0 0 0,0 0 0,0 0 0,0 0 0,0 0 0,0 0 0,24 0 15,-24 0-15,0 0 0,25 0 16,-25 0-16,25 0 0,-25 0 0,25 0 16,-25 0-16,25 0 0,-1 0 0,-24 0 15,25 0-15,-25 0 0,25 0 0,0 0 0,-25 0 0,25-24 16,-1 24-16,-24 0 0,25 0 0,-25 0 0,25 0 0,-25 0 0,25 0 0,-25 0 0,25 0 0,-25-25 0,0 25 0,24 0 15,-24 0-15,0 0 0,0 0 0,0 0 0,0 0 0</inkml:trace>
  <inkml:trace contextRef="#ctx0" brushRef="#br0" timeOffset="661941.8609">7640 9153 0,'0'0'0,"0"-25"0,0 25 0,0 0 0,0 0 0,0 0 0,0 0 15,25 0-15,-25 0 0,0 0 0,0 0 16,24 0-16,-24 25 0,0-25 15,0 0-15,25 0 0,-25 0 0,25 0 0,-25 25 0,0-25 16,25 0-16,-25 0 0,0 25 0,25-25 0,-25 0 0,0 24 16,0-24-16,0 25 0,0-25 0,24 0 0,-24 25 0,0-25 15,0 25-15,-24-25 0,24 0 0,0 25 0,0-25 0,0 24 0,-25-24 16,25 25-16,0-25 0,-25 25 0,25-25 15,-25 25-15,25-25 0,0 25 0,-25-25 0,25 0 0,-24 24 16,24-24-16,0 0 0,-25 25 0,25-25 0,0 0 16,0 0-16,0 0 0,0 0 0,0 0 0,0 0 15</inkml:trace>
  <inkml:trace contextRef="#ctx0" brushRef="#br0" timeOffset="662618.8996">8632 9079 0,'0'0'16,"0"0"-16,0 0 0,0 0 0,-25 0 0,25-25 0,0 25 16,0 0-16,0 0 0,0 0 0,0 0 0,0 0 15,0 0-15,0 0 0,0 0 0,0 0 0,0 0 0,0 0 0,0 0 0,0 0 16,0 0-16,0 0 0,0 0 0,0 0 15,0 0-15,0 25 0,0-25 0,25 0 0,-25 0 16,0 0-16,0 24 16,0-24-16,0 0 0,0 25 0,0-25 0,0 0 0,0 25 0,0-25 15,0 25-15,0 0 0,0-25 16,0 24-16,0-24 0,0 25 0,25 0 0,-25-25 0,0 25 15,0-25-15,0 25 0,0-1 0,0-24 0,0 25 0,25-25 0,-25 0 0,0 25 16,0-25-16,0 25 0,0-25 0,24 0 0,-24 0 0,0 0 16,0 25-16,0-25 0,0 0 15,0 0-15,25 0 0,-25 0 0,0 0 0,0-25 0,0 25 16,25 0-16,-25 0 0,0 0 0,25-25 0,-25 25 0,0-25 15,0 25-15,25 0 0,-25-25 0,0 25 0,0-24 0,24 24 16,-24-25-16,0 0 0,0 25 0,0-25 0,25 25 0,-25-25 0,0 25 16,0-24-16,0 24 0,0-25 0,0 25 0,0-25 0,25 25 15,-25 0-15,0-25 0,0 25 0,0 0 0,0 0 0,0-25 16,0 25-16,0 0 15,0 0-15,0 0 0,0 0 0,0 0 0,0 0 0,0 0 16,0 0-16,0 0 0,0 0 0,0 0 0,0 0 16,0 0-16,0 0 0,0 0 0,0 0 0,0 25 0,0-25 15,0 0-15,0 0 0,0 25 0,0-25 0,0 0 0,0 25 16,0-25-16,0 25 0,0-25 0,0 24 0,0-24 0,0 25 15,0-25-15,0 25 0,0-25 0,0 25 0,0-25 0,0 25 0,0-25 16,25 24 0,-25-24-16,0 0 0,0 25 0,0-25 0,0 0 0,0 25 15,0-25-15,0 0 0,0 0 0,0 0 0,0 25 0,0-25 0,0 0 0,0 0 0,0 0 16,0 0-16,0 0 0,0 0 0,0 0 0,0 0 15,0 0-15,0 0 0,0 0 0,25 0 0,-25 0 0,0-25 16,0 25-16</inkml:trace>
  <inkml:trace contextRef="#ctx0" brushRef="#br0" timeOffset="663154.9303">9872 8880 0,'0'0'16,"0"0"-16,0-25 15,-25 25-15,25 0 0,0 0 0,0 0 16,0 0-1,-24 0-15,24 0 0,0 0 0,0 0 16,0 0-16,-25 0 0,25 0 0,0 0 0,0 0 0,0 0 0,-25 0 0,25 0 0,0 0 0,0 0 0,-25 0 0,25 0 0,0 25 0,0-25 0,-25 0 16,25 0-16,0 25 0,0-25 0,-24 25 0,24-25 15,0 0-15,0 24 0,-25-24 0,25 25 0,0 0 0,0-25 16,0 25-16,0 0 0,0-25 0,0 25 0,0-1 15,0-24-15,0 25 0,0 0 16,0 0-16,0 0 0,0-25 0,0 24 0,25 1 0,-25 0 16,0-25-16,0 25 0,0 0 0,24-25 0,-24 24 0,0 1 15,0-25-15,25 25 0,-25-25 0,0 25 0,0-25 0,25 25 16,-25-25-16,0 24 0,25-24 0,-25 0 0,0 25 0,0-25 15,25 0-15,-25 0 0,0 0 0,0 25 0,0-25 0,24 0 16,-24 0-16,0 0 0,0 0 0,0 0 0,0 0 0,0 0 16,0 0-1,0 0-15,0 0 0,0 0 0,0 0 0,0 0 16,0 0-16,0 0 0,0 0 0,0 0 0,0 0 0,0 0 0,0 0 0</inkml:trace>
  <inkml:trace contextRef="#ctx0" brushRef="#br0" timeOffset="673193.5044">10294 9103 0,'0'0'0,"0"0"16,0 0-16,0 0 0,0 0 0,0 0 0,0 0 0,0 0 15,0 0-15,0 0 0,0 0 0,0 0 0,0 0 0,0 0 0,0 0 32,0 0-32,0 0 0,0 0 0,0 0 0,0 0 0,0 0 0,0 0 15,0 0-15,0 0 0,0 0 0,0 0 0,0 0 0,0 0 16,0 0-16,0 0 0,-25 0 0,25 0 0,0 0 0,0-24 0,0 24 1061,273 248-1061,-273-248 0,0 0 0,0 0 0,0 0 0,0 0 0,0 0 31,0 0-31,0 0 0,0 0 0,0 0 0,0 0 0,-25 0 15,25 0-15,0 0 0,0 0 16,0 0-16,0 0 0,0 0 0,0 0 0,0 0 16,0 0-16,0 0 0,0 0 0,0 0 15,0 0-15,0 0 0,0 0 0,0 0 0,0 0 16,0 0-16,0 0 0,0 0 31,0 0-31,0 0 0,0 0 16,0 0-16,0 0 0,0 0 0,0 0 0,0 0 0,0 0 15,0 0-15,0 0 0,0 0 0,0 0 16,0 0-16,0 0 0,0 0 0,0 0 0,0 0 0,0 0 0,0 0 62,0 0-46,0 0-16,0 0 0,0 0 0,0 0 0,0 0 15,0 0-15,0 0 0,0 0 16,0 0-16,0 0 0,0 0 31,0 0-31,0 0 0,0 0 0,0-25 0,0 25 0,0 0 0,0 0 0,0 0 0,0 0 16,0 0-16,0 0 0,0 0 0,0 0 0,0 0 0,0 0 0,0 0 15,0 0-15,0 0 0,0 0 16,0 0-16,0 0 0,0 0 0,0 0 0,0 0 0,0 0 0,0 0 16,0 0-16,0 0 15,0 0-15,0 0 0,0 0 0,0 0 0,0 0 0,0 0 0,0 0 16,0 0-16,0 0 0,-25 0 0,25 0 0,0 0 0,0 0 0,0 0 15,0 0-15,0 0 0,0 0 531,-223-174-469,198 149 562,25 273-624,0-223 0,25-25 0,-25 0 0,0 0 0,0 0 0,0 0 0,0 0 0,0 0 0,0 25 0,0-25 0,0 0 0,0 0 0,0 0 0,25 0 0,-25 0 0,0 0 16,0 0-16,0 25 0,0-25 0,0 0 0,0 0 0,0 0 0,0 0 0,25 0 0,-25 0 0,0 0 0,0 0 0,0 25 15,0-25-15,0 0 0,0 0 0,0 0 0,25 0 16,-25 0-16,0 0 0,0 0 0,0 0 0,0 0 0,0 24 0,24-24 0,-24 0 0,0 0 0,0 0 0,0 0 0,0 0 0,0 0 0,0 0 0,25 0 16,-25 0-16,0 0 0,0 0 0,0 0 0,0 25 0,0-25 15,0 0-15,0 0 0,0 0 0,25 0 16,-25 0-1,0 0-15,0 0 0,0 0 32,0 0-32,0 0 0,124 25 592,-99-372-92,-75 49-173,50 298-311,0 0-16,0 0 0,0 0 0,0 0 0,0 0 0,0 0 0,0 0 0,0 0 0,0 0 0,0 0 0,0 0 0,0 0 15,0 0-15,0 0 0,0 0 0,0 0 0,0 0 0,0 0 0,0 0 0,0 0 0,0 0 0,0 0 0,0 0 0,0 0 0,0 0 0,0 0 32,0 0-32,-25 0 15,25 0 1,0 0-16,0 0 0,0 0 0,0 0 0,0 0 0,0 0 0,0 0 0,0 0 0,0 0 0,0 0 0,0 0 0,0 0 0,0 0 0,0 0 0,0 0 0,0 0 0,0 0 0,0 0 0,0 0 0,0 25 0,0-25 0,0 0 0,0 0 0,-24 0 0,24 0 31,0 0-31,0 0 0,0 0 0,0 0 16,0 0-16,0 0 15,0 0-15,-25 0 16</inkml:trace>
  <inkml:trace contextRef="#ctx0" brushRef="#br0" timeOffset="674699.5906">11435 9351 0,'0'0'0,"0"0"0,0 0 0,0 0 0,0 0 0,0 0 0,0 0 0,0 0 0,0 0 0,0 0 0,0 0 0,0 0 0,0 0 0,0 0 0,25 0 0,-25 0 0,0 0 0,0-24 0,0 24 0,0 0 0,0 0 0,25 0 0,-25 0 0,0 0 0,0 0 0,0 0 0,0 0 0,0-25 0,0 25 15,0 0-15,0 0 0,0 0 0,0 0 0,0 0 16,0 0-16,0 0 0,0 0 0,0 0 15,0 0-15,0 0 0,0 0 0,0 0 0,0 0 0,-25 0 0,25 0 0,0 0 0,0 0 0,0 0 0,0 0 0,0 0 16,0 0-16,0 0 0,0 0 0,0 0 0,0 0 0,0 0 0,0 0 0,0 0 16,0 0-16,0 0 0,0 0 0,0 0 0,0 0 0,0 0 15,0 0-15,0 0 0,0 0 16,0 0-16,0 0 0,0 0 15,0 0-15,0 0 0,0 0 0,0 0 0,0 0 0,0 0 47,0 0-47,0 0 0,0 0 0,0 0 0,0 0 0,0 0 16,0 0-16,0 0 15,0 0-15,0 25 0,0-25 0,0 0 0,0 0 0</inkml:trace>
  <inkml:trace contextRef="#ctx0" brushRef="#br0" timeOffset="675278.6237">11584 9748 0,'0'0'0,"0"0"16,0 0-16,0 0 0,0 0 0,0 0 0,0 0 15,0 0-15,0 0 0,0 0 0,0 0 0,0 0 0,0 0 0,0 0 16,0 0-16,0 0 0,0 0 0,0 0 0,0 0 0,0 0 16,0 0-16,0 0 0,0 0 0,0 0 140,25 50-140,-25-50 16,24 0-16,-24 0 0,0 25 0,0-25 0,0 0 0,0 0 0,0 0 15,0 24-15,0-24 0,0 0 0,0 25 0,25-25 0,-25 0 0,0 25 0,0-25 0,0 0 0,0 0 16,0 25-16,-25-25 0,25 0 0,0 25 0,0-25 0,0 24 0,0-24 0,0 0 0,-24 0 0,24 25 0,0-25 0,0 0 0,0 25 0,-25-25 0,25 0 0,0 25 0,-25-25 0,25 0 0,0 0 0,0 25 0,0-25 0,-25 0 0,25 0 0,0 0 0,0 0 0,-25 0 0,25 0 0,0 25 0,0-25 15,0 0 48,0 0-63,0 0 0,0 0 0,0 0 0,0 0 0,0 0 0,0 0 0,0 0 0,0 0 0,0 0 0,0 0 0,0-25 0,0 25 0,0 0 0,0 0 15,0 0-15,0 0 0,0 0 0,0 0 0,0 0 0,-24 0 0,24 0 0,0 0 0,0 0 0,0 0 0,0 0 0,0 0 0,0-25 16,0 25-16,0 0 0,0 0 0,0 0 0,0 0 16,24 0-16,-24 0 0,0 0 0,0-25 0,0 25 0,0 0 0,0 0 15,0 0-15</inkml:trace>
  <inkml:trace contextRef="#ctx0" brushRef="#br0" timeOffset="678056.7825">12378 8979 0,'0'0'0,"0"0"0,0 0 0,0 0 0,0 0 0,0 0 0,0 25 0,-25-25 0,25 0 0,0 0 0,0 0 16,0 0-16,0 0 0,0 0 0,0 0 0,0 0 0,0 0 0,0 0 78,0 0-78,0 0 15,-25 0-15,25 0 0,0 0 0,0 0 0,0 0 0,0 0 0,0 0 0,0 0 0,0 0 16,0 0-16,0 0 0,0 0 0,0 0 0,0 0 0,0 0 0,0 0 0,0 0 0,0 0 0,0 0 0,0 0 0,0 0 0,0 0 0,0 0 0,0 0 0,0 0 0,0 0 0,0 0 0,0 0 0,0 0 0,0 0 0,0 0 15,0 0 1,0 0-16,0 0 0,-25 0 0,25 0 0,25 0 0,-25 0 0,0 0 0,0-25 16,0 25-16,0 0 0,0 0 0,0 0 0,0 0 0,0 0 0,0 0 0,0 0 0,0 0 0,0 0 0,0 0 0,0 0 0,0 0 0,0-25 15,0 25-15,0 0 0,0 0 16,25 0-1,-25 0 1,0 0-16,0 0 0,0-24 0,0 24 0,25 0 0,-25 0 0,0 0 0,24 0 390,26 322-374,-50-347-16,0 25 0,0 0 0,0 0 0,0 0 0,0 0 0,0 0 15,0 0-15,25 0 0,-25 0 0,0 0 0,0-24 0,0 24 0,0 0 0,0 0 0,0 0 0,25 0 0,-25 0 16,24 0 15,-24 0-31,0 0 0,25 0 0,-25 0 0,0 0 0,0 0 0,0 0 0,25 0 0,-25 0 0,0 0 0,0 0 16,0 0-16,0 24 0,25-24 0,-25 0 0,0 0 15,0 0-15,0 0 0,0 0 0,0 0 0,0 25 0,25-25 0,-25 0 16,0 0-16,0 0 0,0 0 0,0 0 0,0 25 16,0-25-16,0 0 0,0 0 0,0 0 0,24 0 0,-24 25 31,0-25-31,0 0 0,0 0 0,0 0 0,0 25 0,0-25 0,0 0 15,0 0-15,0 24 0,0-24 0,0 0 0,0 0 0,0 25 0,0-25 0,0 0 0,0 0 0,0 0 0,0 25 0,0-25 0,0 0 0,0 0 0,0 0 0,0 25 0,0-25 0,0 0 0,0 0 0,0 0 0,0 25 0,0-25 16,0 0-16,0 0 0,0 0 0,0 24 0,0-24 0,0 0 0,0 0 0,0 0 0,0 25 0,-24-25 0,24 0 0,0 0 16,0 0-16,0 25 15,0-25-15,0 0 0,0 0 0,-25 0 0,-25 50 141,50-50-141,0 0 0,-25 0 0,25 0 0,0 0 0,0 0 0,0 0 0,-24 0 0,24 0 0,0 0 0,0 0 0,0-25 15,0 25-15,0 0 0,0 0 0,-25 0 0,25 0 0,0 0 0,0 0 0,0 0 0,0 0 0,0 0 16,0 0-16,0 0 0,0 0 0,0 0 0,0 0 0,-25 0 0,25 0 0,0 0 0,0 0 15,0 0-15,0 0 0,0 0 0,0 0 0,0 0 0,0 0 0,0 0 0,0 0 0,0 0 0,0 0 0,0 0 0,0-25 0,0 25 0,0 0 0,0 0 0,0 0 0,0 0 0,0 0 0,0 0 0,0 0 0,0 0 16,0 0-16,0 0 0,0 0 0,0 0 0,0 0 0,0 0 16,0 0-16,0 0 15,0 0-15,0 0 0,0 0 0,0 0 0,0-25 0,25 25 16,-25 0-16,0 0 0,0 0 0,0 0 0,25 0 0,-25 0 0,0-25 15,0 25-15,24 0 0</inkml:trace>
  <inkml:trace contextRef="#ctx0" brushRef="#br0" timeOffset="680896.9451">12998 9004 0,'0'0'16,"-25"0"-16,25 0 0,-25 0 31,25 0 16,-99 124-1,99-124-46,0 25 0,0-25 0,0 0 0,0 25 16,0-25-16,0 0 0,0 0 0,0 0 0,0 25 0,0-25 0,0 0 0,0 0 31,0 24-15,0-24-1,0 50-15,0-50 0,25 0 0,-25 0 0,0 0 0,0 25 0,0-25 0,0 0 0,0 0 0,0 0 0,0 0 0,0 25 0,0-25 0,24 0 0,-24 0 0,0 0 0,0 0 0,0 0 0,0 0 0,0 24 16,0-24-16,25 0 0,-25 0 0,0 0 0,0 0 0,0 0 0,0 0 0,25 0 0,-25 25 0,0-25 0,0 0 0,0 0 0,0 0 0,25 0 0,-25 0 16,0 0-16,0 0 0,0 0 0,0 0 0,0 0 0,0 0 0,25 0 0,-25 0 0,0 0 0,0 0 0,0 25 0,0-25 15,0 0-15,0 0 16,0 0-16,0 0 0,0 0 0,0 0 0,0 0 15,0 0-15,24 0 0,-24 0 0,0 0 0,0 0 0,0 0 16,0 0-16,0 0 0,0 0 0,0 0 0,0 0 0,0 0 0,0 0 16,0 0-16,0 0 0,0 0 0,0 0 15,0 0-15,0 0 0,0 0 16,0 0-16,0 0 0,100-50 203,-100 26-203,0 24 0,0 0 15,0 0-15,0 0 0,0 0 0,0-25 0,0 25 0,0 0 0,0 0 0,0 0 0,0-25 0,0 25 0,0 0 0,0 0 16,0 0-16,0-25 0,0 25 0,0 0 0,0 0 0,0 0 0,0 0 0,0-25 0,0 25 0,0 0 0,-25 0 0,25 0 0,0 0 0,0 0 0,0-24 0,0 24 0,0 0 0,0 0 0,0 0 0,0 0 0,0 0 0,0 0 0,0-25 15,0 25-15,0 0 0,0 0 0,0 0 16,0 0-16,0 0 0,0 0 0,0 0 0,0 0 0,0-25 0,0 25 0,0 0 16,0 0-16,0 0 0,0 0 0,0 0 15,0 0-15,0 0 0,0 0 0,0-25 0,0 25 16,0 0-16,0 0 0,0 0 0,0 0 15,0 0-15,0 0 0,0 0 0,0 0 0,0 0 0,0 0 16,0 0-16,0-25 0,0 25 0,0 0 0,0 0 0,0 0 0,0 0 16,0 0-16,0 0 0,0 0 0,0 0 0,0 0 0,0 0 0,0 0 0,0 0 0,0 0 0,0 0 15,0 0-15,0 0 0,0 0 0,0 0 0,0 0 16,0 0-1,0 0-15,0 0 0,0 0 0,0 0 0,0 0 0,0 0 16,0 0-16,0 0 0,0 0 0,0 0 0,0 0 0,0 0 0,0 0 16,0 0-16,0 0 0,0 0 0,0 0 0,0 0 0,0 0 15,0 0-15,0 0 0,0 0 0,0 0 0,0 0 0,0 0 0,0 0 16,0 0-16,0 0 15,0 0-15,0 0 0,0 0 0,0 0 0,0 0 0,0 0 16,0 0-16,0 0 0,0 0 0,0 0 0,0 0 0,0 0 0,0 0 16,0 0-16,0 0 0,0 0 0,0 0 0,0 0 0,0 0 15,0 0-15,0 0 0,0 0 0,0 0 0,0 0 0,0 0 16,0 0-1,0 0-15,0 0 0,0 0 0,0 0 0,0 0 0,0 0 0,347 496 874,-347-496-874,0-24 0,0 24 0,25 0 0,-25 0 16,0-25-1,0-25 1,25 50-16,-25 0 0,0-25 0,0 25 0,0 0 0,0 0 0,-25-24 0,25 24 0,0 0 0,0 0 0,0 0 0,0-25 0,0 25 0,0 0 15,0 0-15,-25 0 0,25 0 0,0-25 0,-25 25 0,25 0 0,0 0 0,0 0 0,-24 0 0,24 0 0,0 0 0,-25-25 0</inkml:trace>
  <inkml:trace contextRef="#ctx0" brushRef="#br0" timeOffset="682537.0389">14238 9351 0,'0'0'0,"0"0"0,0 0 0,0 0 0,0 0 0,0-24 0,0 24 0,0 0 0,0 0 0,0 0 0,0 0 0,0 0 0,0 0 0,0 0 0,0 0 0,0 0 0,0 0 0,0 0 0,0 0 0,0 0 0,0 0 0,0 0 0,0 0 0,-25 0 0,25 0 0,0 0 0,0 0 15,0 24-15,0-24 0,0 0 0,0 0 0,0 0 0,0 0 16,0 0-16,0 0 0,0 0 0,0 0 0,0 25 0,0-25 0,0 0 0,0 0 0,0 0 0,0 0 0,0 0 16,0 0-16,0 0 0,0 0 0,0 25 0,0-25 0,0 0 0,0 0 15,0 0 1,0 0-16,0 0 0,0 0 15,0 0-15,0 0 0,0 0 0,0 0 0,0 0 0,0 0 0,0 0 0,0 0 16,0 0-16,25 0 0,-25-25 0,0 25 0,0 0 0,0 0 0,0 0 0,0 0 0,0 0 0,0 0 0,0 0 16,0 0-16,0 0 15,0-25-15,0 25 0,0 0 0,0 0 0,0 0 16,0 0-16,0 0 0,0 0 0,0 0 0,0 0 0,0 0 0,0 0 15,0-24-15,0 24 0,0 0 16,0 0-16,0 0 0,0 0 0,0 0 16,0 0-16,0 0 0,0 0 0,0 0 15,0 0-15,-25 0 0,25 0 0,0 0 0,0 0 0,0 0 0,0 0 0,0 0 0,0 0 0,0 0 16,0 0-16,0 0 0,0 0 0,0 24 0,0-24 0,0 0 0,0 0 15,0 0-15,0 0 0,0 0 0</inkml:trace>
  <inkml:trace contextRef="#ctx0" brushRef="#br0" timeOffset="684328.1413">14263 9748 0,'0'0'0,"0"0"16,0 0-16,0 0 0,0 0 0,0 0 0,0 0 0,0 0 15,0 0 235,-25 323-250,25-323 0,-25 0 0,25 0 0,-25 25 16,0-25-16,25 0 0,0 0 0,-24 24 15,24-24-15,0 0 0,-25-24 16,25 24-16,0 0 0,0 0 0,0-25 0,0 25 0</inkml:trace>
  <inkml:trace contextRef="#ctx0" brushRef="#br0" timeOffset="686496.2653">15701 9227 0,'0'0'0,"0"0"62,0-24 63,0 24-125,0-25 0,0 25 0,0 0 0,-24 0 0,24 0 0,0 0 0,0 0 0,0 0 15,0 0-15,0 0 16,0 0-16,-25-25 0,25 25 0,0 0 0,0 0 0,0 0 16,0 0-1,0 0-15,0 0 0,0 0 0,-25 0 0,25 0 0,0 0 0,0 0 0,0 0 0,0 0 0,0 0 0,-25-25 0,25 25 0,0 0 0,0 0 31,0 0-31,-25 0 0,25 0 0,0 0 0,0 0 0,0 0 0,0 0 0,-24 0 0,24 0 0,0 0 0,0 0 0,0 0 0,-25 0 0,25 0 0,0 0 0,0 0 0,0 0 16,-25 0-16,25 0 0,0 0 16,0 0-16,-25 0 0,25 0 0,0 0 0,0 0 0,0 0 0,-25 0 0,25 0 0,0 0 0,0 0 0,0 0 0,-24 0 0,24 0 0,0 0 0,0 0 0,0 0 0,0 0 0,-25 0 15,25 0-15,0 0 0,0 25 0,0-25 0,0 0 16,-25 0-16,25 0 0,0 0 0,0 0 0,0 0 15,0 25-15,0-25 0,-25 0 0,25 0 0,0 0 0,0 0 0,0 25 16,0-25-16,0 0 0,0 0 0,-25 0 0,25 24 0,0-24 0,0 0 16,0 0-16,0 25 0,0-25 0,0 0 0,0 0 0,0 25 0,0-25 0,0 0 171,75 174-171,-75-150 0,0-24 0,25 0 0,-25 0 63,99 50-63,-74-50 0,-25 0 0,0 0 0,0 0 0,24 0 0,-24 0 0,0 0 0,0 0 0,0 0 0,25-25 0,-25 25 15,0 0-15,0 0 0,0 0 0,25 0 0,-25 0 0,0 0 0,0-25 0,0 25 0,0 0 0,25 0 0,-25 0 0,0-24 0,0 24 0,0 0 16,0 0-16,0 0 0,25-25 0,-25 25 0,0 0 0,0 0 0,0-25 0,0 25 0,0 0 0,0 0 0,0 0 15,0-25 1,24 25-16,-24 0 0,0 0 0,0-25 0,0 25 0,0 0 0,0 0 0,0 0 0,0 0 0,0-24 0,0 24 0,0 0 0,0 0 0,0 0 0,0 0 0,0 0 0,25-25 0,-25 25 0,0 0 920</inkml:trace>
  <inkml:trace contextRef="#ctx0" brushRef="#br0" timeOffset="687696.334">15850 9599 0,'0'0'0,"0"0"0,0 0 16,25 0-16,-25 0 0,0 0 0,25 0 0,0-24 31,-25 24-31,0 0 0,0 0 0,0-25 0,0 25 0,24 0 0,-24 0 15,0 0-15,0 0 0,0 0 0,0 0 0,0 0 0,0-25 0,0 25 16,0 0-16,0 0 0,25 0 0,-25 0 0,0 0 0,0 0 0,0 0 234</inkml:trace>
  <inkml:trace contextRef="#ctx0" brushRef="#br0" timeOffset="688576.3842">15825 9550 0,'0'25'0,"0"-25"0,0 0 0,0 0 0,0 0 0,0 24 16,0-24-16,0 0 0,0 0 16,0 0-16,0 25 0,25-25 0,-25 0 0,0 0 15,0 0-15,0 0 0,0 0 0,0 0 16,0 0-16,0 0 0,25 0 15,-25 0-15,0 0 0,0 0 0,25 0 0,-25-25 16,25 25-16,-25-24 0,0 24 0,0 0 0,0-25 16</inkml:trace>
  <inkml:trace contextRef="#ctx0" brushRef="#br0" timeOffset="690881.5161">15801 9302 0,'0'0'16,"0"0"-16,0 0 0,0 0 0,24 0 0,-24 0 16,0 0-16,0 0 0,0-25 0,0 25 0,0 0 31,0 0-31,0 0 0,0 0 0,0 0 0,0 0 0,0 0 15,0 0-15,0 0 0,0 0 0,0 0 16,0 0-16,0 0 0,0 0 0,0 0 16,0 0-16,-49 25 202,24-25-170,25 0-32,0 0 46,0-25-46,0 25 16,0 0 0,0 0-1,0 0-15,0 0 16,0 0-1,0 0 1,0 0 0,0 0 15,0 25-31</inkml:trace>
  <inkml:trace contextRef="#ctx0" brushRef="#br0" timeOffset="691580.5561">15801 9575 0,'0'0'484</inkml:trace>
  <inkml:trace contextRef="#ctx0" brushRef="#br0" timeOffset="695953.8063">16743 9426 0,'0'0'15,"0"0"-15,0 0 0,0-25 0,0 25 16,0 0 0,0 0-16,0 0 0,0 0 15,0 0-15,0 0 0,0 0 16,0 0-16,0 0 0,0 0 15,0 0-15,0 0 0,0 0 0,0-25 172,0 50-172,0-25 0,0 0 16,0 0-16,0 0 0,0 0 0,0 0 15,0 0-15,0 0 0,0 0 0,0 0 0,0 0 16,0 0-16,0 0 0,0 0 0,0 0 15,25 0-15,-25 0 0,0 0 0,0 0 16,0 0-16,0 0 0,0 0 0,0 0 16,0 0-16,0 0 0,0 0 0,0 0 15,0 0-15,0 0 16,0 0-16,0 0 0,0 0 15,0 0-15,0 0 0,0 0 16,0 0-16,0-25 0,-25 25 47,25 25-47,0-25 0,0 0 0,0 0 0,0 0 15,0 0-15,0 0 0,0 0 0,0 0 16,0 0-16,0 0 0,0 0 0,0 0 0,25 0 16,-25 0-16,0 0 0,0 0 452</inkml:trace>
  <inkml:trace contextRef="#ctx0" brushRef="#br0" timeOffset="696861.8582">16619 10170 0,'0'0'0,"0"0"0,0 0 0,0 0 0,0 0 0,0 0 0,0 0 0,0 0 0,0-25 0,0 25 0,25 0 0,-25 0 0,0 0 0,0 0 0,0 0 0,0-25 0,0 25 0</inkml:trace>
  <inkml:trace contextRef="#ctx0" brushRef="#br0" timeOffset="700464.0642">17711 9500 0,'0'0'0,"0"0"16,0 25-16,24 0 15,1-25 1,-25 0-1,0 0-15,25 25 16,25-25 1310</inkml:trace>
  <inkml:trace contextRef="#ctx0" brushRef="#br0" timeOffset="702579.1851">17611 9054 0,'0'0'0,"0"0"15,0 0-15,0 0 0,0 0 0,0 0 16,0 0-16,0 0 0,0 0 0,0 0 109,-24 0-31,24 0-78,0 0 0,0 0 0,0-25 16,0 25-16,0 0 0,-25 0 15,25 0-15,0 0 0,0 0 0,0 0 16,-25 0-16,25 0 0,0 0 16,0 0-16,-25 0 0,25 0 0,0 0 15,0 0-15,0 0 0,-25 0 0,25 0 16,0 0-16,0 0 0,0 0 0,0 0 0,0 0 15,-25 0-15,25 0 0,0 0 0,-24 0 16,24 0-16,0 0 16,0 0-16,0 0 0,0 0 15,0 0-15,0 25 0,-25-25 0,25 0 16,0 0-16,0 0 0,0 0 0,0 0 0,-50 74 47,50-74-32,0 0-15,0 0 0,0 25 0,0-25 0,0 0 0,0 0 16,0 0-16,0 0 15,-25 25-15,25-25 0,0 0 16,0 25-16,0-25 0,0 0 0,0 0 0,0 0 16,0 24-16,0-24 0,0 0 0,0 0 0,0 0 842</inkml:trace>
  <inkml:trace contextRef="#ctx0" brushRef="#br0" timeOffset="704143.2746">17686 9178 0,'0'0'15,"0"0"-15,0 0 0,0 0 0,0 0 0,0 0 0,0 0 16,0 0-16,0 0 0,0 0 0,0 0 0,0 0 0,0 0 0,0 0 78,0 0 31,0 0-109,0 0 0,0 0 0,0 0 0,0 0 16,0 0-16,0 0 0,0 0 0,0-25 0,0 25 15,0 0-15,0 0 0,0 0 0,0 0 0,0 0 0,0 0 0,0 0 0,0 0 0,0 0 0,0 0 0,0 0 0,0 0 0,0 0 0,0 0 0,0 0 0,0 0 0,0 0 0,0 0 0,0 0 0,0 0 0,0 0 16,0 0-16,0 0 0,-25 0 0,25 0 15,0 0-15,0 0 0,0-25 0,0 25 0,0 0 0,0 0 0,0 0 0,0 0 0,0 0 0,0 0 0,0 0 0,0 0 0,0 0 0,0 0 0,0 0 16,0 0-16,0 0 0,0 0 0,0 0 0,0 0 0,0 0 0,0 0 0,0 0 0,0 0 16,0 0-16,0 0 0,-25-25 0,25 25 0,0 0 0,0 0 15,0 0-15,0 0 0,0 0 0,0 0 0,0 0 0,0 0 16,0 0-1,0 0-15,0 0 0,0 0 0,0 0 0,-25 0 0,25 0 16,0 0-16,0 0 0,0 0 0,0 0 0,0 0 0,0 0 0,-24 0 16,24 0-16,0 0 0,0 0 0,0-24 0,0 24 0,0 0 15,0 0-15,0 0 0,0 0 0,0 0 0,-25 0 0,25 0 0,0 0 16,0 0-16,0 0 0,0 0 15,0 0-15,0 0 0,0 0 0,0 0 0,0 0 0,0 0 0,0 0 16,0 0-16,-25 0 0,25 0 0,0 0 0,0 0 593,25 669-312,-50-718-266,0 24-15,25 25 0,0 0 0,0-25 0,0 25 0,0 0 0,0-25 0,-25 25 0</inkml:trace>
  <inkml:trace contextRef="#ctx0" brushRef="#br0" timeOffset="706577.4139">17611 9227 0,'0'0'0,"0"0"0,-24 0 15,24 0-15,0 0 0,0 0 0,0 0 0,0 0 0,0 0 0,0 0 16,0 0-16,0 0 0,0-24 0,0 24 0,0 0 0,0 0 0,-25 0 0,25 0 15,0 0-15,0 0 0,0 0 16,0 0-16,0 0 0,0 0 0,0 0 0,0 0 0,-25-25 0,25 25 16,0 0-16,0 0 0,0 0 0,0 0 0,0 0 15,0 0-15,0 0 0,0 0 0,0 0 0,0 0 0,-25 0 0,25 0 0,0-25 0,0 25 0,0 0 0,0 0 0,0 0 0,0 0 0,0 0 0,0 0 0,0 0 0,0 0 16,0 0-16,-25 0 0,25 0 0,0 0 0,0 0 0,0 0 0,0 0 0,0 0 0,0 0 0,0 0 0,0 0 0,-25 0 0,25 0 15,0 0-15,0 0 0,0 0 0,0 0 0,0 0 0,0 0 0,0 0 0,0 0 16,-24 0-16,24 25 0,0-25 0,0 0 0,0 0 0,0 0 0,0 0 0,0 0 0,0 0 16,0 0-16,0 0 0,-25 0 0,25 0 0,0 0 0,0 0 15,0 0-15,0 0 0,0 0 0,0 0 16,0 0-16,0 0 0,-25 0 15,25 25-15,0-25 0,0 0 0,0 0 0,0 0 0,0 0 16,0 0-16,0 0 0,0 0 0,0 0 0,0 0 0,0 0 0,0 0 16,0 0-16,-25 0 0,25 24 0,0-24 0,0 0 0,0 0 15,0 0-15,0 0 0,0 0 0,0 0 0,0 0 0,0 0 16,0 0-16,0 0 0,0 0 0,0 25 0,0-25 0,0 0 15,0 0-15,0 0 16,0 0-16,0 0 0,0 25 0,0-25 0,0 0 203,-25 174-203,25-174 0,0 0 0,25 0 0,-25 0 0,0 0 0,0 24 0,0-24 0,0 0 0,0 0 0,0 0 15,0 0-15,0 25 0,0-25 0,0 0 0,0 0 0,25 0 16,-25 25-16,0-25 0,0 0 0,0 0 16,0 0-16,0 0 0,0 25 15,0-25-15,25 0 0,-25 0 0,0 0 0,0 25 0,0-25 0,0 0 16,0 0-16,0 0 0,25 0 0,-25 24 0,0-24 0,0 0 0,0 0 0,0 0 0,0 0 15,24 0-15,-24 25 0,0-25 0,0 0 0,0 0 0,0 0 0,25 0 0,-25 0 0,0 25 0,0-25 0,0 0 0,0 0 0,0 0 0,25 0 0,-25 0 16,0 0 0,0 0-16,0 0 0,0 25 0,25-25 0,-25 0 0,0 0 0,0 0 0,0 0 0,0 0 0,0 0 0,25 0 15,-25 0-15,0 0 0,0 0 0,0 0 0,25 0 0,-25 0 0,0 0 0,0 0 0,0 0 0,0 0 0,0 0 0,24 0 0,-24 0 0,0 0 0,0 0 16,0 0-16,0 0 0,0 0 0,0 0 0,0 0 15,0 0-15,25-25 0,-25 25 0,0 0 0,0 0 0,0 0 0,0 0 0,0 0 16,0 0-16,0 0 0,25 0 16,-25 0-16,0 0 0,0 0 0,0 0 0,0 0 0,0 0 639</inkml:trace>
  <inkml:trace contextRef="#ctx0" brushRef="#br0" timeOffset="708132.5028">17636 9178 0,'0'0'0,"0"0"0,0 0 31,0 0 218,124 248-249,-124-248 0,0 0 0,0 0 0,0 0 0,0 0 0,0 0 0,0 0 0,0 25 0,0-25 0,0 0 0,0 0 0,0 0 0,0 0 0,0 0 0,0 0 0,0 24 0,0-24 0,0 0 0,0 0 0,0 0 16,0 0-16,0 0 16,0 0-1,0 0-15,0 25 0,0-25 0,0 0 0,0 0 0,0 0 0,0 0 0,0 0 0,0 0 0,0 0 0,0 25 0,0-25 0,0 0 0,0 0 31,0 0-31,0 0 16,0 0-16,0 0 0,0 25 0,0-25 0,0 0 0,0 0 0,0 0 0,0 0 0,0 0 0,0 0 0,0 0 16,0 25-16,0-25 0,-25 0 31,25 0-31,0 0 0,0 0 0,0 0 15,0 0-15,0 24 0,0-24 16,0 0-16,0 0 0,0 0 0,-24 0 0,24 0 0,0 0 0,0 0 0,0 25 0,0-25 0,0 0 0,0 0 0,0 0 0,0 0 0,0 0 0,0 0 0,0 25 16,-25-25-16,25 0 0,0 0 0,0 0 0,0 0 0,0 0 0,0 0 0,0 25 0,0-25 0,0 0 0,-25 0 0,25 0 31,0 0-31,0 0 0,0 25 0,0-25 0,0 0 0,0 0 0,0 0 0,0 0 0,0 0 0,0 0 0,0 0 0,0 0 0,0 0 0,0 0 0,0 0 0,0 0 0,0 0 0,0 0 0,0 0 0,0 0 0,0 0 0,0 0 62,0 0-62,0 0 0,0 0 0,0 0 0,0 0 0,0 0 0,0 0 0,0 0 0,0 0 0,0 0 16,0 0-16,0 0 0,0 0 0,0 0 0,-25 0 0,25 0 0,0 0 0,0 0 0,0 0 0,0 0 0,0 0 0,0 0 15,0-25-15,-25 25 0,25 0 0,0 0 0,0 0 0,0 0 0,0 0 0,0 0 0,0 0 0,0 0 16,0 0 0,0 0-16,0 0 0,0 0 0,0 0 0,0 0 0,0 0 0,0 0 0,0 0 0,0 0 0,0 0 0,0 0 15,0 0-15,0 0 0,0 0 16,0 0-16,0 0 0,0 0 0,0 0 0,0 0 15,0-25-15,0 25 0,25 0 0,-25 0 172</inkml:trace>
  <inkml:trace contextRef="#ctx0" brushRef="#br0" timeOffset="710831.6572">17859 9798 0,'0'0'0,"0"0"0,25 0 0,-25 0 0,0 0 0,0 0 0,0 0 0,0 0 0,0 0 15,0 0-15,0 0 0,0 0 0,0 0 0,0 0 0,0 0 0,25 0 0,-25 0 16,0 0-16,0 0 0,0 0 15,0 0-15,0 0 0,0 0 0,0 0 0,0 0 0,0 0 0,25 0 0,-25 0 16,0 0-16,0 0 0,0 0 0,0 0 0,0 0 0,0 0 0,0 0 0,0 0 0,25 0 0,-25 0 0,0 0 0,0 0 0,0 0 0,0 0 0,0 0 0,0 0 0,0 0 0,0 0 0,0 0 16,0 0-16,0 0 0,0 0 0,0 0 0,0 0 0,0 0 0,0 0 0,0 0 0,24 0 15,-24 0-15,0 0 0,0 0 0,0 0 0,0 0 16,0 0-16,0 0 0,0 0 0,0 0 0,0 0 0,25 0 405,74-273 547</inkml:trace>
  <inkml:trace contextRef="#ctx0" brushRef="#br0" timeOffset="713095.7866">17760 9500 0,'0'0'0,"0"0"15,0 0-15,0 0 0,0 0 0,0 0 0,0 0 0,0 0 16,0 0-16,0 0 0,0 0 0,0 0 0,0 0 0,0 0 0,0 0 15,0 0 672,199 471-422,-199-471-265,0 0 0,0 0 16,0 0-16,24 0 15,-24 0-15,0 0 0,0 0 0,0 0 0,0 0 0,0 0 16,0 0-16,0 0 15,0 0-15,0 0 0,0 0 16,0 0-16,0 0 16,0 0-1,0 0-15,0 0 0,0 0 16,0 0-16,0 0 0,0 0 0,0 0 0,0 0 0,0 0 15,0 0-15,0 0 0,0 0 0,0 0 0,0 0 0,0 0 0,0 0 0,0 0 0,0 0 0,0 0 0,0 0 16,0 0-16,0 0 0,0 0 0,0 0 0,0 0 0,0 0 16,0 0-16,0 0 0,0 0 15,0 0-15,0 0 0,0 0 0,0 0 31,0 0-31,0 0 0,0 0 0,0 0 0,0 0 0,0 0 0,0 0 0,0 0 0,0 0 47,0 0-47,0 0 0,0 0 0,0 0 0,0 0 0,0 0 0,0 0 0,0 0 0,0 0 0,0 0 0,0 0 0,0 25 16,0-25-16,0 0 0,0 0 0,0 0 0,0 0 15,0 0-15,0 0 0,0 0 0,0 0 0,0 0 16,0 0-16,0 0 0,0 0 0,0 0 0,0 0 0,0 0 0,0 0 0,0 0 0,0 0 0,0 0 0,0 0 0,0 0 16,0 0-16,0 0 0,0 0 0,0 0 0,0 0 0,0 0 0,0 0 0,0 0 0,0 0 15,0 0-15,0 0 0,0 0 0,0 0 0,0 0 0,0 0 0,0 0 0,0 0 0,0 0 0,0 0 0,0 0 0,0 0 0,0 0 0,0 0 0,0 0 16,0 0-16,0 0 0,0 0 0,0 0 0,0 0 0,0 0 15,0 0-15,0 0 0,0 0 0,0 0 0,0 0 0,0 0 172</inkml:trace>
  <inkml:trace contextRef="#ctx0" brushRef="#br0" timeOffset="715589.9294">18355 8682 0,'124'769'0,"-148"-745"31,24 1-31,0-25 0,0 0 0,0 0 0,0 25 0,0-25 0,0 0 0,-25 0 0,25 0 0,0 0 0,0 0 16,0 25-16,0-25 0,0 0 0,0 0 15,0 25-15,0-25 0,0 0 0,-25 0 0,25 0 16,0 0-16,0 0 0,0 24 0,0-24 15,0 0-15,0 0 0,0 0 0,0 0 0,0 0 0,0 25 0,0-25 0,0 0 0,0 0 0,-25 0 16,25 0-16,0 0 0,0 25 0,0-25 0,0 0 0,0 0 0,0 0 0,0 0 0,0 0 16,0 0-16,0 0 0,0 0 0,0 0 0,0 0 0,0 0 0,0 0 15,0 0-15,0 0 0,0 0 0,0 0 0,0 0 0,0 0 16,0 0-16,0 0 15,0 0-15,0 0 0,0 0 0,0 0 0,0 0 16,0 0-16,0 0 0,0 0 0,0 0 0,0-25 16,-25 25-1,25 0-15,0 0 0,0 0 0,0-25 0,0 25 16,0 0-16,0-24 15,0 24-15,0 0 0,0-25 0,25 25 0,-25-25 16,0 25-16</inkml:trace>
  <inkml:trace contextRef="#ctx0" brushRef="#br0" timeOffset="718811.1136">4564 10964 0,'0'0'0,"0"0"0,0 0 0,0 0 0,0 0 0,0 0 0,0 0 0,0 0 0,0 0 15,0 0-15,0 0 0,0 0 0,0 0 0,25 0 0,-25 0 0,0 0 0,0 0 0,0 0 0,0 0 0,0 0 0,0 0 0,0-25 0,0 25 0,25 0 0,-25 0 0,0 0 0,0-25 0,0 25 0,0 0 0,0-25 0,0 25 0,0 0 0,0-25 0,24 25 0,-24-24 0,0 24 0,0 0 0,0-25 16,0 25-16,0-25 16,0 25-16,0-25 0,0 25 0,0 0 0,25-25 0,-25 25 0,0-24 0,0 24 15,0 0-15,0-25 0,0 25 0,0 0 16,0 0-16,0-25 0,0 25 0,0 0 0,0 0 0,0 0 0,0 0 0,0 0 0,0 0 15,0 0-15,0 0 16,0-25-16,0 25 0,0 0 0,0 0 16,0 0-16,0 0 0,0 0 0,0 0 0,0 0 0,0 0 0,0 0 0,0 0 0,0 0 0,0 0 15,0 0-15,0 0 0,0 0 0,0 0 0,0 0 0,0 0 16,0 0-1,0 0-15,0 0 0,0 0 0,0 0 0,0 0 0,0 0 0,0 0 16,0 0-16,0 0 0,0 0 0,0 0 0,0 0 0,0 0 0,0 0 16,0 0-16,0 0 0,0 0 0,0 0 0,0 0 0,0 0 93,0 0-93,0 0 0,0 0 0,0 0 0,0 0 0,0 0 0,0 0 250</inkml:trace>
  <inkml:trace contextRef="#ctx0" brushRef="#br0" timeOffset="720317.1997">4514 10691 0,'0'0'15,"0"0"-15,0 0 0,0 0 0,0 0 0,-24 0 0,24 0 983</inkml:trace>
  <inkml:trace contextRef="#ctx0" brushRef="#br0" timeOffset="722748.3388">4465 10616 0,'0'0'0,"0"0"0,0 0 0,0 0 0,0 0 0,0 0 0,0 0 0,0 0 0,0 0 0,0 0 0,0 0 0,0 0 0,0 0 0,0 0 0,0 0 0,0 0 0,0 0 0,0 0 0,0 0 0,0 0 0,0 0 0,0 0 0,0-24 0,0 24 0,0 0 0,-25 0 16,25 0-16,0 0 0,0 0 0,0 0 0,0 0 0,0 0 0,0 0 0,0 0 0,0 0 0,0 0 0,-25 0 0,25-25 0,0 25 15,0 0-15,0 0 0,0 0 0,0 0 0,0 0 16,0 0-16,0 0 0,0 0 0,0 0 0,0 0 0,0 0 15,0 0-15,0 0 0,0 0 0,0 0 0,0 0 0,0 0 0,0 0 0,0 0 16,0 0-16,0 0 0,0 0 0,0 0 0,0 0 16,0 0-16,0 0 15,0 0-15,0 0 0,0 0 0,0 0 16,0 0-16,0 0 0,0 0 0,0 0 0,0 0 0,0 0 0,0 0 0,0 0 15,0 0-15,0 0 0,0 0 0,0 0 0,0 0 0,0 0 0,0 0 999,199 99-937,-199-99-62,0 0 0,0 0 0,0 0 0,0 0 0,0 0 0,0 0 0,0 0 0,0 0 0,0 0 0,0 0 0,0 0 0,0 0 0,0 0 0,0 0 0,0 0 0,0 0 0,0 0 0,0 0 0,0 0 0,0 0 0,0 0 0,0 0 0,0 0 16,0 0-16,0 0 0,0 0 0,0 0 0,0 0 0,0 0 0,0 0 0,0 0 0,0 0 15,0 0-15,0 0 16,0 0 0,0 0-16,0 0 0,0 0 0,0 0 0,0 0 0,0 0 0,0 25 0,0-25 0,0 0 0,0 0 0,0 0 0,24 25 0,-24-25 15,0 0-15,0 0 0,0 0 0,0 24 0,0-24 0,0 0 0,0 25 0,0-25 0,0 0 0,25 0 0,-25 25 0,0-25 0,0 0 0,0 0 16,0 25-1,0-25-15,0 0 0,0 25 0,0-25 0,0 0 0,25 24 16,-25-24-16,0 0 0,0 0 0,0 25 0,0-25 0,0 0 0,0 25 0,0-25 16,0 0-16,0 25 0,0-25 0,0 0 0,0 25 0,0-25 15,0 0-15,0 24 0,0-24 0,0 0 0,0 0 0,25 25 16,-25-25-16,0 0 15,0 0-15,0 0 0,0 0 0,0 25 0,0-25 16,0 0-16,0 0 0,0 0 0,0 0 0,0 0 0,0 0 0,0 0 16,0 0-16,0 0 0,0 0 0,0 0 0,0 0 0,0 0 234,-50-50-234,50 50 0,0 0 0,0 0 0,0-24 0,0 24 15,0 0-15,0 0 0,0-25 16</inkml:trace>
  <inkml:trace contextRef="#ctx0" brushRef="#br0" timeOffset="724009.4109">4341 10468 0,'0'0'0,"0"0"16,0 0-16,0 0 0,0 0 0,0 0 0,0 0 0,0 0 0,0 0 0,0 0 0,0 0 0,0 0 0,0 0 0,0 0 0,0 0 0,0 0 0,0 0 0,0 0 16,0 0-16,0 0 0,0 0 0,0 0 0,0 0 0,0 0 0,0 0 0,0 0 15,0 0 16,0 0-31,0 0 16,0 0-16,0-25 0,0 25 0,0 0 0,0 25 0,0-25 0,0 0 0,0 0 31,0 0-31,0 0 0,25 0 0,-25 0 0,0 0 0,0 0 0,0 0 0,0 0 0,24 0 0,-24 0 0,0 0 0,0 24 0,0-24 0,25 0 0,-25 0 0,0 25 16,0-25-16,25 0 0,-25 0 0,0 25 15,25-25-15,-25 0 0,0 25 0,0-25 0,25 0 0,-25 25 0,0-25 0,24 0 0,-24 24 0,0-24 16,25 25 0,-25-25-16,0 0 0,0 25 0,0-25 15,25 0-15,-25 25 0,0-25 0,0 0 16,25 0-16,-25 25 0,0-25 0,0 0 15,0 24-15,25-24 0,-25 0 0,0 25 0,0-25 0,0 0 16,0 25-16</inkml:trace>
  <inkml:trace contextRef="#ctx0" brushRef="#br0" timeOffset="726778.5693">5085 10368 0,'0'0'16,"0"0"-16,0 0 15,0 0-15,0 0 0,0 0 0,0 0 0,0 0 0,0 0 0,0 0 0,0 0 0,0 0 16,0 0-16,0 0 0,0 0 0,0 0 0,0 0 0,0 0 15,0 0-15,0 0 0,0 0 0,0 0 0,0 0 16,0 0-16,0 0 0,0 0 0,0 0 16,0 0 467,-248 596-93</inkml:trace>
  <inkml:trace contextRef="#ctx0" brushRef="#br0" timeOffset="730356.7739">5854 10368 0,'-25'0'0,"25"0"16,0 0-16,0 0 0,0 0 0,-25 0 15,25 0-15,0 0 16,0 0-16,-25 0 0,25 0 0,0 0 0,0 0 0,0 0 15,0 0-15,0 0 0,0 0 0,0 0 0,0 0 0,0 0 0,-24 0 0,24 0 16,0 0-16,0 0 0,0 0 0,0 0 0,0 0 0,0 0 16,-25 25-16,25-25 0,0 0 0,0 0 15,0 0-15,-25 0 0,25 0 16,0 0-16,0 0 0,-25 0 0,25 0 0,0 0 0,0 0 15,-25 0-15,25 0 0,0 0 32,-124 99 92,124-99-124,-24 25 0,24-25 0,0 0 0,0 0 0,0 25 0,0-25 16,0 0-16,-25 25 0,25-25 0,0 0 0,0 25 16,0-25-16,0 0 0,0 0 0,0 24 0,0-24 0,0 0 0,0 25 0,0-25 0,0 0 0,0 25 0,0-25 0,0 0 0,0 25 0,0-25 0,0 0 0,0 25 0,0-25 0,0 0 0,0 24 15,0-24-15,0 0 0,0 25 0,25-25 0,-25 0 0,0 25 0,0-25 0,0 0 0,0 25 0,0-25 0,0 0 0,0 25 0,0-25 0,24 0 0,-24 0 0,0 24 0,0-24 0,0 0 0,25 0 16,-25 25-16,0-25 0,0 0 0,0 0 0,25 0 0,-25 25 15,0-25-15,0 0 0,25 0 0,-25 0 0,0 0 16,0 25-16,25-25 0,-25 0 0,0 0 0,0 0 0,24 0 16,-24 0-16,0 0 15,0 0-15,25 0 0,-25 0 0,0 25 0,0-25 0,0 0 16,25 0-16,-25 0 0,0 0 0,0 0 0,25 0 0,-25 0 0,0 0 15,25 0-15,-25 0 0,0 0 0,0 0 0,24 0 0,-24 0 1046</inkml:trace>
  <inkml:trace contextRef="#ctx0" brushRef="#br0" timeOffset="732387.8902">5507 10592 0,'0'0'0,"0"0"15,0 0-15,0 0 0,0 0 16,0 0-16,0 0 0,-25 0 0,25 0 0,0 0 16,0 0-16,0 0 0,0 0 0,0 0 0,0 0 0,0 0 0,0 0 0,0 0 15,0 0-15,0 0 0,0 0 0,0 0 0,0 0 63,0 0-63,0 0 46,25 0 32,-25 0-78,0 0 0,0 0 0,0 0 0,0 0 0,0 0 0,0 0 0,0 0 0,0 0 0,0 0 0,0 0 0,0 0 0,0 0 16,0 0-16,0 0 0,0 0 0,0 0 0,0 0 16,0 0-16,0 0 0,24 0 0,-24 0 0,0 0 0,0 0 15,25 0-15,-25 0 0,0 0 0,25 0 0,-25 0 0,0 0 0,25 0 0,-25 0 0,25 0 0,-25 0 0,24 0 0,-24 0 0,25-25 0,-25 25 0,25 0 0,-25 0 0,25 0 0,-25 0 0,25 0 0,-25 0 0,0 0 0,24 0 16,-24 0-16,0 0 0,25 0 0,-25 0 0,0 0 0,0 0 0,0 0 0,0 0 0,25 0 0,-25 0 0,0 0 15,0 0-15,0 0 16,0 0-16,0 0 0,0 0 0,0 0 0,0 0 0,0 0 0,0 0 16,0 0-16,0 0 0,0 0 0,0 0 0,25 0 0,-25 0 15,0 0-15,0 0 0,0 0 0,0 0 16,0 0-1,0 0-15,0 0 0,0 0 0,0 0 0,0 0 0,0 0 0,0 0 0,0 0 16,0 0-16,25-25 0,-25 25 0,0 0 0,0 0 0,0 0 0,0 0 16,0 0-16,0 0 0,0 0 0,0 0 0,0 0 0,0 0 15,0 0-15,0 0 0,0 0 0,0 0 0,0-25 0,0 25 0,0 0 577</inkml:trace>
  <inkml:trace contextRef="#ctx0" brushRef="#br0" timeOffset="734400.0053">6672 10418 0,'0'0'0,"0"0"16,0 0-16,0 0 0,0 0 0,0 0 0,0 0 31,0 0-31,0 0 0,0 0 0,0-25 0,0 25 0,0 0 0,0 0 16,0 0-16,0 0 0,0 0 0,0 0 0,0 0 0,0 0 0,0 0 31,0-25-31,0 25 0,0 0 0,0 0 0,0 0 0,0 0 0,0 0 0,0 0 0,0 0 0,0 0 0,0 0 0,0 0 16,0 0-16,0 0 0,0-24 0,0 24 0,0 0 0,-24 0 0,24 0 15,0 0 1,0 0-16,0 0 0,0 0 0,0 0 0,0 0 0,0 0 15,0 0-15,0 0 0,0 0 0,0 0 0,-25 0 0,25-25 16,0 25-16,0 0 0,0 0 0,0 0 0,0 0 0,-25 0 0,25 0 16,0 0-16,0 0 0,0 0 0,0 0 0,0 0 0,-25 0 15,25 0-15,0 0 0,0 0 0,0 0 16,-25 0-16,25 0 0,0 0 0,0 0 0,0 0 0,-24 0 15,24 0-15,0 0 16,0 0-16,0 0 0,-25 0 0,25 0 0,0 0 0,0 0 0,0 0 0,-25 0 0,25 0 0,0 0 0,0 0 16,0 0-16,0 0 0,-25 25 0,25-25 15,0 0 1,0 0-16,0 0 0,0 0 889</inkml:trace>
  <inkml:trace contextRef="#ctx0" brushRef="#br0" timeOffset="736640.1334">6747 10468 0,'0'0'16,"0"0"140,0 0-141,0 0-15,0 0 0,0 0 0,0 0 0,0 0 16,0 0-16,0 0 0,0 0 0,0 0 0,-25-25 16,25 25-16,0 0 0,0 0 15,0 0-15,0 0 0,0 0 0,0 0 16,0-25-16,0 25 0,0 0 0,0 0 0,-25 0 15,25 0-15,0 0 0,0 0 0,0 0 78,-74-25-78,74 25 0,-25 0 0,25 0 16,0 0-16,0 0 0,0 0 16,-25 0-16,25 0 0,0 0 15,0 0-15,0 0 0,0 0 0,0 0 16,-25 0-16,25 0 0,0 0 0,0 0 0,0 0 0,0 0 0,0 0 15,0 25-15,0-25 0,0 0 0,-24 0 0,24 0 16,0 0-16,0 0 0,0 0 0,0 0 16,0 0-16,0 0 0,-25 0 0,25 0 15,0 0-15,0 0 0,0 0 16,0 0-16,0 0 0,0 0 0,0 0 0,0 0 15,0 0-15,0 0 16,0 0-16,0 0 0,-25 0 0,25 0 16,0 0-16,0 25 0,0-25 0,0 0 0,0 0 0,0 0 15,-25 0-15,25 0 0,0 0 0,0 0 0,0 0 0,0 0 0</inkml:trace>
  <inkml:trace contextRef="#ctx0" brushRef="#br0" timeOffset="738574.2439">6722 10468 0,'0'0'15,"0"0"-15,0 0 0,0 0 0,0 0 16,0 0-16,0 0 0,0 0 0,0 0 16,0 0-16,0 0 0,0 0 0,0 0 15,0 0 1,0 0-16,0 0 0,0 0 62,0-25 47,0 25-109,0 0 0,0 0 32,-25 0-32,25 0 0,0 0 0,0-25 0,0 25 15,0 0-15,0 0 0,-25 0 0,25 0 0,0 0 16,0-25-16,0 25 0,0 0 0,-24 0 0,24 0 0,0 0 15,0 0-15,-25 0 16,25-25-16,0 25 0,-25 0 16,25 0-16,0 0 0,0 0 0,0 0 0,0 0 0,0 0 0,0 0 15,-25 0-15,25 0 0,0 0 16,0 0-16,0 0 0,0 0 0,0 0 0,0 0 15,0 0-15,-25 0 0,25 0 0,0 0 16,0 0-16,0 0 0,0 0 0,0 0 0,0 25 16,-24-25 30,-26 25-46,50-25 16,0 0-16,0 0 0,0 0 0,0 25 0,0-25 0,0 0 16,0 0-16,0 0 0,0 0 0,-25 0 156</inkml:trace>
  <inkml:trace contextRef="#ctx0" brushRef="#br0" timeOffset="740217.338">6821 10641 0,'0'0'0,"0"0"62,0 0-46,0 0-16,0 0 0,0 0 0,-25 0 0,25 0 0,0 0 0,0 0 0,0 0 0,0 0 15,0 0-15,0 0 0,0 0 0,0 0 0,0 0 0,0 0 0,0 0 0,0-25 0,0 25 0,0 0 16,0 0-16,-24 0 0,24 25 0,0-25 0,0 0 0,0 0 0,0 0 0,0 0 0,0 0 125,-75 75-110,75-75 1,0 24-16,0-24 0,0 0 0,25 0 0,-25 25 0,0-25 0,0 0 0,0 0 0,0 0 0,0 25 0,0-25 0,0 0 0,0 0 0,0 0 15,25 0-15,-25 25 0,0-25 0,0 0 0,0 0 0,25 0 0,-25 0 0,0 0 0,0 25 0,0-25 0,0 0 0,24 0 0,-24 0 0,0 0 0,0 0 0,0 0 0,25 0 0,-25 24 0,0-24 0,0 0 0,0 0 0,25 0 0,-25 0 0,0 0 0,0 0 0,0 0 16,25 0-16,-25 0 0,0 0 0,0 25 0,0-25 0,25 0 0,-25 0 16,0 0 46,0 0-62,0 0 16,25 0-16,-25 0 0,0 0 0,0 0 0,0 0 0,0 25 0,0-25 0,0 0 0,24 0 0,-24 0 0,0 0 0,0 0 0,0 0 0,0 0 0,0 25 0,0-25 0,0 0 0,25 0 0,-25 0 0,0 0 0,0 0 0,0 25 0,0-25 0,0 0 15,0 0-15,0 0 0,0 0 0,25 24 0,-25-24 0,0 0 0,0 0 0,0 0 0,0 0 0,0 25 16,0-25-16,0 0 15,0 0-15,0 0 0,0 0 0,0 25 0,-25-25 0,25 0 16,0 0-16,0 0 0,0 0 0,0 0 0,0 25 0,0-25 0,0 0 0,0 0 16,-25 0-1,25 0-15,0 0 0,0 0 0,0 0 0,-24 0 0,24 0 0,0 0 0,0 0 0,-25 0 0,25 0 16,0 0-16,0 0 0,-25 0 0,25 0 0,0 0 0,-25 0 15,25 0-15,0-25 0,0 25 0,-25 0 16,25 0-16,0 0 16,0 0-16,-25 0 0,25-25 717</inkml:trace>
  <inkml:trace contextRef="#ctx0" brushRef="#br0" timeOffset="741155.3916">7913 10740 0,'0'25'0,"0"-25"16,0 0-16,0 0 0,0 0 16,0 0-16,0 0 0,0 0 0,0 0 0,0 0 0,0 0 0,0 0 0,0 0 0,0 0 0,0 0 31,0 0-31,0 0 0,0 0 0,0 0 0,0 0 0,0 0 0,0 0 15,0 0-15,0 0 0,0 0 0,0 0 0,0 0 0,0 0 16,0 0 0,0 0-16,24 0 0,-24 0 0,0 0 0,0 0 0,0 0 0,0 0 15,25 0-15,-25 0 0,0 0 0,25 0 0,-25 0 0,0 0 0,25 0 0,-25 0 16,25 0-16,-25 0 0,25 0 0,-25-25 0,24 25 0,-24 0 0,25 0 15,-25 0 48,0 0-63,25 0 0,-25 0 0,25 0 0,-25-24 0,0 24 0,25 0 0,-25 0 0,0 0 0,0 0 0,0 0 0,0 0 0,0 0 15,0 0-15,0 0 0,0 0 0,0 0 0,0 0 0,0 0 0,0 0 0,0 0 0,0 0 0,0 24 0,0-24 0,0 0 0,0 0 16,0 0-16,-25 0 0,25 0 0,0 0 16,0 0-16</inkml:trace>
  <inkml:trace contextRef="#ctx0" brushRef="#br0" timeOffset="742700.48">7962 10889 0,'0'0'16,"0"0"-16,0 0 0,0 0 0,-25 0 16,25 0-16,0 0 0,0 0 0,0 0 15,0 0-15,0 0 0,0 0 0,0 0 0,0 0 0,0 0 0,0 0 0,0 0 0,0 0 16,0 0-16,0 0 0,0 0 0,0 0 0,0 0 15,0 0-15,0 0 0,0 0 16,0 0-16,0 0 0,0 0 16,25 0-16,-25 0 0,0 0 0,0 0 0,0 0 0,0 0 0,0 0 0,25 0 0,-25 0 0,0 0 15,0 0-15,0 0 0,25 0 0,-25 0 0,0 0 0,0 0 0,25 0 16,-25 0-1,0 0-15,25 0 0,-25 0 0,0 0 0,24 0 0,-24 0 16,0 0 1170</inkml:trace>
  <inkml:trace contextRef="#ctx0" brushRef="#br0" timeOffset="743981.5533">8161 10542 0,'0'0'0,"0"25"0,0-25 15,25 49 1,-25-49-16,74 124 265,0 174-265,-123-248 16,49-50-16,0 0 0,0 0 0,0 24 15,0-24-15,-25 0 0,25 0 16,0 0-16,0 0 0,0 0 0,0 0 0,0 0 0,0 0 0,0 0 0,0 0 0,0 0 0,0 0 0,0 0 0,0 0 0,0 0 0,0 0 0,0 0 0,0 0 0,0 0 15,0 0-15,0 0 0,0 0 0,0 0 0,0 0 0,0 0 0,0 0 0,0 0 0,0 0 0,0 0 0,0 0 0,0 0 16,0 0 0,0 0-16,0 0 0,0 0 0,0-24 0,0 24 0,0 0 15,0 0-15</inkml:trace>
  <inkml:trace contextRef="#ctx0" brushRef="#br0" timeOffset="746134.6764">8880 10641 0,'0'0'0,"0"0"0,0 0 0,0 0 0,0 0 0,0 0 0,0 0 0,0 25 0,0-25 0,0 0 0,0 0 0,25 0 0,-25 25 0,0-25 0,0 0 15,0 0-15,0 25 0,0-25 0,0 0 0,0 0 0,0 24 0,0-24 0,25 0 0,-25 0 0,0 25 0,0-25 0,0 0 0,0 25 0,0-25 16,0 0-16,24 0 0,-24 25 15,0-25-15,0 0 0,0 25 0,0-25 0,0 0 0,0 24 0,0-24 0,25 0 0,-25 25 0,0-25 0,0 0 0,0 0 0,0 25 0,0-25 0,0 0 0,25 0 0,-25 25 0,0-25 0,0 0 0,0 0 16,0 25-16,0-25 0,25 0 0,-25 0 0,0 0 0,0 24 0,0-24 31,0 0-31,0 0 0,0 0 0,0 0 0,25 0 0,-25 0 16,0 0-16,0 0 0,0 0 0,0 0 0,0 0 0,0 25 0,0-25 0,0 0 15,0 0-15,0-25 0,0 25 0,0 0 0,0 0 0,0 0 16,0 0-16,0 0 0,0 0 0,0 0 0,0 0 0,0 0 0,0 0 31,0 0-31,0 0 0,0 0 0,0 0 0,0 0 0,0 0 0,0 0 16,0 0-16,0 0 0,0 0 0,0 0 0,0 0 0,0 0 15,25 0-15,-25 0 0,0 0 0,0 0 0,0-24 0,0 24 47,0 0-47,0-25 0,24 25 0,-24 0 0,0 0 0,0-25 16,0 25-16,0-25 0,0 25 0,25 0 15,-25-25-15,0 25 0,0-24 0,0 24 0,0-25 0,25 25 0,-25-25 0,0 25 0,0-25 16,0 25-16,0-25 0,25 25 0,-25 0 0,0-24 0,0 24 0,0-25 0,0 25 0,25 0 0,-25-25 0,0 25 0,0 0 0,0-25 0,0 25 0,0 0 16,0 0-16,0 0 0,0 0 0,0 0 0,0-25 15,0 25-15,0 0 16,0 0-16,0 0 0,0 0 0,0 0 0,24 0 0,-24 0 0,0 0 15,0 0-15,0 0 0,0 0 0,0 0 0,0 0 0,0-24 0,0 24 16,0 0-16,0 0 0,0 0 0,0 0 0,0 0 0,0 0 0,0 0 31,0 0-31,0 0 0,0 0 0,0 0 0,0 0 0,0 0 0,0 0 16,0 0-16,0 0 0,0 0 0,-24 0 156,24 0-156,0 0 15,0 0-15,0 0 0,0 0 0,0 0 0,0 0 0,0 0 16,-25 0-16</inkml:trace>
  <inkml:trace contextRef="#ctx0" brushRef="#br0" timeOffset="747958.7807">10046 10294 0,'-25'0'0,"25"0"16,0 0-16,0 0 0,0 0 16,0 0-16,-25 0 0,25 0 0,0 0 0,0 0 0,0 0 0,0 0 0,-25 0 0,25 0 0,0 0 0,0 0 0,0 0 0,0 0 0,-24 25 0,24-25 0,0 0 0,0 0 0,0 0 0,-25 0 0,25 0 0,0 0 15,0 25-15,-25-25 0,25 0 0,0 0 0,0 0 0,0 24 0,-25-24 0,25 0 0,0 0 0,0 0 0,-25 25 0,25-25 0,0 0 0,0 0 0,-24 25 0,24-25 0,0 0 0,0 25 16,0-25-16,-25 0 0,25 25 0,0-25 0,0 0 0,0 24 0,0-24 15,0 25-15,0-25 0,0 0 0,0 25 0,-25-25 0,25 25 16,0-25-16,0 0 0,0 25 0,0-25 16,0 24-16,0-24 967</inkml:trace>
  <inkml:trace contextRef="#ctx0" brushRef="#br0" timeOffset="749998.8975">9872 10592 0,'0'0'0,"0"0"16,0 0-16,0 0 0,0 0 0,-25 0 0,25 0 16,0 0-16,0 0 0,0 0 0,0 0 0,0 0 0,0 0 0,0 0 15,0 0 79,0 0-94,0 0 0,0 0 0,0 0 0,0 0 0,0 0 15,0 0-15,0 0 0,0 0 0,0 0 0,0 0 0,0 0 0,0 0 0,0 0 0,0 0 0,0 0 0,0 0 0,0 0 0,0 0 16,0 0-16,0 0 0,0 0 0,0 0 16,0 0-16,0 0 0,0 0 0,0 0 0,-24 0 0,24 0 0,0 0 0,0 0 0,0 0 0,0 0 15,0 0-15,0 0 0,0 0 0,0 0 0,0 0 0,0 0 0,0 0 0,0 0 0,0 0 0,0 0 0,0 0 0,0 0 0,0 0 0,0 0 16,0 0-16,0 0 0,0 0 0,0 0 0,0 0 15,0 0-15,0 0 0,0 0 16,-25 0-16,25 0 0,0 0 0,0 0 0,0 0 0,0 0 0,0 0 0,0 0 0,0 0 0,0 0 0,0 0 0,0 0 16,0 0-16,0 0 0,0 0 0,0 0 0,0 0 0,0 0 0,0 0 0,0 0 0,0 0 15,0 0-15,0 0 0,0 0 0,0 0 16,0 0-16,0 0 0,0 0 0,0 0 0,0 0 15,0 0-15,0 0 0,0 0 0,0 0 0,0 0 0,0-25 0,0 25 16,0 0-16,0 0 47,0 0-47,0 0 0,0 0 0,0 0 0,0 0 0,0 0 0,0 0 0,0 0 0,0 0 0,0 0 0,0 0 0,0 0 0,0 0 0,0 0 0,0 0 0,0 0 0,0 0 0,0 0 0,-25 0 0,25 0 0,0 0 15,0 0-15,0 0 0,0 0 0,0 0 0,0 0 0,0 0 16,0 0-16,0 0 0,0 0 0,0 0 0,0 0 0,-25 0 31,25 0-31,0 0 0,0 0 0,0 25 0,0-25 0,0 0 0,0 0 16,0 0-16,0 0 0,0 0 0,-25 0 0,25 0 0,0 0 0,0 0 468</inkml:trace>
  <inkml:trace contextRef="#ctx0" brushRef="#br0" timeOffset="750193.9086">10021 10641 0,'0'0'0,"0"-25"15,0 25-15,0 0 31</inkml:trace>
  <inkml:trace contextRef="#ctx0" brushRef="#br0" timeOffset="751373.9761">9847 10418 0,'0'0'0,"0"0"16,0 0-16,0 0 0,0 0 0,0 0 0,0 0 0,0 0 0,0 0 0,0 0 0,0 0 0,0 0 15,0 0 1,0 0-16,0 0 0,0 0 0,0 0 0,0 0 0,0 0 0,0 0 0,0 0 0,0 0 0,0 0 15,0 0-15,0 0 0,0 0 0,0 0 0,0 0 0,0 0 0,0 0 16,0 0-16,0 0 0,0-25 234</inkml:trace>
  <inkml:trace contextRef="#ctx0" brushRef="#br0" timeOffset="752708.0524">9847 10368 0,'0'0'15,"0"0"-15,0 0 0,0 0 0,0 0 0,0 0 0,0 0 0,0 0 16,0 25-1,0-25-15,0 0 0,0 0 0,0 0 0,0 0 0,0 0 0,0 0 16,0 0-16,0 0 0,0 0 0,0 0 16,0 0-16,0 0 0,0 0 0,0 0 0,0 0 0,0 0 0,0 0 0,0 0 15,0 0-15,0 0 0,0 0 0,0 0 0,0 0 0,0 0 16,0 0-16,0 0 15,0 0-15,0 0 0,0 0 0,0 0 0,0 0 0,0 0 16,0 0-16,0 0 0,0 0 0,0 0 0,0 0 0,0 0 16,0 0-16,0 0 0,0 0 0,0 0 0,0 0 0,0 0 0,0 0 31,0 0-31,0 0 0,0 0 0,0 0 0,0 0 0,0 0 15,0 0-15,0 0 0,0 0 0,0 0 0,0 0 0,0 0 0,0 0 0,0 0 0,0 0 16,0 0-16,0 0 0,0 0 0,0 0 0,0 0 0,0 0 16,0 0-16,0 0 0,0 0 0,0 0 0,0 0 0,0 0 0,0 0 0,-24 0 15,24 0-15,0 0 0,0 0 16,0 0-16,-50 99 187,50-99-187,0 0 0,-25 0 0,25 0 0,0 25 0,0 50 62,0-75-46,0 24-16,0-24 0,0 25 0,0-25 16,0 0-16,0 25 0,0-25 0,0 0 0,0 0 0,0 25 0,0-25 0,0 0 0,0 0 0,0 25 0,0-25 0,0 0 0,0 24 0,0-24 0,0 0 0,0 0 0,0 25 0,0-25 0,0 0 0,0 0 0,0 25 0,0-25 0,0 0 0,0 25 0,0-25 0,0 0 0,25 0 0,-25 25 0,0-25 0,0 0 0,0 0 0,0 24 0,0-24 0,0 0 0,0 25 0,0-25 0,0 0 0,0 25 15,0-25-15,0 0 0,0 25 0,0-25 16,0 0-16,0 25 15,0-25-15,0 0 0,0 0 0,0 24 0,0-24 0,25 0 0,-25 25 16,0-25-16,0 0 0,0 0 0,0 25 0,0-25 0,0 0 0,0 25 16,0-25-16,0 0 0,0 0 0,0 25 0,0-25 0,25 0 15,-25 24-15,0-24 0,0 0 0,0 0 0,0 25 0,0-25 31,0 0-31,0 25 0,0-25 0,0 0 0,0 0 0,0 0 0,24 25 484</inkml:trace>
  <inkml:trace contextRef="#ctx0" brushRef="#br0" timeOffset="756586.2741">10468 10542 0,'0'0'0,"0"0"0,0 0 0,0 0 15,0-25-15,0 25 0,0 0 0,0 0 0,0 0 0,0 0 16,0 0-1,0 0-15,0 0 0,0 0 0,0 0 0,0 0 0,0 0 0,0 0 0,0 0 0,0 0 0,0 0 0,0 0 0,0 0 0,0 0 0,0 0 0,0 0 16,0 0-16,0 0 16,0 0-16,-25 0 0,25 0 0,0 0 0,0 0 0,0 0 0,0 0 0,0 0 0,0 0 0,0 0 0,0 25 0,0-25 0,0 0 0,0 0 15,0 0-15,0 0 0,0 0 0,0 0 0,-25 0 0,25 0 0,0 0 0,0 0 0,0 0 0,0 25 0,0-25 0,0 0 0,0 0 0,0 0 0,0 0 0,0 0 16,0 25-16,0-25 0,0 0 0,0 0 0,0 0 15,0 24-15,0-24 0,0 0 0,0 0 0,-25 0 0,25 25 16,0-25-16,0 0 0,0 0 0,0 0 0,0 25 0,0-25 78,0 124 0,0-124-78,25 0 0,-25 0 0,0 25 0,0-25 16,0 0-16,0 0 0,0 25 15,0-25-15,0 0 0,0 0 0,0 0 0,0 24 0,0-24 0,25 0 0,-25 0 0,0 0 0,0 0 0,0 25 0,0-25 0,0 0 0,0 0 0,0 0 0,0 0 0,0 0 0,0 25 16,0-25-16,25 0 0,-25 0 0,0 0 0,0 0 0,0 0 0,0 0 0,0 25 0,0-25 0,0 0 0,24 0 0,-24 0 0,0 0 0,0 0 0,0 0 0,0 0 0,0 25 0,0-25 0,25 0 0,-25 0 0,0 0 15,0 0-15,0 0 0,0 0 0,0 0 0,25 24 0,-25-24 0,0 0 16,0 0-16,0 0 0,0 0 16,25 0-16,-25 0 0,0 0 0,0 0 15,0 0-15,0 0 0,25 0 0,-25 0 0,0 25 0,0-25 16,0 0-16,0 0 0,24 0 0,-24 0 0,0 0 0,0 0 0,0 0 0,0 0 15,0 0-15,25 0 0,-25 0 0,0 0 0,0 0 0,0 0 0,0 0 32,0 0-32,0 0 0,25 0 46,-25 25-46,0-25 0,0 0 0,0 0 0,0 0 0,0 0 0,0 0 0,25 0 0,-25 0 0,0 0 0,0 0 0,0 0 0,0 0 0,0 0 0,0 0 0,0 0 0,0 0 0,0 0 0,25 0 0,-25 0 0,0 0 0,0 0 0,0 0 16,0 0-16,0 0 0,0 0 0,0 0 0,24-25 0,-24 25 16,0 0-16,0 0 0,0 0 0,0 0 15,0 0-15,0 0 16,0 0-16,25 0 0,-25 0 0,0 0 0,0 0 0,0 0 15,0 0-15,0 0 0,0-25 0,0 25 0,25 0 0,-25 0 0,0 0 0,0 0 0,0 0 656</inkml:trace>
  <inkml:trace contextRef="#ctx0" brushRef="#br0" timeOffset="758540.386">10443 10567 0,'0'0'0,"0"0"16,0 0-16,0 0 0,0 0 16,0 0-16,0 0 0,0-25 15,0 25-15,0 0 0,0 0 0,0 0 0,0 0 0,0 0 0,0 0 16,0 0-16,0 0 0,0 0 0,0 0 0,25 0 0,-25 0 265,496 372 312,-496-372-577,0 0 78,0 0-78,-25 0 0,25 0 0,0-25 0,0 25 16,0 0-16,0 0 0,0-25 0,0 25 0,0 0 15,0 0 1,0 0-16,0 0 0,0 0 0,0-24 0,0 24 0,0 0 16,0 0-16,0 0 0,0 0 0,0 0 0,0 0 0,0 0 0,0 0 0,0 0 0,0 0 0,0 0 0,0 0 15,0 0-15,0 0 0,0 0 0,0 0 31,0 0-31,0 0 0,0 0 0,0 0 16,0-25-16,0 25 0,0 0 0,0 0 0,0 0 0,0 0 0,0 0 0,0 0 16,0 0-16,0 0 0,-25 0 0,25 0 0,0 0 0,0 0 0,0-25 0,0 25 0,0 0 0,0 0 31,0 0-31,0-25 15,0 25-15,0 0 0,0 0 0,0 0 0</inkml:trace>
  <inkml:trace contextRef="#ctx0" brushRef="#br0" timeOffset="759871.4621">11609 10740 0,'0'0'0,"24"0"0,-24 0 0,0 0 0,0 0 0,0 0 0,0 0 0,0 0 0,0 0 0,0 0 0,0 0 0,0 0 0,0 0 0,0 0 0,0 0 0,0 0 16,0 0-16,0 0 0,0 0 0,0 0 0,0 0 0,0 0 0,0 0 0,0 0 0,0 0 0,0 0 0,0 0 0,0 0 0,0 0 0,0 0 0,0 0 0,0 0 0,0 0 0,0 0 0,0 0 0,0 0 0,0 0 0,0 0 0,0 0 16,0 0-16,0 0 0,0 0 0,0 0 0,0 0 0,0 0 15,0 0-15,0 0 16,0 0-16,0 0 0,0 0 0,0-24 0,0 24 0,0 0 15,0 0-15,25 0 0,-25 0 0,0 0 0,0 0 0,0 0 0,0 0 16,0 0-16,0 0 0,0 0 0,0 0 0,0 0 0,0 0 16,0 0-16,0 0 0,0 0 0,0 0 0,0 0 187,0 0-187,0 0 0,0 0 0,0 0 0,0 0 0,0 0 15,0 0-15,0 0 0,0 0 0,0 0 0,0 0 0,0 0 0,0 0 0</inkml:trace>
  <inkml:trace contextRef="#ctx0" brushRef="#br0" timeOffset="761161.5359">11683 11137 0,'0'25'0,"0"-25"0,0 0 0,0 0 0,0 0 0,0 0 0,0 0 0,0 0 0,0 0 0,0 0 0,0 0 0,0 0 16,0 0-16,0 0 0,0 0 0,0 0 0,0 0 0,0 0 15,0 0-15,0 0 0,0 0 0,25 0 0,-25 0 0,0 0 16,0 0-16,0 0 0,0 0 0,0 0 0,0 0 0,25 0 16,-25 0-16,0 0 0,0 0 0,0 0 0,0 0 0,0 25 0,0-25 0,0 0 15,24 0-15,-24 0 0,0 0 0,0 0 0,0 25 0,0-25 16,0 0-16,0 0 0,0 0 15,0 25-15,0-25 0,0 0 16,25 0-16,-25 24 0,0-24 0,0 25 0,-25-25 0,25 0 0,0 25 16,0-25-16,0 0 0,0 25 0,0-25 0,0 25 0,0-25 0,-24 0 15,24 24-15,0-24 0,0 0 0,0 25 0,-25-25 16,25 0-16,0 25 0,0-25 0,0 0 0,-25 0 0,25 25 0,0-25 15,0 0-15,-25 0 0,25 0 16,0 25 390</inkml:trace>
  <inkml:trace contextRef="#ctx0" brushRef="#br0" timeOffset="762781.6286">12725 10815 0,'0'0'0,"0"0"0,-25 0 0,25 0 0,0 0 0,0 0 0,0 0 0,0 0 0,0 0 16,0 0-16,0 0 0,0 0 0,0 0 0,0 0 0,0 0 0,0 0 0,0 0 0,0 0 0,0 0 0,0 0 0,0 0 0,0 0 0,0 0 0,0 0 0,0 0 0,0 0 0,0 0 0,25 0 0,-25 0 0,0 0 0,0 0 0,0 0 0,0 0 0,0 0 0,0 0 0,0 0 0,25 0 0,-25 0 0,0 0 15,0 0-15,0-25 0,0 25 16,24 0-16,-24 0 0,0 0 0,0 0 16,0 0-16,25-25 0,-25 25 0,0 0 0,0 0 0,0 0 15,25 0-15,-25 0 0,0-25 0,0 25 0,25 0 0,-25 0 0,0 0 0,0 0 16,0 0-16,25 0 0,-25 0 0,0 0 0,0 0 15,0 0-15,24 0 16,-24 0-16,0 0 0,0 0 0,0 0 0,0 0 0,25 0 0,-25 0 187,124 75-187,-124-75 0,0 25 0,0-25 0,0 0 0,0 0 0,0 24 0,0-24 0,-25 0 0,25 0 0,0 25 0,0-25 0,0 0 0,0 0 0,0 25 0,0-25 0,0 0 0,0 25 0,-24-25 0,24 0 16,0 0-16,0 25 0,0-25 0,0 0 0,-25 0 15,25 24-15,0-24 0,0 0 0,-25 0 0,25 0 0,0 25 0,0-25 0,-25 0 0,25 0 0,0 0 0,0 0 0,-25 0 16,25 0-16,0 0 0,0 25 0,-24-25 0,24 0 0,0 0 0,-25 0 0,25 0 0,0 0 0,-25 0 0,25 0 0,0 0 0,0 0 0,-25 0 16,25 0-1,0 0-15,0 0 0,0 0 0,-25 0 0,25 0 0,0 0 0,0 0 0,0 0 16,0 0-16,0 0 0,0 0 0,0 0 0,0 0 0,0 0 15,0 0-15,0 0 0,0 0 0,0 0 0,0 0 0,0 0 0,0 0 16,0 0-16,0 0 0,0 0 0,0 0 0,-24 0 0,24 0 0,0 0 16,0 0-1,0 0-15,0 0 0,0 0 0,0 0 0,0 0 47,0 0-47,0 0 0,0 0 0,0 0 0,0-25 0,0 25 0,0 0 0,0 0 0,0 0 0,0 0 0,0 0 16,0 0-16,0 0 0,0 0 0,0 0 15,0-25-15,0 25 0,0 0 0,0 0 0,24 0 0,-24-24 0,0 24 0,0 0 0</inkml:trace>
  <inkml:trace contextRef="#ctx0" brushRef="#br0" timeOffset="763865.6906">12774 10542 0,'0'0'0,"0"0"0,0 0 0,0 0 15,0 0-15,0 0 0,0 0 0,0 0 0,0 0 0,0 0 16,0 0-16,0 0 0,0 0 0,0 0 0,0 0 0,0 0 15,0 0-15,0 0 0,0 0 0,0 0 0,0 0 0,0 0 0,0 0 16,0 0-16,0 0 0,0 0 0,0 0 0,0 0 0,0 0 16,0 0 46,0 0-62,0 0 0,0 0 0,0 0 0,0 0 0,0 0 0,0 0 0,-24 0 0,24 0 0,0 0 0,0 0 0,0 0 0,0 0 0,0 0 0,0-25 0,0 25 0,0 0 0,0 0 0,0 0 0,0 0 0,0 0 0,0 0 0,24 0 0,-24 0 16,0 0-16,0 0 0,0 0 0,0 0 15,0 0-15,0 0 0,0 0 0,0 0 0,0 0 16,0 0-16,0 0 0,0 0 0,0 0 0,0-25 0,0 25 0,0 0 15,0 0-15,0 0 0,0 0 0,0 0 0,0 0 0,0 0 0,25 0 16,-25 0-16,0 0 0,0 0 0,0 0 0,0 0 0,0 0 0,0 0 31,0 0-31,25-24 0,-25 24 0,0 0 0,0 0 0,0 0 0,0 0 16,0 0-16,25 0 0,-25 0 0,0 0 0,0 0 0,0 0 0,0 0 15,25 0-15,-25 0 0,0 0 0,0 0 0,0 0 0,0 0 16,24 0-16,-24 0 0,0 0 0,0 0 0,0 0 0,0 0 0,0 24 16,0-24-16,0 0 0,0 0 0,25 0 15,-25 0-15,0 25 0,0-25 0,0 0 219,-173 223-219,173-223 0,0 25 15,-25-25 1,25 0-16,-25 0 15,25 0-15,0 0 0,0 0 0,0 0 0,0 0 0,0 0 0,0 0 0,0 0 0,0 0 0,0-25 16,0 25-16,0 0 0,0 0 0,0 0 0,0 0 0,0 0 0,0-24 0,0 24 0,25 0 0,-25 0 16,0 0-16,0-25 0,0 25 0,25 0 0,-25 0 0,0-25 15,0 25-15</inkml:trace>
  <inkml:trace contextRef="#ctx0" brushRef="#br0" timeOffset="767537.9006">13543 10765 0,'0'0'0,"0"0"15,0 0-15,0-25 0,0 25 0,0 0 0,0 0 16,0 0-1,0 0-15,0 0 0,0 0 0,0 0 0,0 0 0,0 0 0,0 0 47,0 0-47,0-24 0,0 24 0,0 0 0,0 0 0,0 0 0,0 0 0,0 0 16,0 0-16,0 0 0,0 0 0,0 0 0,0 0 0,-24-25 93,24 25-93,0 0 0,0 0 0,0 0 0,-25 0 0,25 0 0,0-25 0,0 25 0,0 0 0,0 0 0,0 0 0,-25 0 0,25 0 0,0 0 0,0 0 0,0 0 0,0-25 0,-25 25 0,25 0 0,0 0 0,0 0 0,0 0 0,-25 0 0,25 0 0,0 0 0,0 0 0,0 0 16,0 0-16,-24 0 0,24 0 0,0 0 0,0 0 0,0 0 0,0 0 0,-25 0 0,25 0 0,0 0 16,0 0-16,0 0 0,0 0 0,-25 0 0,25 0 0,0 0 0,0 0 15,0 0-15,0 0 0,-25 0 0,25 0 0,0 0 0,0 0 16,-25 0-16,25 0 0,0 25 0,0-25 0,0 0 0,-24 0 0,24 0 15,0 0-15,0 0 0,0 0 0,0 0 0,-25 25 0,25-25 16,0 0-16,0 0 0,0 0 16,0 0-16,0 25 0,0-25 0,-25 0 15,25 0-15,0 0 0,0 0 0,0 24 0,0-24 0,0 0 0,0 0 16,0 25-16,0-25 0,0 0 0,0 0 0,0 25 0,0-25 47,0 0 748,273-25-795,-273 25 0,0 0 0,0 0 0,0 0 0,0 0 0,0 0 0,0 0 0,0 0 47,0 0-16,0 0-15,0 0-16,0 0 0,0 0 0,0 0 0,0 0 0,0 0 0,0 0 0,0 0 0,0 0 0,0 0 0,0 0 0,0 0 0,0 0 0,0 0 0,0 0 0,0 0 0,0 0 0,0 0 0,0-25 0,0 25 0,0 0 0,0 0 0,0 0 0,0 0 0,0 0 0,0 0 15,0 0-15,0 0 0,0 0 0,0 0 0,0 0 0,0 0 16,0 0 0,0 0-16,0 0 0,0 0 0,0 0 0,0 0 0,0 0 0,0 0 0,0 0 0,0 0 0,0 0 15,0 0-15,0 0 0,0 0 0,0 0 0,25 0 0,-25 0 0,0 0 0,0 0 0,0 0 0,0 0 16,0 0-16,0 0 0,0 0 0,0 0 0,0 0 0,0 0 0,0 0 0,0 0 0,0 0 15,0 0 1,0 0-16,0 0 0,0 0 16,0 0-16,0 0 0,0 0 15,0 0-15,-25 0 0,25 0 0,0 0 0,0 0 0,0 0 16,0 0-16,0 0 0,0 0 0,0 0 15,0 0-15,0 0 0,0 0 0,0 0 0,0 0 0,0 0 0,0 0 0,0 0 0,0 0 0,0 0 0,0 0 0,0 0 0,0 0 0,0 0 0,0 0 0,0 0 16,0 0-16,0 0 0,0 0 0,0 0 0,0 0 0,0 0 172,0-24-157,0 24-15,0 0 0,0 0 0,0 0 0,0 0 0,0 0 0,0-25 0,0 25 0,0 0 0,0 0 16,0 0-16,0 0 0,0 0 0,0 0 0,0 0 0,0 0 0,0 0 0,0 0 0,0 0 0,0 0 0,0 0 0,-25 0 15,25 0-15,0 0 0,0 0 0,0 0 0,0 0 0,0 0 0,0 0 0,0 0 0,0 0 0,0 0 16,0 0-16,0 0 0,0 0 16,0 0-16,0 0 0,0 0 0,0 0 0,0 0 0,-25 0 0,25 0 0,0 0 0,0 0 0,0 0 0,0 0 0,0 0 0,0 0 0,0 0 0,-25 0 0,25 0 0,0 0 0,0 0 0,0 0 0,0 0 0,0 0 0,0 0 0,0 0 15,0 25-15,0-25 0,0 0 0,0 0 0,-24 0 0,24 0 16,0 0-16,0 0 0,0 0 15,0 0-15,0 0 0,0 0 0,0 0 16,0 0-16,0 0 0,0 0 0,0 0 0,-25 0 0,25 0 47,0 0-47,0 0 0,0 0 0,0 0 0,0 0 0,0 0 0,0 0 0,0 0 15,-25 0-15,25 0 0,0 24 0,0-24 16,0 0-16,0 0 0,0 0 0,0 0 0,0 0 16,0 0-16,0 0 0,0 0 0,-25 0 0,25 0 0,0 25 0,0-25 0,0 0 15,0 0-15,0 0 0,0 0 0,0 0 0,0 0 0,0 0 0,0 0 0,0 25 0,0-25 0,0 0 0,0 0 16,0 0-16,0 0 0,0 0 15,0 0-15,-25 0 0,25 0 0,0 0 0,0 25 0,0-25 16,0 0-16,0 0 0,0 0 0,0 0 0,0 0 0,0 25 0,0-25 0,0 0 16,0 0-16,0 0 0,0 0 0,0 0 0,0 0 0,0 24 0,0-24 0,0 0 0,0 0 15,0 0-15,0 0 0,0 0 0,0 25 0,0-25 0,0 0 16,25 0-1,-25 0-15,0 0 0,0 0 0,0 25 0,0-25 0,0 0 0,0 0 968,323-99-968,-323 99 0,0 0 0,0 0 0,0 0 0,0 0 0,0 0 0,0 0 46</inkml:trace>
  <inkml:trace contextRef="#ctx0" brushRef="#br0" timeOffset="769632.0204">13667 10641 0,'0'0'0,"0"0"16,0 0-16,0 0 0,0 0 0,0 0 0,0 0 0,0 0 15,0 0-15,0 0 0,0 0 0,0 0 0,0 0 16,0 0-16,0 0 0,0 0 0,0 0 15,0 0-15,0 0 0,0 0 0,0 0 0,0 0 0,0 0 16,0 0-16,0 0 0,-24 0 0,24 0 16,0 0-16,0 0 0,0 0 234,-124 25-234,124-25 0,0 0 0,0 0 0,0 0 15,-25 0 1,25 25-16,0-25 0,0 0 0,0 0 15,0 0-15,0 0 0,0 0 0,0 0 0,-25 0 0,25 0 0,0 0 0,0 0 0,0 0 0,0 0 0,0 0 16,0 0-16,0 0 0,0 0 0,0 0 0,0 25 0,0-25 0,0 0 0,0 0 0,0 0 0,0 0 0,-25 0 0,25 0 0,0 0 0,0 0 0,0 0 0,0 0 16,0 24-16,0-24 0,0 0 0,0 0 0,0 0 15,0 0-15,0 0 0,0 0 0,0 0 0,0 0 0,0 25 0,0-25 0,0 0 0,0 0 0,-25 0 0,25 0 0,0 0 0,0 25 0,0-25 0,0 0 0,0 0 16,0 0-16,0 0 0,0 0 0,0 0 0,0 0 0,0 25 15,0-25-15,0 0 0,0 0 0,0 0 0,0 0 0,0 0 0,0 0 63,0 0-63,0 25 0,0-25 0,0 0 0,0 0 15,0 0-15,0 0 0,0 0 0,0 24 0,0-24 0,0 0 0,0 0 0,0 0 0,0 0 0,0 0 0,0 25 0,0-25 0,0 0 0,0 0 0,0 0 0,0 0 0,0 0 0,25 0 0,-25 0 0,0 25 0,0-25 16,0 0-16,0 0 0,0 0 0,0 0 0,0 0 0,0 0 16,0 0-16,0 0 0,0 0 0,0 0 0,0 25 0,0-25 15,0 0-15,0 0 0,0 0 16,0 0-16,0 0 0,0 0 0,0 0 15,0 0-15,0 0 0,0 0 0,0 0 0,0 0 0,0 0 16,0 0-16,25 0 0,-25 25 0,0-25 0,0 0 0,0 0 16,0 0-16,0 0 0,0 0 0,0 0 0,0 0 0,0 0 0,25 0 15,-25 0-15,0 0 0,0 0 0,0 0 0,0 0 0,0 0 16,0 0-16,0 24 0,0-24 0,0 0 0,0 0 0,0 0 15,0 0 1,0 0-16,25 0 0,-25 0 0,0 0 0,0 0 0,0 0 47,0 0-47,0 0 0,0 0 0,0 0 0,0 0 0,0 0 0,24 25 0,-24-25 0,0 0 0,0 0 0,0 0 15,25 0 63,-25 0-78,0 0 0,0 0 0,0 0 0,0 0 0,25 0 0,-25 0 0,0 0 0,0 0 0,0 0 0,0 0 0,0 0 0,25 0 0,-25 0 0,0 0 16,0 0-16,0 0 0,0 0 0,0 0 0,25 0 16,-25 0-16,0 0 0,0 0 0,0 0 0,0 0 0,0 0 0,0 0 0,0 0 0,24 0 0,-24 0 0,0 0 0,0-25 0,0 25 0,0 0 0,0 0 0,0 0 0,25 0 0,-25 0 0,0 0 0,0 0 0,0 0 0,0 0 0,0-24 15,0 24 1,0 0-16,25 0 0,-25 0 0,0 0 15,0 0-15,0 0 0,0-25 0,0 25 0,0 0 0,0 0 16,0 0-16,25 0 0,-25 0 0,0-25 0,0 25 0,0 0 16,0 0-16,0 0 0,0 0 0,0 0 0,0 0 0,0 0 0,0-25 0,0 25 0,0 0 0,25 0 15,-25 0-15,0 0 0,0 0 0,0 0 0,0 0 0,0 0 16,0-25-16,0 25 0,0 0 0,0 0 0,0 0 0,0 0 983</inkml:trace>
  <inkml:trace contextRef="#ctx0" brushRef="#br0" timeOffset="771644.1355">13717 10815 0,'0'0'0,"0"0"0,0 0 0,0 0 0,0 0 0,0 0 0,0 0 15,0 0-15,0 0 0,0 0 0,0 0 0,0 0 0,0 0 0,0 0 16,0 0-1,0 0-15,0 0 0,25 0 0,-25 0 0,0 0 0,0 0 16,0 0-16,0 0 0,0 0 0,0 0 0,0 0 0,0 0 0,0 0 16,0 0-16,0 0 0,0 0 0,0 0 0,0 0 0,0 0 15,0 0-15,0 0 0,0 25 0,0-25 0,0 0 0,0 0 0,0 0 16,0 0-16,0 0 0,0 0 0,0 0 0,0 0 15,0 0-15,0 0 16,0 0-16,0 0 0,0 0 16,0 0-16,0 0 0,0 0 0,0 0 0,0 0 0,0 0 0,0 0 0,0 0 0,0 0 62,0 0 125,25 148-187,-25-148 0,0 25 0,0-25 0,0 0 0,0 0 0,0 0 0,0 0 0,0 25 0,0-25 16,0 0-16,0 0 0,0 0 0,0 0 0,0 25 0,0-25 0,0 0 0,0 0 0,0 0 0,0 0 0,0 0 0,0 0 0,0 25 0,0-25 0,0 0 0,24 0 0,-24 0 15,0 0-15,0 0 0,0 0 0,0 24 0,0-24 0,0 0 0,0 0 0,0 0 0,0 0 0,0 0 0,0 25 0,0-25 0,25 0 0,-25 0 0,0 0 0,0 0 0,0 0 47,0 25-47,0-25 0,0 0 0,0 0 0,0 0 0,25 0 0,-25 0 0,0 0 0,0 0 0,0 25 0,0-25 0,0 0 0,25 0 0,-25 0 0,0 0 16,0 0-16,0 0 0,0 0 0,0 0 0,25 0 0,-25 0 15,0 25-15,0-25 0,0 0 0,0 0 0,24 0 0,-24 0 0,0 0 16,0 0-16,0 0 16,0 0-16,0 0 0,25 0 0,-25 0 15,0 0-15,0 0 0,0 0 0,0 0 0,0 0 0,0 0 0,0 0 16,0 0-16,0 0 0,25 0 0,-25 0 0,0 0 0,0 0 0,0 0 15,0 0-15,0 0 0,0 0 0,0 0 0,0 0 0,0 0 16,25 0-16,-25 0 0,0-25 0,0 25 0,0 0 0,0 0 16,0 0-1,0 0-15,25 0 0,-25-25 0,0 25 890</inkml:trace>
  <inkml:trace contextRef="#ctx0" brushRef="#br0" timeOffset="774025.2716">13965 10666 0,'0'0'0,"0"0"0,0 0 0,0 0 0,0 0 0,0 0 0,0 0 0,0 0 0,0 0 0,0 0 0,0 0 0,0 0 0,0 0 0,0 0 0,0 0 0,0 0 0,0 0 0,0 0 0,0 0 0,0 0 0,0 0 16,0 0-16,0 0 0,0 0 0,0 0 0,0 0 0,0 0 0,0 0 0,0 0 0,0 0 0,0 0 0,0 0 0,0 0 0,0 0 15,0 0-15,0 0 0,0 0 0,0 0 16,0 0-16,0 0 0,0 0 0,0 0 0,0 0 0,0 0 16,0 0-16,0 0 0,0 0 0,0 0 0,0 0 0,0 0 0,0 0 0,0 0 0,0 0 0,0 0 15,0 0-15,0 0 0,0 0 0,0 0 0,0 0 0,0 0 16,25 0-16,-25 0 0,0 0 0,0 0 0,0 0 0,0 0 109,49-25-109,-49 25 0,25 0 0,-25 0 0,25 0 0,-25 0 0,0 0 0,25-25 0,-25 25 0,25 0 0,-25 0 0,0 0 16,24-24-16,-24 24 0,25 0 0,-25 0 0,0 0 0,25-25 0,-25 25 0,0 0 0,25 0 0,-25 0 0,0 0 0,25-25 0,-25 25 0,0 0 0,24 0 0,-24 0 0,0 0 0,0-25 0,25 25 0,-25 0 0,0 0 0,0 0 0,25 0 0,-25 0 0,0 0 0,0 0 0,0 0 15,0 0-15,0 0 0,25-25 0,-25 25 0,0 0 0,0 0 16,0 0-16,0 0 0,0 0 0,0 0 0,0 0 15,0 0-15,0 0 16,0 0-16,0 0 0,0 0 0,0 0 0,0 0 0,0 0 16,0 0-16,0 0 0,0 0 0,0 0 0,0 0 15,-25 0-15,25 0 0,0 0 0,0 0 0,0 0 0,0 0 0,0 0 0,0 0 16,-25 0-16,25 0 15,0 0-15,0 0 0,0 0 0</inkml:trace>
  <inkml:trace contextRef="#ctx0" brushRef="#br0" timeOffset="775788.3724">14461 10641 0,'0'0'15,"0"0"1,0 0-1,0 0 17,0 0-17,0 0 1,0 0-16,0 0 15,0 0-15,0 0 16,0 0 0,0 0 514,50 75-530,-50-75 0,0 0 16,0 24-1,25 1 1,-25-25-1,0 0 1,0 0-16,0 0 16,0-25-1,0 25 16,0-24-15,0 24 0,0 0-16,0 0 0</inkml:trace>
  <inkml:trace contextRef="#ctx0" brushRef="#br0" timeOffset="776384.4066">14709 11162 0,'0'0'16,"0"0"-16,0 0 0,0 0 0,0 0 0,0 0 0,0 0 0,0 0 0,0 0 0,0 0 0,0 0 0,0 0 0,0 0 0,0 0 0,0 0 0,0 0 0,0 0 0,0 0 0,0 0 0,0 0 0,0 0 0,0 0 0,0 0 0,0 0 0,0 0 0,0 0 0,0 0 0,0 0 16,0 0-16,0 0 0,0 0 0,25 0 0,-25 0 0,0 0 0,0 0 0,0 0 0,0 0 0,0 0 0,0 0 0,0 0 0,0 0 0,0 0 15,0 0-15,0 0 0,0 0 0,0 0 0,0 0 16,0 0-16,25 25 0,-25-25 0,0 0 0,0 0 0,0 0 15,0 0-15,0 0 0,0 0 0,0 0 0,0 0 16,0 0-16,0 0 0,0 0 0,0 0 0,0 0 0,0 0 16,0 0-16,0 0 0,0 0 0,0 0 15,0 0-15,25 0 0,-25 0 0,0 0 0,0 0 16,0 0-1,0 0-15,0 0 0,0 0 16,0 0-16,0 25 0,0-25 0,0 0 16,0 0-16,0 0 15,0 0-15,0 0 0,0 0 0,0 0 63,-100 223 93,76-223-156,24 0 0,0 0 15,-25 25-15,25-25 0,0 0 0,-25 0 16,25 0-16,0 0 0,-25 0 15,25 0-15,0 0 0,0 25 16,0-25-16,0 0 16,0 0-16,0 0 0,0 0 0,0-25 0,0 25 15,0 0-15,0 0 0,0 0 0,0 0 0,0 0 16,0 0-16,0 0 0,0 0 0,0 0 15,0-25-15,0 25 0,0 0 16,0 0-16</inkml:trace>
  <inkml:trace contextRef="#ctx0" brushRef="#br0" timeOffset="778364.5199">15825 10641 0,'0'0'15,"-24"0"1,24 0-1,0 0-15,-25 0 16,25 0 0,0 0-1,-25 0 1,25 25-1,-25-25 1,0 25 0,1 0-1,24-1 1,0-24-16,0 25 47,-25 50-32,50-26 1,-25-24-1,24 0 1,-24-25 0,0 25-1,25-1-15,-25-24 16,0 0-1,25 0-15,0 25 32,-25-25-17,25 0 1,-25 0-1,0 0-15,49 0 406,50-322-359,-99 322 15,0 0-15,0 0-16,0 0-15,0 0-16,0 0 15,0 0 1,0 0-16,-24 0 16,24 0-1</inkml:trace>
  <inkml:trace contextRef="#ctx0" brushRef="#br0" timeOffset="780323.6319">15949 10716 0,'0'0'0,"0"0"16,0 0-16,0 0 0,0 0 0,0 0 0,0 0 0,0 0 15,0 0-15,0 0 0,0 0 0,0 0 0,25 0 0,-25 0 16,0 0-16,0 0 0,0 0 0,0 0 0,0-25 0,0 25 0,0 0 15,0 0-15,0 0 0,0 0 0,0 0 0,0 0 0,0 0 0,0 0 16,0 0-16,0 0 0,0 0 0,0 0 16,0 0-16,0 0 15,0 0-15,0 0 0,0 0 0,0 0 0,0 0 0,0 0 16,0 0-16,0 0 0,0 0 0,0 0 0,0 0 0,0 0 0,0 0 15,0 0-15,0 0 0,0 0 0,0 0 0,0 0 0,0 0 0,0 0 16,0 0-16,0 0 0,0 0 0,0 0 0,0 0 0,0 0 16,0 0-16,0 0 15,0 0-15,0 0 0,0 0 0,0 0 0,0 0 16,0 0-16,0 0 0,0 0 0,25 0 0,-25 0 0,0 0 15,0 0-15,0 0 0,0 0 0,0 0 0,0 0 0,0 0 0,0 0 16,0 0-16,0 0 0,0 0 0,0 25 0,0-25 0,0 0 16,0 0-16,0 0 0,0 0 15,0 0-15,0 0 0,0 0 0,0 0 16,0 0-16,0 24 0,0-24 0,0 0 0,0 0 0,0 0 0,0 0 0,0 25 31,0-25 16,0 0-47,0 0 0,0 25 0,0-25 0,0 0 0,0 0 0,25 25 0,-25-25 0,0 0 0,0 25 0,0-25 0,0 0 0,0 24 0,0-24 0,0 0 0,0 0 0,0 25 0,0-25 0,0 0 0,0 25 0,0-25 0,0 0 15,0 0-15,0 25 0,0-25 0,0 0 0,0 0 0,0 25 0,0-25 0,0 0 0,0 0 16,0 0-16,0 24 0,0-24 0,0 0 0,0 0 16,0 0-16,0 0 0,0 25 0,0-25 0,25 0 0,-25 0 0,0 0 0,0 0 15,0 0-15,0 0 0,0 0 0,0 0 0,0 25 0,0-25 16,0 0-16,0 0 0,0 0 0,0 0 31,0 0-31,0 0 0,0 0 0,0 0 0,0 0 0,24 0 0,-24 0 0,0 0 0,0 0 0,0 0 16,0 0-16,0 0 0,25 0 0,-25 0 0,0 0 0,0 0 15,0 0-15,0 0 0,0 0 0,25 0 0,-25 0 0,0 0 63,0 0 701</inkml:trace>
  <inkml:trace contextRef="#ctx0" brushRef="#br0" timeOffset="782890.7788">16321 10492 0,'0'25'0,"0"-25"16,0 0-1,0 0 1,0 0-16,0 0 0,0 0 0,0 0 0,0 0 0,0 0 0,0 0 0,0 0 0,0 0 0,0 0 0,0 0 0,0 0 0,0 0 0,0 0 0,0 0 16,0 0-16,0 0 0,0 0 0,0 0 0,0 0 0,0 0 15,0 0-15,0 0 16,0 0-16,0 0 0,0 0 15,0 0-15,0 0 0,0 0 0,0 0 0,0 0 0,0 0 0,0 0 0,0 0 16,0 0-16,0 0 0,0 0 0,0 0 0,0 0 0,0 0 0,0 0 16,0 0-16,0 0 0,0 0 0,0 0 0,0 0 0,0 0 0,0 0 31,0 0-31,0 0 0,0 0 0,0 0 0,0 0 0,0 0 0,0 0 15,0 0-15,0 0 0,0 0 359,249-149-343,-249 149-16,0 0 0,0 0 0,0 0 0,0 0 0,0 0 0,0 0 0,0 0 0,0 0 0,0 0 0,0 0 0,24 0 0,-24 0 0,0 0 0,0 0 0,0 0 0,0 0 0,0 0 0,0 0 15,0 0-15,0 0 0,0 0 0,0 0 0,0 0 0,25 0 0,-25-24 0,0 24 0,0 0 0,0 0 0,0 0 0,0 0 0,0 0 0,0 0 0,0 0 0,0 0 0,25 0 0,-25 0 0,0 0 0,0 0 0,0 0 0,0 0 0,0 0 16,0 0 0,0 0-16,0 0 0,0 0 0,0 0 0,0 0 15,0 0-15,0 0 0,0 0 0,0 0 0,0 0 0,0 0 0,0 0 16,0 0-16,0 0 0,0 0 0,0 0 0,0 0 0,0 0 0,0 0 0,0 0 0,0 0 15,0 0-15,0 0 0,0 0 0,0 0 0,0 0 16,0 0-16,-25 0 16,25 0-16,0 0 0,0 0 0,0 0 0,0 0 0,0 0 171</inkml:trace>
  <inkml:trace contextRef="#ctx0" brushRef="#br0" timeOffset="784994.899">17239 10889 0</inkml:trace>
  <inkml:trace contextRef="#ctx0" brushRef="#br0" timeOffset="785540.9303">17264 11584 0</inkml:trace>
  <inkml:trace contextRef="#ctx0" brushRef="#br0" timeOffset="786786.0016">16743 11782 0,'0'25'15,"0"-25"-15,0 0 31,0-25 16,75-74-47,-75 99 0,24-25 0</inkml:trace>
  <inkml:trace contextRef="#ctx0" brushRef="#br0" timeOffset="790450.2111">17438 10988 0,'0'0'0,"0"0"0,0 0 0,0 0 0,0 0 15,0 0-15,0 0 0,0 0 0,0 0 0,0 0 0,0 0 0,0 0 0,0 0 0,0 0 0,0 0 0,0 0 0,0 0 0,0 0 0,0 0 0,0 0 16,0 0-16,0-24 0,0 24 0,0 0 0,0 0 0,0 0 0,0 0 0,0 0 15,0 0-15,0 0 0,0 0 0,24 0 16,-24 0-16,0 0 0,0 0 0,0-25 0,0 25 0,0 0 16,0 0-16,0 0 0,0 0 0,0 0 15,-24 0-15,24 0 0,0-25 0,0 25 0,0 0 0,0 0 0,0 0 0,0 0 0,0 0 16,0 0-16,0 0 0,0 0 0,0 0 0,0 0 0,0 0 0,0 0 0,0 0 0,0 0 0,0 0 0,0 0 0,0 0 0,0 0 0,0 0 15,0 0-15,0 0 0,0 0 0,0 0 0,0 0 0,0 0 0,0 0 0,0 0 0,0 0 0,0 0 0,0 0 0,0 0 0,0 0 16,0 0-16,0 0 0,0 0 0,0 0 0,0 0 16,0 0-16,0 0 0,0 0 0,0 0 0,0 0 0,0 0 0,0 0 15,0 0 110,0 0 93</inkml:trace>
  <inkml:trace contextRef="#ctx0" brushRef="#br0" timeOffset="910807.0952">18529 10468 0,'0'0'0,"0"0"0,0 0 0,0 0 0,0 0 0,-25 0 0,25 0 0,0 0 0,0 0 0,0 0 0,-25 0 0,25 0 0,0 0 0,0 0 0,-24 0 0,24 0 0,0 0 0,0 0 0,0 0 0,-25 0 0,25 0 0,0 0 0,0 0 0,-25 0 0,25 0 0,0 0 0,0 24 0,-25-24 0,25 0 16,0 0-16,-25 0 0,25 0 0,0 0 0,0 0 0,0 0 0,-24 0 0,24 0 0,0 0 0,0 25 15,0-25-15,-25 0 0,25 0 0,0 0 0,0 0 0,0 0 0,0 25 0,-25-25 0,25 0 16,0 0-16,0 0 0,0 0 0,0 25 0,0-25 16,-25 0-16,25 0 0,0 0 0,0 25 0,0-25 15,0 0-15,0 0 16,-25 24-16,25-24 0,0 0 0,0 0 0,0 0 0,0 25 15,0-25-15,0 0 0,-24 0 0,24 25 0,0-25 0,0 0 0,0 25 16,0-25-16,0 0 0,0 0 0,0 25 0,0-25 0,0 0 0,0 24 16,0-24-16,0 0 15,0 25-15,0-25 0,0 25 0,0-25 16,0 0-16,0 25 0,0-25 0,0 25 0,0-25 15,0 0-15,0 0 0,0 24 0,0-24 0,0 0 0,0 25 0,0-25 0,0 0 0,0 0 16,24 0-16,-24 25 0,0-25 0,0 0 0,0 0 0,0 0 16,0 0-16,25 0 0,-25 25 0,0-25 0,0 0 0,0 0 15,25 0-15,-25 0 0,0 0 0,0 0 0,0 0 0,25 0 16,-25 0 202,248-99-218,-248 99 0,0 0 0,0-25 0,0 25 0,0-25 0,0 25 0,0 0 0,0-25 0,0 25 0,0 0 0,0-25 0,0 25 16,0-24-16,0 24 0,0 0 0,0-25 15,0 25-15,0 0 0,0 0 0,0-25 0,0 25 0,0 0 0,0 0 0,0-25 0,0 25 0,0 0 0,0 0 0,0 0 0,0 0 0,0 0 0,0 0 0,0-25 0,0 25 0,0 0 0,0 0 0,0 0 0,0 0 0,0 0 0,0 0 0,0-24 0,0 24 0,0 0 16,0 0-16,0 0 0,25-25 0,-25 25 0,0 0 0,0 0 0,0 0 62,0-25-46,0 25-16,0 0 0,0 0 0,0-25 0,0 25 0,25 0 0,-25 0 0,0 0 0,0 0 0,0 0 0,0 0 0,0 0 0,0 0 0,0 0 0,0 0 0,0 0 0,0 0 0,0 0 16,0 0-16,0 0 0,0 0 0,0 0 0,0 0 0,0 0 0,0 0 0,0 0 0,0 0 0,0 0 0,0 0 0,0 0 0,0 0 0,0 0 0,0 0 15,0 0-15,0 0 0,0 0 0,0 0 0,0 0 0,0 0 0,0 0 16,0 0-16,0 0 0,0 0 0,0 0 0,0 0 15,0 0-15,0 0 16,0 0-16,0 0 0,0 0 0,0 0 0,0 0 0,0 0 16,0 0-16,0 0 0,0 0 0,0 0 0,0 0 0,0 25 15,0-25-15,0 0 0,0 0 0,0 0 0,0 0 0,0 0 16,0 0-16,0 0 0,0 0 0,0 0 0,0 0 0,0 0 0,0 0 15,0 0-15,0 25 0,0-25 0,0 0 16,0 0-16,0 0 0,-25 0 16,25 0-16,0 0 0,0 0 0,0 0 0,0 25 0,0-25 0,0 0 265</inkml:trace>
  <inkml:trace contextRef="#ctx0" brushRef="#br0" timeOffset="911762.1498">19075 10244 0,'-25'25'0,"25"-25"0,0 0 0,0 25 0,-25-25 47,-49 149-1,74-149-46,0 0 0,0 0 0,0 0 0,0 0 0,0 0 0,0 0 47,0-25-47,0 25 0,0 0 0,0 0 0,0 0 0,0 0 0</inkml:trace>
  <inkml:trace contextRef="#ctx0" brushRef="#br0" timeOffset="914316.2959">18604 10542 0,'0'0'0,"0"0"0,0 0 0,0 0 0,0 0 46,74 397 266,-74-397-312,0 0 0,0 0 0,0 0 0,0 25 0,25-25 0,-25 0 0,0 0 0,0 0 0,0 0 0,0 24 0,0-24 0,0 0 0,0 0 0,0 0 0,0 0 16,0 0-16,0 0 0,0 25 0,0-25 0,0 0 0,0 0 0,0 0 0,0 0 0,0 0 0,0 0 0,0 0 0,0 0 0,0 0 0,0 25 0,0-25 0,0 0 0,0 0 0,0 0 0,0 0 0,0 0 0,0 0 0,0 0 0,0 0 16,0 25-16,0-25 0,0 0 0,0 0 0,0 0 31,0 0-31,0 0 0,0 0 0,0 0 0,0 0 0,0 0 0,25 0 0,-25 25 0,0-25 15,0 0-15,0 0 0,0 0 0,0 0 0,0 0 16,0 0-16,0 24 0,0-24 0,0 0 0,0 0 0,0 0 0,0 0 16,0 0-16,0 0 0,0 0 0,0 0 0,0 25 0,0-25 0,0 0 15,0 0-15,0 0 0,0 0 0,0 0 0,0 0 0,0 0 16,0 25-1,0-25-15,0 0 0,0 0 0,0 0 0,0 0 0,0 0 16,0 0-16,0 25 0,0-25 0,0 0 0,0 0 0,0 0 16,0 0-16,0 0 0,0 25 0,0-25 15,0 0-15,0 0 0,24 0 0,-24 0 0,0 0 0,0 0 0,0 0 0,0 0 0,0 0 16,0 0-16,0 0 0,0 0 0,0 0 0,0 0 0,0 0 15,0 0-15,0 0 0,0 0 0,0 0 0,0 0 16,0 0-16,0 0 250,149-174-250,-149 174 0,0 0 0,0 0 0,0 0 0,0-25 15,25 25-15,-25 0 0,0 0 0,0 0 0,0 0 0,0 0 0,0 0 0,0-25 0,0 25 0,0 0 0,0 0 0,0 0 16,0 0-16,0 0 0,0-24 0,0 24 0,0 0 0,0 0 0,0 0 0,0 0 0,0-25 0,0 25 0,0 0 0,0 0 0,0 0 0,0 0 0,0 0 0,0 0 0,0 0 0,0 0 0,0 0 0,0-25 0,0 25 0,0 0 0,0 0 15,0 0-15,0 0 0,0 0 0,0 0 16,0 0-16,0 0 0,0-25 0,0 25 16,0 0-16</inkml:trace>
  <inkml:trace contextRef="#ctx0" brushRef="#br0" timeOffset="915785.3799">19645 10120 0,'0'0'0,"0"0"16,0 0-16,0 0 0,0 0 0,0 0 0,0 0 0,0 0 16,25 0-16,-25 0 0,0 0 0,0 0 15,0 0-15,0 0 16,0 0-16,0 0 0,0 0 0,0 0 0,0 0 0,0 0 0,0 0 15,0 0-15,0 0 0,0 0 0,0 0 0,0 0 0,0 0 16,0 0-16,0 0 0,0 0 0,0 0 0,0 0 0,0 0 0,0 0 16,0 0-16,0 0 0,0 0 0,0 0 0,0 0 0,0 0 15,0 0-15,0 0 0,0 0 0,0 25 16,0-25-16,0 0 0,0 0 15,0 0-15,0 0 0,0 0 0,0 0 0,0 0 0,0 0 0,25 0 16,-25 0-16,0 0 0,0 0 0,0 0 0,0 25 16,0-25-16,0 0 202,124 298-202,-124-298 0,0 24 0,0-24 0,0 0 0,0 25 0,0-25 0,0 0 0,0 25 0,0-25 0,0 0 0,0 25 0,0-25 0,0 0 0,0 25 0,0-25 0,0 0 0,0 24 16,0-24-16,0 0 0,-25 25 0,25-25 0,0 0 0,0 25 0,0-25 0,0 0 0,0 25 0,0-25 0,0 25 0,-25-25 0,25 0 0,0 24 0,0-24 0,0 0 0,0 25 0,-24-25 0,24 0 0,0 25 0,0-25 16,0 25-16,-25-25 0,25 0 0,0 25 0,0-25 0,0 0 15,-25 24-15,25-24 0,0 0 0,0 25 0,0-25 0,-25 0 16,25 0-1,0 25-15,0-25 0,0 0 0,-25 0 0,25 25 0,0-25 0,0 0 16,0 0-16,0 25 0,-24-25 0,24 0 0,0 0 0,0 24 16,0-24-16,0 0 0,-25 0 0,25 0 0,0 25 0,0-25 0,0 0 15,-25 0-15,25 0 0,0 25 0,0-25 0,0 0 0,0 0 31,0 0-31,-25 0 0,25 25 0,0-25 0,0 0 0,0 0 0,0 0 0,-25 0 0,25 0 0,0 25 0,0-25 0,0 0 16,0 0 0,0 0-16,0 0 0,0 0 0,0 0 0,0 0 0,0 0 15,0 0-15,0 0 0,0 0 0,0 0 0,0 0 0,0 0 47,0 0-47,0 0 0,0 0 0,0 0 0,0 0 16,0 0-16,0 0 0,0 0 0,0 0 0,0 0 0,0 0 0,0 0 0,0 0 0,0 0 0,0 0 0,0-25 0,0 25 0,0 0 0,0 0 0,-25 0 0,25 0 0,0 0 0,0 0 0,0 0 0,0-25 31,0 25-31,0 0 0,0 0 0,-24 0 0,24-25 0,0 25 0,0 0 15,0 0-15,0 0 0,0 0 0</inkml:trace>
  <inkml:trace contextRef="#ctx0" brushRef="#br0" timeOffset="921626.714">7565 11881 0,'0'0'0,"0"0"0,0 0 15,0 0-15,0 0 0,0 0 0,0 0 0,0 0 16,0 0-16,0 0 0,0 0 0,0 0 0,0 0 0,0 0 15,0 0-15,0 0 0,0 0 0,0 0 0,0 0 0,0 0 0,0 0 16,0 0-16,0 0 0,0 0 0,0 0 16,0 0-16,0 0 0,0 0 0,0 0 0,0 0 15,0 0-15,0 0 0,0 0 0,0 0 0,0 0 16,0 0-16,0 0 0,0 0 0,0 0 0,0 0 0,0 0 15,0 0-15,0 0 0,0 0 0,0 0 0,0 0 0,0 0 0,0 0 16,0 0-16,0 0 0,0 0 0,0 0 0,0 0 0,0 0 78,50 273 78,-50-273-156,0 0 0,0 25 0,25-25 0,-25 0 0,0 0 0,0 0 0,0 25 0,0-25 0,0 0 0,0 0 16,25 0-16,-25 0 0,0 25 0,0-25 0,0 0 0,0 0 0,0 0 0,24 0 0,-24 0 0,0 0 0,0 0 0,0 0 0,0 0 0,0 0 0,25 0 0,-25 0 0,0 0 0,0 0 0,0 0 0,0 0 0,25 0 15,-25-25-15,0 25 0,0 0 0,0 0 16,0 0-16,0 0 0,25 0 0,-25 0 0,0 0 15,0 0-15,0 0 0,0 0 0,0 0 0,25 0 0,-25 0 0,0-25 0,0 25 0,0 0 0,0 0 0,0 0 0,0 0 0,0-25 0,24 25 0,-24 0 0,0 0 16,0 0-16,0 0 0,0-25 0,0 25 0,0 0 0,0 0 16,0 0-16,0 0 15,0-24-15,0 24 0,0 0 0,0 0 0,0-25 16,0 25-16,0 0 0,0 0 0,0-25 0,0 25 0,0 0 15,0 0-15,0-25 0,0 25 0,0 0 0,0 0 16,0-25-16,0 25 0,0 0 0,0 0 16,0-24-16,0 24 0,0 0 0,0 0 0,0 0 0,0 0 0,0 0 0,0 0 15,0-25-15,0 25 0,0 0 0,0 0 546</inkml:trace>
  <inkml:trace contextRef="#ctx0" brushRef="#br0" timeOffset="923000.7926">8905 11956 0</inkml:trace>
  <inkml:trace contextRef="#ctx0" brushRef="#br0" timeOffset="924130.8572">8607 12080 0,'-25'0'0,"25"0"0,0 0 0,0 0 0,0 0 0,0 0 0,0 0 0,0 0 0,0 0 0,0 0 0,0 0 0,0 0 15,0 0-15,0 0 0,0 0 0,0 0 0,0 0 0,0 0 0,0 0 0,0 0 0,0 0 0,0 0 0,0 0 0,0 0 0,0 0 0,0 0 0,25 0 0,-25 0 0,0 0 0,0 0 0,0 0 0,0 0 0,0 0 0,0 0 0,0 0 0,0 0 0,25 0 0,-25 0 0,0 0 16,0 0-16,0 0 0,25 0 0,-25 0 0,0 0 0,0 0 16,25 0-16,-25-25 0,0 25 0,24 0 0,-24 0 15,0 0 1,25 0-16,-25 0 0,0 0 0,25 0 0,-25 0 0,25 0 0,-25 0 15,0-25-15,25 25 0,-25 0 0,0 0 0,24 0 0,-24 0 0,0 0 16,25 0-16,-25-25 0,0 25 0,25 0 0,-25 0 0,0 0 16,0 0-16,25 0 0,-25 0 0,0 0 0,0 0 0,25-24 15,-25 24 32,0 0-47,0 0 0,0 0 0,0 0 16,0 0-16,24 0 0,-24 0 0,0 0 0,0 0 0,0 0 0,0 0 15,0 0-15,0 0 0,0 0 0,0 0 0,0 0 0,0 0 0,0 0 0,0 0 0,0 0 0,0 0 16,0 0-16,0 0 0,0 0 0,0 0 0,0 0 0,0 0 0,0 0 0,0 0 0,0 0 0,-24 0 0,24 0 0,0 0 0,0 0 0,0 0 15,0 0-15,0-25 0,0 25 0,-25 0 0,25 0 16,0 0-16,0 0 0,0 0 0,0 0 0</inkml:trace>
  <inkml:trace contextRef="#ctx0" brushRef="#br0" timeOffset="979241.0094">8210 12005 0,'0'0'0,"0"0"15,0 0-15,0 0 0,0 0 0,0 0 0,0 0 0,0 0 172,0 0-172,0 0 15,0 0-15,0 0 0,0 0 0,0 0 0,0 0 0,0 0 0,0 0 0,0 0 0,0 0 0,0 0 0,0 0 0,0 0 0,0 0 0,0 0 0,0 0 16,0 0-16,0 0 16,0 0-16,0 0 0,0 0 0,0 0 0,0 0 15,0 0-15,0 0 0,0 0 0,0 25 0,0-25 0,0 0 0,0 0 16,0 0-16,0 25 0,0-25 0,25 0 0,-25 25 0,0-25 0,0 25 15,0-25-15,0 24 0,0-24 0,0 25 0,0-25 0,0 25 0,0-25 16,0 25-16,0-25 0,0 25 0,0-25 0,0 25 0,0-25 0,0 24 0,0-24 0,0 25 0,0-25 0,0 25 0,0-25 0,0 25 0,0-25 0,0 0 0,0 25 0,0-25 0,0 0 0,0 24 0,0-24 0,0 0 0,0 0 0,0 25 16,0-25-16,0 0 0,0 0 15,0 0-15,0 0 16,0 0-16,0 0 0,0 0 0,0 0 0,0 0 0,0 0 15,0 0-15,0 0 0,0 0 0,0 0 0,0 0 0,0 0 16,0 0-16,0 0 16,0-25-16,0 25 0,0 0 15,0 0-15,0 0 0,0-24 0,0 24 0,0 0 0,0-25 0,0 25 0,0 0 0,0-25 0,0 25 0</inkml:trace>
  <inkml:trace contextRef="#ctx0" brushRef="#br0" timeOffset="979911.0477">8037 12278 0,'0'25'0,"0"-25"0,0 0 0,0 0 15,0 0-15,0 0 0,0 0 0,0 0 16,0 0-16,0 0 0,0 0 0,0 0 0,0 0 0,0 0 0,0 0 16,0 0-16,25 0 0,-25 0 0,0 0 15,0 0-15,0 0 0,0 0 0,0 0 0,24 0 0,-24-25 0,0 25 16,0 0-16,0 0 0,0 0 0,25 0 15,-25 0-15,0 0 0,0 0 0,0 0 0,25 0 0,-25 0 16,0 0-16,0 0 0,25 0 0,-25 0 0,0 0 16,0 0-16,0 0 0,25 0 0,-25 0 0,0 0 15,0 25-15,24-25 0,-24 0 0,0 0 0,0 0 0,25 0 0,-25 0 16,0 0-16,0 0 0,25 0 0,-25 0 15,0 0-15,0 0 0,25 0 0,-25 0 0,0 0 0,25 0 16,-25 0-16,24 0 0,-24 0 0,0 0 0,25 0 0,-25 0 16,0 0-16,25 0 0,-25-25 0,0 25 15,0 0-15,0 0 0,25 0 0,-25 0 0,0 0 16,0 0-16,0 0 0,-25 0 0,25 0 0,0 0 0,0 0 0,0-24 15,0 24-15,0 0 0</inkml:trace>
  <inkml:trace contextRef="#ctx0" brushRef="#br0" timeOffset="980759.0962">8582 11857 0,'0'0'0,"0"0"0,0 0 0,0 0 0,0 0 16,0 0-16,0 0 0,0 0 0,0 0 0,0 0 0,0 0 16,0 0-16,0 0 0,0 0 15,0 0-15,0 0 0,0 0 0,0 0 0,0 0 0,0 0 0,0 0 16,0 0-16,0 0 0,0 0 0,0 0 0,0 24 0,0-24 15,0 0-15,0 0 0,0 0 0,25 0 16,-25 0-16,0 0 0,0 0 0,0 0 0,0 0 0,25 25 0,-25-25 16,0 0-16,0 25 0,0-25 0,25 25 0,-25-25 15,0 25-15,0-25 0,0 24 0,0-24 0,25 25 16,-25-25-16,0 25 0,0-25 47,0 25-47,24 0 0,-24-25 0,0 24 0,0-24 0,0 25 0,0-25 0,25 25 0,-25-25 0,0 0 0,0 25 0,0-25 0,0 0 0,0 25 0,25-25 0,-25 0 0,0 0 0,0 0 0,0 0 15,0 25-15,0-25 0,0 0 0,0 0 0,25 0 0,-25 0 16,0 0-16,0 0 0,0 0 0,0 0 15,0 0-15,0 0 0,0 0 0,0 0 0,0 0 0,0-25 0,25 25 16,-25 0-16,0 0 0,0 0 16,0-25-16,24 25 0,-24 0 0,0-25 0,25 25 0,-25-25 0,0 25 171,149-273-171,-149 273 0,0 0 0,0-24 0,0 24 0,0 0 0,0 0 0,0 0 0,25-25 0,-25 25 0,0 0 0,0 0 0,0 0 0,0 0 0,0-25 0,0 25 16,0 0-16,0 0 0,0 0 0,0 0 0,0 0 0,0 0 0,0 0 0,0 0 0,0 0 0,0 0 0,0 0 0,0 0 0,0 0 0,0 0 0,0 25 0,-25-25 0,25 0 0,0 0 0,0 0 0,0 0 0,0 0 0,25 0 0,-25 0 0,0 0 0,0 0 15,0 25-15</inkml:trace>
  <inkml:trace contextRef="#ctx0" brushRef="#br0" timeOffset="981471.1369">9550 12278 0,'0'0'16,"0"0"-16,0 0 0,0 0 0,0 0 0,0 0 0,0 0 0,0 0 15,0 0-15,0 0 0,0 0 0,0 0 0,0 0 16,0 0-16,0 0 0,0 0 0,0 0 0,0 0 15,0 0-15,0 0 0,0 0 0,0 0 0,0 0 0,0 0 0,0 0 16,0 0-16,0 0 0,0 0 16,25 0-16,-25 0 0,0 0 0,0 0 0,24 0 0,-24 0 0,25 0 15,-25 0-15,0 0 0,25 0 0,-25 0 0,25 0 16,-25 0-16,25 0 0,-25 0 0,24 0 0,-24 0 0,25 0 15,-25 0-15,25 0 0,-25 0 0,25 0 16,-25 0-16,25 0 0,-25 0 0,0 0 0,24 0 0,-24 0 0,25 0 16,-25 25-16,0-25 0,25 0 15,-25 0-15,0 0 0,0 0 0,0 0 0,0 0 0,0 0 0,0 0 16,0 0-16,0 0 0,0 0 0,0 0 0,0 0 15,0 0-15,0 0 0,0 0 0,0 0 0,0 0 16</inkml:trace>
  <inkml:trace contextRef="#ctx0" brushRef="#br0" timeOffset="981912.1621">9599 12526 0,'0'0'16,"-24"25"-16,24-25 0,0 0 0,0 0 16,0 0-16,0 0 0,0 0 0,0 0 0,0 0 0,0 0 0,0 0 15,0 0-15,0 0 0,0 0 0,0 0 16,0 0-16,0 0 47,0 0-47,0 0 0,0 0 0,24 0 0,-24 0 0,0 0 0,0 0 0,25 0 0,-25 0 0,0 0 0,25 0 0,-25 0 0,0 0 0,25 0 0,-25 0 0,0 0 0,25 0 0,-25 0 0,24 0 0,-24 0 15,25 0-15,0 0 0,-25 0 0,25 0 0,-25 0 0,25 0 0,-25 0 16,24 0-16,1 0 0,-25 0 15,25 0-15,-25 0 0,25 0 0,-25 0 0,25 0 0,-25 0 16,0 0-16,24 0 0,-24 0 0,0 0 0,25 0 0,-25 0 0,0 0 16,0 0-16,25 0 0,-25 0 15,0 0-15,25 0 0,-25 0 0,0-25 0,25 25 0</inkml:trace>
  <inkml:trace contextRef="#ctx0" brushRef="#br0" timeOffset="983115.231">10790 11881 0,'0'0'0,"0"0"16,0 0-16,0 0 0,-25 0 0,25 0 0,0 0 15,0 0-15,0 0 0,0 0 0,0 0 0,0 0 16,-25 0-16,25 0 0,0 0 0,0 0 0,0 0 0,0 0 94,-24 0-16,-26 149-78,50-149 0,0 25 0,-25 0 0,25 0 0,0-25 0,0 24 0,0 1 0,0-25 0,0 25 0,-25 0 0,25-25 0,0 25 0,0 0 0,0-25 0,0 24 0,0 1 15,0-25-15,0 25 0,0 0 0,0-25 0,0 25 0,0-25 0,0 24 0,0 1 0,0-25 0,0 25 0,0-25 0,25 0 0,-25 25 0,0-25 0,0 25 0,0-25 16,0 0-16,0 24 15,0-24-15,25 0 0,-25 25 0,0-25 0,0 0 0,0 0 0,0 0 0,0 25 0,0-25 0,0 0 0,25 0 16,-25 0-16,0 0 0,0 0 0,0 0 0,0 25 0,0-25 0,0 0 0,0 0 16,25 0-16,-25 0 0,0 0 0,0 0 0,0 25 0,0-25 0,0 0 0,0 0 15,0 0-15,0 0 0,0 0 0,0 24 16,0-24-16,0 0 0,0 0 0,0 0 0,0 0 0,0 0 0,0 0 15,0 0-15,0 0 0,0 0 16,24 0-16,-24 0 0</inkml:trace>
  <inkml:trace contextRef="#ctx0" brushRef="#br0" timeOffset="984029.2832">11311 12105 0,'-25'0'125,"0"24"-125,25-24 0,0 0 0,0 0 0,0 0 0,0 0 0,0 0 0,0 0 0,0 0 0,-24 0 0,24 0 0,0 0 0,0 0 0,0 0 0,0 0 0,0 0 0,0 0 15,0 0-15,-25 0 0,25 0 0,0 0 0,0 25 0,0-25 0,0 0 0,0 0 0,0 0 0,0 25 0,0-25 0,-25 0 0,25 0 0,0 25 0,0-25 0,0 0 0,0 25 0,0-25 0,0 0 0,0 25 0,0-25 16,0 0-16,0 24 0,0-24 0,0 25 0,0-25 0,0 25 0,0-25 15,0 0-15,0 25 0,0-25 0,0 25 0,0-25 0,25 24 16,-25-24-16,0 0 0,0 25 16,0-25-16,0 25 0,0-25 0,25 0 0,-25 25 0,0-25 0,0 0 15,0 25-15,24-25 0,-24 0 0,0 24 0,0-24 0,25 0 16,-25 0-16,0 0 0,25 25 0,-25-25 15,0 0-15,25 0 0,-25 0 0,0 0 0,25 0 0,-25 0 16,0 0-16,24 0 0,-24 0 0,0 0 0,25 0 0,-25 0 16,0 0-16,25 0 0,-25 0 0,0 0 15,0 0-15,25 0 0,-25-25 0,0 25 0,25 0 0,-25 0 16,0 0-16,0-24 0,24 24 0,-24 0 0,0-25 0,0 25 15,25 0-15,-25-25 32,0 25-32,0-25 0,0 25 0,25 0 15,-25-25-15,0 25 0,0-24 0,0 24 0,0-25 0,0 25 0,0 0 0,0-25 0,0 25 16,0-25-16,0 25 0,0-25 0,0 25 0,0 0 0,0-24 0,0 24 0,0-25 0,0 25 0,-25 0 15,25-25-15,0 25 0,0 0 0,0 0 0,0-25 0,-25 25 0,25 0 16,0 0-16,0 0 0,0-25 0,-24 25 0,24 0 0,0 0 16,0 0-16,0 0 0,-25 0 0,25 0 0,0 0 0,0 0 15,0 0-15,-25 0 0,25 0 0,0 0 16,0 0-16,0 0 0,0 0 0,-25 0 0,25 0 0,0 0 15,0-25-15,0 25 0,0 0 0,0 0 0,0 0 16,-25 0-16,25 0 0,0 0 0,0 0 0,0 0 16,0 0-16,0 0 0,0 0 0,0 0 0,0 0 0,0 0 0,0 0 15,0 0-15,0 0 0,0 0 0,0 0 16,0 0-16,0 0 0,0 0 0,0 0 0,0 0 15,0 0-15</inkml:trace>
  <inkml:trace contextRef="#ctx0" brushRef="#br0" timeOffset="984504.3104">12328 12254 0,'0'0'15,"0"0"17,0 0-32,0 0 0,0 0 78,0 0-78,0 0 15,0 0-15,0 0 0,0 0 0,0 0 0,0 0 0,0 0 0,0 0 0,0 0 0,0 0 0,0 0 0,0 0 0,0 0 0,0 0 0,0 0 0,0 0 0,0 0 16,0 0-16,0 0 0,0 0 0,0 0 0,0 0 0,0 24 0,0-24 0,0 0 0,0 0 0,0 25 0,0-25 15,0 0-15,0 0 0</inkml:trace>
  <inkml:trace contextRef="#ctx0" brushRef="#br0" timeOffset="984841.3297">12402 12526 0,'0'0'0,"25"0"0,-25 0 0,0 0 0,0 0 0,0 0 0,0 0 0,0 0 0,0 0 0,0 0 0,25 25 0,-25-25 16,0 0-16,0 0 0,25 0 0,-25 0 0,0 0 16,0 0-16,25 25 0,-25-25 0,0 0 0,24 0 0,-24 25 15,0-25-15,0 0 0,0 0 0,25 25 0,-25-25 16,0 0-16,0 24 0,0-24 0,0 0 0,0 25 15,-25-25-15,25 25 0,0-25 0,0 0 16,-24 25-16,24-25 0,0 25 0,-25-25 0,25 24 0,0-24 16,-25 25-16,25-25 0,0 25 0,-25-25 0,25 25 0,0-25 0,-25 0 15,25 25-15,0-25 0,-24 0 0,24 0 16,0 0-16,-25 24 0,25-24 125</inkml:trace>
  <inkml:trace contextRef="#ctx0" brushRef="#br0" timeOffset="985822.3858">13246 12154 0,'0'0'15,"0"0"-15,0 0 0,-25 0 0,25 0 0,0 0 0,0 0 0,0 0 16,0 0-16,0 0 0,0 0 0,0 0 15,0 0-15,0 0 0,0 0 0,0 0 0,0 0 0,0 0 0,0 0 16,0 0-16,0-25 0,0 25 0,0 0 0,0 0 0,0 0 125,0-24-125,0-1 0,0 25 0,0 0 0,0 0 0,0 0 0,0 0 0,0 0 0,0-25 0,0 25 0,0 0 0,25 0 0,-25 0 0,0 0 0,0 0 15,0-25-15,0 25 0,25 0 0,-25 0 0,0 0 0,0 0 0,24 0 0,-24 0 0,0 0 0,0 0 0,0 25 0,25-25 0,-25 0 0,0 0 0,0 0 0,0 25 16,0-25-16,0 0 0,25 25 0,-25-25 0,0 24 0,0-24 0,0 0 0,0 25 0,-25-25 0,25 25 0,0-25 0,0 25 0,0-25 16,0 25-16,0-25 0,-25 25 0,25-25 0,0 0 0,0 24 0,0-24 0,-24 0 15,24 25-15,0-25 0,0 0 0,0 25 0,0-25 16,-25 0-16,25 0 0,0 25 0,0-25 15,0 0-15,0 0 0,0 0 0,0 0 0,0 0 0,0 0 0,0 0 16,0 0-16,0 0 0,0 0 0,0 0 0,0 0 0,0 0 16,0-25-16,0 25 0,25 0 0,-25 0 15,0 0-15,0 0 0,0-25 0,0 25 0,24 0 0,-24 0 16,0 0-16,0-25 0,25 25 0,-25 0 0,0 0 15,0 0-15,0 0 0,25 0 0,-25 0 0,0 0 16,0 0-16,25 0 0,-25 0 0,0 0 0,0 25 0,0-25 0,25 0 16,-25 0-16,0 0 0,0 25 0,0-25 0,0 0 15,0 0-15,0 25 0,24-25 0,-24 0 16,0 25-16,0-25 0,0 0 0,0 24 0,0-24 0,0 0 0,0 25 15,0-25-15,0 0 0,0 25 0,0-25 16,0 0-16,-24 0 0,24 25 0,0-25 47,0 0-47,0 0 0,0 25 0,0-25 0,-25 0 0,25 0 0,0 24 0,0-24 0,0 0 15,-25 0-15,25 0 0,0 0 0,0 0 0,0 25 0,0-25 0,-25 0 0,25 0 16,0 0-16,0 0 0,0 0 0,0 0 0,-25 0 0,25 0 0,0 0 0,0 0 0,0 0 0,0 0 0,-24 0 0,24-25 16,0 25-16,0 0 0,0 0 0,0 0 0,-25 0 0,25 0 15,0-24-15,0 24 0,0 0 0,0 0 0,0 0 0,0 0 16,0 0-16,0-25 0,0 25 0,-25 0 15,25 0-15,0 0 0,0 0 0,0 0 0,0 0 0,0 0 16,0 0-16,0 0 0,0 0 0,0 0 0,0 0 0,0 0 16,0 0-16,0 0 0,25 0 0,-25 0 15,0 0-15,0 0 0,0 0 0,0 0 0,25-25 0,-25 25 16,0 0-16,0 0 0,0 0 0,24 0 0,-24 0 15</inkml:trace>
  <inkml:trace contextRef="#ctx0" brushRef="#br0" timeOffset="986414.4197">14015 11906 0,'0'0'16,"0"0"-16,0 0 0,-25 0 0,25 0 0,0 0 0,0 0 0,0 0 15,-25 0-15,25 0 0,0 0 0,0 0 0,-25 25 0,25-25 16,0 0-16,0 0 0,-25 0 0,25 0 0,0 0 16,-24 0-16,24 25 0,0-25 0,0 0 0,-25 25 0,25-25 46,0 24 32,-50 100-78,50-124 16,0 25-16,0 0 0,-25-25 0,25 25 0,0 0 0,0 0 0,0-25 0,0 24 0,0 1 0,0-25 0,25 25 0,-25 0 0,0-25 0,0 25 0,0-1 0,0-24 0,25 25 16,-25-25-16,0 25 0,25-25 0,-25 0 0,0 25 0,25-25 0,-25 0 0,24 25 0,-24-25 0,0 0 0,25 0 0,-25 0 0,25 24 0,-25-24 0,25 0 0,-25 0 0,25 0 0,-25 0 0,24-24 0,-24 24 0,25 0 0,-25 0 0,25 0 0</inkml:trace>
  <inkml:trace contextRef="#ctx0" brushRef="#br0" timeOffset="987122.4602">14436 12229 0,'-24'0'16,"24"-25"-16,0 25 0,0 0 0,0 0 0,0 0 0,-25 0 15,25-25-15,0 25 0,0 0 0,-25 0 0,25 0 0,0 0 0,0 0 16,0-25-16,-25 25 0,25 0 16,0 0-16,0 0 0,0 0 0,-25 0 0,25 0 0,0 0 0,0 0 15,0 0-15,0 0 0,-25 0 172,-74 124-172,99-99 0,0-25 0,0 0 0,0 25 0,0-25 0,0 25 0,0-25 0,0 25 15,0-25-15,0 24 0,0-24 0,0 0 0,0 25 0,0-25 0,25 0 0,-25 25 0,0-25 0,0 0 0,25 25 0,-25-25 0,0 0 0,0 0 0,25 0 0,-25 0 16,0 0-16,24 25 0,-24-25 0,0 0 0,25-25 0,-25 25 0,0 0 0,25 0 0,-25 0 0,0 0 0,0 0 0,25-25 0,-25 25 0,0 0 16,25 0-16,-25-25 0,0 25 0,0 0 0,25-25 0,-25 25 0,0-24 0,0 24 0,0 0 0,0-25 0,24 25 0,-24-25 0,0 25 0,0-25 0,0 25 15,0-25-15,0 25 0,0 0 0,0-24 16,0 24-16,0 0 0,0 0 0,0 0 0,0-25 0,0 25 15,0 0-15,0 0 0,0 0 0,0 0 0,0 0 16,0 0-16,0 0 0,0 0 0,0 0 0,0 0 16,0 0-16,0 0 0,0 25 0,0-25 0,0 0 0,0 0 0,0 0 15,0 0-15,0 0 0,0 24 16,0-24-16,0 0 0,0 25 0,0-25 0,0 0 0,0 25 0,0-25 15,0 25-15,0-25 0,0 0 0,0 25 0,0-25 0,0 24 16,0-24-16,0 0 0,0 25 0,0-25 47,0 0-47,25 25 0,-25-25 0,0 0 0,0 25 0,0-25 0,0 0 0,0 0 0,0 0 0,0 25 0,25-25 0,-25 0 15,0 0-15,0 0 0,0 0 0,0 0 0,0 0 0,0 0 0,0 0 0,0 0 0,0 0 0,0 0 0,0 0 16,25 0-16,-25 0 0,0 0 0,0-25 16,0 25-16,0 0 0,0 0 0,0-25 0,0 25 0</inkml:trace>
  <inkml:trace contextRef="#ctx0" brushRef="#br0" timeOffset="987496.4815">14908 12254 0,'0'0'0,"0"0"0,0 0 0,0 0 0,0 0 0,0 0 0,0 0 0,0 0 0,0 0 0,0 0 0,0 0 0,0 0 0,0 0 0,0 0 15,0 0-15,0 0 0,0 0 0,24 0 0,-24 0 0,0 0 0,25 0 16,-25 24-16,0-24 0,25 0 0,-25 0 0,25 0 0,-25-24 16,0 24-16,25 0 0,-25 0 0,24 0 0,-24 0 0,25 0 15,-25 0-15,0 0 0,25 0 0,-25 0 0,25 0 16,-25 0-16,25 0 0,-25 0 0,0 0 0,0 0 0,24-25 15,-24 25-15,0 0 0,0 0 16,0 0-16,0 0 0,0 0 0,0 0 0,0 0 0,0 0 0,0 0 16,0 0-16</inkml:trace>
  <inkml:trace contextRef="#ctx0" brushRef="#br0" timeOffset="987753.4962">15056 12154 0,'0'0'0,"0"0"94,-24 0-63,24 0-31,0 0 0,0 0 0,0 0 0,0 0 0,0 0 0,24 0 0,-24 25 0,0-25 0,0 0 0,0 0 0,0 25 0,0-25 0,0 25 0,25-25 16,-25 25-16,0-25 0,0 24 0,0-24 0,0 25 0,0-25 0,0 25 0,0-25 0,0 25 0,0 0 0,0-25 0,0 24 0,0-24 0,0 25 0,0-25 0,0 0 0,0 25 0,0-25 0,0 0 0,0 25 0,0-25 0,0 0 15,25 0-15,-25 25 0</inkml:trace>
  <inkml:trace contextRef="#ctx0" brushRef="#br0" timeOffset="988484.5381">15900 12105 0,'-25'0'0,"25"0"0,0 0 0,0 0 16,0 0-16,-25-25 0,25 25 0,0 0 16,0 0-16,-25 0 0,25 0 0,0 0 0,0 0 0,0 0 0,-24-25 15,24 25-15,0 0 0,0 0 0,-25 0 16,25 0-16,0 0 0,0 0 0,-25 0 0,25 0 0,0 0 15,0 0-15,-25 25 0,25-25 0,0 0 0,0 0 0,0 0 16,-25 0-16,25 0 0,0 0 0,0 25 16,-24-25-16,24 0 0,0 0 0,0 24 0,0-24 0,-25 0 15,25 0-15,0 25 0,0-25 0,0 0 0,0 25 0,0-25 0,0 25 16,0-25-16,0 0 0,0 25 0,0-25 15,0 25-15,0-25 0,0 24 0,0-24 0,0 25 0,0-25 16,0 0-16,25 25 0,-25-25 0,0 25 0,0-25 0,0 0 16,24 25-16,-24-25 0,0 0 15,0 0-15,0 0 0,25 0 0,-25 24 0,0-24 0,25 0 0,-25 0 16,0 0-16,0 0 0,25 0 0,-25 0 0,0 0 0,0 0 47,25-24 77,49-150-124,-74 174 0,0 0 0,0 0 0,0 0 0,0 0 0,0 0 0,0 0 0,0 0 0,0 0 0,0 0 0,0 0 0,0 0 0,0 0 16,0 0-16,0 0 0,0 0 0,0 25 0,0-25 0,0 0 0,0 25 0,0-25 16,0 0-16,0 24 0,0-24 0,25 0 0,-25 25 0,0-25 0,0 25 0,0-25 0,0 25 0,0-25 0,0 25 0,0-25 0,0 0 0,25 24 0,-25-24 0,0 0 0,0 25 0,0-25 0,24 0 15,-24 0-15,0 25 0,0-25 0,0 0 0,0 0 0,25 0 0,-25 0 0,0 0 0,0 0 0,0-25 0,0 25 16,25 0-16,-25 0 0,0-25 15,0 25-15,0 0 0,25-24 0,-25 24 0</inkml:trace>
  <inkml:trace contextRef="#ctx0" brushRef="#br0" timeOffset="988863.5597">16148 11757 0,'0'0'0,"0"0"0,0 0 0,0 0 0,0 0 0,0 0 0,0 0 0,-25 0 0,25 0 0,0 0 0,0 0 0,0 0 0,0 0 0,0 0 0,0 0 0,0 0 0,0 0 0,0 0 0,0 0 15,0 0-15,0 0 0,0 0 0,0 0 0,0 25 0,0-25 0,0 0 0,0 0 0,0 25 16,0-25-16,-25 0 0,25 0 0,0 25 15,0-25-15,0 25 0,0-25 0,0 0 0,-25 24 0,25-24 16,0 25-16,0-25 0,0 0 0,0 25 0,0-25 0,0 0 16,0 25-16,0-25 0,0 0 0,0 25 15,0-25-15,0 0 0,0 0 0,0 24 0,0-24 0,0 0 0,0 0 16,0 0-16,0 0 0,0 0 0,0 0 0</inkml:trace>
  <inkml:trace contextRef="#ctx0" brushRef="#br0" timeOffset="989493.5958">16371 11757 0,'0'25'15,"0"-25"-15,0 0 0,0 0 0,0 0 0,0 0 0,0 0 0,0 0 16,0 0-16,0 0 0,0 0 0,0 0 15,0 0-15,0 0 0,0 0 0,0 0 0,0 0 0,25 25 16,-25-25-16,0 0 0,0 0 0,0 0 16,25 0-16,-25 25 0,0-25 0,0 0 0,25 0 0,-25 25 15,0-25-15,24 0 0,-24 24 0,0-24 0,0 0 0,25 25 16,-25-25-16,0 25 0,25-25 0,-25 25 0,0-25 0,0 25 15,0-25-15,25 24 0,-25 1 0,0-25 16,0 25-16,0 0 0,0-25 0,0 25 0,0-1 0,0-24 16,0 25-16,0-25 0,0 25 0,0 0 0,0-25 0,0 25 0,0 0 15,0-25-15,0 24 94,0-24-94,0 25 0,0-25 0,-25 25 0,25-25 0,0 25 0,0-25 0,0 25 0,-25-25 0,25 24 0,0-24 0,0 0 0,-25 0 0,25 25 0,0-25 0,-24 0 0,24 0 0,0 25 0,-25-25 0,25 0 0,0 0 0,0 0 0,-25 0 0,25 0 0,0 0 0,0 0 15,0 0-15,-25 0 0,25 0 0,0-25 0,0 25 0,0 0 0,0 0 0,0 0 0,0 0 0,0-25 0</inkml:trace>
  <inkml:trace contextRef="#ctx0" brushRef="#br0" timeOffset="990149.6333">17115 12154 0,'0'-25'16,"0"25"-16,0 0 0,0 0 0,0 0 0,0 0 0,0 0 15,0 0-15,-25 0 0,25 0 0,0 0 0,0 0 16,0 0-16,0 0 0,0 0 0,0 0 0,0 0 0,0 0 16,0 0-16,0 0 0,0 0 15,0 0-15,0 0 0,0 0 0,0 0 0,0 0 0,0 0 0,0 0 16,0 0-16,0 0 0,0 0 47,0 0-47,0 0 78,0 0-78,0 0 0,0 0 0,0 25 0,0-25 0,0 0 0,0 0 0,0 0 15,0 0-15,0 0 0,0 0 0,0 0 0,0 0 0,25 0 0,-25 0 0,0 0 0,0 0 0,0 0 0,0 0 0,0 0 0,0 0 16,0 0-16,0 0 0,0 0 0,0 0 0,0 0 0,0 0 0,0 0 0,0 0 0,0 0 0,0 0 0,0 0 0,0 0 15,0 0-15,0 0 0,0 0 0,0 0 0,0 0 0,0 0 0,0 0 0,0 0 0,0 0 0,0-25 0,0 25 16,0 0-16,0 0 0,0 0 0,0 0 0,0 0 0,0 0 0,0 0 0,0 0 0,0 0 0,0 0 0,0 0 0,0 0 0,0 0 16,0 0-16,0 0 0,0 0 15,0 25-15,0-25 0,0 0 0,0 0 0,0 0 0,0 0 16,0 0-16</inkml:trace>
  <inkml:trace contextRef="#ctx0" brushRef="#br0" timeOffset="990476.652">17140 12502 0,'0'0'0,"0"24"0,0-24 0,0 0 0,0 0 16,0 0-16,0 0 0,0 25 15,0-25-15,25 0 0,-25 0 0,0 0 0,0 0 0,0 25 16,25-25-16,-25 0 0,0 0 0,0 0 0,24 25 0,-24-25 16,0 0-16,25 25 0,-25-25 0,25 0 0,-25 24 0,0-24 15,25 0-15,-25 25 0,0-25 0,25 25 0,-25-25 0,0 0 0,0 25 16,0-25-16,0 25 0,0-25 15,0 24-15,0-24 0,0 0 0,-25 25 0,25-25 0,0 25 0,-25-25 16,25 25-16,-25-25 0,25 0 0,-25 25 0,25-25 0,-24 0 16,24 24-16,-25-24 0,25 0 15,-25 25-15,25-25 0,-25 0 0,25 0 0,-25 25 0,25-25 0,-24 0 16,24 0-16,0 0 0,-25 0 0,25 0 0</inkml:trace>
  <inkml:trace contextRef="#ctx0" brushRef="#br0" timeOffset="991268.6972">18231 12204 0,'0'0'0,"0"0"0,0 0 0,0 0 0,0 0 0,0 0 0,0 0 16,-24 0-16,24 0 0,0 0 0,0-25 0,-25 25 0,25 0 0,0 0 16,0 0-16,-25 0 0,25-25 0,0 25 15,0 0-15,-25 0 0,25 0 0,0 0 0,0-25 0,-25 25 16,25 0-16,0 0 0,0 0 0,-24 0 15,24 0-15,0 0 0,0 0 0,-25 0 0,25 0 0,0 0 16,0 0-16,-25 0 0,25 0 0,0 0 0,0 0 0,-25 0 0,25 0 16,0 0-16,0 0 0,-25 25 0,25-25 0,0 0 15,-24 0-15,24 25 0,0-25 0,0 0 0,-25 25 16,25-25-16,0 25 0,0-25 0,0 25 0,0-25 0,0 24 15,0-24-15,-25 25 0,25-25 16,0 25-16,0 0 0,25-25 0,-25 0 0,0 25 0,0-25 16,0 24-16,0-24 0,0 0 0,25 25 0,-25-25 0,0 0 0,0 0 15,24 0-15,-24 25 0,0-25 0,25 0 16,-25 0-16,0 0 0,25 0 0,-25 0 0,0 0 0,25-25 0,-25 25 15,0 0-15,25 0 16,-25 0-16,24 0 0,-24-25 0,0 25 0,25 0 0,-25-24 0,0 24 0,25 0 47,49-174 62,-74 174-109,0 0 0,0 0 0,0 0 0,0 0 0,0 0 0,0 0 0,0 0 0,-24 25 0,24-25 0,0 0 0,0 0 0,0 0 0,0 25 16,0-25-16,0 0 0,0 24 0,0-24 0,0 0 0,0 25 0,0-25 0,0 25 0,0-25 0,0 0 0,0 25 0,24-25 0,-24 25 0,0-25 0,0 24 0,0-24 15,0 0-15,0 25 0,0-25 0,0 0 0,0 25 0,0-25 0,0 0 0,25 0 0,-25 0 0,0 25 0,0-25 0,0 0 0,0 0 0,0 0 16,0 0-16,0 0 0,0 0 0,25 0 0,-25 0 0,0-25 15,0 25-15,25 0 0,-25 0 0,0-25 16</inkml:trace>
  <inkml:trace contextRef="#ctx0" brushRef="#br0" timeOffset="991700.722">18703 12278 0,'0'0'16,"0"0"-1,0 0-15,0 0 0,-25 0 0,25 0 0,0 0 0,0 0 0,0 0 0,0 0 0,25 0 0,-25 0 16,0 0-16,0 0 0,0 0 0,0 25 0,0-25 15,25 0-15,-25 0 0,0 0 0,24 0 0,-24 0 0,0 0 0,25 0 16,-25 0-16,0 0 0,25 0 0,-25 0 0,25 0 16,-25 0-16,25 0 0,-25 0 0,24 0 15,1 0-15,-25 0 0,25 0 0,-25-25 0,25 25 0,-25 0 0,25 0 16,-25 0-16,24 0 47,-24 0-47,0 0 0,0 0 0,25 0 0,-25 0 0,0-24 15,0 24-15,0 0 78</inkml:trace>
  <inkml:trace contextRef="#ctx0" brushRef="#br0" timeOffset="991858.7311">18876 12129 0,'0'0'0,"0"-24"0,0 24 0,0 0 15,0 0-15,0 0 0,0 0 0,0 0 0,0 24 16,0-24-16,0 0 0,0 0 0,0 0 0,0 25 16,0-25-16,0 25 0,0-25 0,0 0 0,0 25 0,0 0 15,0-25-15,0 25 0,0-25 0,0 24 0,0 1 16,0-25-16,0 25 0,0-25 0,0 25 0,0 0 0,0-25 15,0 24-15,0-24 16,0 25-16,-24-25 0,24 25 0,0-25 0,0 0 0,0 25 0,0-25 0,0 0 16,0 25-16,0-25 0,0 0 0,0 0 0,0 24 15,0-24-15,0 0 0,0 0 0</inkml:trace>
  <inkml:trace contextRef="#ctx0" brushRef="#br0" timeOffset="992856.788">19745 12005 0,'0'0'0,"0"0"0,-25 0 0,25 0 0,0 0 0,0-24 16,0 24-16,-25 0 0,25 0 0,0 24 0,0-24 0,0 0 0,-25 0 0,25 0 0,0 0 0,0 0 0,0 0 0,-25 0 0,25 25 0,0-25 0,0 0 0,0 25 0,0-25 0,-24 0 0,24 25 0,0-25 0,0 0 0,0 25 0,0-25 0,0 0 0,-25 24 0,25-24 0,0 25 0,0-25 0,0 25 0,0-25 0,0 0 15,0 25-15,0-25 0,0 25 0,0-25 0,0 25 0,0-25 0,0 24 16,0-24-16,0 0 0,0 25 0,25-25 15,-25 0-15,0 25 0,0-25 0,0 0 0,24 25 0,-24-25 0,0 0 16,0 0-16,25 0 0,-25 0 16,0 0-16,0 0 46,25 0-46,-25 0 0,25 0 0,-25 0 0,0 0 0,25 0 0,-25 0 0,24-25 0,-24 25 0,0 0 0,25 0 0,-25-25 0,0 25 0,25 0 0,-25-25 0,0 25 0,0-24 0,25 24 0,-25 0 0,0-25 0,0 25 16,0 0-16,25-25 0,-25 25 0,0-25 0,0 25 0,0 0 16,0-25-16,0 25 0,0 0 0,0-25 15,0 25-15,0 0 0,0 0 0,0 0 0,0 0 0,0 0 16,0 0-16,0 0 0,0 0 15,0 0-15,0 0 0,0 0 0,0 0 0,0 0 0,0 0 0,0 0 47,0 0-47,0 0 0,0 25 0,-25-25 0,25 0 16,0 0-16,0 25 0,0-25 0,0 0 0,0 0 0,0 25 15,0-25-15,0 0 0,0 25 0,0-25 0,0 25 0,0-25 0,0 0 0,25 24 0,-25-24 0,0 0 0,0 25 0,0-25 0,0 25 0,0-25 0,24 0 0,-24 25 0,0-25 0,0 0 16,0 0-16,0 25 0,25-25 16,-25 0-16,0 0 0,0 0 0,0 0 0,0 24 0,0-24 0,25 0 15,-25 0-15,0 0 0,0-24 0,0 24 16,25 0-16,-25 0 0,0 0 0,0-25 0,0 25 0,25 0 15</inkml:trace>
  <inkml:trace contextRef="#ctx0" brushRef="#br0" timeOffset="993023.7976">20290 11609 0,'0'-25'0,"0"25"0,0 0 0,0 0 0,0 0 15,0-25-15,0 25 0,0 0 0,0 0 0,0 0 16,0 0-16,0 0 0,0 0 0,0 0 0,0 0 0,0 0 16,0 0-16,0 0 0,0 25 0,0-25 0,-25 0 15,25 25-15,0-25 0,0 0 0,0 24 0,-24-24 16,24 25-16,0-25 0,-25 25 0,25-25 0,0 25 0,-25-25 15,25 25-15,0-25 0,0 24 0,-25-24 0,25 25 16,0-25-16,0 25 0,0-25 0,0 0 16,-25 25-16,25-25 0,0 0 0,0 25 0,0-25 0,0 0 0</inkml:trace>
  <inkml:trace contextRef="#ctx0" brushRef="#br0" timeOffset="993513.8257">20935 12129 0,'0'0'16,"0"0"-16,0 0 0,0 0 0,0 0 0,0 0 0,0 0 0,0 0 15,0 0-15,0 0 0,0 0 0,0 0 0,0 0 16,0 0-16,0 0 0,0 0 0,0 0 0,0 0 0,-25 0 15,25 0-15,0 0 0,0 0 0,0 0 0,0 0 0,0 0 16,0 0-16,0 0 0,0 0 16,0 0-16,0 0 0,0 0 0,0 0 0,0 25 0,0-25 15,0 0-15,0 0 0,0 0 0,0 25 0,0-25 0,0 0 16,0 0-16,0 25 0,0-25 0</inkml:trace>
  <inkml:trace contextRef="#ctx0" brushRef="#br0" timeOffset="993744.8389">20985 12427 0,'0'0'0,"0"0"0,0 0 16,0 0-16,25 25 0,-25-25 0,0 0 0,0 0 16,0 0-16,24 0 0,-24 25 0,0-25 0,25 0 15,-25 0-15,0 0 0,0 25 0,25-25 0,-25 0 0,0 0 16,0 24-16,25-24 0,-25 0 0,0 0 15,0 25-15,0-25 0,0 0 0,0 0 0,0 25 0,0-25 16,0 0-16,0 25 0,0-25 0,-25 0 0,25 25 0,-25-25 16,25 0-16,0 24 0,-25-24 0,25 0 15,-24 25-15,24-25 0,-25 0 0,25 0 0,-25 25 0,25-25 0,0 0 16,-25 0-16</inkml:trace>
  <inkml:trace contextRef="#ctx0" brushRef="#br0" timeOffset="995108.917">21704 11757 0,'0'0'0,"0"0"0,0 0 0,0 0 0,0 0 0,0 0 16,0 0-16,0 0 0,0 0 156,25 25-156,-25-25 0,0 0 0,0 0 0,0 0 15,0 25-15,0-25 0,0 0 0,0 0 0,0 0 0,0 0 0,0 0 0,0 0 0,0 0 0,0 0 0,0 25 16,0-25-16,0 0 0,0 0 0,0 0 0,0 0 0,0 0 0,0 0 0,0 0 0,0 0 0,0 0 0,0 0 0,0 0 16,0 0-16,0 0 0,0 0 0,0 0 0,0 0 0,0 0 0,0 0 0,0 0 0,0 0 0,0 0 0,0 0 15,0 0-15,0 0 0,0 0 0,0 0 0,0 0 0,0 0 0,0 0 0,0 0 0,0 0 0,0 0 0,0 0 0,0 0 0,0 0 0,0 0 0,0 0 0,0 0 0,0 0 16,0 0-16,0 0 0,0 0 0,0 0 15,0 0-15,0 0 0,0 0 0,0 0 0,0 0 0,0 0 0,0 0 16,0 0-16,0 0 0,0 0 0,0 0 0,0 0 0,0 0 16,0 0-16,0 0 0,0 0 0,0 0 15,0 0-15,0 0 0,0 0 0,-25 0 0,25 0 0,0 0 16,0 0-16,0-25 0,0 25 0,0 0 0,0 0 0,0 0 15,0 0-15,0 0 0,0 0 16,0 0-16,0 0 0,0 0 0,0 0 0,0 0 0,0 0 0,0 0 16,0 0-16,0 0 0,0 0 0,0 0 0,0 0 0,0 0 0,0 0 15,0 0-15,0 0 0,0 0 0,-25 0 0,25 0 16,0-25-16,0 25 0,0 0 0,0 0 15,0 0-15,0 0 0,0 0 0,0 0 0,0 0 0,0 0 0,0 0 16,0 0-16,0 0 0,0 0 172,-25 0-172,25 0 0,0 0 0,0 25 15,-24-25-15,24 0 0,0 0 0,0 0 0,0 0 0,0 0 0,-25 0 0,25 0 0,0 25 0,0-25 0,0 0 0,-25 0 0,25 0 0,0 25 0,0-25 0,0 0 0,0 0 0,-25 24 0,25-24 0,0 0 0,0 25 0,0-25 16,0 0-16,-25 25 0,25-25 0,0 25 0,0-25 0,0 25 0,0-25 0,-24 24 0,24-24 0,0 25 0,0-25 0,0 25 0,0-25 0,0 25 0,0-25 0,0 25 0,0-25 0,0 24 0,0-24 15,0 0-15,0 25 0,0-25 0,0 25 0,0-25 16,24 0-16,-24 0 0,0 25 0,0-25 0,0 0 0,0 0 16,25 25-16,-25-25 0,0 0 0,0 0 0,25 0 0,-25 0 15,0 0-15,0 0 0,25 0 0,-25 0 0,0 0 0,25 0 16,-25 0-16,0 0 0,24 0 15,-24-25-15,0 25 0,0 0 0,25 0 0,-25-25 0,0 25 0,0 0 0,25-25 16,-25 25-16,0-25 0,0 25 16,0-24-16,25 24 0,-25-25 0,0 25 0,0 0 0,0-25 0,0 25 15,25-25-15,-25 25 0,0-25 0,0 25 0,0-24 0,0 24 16,0-25-16,0 25 0,0 0 0,0-25 15,0 25-15,0 0 0,0-25 0,0 25 0,0 0 16,0 0-16,0 0 0,0 0 0,0 0 0,0 0 0,0 0 0,0-25 0,0 25 16,0 0-16,0 0 0,0 0 0,0 0 15,0 0-15,0 0 0,0 0 0,0 0 0,0 0 16,0 0-16,0 0 0,0 0 0,0 0 0,0 0 0,0 0 15,0 0-15,0 0 0,0 0 0,0 25 16,0-25-16,0 0 0,0 0 0,0 25 0,0-25 0,0 25 78,0-25-62,-25 25-16,25-25 0,0 24 0,0-24 0,0 25 0,0-25 0,0 25 0,0 0 0,0-25 0,0 25 0,0-25 0,0 24 0,0 1 0,0-25 0,0 25 0,0-25 0,0 25 0,0-25 0,0 25 0,0-25 0,0 0 0,0 25 0,0-25 0,0 0 0,25 24 0,-25-24 0,0 0 0,0 0 0,0 0 0,25 0 0,-25 0 0,0 0 15,0 0-15,24 0 0,-24 0 0,0 0 0,25 0 16,-25 0-16,0-24 0,25 24 0,-25 0 0,0 0 0,25 0 15,-25 0-15,0-25 0,0 25 0,25 0 0,-25 0 16,0 0-16,0 0 0,24 0 0,-24 0 0</inkml:trace>
  <inkml:trace contextRef="#ctx0" brushRef="#br0" timeOffset="995509.9399">22523 12229 0,'0'0'0,"0"0"0,0 0 16,0 0-16,0 0 0,0 0 0,0 0 0,0 0 0,0 0 15,0 0-15,0-25 0,0 25 0,24 0 0,-24 0 0,0 0 0,0 0 16,0 0-16,25 0 0,-25 0 0,0 0 15,25 0-15,-25 25 0,25-25 0,-25 0 0,0 0 16,25 0-16,-25 0 0,24 0 0,-24 0 0,25 0 0,-25 0 0,25 0 16,-25 0 62,25 0-78,-25 0 0,25 0 0,-25 0 0,0 0 0,25 0 0,-25 0 0,0 0 0,24 0 0,-24 0 0,0 0 0,0 0 0,25 0 0,-25-25 0,0 25 0,0 0 0,0 0 0,0 0 0,0 0 0,0 0 0</inkml:trace>
  <inkml:trace contextRef="#ctx0" brushRef="#br0" timeOffset="995703.951">22671 12055 0,'0'0'0,"0"0"0,0 0 0,0 0 16,0 0-16,0 0 0,0 25 0,0-25 0,0 0 15,0 0-15,0 0 0,0 0 0,0 0 0,0 25 16,0-25-16,0 0 0,0 0 0,0 24 0,0-24 0,0 25 15,0-25-15,0 25 0,0-25 0,0 25 16,0-25-16,0 25 0,0-25 0,0 25 0,0-25 0,0 24 0,-24-24 16,24 25-16,0 0 0,0-25 15,0 25-15,0-25 0,0 25 0,0-25 0,0 24 0,0-24 16,0 25-16,0-25 0,0 0 0,0 25 0,0-25 0,0 0 0,0 25 15</inkml:trace>
  <inkml:trace contextRef="#ctx0" brushRef="#br0" timeOffset="996524.9979">23465 12129 0,'0'-24'0,"0"24"0,0 0 0,0 0 16,0 0-16,0-25 0,0 25 0,-25 0 0,25 0 0,0-25 15,0 25-15,0 0 0,0 0 0,0-25 0,-24 25 0,24 0 16,0 0-16,0 0 0,0-25 0,0 25 15,0 0 126,-124 0-141,124 0 0,0 0 0,-25 0 0,25 25 0,0-25 0,-25 0 0,25 25 15,0-25-15,-25 25 0,25-25 0,0 25 0,0-25 0,-25 24 0,25-24 0,0 25 0,0-25 0,0 25 0,-24-25 0,24 25 0,0-25 0,0 25 0,0-25 0,0 25 0,0-25 0,0 24 0,0-24 0,0 0 0,0 25 16,24-25-16,-24 0 0,0 25 0,0-25 0,0 0 0,0 0 0,25 25 0,-25-25 0,0 0 0,25 0 0,-25 0 0,0 0 0,25 0 0,-25 0 0,0 0 0,25 0 16,-25 0-16,0 0 0,24 0 15,-24-25-15,0 25 0,25 0 0,-25 0 0,0 0 0,25-25 0,-25 25 16,0 0-16,25-25 0,-25 25 0,0-24 0,0 24 15,0 0-15,25-25 0,-25 25 0,0-25 0,0 25 0,0-25 16,0 25-16,0 0 0,0-25 0,24 25 0,-24 0 0,0-25 16,0 25-16,0 0 0,0 0 0,0 0 15,-24 0-15,24 0 0,0 0 0,0 0 0,0 0 16,0 0-16,0 0 0,0 0 0,0 0 0,0 0 0,0 0 15,0 0-15,0 0 0,0 0 0,0 0 0,0 25 0,0-25 16,0 0-16,0 25 0,0-25 0,0 0 16,0 25-16,-25-25 0,25 0 0,0 25 0,0-25 0,0 25 15,25-25-15,-25 24 0,0-24 0,0 0 0,0 25 0,0-25 0,0 0 16,24 25-16,-24-25 0,0 0 15,0 25-15,0-25 0,0 0 0,25 0 0,-25 0 0,0 25 0,0-25 16,25 0-16,-25 0 0,0 0 47,0 0-16,25 0-31,-25 0 0,0 0 0,0 0 0,25 0 0,-25 0 0,0-25 16,0 25-16,0 0 0,0 0 0,24-25 0,-24 25 0,0 0 0,0-25 0,0 25 0,0 0 0,0-25 0,25 25 0,-25-24 0,0 24 0</inkml:trace>
  <inkml:trace contextRef="#ctx0" brushRef="#br0" timeOffset="996800.0137">23788 11609 0,'0'0'0,"0"0"0,0 0 0,0 24 0,0-24 0,0 0 0,0 0 0,-25 25 0,25-25 0,0 0 15,0 25-15,0-25 0,0 25 0,-25-25 0,25 25 0,0-25 0,0 0 0,-25 24 0,25-24 0,0 25 0,0-25 0,0 25 0,0-25 0,-25 25 0,25-25 0,0 0 0,0 25 0,0-25 0,0 24 0,-24-24 0,24 0 0,0 25 0,0-25 0</inkml:trace>
  <inkml:trace contextRef="#ctx0" brushRef="#br0" timeOffset="997425.0494">24259 11385 0,'0'25'0,"0"-25"0,0 0 0,0 0 0,0 0 15,0 0-15,0 0 0,0 0 0,0 0 16,0 0-16,0 0 0,0 0 0,0 25 0,0-25 0,0 0 16,0 0-16,25 0 0,-25 0 0,0 0 0,0 25 0,0-25 15,0 0-15,25 25 0,-25-25 0,0 0 0,0 24 0,24-24 16,-24 25-16,0-25 0,0 25 47,25-25-47,-25 25 46,0-25-46,0 25 0,25-25 0,-25 24 0,0 1 0,0-25 0,0 25 0,25 0 0,-25-25 0,0 25 0,0-1 0,0-24 0,0 25 0,0 0 0,0 0 0,0 0 16,0-25-16,0 24 0,0 1 0,0 0 0,-25 0 0,25 0 0,0-25 0,0 24 0,-25 1 0,25 0 0,0 0 0,-25 0 0,25-25 0,0 24 0,-24 1 0,24-25 0,0 25 0,-25 0 0,25-25 0,-25 25 0,25 0 0,0-25 16,-25 24-16,0-24 0,25 25 0,-24-25 0,24 25 0,-25-25 15,25 0-15,-25 25 0,25-25 0,-25 0 16,25 25-16,-25-25 0,25 0 0,-24 0 0,24 0 0,0 0 15,-25 24-15,25-24 0,0 0 0,0 0 16,-25 0-16,25 0 0,0 0 0,0 0 0,0 0 0,0-24 16,0 24-16,-25 0 0,25 0 0,0 0 0,0 0 0,0 0 15,0 0-15,0 0 0,0 0 0,0 0 0,0 0 0,0 0 16,0 0-16,-25-25 0,25 25 15,0 0-15,0 0 0</inkml:trace>
  <inkml:trace contextRef="#ctx0" brushRef="#br0" timeOffset="998440.1075">26144 11881 0,'0'-24'0,"0"24"0,0 0 47,-25-25 31,25 25-78,0 0 0,0 0 0,-24-25 0,24 25 15,0 0-15,0 0 0,0 0 0,0 0 0,0 0 0,-25 0 0,25 0 0,0 0 0,0-25 0,0 25 0,-25 0 0,25 0 0,0 0 0,0 0 0,-25 0 0,25 0 0,0 0 0,-25 0 0,25 0 0,-24 0 0,24-25 0,0 25 0,-25 0 0,25 0 0,0 0 0,-25 0 0,25 25 0,0-25 0,-25 0 0,25 0 16,0 0-16,-25 0 0,25 0 0,0 0 0,-25 25 0,25-25 0,0 0 0,-24 0 0,24 0 0,0 25 0,-25-25 15,25 0-15,0 25 0,-25-25 0,25 24 16,0-24-16,-25 0 0,25 25 0,0-25 0,-25 25 0,25-25 16,0 25-16,0-25 0,-24 25 0,24-25 0,0 24 0,0 1 15,0-25-15,0 25 0,0-25 0,-25 25 0,25-25 0,0 25 16,0-25-16,0 0 0,0 24 15,0-24-15,0 25 0,25-25 0,-25 25 0,0-25 0,0 25 0,0-25 16,0 25-16,0-25 0,24 0 0,-24 25 0,0-25 0,0 0 16,25 24-16,-25-24 0,0 0 0,25 0 15,-25 25-15,0-25 0,25 0 0,-25 0 0,25 0 0,-25 0 0,0 0 16,24 25-16,-24-25 0,25 0 15,-25 0-15,25 0 0,-25 0 0,0 0 0,25 0 0,-25-25 16,25 25-16,-25 0 0,0 0 0,25 0 0,-25 0 0,0 0 0,0 0 16,24 0-16,-24-25 0,0 25 0,0 0 15,0 0-15,0 0 0,0 0 0,0 0 0,0 0 0,0 0 0,0 0 16,0 0-16,0 0 0,0-24 0,25 24 15,-25 0-15,0 0 0</inkml:trace>
  <inkml:trace contextRef="#ctx0" brushRef="#br0" timeOffset="998724.1237">25747 12005 0,'0'0'0,"0"0"0,0 0 0,0 0 16,0 0-16,0 0 0,0 0 0,0 0 0,0 0 0,0 25 16,0-25-16,0 0 0,0 0 0,25 0 15,-25 0-15,0 0 0,0 0 0,25 0 0,-25 0 0,0 0 16,25 0-16,-25 0 0,24 0 0,-24 0 0,25 0 0,-25 0 0,25 0 15,-25 0-15,25 0 0,-25 0 0,25 0 0,-25 0 0,25 0 16,-1 0-16,-24 0 0,25 0 16,-25 0-16,25 25 0,-25-25 0,25 0 0,-25 0 0,25 0 0,-25 0 15,24 0-15,-24 0 0,25 0 0,-25 0 16</inkml:trace>
  <inkml:trace contextRef="#ctx0" brushRef="#br0" timeOffset="999418.1634">27037 11857 0,'0'0'16,"0"-25"-16,0 25 0,0 0 0,0 0 0,0-25 0,0 25 16,0 0-16,-25 0 0,25 0 0,0-25 0,0 25 0,0 0 46,0 0-46,0 0 0,-25-25 0,25 25 0,0 0 16,0 0-16,-24 0 0,24 0 0,0 0 0,-25 0 0,25-24 0,-25 24 0,25 0 0,-25 0 0,25 0 0,-25 0 0,25 0 0,0 0 0,-24 0 0,24 24 0,-25-24 16,25 0-16,0 0 0,-25 0 0,25 0 15,0 0-15,0 0 0,-25 25 0,25-25 16,0 0-16,0 0 0,-25 0 0,25 25 0,0-25 0,0 0 0,0 0 0,0 25 0,0-25 15,0 0-15,0 25 0,0-25 16,0 0-16,25 24 0,-25-24 0,0 0 0,0 25 0,0-25 0,25 0 16,-25 25-16,0-25 0,0 25 0,25-25 0,-25 25 0,0-25 15,25 24-15,-25-24 0,0 0 16,24 25-16,-24-25 0,0 25 0,25-25 0,-25 25 0,25-25 0,-25 25 15,0-25-15,25 24 0,-25 1 0,0-25 0,25 25 0,-25-25 16,0 25-16,0-25 0,0 25 0,24-25 16,-24 25-16,0-25 0,0 24 0,0-24 15,0 25-15,25-25 0,-25 0 0,0 25 0,0-25 0,0 0 0,0 0 0,-25 25 16,25-25-16,0 0 0,0 0 0,-24 0 0,24 0 15,0 0-15,-25 0 0,25 0 0,-25 0 16,25 0-16,-25 0 0,25 0 0,-25 0 47,25 0-47,-24 0 0,24 0 0,-25 0 0,25-25 0,-25 25 0,25 0 15,-25 0-15,25-25 0,-25 25 0,25 0 0,0 0 0,-24 0 0,24-25 16,0 25-16,-25 0 0,25 0 0,0 0 0,0 0 0,0 0 0,0 0 0,0-24 31,0 24-31,0 0 0,0 0 0,0 0 0,0 0 0,0 0 0,0 0 0,0 0 0,0 0 0,0-25 0,0 25 0</inkml:trace>
  <inkml:trace contextRef="#ctx0" brushRef="#br0" timeOffset="1.00067E6">2555 13717 0,'0'0'0,"0"0"0,0 0 0,0 0 0,0 25 0,0-25 15,0 0-15,0 0 0,0 0 0,0 0 16,0 0-16,0 0 0,0-25 0,0 25 0,0 0 0,0 0 0,25 0 16,-25 0-16,0 0 0,24 0 0,-24 0 15,25 0-15,-25 0 0,25-25 0,-25 25 0,25 0 0,-25 0 0,25 0 16,0 0-16,-25 0 0,24 0 0,-24 0 15,25-25-15,0 25 0,-25 0 0,25 0 0,-25 0 0,25 0 16,-25 0-16,0 0 0,24 0 0,-24-24 0,0 24 16,0-25-16,0 50 0,25-25 0,-25 0 0,0 0 0,0 0 0,0 0 0,0 0 15,0 0-15</inkml:trace>
  <inkml:trace contextRef="#ctx0" brushRef="#br0" timeOffset="1.00098E6">2778 13469 0,'0'0'0,"0"0"15,0 0-15,0 0 0,0 0 0,0 0 0,0 0 0,0 25 16,0-25-16,0 0 0,0 0 0,0 0 0,0 25 16,0-25-16,0 0 0,0 24 0,0-24 0,0 25 0,0-25 15,0 25-15,0-25 0,25 25 0,-25-25 47,0 25 31,0 99-62,0-124-16,0 24 0,0-24 0,0 0 0,0 0 0,25 0 0,-25 0 0,0 25 0,0-25 0</inkml:trace>
  <inkml:trace contextRef="#ctx0" brushRef="#br0" timeOffset="1.00137E6">3125 13370 0,'0'0'0,"0"0"0,0 0 0,0 0 0,0 25 0,0-25 16,0 0-16,0 0 0,0 0 16,0 24-16,0-24 0,0 0 0,0 0 0,0 25 0,25-25 0,-25 0 0,0 25 15,0-25-15,25 0 0,-25 0 0,0 25 16,25-25-16,-25 0 0,25 25 0,-25-25 0,0 0 15,24 24-15,-24-24 0,25 0 0,0 25 0,-25-25 0,25 0 0,-25 0 16,25 25-16,-25-25 0,24 0 0,-24 0 16,25 25-16,-25-25 0,0 0 0,25 0 0,-25 25 0,0-25 0,25 0 46,-25 0-46,0 24 0,0-24 125,-199 174-125,175-174 0,24 0 0,0 25 0,0-25 0,-25 0 0,25 0 0,0 0 0,0 0 0,0-25 0,25 25 0,-25 0 0,0 0 0,0 0 0,24-25 0</inkml:trace>
  <inkml:trace contextRef="#ctx0" brushRef="#br0" timeOffset="1.00226E6">4242 13246 0,'0'0'16,"0"0"-16,0 25 0,0-25 0,0 0 0,0 0 0,0 0 0,0 0 16,0 0-16,0 0 0,0 0 0,0 0 15,0 0-15,0 0 0,0 24 0,0-24 0,0 0 0,0 0 63,0 0-63,0 0 0,0 25 0,0-25 0,0 0 0,0 25 0,0-25 0,0 25 0,0-25 0,24 25 0,-24-1 0,0-24 0,0 25 0,0-25 0,0 25 0,0 0 0,0-25 0,0 25 0,0-1 0,0-24 0,0 25 15,0 0-15,0-25 0,0 25 0,0-25 0,-24 25 16,24-1-16,0-24 0,0 25 0,0-25 0,0 0 0,0 25 0,0-25 15,0 0-15,0 25 0,0-25 0,0 0 16,0 0-16,0 0 0,0 25 0,0-25 0,0 0 0,0 0 0,0 0 16,0 0-16,0 0 0,0 0 15,0 0-15,0-25 0,0 25 0,0 0 0,0 0 0,0 0 0,0 0 16,0-25-16,0 25 0,0 0 0,24-25 0,-24 25 0</inkml:trace>
  <inkml:trace contextRef="#ctx0" brushRef="#br0" timeOffset="1.00269E6">4589 13370 0,'0'0'0,"0"0"0,0 0 16,0 0-16,0 0 0,0 0 0,0 0 0,0 0 15,0 0-15,0 0 0,0 0 0,0 0 0,0 0 0,0 0 16,0 0-16,0 0 0,0 0 0,0 0 0,0 0 16,-25 0-16,25 0 0,0 0 0,0 0 0,0 0 15,0 0-15,0 0 0,0 0 0,0 0 0,0 0 0,0 0 16,-25 0-16,25 0 0,0 0 0,0 0 0,-25 0 15,25 0-15,0 25 0,-24-25 0,24 0 16,-25 0-16,25 24 0,0-24 0,-25 0 0,25 25 0,0-25 0,-25 0 16,25 25-16,0-25 0,0 0 0,0 0 15,-25 25-15,25-25 0,0 0 0,0 0 0,0 25 0,0-25 16,25 0-16,-25 0 0,0 24 0,0-24 0,0 0 0,0 0 15,25 25-15,-25-25 0,0 0 0,25 0 0,-25 25 16,0-25-16,25 0 0,-25 0 0,0 25 0,24-25 16,-24 0-16,0 25 0,25-25 0,-25 0 0,0 24 0,0-24 15,25 0-15,-25 25 0,0-25 0,0 0 16,25 25-16,-25-25 0,0 0 0,0 0 0,0 25 0,0-25 15,0 0-15,0 0 0,0 0 0,0 25 0,0-25 0,0 0 0,25 0 16,-25 0-16,0 0 0,0 0 0,0 0 16,0 0-16,0 0 0,0 0 0,0-25 0,24 25 0,-24 0 15</inkml:trace>
  <inkml:trace contextRef="#ctx0" brushRef="#br0" timeOffset="1.00333E6">4986 13444 0,'0'0'0,"0"0"0,0 0 0,0 0 0,-25 0 16,25 0-16,0 0 0,0 0 0,0 0 0,0 0 0,0 0 15,0 0-15,0 0 0,0 0 0,0 0 0,0 0 16,0 0-16,0 0 0,0 0 0,0 0 0,0 0 16,0 0-16,0 0 0,0 0 0,0 25 0,0-25 0,-25 0 15,25 0-15,0 25 0,0-25 16,0 0-16,0 25 0,0-25 0,0 24 0,0-24 0,0 0 15,0 25-15,0-25 0,0 25 0,0 0 0,0-25 0,0 25 16,0-25-16,0 24 0,0-24 0,0 25 0,0-25 0,0 25 16,0-25 62,0 25-78,0-25 0,0 25 0,0-25 0,0 0 0,25 24 0,-25-24 0,0 0 0,0 0 0,0 25 0,25-25 0,-25 0 0,0 0 0,0 0 0,0 0 0,25 0 0,-25 0 0,0 0 0,0 0 0,24 0 0,-24 0 0,0 0 0,0 0 0,25 0 15,-25 0-15,0 0 0,0 0 0,0-25 0,25 25 0,-25 0 0,0 0 0,0-24 0,0 24 0,25 0 0,-25-25 0,0 25 0,0-25 16,0 25-16,0 0 0,0-25 0,25 25 15,-25-25-15,0 25 0,0-24 0,0 24 0,0 0 0,0-25 0,0 25 16,0-25-16,0 25 0,0 0 0,0-25 16,0 25-16,0 0 0,24-25 0,-24 25 0,0 0 0,0 0 0,0 0 46,0 0-46,0 0 0,0 0 0,0 0 0,0 0 0,0 0 0,0 0 16,0 0-16,0 0 0,0 0 0,0 0 0,0 0 0,0 0 0,0 25 0,0-25 0,0 0 0,0 25 0,0-25 16,0 25-16,0-25 0,0 25 0,0-25 0,0 24 0,0-24 15,0 25-15,0-25 0,0 25 0,0-25 0,25 25 0,-25-25 0,0 25 0,0-25 16,0 24-16,0-24 0,0 25 15,0-25-15,0 0 0,0 25 0,0-25 0,0 0 0,0 0 0,25 0 16,-25 25-16,0-25 0,0 0 0,0 0 0,0 0 16,0 0-16,0 0 0,0-25 0,25 25 0,-25 0 15,0 0-15,25 0 0,-25 0 0</inkml:trace>
  <inkml:trace contextRef="#ctx0" brushRef="#br0" timeOffset="1.0036E6">5779 13667 0,'0'0'0,"0"0"0,0 0 16,0 0-16,0 0 0,0 0 0,0 0 0,0 0 0,0 0 0,0 0 0,0 0 15,0 0-15,0 0 0,0 0 0,25 0 0,-25 0 16,0 0-16,25 0 0,-25 0 0,0 0 0,25 0 16,-25 0-16,25 0 0,-25 0 0,25 0 0,-25 0 0,0 0 15,24 0-15,-24 0 0,25 0 16,-25 0-16,0 0 0,25 0 0,-25 0 0,0 0 0,0 0 0,25 0 15,-25 0-15,0 25 0,0-25 0,0 0 0,0 0 0,0 0 16</inkml:trace>
  <inkml:trace contextRef="#ctx0" brushRef="#br0" timeOffset="1.0038E6">5779 13866 0,'0'0'0,"0"25"16,0-25-16,-24 0 0,24 0 0,0 0 0,0 0 15,0 0-15,0 0 0,0 0 0,24 0 0,-24 0 16,0 0-16,0 0 0,0 0 0,25 0 15,-25 0-15,0 0 0,25 0 0,-25 0 0,25 0 0,-25 0 0,25 0 16,-25 0-16,25 0 0,-25 0 0,24 0 16,-24 0-16,25 0 0,-25 0 0,25 0 0,0 0 0,-25 0 15,25 0-15,-25 0 0,24 0 0,1 0 0,-25 0 0,25 0 16</inkml:trace>
  <inkml:trace contextRef="#ctx0" brushRef="#br0" timeOffset="1.00433E6">7441 13295 0,'0'0'15,"-24"0"-15,24 0 0,0 0 0,-25 0 0,25 0 16,-25 0-16,25 0 0,-25 0 0,25 25 0,0-25 0,-25 0 15,25 25-15,-24-25 0,24 25 0,0-25 0,-25 25 0,25-25 16,0 24-16,-25 1 0,25 0 0,0-25 16,0 25-16,0 0 0,-25-1 0,25 1 0,0 0 15,0 0-15,0 0 0,0-1 0,0-24 0,-25 25 0,25 0 0,0 0 16,0-25-16,0 25 0,0-1 125,75 76-125,-75-100 0,25 24 0,-25-24 0,24 0 0,-24 0 0,25 0 0,-25 0 0,0 0 0,25 0 0,-25-24 0</inkml:trace>
  <inkml:trace contextRef="#ctx0" brushRef="#br0" timeOffset="1.00482E6">7764 13519 0,'0'0'0,"0"0"0,-25 0 16,25 0-16,0 0 0,-25 0 0,25 0 0,0 0 0,-25 0 15,25-25-15,0 25 0,0 0 16,-24 0-16,24 0 0,0 0 0,0 0 0,-25 0 0,25 0 0,0 0 0,0 0 16,0 0-16,0 25 0,0-25 0,-25 0 15,25 0-15,0 0 0,0 0 0,0 24 0,0-24 0,0 0 16,0 25-16,0-25 0,0 25 0,0-25 0,0 25 15,0-25-15,0 25 0,0-25 0,0 24 0,0-24 16,25 25-16,-25 0 0,0-25 0,0 25 0,0 0 0,0-25 16,0 24-16,25-24 0,-25 25 0,0-25 0,0 25 0,0 0 15,24-25-15,-24 0 0,0 25 0,0-25 16,25 24-16,-25-24 0,0 0 0,0 25 0,25-25 0,-25 0 0,25 0 15,-25 25-15,0-25 0,25 0 16,-25 0-16,0 0 0,24 0 0,-24 0 0,0 0 0,25-25 0,-25 25 47,25 0-47,-25 0 0,25 0 0,-25-25 0,0 25 0,25 0 0,-25-24 0,24 24 0,-24 0 0,0-25 0,25 25 15,-25-25-15,0 25 0,0-25 0,25 25 0,-25 0 0,0-25 0,0 25 0,0-24 0,0 24 0,0-25 0,0 25 16,0 0-16,0-25 0,0 25 16,0-25-16,0 25 0,-25-25 0,25 25 0,0-24 0,0 24 0,-25-25 0,25 25 15,0-25-15,0 0 0,-24 25 16,24-25-16,0 25 0,-25-24 0,25 24 0,0-25 0,0 25 0,-25-25 15,25 25-15,0 0 0,0 0 0,0-25 0,0 25 0,0 0 16,0 0-16,0 0 0,0 0 0,0 0 0,0 0 16,0 0-16,0 0 0,0 0 0,0 0 0,0 0 0,0 0 0,-25 25 15,25-25-15,0 0 0,0 0 0,0 0 16,0 0-16,0 0 0,0 0 0</inkml:trace>
  <inkml:trace contextRef="#ctx0" brushRef="#br0" timeOffset="1.00515E6">8582 13469 0,'0'0'0,"0"0"0,-24 0 0,24 0 0,0 25 16,0-25-16,0 0 0,0 0 0,0 0 0,0 0 0,0 0 0,0 0 16,0 0-16,0 0 0,0 0 15,0 0-15,0 0 0,0 0 0,0 25 0,24-25 0,-24 0 0,0 0 16,0 0-16,0 24 0,0-24 0,0 0 15,0 0-15,0 0 0,0 25 0,0-25 0,25 0 0</inkml:trace>
  <inkml:trace contextRef="#ctx0" brushRef="#br0" timeOffset="1.00542E6">8731 13791 0,'0'0'0,"0"0"0,25 0 0,-25 0 0,0 0 0,0 25 0,0-25 0,0 0 0,0 0 0,0 0 0,25 0 0,-25 25 0,0-25 0,0 0 0,0 0 0,0 0 0,0 25 0,0-25 0,0 0 0,0 25 0,0-25 0,0 0 0,0 24 0,0-24 31,0 0-31,0 25 0,0-25 0,-25 25 0,25-25 0,0 0 0,0 25 0,-25-25 0,25 25 0,0-25 0,-25 24 16,25-24-16,0 25 0,-24-25 0,24 25 0</inkml:trace>
  <inkml:trace contextRef="#ctx0" brushRef="#br0" timeOffset="1.00615E6">9723 13568 0,'0'0'0,"0"0"16,0 0-16,-24 0 0,24-25 0,0 25 0,0 0 0,0 0 15,-25 0-15,25 0 0,0 0 0,0-24 0,0 24 0,0 0 16,0 0-16,0 0 0,0 0 0,0 0 16,0 0-16,0 0 0,0-25 0,0 25 0,0 0 0,0 0 0,0 0 15,0 0-15,25 0 0,-25 0 0,0 0 16,0-25-16,0 25 0,0 0 0,0 0 0,24 0 15,-24 0-15,0 0 0,0 0 0,25 0 0,-25 0 0,0 0 16,0 0-16,0 0 0,25 0 0,-25 0 47,0 0 62,-50 273-93,50-273-16,0 0 0,0 0 0,0 25 0,0-25 0,0 0 0,0 0 0,0 0 0,0 0 0,0 0 0,0 0 0,0 0 0,0 0 0,0 0 0,0 0 0,0 0 15,0 0-15,0 0 0,25 0 0,-25 0 0,0 0 0,0 0 0,0 0 0,0 0 0,25 0 0,-25 0 0,0 0 0,0 0 0,25 0 0,-25 24 16,0-24-16,0 0 0,0 0 0,25 0 0,-25 25 0,0-25 0,0 0 0,0 25 0,24-25 0,-24 0 0,0 25 0,0-25 0,0 0 0,0 25 0,0-25 0,0 0 0,0 24 0,0-24 15,0 0-15,0 25 0,0-25 0,0 0 16,0 25-16,0-25 0,0 0 0,-24 25 0,24-25 0,0 0 16,0 0-16,-25 25 0,25-25 0,0 0 0,-25 0 0,25 0 0,0 24 15,-25-24-15,25 0 0,0 0 0,-25 0 16,25 0-16,0 0 0,-24 0 0,24 0 0,0 0 15,-25 0-15,25 0 0,0 0 0,0 0 0,0 0 16,0 0-16,-25 0 0,25 0 0,0-24 0,0 24 0,0 0 0,0 0 16,0 0-16,25 0 0,-25-25 0,0 25 15,0 0-15,0 0 0,0-25 0,0 25 0,0 0 0,0 0 16,25 0-16,-25-25 0,0 25 0,0 0 0</inkml:trace>
  <inkml:trace contextRef="#ctx0" brushRef="#br0" timeOffset="1.00714E6">10344 13940 0,'0'0'0,"0"0"0,0 0 0,0 0 0,0 0 15,0 0-15,0 0 0,0 0 0,0 0 16,0-25-16,0 25 0,24 0 0,-24 0 0,0 0 0,0-24 16,0 24-16,0 0 0,0 0 0,25-25 0,-25 25 0,0 0 0,0-25 15,25 25-15,-25 0 0,0-25 0,25 25 16,-25-25-16,0 25 47,124-297 62,-124 297-109,0-25 0,0 25 0,0 0 0,0-25 0,-25 25 15,25 0-15,0 0 0,0-25 0,0 25 0,-25 0 0,25 0 0,0-24 0,-25 24 0,25 0 0,0 0 0,-24 0 0,24 0 0,0 0 0,0 0 0,-25 0 0,25 0 0,0 0 0,-25 0 0,25 0 0,0 0 0,0 0 0,0 0 0,-25 0 16,25 0-16,0 24 0,0-24 0,0 0 0,0 0 0,0 0 0,0 25 0,0-25 0,0 0 0,0 25 0,0-25 0,0 25 0,0-25 0,0 25 0,0-25 16,0 24-16,0-24 0,25 25 0,-25-25 0,0 25 0,0-25 15,0 25-15,0-25 0,0 25 16,25-25-16,-25 24 0,0 1 0,0-25 0,0 25 0,0-25 15,0 25-15,0-25 0,25 25 0,-25-25 0,0 24 0,0-24 0,0 25 16,0-25-16,0 0 0,0 25 0,0-25 0,0 0 16,0 25-16,0-25 0,0 0 0,0 25 0,0-25 15,0 0-15,0 0 0,0 0 0,0 0 0,0 0 0,0 0 16,0 0-16,0 0 0,0 0 15,0 0-15,0 0 0,0 0 0,0 0 0,0 0 0,0 0 0,0 0 16,0 0-16,0-25 0,0 25 0,24 0 0,-24 0 0,0-25 16,0 25-16,0 0 0,0-25 0,0 25 0,0-25 0,0 25 15,0 0-15,25-24 0,-25 24 0,0-25 16,0 25-16,0-25 0,25 25 0,-25-25 0,0 25 0,0 0 0,0-25 15,0 25-15,25 0 0,-25 0 0,0 0 16,0 0-16,0 0 0,0 0 0,0 0 0,0 0 156,-25 124-156,25-124 0,0 25 0,0-25 0,0 25 0,0-25 0,0 0 0,25 25 16,-25-25-16,0 0 0,0 25 0,0-25 0,0 0 0,0 0 0,25 24 0,-25-24 0,0 0 0,0 0 0,24 0 0,-24 0 0,0 0 0,0 0 0,0 0 0,25 0 0,-25 0 0,0 0 0,0 0 0,25 0 0,-25 0 0,0 0 0,0 0 0,25 0 15,-25-24-15,0 24 0,0 0 0,25 0 0,-25 0 0,0 0 0,0 0 0,24-25 0,-24 25 0,0 0 0,25 0 0</inkml:trace>
  <inkml:trace contextRef="#ctx0" brushRef="#br0" timeOffset="1.00801E6">11162 13692 0,'0'0'0,"0"0"0,0 0 16,0 0-16,-25 0 0,25 0 0,0-25 0,0 25 16,0 0-16,0 0 0,0 0 0,0 0 0,-25 0 0,25 0 15,0-24-15,0 24 0,0 0 0,0 0 16,-24 0-16,24 0 0,0-25 0,0 25 0,0 0 0,-25 0 0,25 0 15,0 0-15,0-25 0,-25 25 16,25 0-16,0 0 0,0 0 0,-25 0 0,25 0 0,0-25 16,-25 25-16,25 0 0,0 0 0,-24 0 0,24 0 0,-25 0 15,25 0-15,0 0 0,0 0 0,-25 0 0,25 0 0,0 0 0,-25 0 16,25 25-16,0-25 0,0 0 0,-25 0 15,25 25-15,0-25 0,0 0 0,-24 0 0,24 25 0,0-25 16,0 24-16,0-24 0,0 0 16,0 25-16,0-25 0,0 25 0,0-25 0,0 0 0,0 25 0,0-25 15,0 25-15,0-25 0,0 24 0,0-24 0,0 25 0,24-25 0,-24 0 16,0 25-16,0-25 0,0 25 0,0-25 15,25 0-15,-25 25 0,0-25 0,0 0 0,0 24 16,25-24-16,-25 0 0,0 0 0,0 0 0,25 0 0,-25 25 0,0-25 47,0 0 0,25 0-47,-25 0 0,0 0 0,0-25 0,24 25 0,-24 0 0,0 0 0,0 0 0,25 0 0,-25-24 0,0 24 0,25 0 0,-25-25 0,0 25 0,0 0 0,25-25 0,-25 25 0,0 0 0,0-25 0,25 25 0,-25-25 0,0 25 0,0-24 0,0 24 0,0 0 0,24-25 0,-24 25 15,0 0-15,0-25 0,0 25 0,0 0 0,0-25 0,0 25 0,0 0 0,0 0 16,0 0-16,0-25 0,0 25 0,0 0 0,0 0 0,0 0 0,0 0 15,0 0-15,0 0 0,0 0 0,0 0 0,0 0 0,0 25 16,0-25-16,0 0 0,0 0 0,0 0 16,0 0-16,0 25 0,0-25 0,0 0 0,0 25 15,0-25-15,0 25 0,0-25 0,0 0 0,0 24 0,0-24 0,0 25 16,0-25-16,0 25 0,0-25 0,25 25 15,-25-25-15,0 25 0,0-25 0,0 24 0,0-24 0,25 0 16,-25 25-16,0-25 0,0 0 0,25 0 0,-25 0 0,0 25 0,0-25 16,25 0-16,-25 0 15,25 0-15,-25-25 0,0 25 0,24 0 0,-24 0 0,25 0 16,-25-25-16,25 25 0,-25 0 0,25-24 0,-25 24 0,25-25 0,-25 25 15,0 0-15,24-25 0,-24 25 0,0 0 47,0-25-47,0 25 0,0 0 0,0 0 0,25-25 0,-25 25 0</inkml:trace>
  <inkml:trace contextRef="#ctx0" brushRef="#br0" timeOffset="1.00835E6">12204 13692 0,'0'0'0,"0"0"0,0 0 0,0 0 0,0 0 0,0 0 0,0 0 0,0 0 0,0 0 0,0 0 0,0 0 0,0 0 0,0 0 0,0 0 0,0 25 0,0-25 0,25 0 0,-25 0 0,0 0 0,0 0 0,0 0 0,0 0 0,0 0 0,0 25 0,0-25 0,0 0 0,0 0 0,0 0 0,0 25 0,0-25 0,0 0 0</inkml:trace>
  <inkml:trace contextRef="#ctx0" brushRef="#br0" timeOffset="1.00857E6">12303 13940 0,'0'25'0,"0"-25"0,0 0 16,0 0-16,25 0 0,-25 25 0,0-25 0,0 0 16,0 0-16,25 0 0,-25 0 0,0 25 15,0-25-15,0 0 0,25 0 0,-25 24 0,0-24 0,0 0 0,0 25 16,0-25-16,24 0 0,-24 0 0,0 25 0,0-25 0,0 0 15,-24 25-15,24-25 0,0 0 16,0 25-16,0-25 0,0 24 0,-25-24 47,25 0-47,0 25 0,-25-25 0,25 0 0,0 25 0,-25-25 0,25 25 0,-25-25 0,25 0 0,-24 25 0,24-25 0,-25 0 0,0 24 0</inkml:trace>
  <inkml:trace contextRef="#ctx0" brushRef="#br0" timeOffset="1.0095E6">13146 13965 0,'0'0'0,"0"0"0,0 0 0,0 0 0,0 0 16,0 0-16,25 0 0,-25 0 0,0 0 0,0 0 0,0 0 0,0 0 15,0 0-15,0 0 16,25-25-16,-25 25 0,0 0 0,0 0 0,25-25 0,-25 25 16,0 0-16,25-24 0,-25 24 0,0-25 0,25 25 0,-25-25 0,24 25 15,-24-25-15,25 25 0,-25-25 0,25 25 47,-25-24-47,25 24 0,-25-25 0,25 25 0,-25-25 0,24 0 0,-24 25 0,25-25 0,-25 25 0,0-24 0,25 24 0,-25 0 0,0-25 0,0 25 0,25-25 0,-25 25 0,0 0 0,0-25 16,0 25-16,0-25 0,0 25 15,-25 0-15,25-24 0,0 24 0,0 0 0,0-25 0,-25 25 0,25 0 16,0-25-16,-25 25 0,25 0 0,-24-25 0,24 25 0,0 0 0,-25-25 15,25 25-15,-25 0 0,25-24 16,0 24-16,-25 0 0,25 0 0,0 0 0,0 0 0,-25-25 0,25 25 16,0 0-16,0 0 0,0 0 0,0 0 0,0 25 0,-24-25 15,24 0-15,0 0 0,0 0 16,0 0-16,0 24 0,0-24 0,0 0 0,0 25 0,0-25 15,0 25-15,0-25 0,24 25 0,-24-25 0,0 25 0,0-1 0,0-24 16,0 25-16,0 0 0,0-25 16,25 25-16,-25 0 0,0-1 31,0-24 94,25 298-125,-25-298 0,0 0 0,0 0 0,0 0 0,0 0 0,0 0 0,0 0 0,0 0 0,0 0 0,0 0 0,0 0 0,0 0 0,0 0 0,0-25 0,0 25 0,25 0 0,-25 0 0,0-25 0,0 25 15,0-24-15,25 24 0,-25-25 0,0 25 0,0-25 0,0 25 0,24-25 0,-24 25 0,0-25 0,0 25 0,25-24 0,-25 24 16,0 0-16,0-25 0,0 25 0,25 0 0,-25-25 0,0 25 0,0 0 0,0 0 0,0 0 0,0 0 0,0 0 0,0 0 0,0 0 0,0 0 15,0 0-15,0 0 0,-25 0 0,25 25 0,0-25 16,0 0-16,0 25 0,0-25 0,0 24 0,0-24 16,-25 25-16,25-25 0,0 25 0,0-25 0,0 25 0,0 0 0,0-25 15,0 24-15,0-24 0,0 25 16,25 0-16,-25-25 0,0 25 0,0-25 0,0 25 0,0-25 0,0 0 15,25 24-15,-25-24 0,0 0 0,0 0 0,25 0 16,-25 0-16,0 0 0,25 0 0,-25 0 0,24 0 16,-24 0-16,25 0 0,0 0 0,-25 0 0,25-24 0,0 24 15,-25 0-15,24 0 0,1 0 0,0 0 0,-25-25 0,25 25 16,0 0-16,-1 0 0,-24 0 0</inkml:trace>
  <inkml:trace contextRef="#ctx0" brushRef="#br0" timeOffset="1.0102E6">14263 13841 0,'0'0'0,"0"-25"47,0 25 62,-174-149-109,174 149 0,-25 0 0,25 0 0,0 0 0,-25 0 15,25 0-15,0 0 0,0 0 0,-24 0 0,24 0 0,0 0 0,-25 0 0,25 0 0,0 25 0,-25-25 0,25 0 0,0 0 0,0 0 0,-25 25 0,25-25 0,0 0 16,0 0-16,0 25 0,-25-25 0,25 25 0,0-25 0,0 24 0,0-24 0,0 25 0,0-25 0,0 25 0,0-25 0,0 25 0,0 0 0,0-25 0,0 24 0,25-24 0,-25 25 0,0-25 0,0 25 0,0-25 0,25 25 0,-25-25 0,0 0 16,0 25-16,25-25 0,-25 0 0,0 24 15,25-24-15,-25 0 0,0 0 0,24 0 0,-24 0 0,0 0 16,25 0-16,-25 0 0,0 0 0,25 0 15,-25 0-15,0-24 0,25 24 0,-25 0 0,25 0 0,-25-25 0,0 25 16,24-25-16,-24 25 0,25-25 0,-25 25 0,0-25 0,25 25 16,-25-24-16,0 24 0,0-25 0,25 25 15,-25-25-15,0 25 0,0-25 0,0 25 0,0-25 0,0 25 16,0-24-16,0 24 0,0-25 0,0 25 0,0 0 15,0-25-15,0 25 0,0 0 0,-25 0 0,25 0 16,0 0-16,0 0 0,0 0 0,0 0 0,0 0 0,0 0 16,0 0-16,0 0 0,0 0 0,0 0 171,25 248-171,0-248 0,-25 25 0,0-25 0,0 0 0,24 0 0,-24 0 0,0 0 0,25 0 0,-25 0 0,0 0 0,25 0 0,-25 0 0,0-25 0,25 25 0,-25 0 0,0 0 0,25-25 0,-25 25 0,25 0 0,-25 0 0,0-25 0,24 25 16,-24 0-16,0 0 0,0 0 0,0-24 0,25 24 0,-25 0 0,0 0 0</inkml:trace>
  <inkml:trace contextRef="#ctx0" brushRef="#br0" timeOffset="1.01051E6">15180 13742 0,'0'0'15,"0"0"-15,0 0 0,0 0 0,0 0 16,0 0-16,0 0 0,0 0 0,0 0 0,-24 0 0,24 0 0,0 0 15,0 0-15,0 0 0,0 0 0,0 0 16,24 0-16,-24 0 0,0 0 0,0 25 0,0-25 16,0 0-16,0 0 0,0 0 0,0 0 0,0 0 0,25 0 0,-25 24 15,0-24-15,0 0 0,0 0 0,0 0 0,-25 0 16,25 25-16,0-25 0</inkml:trace>
  <inkml:trace contextRef="#ctx0" brushRef="#br0" timeOffset="1.01073E6">15205 13990 0,'0'0'0,"0"25"0,0-25 0,25 0 0,-25 0 0,0 0 16,0 0-16,0 24 0,25-24 0,-25 0 0,0 0 16,0 0-16,0 25 0,25-25 0,-25 0 15,0 0-15,0 25 0,0-25 0,0 0 0,0 0 0,0 25 16,0-25-16,0 0 0,0 0 0,0 25 0,0-25 0,0 0 15,0 24-15,-25-24 0,25 0 0,0 25 16,0-25-16,-25 0 0,25 25 0,-25-25 0,25 0 16,-25 25-16,25-25 0,-24 0 0,24 25 0,-25-25 0,0 24 15,25-24-15,-25 0 0,0 0 0</inkml:trace>
  <inkml:trace contextRef="#ctx0" brushRef="#br0" timeOffset="1.01168E6">15974 14089 0,'0'0'0,"0"0"0,-25 0 0,25 0 0,0 0 0,0-25 0,0 25 0,0 0 16,0 0-16,0 0 0,0 0 0,0 0 0,0 0 0,0 0 16,0-25-16,25 25 0,-25 0 0,0-24 0,25 24 0,-25 0 0,0-25 15,25 25-15,-25 0 0,0-25 0,25 25 0,-25-25 0,24 25 16,-24-25-16,25 25 0,-25-24 0,25 24 15,-25-25-15,25 25 0,-25-25 0,25 0 0,-1 25 0,-24-25 16,25 1-16,-25 24 0,25-25 0,-25 25 16,25-25-16,-25 0 0,0 25 0,25-25 0,-25 25 0,0-24 15,24 24-15,-24-25 0,0 25 0,0-25 0,0 25 0,0 0 16,0-25-16,0 25 0,0-25 0,-24 25 15,24 0-15,0 0 0,-25-24 0,25 24 0,0 0 0,-25-25 16,25 25-16,0 0 0,-25 0 0,25-25 0,-25 25 0,25 0 0,0 0 16,0 0-16,-74 0 124,74 0-124,0 0 0,0 25 0,0-25 0,0 0 0,0 25 0,0-25 0,0 0 0,0 24 0,0 1 0,0-25 0,0 25 0,0-25 0,0 25 0,25 0 0,-25-25 0,0 24 16,0 1-16,0-25 0,0 25 0,0 0 0,0-25 0,0 25 0,0-1 0,0-24 0,0 25 0,0-25 0,0 25 0,0 0 0,0-25 0,0 25 0,0-25 0,0 24 0,0-24 0,0 25 0,0-25 0,0 0 0,0 25 0,0-25 16,0 0-16,0 25 0,0-25 0,0 0 0,0 0 15,0 25-15,0-25 0,0 0 0,0 0 0,0 0 0,0 0 0,0 0 16,0 0-16,0 0 0,0 0 15,0 0-15,0 0 0,0 0 0,0 0 0,0-25 0,0 25 0,0 0 16,0-25-16,25 25 0,-25 0 0,0-25 0,0 25 0,24-25 0,-24 25 16,0-24-16,0-1 0,25 25 0,-25-25 15,0 0-15,0 25 0,0-25 0,0 25 0,25 0 0,-25-24 0,0 24 16,0 0-16,0 0 0,0-25 15,0 25-15,0 0 0,0 0 0,0 0 0,0 0 0,0 25 0,-25-25 16,25 0-16,0 0 0,0 24 0,0-24 0,0 0 0,0 25 16,0-25-16,0 0 0,0 25 0,0-25 0,0 25 15,0-25-15,0 25 0,0-25 0,0 0 0,0 24 94,50 76-47,-25-100-47,-25 0 0,0 0 0,0 24 0,24-24 0,-24 0 0,0 0 0,25 0 0,-25 0 0,0 0 0,25-24 15,-25 24-15,25 0 0,-25 0 0,0 0 0,25-25 0,-25 25 0,25 0 0,-25 0 0,0 0 0</inkml:trace>
  <inkml:trace contextRef="#ctx0" brushRef="#br0" timeOffset="1.01232E6">16991 13816 0,'0'0'0,"0"0"0,0-25 0,0 25 0,0 0 16,0 0-16,0-24 0,-25 24 0,25 0 0,0 0 15,0 0-15,0-25 0,0 25 0,0 0 0,0 0 0,-24 0 16,24 0-16,0-25 0,0 25 0,-25 0 16,25 0-16,0 0 0,0 0 0,0-25 0,-25 25 15,25 0-15,0 0 0,-25 0 0,25 0 0,0 0 0,-25 0 16,25 0-16,0 0 0,-24 0 0,24 0 0,-25 0 15,25 0-15,-25 0 0,25 0 0,0 0 0,-25 0 16,25 0-16,0 0 0,-25 0 0,25 0 0,0 0 0,-24 25 0,24-25 16,0 0-16,0 25 0,-25-25 78,25 25-78,0-25 0,0 0 0,0 24 0,0 1 0,0-25 0,0 25 0,0-25 15,0 25-15,0-25 0,0 25 0,0-25 0,25 24 0,-25-24 0,0 0 0,0 25 0,0-25 0,0 25 0,24-25 0,-24 0 0,0 25 0,0-25 0,25 0 0,-25 0 0,0 0 0,0 0 0,0 25 0,25-25 0,-25 0 0,0 0 0,0 0 0,25-25 0,-25 25 0,0 0 0,0 0 16,25 0-16,-25 0 0,0 0 0,0-25 15,24 25-15,-24 0 0,0 0 0,25-25 0,-25 25 0,0-25 16,0 25-16,25 0 0,-25-24 0,0 24 0,0-25 0,0 25 16,0-25-16,0 25 0,0 0 0,0-25 15,0 25-15,0 0 0,0-25 0,25 25 0,-25 0 0,0 0 16,0 0-16,0 0 0,0 0 0,0 0 0,0 0 0,0 0 15,0 0-15,0 0 0,0 0 0,0 0 16,0 0-16,0 0 0,0 0 0,0 25 0,0-25 0,0 0 16,0 25-16,-25-25 0,25 0 0,0 25 0,0-25 0,0 25 15,0-25-15,0 24 0,25-24 0,-25 25 0,0-25 0,0 25 94,0-25-94,0 25 0,0-25 0,0 0 0,0 25 0,0-25 0,25 0 15,-25 24-15,0-24 0,0 0 0,0 0 0,24 0 0,-24 0 0,0 0 0,25 0 0,-25 0 0,0 0 0,25 0 0,-25 0 0,25 0 0,-25-24 0,25 24 0,-25 0 0,0-25 0,24 25 0,-24 0 0,25-25 0,-25 25 0,25-25 0,-25 25 0,0-25 0,25 25 0,-25-24 0</inkml:trace>
  <inkml:trace contextRef="#ctx0" brushRef="#br0" timeOffset="1.01282E6">17289 13370 0,'0'-25'0,"25"25"16,-25 0-16,0 0 0,0 0 0,0 0 0,0 0 15,0 0-15,24 0 0,-24 0 0,0 0 0,0 0 16,0 0-16,25 0 0,-25 0 0,0 0 0,0 0 0,25 0 16,-25 0-16,0 25 0,0-25 0,25 0 0,-25 25 15,0-25-15,25 24 0,-25-24 0,0 25 0,0-25 0,24 25 16,-24 0-16,0-25 0,0 25 0,25-1 0,-25 1 15,0-25-15,0 25 0,0 0 0,0 0 16,25-25-16,-25 24 0,0 1 0,0 0 0,0-25 0,0 25 16,0 0-16,0-25 0,0 24 0,0 1 0,0 0 15,0-25-15,-25 25 0,25 0 0,0-25 0,0 24 16,-25 1-16,25 0 0,-24-25 0,24 25 15,-25-25-15,25 25 0,0-1 0,-25-24 0,25 25 0,-25-25 0,25 25 16,-25-25-16,25 25 0,-24-25 94,24 0-94</inkml:trace>
  <inkml:trace contextRef="#ctx0" brushRef="#br0" timeOffset="1.01357E6">18728 13543 0,'0'-24'0,"0"24"0,0 0 0,-25 0 0,25 0 15,0-25-15,0 25 0,0 0 0,0 0 0,0 0 0,0-25 16,0 25-16,-25 0 0,25 0 0,0-25 0,0 25 0,0 0 0,0 0 15,-25 0-15,25 0 0,0-25 0,0 25 0,0 0 0,-25 0 0,25 0 16,0 0-16,-24 0 0,24 0 0,0 0 0,-25 0 16,25 0-16,-25 0 0,25 0 0,-25 0 0,25 0 0,-25 0 0,25 0 15,-25 0-15,25 0 0,-24 0 0,24 25 0,-25-25 0,25 0 16,-25 0-16,25 25 0,-25-25 0,25 0 0,-25 25 15,25-25-15,0 25 0,-24-1 0,24-24 0,-25 25 0,25-25 16,0 25-16,-25 0 0,25-25 0,0 25 0,0-1 0,0-24 16,0 25-16,0 0 0,0-25 0,0 25 0,0 0 0,0-25 0,0 24 15,0 1-15,0-25 0,0 25 0,25-25 0,-25 25 0,0-25 16,25 25-16,-25-25 0,0 24 0,24-24 0,-24 25 15,0-25-15,25 0 0,-25 0 0,25 25 0,-25-25 0,25 0 0,-25 0 0,25 25 0,-1-25 16,-24 0-16,25 0 0,-25 0 0,25 0 16,50 0 93</inkml:trace>
  <inkml:trace contextRef="#ctx0" brushRef="#br0" timeOffset="1.01375E6">18405 13717 0,'0'-25'0,"0"25"0,0 0 0,0 0 0,0 0 0,0 0 0,0 0 16,0 0-16,0 0 0,0 0 0,0 0 0,0 0 15,0 0-15,0 0 0,0 0 0,25 0 0,-25 0 16,0 0-16,0 0 0,25 0 0,-25 0 0,24 0 0,-24 0 16,25 0-16,-25 0 0,25 0 0,-25 0 0,25 0 15,0 0-15,-25 0 0,25 0 0,-25 0 0,24 0 0,1 0 16,-25 0-16,25 0 0,-25 0 0,25 0 0,0 0 15,-25 25-15,24-25 0,-24 0 0,25 0 0,0 0 16,-25 0-16,25 0 0,-25 0 0</inkml:trace>
  <inkml:trace contextRef="#ctx0" brushRef="#br0" timeOffset="1.01443E6">19695 13370 0,'-25'-25'0,"25"25"0,0 0 0,0 0 0,0 0 0,-25-25 0,25 25 0,0 0 0,0 0 16,0 0-16,-24 0 0,24 0 0,0 0 0,-25-25 0,25 25 0,0 0 0,0 0 0,-25 0 0,25 0 0,0 0 0,-25 0 0,25 0 0,0 0 0,-25 0 0,25 0 0,0 0 0,0 0 0,-25 0 0,25 0 0,0 25 0,0-25 0,-24 0 0,24 0 0,0 0 0,0 0 0,0 0 0,-25 25 0,25-25 15,0 0-15,0 0 0,0 25 0,0-25 0,-25 0 0,25 25 16,0-25-16,0 24 0,0-24 0,0 0 15,0 25-15,0-25 0,0 25 0,25-25 0,-25 25 0,0-25 0,0 25 16,0-25-16,0 24 0,25-24 16,-25 0-16,0 25 0,0-25 0,24 25 0,-24-25 0,0 25 0,25-25 15,-25 25-15,25-25 0,-25 24 0,0-24 0,25 25 0,-25-25 16,25 0-16,-25 25 0,0-25 0,25 25 15,-25-25-15,0 0 0,24 25 0,-24-25 0,0 0 0,0 24 16,0-24-16,0 0 0,25 25 0,-25-25 0,0 0 0,0 0 16,0 25-16,-25-25 0,25 0 0,0 0 15,0 0-15,0 25 0,-24-25 0,24 0 0,0 0 0,-25 0 16,25 0-16,-25 0 0,25 25 0,-25-25 0,25 0 0,-25 0 15,25 0 17,-25 0-32,25 0 0,-24 0 0,24 0 0,-25 0 0,25 0 0,-25 0 0,25 0 0,-25-25 0,25 25 0,0 0 0,-25 0 0,25 0 0,0 0 15,-24 0-15,24 0 0,0 0 0,0-25 0,0 25 0,-25 0 0,25 0 0,0 0 16,0 0-16,0 0 0,0-25 15,0 25-15,0 0 0,25 0 0,-25 0 0,0 0 0</inkml:trace>
  <inkml:trace contextRef="#ctx0" brushRef="#br0" timeOffset="1.01564E6">3497 15304 0,'0'0'15,"0"0"-15,0 0 0,0 0 0,0 0 0,0 0 0,0 0 0,0 0 16,0 0-16,0 0 0,0 0 0,-24 0 16,24 0-16,0 0 0,0 0 0,0 0 0,0 0 0,0 0 15,0 0-15,0 0 0,0 0 0,0 0 16,0 0-16,0 0 0,0 0 0,0 0 0,24 0 0,-24 0 15,0 0-15,0 0 0,0 0 0,0 0 0,0 0 0,0 0 0,0 0 16,25 0-16,-25 0 0,0 0 16,0 0-16,25 0 0,-25 0 0,0 0 0,25 0 0,-25 0 0,25 0 15,-25-24-15,24 24 47,-24 0-47,25 0 0,0 0 0,-25 0 0,25 0 0,0-25 0,0 25 0,-25 0 0,24 0 0,1 0 0,-25-25 16,25 25-16,0 0 0,-25 0 0,25 0 0,-25 0 0,24-25 0,-24 25 0,0 0 0,25 0 0,-25 0 0,0 0 0,0 0 0,0 0 0,0 0 15,0 0-15</inkml:trace>
  <inkml:trace contextRef="#ctx0" brushRef="#br0" timeOffset="1.01594E6">3671 15379 0,'0'0'0,"0"0"16,0 0-16,0 0 0,-25 0 0,25 0 0,0 0 16,0 0-16,0 0 0,0 0 0,0 0 0,0 0 15,25 0-15,-25 0 0,0 25 0,0-25 0,0 0 0,0 0 16,25 0-16,-25 0 0,0 0 0,25 0 0,-25 0 15,25 0-15,-25-25 0,24 25 0,-24 0 0,25 0 0,-25 0 16,25 0-16,0 0 0,-25 0 0,25 0 0,-25 0 16,24 0-16,1 0 0,-25 0 0,25-25 0,-25 25 0,25 0 15,-25 0-15,25 0 0,-25 0 0,0 0 0,24 0 16,-24 0-16,0-25 0,25 25 0,-25 0 0,0 0 15,0 0-15</inkml:trace>
  <inkml:trace contextRef="#ctx0" brushRef="#br0" timeOffset="1.01625E6">3919 15081 0,'0'0'0,"-25"0"0,25 0 0,0 0 0,0 0 0,0 0 15,0 0-15,0 0 0,0 0 0,0 0 0,0 0 16,0 0-16,25 0 0,-25 0 0,0 0 15,0 25-15,25-25 0,-25 0 0,25 0 0,-25 0 16,25 0 140,173 198-156,-223-198 0,25 25 0,0 0 0,-25-25 0,25 25 0,0 0 0,-24-25 0,24 25 0,-25-1 0,25-24 0,-25 25 16,25-25-16,0 25 0,-25 0 0,25-25 0,-25 0 0,25 25 0,0-25 0,0 24 0,-24-24 0,24 0 0,0 0 0,0 25 0</inkml:trace>
  <inkml:trace contextRef="#ctx0" brushRef="#br0" timeOffset="1.01717E6">5531 14982 0,'0'-25'0,"0"25"0,0 0 0,0 0 0,0 0 0,0 0 15,0-25-15,0 25 0,0 0 16,0 0-16,0 0 0,0-24 0,-24 24 0,24 0 0,0 0 0,0-25 16,0 25-16,0 0 0,-25 0 0,25-25 0,0 25 15,-25 0-15,25 0 0,0 0 0,0-25 0,-25 25 0,25 0 16,-25 0-16,25 0 0,0 0 0,-24 0 0,24 0 15,-25 0-15,25 0 0,0 25 0,-25-25 0,25 0 0,-25 0 16,25 0-16,0 25 0,-25-25 16,25 0-16,-24 25 0,24-25 0,0 0 0,0 24 0,0-24 0,-25 0 15,25 25-15,0-25 0,0 25 250,248 372-250,-273-397 0,25 0 0,0 0 0,-25 0 0,25 0 0,-25 0 0,25 0 0,0 0 0,0 0 0,0 0 0,0 0 15,0 0-15,0 0 0,0 0 0,0 0 0,0 0 0,0 0 0,25-25 0,-25 25 0,0 0 0,25 0 0,-25 0 0,25 0 0,-25 0 0,25-25 0,-25 25 0,24 0 0,-24 0 16,25 0-16</inkml:trace>
  <inkml:trace contextRef="#ctx0" brushRef="#br0" timeOffset="1.01804E6">6573 15329 0,'25'0'15,"-25"0"-15,0 0 0,0 25 0,0-25 0,0 0 0,0 0 0,0 0 16,0 0-16,0 0 0,0 0 0,0 0 15,25 0-15,-25-25 0,0 25 0,0 0 0,0 0 0,0-25 0,25 25 16,-25 0-16,0-24 0,0 24 0,24 0 0,-24-25 16,0 25-16,25-25 0,-25 25 0,0 0 0,25-25 15,-25 25-15,0-25 0,25 25 0,-25-24 0,0 24 16,25-25-16,-25 25 0,0-25 0,24 25 0,-24-25 0,0 0 0,0 25 15,25-24-15,-25 24 0,0-25 0,0 25 16,0-25-16,0 25 0,0-25 47,-99-148 62,99 173-109,-25 0 0,25 0 0,0 0 0,0 24 0,-25-24 0,25 0 0,0 0 0,0 0 0,0 25 16,0-25-16,-24 0 0,24 0 0,0 0 0,0 25 0,0-25 0,0 0 15,0 25-15,0-25 0,0 0 0,0 25 0,0-25 0,0 0 0,0 24 0,0-24 0,0 0 0,0 25 16,0-25-16,0 25 0,24-25 0,-24 25 0,0-25 0,0 25 0,0-25 0,0 24 0,0 1 0,0-25 0,0 25 0,25-25 0,-25 25 0,0-25 0,0 25 0,0-1 0,0-24 0,0 25 0,0-25 0,0 25 15,0-25-15,0 25 0,25-25 0,-25 25 0,0-25 0,0 0 16,0 24-16,0-24 0,0 0 0,0 25 0,0-25 0,0 0 0,0 25 16,0-25-16,0 0 0,0 0 0,0 0 15,0 0-15,0 25 0,25-25 0,-25 0 0,0 0 0,0 0 16,0 0-16,0 0 0,25 0 0,-25 0 0,0 0 0,24 0 0,-24 0 15,0 0-15,25 0 0,-25 0 0,0-25 0,25 25 16,-25 0-16,25-25 0,-25 25 16,25 0-16</inkml:trace>
  <inkml:trace contextRef="#ctx0" brushRef="#br0" timeOffset="1.01852E6">7144 15205 0,'0'-25'0,"0"25"16,0 0-16,0 0 0,0 0 0,0 0 0,0-24 16,0 24-16,0 0 0,0 0 156,-50-50-78,-49 273-78,99-223 0,0 0 0,0 25 0,0-25 0,0 0 0,0 0 0,25 25 0,-25-25 0,0 0 0,0 0 0,0 0 0,0 0 0,25 0 0,-25 0 0,0 0 0,0 0 0,0 0 0,0 0 0,24 0 0,-24 0 0,0 0 0,0 0 0,0 0 0,25 0 0,-25-25 0,0 25 0,0 0 0,0 0 0,0 0 0,0-25 0,0 25 0,25 0 15,-25 0-15,0-25 0,0 25 0,0 0 0,0 0 0,0-24 0,0 24 0,0 0 0,0 0 0,0 0 16,0-25-16,0 25 15,0 0-15,0 0 0,0 0 0,0 0 0,0 25 0,0-25 0,0 0 16,0 0-16,0 24 0,0-24 0,0 0 0,0 25 0,0-25 0,0 25 16,25-25-16,-25 25 0,0-25 0,0 0 15,0 25-15,0-25 0,0 25 0,0-25 0,25 0 0,-25 24 16,0-24-16,0 0 0,0 25 0,0-25 15,0 0-15,0 0 0,24 0 0,-24 0 0,0 0 0,0 0 16,0 0-16,0 0 0,0 0 0,0 0 0,0 0 0,0-25 16,0 25-16,0 0 0,0-24 0</inkml:trace>
  <inkml:trace contextRef="#ctx0" brushRef="#br0" timeOffset="1.01872E6">7119 14982 0,'0'0'0,"0"0"15,0 0-15,0 0 0,0 0 0,25 0 0,-25 0 16,0 0-16,0 0 0,25 0 0,-25 0 0,0 0 16,24 0-16,-24 0 0,25-25 0,-25 25 15,25 0-15,0 0 0,-25 0 0,25 0 0,-1 0 0,-24 0 0,25 0 16,0 0-16,0 0 0,0 0 0,-25 0 15,24 0-15,1 0 0,0 0 0,-25 0 0</inkml:trace>
  <inkml:trace contextRef="#ctx0" brushRef="#br0" timeOffset="1.01928E6">8434 14957 0,'0'0'0,"0"0"0,0 0 0,0 0 16,0 0-16,0 0 0,0 0 0,0 0 0,0 0 0,0 0 0,0 0 15,0 0-15,0 0 0,0 0 16,0 25-16,0-25 0,0 0 0,0 0 0,0 25 0,0-25 15,0 0-15,0 25 0,0-25 0,0 24 0,0 1 0,0-25 0,0 25 16,24-25-16,-24 25 0,0-25 0,0 25 16,0-1-16,0-24 0,0 25 0,0-25 0,0 25 0,0 0 0,0-25 15,0 25-15,0-25 0,0 24 0,0 1 0,0-25 16,0 25-16,0-25 0,0 25 15,0-25-15,0 25 0,0-25 0,0 0 0,0 25 0,0-25 16,0 0-16,0 24 0,0-24 0,0 0 0,25 0 0,-25 25 0,0-25 16,0 0-16,0 0 0,0 0 0,0 0 0,0 0 15,0 0-15,0 0 0,0 0 0,0 0 0,0 0 0,0 0 16,0 0-16,0-25 0,0 25 0,-25 0 15,25 0-15,0-24 0,0 24 0,0 0 0,0-25 0,0 25 16,0 0-16</inkml:trace>
  <inkml:trace contextRef="#ctx0" brushRef="#br0" timeOffset="1.01965E6">8781 15081 0,'0'0'0,"-25"0"0,25 0 0,0 0 15,0-25-15,0 25 0,0 0 0,0 0 0,0 0 16,-25 0-16,25-24 0,0 24 0,0 0 0,0 0 16,-25 0-16,25 0 0,0 0 0,0 0 0,0-25 0,-24 25 15,24 0-15,0 0 0,0 0 0,-25 0 0,25 0 16,0 0-16,0 0 0,0 25 0,-25-25 15,25 0-15,0 0 0,-25 0 0,25 0 0,0 24 0,-25-24 0,25 0 16,0 25-16,0-25 0,-24 0 0,24 25 0,0-25 16,0 25-16,0-25 0,0 25 0,0-25 0,0 0 15,0 24-15,0-24 0,0 25 0,24-25 47,-24 0-47,0 25 0,0-25 0,25 0 0,-25 25 0,0-25 0,25 0 0,-25 0 0,25 25 0,-25-25 0,25 0 0,-25 0 0,24 24 0,-24-24 0,25 0 0,-25 0 0,25 25 0,-25-25 0,0 0 16,25 0-16,-25 0 0,25 25 0,-25-25 0,0 0 15,24 0-15,-24 0 0,0 25 0,25-25 16,-25 0-16,0 0 0,25 0 0</inkml:trace>
  <inkml:trace contextRef="#ctx0" brushRef="#br0" timeOffset="1.02034E6">9649 14883 0,'0'0'0,"0"0"0,-25-25 0,25 25 0,-25 0 16,25-25-16,-24 25 0,24 0 0,-25-25 0,25 25 0,-25 0 15,25 0-15,0-24 0,-25 24 0,25 0 16,-25 0-16,25-25 0,0 25 0,0 0 0,-24 0 0,24 0 0,0 0 125,-50 25-125,50-25 0,0 0 0,-25 24 15,25-24-15,0 25 0,0-25 0,0 25 0,0-25 0,-25 25 0,25 0 0,0-25 0,0 24 0,0 1 0,0 0 0,0-25 0,0 25 0,0 0 0,0-1 0,0-24 16,0 25-16,0 0 0,0-25 0,0 25 0,0 0 0,0-25 0,25 24 0,-25-24 0,0 0 0,0 25 0,0-25 0,25 25 0,-25-25 0,0 0 0,0 0 0,25 0 0,-25 25 0,0-25 0,0 0 0,25 0 0,-25 0 0,0 0 0,0 0 15,24 0-15,-24 0 0,0 0 0,0 0 0,0 0 16,25 0-16,-25 0 0,0 0 0,0 0 0,0-25 0,0 25 16,0 0-16,25 0 0,-25 0 0,0-25 0,0 25 15,0 0-15,0-25 0,0 25 0,0 0 0,0-24 0,0 24 0,0 0 16,0-25-16,0 25 0,0 0 0,0-25 15,0 25-15,0 0 0,0 0 0,0 0 0,0 0 0,0 0 16,0 0-16,0 0 0,0 25 0,0-25 16,25 0-16,-25 0 0,0 25 0,0-25 0,0 24 0,0-24 15,0 25-15,0-25 0,0 25 0,25 0 0,-25-25 0,0 25 0,0-25 16,0 24-16,0-24 0,0 25 15,0-25-15,0 25 0,24-25 0,-24 0 0,0 0 0,0 25 0,0-25 47,0 0-47,0 0 0,0-25 78,0 25-78,0 0 0,0-25 16,-24 25-16,24-25 0</inkml:trace>
  <inkml:trace contextRef="#ctx0" brushRef="#br0" timeOffset="1.02052E6">9500 15156 0,'0'0'0,"0"0"0,0 0 0,0 0 0,0 0 0,0 0 0,25 0 0,-25 0 0,0 0 0,0 0 0,0 0 0,25 24 0,-25-24 0,25 0 16,-25-24-16,24 24 0,-24 0 0,25 0 0,-25 0 16,25 0-16,0 0 0,-25 0 15,25 0-15,-1 0 0,1-25 0,-25 25 0,25 0 0,-25 0 0,25 0 0,0 0 16,-25 0-16,24-25 0,-24 25 0,0 0 0,25 0 15</inkml:trace>
  <inkml:trace contextRef="#ctx0" brushRef="#br0" timeOffset="1.02092E6">10096 14932 0,'0'-24'16,"0"24"-16,-25 0 0,25 0 0,0 0 0,0 0 16,-25 0-16,25 0 0,0 0 0,0 0 0,0 0 0,0-25 15,0 25-15,0 0 0,0 0 0,0 0 0,0 0 16,0 25-16,0-25 0,0 0 0,0 0 0,0 0 0,25 0 15,-25 0-15,0 24 0,0-24 0,0 25 0,25-25 16,-25 25-16,0-25 0,0 25 0,24-25 0,-24 25 16,0-1-16,0-24 0,25 25 0,-25 0 0,0-25 0,0 25 15,0 0-15,25-25 0,-25 24 16,0 1-16,0-25 0,0 25 0,0-25 0,25 0 0,-25 25 16,0-25-16,0 0 0,0 25 0,0-25 0,25 0 0,-25 0 15,0 0-15,0 0 0,0 0 0,0 0 0,0 0 0,0 0 16,24 0-16,-24-25 0,0 25 0,0 0 0,0-25 15,0 25-15,25-25 0,-25 25 0,0-25 0,0 25 47,0-24-47,0 24 16,0-25-16,25 0 0,-25 25 0,0-25 0,0 0 0,0 25 0,0-24 0,0-1 0,0 25 0,0-25 0,0 0 0,0 25 0,25-25 0,-25 25 0,0 0 0,0-24 0,0 24 0,0 0 0,0 0 0,0-25 0,0 25 15,0 0-15,0 0 0,0 0 0,0 0 16,0 0-16,0 25 0,0-25 0,0 0 0,0 0 16,0 0-16,0 24 0,0-24 0,0 0 0,0 0 0,0 25 0,0-25 15,25 0-15,-25 0 0,0 0 0,0 25 16</inkml:trace>
  <inkml:trace contextRef="#ctx0" brushRef="#br0" timeOffset="1.02124E6">10666 14908 0,'0'0'0,"0"0"16,0 0-16,0 0 0,0 0 0,0 0 0,-25 0 0,25 0 15,0 0-15,0 0 0,0 0 0,0 0 16,0 0-16,0 0 0,0 24 0,0-24 0,0 0 15,0 25-15,0-25 0,0 25 0,0-25 0,0 25 0,0 0 16,25-25-16,-25 24 0,0 1 0,0-25 16,0 25-16,0 0 0,0-25 0,0 25 0,0-1 0,0-24 15,0 25-15,0 0 0,0-25 0,0 25 0,0-25 0,0 25 16,0-25-16,0 24 0,0-24 0,0 0 47,0 25-47,0-25 0,0 0 0,0 25 0,0-25 0,0 0 0,0 0 0,0 0 0,0 0 0,-25 0 0,25 0 15,0 0-15,0 0 0,0 0 0,0 0 0,0-25 0,0 25 0,0 0 0,-25 0 0,25-25 0,0 25 0,0-24 0</inkml:trace>
  <inkml:trace contextRef="#ctx0" brushRef="#br0" timeOffset="1.02147E6">10468 14883 0,'0'0'0,"0"-25"0,0 25 0,24 0 0,-24 0 15,0 0-15,0 0 0,0 0 0,0 0 0,25 0 16,-25 0-16,25 0 0,-25 0 0,25-25 0,-25 25 0,25 0 16,-1 0-16,-24 0 78,25 0-63,0 0-15,0-25 0,-25 25 0,25 0 0,-1 0 0,1 0 0,0-24 0,0 24 0,-25 0 0,25 0 0,-1 0 0,1 0 0,0 0 0,0 0 0,0-25 0,-1 25 16,1 0-16,0 0 0</inkml:trace>
  <inkml:trace contextRef="#ctx0" brushRef="#br0" timeOffset="1.02209E6">11931 15180 0,'0'0'15,"0"0"-15,0 0 0,0 0 0,0 0 0,0 0 0,0-24 0,0 24 16,0 0-16,0 0 0,0 0 0,0 0 16,0 0-16,0 0 0,0-25 0,0 25 0,-25 0 0,25 0 15,0 0-15,0-25 0,0 25 0,0 0 0,0 0 0,-25 0 16,25-25-16,0 25 0,0 0 0,0 0 15,-24 0-15,24 0 0,0 0 0,-25 0 0,25 0 0,0 0 16,-25 0-16,25 0 0,0 0 0,-25 0 0,25 0 0,-25 0 0,25 0 16,0 0-16,-24 0 0,24 25 0,-25-25 156,50 298-141,-1-273-15,-24-25 0,0 0 0,25 0 0,-25 24 0,25-24 0,-25 0 0,0 0 0,25 0 0,-25 0 0,0 0 0,25 0 0,-25 0 0,24 0 0,-24 0 0,0 0 0,25-24 0,-25 24 0,25 0 0,-25 0 0,25-25 0,0 25 0,-25 0 0,24 0 0,-24-25 0,25 25 0,0 0 0,-25-25 0,25 25 0,-25 0 0,25 0 0,-1-25 0</inkml:trace>
  <inkml:trace contextRef="#ctx0" brushRef="#br0" timeOffset="1.02289E6">12303 15230 0,'0'0'0,"-25"0"0,25 0 0,0 0 0,0 0 16,-24 0-16,24-25 0,0 25 0,-25 0 0,25 0 15,0 0-15,-25 0 0,25-25 0,-25 25 0,25 0 16,0 0-16,-25 0 0,25 0 0,0 0 16,-25 0-16,25 0 0,0 0 0,0 0 0,-24 0 0,24 0 0,0 0 15,0 25-15,0-25 0,0 0 0,0 0 0,0 25 16,0-25-16,0 0 0,0 25 0,0-25 0,0 25 0,0-25 15,0 24-15,0-24 0,0 25 0,0-25 16,0 0-16,0 25 0,24-25 0,-24 25 0,0-25 0,0 25 0,25-25 16,-25 0-16,0 25 0,0-25 0,25 0 15,-25 24-15,0-24 0,0 0 0,25 0 0,-25 25 0,0-25 16,0 0-16,25 0 0,-25 0 0,0 0 0,0 0 15,25 0-15,-25 0 0,0 0 0,0 0 0,0 0 0,24 0 16,-24 0-16,0 0 0,0-25 0,0 25 0,25 0 16,-25 0-16,0-24 0,0 24 0,0 0 0,0-25 0,0 25 15,0 0-15,25-25 0,-25 25 0,0 0 16,0-25-16,0 25 0,0 0 0,0-25 0,0 25 0,0 0 15,0 0-15,0-25 0,0 25 0,0 0 0,-25-24 0,25 24 16,0 0-16,0 0 0,0 0 0,0-25 0,0 25 16,0 0-16,0 0 0,0-25 0,0 25 0,0 0 0,25 0 0,-25 0 15,0-25-15,0 25 0,0 0 16,0 0-16,0 0 0,0 0 0,0 0 0,0 0 15,0 0-15,25 0 0,-25 0 0,0 0 0,0 0 0,0 25 0,0-25 0,25 0 16,-25 0-16,0 0 0,0 25 0,0-25 0,24 0 16,-24 0-16,0 25 0,0-25 0,25 0 15,-25 24-15,0-24 0,0 0 0,25 25 0,-25-25 0,0 0 0,0 25 16,0-25-16,0 0 0,0 25 0,0-25 15,0 0-15,0 25 0,0-25 0,0 0 0,0 25 0,0-25 47,0 49 78,0-49-125,0 0 0,0 0 0,0-25 0,0 25 0,0 0 0,0-24 0,0 24 0,0 0 0,0-25 0,0 25 0,0-25 0,25 25 0,-25-25 0,0 25 0,0-25 0,0 25 0,25-25 0,-25 25 0,0 0 0,0-24 16,24 24-16,-24-25 0,0 25 0,0 0 0,25 0 0,-25-25 0,0 25 0,25 0 0,-25 0 0,0 0 0,25 0 0,-25 0 0,0 0 0,25 0 0,-25 0 0,0 0 0,24 0 0,-24 0 0,0 25 0,0-25 15,25 0-15,-25 0 0,0 25 0,0-25 0,25 0 0,-25 24 16,0-24-16,0 25 0,0-25 0,0 25 15,25-25-15,-25 0 0,0 25 0,0-25 0,0 25 0,0-25 0,0 25 16,0-25-16,25 0 0,-25 24 16,0-24-16,0 0 0,0 0 0,0 25 0,0-25 0,24 0 0,-24 0 15,0 0-15,0 0 0,0 0 0,0 0 0,0 0 0,25 0 16,-25-25-16,0 25 0,0 0 0</inkml:trace>
  <inkml:trace contextRef="#ctx0" brushRef="#br0" timeOffset="1.02393E6">13767 15180 0,'0'0'15,"0"0"-15,0 0 0,0 0 0,-25 0 0,25 0 16,0 0-16,0 0 0,-25-24 0,25 24 0,0 0 0,0 0 16,-25 0-16,25 0 0,0 0 0,0 0 15,0 0-15,-25 0 0,25 0 0,0-25 0,0 25 0,0 0 16,-24 0-16,24 0 0,0 0 0,0 0 0,0 25 0,-25-25 0,25 0 15,0 0-15,0 0 0,0 24 0,-25-24 16,25 0-16,0 25 0,0-25 0,0 0 0,0 25 0,0-25 0,0 25 16,0-25-16,0 25 0,0-25 0,0 0 15,0 24-15,25-24 0,-25 25 0,0-25 0,0 25 0,0-25 16,25 0-16,-25 25 0,0-25 0,24 0 15,-24 25-15,0-25 0,25 0 0,-25 0 0,0 25 0,25-25 16,-25 0-16,0 0 0,0 0 0,25 0 0,-25 0 0,0 0 16,25 0-16,-25 0 0,0 0 0,24 0 93,-24 0-93,0 0 0,25 0 31,50-25-31,-75 0 16,0 25-16,24 0 0,-24-25 0,0 25 0,0 0 0,25-25 0,-25 25 0,0 0 0,0-25 0,0 25 0,0 0 0,0-24 0,0 24 0,0 0 0,0-25 0,0 25 16,0 0-16,0-25 0,0 25 0,0 0 0,0-25 0,0 25 0,0 0 0,0-25 0,0 25 0,0 0 0,0 0 15,0-24-15,0 24 0,-25 0 0,25 0 0,0-25 0,0 25 0,0 0 0,0 0 0,0 0 0,0 0 0,0 0 0,0 0 0,0 0 0,0 0 0,0 25 0,0-25 0,0 0 16,0 0-16,0 24 0,0-24 0,0 0 0,0 25 0,0-25 0,0 25 0,0-25 15,0 25-15,0-25 0,0 0 0,0 25 0,0-25 16,25 24-16,-25-24 0,0 25 0,0-25 0,0 25 16,0-25-16,0 0 0,0 25 0,0-25 0,25 25 0,-25-25 0,0 0 15,0 25-15,0-25 0,25 0 0,-25 0 16,0 0-16,0 24 0,0-24 0,0 0 0,25 0 0,-25 0 0,0 0 15,0 0-15,24 0 0,-24 0 0,0 0 16,25-24-16,-25 24 0,0 0 0,25 0 0,-25 0 16,0-25-16,0 25 0,25 0 0,-25-25 0,0 25 0,0 0 0,25-25 15,-25 25-15,0 0 0,0-25 0,0 25 0,0-25 0,0 25 16,0 0-16,24-24 0,-24 24 0,0-25 15,0 25-15,0 0 0,0-25 0,0 25 0,0 0 0,0 0 47,0-25 47,-24 25-94,24 0 0,0 0 0,0 0 0,0 25 0,0-25 0,0 0 0,0 0 0,0 25 0,0-25 0,0 0 0,0 25 0,0-25 0,0 0 0,0 24 0,0-24 0,0 25 0,0-25 0,0 0 0,24 25 0,-24-25 0,0 0 0,0 25 0,0-25 0,0 0 0,0 0 0,0 25 0,0-25 0,0 0 0,0 0 0,25 25 0,-25-25 0,0 0 0,0 0 0,0 0 0,0 0 0,25 0 0,-25 0 15,0 0-15,0 0 0,25 0 0,-25 0 16,0 0-16,0 0 0,25-25 0,-25 25 0</inkml:trace>
  <inkml:trace contextRef="#ctx0" brushRef="#br0" timeOffset="1.0244E6">14486 15280 0,'0'0'0,"0"-25"0,0 25 0,0 0 15,0 0-15,-25 0 0,25-25 0,0 25 0,0 0 0,-25 0 16,25 0-16,0 0 0,0 0 0,-24 0 0,24 0 15,0 0-15,0 0 0,-25 0 0,25 0 0,0 0 16,0 0-16,0 0 0,-25 0 0,25 0 0,0 0 0,0 25 16,0-25-16,-25 0 0,25 0 0,0 0 0,0 0 15,0 0-15,0 25 0,0-25 0,0 0 0,0 0 0,0 24 16,0-24-16,0 0 0,0 25 0,0-25 0,0 0 15,0 25-15,25-25 0,-25 0 156,50 99-156,-50-99 0,24 0 0,-24 0 0,0 0 0,0 0 16,25-24-16,-25 24 0,0 0 0,25 0 0,-25-25 0,0 25 0,0 0 0,0-25 0,25 25 0,-25 0 0,0-25 0,0 25 0,0 0 0,0 0 0,25-25 0,-25 25 0,0 0 0,0 0 0,0 0 0,0 0 0,0 0 0,0 0 0,0 0 0,0 0 0,0 25 0,0-25 0,0 0 0,0 0 0,0 25 0,0-25 0,0 0 0,0 25 0,0-25 16,0 0-16,0 25 0,0-25 15,0 24-15,0-24 0,24 0 0,-24 25 0,0-25 0,0 0 0,0 0 16,0 0-16,0 25 0,0-25 0,0 0 0,0 0 0,0 0 15,0 0-15,25 0 0,-25 0 0,0-25 0,0 25 0,0 0 16,0 0-16,0-25 0,0 25 0,0-24 16</inkml:trace>
  <inkml:trace contextRef="#ctx0" brushRef="#br0" timeOffset="1.02473E6">14610 14759 0,'0'0'47,"0"0"-47,25 0 0,-25 0 0,0 0 0,0 0 125,149 74-125,-149-49 0,0-25 0,0 0 0,0 25 0,-25-25 0,25 0 0,-25 25 16,25-25-16,0 0 0,-25 24 0,0-24 0,25 25 0,-24-25 0,24 25 0,-25-25 0,0 25 0,25-25 0</inkml:trace>
  <inkml:trace contextRef="#ctx0" brushRef="#br0" timeOffset="1.02523E6">15627 14784 0,'0'0'0,"0"0"0,0 0 47,0 0-47,0 0 0,0 0 0,0 0 15,0 0-15,0 0 0,-25 0 0,25 0 0,0 0 0,0 0 0,0 0 0,0 0 0,0 24 0,0-24 0,0 0 0,25 0 0,-25 25 0,0-25 0,0 25 0,0-25 0,0 25 0,0-25 0,0 25 16,0-1-16,0-24 0,0 25 0,0 0 15,0-25-15,0 25 0,25 0 0,-25-1 0,0-24 0,0 25 0,0 0 16,0-25-16,0 25 0,-25 0 0,25-25 16,0 24-16,0-24 0,0 25 0,0-25 0,0 25 15,0-25-15,0 0 0,0 25 0,0-25 0,0 0 0,0 0 0,0 25 16,0-25-16,0 0 0,0 0 0,0 24 0,0-24 0,0 0 15,0 0-15,0 0 0,0 0 0,0 0 16,-25 0-16,25 0 0,0 0 0,0 0 0,0 0 0,0 0 16,0 0-16,0 0 0,0 0 0,0 0 0,0 0 15,0 0-15,0 0 0,0 0 0,0-24 16,0 24-16,0 0 0,0 0 0,0-25 0,0 25 0</inkml:trace>
  <inkml:trace contextRef="#ctx0" brushRef="#br0" timeOffset="1.02578E6">15627 14858 0,'0'0'0,"25"0"0,-25 0 0,0 0 16,0 0-16,0 0 0,0 0 0,0 0 0,25 0 15,-25 0-15,0-25 0,24 25 0,-24 0 0,0 0 16,25 0-16,-25 0 0,25 0 0,-25 0 0,0 0 0,25 0 15,-25 0-15,25 0 0,-25 25 0,24-25 0,-24 0 16,25 0-16,-25 0 0,25 0 0,-25 25 0,0-25 0,0 0 16,25 25-16,-25-25 0,0 0 0,0 24 0,0-24 15,0 25-15,0-25 0,0 0 0,0 25 0,0-25 0,0 25 16,0-25-16,0 0 0,-25 25 0,25-25 15,0 24-15,0-24 0,-25 25 0,25-25 0,0 25 16,-25-25-16,25 0 0,0 25 0,-24-25 0,24 25 0,0-25 16,-25 0-16,25 0 0,0 24 0,0-24 0,-25 0 0,25 0 15,0 0-15,0 25 0,0-25 16,0 0-16,0 0 0,0 0 0,0 0 0,0 0 0,0 0 15,0 0-15,0 0 0,0 0 0,0 0 0,0 0 0,0 0 0,0 0 16,0 0 62,149 75 0,-124-75-78,-25 0 0,0 24 0,24-24 0,-24 0 0,0 0 16,25 25-16,-25-25 0,25 0 0,-25 0 0,25 0 0,-25 0 0,0 25 0,25-25 0,-25 0 0,0 0 0,24 0 0,-24 0 0,0 0 0,25 0 0,-25 0 0,0 0 15,25 0-15,-25 0 0,0 0 0,25 0 0,-25 0 0,0 0 0,0 0 0,0 0 16,0 0-16,25 0 0,-25 0 0,0 0 0,0 0 0</inkml:trace>
  <inkml:trace contextRef="#ctx0" brushRef="#br0" timeOffset="1.02632E6">16321 14759 0,'0'0'0,"0"0"0,0 0 0,0 0 0,0 0 16,0 0-16,-24 0 0,24 0 0,0-25 0,0 25 0,0 0 16,0 0-16,0 0 0,0 0 0,0 0 0,0 0 15,0 0-15,0 0 0,0 0 0,0 0 0,0 0 16,0 0-16,0 0 0,0 0 0,0 0 0,0 25 15,0-25-15,0 0 0,0 0 0,0 0 0,0 0 0,-25 0 16,25 0-16,0 0 0,0 25 0,0-25 0,-25 0 0,25 0 0,0 0 16,0 0-16,0 24 0,-25-24 15,25 0-15,0 0 0,-25 25 0,25-25 0,0 0 0,0 0 16,-24 0-16,24 25 0,0-25 0,0 0 0,0 0 0,0 0 0,0 25 15,-25-25-15,25 0 16,0 0-16,0 0 0,0 0 0,0 0 0,0 0 0,0 0 0,0 0 16,0 0-16,0 25 0,0-25 0,0 0 0,0 0 0,0 0 15,0 0-15,0 0 0,0 0 0,0 0 0,25 0 0,-25 0 16,0 0-16,0 0 0,0 0 0,24 0 0,-24 0 15,0 0-15,0 0 0,25 0 0,-25 0 0,25 0 0,-25 0 16,0 0-16,25 0 0,-25 0 0,25 0 16,-25 0-16,0 0 0,24 0 0,-24 24 0,0-24 15,25 0-15,-25 0 0,25 0 0,-25 0 0,0 0 0,25 0 0,-25 0 16,0 0-16,0 0 0,25 0 0,-25 0 0,0 0 15,0 0-15,25 0 0,-25 0 0,0 0 0,0 0 0,0-24 16,24 24-16,-24 0 0,0 0 0,0 0 16,0 0-16,0 0 0,0 0 0,0 0 0,0 0 0,0 0 0,0 0 15,0 0-15,0 0 0,0 0 16,25 0-16,-25 0 0,0 0 0,0 0 0,0 0 0,0 0 15,0-25-15</inkml:trace>
  <inkml:trace contextRef="#ctx0" brushRef="#br0" timeOffset="1.02674E6">16470 14734 0,'0'0'0,"0"-25"0,0 25 0,-24 0 16,24 0-16,0 0 0,0 0 0,0 0 0,0 0 15,0 0-15,0 0 0,0 0 0,0 0 0,24 0 0,-24 0 16,0 0-16,0 25 0,0-25 0,0 25 0,0-25 15,0 0-15,0 25 0,0-1 0,0-24 0,0 25 0,0-25 16,0 25-16,0-25 0,0 25 0,0-25 0,0 25 16,0-25-16,0 24 0,0-24 0,0 25 0,0 0 15,0-25-15,0 25 0,0-25 0,0 25 0,0-25 0,0 24 16,0-24-16,-24 25 0,24-25 0,0 0 0,0 25 15,0-25-15,0 0 0,0 25 78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28.34025" units="1/cm"/>
          <inkml:channelProperty channel="Y" name="resolution" value="28.33948" units="1/cm"/>
          <inkml:channelProperty channel="T" name="resolution" value="1" units="1/dev"/>
        </inkml:channelProperties>
      </inkml:inkSource>
      <inkml:timestamp xml:id="ts0" timeString="2021-10-26T02:07:19.715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2729 1935 0,'0'0'0,"0"0"15,0 0-15,0 0 0,0 0 0,0 0 0,0 0 16,0 0-16,0-25 0,0 25 0,0 0 0,0 0 0,24 0 15,-24 0-15,0 0 0,0 0 0,0-25 0,0 25 0,0 0 16,0 0-16,0 0 0,0 0 0,0 0 0,0 0 16,0 0-16,0 0 0,0 0 0,0 0 0,0 0 0,0 0 15,0 0-15,0 0 0,0 0 0,0 0 0,0 0 0,0 0 16,0 0-16,0 0 0,0 0 0,0 0 0,0 0 15,0 0-15,0 0 0,0 0 0,0 0 0,0 0 0,0 0 16,0 0-16,0 0 0,0 0 0,0 0 0,0 0 0,0 0 16,0 0-16,0 0 0,0 0 0,0 0 0,0 0 15,0 0-15,0 0 0,0 0 0,0 0 0,0 0 0,0 0 16,0 0-16,0 0 0,0 0 0,0 0 0,0 0 0,0 0 15,0-25-15,0 25 0,-24 0 0,24 0 0,0 0 16,0 0-16,0 0 0,0 0 0,0 0 0,-25 25 0,25-25 0,0 0 16,0 0-16,0 0 0,-25 0 0,25 0 0,0 25 15,0-25-15,-25 0 0,25 0 0,0 25 0,-25-25 16,25 0-16,0 25 0,-25-25 0,25 0 0,0 24 0,-24-24 15,24 25-15,0-25 0,-25 0 0,25 25 0,0-25 0,0 0 16,-25 25-16,25-25 0,0 0 0,-25 25 0,25-25 0,0 0 16,0 24-16,-25-24 0,25 0 0,0 25 0,0-25 15,-24 0-15,24 0 0,0 25 0,0-25 0,0 0 0,0 0 16,0 0-16,0 0 0,0 0 0,0 0 0,0 0 15,0 0-15,0 0 0,0 0 0,0 0 0,0 0 0,0 0 16,0 0-16,0 0 0,0 0 0,0 0 0,0-25 0,0 25 16,0 0-16,0 0 0,0 0 0,0-25 0,0 25 15,0 0-15,0-24 0,0 24 0,0 0 0</inkml:trace>
  <inkml:trace contextRef="#ctx0" brushRef="#br0" timeOffset="291.0167">2456 1885 0,'0'0'0,"0"0"0,0 0 15,0 0-15,0 0 0,0 0 0,0 0 0,0 0 0,0 0 16,0 0-16,0 0 0,0 0 0,0 0 0,0 0 16,0 0-16,0 0 0,0 0 0,0 0 0,0 0 0,0 0 15,0 0-15,0 0 0,0 0 0,24 0 0,-24 0 0,0 0 16,0 0-16,0 0 0,0 0 0,0 0 0,25 0 15,-25 25-15,0-25 0,0 0 0,0 25 0,0-25 0,0 0 16,25 25-16,-25-25 0,0 24 0,0-24 0,0 0 16,25 25-16,-25-25 0,0 25 0,0-25 0,0 0 0,25 25 15,-25-25-15,0 0 0,0 0 0,0 25 0,0-25 0,24 0 16,-24 24-16,0-24 0,0 0 0,0 0 0,25 0 0,-25 25 15,0-25-15,0 0 0,0 0 0,0 0 0,0 0 0,0 25 16,25-25-16,-25 0 0,0 0 0,0 0 0,0 0 16,0 0-16,0 0 0,0 0 0,0 0 0,0 0 15,0 0-15,0 0 0,0 0 0,0 0 0,0-25 0,0 25 16,0 0-16</inkml:trace>
  <inkml:trace contextRef="#ctx0" brushRef="#br0" timeOffset="573.0328">2332 2084 0,'0'0'0,"0"0"16,-25 0-16,25 0 0,0 0 0,0 0 0,-25 0 15,25 0-15,0 0 0,0 0 0,0 0 0,0 0 0,0 0 16,0 0-16,0-25 0,0 25 0,0 0 0,0 0 15,0 0-15,0 0 0,0 0 0,0 0 0,25 0 0,-25 0 16,0 0-16,25 0 0,-25 0 0,0 0 0,24 0 0,-24 0 16,25 0-16,-25 0 0,25 0 0,-25 0 0,0 0 0,25 0 15,-25 0-15,25 0 0,-25 0 0,24 0 0,-24 0 0,25 0 16,-25 0-16,0 0 0,25 0 0,-25 0 0,25 25 15,-25-25-15,25 0 0,-25 0 0,24 0 0,-24 0 0,0 0 16,25 0-16,-25 0 0,25-25 0,-25 25 0,25 0 0,-25 0 16</inkml:trace>
  <inkml:trace contextRef="#ctx0" brushRef="#br0" timeOffset="1392.0796">2753 1712 0,'0'0'15,"0"0"-15,-24 0 0,24 0 0,0-25 0,-25 25 0,25 0 0,0 0 16,-25 0-16,25 0 0,0-25 0,-25 25 0,25 0 15,0 0-15,-25 0 0,25 0 0,-25 0 0,25 0 0,0-25 16,-24 25-16,24 0 0,0 0 0,-25 0 0,25 0 0,0 0 16,0 0-16,-25 0 0,25 0 0,0 0 0,-25 0 15,25 0-15,0 0 0,0 0 0,-25 0 0,25 0 0,0 0 16,-24 0-16,24 0 0,0 25 0,-25-25 0,25 0 0,0 0 15,-25 0-15,25 0 0,-25 0 0,25 0 0,0 25 16,0-25-16,-25 0 0,25 0 0,0 0 0,-24 0 0,24 25 0,0-25 16,0 0-16,-25 0 0,25 24 0,0-24 0,0 0 15,-25 0-15,25 0 0,0 25 0,0-25 0,0 0 0,-25 25 16,25-25-16,0 0 0,0 0 0,0 25 0,0-25 0,-25 0 15,25 25-15,0-25 0,0 0 0,0 24 0,0-24 16,0 0-16,0 25 0,-24-25 0,24 0 0,0 25 0,0-25 16,0 0-16,0 25 0,0-25 0,0 25 0,0-25 0,0 0 15,0 24-15,0-24 0,24 25 0,-24 0 0,0-25 0,0 25 16,0-25-16,0 25 0,0-25 0,0 24 0,0-24 15,0 25-15,25-25 0,-25 25 0,0-25 0,0 0 0,0 25 16,0-25-16,25 25 0,-25-25 0,0 24 0,25-24 16,-25 25-16,0-25 0,0 0 0,25 25 0,-25-25 0,0 0 15,24 0-15,-24 25 0,25-25 0,-25 0 0,0 25 0,25-25 16,-25 0-16,25 0 0,0 24 0,-25-24 0,24 0 0,-24 0 15,25 0-15,-25 0 0,25 0 0,0 0 0,-25 0 16,25 0-16,-1 0 0,-24 0 0,25 0 0,-25 0 0,25 0 16,0 0-16,-25 0 0,25-24 0,-25 24 0,25 0 15,-1 0-15,-24 0 0,25-25 0,-25 25 0,0 0 0,25 0 16,-25-25-16,25 25 0,-25 0 0,0-25 0,25 25 15,-25-25-15,0 25 0,0 0 0,24-24 0,-24 24 0,0-25 16,0 25-16,0-25 0,25 0 0,-25 25 0,0-25 0,0 25 16,0-24-16,0-1 0,0 25 0,-25-25 0,25 25 15,0-25-15,0 0 0,0 25 0,0-24 0,0-1 0,0 25 16,0-25-16,-24 0 0,24 25 0,0-25 0,0 25 0,0-24 15,0 24-15,0 0 0,-25-25 0,25 25 0,0 0 0,0 0 16,0 0-16,0 0 0,-25 0 0,25 0 0,0 0 0,0 0 16,0 0-16,0 0 0,-25 0 0,25 0 0,0 0 15,0 0-15,0 0 0,0 0 0,-25 0 0,25 0 16,0 0-16,0 25 0,0-25 0,0 0 0,0 0 0</inkml:trace>
  <inkml:trace contextRef="#ctx0" brushRef="#br0" timeOffset="2188.1252">3944 1736 0,'0'-24'0,"0"24"0,0 0 16,0 0-16,0 0 0,0 0 0,0 0 0,0 0 15,0 0-15,0 0 0,0-25 0,0 25 0,0 0 0,0 0 16,0 0-16,0 0 0,-25 0 0,25 0 0,0-25 0,0 25 15,0 0-15,0 0 0,0 0 0,0 0 0,0-25 16,-25 25-16,25 0 0,0 0 0,0 0 0,0 0 0,0 0 16,0 0-16,-24 0 0,24 0 0,0 0 0,0 0 15,-25 0-15,25 0 0,0 0 0,0 0 0,-25 0 0,25 0 16,0 0-16,-25 25 0,25-25 0,0 0 0,-25 0 0,25 0 15,0 0-15,0 25 0,-24-25 0,24 0 0,0 25 16,-25-25-16,25 24 0,0-24 0,0 0 0,0 25 0,-25-25 16,25 25-16,0 0 0,0-25 0,0 25 0,0-25 15,0 24-15,0 1 0,0-25 0,0 25 0,0-25 0,0 25 16,0 0-16,0-25 0,0 24 0,0-24 0,0 25 15,25-25-15,-25 25 0,0-25 0,0 0 0,25 25 0,-25-25 16,0 0-16,24 25 0,-24-25 0,0 0 0,25 0 16,-25 0-16,25 24 0,-25-24 0,0 0 0,25 0 0,-25 0 15,25 0-15,-25 0 0,24 0 0,-24 0 0,25 0 0,-25-24 16,25 24-16,-25 0 0,25 0 0,-25-25 0,0 25 15,25 0-15,-25-25 0,0 25 0,24 0 0</inkml:trace>
  <inkml:trace contextRef="#ctx0" brushRef="#br0" timeOffset="3484.1993">4043 1984 0,'0'0'0,"0"0"0,0-24 0,0 24 16,0 0-16,0 0 0,0 0 0,0 0 0,0 0 15,0 0-15,0 0 0,0 0 0,0-25 0,25 25 0,-25 0 16,0-25-16,0 25 0,0 0 0,25 0 0,-25-25 0,0 25 15,25 0-15,-25 0 0,0 0 0,24-25 0,-24 25 16,0 0-16,25-24 0,-25 24 0,25 0 0,-25-25 0,0 25 16,25 0-16,-25-25 0,25 25 0,-25-25 0,0 25 0,24-25 15,-24 25-15,0 0 0,25-24 0,-25 24 0,0-25 16,0 25-16,0 0 0,25-25 0,-25 25 0,0 0 15,0-25-15,0 25 0,0 0 0,0-25 0,0 25 0,0 0 16,0-25-16,0 25 0,0 0 0,0-24 0,0 24 0,0 0 16,0 0-16,-25-25 0,25 25 0,0 0 0,0 0 0,0 0 15,0-25-15,0 25 0,-25 0 0,25 0 0,0 0 16,0 0-16,0 0 0,-24 0 0,24 0 0,0 0 0,0 0 15,-25 0-15,25 0 0,0 0 0,0 0 0,0 0 16,0 0-16,-25 0 0,25 0 0,0 0 0,0 0 0,0 25 16,0-25-16,0 0 0,0 0 0,0 0 0,0 0 0,-25 25 15,25-25-15,0 0 0,0 24 0,0-24 0,0 0 16,0 25-16,0 0 0,0-25 0,0 25 0,0-25 0,0 25 15,0-25-15,0 25 0,0-25 0,25 24 0,-25-24 16,0 25-16,0-25 0,0 25 0,0-25 0,0 25 0,0-25 16,0 25-16,0-25 0,0 24 0,-25-24 0,25 25 0,0-25 15,0 25-15,0-25 0,0 25 0,0-25 0,0 25 16,0-1-16,0-24 0,0 25 0,0-25 0,0 0 15,0 25-15,0-25 0,0 25 0,0-25 0,0 0 0,0 25 16,0-25-16,0 0 0,0 0 0,0 0 0,0 0 0,0 24 16,0-24-16,0 0 0,0 0 0,0 0 0,0 0 15,0 0-15,0 0 0,0 0 0,0 0 0,0 0 16,0 0-16,0 0 0,25-24 0,-25 24 0,0 0 0,0 0 15,0 0-15,0-25 0,25 25 0,-25 0 0,0 0 0,25-25 16,-25 25-16,0 0 0,24-25 0,-24 25 0,0-25 0,25 25 16,-25 0-16,0-24 0,25 24 0,-25 0 0,0-25 15,0 25-15,25 0 0,-25 0 0,0 0 0,0 0 0,25-25 16,-25 25-16,0 0 0,0 0 0,0 0 0,0 0 15,24 0-15,-24 0 0,0 0 0,0 0 0,0 0 0,0 0 16,0 0-16,0 0 0,0 0 0,0 0 0,0 0 0,0 0 16,0 0-16,0 25 0,0-25 0,0 0 0,0 0 15,0 25-15,0-25 0,0 0 0,-24 24 0,24-24 16,0 25-16,0-25 0,0 25 0,0-25 0,0 0 0,0 25 15,0-25-15,0 25 0,0-25 0,0 0 0,24 24 16,-24-24-16,0 0 0,0 0 0,0 0 0,0 0 0,0 25 16,0-25-16,0 0 0,0 0 0,25 0 0,-25 25 0,0-25 15,0 0-15,0 0 0,0 0 0,25 0 0,-25 0 16,0 0-16,25 0 0,-25 0 0,0 0 0,25-25 0,-25 25 15,24 0-15,-24 0 0,25-25 0,-25 25 0,25 0 16,-25 0-16,25-24 0,-25 24 0,0-25 0,25 25 16,-25 0-16,0-25 0,24 25 0,-24 0 0,0-25 0,0 25 15,0 0-15,25-25 0,-25 25 0,0 0 0,0-24 0,0 24 16,0 0-16,0-25 0,0 25 0,0 0 0,0 0 15,0 0-15,0 0 0,0-25 0,0 25 0,0 0 0,0 0 16,0 0-16,0 0 0,0 0 0,0 0 0,0 0 16,0 0-16,0 0 0,0 0 0,0 0 0,0 0 0,0 0 15,0 0-15,0 25 0,0-25 0,0 0 0,0 0 0,0 0 16,0 0-16,0 25 0,-25-25 0,25 0 0,0 0 15,0 24-15,0-24 0,0 0 0,0 25 0,0-25 0,0 25 16,0-25-16,0 0 0,0 25 0,0-25 0,0 0 0,0 25 16,0-25-16,0 0 0,25 0 0,-25 24 0,0-24 15,0 0-15,0 0 0,0 25 0,0-25 0,0 0 16,0 0-16,0 0 0,25 0 0,-25 0 0,0 0 0,0 0 15,0 0-15,0 0 0,25 0 0,-25 0 0,0 0 16,0 0-16,0 0 0,25 0 0,-25 0 0,0 0 0,0-25 16,24 25-16,-24 0 0,0 0 0,0-24 0,25 24 15,-25 0-15,0-25 0,25 25 0,-25-25 0,0 25 0,0 0 16,0-25-16,25 25 0,-25-25 0,0 25 0,0-24 0,25 24 15,-25-25-15,0 25 0,0-25 0,0 25 0,0 0 16,0 0-16,0-25 0,0 25 0,0 0 0,0 0 0,0 0 16,0 0-16,0 0 0,0 0 0,0 25 0,0-25 15,0 0-15,0 0 0,0 0 0,0 25 0,0-25 0,0 0 16,0 0-16,0 25 0,0-25 0,-25 0 0,25 0 15,0 24-15,0-24 0,0 0 0,0 25 0,0-25 0,0 0 16,0 25-16,0-25 0,-25 0 0,25 25 0,0-25 0,0 0 16,0 25-16,0-25 0,0 24 0,0-24 0,0 0 15,0 25-15,0-25 0,0 0 0,25 25 0,-25-25 0,0 0 16,0 0-16,0 25 0,0-25 0,0 0 0,0 0 15,25 0-15,-25 0 0,0 0 0,0 0 0,25 0 16,-25 0-16,0 0 0,24 0 0,-24 0 0,25-25 0,-25 25 0,0 0 16,25 0-16,-25-25 0,25 25 0,-25 0 15,0-25-15,25 25 0,-25 0 0,0-24 0,0 24 0</inkml:trace>
  <inkml:trace contextRef="#ctx0" brushRef="#br0" timeOffset="3916.224">5110 1910 0,'0'0'0,"0"0"0,0 0 0,0 0 0,0 0 15,0 0-15,0 0 0,0 0 0,0 0 0,0 0 16,0 0-16,0 0 0,0 0 0,0 0 0,0 25 0,0-25 15,0 0-15,0 0 0,0 0 0,0 25 0,0-25 0,0 0 16,0 24-16,0-24 0,0 25 0,0-25 0,0 0 16,0 25-16,0-25 0,-25 25 0,25-25 0,0 0 15,0 25-15,0-25 0,0 0 0,0 24 0,0-24 0,0 0 16,0 25-16,0-25 0,0 0 0,0 25 0,0-25 0,0 0 15,0 0-15,0 0 0,0 0 0,0 0 0,0 0 16,0 0-16,0 0 0,0 0 0,0 0 0,25 0 16,-25 0-16,0-25 0,0 25 0,0 0 0,0 0 15,25-25-15,-25 25 0,0 0 0,0-24 0,24 24 0,-24-25 0,0 25 16,0-25-16,25 25 0,-25-25 0,0 25 0,25-25 15,-25 25-15,0 0 0,25-24 0,-25 24 0,0 0 0,25-25 16,-25 25-16,0 0 0,24 0 0,-24-25 0,0 25 16,25 0-16,-25 0 0,0 0 0,0 0 0,0 0 0,25 0 15,-25 25-15,0-25 0,0 0 0,0 0 0,0 25 0,0-25 16,0 0-16,0 0 0,0 24 0,0-24 0,0 0 15,0 25-15,0-25 0,-25 0 0,25 25 0,0-25 0,0 0 16,0 25-16,0-25 0,0 0 0,0 25 0,0-25 16,0 0-16,0 24 0,0-24 0,0 0 0,0 0 0,0 0 15,0 25-15,0-25 0,0 0 0,0 0 0,0 0 16,0 0-16,0 0 0,0 0 0,25 25 0,-25-50 0,0 25 15,0 0-15,25 0 0,-25 0 0,25 0 0,-25 0 16,24-25-16,-24 25 0,25 0 0</inkml:trace>
  <inkml:trace contextRef="#ctx0" brushRef="#br0" timeOffset="4446.2543">5631 1860 0,'0'0'0,"0"0"16,0 0-16,-25 0 0,25 0 0,0 0 0,0 0 15,0 0-15,-25 0 0,25 0 0,0 0 0,0 0 0,-25 0 16,25 25-16,0-25 0,0 0 0,0 0 0,-25 0 15,25 0-15,0 25 0,0-25 0,0 0 0,0 25 0,0-25 16,-24 25-16,24-25 0,0 24 0,0-24 0,0 25 16,0-25-16,0 0 0,0 25 0,0-25 0,0 25 0,0-25 15,0 0-15,0 25 0,24-25 0,-24 0 0,0 0 16,0 24-16,0-24 0,0 0 0,0 0 0,25 0 0,-25 0 15,0 0-15,0 25 0,0-25 0,0 0 0,0 0 16,25 0-16,-25 0 0,0-25 0,0 25 0,0 0 0,25 0 16,-25 0-16,0 0 0,0 0 0,0 0 0,0-24 15,0 24-15,0 0 0,25-25 0,-25 25 0,0 0 0,0-25 16,0 25-16,0-25 0,0 25 0,0 0 0,24-25 15,-24 25-15,0 0 0,0-24 0,0 24 0,0 0 0,0 0 0,0 0 16,0 0-16,0 0 0,0 0 0,0 0 0,0 0 16,0 0-16,-24 0 0,24 24 0,0-24 0,0 25 0,0-25 15,0 25-15,0-25 0,0 25 0,0 0 0,0-25 16,0 24-16,0 1 0,0-25 0,0 25 0,-25 0 0,25 0 15,0-1-15,0-24 0,0 25 0,0 0 0,0 0 16,0 0-16,0-25 0,-25 24 0,25 1 0,0 0 16,0-25-16,0 25 0,0 0 0,0-25 0,0 24 0,0-24 15,0 25-15,-25-25 0,25 25 0,0-25 0,0 0 16,0 25-16,0-25 0,0 0 0,0 0 0,0 0 0,-25 25 15,25-25-15,0 0 0,0 0 0,0 0 0,0 0 0,0 0 16,-24 0-16,24 0 0,0 0 0,0 0 0,0 0 16,-25 0-16,25 0 0,0 0 0,0 0 0,0 0 0,-25 0 15,25 0-15,0 0 0,0 0 0,-25-25 0,25 25 16,0 0-16,0 0 0,0-25 0,-25 25 0,25-25 15,0 25-15,-24-25 0,24 25 0</inkml:trace>
  <inkml:trace contextRef="#ctx0" brushRef="#br0" timeOffset="4808.275">4812 1612 0,'0'0'0,"0"0"0,0 0 0,0-25 15,0 25-15,0 0 0,0 0 0,0 0 0,0 0 0,0-24 16,0 24-16,0 0 0,0 0 0,0 0 0,25 0 16,-25 0-16,0 0 0,0 0 0,25 0 0,-25 0 0,0 0 15,25 0-15,-25 0 0,0 0 0,0 0 0,24 0 16,-24 0-16,0 0 0,0 24 0,0-24 0,0 0 0,25 0 15,-25 0-15,0 25 0,0-25 0,0 0 0,-25 25 0,25-25 16,0 0-16,0 25 0,0-25 0,0 0 0,-24 25 16,24-25-16,0 0 0,0 0 0,-25 25 0,25-25 15,0 0-15,0 0 0,-25 24 0,25-24 0,0 0 0</inkml:trace>
  <inkml:trace contextRef="#ctx0" brushRef="#br0" timeOffset="5045.2886">5209 1265 0,'25'0'0,"-25"0"0,0-25 0,25 25 0,-25 0 0,0 0 16,0 0-16,0 0 0,24 0 0,-24 0 0,0 0 0,0 0 15,0 0-15,0 25 0,-24-25 0,24 0 0,0 0 0,0 25 16,0-25-16,0 25 0,-25-25 0,25 24 0,0-24 16,0 25-16,-25 0 0,25-25 0,0 25 0,0-25 0,-25 25 15,25-25-15,0 24 0,0-24 0,0 25 0</inkml:trace>
  <inkml:trace contextRef="#ctx0" brushRef="#br0" timeOffset="6006.3436">6499 1687 0,'0'0'0,"0"0"0,0 0 0,0 0 0,0 0 0,0 0 16,0 0-16,0 0 0,0 0 0,0 0 0,0 0 0,0 0 15,0 25-15,0-25 0,0 0 0,0 0 0,0 24 0,0-24 16,0 0-16,0 25 0,0-25 0,0 25 0,0-25 15,0 25-15,0-25 0,0 25 0,0-25 0,0 24 0,0-24 16,0 25-16,0-25 0,0 0 0,0 25 0,0-25 16,0 0-16,0 25 0,0-25 0,0 0 0,0 25 0,0-25 15,0 0-15,0 24 0,-25-24 0,25 0 0,0 0 0,0 25 16,0-25-16,0 0 0,0 0 0,0 0 0,0 25 15,0-25-15,0 0 0,0 0 0,0 0 0,0 0 0,0 0 16,0 0-16,0-25 0,0 25 0,0 0 0,0 0 16,0 0-16,0 0 0,0-25 0,0 25 0,0 0 0,0-24 15,0 24-15,0 0 0,25-25 0,-25 25 0,0-25 16,0 25-16,25-25 0,-25 0 0,0 25 0,0 0 0,24-24 15,-24 24-15,0-25 0,25 25 0,-25-25 0,0 25 16,25-25-16,-25 25 0,0 0 0,25-25 0,-25 25 0,0 0 16,25 0-16,-25 0 0,0 0 0,0 0 0,24 0 15,-24 0-15,0 0 0,0 0 0,25 25 0,-25-25 0,0 0 16,0 25-16,0-25 0,0 0 0,0 25 0,25-25 0,-25 0 15,0 25-15,0-25 0,0 0 0,0 24 0,0-24 16,-25 25-16,25-25 0,0 25 0,0-25 0,0 25 0,0-25 16,0 0-16,-25 25 0,25-25 0,0 0 0,0 0 15,0 24-15,0-24 0,0 0 0,0 0 0,0 0 0,0 0 16,0 25-16,0-25 0,0 0 0,0 0 0,0 0 15,-24 0-15,24 0 0,0 0 0,0 0 0,0 0 0,0 0 16,0 0-16,24 0 0,-24 0 0,0 0 0,0-25 0,0 25 16,0 0-16,25-24 0,-25 24 0,0 0 0,0-25 0,25 25 15,-25-25-15,0 25 0,0 0 0,25-25 0,-25 25 16,0-25-16,25 25 0,-25-24 0,0 24 0,24 0 0,-24-25 15,0 25-15,25 0 0,-25 0 0,0 0 0,25-25 16,-25 25-16,0 0 0,25 0 0,-25 0 0,0 0 0,0 0 16,0 0-16,25 25 0,-25-25 0,0 0 0,0 0 15,0 25-15,0-25 0,0 0 0,0 0 0,0 24 0,0-24 16,0 25-16,0-25 0,0 25 0,0-25 0,0 0 0,0 25 15,0-25-15,0 25 0,-25-25 0,25 0 0,0 24 16,0-24-16,0 0 0,0 0 0,0 25 0,0-25 0,0 0 16,0 0-16,0 25 0,0-25 0,0 0 0,0 0 0,0 0 15,0 0-15,0 0 0,0 25 0,0-25 0,25 0 16,-25 0-16,0 0 0,0 0 0,25 0 0,-25 0 15,0-25-15,24 25 0,-24 0 0</inkml:trace>
  <inkml:trace contextRef="#ctx0" brushRef="#br0" timeOffset="6698.3832">7169 1736 0,'0'0'0,"0"0"16,0 0-16,0 0 0,0 0 0,0 0 0,0 0 15,0 0-15,0 0 0,0 0 0,0 25 0,0-25 0,0 0 16,0 0-16,0 0 0,0 0 0,0 25 0,0-25 15,-25 0-15,25 0 0,0 25 0,0-25 0,0 0 0,0 25 16,0-25-16,0 24 0,0-24 0,0 0 0,0 25 0,0-25 16,0 25-16,0-25 0,0 25 0,0-25 0,0 0 15,0 25-15,0-25 0,0 24 0,0-24 0,0 0 0,0 25 16,0-25-16,0 0 0,0 0 0,0 25 0,0-25 15,25 0-15,-25 0 0,0 0 0,0 0 0,0 0 0,0 0 16,24 0-16,-24 0 0,0 0 0,0 0 0,25 0 16,-25 0-16,0-25 0,25 25 0,-25 0 0,0 0 0,25 0 15,-25-25-15,0 25 0,25 0 0,-25-24 0,0 24 16,0 0-16,24-25 0,-24 25 0,0-25 0,0 25 0,0-25 15,25 25-15,-25 0 0,0-25 0,0 25 0,0-24 0,0 24 16,0 0-16,0-25 0,0 25 0,25 0 0,-25-25 16,0 25-16,0 0 0,0 0 0,0 0 0,0-25 0,0 25 15,0 0-15,0 0 0,0 0 0,0 0 0,0 0 0,0 25 16,0-25-16,0 0 0,0 0 15,0 0-15,0 25 0,0-25 0,0 0 0,0 25 0,0-25 0,-25 24 0,25-24 16,0 0-16,0 25 0,0-25 0,0 25 0,0-25 16,0 0-16,0 25 0,0-25 0,0 0 0,0 25 0,0-25 15,0 0-15,0 24 0,0-24 0,0 0 0,0 0 0,0 25 16,0-25-16,0 0 0,0 0 0,0 0 0,0 0 15,0 0-15,0 0 0,0 0 0,0 0 0,0 0 0,0 0 16,0 0-16,0 0 0,0 0 0,25 0 0,-25 0 16,0-25-16,0 25 0,25 0 0,-25-24 0,0 24 0,0 0 15,25-25-15,-25 25 0,0-25 0,24 25 0,-24-25 16,25 25-16,-25 0 0,0-25 0,0 25 0,25 0 0,-25-24 15,0 24-15,0 0 0,0 0 0,25 0 0,-25 0 0,0 0 16,0 0-16,0 0 0,0 0 0,0 0 0,0 24 16,0-24-16,-25 0 0,25 0 0,0 25 0,0-25 0,0 25 15,0-25-15,0 0 0,0 25 0,0-25 0,-25 25 16,25-25-16,0 0 0,0 24 0,0-24 0,0 0 0,0 25 15,0-25-15,0 0 0,0 0 0,0 25 0,0-25 0,0 0 16,0 0-16,0 0 0,0 25 0,0-25 0,25 0 16,-25 0-16,0 0 0,0 0 0,0 0 0,25 0 0,-25 0 15,0 0-15,25 0 0,-25 0 0,24-25 0,-24 25 16,25 0-16,-25-25 0,25 25 0,-25 0 0,25 0 0</inkml:trace>
  <inkml:trace contextRef="#ctx0" brushRef="#br0" timeOffset="7306.4179">7714 1712 0,'0'0'0,"0"0"0,-25 0 16,25 0-16,0 0 0,0 0 0,0 0 0,0 0 15,0 0-15,0 0 0,0-25 0,0 25 0,0 0 0,0 0 16,0 0-16,0 0 0,0 0 0,25-25 0,-25 25 0,0 0 15,0 0-15,25-25 0,-25 25 0,25 0 0,-25-25 0,25 25 16,-25 0-16,24-25 0,-24 25 0,25 0 16,-25-24-16,25 24 0,-25-25 0,25 25 0,-25 0 0,25-25 0,-25 25 15,24 0-15,-24-25 0,25 25 0,-25 0 0,25-25 16,-25 25-16,0-24 0,0 24 0,25 0 0,-25-25 0,0 25 15,0-25-15,0 25 0,0 0 0,0-25 0,0 25 0,0 0 16,0-25-16,-25 25 0,25 0 0,0 0 16,0 0-16,-25-24 0,25 24 0,0 0 0,-25 0 0,25 0 15,0 0-15,-24 0 0,24 0 0,0 0 0,-25 24 0,25-24 16,0 0-16,0 0 0,0 0 0,-25 0 0,25 0 0,0 25 15,0-25-15,0 0 0,0 0 0,-25 0 0,25 25 16,0-25-16,0 0 0,0 0 0,0 0 0,0 25 16,0-25-16,0 25 0,0-25 0,-25 24 0,25-24 0,0 25 15,0-25-15,0 25 0,0 0 0,0 0 0,0-25 0,0 24 16,0 1-16,0 0 0,0-25 0,0 25 0,-24 0 0,24-25 15,0 25-15,0-1 0,0-24 0,0 25 0,0-25 16,-25 25-16,25 0 0,0-25 0,0 25 0,0-25 0,0 24 16,0-24-16,0 0 0,0 25 0,0-25 0,0 0 15,0 0-15,0 0 0,0 0 0,0 0 0,0 0 0,0 0 16,0 0-16,0 0 0,0 0 0,25 0 0,-25 0 15,0 0-15,0 0 0,24 0 0,-24 0 0,0-25 0,25 25 16,-25 0-16,25 0 0,-25 0 0,0 0 0,25-24 16,-25 24-16,0 0 0,0 0 0,25 0 0,-25 0 0,0 0 15,0 0-15,0 0 0,0 24 0,0-24 0,0 0 0,0 0 16,0 25-16,0-25 0,0 25 0,0-25 0,0 25 0,-25-25 15,25 25-15,0-25 0,0 24 0,0-24 0,-25 25 16,25-25-16,0 25 0,0-25 0,-25 0 0,25 25 16,0-25-16,0 0 0,0 25 0,-25-25 0,25 0 0,0 0 15,0 0-15,0 0 0,0 0 0,0-25 0,0 25 0</inkml:trace>
  <inkml:trace contextRef="#ctx0" brushRef="#br0" timeOffset="7479.4278">7590 1389 0,'0'0'0,"0"0"16,0 0-16,-25 0 0,25 0 0,0-25 0,0 25 0,0 0 15,25 0-15,-25 0 0,0 0 0,0 0 0,0 0 0,0 0 16,0 0-16,0 0 0,0 0 0,0 0 0,0 0 15</inkml:trace>
  <inkml:trace contextRef="#ctx0" brushRef="#br0" timeOffset="8789.5028">9054 1687 0,'0'0'0,"0"0"0,0 0 0,0 0 0,0 0 0,0 0 16,0 0-16,0 0 0,0 25 0,0-25 0,0 0 15,0 0-15,0 24 0,0-24 0,0 0 0,0 0 16,0 25-16,0-25 0,0 25 0,0-25 0,0 25 0,0-25 15,0 25-15,0-25 0,0 24 0,0-24 0,0 25 0,0-25 16,0 25-16,0-25 0,0 25 0,-25-25 0,25 0 16,0 25-16,0-25 0,0 24 0,0-24 0,0 0 0,0 0 15,0 25-15,0-25 0,0 0 0,0 0 0,0 0 16,0 0-16,0 0 0,0 0 0,0 0 0,0 0 0,0 0 15,0 0-15,0 0 0,0 0 0,0 0 0,0 0 0,0-25 16,0 25-16,0 0 0,25 0 0,-25-24 0,0 24 16,0-25-16,0 25 0,25 0 0,-25-25 0,0 25 0,24-25 15,-24 25-15,0-25 0,25 25 0,-25-24 0,0-1 16,25 25-16,-25 0 0,25-25 0,-25 25 0,25-25 0,-25 25 15,0 0-15,24-25 0,-24 25 0,0 0 0,25 0 0,-25 0 16,0 0-16,0 0 0,25 0 0,-25 0 0,0 0 16,0 0-16,0 0 0,0 25 0,0-25 0,25 0 0,-25 0 15,0 25-15,0-25 0,0 0 0,0 25 0,0-25 16,-25 25-16,25-25 0,0 0 0,0 24 0,0-24 0,0 25 15,0-25-15,0 25 0,0-25 0,0 25 0,0-25 0,0 0 16,0 25-16,0-25 0,0 0 0,-25 24 0,25-24 16,0 0-16,0 25 0,0-25 0,0 0 0,0 0 0,0 0 15,0 0-15,0 0 0,0 0 0,0 0 0,25 0 16,-25 0-16,0-25 0,0 25 0,0 0 0,0 0 0,0 0 15,0 0-15,25 0 0,-25 0 0,0-24 0,0 24 0,25 0 16,-25-25-16,0 25 0,24-25 0,-24 25 0,25-25 16,-25 25-16,0-25 0,25 25 0,-25-24 0,0 24 0,25-25 15,-25 25-15,0-25 0,25 25 0,-25 0 0,0 0 16,24-25-16,-24 25 0,0 0 0,0 0 0,0 0 0,25 0 15,-25 0-15,0 0 0,0 0 0,0 0 0,0 0 0,0 0 16,0 0-16,0 0 0,0 0 0,-25 25 0,25-25 16,0 0-16,0 0 0,0 0 0,0 0 0,0 25 0,0-25 15,0 0-15,0 25 0,0-25 0,0 0 0,0 24 16,0-24-16,0 25 0,0-25 0,0 0 0,0 25 0,0-25 15,0 25-15,0-25 0,0 0 0,0 25 0,0-25 0,0 24 16,0-24-16,0 25 0,0-25 0,0 0 0,0 25 16,0-25-16,0 0 0,0 25 0,0-25 0,0 0 0,0 0 15,0 0-15,0 0 0,0 0 0,0 0 0,25 0 16,-25 0-16,0 0 0,0 0 0,0 0 0,25 0 15,-25 0-15,0 0 0,25 0 0,-25-25 0,0 25 0,25 0 16,-25 0-16,24-25 0,-24 25 0,0 0 0,25-25 0,-25 25 16,0-24-16,25 24 0,-25-25 0,0 25 0,0-25 15,25 25-15,-25 0 0,0-25 0,0 25 0,0-25 0,0 25 16,0 0-16,0 0 0,25-24 0,-25 24 0,0 0 0,0 0 15,0 0-15,0 0 0,0 0 0,0 0 0,0 0 16,0 0-16,0 0 0,0 0 0,-25 0 0,25 0 0,0 0 16,0 0-16,0 0 0,0 24 0,0-24 0,-25 0 15,25 25-15,0-25 0,0 0 0,0 25 0,0-25 0,0 0 16,0 25-16,0-25 0,0 25 0,0-25 0,0 0 0,0 24 15,0-24-15,0 0 0,0 25 0,0-25 0,0 0 16,0 25-16,0-25 0,0 0 0,0 25 0,25-25 0,-25 0 16,0 0-16,0 25 0,0-25 0,25 0 0,-25 0 15,0 0-15,24 0 0,-24-25 0,25 25 0,-25 0 0,0 0 16,25-25-16,-25 25 0,25-25 0,-25 25 0,0 0 0,0-25 15,25 25-15,-25-24 0,0 24 0,0-25 0,0 25 16,0-25-16,0 25 0,0-25 0,0 25 0,0-25 0,0 25 16,0-24-16,0 24 0,0-25 0,-25 25 0,25 0 15,0-25-15,0 25 0,0 0 0,-25 0 0,25-25 0,0 25 16,0 0-16,0 0 0,0 0 0,0 0 0,-25 0 0,25 0 15,0 0-15,0 25 0,0-25 0,0 0 0,-25 0 16,25 0-16,0 0 0,0 0 0,0 0 0,0 25 16,0-25-16,0 0 0,0 0 0,0 0 0,0 0 0,0 0 15,0 0-15,0 0 0,25 0 0,-25 0 0,0 0 16</inkml:trace>
  <inkml:trace contextRef="#ctx0" brushRef="#br0" timeOffset="9100.5205">10145 1439 0,'-25'0'0,"25"0"0,0 0 0,0 0 0,0 0 16,0 0-16,0 24 0,0-24 0,0 0 0,0 0 0,0 0 15,0 0-15,-24 25 0,24-25 0,0 0 0,0 25 0,0-25 16,0 25-16,0-25 0,0 25 0,0-1 0,0-24 16,0 25-16,0 0 0,0 0 0,0-25 0,-25 25 0,25 0 15,0-1-15,0-24 0,0 25 0,0 0 0,0-25 16,0 25-16,0 0 0,0-25 0,0 24 0,0-24 0,-25 25 15,25-25-15,0 25 0,0-25 0,0 25 0,0-25 0,0 25 16,0-25-16,0 0 0,0 0 0,0 24 0,0-24 16,0 0-16,0 0 0,0 0 0,0 0 0,0 0 0,0 0 15,0 0-15,0 0 0,0-24 0,0 24 0,0-25 16</inkml:trace>
  <inkml:trace contextRef="#ctx0" brushRef="#br0" timeOffset="9263.5299">10046 1811 0,'0'0'0,"0"0"15,0 0-15,0 0 0,0 0 0,0 0 0,0 0 16,0 0-16,0 0 0,0 0 0,0 0 0,0 0 0,25 0 15,-25 0-15,0-25 0,25 25 0,-25 0 0,0 0 0,24 0 16,-24 0-16,25 0 0,-25 0 0,0 0 0,0-25 16,25 25-16,-25 0 0,0 0 0,25 0 0,-25 0 0,0-25 15,0 25-15,0 0 0,0 0 0,0-24 0,0 24 16,0 0-16,0 0 0</inkml:trace>
  <inkml:trace contextRef="#ctx0" brushRef="#br0" timeOffset="9464.5414">9649 1513 0,'0'0'16,"0"0"-16,0-25 0,0 25 0,0 0 0,25 0 16,-25 0-16,0-25 0,25 25 0,-25 0 0,24 0 0,-24 0 15,25 0-15,-25 0 0,25 0 0,-25-24 0,25 24 16,0 0-16,-25 0 0,24 0 0,-24 24 0,25-24 0,-25 0 15,25 0-15,-25 0 0,25 25 0,-25-25 0,0 25 0,0-25 16,0 25-16,25-25 0,-25 25 0,-25-1 0,25-24 16,0 25-16</inkml:trace>
  <inkml:trace contextRef="#ctx0" brushRef="#br0" timeOffset="9629.5508">9699 2332 0,'0'0'0,"0"24"0,0-24 15,0 0-15,0 25 0,0-25 0,0 0 0,-25 0 16,25 0-16,0 0 0,0 0 0,0 0 0,0 0 0,0 0 15,0 0-15,0 0 0,0 0 0,0 0 0,0 0 0,0 0 16,0 0-16,0-25 0,0 25 0,0 0 0,25 0 16,-25-24-16,0 24 0,0 0 0,24-25 0</inkml:trace>
  <inkml:trace contextRef="#ctx0" brushRef="#br0" timeOffset="10847.6205">10939 2034 0,'0'0'0,"0"0"0,0 0 0,-25 0 0,25 0 0,0 0 16,0 0-16,0 0 0,0 0 0,0-25 0,25 25 16,-25 0-16,0 0 0,0 0 0,0-25 0,0 25 0,25 0 15,-25 0-15,0-24 0,24 24 0,-24 0 0,25 0 16,-25-25-16,25 25 0,0 0 0,-25-25 0,25 25 0,-1 0 15,-24-25-15,25 25 0,0-25 0,0 25 0,0-24 0,-25 24 16,25-25-16,-1 25 0,1-25 0,0 25 0,-25-25 16,25 25-16,0-25 0,-1 25 0,-24-24 0,25 24 0,-25-25 15,25 25-15,-25-25 0,0 25 0,0-25 0,25 25 16,-25 0-16,0-25 0,0 25 0,0-25 0,0 25 0,0 0 15,-25-24-15,25 24 0,0 0 0,0-25 0,0 25 0,0 0 16,-25-25-16,25 25 0,0 0 0,0 0 0,-25 0 16,25 0-16,0-25 0,0 25 0,-24 0 0,24 0 0,0 0 15,0 0-15,-25 0 0,25 0 0,0 0 0,0 0 16,0 0-16,0 0 0,0 0 0,0 0 0,-25 0 0,25 0 15,0 0-15,0 25 0,0-25 0,0 0 0,0 25 0,0-25 16,0 25-16,0-25 0,-25 24 0,25 1 0,0 0 16,0-25-16,0 25 0,0 0 0,0 0 0,0-25 0,0 24 15,0 1-15,0 0 0,0-25 0,0 25 0,-25 0 16,25-1-16,0-24 0,0 25 0,0 0 0,0 0 0,0-25 15,0 25-15,0-1 0,0-24 0,0 25 0,0-25 16,-24 25-16,24-25 0,0 25 0,0-25 0,0 25 0,0-25 16,0 0-16,0 0 0,0 0 0,0 24 0,0-24 0,0 0 15,0 0-15,0 0 0,0 0 0,0 0 0,0 0 16,0 0-16,24-24 0,-24 24 0,0 0 0,0 0 0,25 0 15,-25-25-15,25 25 0,-25 0 0,0-25 0,25 25 16,-25-25-16,25 25 0,-25-25 0,24 25 0,-24 0 0,25-24 16,-25 24-16,25-25 0,-25 25 0,0 0 0,25-25 15,-25 25-15,0 0 0,25-25 0,-25 25 0,0 0 0,0 0 16,0 0-16,24 0 0,-24 0 0,0 0 0,0 0 15,0 0-15,0 0 0,0 0 0,0 0 0,0 0 0,0 0 16,-24 0-16,24 0 0,0 0 0,0 0 0,0 0 0,0 0 16,0 25-16,0-25 0,0 0 0,0 0 0,0 25 15,0-25-15,0 0 0,0 25 0,0-25 0,0 0 0,0 24 16,0-24-16,0 0 0,0 25 0,0-25 0,0 0 15,0 25-15,0-25 0,24 0 0,-24 25 0,0-25 0,0 0 16,0 25-16,0-25 0,0 0 0,0 0 0,25 0 16,-25 0-16,0 0 0,0 0 0,0 0 0,25 0 0,-25 0 15,25 0-15,-25 0 0,0 0 0,25 0 0,-25 0 16,24-25-16,-24 25 0,25 0 0,-25 0 0,0-25 0,25 25 15,-25 0-15,25-25 0,-25 25 0,0 0 0,25-25 0,-25 25 16,0-24-16,24 24 0,-24-25 0,0 25 0,0 0 16,25-25-16,-25 25 0,0 0 0,0-25 0,0 25 0,0 0 15,0 0-15,0 0 0,0 0 0,0 0 0,0 0 16,0 0-16,0 0 0,0 0 0,0 0 0,0 0 0,0 0 15,0 0-15,0 0 0,0 0 0,-25 0 0,25 0 0,0 0 16,0 25-16,0-25 0,0 0 0,-24 0 0,24 25 16,0-25-16,0 0 0,0 25 0,0-25 0,0 0 0,0 24 15,0-24-15,0 25 0,0-25 0,0 25 0,0-25 16,0 0-16,0 25 0,0-25 0,0 25 0,0-25 0,0 0 15,0 0-15,0 24 0,0-24 0,0 0 0,0 0 16,24 25-16,-24-25 0,0 0 0,0 0 0,25 0 0,-25-25 16,0 25-16,25 0 0,-25 0 0,0 0 0,25-24 15,-25 24-15,0-25 0,25 25 0,-25 0 0,0-25 16,0 25-16,0-25 0,24 25 0,-24-25 0,0 25 0,0-24 15,0 24-15,0-25 0,0 0 0,0 25 0,0-25 0,0 25 16,0-25-16,0 25 0,0-24 0,0 24 0,0 0 0,0-25 16,0 25-16,-24 0 0,24 0 0,0-25 0,0 25 15,0 0-15,0 0 0,0 25 0,0-25 0,0 0 16,0 0-16,-25 0 0,25 25 0,0-25 0,0 0 0,-25 24 15,25-24-15,0 25 0,-25-25 0,25 25 0,0-25 0</inkml:trace>
  <inkml:trace contextRef="#ctx0" brushRef="#br0" timeOffset="11008.6297">11683 2431 0,'0'0'0,"0"25"0,0-25 0,0 0 0,0 0 16,0 0-16,0 0 0,0 0 0,0 0 0,0 0 15,0 0-15,0 0 0,0 0 0,0 0 0,0 0 0,0 0 16,0 0-16,0 0 0,0 0 0,0 0 0,0 0 15,0 0-15,25 0 0,-25-25 0,0 25 0,0 0 0,0-25 16</inkml:trace>
  <inkml:trace contextRef="#ctx0" brushRef="#br0" timeOffset="11641.6659">12774 1786 0,'0'0'0,"0"0"0,0 0 0,0 0 0,0 0 16,0 0-16,0 0 0,0 0 0,0 0 0,0 0 0,0 0 16,0 25-16,0-25 0,0 0 0,0 0 0,0 0 15,0 0-15,0 0 0,0 0 0,0 25 0,0-25 0,25 0 16,-25 0-16,0 24 0,0-24 0,0 25 0,25-25 0,-25 25 15,0 0-15,0-25 0,0 25 0,0-25 0,25 24 16,-25-24-16,0 25 0,0-25 0,0 25 0,0-25 0,0 25 16,25-25-16,-25 0 0,0 25 0,0-25 0,0 0 15,0 0-15,24 24 0,-24-24 0,0 0 0,0 0 0,0 0 16,0 0-16,25 0 0,-25 0 0,0 0 0,0 0 15,0 0-15,25 0 0,-25 0 0,0-24 0,25 24 16,-25 0-16,0-25 0,25 25 0,-25 0 0,0-25 0,24 25 16,-24-25-16,0 25 0,25-25 0,-25 25 0,0-24 0,25-1 15,-25 25-15,0-25 0,25 25 0,-25-25 0,0 25 16,0-25-16,0 25 0,25 0 0,-25-24 0,0 24 0,0 0 15,0 0-15,0 0 0,0 0 0,24 0 0,-24 0 16,0 0-16,0-25 0,0 25 0,0 0 0,0 0 0</inkml:trace>
  <inkml:trace contextRef="#ctx0" brushRef="#br0" timeOffset="12066.6902">13295 1984 0,'0'0'0,"0"0"0,0 0 16,0 0-16,0 0 0,0 0 0,0 0 0,25 0 0,-25 0 15,0 0-15,0 0 0,0 0 0,0 0 0,0 0 16,25-24-16,-25 24 0,0 0 0,25 0 0,-25 0 0,25 0 16,-25-25-16,0 25 0,24 0 0,-24 0 0,25 0 0,-25-25 15,0 25-15,25 0 0,-25-25 0,0 25 0,0 0 16,25 0-16,-25-25 0,0 25 0,0 0 0,0 0 0,0 0 15,0 0-15,0 0 0,0 0 0,0 0 0,0-24 16,0 24-16,0 0 0,-25 0 0,25 0 0,0-25 0,0 25 16,0 0-16,-25 0 0,25 0 0,0 0 0,0 0 0,-25 0 15,25 0-15,0 0 0,0 0 0,-24 0 0,24 0 16,0 0-16,0 0 0,-25 0 0,25 25 0,0-25 0,0 0 15,-25 0-15,25 0 0,0 0 0,0 24 0,0-24 16,-25 0-16,25 0 0,0 25 0,0-25 0,0 0 0,0 25 16,0-25-16,0 0 0,0 25 0,0-25 0,0 0 0,0 25 15,0-25-15,0 24 0,0-24 0,0 25 0,0-25 16,0 25-16,25-25 0,-25 0 0,0 25 0,0-25 0,0 25 15,25-25-15,-25 0 0,0 24 0,0-24 0,25 0 16,-25 25-16,24-25 0,-24 0 0,0 0 0,25 0 0,-25 0 16,25 0-16,0 0 0,-25 0 0,25 0 0,-1 0 15,-24 0-15,25 0 0,0 0 0,0-25 0,0 25 0,-25 0 16</inkml:trace>
  <inkml:trace contextRef="#ctx0" brushRef="#br0" timeOffset="12391.7088">13965 1960 0,'0'-25'0,"0"25"0,0 0 0,0-25 15,0 25-15,0 0 0,0 0 0,0-25 0,-25 25 0,25 0 16,0 0-16,0 0 0,0 0 0,0 0 0,-25 0 16,25 0-16,0-25 0,0 25 0,-24 0 0,24 0 0,0 0 15,0 0-15,0 0 0,-25 0 0,25 0 0,0 0 16,0 0-16,-25 0 0,25 25 0,0-25 0,-25 0 0,25 0 15,0 0-15,0 25 0,-25-25 0,25 0 0,0 25 0,0-25 16,0 0-16,-24 0 0,24 25 0,0-25 0,0 24 16,0-24-16,0 25 0,0-25 0,0 25 0,0-25 0,24 25 15,-24-25-15,0 25 0,0-25 0,0 24 0,0-24 16,25 0-16,-25 25 0,0-25 0,25 0 0,-25 25 0,0-25 15,25 0-15,-25 0 0,25 0 0,-25 0 0,24 0 16,-24 0-16,25 0 0,-25 0 0,25 0 0,0-25 0,-25 25 16,25 0-16,-1 0 0,-24-25 0,25 25 0,0 0 15,0-24-15,-25 24 0,25-25 0,-1 25 0,1-25 0,0 25 16,-25-25-16,25 0 0,0 25 0,-1-24 0,-24-1 0</inkml:trace>
  <inkml:trace contextRef="#ctx0" brushRef="#br0" timeOffset="12633.7226">14461 1612 0,'-25'0'0,"25"0"0,0 0 0,0 0 0,0 0 0,0 0 15,0-25-15,0 25 0,0 25 0,0-25 0,0 0 16,0 0-16,0 0 0,0 0 0,-24 25 0,24-25 0,0 0 16,0 25-16,0-25 0,0 25 0,0-25 0,0 25 15,0-1-15,0-24 0,0 25 0,0-25 0,0 25 0,-25 0 16,25-25-16,0 25 0,0-1 0,0-24 0,0 25 0,0 0 15,0-25-15,0 25 0,0 0 0,0-25 0,-25 24 16,25-24-16,0 25 0,0-25 0,0 25 0,0 0 16,0-25-16,0 0 0,0 25 0,0-25 0,0 24 0,0-24 15,-25 0-15,25 0 0,0 0 0,0 0 0,0 0 16,0 0-16,0 0 0,0 0 0,0 0 0,0 0 0,0 0 15,0 0-15,0 0 0</inkml:trace>
  <inkml:trace contextRef="#ctx0" brushRef="#br0" timeOffset="13058.7469">14287 1935 0,'0'0'0,"0"0"0,0 0 15,0 0-15,0-25 0,0 25 0,25 0 0,-25 0 16,0 0-16,0 0 0,0 0 0,0 0 0,25-25 0,-25 25 16,0 0-16,0 0 0,0 0 0,25 0 0,-25 0 0,0 0 15,25 0-15,-25 0 0,0 0 0,25 0 0,-25 0 16,0 0-16,0 0 0,24 0 0,-24 0 0,0 25 0,0-25 15,0 0-15,25 0 0,-25 25 0,0-25 0,0 0 16,0 25-16,0-25 0,0 0 0,0 24 0,-25-24 0,25 0 16,0 25-16,0-25 0,0 0 0,0 25 0,0-25 0,0 25 15,0-25-15,0 0 0,25 25 0,-25-25 0,0 0 16,0 24-16,0-24 0,0 0 0,0 0 0,0 25 15,0-25-15,0 0 0,0 0 0,25 0 0,-25 0 0,0 0 16,25 0-16,-25 25 0,0-50 0,25 25 0,-25 0 0,24 0 16,-24 0-16,25 0 0,-25 0 0,25 0 0,-25-25 15,25 25-15,-25 0 0,25-24 0,-25 24 0,24 0 16,-24-25-16,25 25 0,-25-25 0,0 25 0,0-25 0,0 25 15,25-25-15,-25 25 0,0-24 0,0 24 0,0-25 0,0 25 16,0-25-16,0 25 0,0-25 0,-25 25 0,25-25 16,0 25-16,0 0 0,0 0 0,0-24 0,0 24 0,-25 0 15,25 0-15,0 0 0,0 0 0,0 0 0,-24 0 16,24 0-16,0 0 0,0 0 0,0 0 0,-25 0 0,25 0 15,0 0-15,0 0 0,0 0 0,0 0 0,0 0 0,-25 0 16,25 0-16,0 0 0,0 0 0,0 0 0,0 0 16,0 0-16,0 0 0,0 0 0,0-25 0</inkml:trace>
  <inkml:trace contextRef="#ctx0" brushRef="#br0" timeOffset="13270.7591">14709 1587 0,'0'0'0,"0"0"0,0 0 0,0-24 16,0 24-16,0 0 0,0 0 0,25 0 0,-25 0 0,0 0 15,0 0-15,25 0 0,-25 0 0,0 0 0,25 0 16,-25 24-16,0-24 0,24 0 0,-24 0 0,0 0 0,25 25 16,-25-25-16,25 0 0,-25 0 0,0 0 0,0 25 0,25-25 15,-25 0-15,0 0 0,0 0 0,-25 25 0,25-25 16,0 0-16,-25 25 0,25-25 0,-25 0 0,1 25 0,24-25 15,-25 0-15,0 24 0,0-24 0,0 0 0,-24 25 16,24-25-16,0 25 0</inkml:trace>
  <inkml:trace contextRef="#ctx0" brushRef="#br0" timeOffset="14033.8027">15726 1960 0,'0'0'0,"0"0"0,0 0 0,0 0 16,0 0-16,0 0 0,0 0 0,0 0 0,0 0 0,0 0 15,0-25-15,0 25 0,0 0 0,0 0 0,25 0 16,-25-25-16,0 25 0,25 0 0,-25 0 0,25 0 0,-25-25 16,24 25-16,1-25 0,-25 25 0,25 0 0,0-24 15,-25 24-15,25-25 0,-1 25 0,1-25 0,0 25 0,0-25 16,0 0-16,-1 25 0,1-24 0,0-1 0,0 25 0,0-25 15,-25 0-15,24 25 0,1-25 0,-25 25 0,25-25 16,-25 25-16,25-24 0,-25 24 0,0-25 0,25 25 16,-25-25-16,0 25 0,0 0 0,0-25 0,0 25 0,0 0 15,0-25-15,0 25 0,0 0 0,0-24 0,-25 24 0,25 0 16,0 0-16,0-25 0,-25 25 0,25 0 0,0 0 0,-25-25 15,25 25-15,0 0 0,-25 0 0,25 0 0,0 0 16,-24 0-16,24 0 0,0 0 0,0 0 0,-25 0 0,25 0 16,0 0-16,0 0 0,0 0 0,-25 0 0,25 0 15,0 25-15,0-25 0,0 0 0,0 0 0,0 0 0,-25 25 16,25-25-16,0 24 0,0-24 0,0 25 0,0 0 0,0-25 15,0 25-15,0 0 0,-25-25 0,25 24 0,0 1 16,0 0-16,0 0 0,0-25 0,-24 25 0,24 0 0,0-1 16,0 1-16,0-25 0,-25 25 0,25 0 0,0-25 15,0 25-15,0-1 0,0-24 0,0 25 0,-25 0 0,25-25 16,0 25-16,0-25 0,0 25 0,0-25 0,0 24 0,-25-24 15,25 25-15,0-25 0,0 0 0,0 0 0,0 25 16,0-25-16,0 0 0,25 0 0,-25 0 0,0 0 16,0 0-16,0 0 0,25 0 0,-25 0 0,25 0 0,-25 0 15,24 0-15,-24-25 0,25 25 0,-25 0 0,25 0 0,0-25 16,-25 25-16,25-24 0,-1 24 0,-24 0 0,25-25 0</inkml:trace>
  <inkml:trace contextRef="#ctx0" brushRef="#br0" timeOffset="14395.8234">16272 1910 0,'25'-25'16,"-25"25"-16,0 0 0,24 0 0,-24 0 0,0 0 16,0-25-16,25 25 0,-25 0 0,0 0 0,0 0 0,0 0 15,0 0-15,0 0 0,0-24 0,0 24 0,0 0 0,0 0 16,0 0-16,0 0 0,0-25 0,0 25 0,0 0 0,0 0 15,-25 0-15,25 0 0,0 0 0,0 25 0,0-25 16,0 0-16,-24 0 0,24 0 0,0 0 0,0 24 0,-25-24 16,25 0-16,0 0 0,0 0 0,-25 25 0,25-25 15,0 0-15,-25 25 0,25-25 0,0 0 0,0 25 0,-25-25 16,25 0-16,0 25 0,0-25 0,0 0 0,0 24 0,0-24 15,0 0-15,0 25 0,0-25 0,0 0 0,0 25 16,0-25-16,0 0 0,0 0 0,0 0 0,25 0 16,-25 0-16,0 25 0,0-25 0,0 0 0,0 0 0,25 0 15,-25 0-15,0 0 0,0-25 0,25 25 0,-25 0 0,0 0 16,0 0-16,25 0 0,-25 0 0,0-25 0,0 25 15,0 0-15,24 0 0,-24-25 0,0 25 0,0 0 0,0 0 16,25 0-16,-25 0 0,0-24 0,0 24 0,0 0 16,0 0-16,0 0 0,0 0 0,0 0 0,0 0 0,0 0 15,0 0-15,0 0 0,0 0 0,0 24 0,-25-24 0,25 0 16,0 25-16,0-25 0,0 0 0,0 25 0,0-25 15,0 0-15,0 25 0,0-25 0,0 0 0,0 25 16,0-25-16,0 0 0,0 24 0,0-24 0,0 0 0,0 0 16,0 0-16,0 0 0,0 0 0,0 0 0,0 0 15,0 0-15,0 0 0</inkml:trace>
  <inkml:trace contextRef="#ctx0" brushRef="#br0" timeOffset="14572.8335">16346 1786 0,'0'0'16,"0"0"-16,0-25 0,0 25 0,0 0 0,0 0 0,25 0 15,-25 0-15,0 0 0,0 0 0,25 0 0,-25 0 16,0 0-16,25 0 0,0 0 0,-25 0 0,24 0 0,-24 0 16,25 0-16,0 0 0,-25 0 0,25 0 0,0 0 0,-25 0 15,24 25-15,-24-25 0,25 0 0,-25 0 0,25 0 16,-25 0-16,25 0 0,-25 25 0,25-25 0</inkml:trace>
  <inkml:trace contextRef="#ctx0" brushRef="#br0" timeOffset="15037.8601">17810 2009 0,'0'0'0,"0"0"0,0 0 16,0-25-16,0 25 0,-25 0 0,25-24 0,0 24 15,0 0-15,0-25 0,0 25 0,-25 0 0,25-25 0,0 25 16,0 0-16,0-25 0,-25 25 0,25 0 0,0 0 0,0-25 16,0 25-16,-24 0 0,24 0 0,0 0 0,0 0 15,-25 0-15,25 0 0,0 0 0,-25 0 0,25 0 0,0 25 16,-25-25-16,25 0 0,0 0 0,-25 0 0,25 25 15,-24-25-15,24 0 0,0 25 0,-25-25 0,25 25 0,0-25 16,0 0-16,-25 24 0,25-24 0,0 25 0,0-25 0,0 0 16,0 25-16,0-25 0,0 0 0,0 25 0,0-25 15,25 0-15,-25 25 0,0-25 0,0 0 0,0 24 0,0-24 16,25 0-16,-25 0 0,0 25 0,0-25 0,24 0 15,-24 0-15,0 0 0,25 0 0,-25 0 0,25 0 16,-25 0-16,0 0 0,25-25 0,-25 25 0,25-24 0,-25 24 16,24 0-16,-24-25 0,0 25 0,25-25 0,-25 25 0,25-25 15,-25 25-15,0 0 0,25-25 0,-25 1 0,0 24 16,25-25-16,-25 0 0,0 25 0</inkml:trace>
  <inkml:trace contextRef="#ctx0" brushRef="#br0" timeOffset="15627.8939">17909 1612 0,'25'0'0,"-25"-25"0,0 25 15,0 0-15,0 0 0,0 0 0,0 0 0,0 25 16,-25-25-16,25 0 0,0 0 0,0 0 0,0 0 0,0 0 15,0 25-15,0-25 0,0 25 0,0-25 0,0 25 16,0-25-16,0 25 0,0-25 0,0 24 0,0 1 0,0-25 16,0 25-16,-25 0 0,25-25 0,0 25 0,0-25 0,0 24 15,0 1-15,0-25 0,0 25 0,0 0 0,0 0 16,0-25-16,0 24 0,-25-24 0,25 25 0,0-25 0,0 25 15,0-25-15,0 0 0,0 25 0,-24-25 0,24 0 0,0 25 16,0-25-16,0 0 0,24 0 0,-24 0 0,0 24 16,0-24-16,0 0 0,0 0 0,0 0 0,0 0 15,0 0-15,25 0 0,-25-24 0,0 24 0,0 0 0,25 0 16,-25 0-16,25-25 0,-25 25 0,0 0 0,25-25 15,-25 25-15,24 0 0,-24-25 0,0 25 0,25-25 0,-25 25 16,0-24-16,25 24 0,-25 0 0,0-25 0,0 25 16,25-25-16,-25 25 0,0 0 0,25-25 0,-25 25 0,0 0 0,0-25 15,0 25-15,24 0 0,-24 0 0,0-24 0,0 24 16,0 0-16,0 0 0,0 0 0,0 0 0,0 0 15,0 0-15,0 0 0,0 0 0,-24 0 0,24 0 16,0 0-16,0 0 0,0 0 0,0 0 0,0 0 0,0 24 16,0-24-16,0 0 0,0 25 0,-25-25 0,25 0 0,0 25 15,0-25-15,0 25 0,0-25 0,0 0 0,0 25 0,0-25 16,0 0-16,0 24 0,0-24 0,0 0 0,0 25 15,0-25-15,0 25 0,0-25 0,0 0 0,0 0 0,0 25 16,25-25-16,-25 0 0,0 0 0,0 0 0,0 0 16,0 0-16,24 0 0,-24 0 0,0 0 0,0 0 0,25 0 15,-25-25-15,0 25 0,25 0 0,-25-25 0,25 25 16,-25 0-16,0-25 0,25 25 0,-25 0 0,0-24 0,0 24 15,24 0-15,-24-25 0,0 25 0,0-25 0,0 25 0,0 0 16,0-25-16,0 25 0,0-25 0,0 25 0,0 0 16,0-24-16,0 24 0,0 0 0,0 0 0,0 0 0,0 0 15,-24 0-15,24 0 0,0 0 0,0 0 0,0 0 16,0 0-16,0 0 0,0 0 0,0 0 0,0 0 0,-25 24 15,25-24-15,0 0 0,0 0 0,0 0 0,0 25 16,0-25-16,0 0 0,0 0 0,0 0 0,0 25 0,0-25 16,0 0-16</inkml:trace>
  <inkml:trace contextRef="#ctx0" brushRef="#br0" timeOffset="15921.9107">18529 1860 0,'0'0'0,"0"0"16,0-24-16,-25 24 0,25 0 0,0 0 0,0-25 15,0 25-15,0 0 0,0 0 0,0 0 0,0 0 16,0 0-16,-25 0 0,25 0 0,0 0 0,0 0 0,0 0 16,0 0-16,0 0 0,0 0 0,0 0 0,0 0 15,0 0-15,-24 25 0,24-25 0,0 0 0,0 24 0,0-24 0,-25 25 16,25-25-16,0 25 0,0-25 0,0 25 0,-25-25 15,25 25-15,0-25 0,0 24 0,0-24 0,0 25 16,0-25-16,0 25 0,0-25 0,0 25 0,0-25 0,0 0 16,0 0-16,0 25 0,25-25 0,-25 0 0,0 0 15,0 0-15,25 0 0,-25 0 0,24 0 0,-24 0 0,25 0 16,-25 0-16,25 0 0,-25 0 0,0-25 0,25 25 15,-25 0-15,25-25 0,-25 25 0,0-25 0,25 25 0,-25 0 16,0-25-16</inkml:trace>
  <inkml:trace contextRef="#ctx0" brushRef="#br0" timeOffset="16129.9226">18355 1637 0,'0'-25'0,"0"25"0,0 0 15,0 0-15,0-25 0,0 25 0,25 0 0,-25-24 0,0 24 16,0 0-16,25 0 0,-25-25 0,0 25 0,25 0 0,-25 0 15,0 0-15,25 0 0,-25 0 0,24 0 0,1 0 16,-25 0-16,25 0 0,-25 0 0,25 25 0,-25-25 0,25 24 16,-25-24-16,25 25 0,-25-25 0,0 25 0,0-25 15,0 25-15,0-25 0,0 25 0,0-25 0,0 25 16,0-1-16,0-24 0,-25 25 0</inkml:trace>
  <inkml:trace contextRef="#ctx0" brushRef="#br0" timeOffset="16309.9329">18182 2456 0,'0'24'0,"-25"-24"0,25 0 16,0 25-16,-25-25 0,25 0 0,0 0 0,0 25 0,0-25 16,0 0-16,0 0 0,0 0 0,0 0 0,0 0 15,0 0-15,0 0 0,0-25 0,0 25 0,0 0 0,0 0 16,0-25-16,0 25 0,0 0 0,0-24 0,0 24 0,0 0 15,0-25-15,0 25 0,0-25 0,0 0 0,0 25 16</inkml:trace>
  <inkml:trace contextRef="#ctx0" brushRef="#br0" timeOffset="16483.9429">17835 1687 0,'0'0'0,"0"0"0,0 0 0,0 0 0,0 0 0,0 0 15,0-25-15,0 25 0,24 0 0,-24 0 0,0 0 16,25 0-16,0-25 0,-25 25 0,25 0 0,0 0 0,-1 0 15,-24 0-15,25 0 0,0 0 0,0 0 0,0 0 0,-1 0 16,1 0-16,0 0 0,25 0 0,-26 0 0,1 0 16,0 0-16</inkml:trace>
  <inkml:trace contextRef="#ctx0" brushRef="#br0" timeOffset="17085.9773">19174 2108 0,'0'0'0,"0"0"0,0 0 0,0 0 16,0-24-16,0 24 0,0 0 0,0 0 0,0 0 15,0 0-15,0-25 0,25 25 0,-25 0 0,25 0 16,-25 0-16,24-25 0,-24 25 0,25 0 0,-25-25 0,25 25 15,0-25-15,0 25 0,-25-24 0,24 24 0,1-25 0,0 25 16,0-25-16,0 25 0,-1-25 0,1 0 0,0 25 0,0-24 16,-25 24-16,25-25 0,0 25 0,-1-25 0,1 0 15,0 0-15,-25 25 0,25-24 0,-25-1 0,25 25 0,-25-25 16,0 25-16,0-25 0,0 0 0,0 25 0,0-25 15,0 25-15,0-24 0,0 24 0,0-25 0,-25 25 0,25-25 16,0 25-16,0 0 0,-25-25 0,25 25 0,0 0 0,-25 0 16,25 0-16,0 0 0,-25 0 0,25 0 0,0 0 15,-24 0-15,24 0 0,0 0 0,-25 0 0,25 0 0,0 0 16,0 0-16,0 25 0,-25-25 0,25 0 0,0 0 15,0 25-15,0-25 0,0 25 0,-25-25 0,25 24 0,0 1 16,0 0-16,0-25 0,0 25 0,0 0 0,-25 0 0,25-1 16,0-24-16,0 25 0,0 0 0,0 0 0,0-25 15,0 25-15,0-1 0,-25 1 0,25-25 0,0 25 0,0 0 16,0 0-16,0-25 0,0 24 0,0-24 0,0 25 15,0 0-15,0-25 0,0 0 0,0 25 0,0-25 0,0 25 16,0-25-16,0 0 0,25 0 0,-25 0 0,0 24 16,0-24-16,25 0 0,-25 0 0,25 0 0,-25-24 0,25 24 15,-25 0-15,25 0 0,-25 0 0,24-25 0,1 25 16,-25 0-16</inkml:trace>
  <inkml:trace contextRef="#ctx0" brushRef="#br0" timeOffset="17804.0184">19943 1935 0,'0'-25'0,"0"25"0,0 0 15,0 0-15,0-25 0,0 25 0,0 0 0,0 0 16,-25-25-16,25 25 0,0 0 0,0 0 0,-25-24 0,25 24 15,0 0-15,0 0 0,0-25 0,-24 25 0,24 0 0,0 0 16,0 0-16,-25 0 0,25 0 0,0 0 0,0 0 16,-25 0-16,25 0 0,0 0 0,0 0 0,-25 25 0,25-25 15,0 0-15,0 0 0,-25 24 0,25-24 0,0 0 16,-24 25-16,24-25 0,0 0 0,0 25 0,0-25 0,-25 25 15,25-25-15,0 25 0,0-25 0,0 24 0,0-24 16,0 25-16,0-25 0,0 0 0,0 25 0,0-25 0,0 0 16,0 25-16,25-25 0,-25 0 0,0 25 0,0-25 15,0 0-15,0 0 0,24 0 0,-24 0 0,0 24 0,25-24 16,-25 0-16,0-24 0,25 24 0,-25 0 0,25 0 0,-25 0 15,25 0-15,-25-25 0,24 25 0,-24 0 0,25 0 16,-25-25-16,0 25 0,25 0 0,-25-25 0,0 25 0,0 0 16,25-25-16,-25 25 0,0 0 0,0-24 0,0 24 15,0 0-15,0-25 0,0 25 0,0 0 0,0-25 0,0 25 16,0 0-16,0 0 0,0 0 0,0-25 0,0 25 0,0 0 15,0 0-15,0 0 0,0 0 0,0 0 0,-25 0 16,25 25-16,0-25 0,0 0 0,0 25 0,0-25 16,0 0-16,0 25 0,0-25 0,0 0 0,-25 24 0,25-24 15,0 25-15,0-25 0,0 0 0,0 25 0,0-25 0,0 25 16,0-25-16,0 25 0,0-25 0,0 24 0,0-24 15,0 0-15,0 25 0,0-25 0,0 0 0,25 25 16,-25-25-16,0 0 0,0 0 0,0 25 0,0-25 0,25 0 16,-25 0-16,0 0 0,0 0 0,25-25 0,-25 25 0,0 0 15,24 0-15,-24 0 0,0-25 0,25 25 0,-25 0 16,25 0-16,-25-25 0,0 25 0,25-24 0,-25 24 0,0 0 15,0-25-15,25 25 0,-25-25 0,0 25 0,0-25 16,0 25-16,0-25 0,0 25 0,0-24 0,24 24 0,-24 0 16,0-25-16,0 25 0,0 0 0,0-25 0,0 25 15,0 0-15,0 0 0,0 0 0,0-25 0,0 25 0,0 0 16,0 25-16,-24-25 0,24 0 0,0 0 0,0 0 0,0 25 15,0-25-15,-25 25 0,25-25 0,0 24 0,0-24 16,0 25-16,-25 0 0,25-25 0,0 25 0,0 0 0,-25-25 16,25 24-16,0 1 0,0 0 0,-25 0 0,25 0 15,0-1-15,-24 1 0,24 0 0,0-25 0,0 25 16,-25 0-16,25-1 0,0 1 0,-25 0 0,25 0 0,0 0 15,0-1-15,-25 1 0,25-25 0,0 25 0,-25 0 16,25-25-16,0 25 0,0-25 0,-24 24 0,24-24 0,0 25 16,0-25-16,0 0 0,0 25 0,0-25 0,-25 0 15,25 0-15,0 25 0,0-25 0,0 0 0,0 0 0,0 0 16,0 0-16,0 0 0,0 0 0,0 0 0,0 0 0,0 0 15,0 0-15,0 0 0,0-25 0,0 25 0,0 0 16,0 0-16,25-25 0,-25 25 0,0 0 0</inkml:trace>
  <inkml:trace contextRef="#ctx0" brushRef="#br0" timeOffset="18117.0363">20290 1860 0,'25'0'0,"-25"0"0,0-24 16,0 24-16,25 0 0,-25 0 0,0 0 0,25 0 16,-25 0-16,0 0 0,0 0 0,24 24 0,-24-24 0,0 0 15,25 0-15,-25 0 0,0 0 0,25 25 0,-25-25 0,0 0 16,25 25-16,-25-25 0,0 25 0,0-25 0,0 0 15,0 25-15,0-25 0,0 24 0,0-24 0,0 0 0,0 25 16,0-25-16,0 25 0,0-25 0,-25 0 0,25 25 16,0-25-16,0 0 0,-25 25 0,25-25 0,0 0 0,0 0 15,-25 0-15,25 0 0,0 24 0,0-24 0,-24 0 16,24 0-16,0 0 0,-25 0 0,25 0 0,-25 0 15,25 0-15,0 0 0,-25 0 0,25-24 0,0 24 0,-25 0 16,25 0-16,0-25 0,-24 25 0,24 0 0,0-25 16</inkml:trace>
  <inkml:trace contextRef="#ctx0" brushRef="#br0" timeOffset="18418.0535">20141 1538 0,'0'0'0,"0"0"0,0 0 0,25-25 0,-25 25 0,0 0 0,0 0 15,0 0-15,0 0 0,0-25 0,25 25 0,-25 0 16,25 0-16,-25 0 0,25 0 0,-25 0 0,24 0 0,-24 0 16,25 0-16,0 0 0,-25 0 0,25 0 0,0 0 15,-25 25-15,24-25 0,-24 0 0,0 0 0,25 0 0,-25 0 16,0 25-16,0-25 0,0 0 0,0 25 0,0-1 0,0-24 15,0 25-15,0 0 0,-25 0 0,25 0 0,0-25 16,-24 25-16</inkml:trace>
  <inkml:trace contextRef="#ctx0" brushRef="#br0" timeOffset="18517.0591">19918 2356 0,'0'0'16,"-25"0"-16,25 0 0,0 25 0,0-25 0,0 0 15,0 0-15,0 0 0,0 0 0,0 0 0,0 0 0,0 0 16,0 0-16,0 0 0,0 0 0,0-25 0,0 25 15,0 0-15,0 0 0,0 0 0,0 0 0,0 0 0,0 0 16,25 0-16,-25 0 0,0 0 0,0 0 0,25 0 0,-25-24 16,0 24-16,25 0 0</inkml:trace>
  <inkml:trace contextRef="#ctx0" brushRef="#br0" timeOffset="19142.0949">21456 1463 0,'0'-24'0,"0"24"16,-25 0-16,25-25 0,0 25 0,0 0 0,-25-25 0,25 25 15,0 0-15,0 0 0,0 0 0,-24 0 0,24-25 16,0 25-16,0 0 0,0 0 0,0 0 0,0 0 0,-25 0 16,25 0-16,0 0 0,0 0 0,0 0 0,0 0 15,0 0-15,0 25 0,0-25 0,0 25 0,0-25 0,0 25 16,0-25-16,0 24 0,0 1 0,0 0 0,0 0 0,0 0 15,-25-1-15,25 1 0,0 0 0,0-25 0,0 25 16,0 25-16,0-26 0,0 1 0,0 0 0,0-25 0,0 25 16,-25 0-16,25-1 0,0 1 0,0 0 0,0-25 15,0 25-15,0 0 0,0-25 0,0 24 0,0-24 0,0 25 16,0-25-16,0 25 0,0-25 0,0 25 0,0-25 0,0 0 15,0 25-15,0-25 0,0 0 0,0 0 0,0 0 16,0 0-16,0 0 0,-25 0 0,25-25 0,0 25 0,0 0 16,0-25-16,0 25 0</inkml:trace>
  <inkml:trace contextRef="#ctx0" brushRef="#br0" timeOffset="19931.14">21208 1786 0,'0'0'16,"0"-25"-16,0 25 0,0 0 0,0-25 0,25 25 0,-25 0 16,0-24-16,25 24 0,-25 0 0,24 0 0,-24-25 15,25 25-15,-25 0 0,25 0 0,0 0 0,0-25 0,-1 25 16,1 0-16,0 0 0,0 0 0,0 0 0,-25 0 0,24 0 15,1 0-15,0 0 0,-25 0 0,25 0 0,-25 0 16,25 0-16,-25 25 0,24-25 0,-24 0 0,0 25 0,0-25 16,0 0-16,0 24 0,0-24 0,0 0 0,0 25 15,0-25-15,0 25 0,0-25 0,0 25 0,-24-25 0,24 25 16,0-25-16,0 0 0,0 24 0,0-24 0,-25 0 0,25 25 15,0-25-15,0 25 0,0-25 0,0 25 0,-25-25 16,25 25-16,0-25 0,0 24 0,0-24 0,0 25 0,0-25 16,0 25-16,0-25 0,0 0 0,0 0 0,0 25 15,0-25-15,25 0 0,-25 0 0,0 0 0,0 25 0,25-25 16,-25 0-16,0 0 0,0 0 0,24 0 0,-24 0 15,0 0-15,0 0 0,25 0 0,-25-25 0,0 25 16,25 0-16,-25 0 0,0-25 0,25 25 0,-25-25 0,0 25 16,25 0-16,-25-25 0,0 25 0,0-24 0,0 24 15,25 0-15,-25-25 0,0 25 0,0-25 0,0 25 0,0-25 16,0 25-16,0-25 0,0 25 0,24-24 0,-24 24 0,0-25 15,0 25-15,0 0 0,0-25 0,0 25 0,0 0 16,0 0-16,0 0 0,0-25 0,0 25 0,0 0 0,0 0 16,0 0-16,0 0 0,0 0 0,0 0 0,0 0 0,0 25 15,0-25-15,0 0 0,0 0 0,0 0 0,0 0 16,0 25-16,0-25 0,0 0 0,-24 25 0,24-25 0,0 0 15,0 24-15,0-24 0,0 25 0,0-25 0,0 25 16,0-25-16,0 25 0,0-25 0,0 25 0,0-25 0,0 0 16,0 24-16,0-24 0,0 25 0,0-25 0,0 0 15,0 25-15,0-25 0,24 0 0,-24 0 0,0 0 0,0 25 16,0-25-16,0 0 0,25 0 0,-25 0 0,0 0 15,0 0-15,25 0 0,-25 0 0,0 0 0,25-25 0,-25 25 16,25 0-16,-25 0 0,24 0 0,-24-25 0,25 25 0,-25 0 16,0 0-16,25-25 0,-25 25 0,0 0 0,0-24 15,25 24-15,-25 0 0,0 0 0,0-25 0,0 25 16,0-25-16,0 25 0,0-25 0,0 25 0,0-25 0,0 25 15,0 0-15,0-24 0,0 24 0,0 0 0,0-25 0,0 25 16,0 0-16,0 0 0,0 0 0,0 0 0,0 0 16,0-25-16,0 25 0,0 25 0,0-25 0,0 0 0,0 0 15,0 0-15,0 25 0,0-25 0,0 0 0,-25 24 16,25-24-16,0 0 0,0 25 0,0-25 0,0 0 0,0 25 15,0-25-15,0 0 0,0 25 0,0-25 0,0 25 0,0-25 16,0 0-16,0 24 0,0-24 0,0 25 0,0-25 0,0 0 16,0 25-16,0-25 0,0 0 0,0 25 0,0-25 15,0 0-15,25 0 0,-25 0 0,0 0 0,0 25 16,25-25-16,-25 0 0,24 0 0,-24 0 0,25-25 0,-25 25 15,25 0-15,-25 0 0,25 0 0,-25 0 0,25-25 16,-1 25-16,-24 0 0,25-25 0,-25 25 0,0 0 0,25-25 16,-25 25-16,0-24 0,25 24 0,-25-25 0,0 25 0,0-25 15</inkml:trace>
  <inkml:trace contextRef="#ctx0" brushRef="#br0" timeOffset="20189.1548">22275 1836 0,'0'0'0,"0"0"0,-25 0 0,25-25 15,0 25-15,0 0 0,0 0 0,0 0 0,0 0 0,0 0 16,0 0-16,0 25 0,-25-25 0,25 0 0,0 0 16,0 24-16,0-24 0,0 25 0,-25-25 0,25 25 0,0-25 15,0 25-15,0 0 0,0-25 0,-25 24 0,25-24 16,0 25-16,0 0 0,0 0 0,-24-25 0,24 25 0,0-1 15,0 1-15,-25 0 0,25 0 0,0 0 0,-25-25 16,25 24-16,0 1 0,-25 0 0,25 0 0,0-25 0,-25 25 16,25-1-16,0 1 0,0-25 0,-24 25 0,24-25 15,0 25-15,0-25 0,-25 25 0,25-25 0,0 24 0,0-24 16,-25 0-16,25 0 0,0 0 0,0 0 0,0 0 15,-25 25-15,25-25 0,0 0 0,0 0 0,0-25 16,0 25-16,0 0 0,-25 0 0,25 0 0,0-24 0,0 24 16,0-25-16,0 25 0,0-25 0,0 25 0,0-25 0,0 25 15,0-25-15,25 1 0,-25-1 0,0 25 0,25-25 0,-25 0 16,0 0-16,25 1 0,0-1 0</inkml:trace>
  <inkml:trace contextRef="#ctx0" brushRef="#br0" timeOffset="20614.1791">22374 1910 0,'0'0'0,"0"0"0,0 0 0,0 0 0,0 0 0,0 0 16,0 0-16,0 0 0,25 0 0,-25 0 0,0-25 0,24 25 15,-24 0-15,25 0 0,-25 0 0,25 0 0,-25-25 16,25 25-16,-25 0 0,25 0 0,-25 0 0,24-24 15,-24 24-15,0 0 0,25-25 0,-25 25 0,0 0 0,25 0 16,-25-25-16,0 25 0,0 0 0,0 0 0,0-25 0,0 25 16,0 0-16,0-25 0,0 25 0,0 0 0,0 0 0,0-24 15,-25 24-15,25 0 0,0 0 0,0 0 0,0-25 16,0 25-16,0 0 0,0 0 0,-25 0 0,25-25 0,0 25 15,0 0-15,0 0 0,0 0 0,0 0 0,-24 0 16,24 25-16,0-25 0,0 0 0,0 0 0,0 0 0,-25 25 16,25-25-16,0 0 0,0 0 0,0 24 0,0-24 0,0 0 15,-25 0-15,25 25 0,0-25 0,0 0 0,0 25 16,0-25-16,0 0 0,0 25 0,0-25 0,0 25 15,0-25-15,0 24 0,0-24 0,0 25 0,0-25 0,0 25 16,0-25-16,0 25 0,0-25 0,0 25 0,25-25 16,-25 24-16,0-24 0,0 0 0,25 0 0,-25 25 0,0-25 15,24 0-15,-24 0 0,25 0 0,-25 0 0,0 0 0,25-25 16,-25 25-16,25 0 0,-25 0 0,25-24 0,-25 24 15,24 0-15,-24-25 0,25 25 0,-25 0 0,25-25 0,-25 25 16,0-25-16,25 25 0,-25 0 0,0-25 0,0 25 0</inkml:trace>
  <inkml:trace contextRef="#ctx0" brushRef="#br0" timeOffset="20981.2001">22771 1712 0,'0'-25'0,"0"25"0,0 0 0,0 0 15,0 0-15,-25 0 0,25 0 0,0 0 0,0 0 0,0 0 16,0 0-16,0 0 0,0 0 0,0 25 0,0-25 0,0 0 16,0 24-16,0-24 0,0 0 0,0 25 0,0-25 15,0 25-15,0-25 0,0 0 0,-25 25 0,25-25 0,0 25 16,0-25-16,0 24 0,0-24 0,0 25 0,0-25 15,0 25-15,0-25 0,0 0 0,0 25 0,0-25 0,0 0 16,0 0-16,0 25 0,0-25 0,0 0 0,0 0 0,0 0 16,0 24-16,0-24 0,0 0 0,0 0 0,0 0 15,25-24-15,-25 24 0,0 0 0,25 0 0,-25 0 0,0-25 16,0 25-16,25 0 0,-25-25 0,0 25 0,24-25 15,-24 25-15,25-25 0,-25 25 0,0 0 0,25-24 0,-25 24 16,25 0-16,-25-25 0,0 25 0,0 0 0,25 0 0,-25 0 16,0-25-16,0 25 0,0 0 0,0 0 0,0 0 15,0 0-15,24 0 0,-24 0 0,0 25 0,0-25 0,0 0 16,0 25-16,-24-25 0,24 0 0,0 24 0,0-24 15,0 25-15,0-25 0,0 25 0,0-25 0,0 25 0,0-25 16,0 25-16,0-25 0,0 24 0,0-24 0,0 0 0,0 25 16,0-25-16,0 0 0,0 0 0,0 25 0,0-25 15,0 0-15,0 0 0,0 0 0,0 0 0,0 0 0,0 0 16,0 0-16,0 0 0,0 0 0,0 0 0,0 0 15,0-25-15,24 25 0,-24 0 0</inkml:trace>
  <inkml:trace contextRef="#ctx0" brushRef="#br0" timeOffset="21229.2143">22498 1513 0,'0'0'0,"0"0"0,0 0 0,0-25 16,0 25-16,0 0 0,25-25 0,-25 25 0,0 0 0,0 0 15,24-24-15,-24 24 0,25 0 0,-25 0 0,0 0 0,25-25 16,-25 25-16,25 0 0,-25 0 0,25 0 0,-1 0 0,-24 0 16,25 0-16,-25 0 0,25 25 0,-25-25 0,25 0 15,-25 0-15,25 0 0,-25 0 0,25 24 0,-25-24 16,0 0-16,24 0 0,-24 0 0,0 0 0,0 25 0,25-25 15,-25 0-15,0 0 0,0 0 0,25 0 0,-25 0 0,0 0 16,0 0-16</inkml:trace>
  <inkml:trace contextRef="#ctx0" brushRef="#br0" timeOffset="21404.2243">23143 1141 0,'0'0'0,"0"0"0,0 0 0,0 0 0,0 0 15,0 0-15,0 0 0,-25 0 0,25 25 0,0-25 0,0 0 16,0 0-16,0 25 0,0-25 0,0 24 0,-25-24 15,25 25-15,0 0 0,0-25 0,0 25 0,0-25 0,-25 25 16,25-1-16,0 1 0,0-25 0,0 25 0,-24-25 0,24 25 16,0 0-16,0-25 0,0 24 0</inkml:trace>
  <inkml:trace contextRef="#ctx0" brushRef="#br0" timeOffset="21865.2506">23763 1265 0,'0'0'0,"0"0"0,0 0 0,0 0 0,0 0 0,0 0 78,-50 248-78,50-223 0,0 0 0,0-25 0,0 24 16,0 1-16,-25 0 0,25 0 0,0 0 0,0 0 0,0-1 0,-24-24 0,24 25 0,0 0 0,0-25 0,0 25 0,0 0 0,0-25 0,-25 24 0,25-24 0,0 0 0,0 25 0,0-25 0,0 0 0,0 25 0,-25-25 0,25 0 0,0 0 0,0 0 0,0 0 0,0 0 0,0 0 0,-25 0 0,25-25 0,0 25 0,0 0 0,0 0 0,-25-25 47,25 25-47,0 0 0</inkml:trace>
  <inkml:trace contextRef="#ctx0" brushRef="#br0" timeOffset="22129.2657">23540 1712 0,'0'0'0,"24"-25"0,-24 25 0,0 0 0,0-25 15,25 25-15,-25-25 0,0 25 0,25 0 0,-25 0 0,0-25 16,25 25-16,-25 0 0,25-25 0,-1 25 0,-24 0 15,25 0-15,-25 0 0,25-24 0,0 24 0,-25 0 0,25 0 16,-25 0-16,0 0 0,24 0 0,-24 0 0,0 0 0,25 0 16,-25 0-16,0 24 0,0-24 0,0 25 0,0-25 15,0 0-15,0 25 0,0-25 0,0 25 0,0-25 16,0 25-16,0-25 0,0 0 0,-25 25 0,25-25 0,0 24 15,0-24-15,0 25 0,0-25 0,-24 25 0,24-25 0,0 0 16,0 25-16,0-25 0,-25 25 0,25-25 0,0 24 0,0-24 16,0 0-16,0 25 0,-25-25 0,25 25 0,0-25 15,0 0-15,0 0 0,0 25 0,0-25 0,25 0 0,-25 0 16,0 0-16,0 0 0,0 0 0,0 0 0,0 0 15,0 25-15,0-25 0,25 0 0,-25 0 0,0-25 0,0 25 16,24 0-16,-24 0 0,0 0 0,25 0 0,-25-25 0,25 25 16,-25 0-16,25 0 0,-25 0 0,0-25 0,25 25 15,-25 0-15,25-25 0,-25 25 0,24 0 0,-24-24 0,0 24 16</inkml:trace>
  <inkml:trace contextRef="#ctx0" brushRef="#br0" timeOffset="22653.2957">24061 1612 0,'0'0'0,"0"-25"0,0 25 0,0 0 15,0 0-15,0 0 0,0 0 0,0 0 0,0 0 0,0 0 16,0 0-16,0 0 0,0 0 0,0 0 0,0 0 0,0 0 16,0 0-16,0 0 0,0 0 0,0 0 0,0 0 15,0 25-15,0-25 0,0 0 0,0 0 0,0 0 0,0 0 16,0 25-16,0-25 0,0 0 0,0 25 0,0-25 15,0 0-15,0 25 0,0-25 0,-25 0 0,25 25 0,0-25 16,0 24-16,0-24 0,0 25 0,0-25 0,0 25 0,0 0 16,-25-25-16,25 0 0,0 25 0,0-25 0,0 24 15,0-24-15,0 0 0,0 25 0,0-25 0,0 0 0,-25 0 16,25 25-16,0-25 0,0 0 0,0 0 0,0 0 15,25 0-15,-25 25 0,-25-25 0,25 0 0,0 0 0,0 0 16,0 0-16,0 0 0,0 0 0,0 0 0,0 0 0,25 0 16,-25 0-16,0-25 0,0 25 0,0 0 0,0 0 15,25-25-15,-25 25 0,0 0 0,0-25 0,0 25 0,25 0 16,-25-24-16,0 24 0,24-25 0,-24 25 0,25-25 15,-25 25-15,0-25 0,25 25 0,-25-25 0,25 25 0,-25-24 16,25 24-16,-25 0 0,0-25 0,24 25 0,-24 0 0,0 0 16,0 0-16,0 0 0,25 0 0,-25 0 0,0 0 15,0 0-15,0 0 0,0 25 0,0-25 0,0 0 0,0 24 16,0-24-16,0 0 0,0 25 0,-25-25 0,25 0 15,0 25-15,0-25 0,0 0 0,0 25 0,0-25 0,-24 25 16,24-25-16,0 0 0,0 24 0,0-24 0,0 25 0,0-25 16,0 0-16,0 25 0,0-25 0,0 25 0,0-25 15,0 0-15,0 0 0,24 25 0,-24-25 0,0 0 0,0 0 16,25 0-16,-25 0 0,25 0 0,-25 0 0,25 0 15,-25 0-15,25 0 0,-25 0 0,24-25 0,-24 25 0,25 0 16,0 0-16,-25 0 0,0-25 0,25 25 0,-25 0 0,25 0 16,-25-25-16,0 25 0,24-25 0</inkml:trace>
  <inkml:trace contextRef="#ctx0" brushRef="#br0" timeOffset="23204.3272">24383 1587 0,'0'0'0,"0"0"0,0 0 15,0 0-15,0 0 0,0-24 0,0 24 0,0 0 0,0 0 16,25 0-16,-25 0 0,0 0 0,0-25 0,25 25 15,-25 0-15,24 0 0,-24-25 0,25 25 0,-25-25 0,25 25 16,-25 0-16,25-25 0,0 25 0,-1 0 0,-24-24 0,25 24 16,0 0-16,-25 0 0,25-25 0,-25 25 0,25-25 15,-25 25-15,24 0 0,-24-25 0,0 25 0,25-25 0,-25 25 16,0 0-16,0-24 0,0 24 0,0 0 0,25-25 15,-25 25-15,-25 0 0,25 0 0,0 0 0,0-25 0,0 25 16,0 0-16,-25-25 0,25 25 0,0 0 0,0-25 0,-24 25 16,24 0-16,0 0 0,0-24 0,-25 24 0,25 0 15,0 0-15,0 0 0,-25 0 0,25 0 0,0 0 0,0 0 16,0 0-16,0 0 0,-25 24 0,25-24 0,0 0 15,0 0-15,0 0 0,0 0 0,0 25 0,0-25 0,0 0 16,0 25-16,0-25 0,0 0 0,0 25 0,-25-25 0,25 25 16,0-1-16,0-24 0,0 25 0,0 0 0,0 0 0,-24-25 15,24 25-15,0-1 0,0 1 0,-25 0 0,25-25 16,0 25-16,0 0 0,-25-1 0,25-24 0,0 25 0,-25 0 15,25 0-15,0-25 0,0 25 0,-25-25 0,25 25 16,0-25-16,0 24 0,0-24 0,0 25 0,0-25 0,0 0 16,0 0-16,0 0 0,0 0 0,0 0 0,0 0 0,0 0 15,0 0-15,0 0 0,0 0 0,0 0 0,0 0 16,25 0-16,-25 0 0,0 0 0,25-25 0,-25 25 15,25 0-15,-25 0 0,25 0 0,-25-24 0,24 24 0,-24 0 16,0 0-16,25 0 0,-25 0 0,0 0 0,0 0 0,0 0 16,0 0-16,0 0 0,0 0 0,0 0 0,0 24 0,0-24 15,0 0-15,0 0 0,0 25 0,0-25 0,0 0 16,0 25-16,0-25 0,0 25 0,-25-25 0,25 0 15,0 25-15,0-25 0,0 0 0,-24 0 0,24 0 0,0 0 16,-25 0-16,25 0 0,0 0 0,0 24 0,-25-24 0,25 0 16,0-24-16,-25 24 0,25 0 0,-25 0 0,25 0 15</inkml:trace>
  <inkml:trace contextRef="#ctx0" brushRef="#br0" timeOffset="23425.3399">24259 967 0,'0'0'0,"0"0"0,0 0 0,0 0 16,0 0-16,0 0 0,0 0 0,0 0 0,0 0 0,0 0 15,0 0-15,0 0 0,0 25 0,0-25 0,-25 25 0,25-25 16,0 25-16,0 0 0,0-25 0,0 24 0,0 1 15,0 0-15,0-25 0,-25 25 0,25 0 0,0-1 0,0-24 16,0 25-16,-24-25 0,24 25 0,0-25 0,0 25 16,0-25-16</inkml:trace>
  <inkml:trace contextRef="#ctx0" brushRef="#br0" timeOffset="23836.3634">25102 1935 0,'0'0'0,"0"0"15,0 0-15,0 25 0,0-25 0,0 0 0,0 0 0,25 0 16,-25 0-16,0 0 0,0 0 0,0 0 0,0 0 0,0 0 16,0 24-16,0-24 0,0 0 0,0 0 0,0 25 15,0-25-15,0 25 0,0-25 0,0 25 0,0-25 16,0 25-16,0-25 0,0 24 0,0-24 0,0 25 0,0-25 15,-25 25-15,25-25 0,0 25 0,-24-25 0,24 25 0,-25-25 16,25 24-16,-25-24 0,25 0 0,-25 25 0,25-25 16,-25 25-16,1-25 0,24 25 0,-25-25 0,0 0 0,0 25 15,25-25-15,-25 0 0</inkml:trace>
  <inkml:trace contextRef="#ctx0" brushRef="#br0" timeOffset="25176.44">25946 1712 0,'0'0'0,"0"-25"0,0 25 0,0 0 15,0 0-15,0-25 0,0 25 0,0 0 0,0 0 16,0 0-16,0 0 0,0 0 0,0 0 0,0 0 0,0 0 15,0 0-15,0 0 0,0 0 0,0 0 0,0 0 16,0 0-16,0 25 0,0-25 0,0 25 0,0-25 0,-25 24 16,25 1-16,0-25 0,0 25 0,0 0 0,-25 0 0,25-1 15,0-24-15,0 25 0,-25 0 0,25 0 0,0 0 16,0-1-16,-25 1 0,25 0 0,0 0 0,0 0 0,-24-25 15,24 24-15,0 1 0,0 0 0,-25 0 0,25 0 16,0-25-16,0 24 0,-25 1 0,25-25 0,0 25 0,0 0 16,0-25-16,0 25 0,0-25 0,-25 24 0,25-24 15,0 25-15,0-25 0,0 0 0,0 25 0,0-25 0,0 0 16,0 0-16,0 0 0,0 0 0,0 25 0,0-25 15,0 0-15,0 0 0,0 0 0,0 0 0,0 0 0,0 0 16,0-25-16,0 25 0,0 0 0,0 0 0,0-25 16,0 25-16,0 0 0,0-25 0,0 25 0,0-24 0,0 24 15,0-25-15,0 25 0,0-25 0,25 0 0,-25 0 16,0 25-16,25-24 0,-25-1 0,0 0 0,25 0 0</inkml:trace>
  <inkml:trace contextRef="#ctx0" brushRef="#br0" timeOffset="25183.4404">25995 1662 0,'0'-25'16,"0"25"-16,0 0 0,25 0 0,-25 0 0,0-25 0,0 25 16,25 0-16,-25 0 0,0 0 0,25 0 0,-25 0 15,25 0-15,-25 0 0,24 0 0,-24 25 0,25-25 0,-25 0 16,25 0-16,0 25 0,-25-25 0,25 25 0,-25-25 0,24 0 15,-24 25-15,0-25 0,25 24 0,-25-24 0,0 25 16,0-25-16,0 25 0,0-25 0,0 25 0,0 0 16,0-25-16,-25 24 0,25-24 0,0 25 0,-24-25 0,24 25 15,0-25-15,-25 0 0,25 25 0,0-25 0,-25 0 0,25 25 16,-25-25-16,25 0 0,0 0 0,-25 24 0,25-24 15,-24 0-15,24 0 0,0 0 0,-25 0 0,25 0 0,0 0 16,-25 0-16,25 0 0,0 0 0,0 0 0,-25 0 16,25 0-16,0-24 0,0 24 0,0 0 0,0 0 0,0 0 15,0 0-15,0-25 0,0 25 0,0 0 0,0 0 0,0-25 16,0 25-16,0 0 0,0 0 0</inkml:trace>
  <inkml:trace contextRef="#ctx0" brushRef="#br0" timeOffset="26921.5398">26318 1563 0,'0'0'0,"0"0"0,0 0 0,0 0 15,0 0-15,0 0 0,0 0 0,0-25 0,25 25 0,-25 0 16,0 0-16,0 0 0,0 0 0,24 0 0,-24-25 16,0 25-16,0 0 0,25 0 0,-25 0 0,0 0 0,25-25 15,-25 25-15,0 0 0,25 0 0,-25 0 0,25 0 0,-25-25 16,0 25-16,24 0 0,-24 0 0,25-24 0,-25 24 15,25 0-15,-25 0 0,25-25 0,-25 25 0,25 0 0,-25 0 16,24-25-16,-24 25 0,25-25 0,-25 25 0,25-25 16,-25 25-16,0 0 0,25-24 0,-25 24 0,0 0 0,25-25 15,-25 25-15,0 0 0,0-25 0,0 25 0,24 0 0,-24-25 16,0 25-16,0 0 0,0-25 0,0 25 0,0 0 15,0-24-15,0 24 0,-24-25 0,24 25 0,0 0 0,0-25 16,-25 25-16,25 0 0,0-25 0,-25 25 0,25 0 0,0 0 16,-25 0-16,25 0 0,0 0 0,0 0 0,-25 0 0,25 0 15,0 0-15,-24 0 0,24 0 0,0 0 0,-25 0 0,25 0 16,0 0-16,0 0 0,-25 0 0,25 0 0,0 0 15,0 25-15,0-25 0,0 0 0,-25 0 0,25 25 0,0-25 16,0 0-16,0 25 0,-25-25 0,25 0 0,0 24 16,0-24-16,0 0 0,0 25 0,0-25 0,0 25 0,0-25 15,-24 25-15,24-25 0,0 25 0,0-25 0,0 24 0,0 1 16,0 0-16,0-25 0,0 25 0,0 0 0,-25-1 15,25 1-15,0-25 0,0 25 0,0 0 0,0-25 0,-25 25 16,25-1-16,0-24 0,0 25 0,0 0 0,0-25 16,0 25-16,-25-25 0,25 25 0,0 0 0,0-25 0,0 24 15,0-24-15,0 25 0,-25-25 0,25 0 0,0 25 0,0-25 16,0 25-16,0-25 0,-24 0 0,24 0 0,0 25 15,0-25-15,0 0 0,0 0 0,0 0 0,0 0 16,0 0-16,0 0 0,0 0 0,0 24 0,0-24 0,0 0 16,0 0-16,0 0 0,0 0 0,0-24 0,0 24 0,0 0 15,0 0-15,24 0 0,-24 0 0,0-25 0,25 25 0,-25 0 16,25-25-16,-25 25 0,25-25 0,-25 25 0,25-25 15,-25 25-15,24-24 0,-24 24 0,25-25 0,-25 25 0,25 0 16,-25-25-16,0 25 0,25-25 0,-25 25 0,0 0 16,0 0-16,25 0 0,-25 0 0,0 0 0,0 0 0,0 0 15,0 0-15,0 0 0,0 0 0,0 0 0,0 0 0,0 0 16,0 0-16,0 0 0,0 0 0,0 0 0,0 0 15,0 0-15,0 25 0,0-25 0,0 0 0,0 0 0,0 25 16,0-25-16,0 0 0,0 25 0,-25-25 0,25 0 16,0 24-16,0-24 0,0 0 0,0 25 0,0-25 0,0 25 15,0-25-15,0 0 0,0 25 0,0-25 0,0 0 0,0 25 16,0-25-16,0 0 0,0 0 0,0 24 0,25-24 15,-25 0-15,0 0 0,0 0 0,0 0 0,0 0 16,0 0-16,0 0 0,0 25 0,0-25 0,24-25 0,-24 25 16,0 0-16,0 0 0,25 0 0,-25 0 0,0 0 0,0 0 15,25 0-15,-25 0 0,25 0 0,-25-24 0,0 24 0,25 0 16,-25 0-16,24-25 0,-24 25 0,0 0 0,25-25 15,-25 25-15,25 0 0,-25-25 0,0 25 0,25-25 0,-25 25 16,0-24-16,25 24 0,-25-25 0,0 25 0,0-25 16,0 25-16,0-25 0,24 25 0,-24 0 0,0 0 0,0 0 15,0-25-15,0 25 0,0 0 0,0 0 0,0 0 0,0 0 16,-24 25-16,24-25 0,0 0 0,0 0 0,0 0 15,0 0-15,0 25 0,0-25 0,-25 0 0,25 0 0,0 25 16,0-25-16,0 0 0,0 25 0,0-25 0,0 24 16,0-24-16,0 0 0,0 25 0,-25-25 0,25 25 0,0-25 15,0 25-15,0-25 0,0 25 0,0-25 0,0 24 0,0-24 16,0 0-16,0 25 0,0-25 0,0 25 0,0-25 15,0 0-15,0 25 0,0-25 0,0 0 0,0 0 0,0 25 16,0-25-16,0 0 0,25 0 0,-25 0 0,0 0 16,0 0-16,25 0 0,-25 0 0,0 0 0,24 0 0,-24-25 15,0 25-15,25 0 0,-25 0 0,25 0 0,-25-25 0,0 25 16,25 0-16,-25-25 0,25 25 0,-25 0 0,0-25 15,24 25-15,-24-24 0,0 24 0,0 0 0,25-25 0,-25 25 16,0-25-16,0 25 0,0 0 0,25-25 0,-25 25 16,0-25-16,0 25 0,0 0 0,0-24 0,0 24 0,0 0 15,0 0-15,0 0 0,0 0 0,0 0 0,0 0 0,0 0 16,0 0-16,0 0 0,0 24 0,-25-24 0,25 0 15,0 0-15,0 25 0,0-25 0,0 0 0,0 25 0,-25-25 16,25 25-16,0-25 0,0 25 0,0-25 0,0 24 16,0-24-16,0 25 0,-24-25 0,24 25 0,0-25 0,0 25 15,0-25-15,0 25 0,0-25 0,0 24 16,0-24-16,0 25 0,0-25 0,0 0 0,0 25 0,0-25 0,0 0 15,0 25-15,0-25 0</inkml:trace>
  <inkml:trace contextRef="#ctx0" brushRef="#br0" timeOffset="27373.5657">26863 2282 0,'0'0'0,"0"0"0,-24 0 0,24 0 0,0 0 16,0 0-16,0 0 0,0 0 0,0 0 0,0 0 0,24 0 15,-24 0-15,0 0 0,0 0 0,0 0 0,0 0 16,0 0-16,0-25 0,25 25 0,-25 0 0,0 0 0,0 0 15,0-25-15</inkml:trace>
  <inkml:trace contextRef="#ctx0" brushRef="#br0" timeOffset="28921.6542">26863 2208 0,'0'0'0,"-24"0"15,24 0-15,0 0 0,0 0 0,0 0 0,0 0 16,0 0-16,0 0 0,0 0 0,0 0 0,0 0 15,0 0-15,0 0 0,0 24 0,0-24 0,0 0 0,0 0 16,0 0-16,0 0 0,0 0 0,0 0 0,0 0 0,0 0 16,0 0-16,0 0 0,0 0 0,0 0 0,0-24 15,0 24-15,0 0 0,0 0 0,24 0 0,-24 0 16,0 0-16,0 0 0,0-25 0,0 25 0,25 0 0,-25-25 15,0 25-15,0 0 0,25-25 0</inkml:trace>
  <inkml:trace contextRef="#ctx0" brushRef="#br0" timeOffset="29840.7068">26814 2332 0,'0'0'0,"0"0"0,0-25 15,0 25-15,0 0 0,0 0 0,0 0 0,0 0 16,0 0-16,0 0 0,0 0 0,0 0 0,0 0 0,0 0 16,0 0-16,0 0 0,0 0 0,0 0 0,0 0 15,0 0-15,0 0 0,0 0 0,0 0 0,0 0 16,0-25-16,0 25 0,0 0 0,0 0 0,0 0 0,0 0 15,0 0-15,0 0 0,0 0 0,0 0 0,0 0 16,0-25-16,0 25 0,0 0 0,0 0 0,0 0 0,0 0 16,0 0-16,0 0 0,0 0 0,0 0 0,0 0 0,0 0 15,0 0-15,0 0 0,0 0 0,0 0 0,0 0 16,-25 0-16,25 0 0,0 0 0,0 0 0,0 0 0,0 0 15,0 0-15,0 0 0,0 0 0,0 0 0,0 0 16,0 0-16,0 0 0,0 0 0,0 0 0,0 0 16,0 0-16,0 0 0,0 0 0,0 0 0,25 0 0,-25 0 15,0 0-15,0 0 0,0 0 0,0 0 0,0 0 16,0 0-16,25 0 0,-25 0 0,0 0 0,0 0 0,0 0 15,0 0-15,0 0 0,0 0 0,24 0 0,-24 0 16,0 0-16,0 0 0,0 0 0,0 0 0,0 0 0,0 0 16,0 0-16,0 0 0,0 0 0,0 0 0,0-25 0,0 25 15,0 0-15,0 0 0,0 0 0,-24 0 0,24 25 16,0-25-16,0 0 0,0 0 0,0 0 0,0 0 15,-25 0-15,25 0 0,0 0 0,0 0 0,0 0 0,0 0 16,0 25-16,0-25 0,0 0 0,0 0 0,0 0 16,0 0-16,0 0 0,0 0 0,0 0 0,0 0 0,0 0 15,0 0-15,25 0 0,-25 0 0,0 0 0</inkml:trace>
  <inkml:trace contextRef="#ctx0" brushRef="#br0" timeOffset="29850.7074">27930 1463 0,'-25'0'16,"25"0"-16,0 0 0,0-24 0,0 24 0,0 0 0,0 0 15,0 0-15,0-25 0,0 25 0,0 0 0,0 0 16,0 0-16,0 0 0,0 0 0,0 0 0,0 0 0,0 0 16,0 0-16,0 0 0,0 0 0,0 0 0,0 0 0,0 0 15,0 0-15,0 0 0,0 0 0,-25 0 0,25 0 0,0 25 16,0-25-16,0 0 0,0 24 0,0-24 0,-24 25 15,24 0-15,0-25 0,0 25 0,0 0 0,-25-1 16,25 1-16,0-25 0,0 25 0,-25 0 0,25 0 0,0 0 16,0-1-16,-25 1 0,25-25 0,0 25 0,0 0 0,-25 0 15,25-1-15,0-24 0,0 25 0,0 0 0,0-25 16,-24 25-16,24 0 0,0-25 0,0 24 0,0-24 0,0 0 15,0 25-15,0-25 0,0 0 0,0 25 0,0-25 16,0 0 0,0 25-16,0-25 0,0 0 0,0 0 0,0 0 0,0 0 0,0 0 0,0 0 0,0 0 0,0 0 0,0 0 15,0 0-15,0-25 0,0 25 0,0 0 0,0-25 16,-25 25-16,25 0 0</inkml:trace>
  <inkml:trace contextRef="#ctx0" brushRef="#br0" timeOffset="29856.7077">27682 1860 0,'0'0'0,"0"0"0,0 0 0,0-24 0,0 24 0,0 0 15,0 0-15,0 0 0,0 0 0,0 0 0,0 0 16,0 0-16,25 0 0,-25 0 0,0-25 0,25 25 15,-25 0-15,24 0 0,-24 0 0,25 0 0,-25 0 0,25 0 16,0 0-16,-25 0 0,25 0 0,-1 0 0,1 0 0,-25 0 16,25 0-16,0 0 0,0-25 0,-25 25 0,24 0 15,1 0-15,-25 0 0,25 0 0,0 0 0,-25-25 0,25 25 16,-25 0-16,25 0 0</inkml:trace>
  <inkml:trace contextRef="#ctx0" brushRef="#br0" timeOffset="31765.8169">28203 1339 0,'0'0'15,"0"0"-15,0-24 0,0 24 0,0 0 0,0 0 16,0 0-16,0 0 0,0-25 0,0 25 0,0 0 0,0 0 15,0 0-15,0 0 0,0 0 0,0 0 0,0 0 0,0 0 16,0 25-16,0-25 0,0 0 0,0 0 0,0 0 16,0 24-16,0-24 0,-25 25 0,25-25 0,0 25 0,0-25 15,0 25-15,0-25 0,0 25 0,0-1 0,0-24 16,-25 25-16,25 0 0,0 0 0,0-25 0,0 25 0,-24-1 15,24 1-15,0 0 0,0-25 0,-25 25 0,25 0 0,0 0 16,0-25-16,0 24 0,-25 1 0,25-25 0,0 25 16,0-25-16,0 25 0,-25-25 0,25 25 0,0-25 0,0 24 15,0-24-15,0 25 0,-25-25 0,25 0 0,0 25 16,0-25-16,0 0 0,0 0 0,0 25 0,0-25 0,0 0 15,0 0-15,0 0 0,0 0 0,0 0 0,0 0 0,0 0 16,0 0-16,0 0 0,0 0 0,0 0 0,0 0 16,0 0-16,0 0 0,0 0 0,0 0 0,0 0 0,0 0 15,0 0-15,0-25 0,25 25 0,-25 0 0,0 0 16,0 0-16,0-25 0,25 25 0,-25-25 0,0 25 0,25 0 15,-25-24-15,0 24 0,25-25 0,-25 25 0,24-25 16,-24 25-16,25-25 0,-25 0 0,0 25 0,25-24 0,-25 24 16,25 0-16,-25-25 0,0 25 0,25 0 0,-25 0 0,0-25 15,0 25-15,0 0 0,24 0 0,-24 0 0,0 0 16,0 0-16,0 0 0,0 0 0,0 0 0,0 0 0,0 0 15,0 0-15,0 25 0,0-25 0,0 0 0,0 25 0,0-25 16,0 0-16,0 24 0,0-24 0,0 25 0,0-25 16,-24 0-16,24 25 0,0-25 0,0 25 0,0-25 0,0 25 15,0-25-15,0 24 0,0-24 0,0 0 0,0 25 16,-25-25-16,25 25 0,0-25 0,0 25 0,0-25 0,0 0 15,0 25-15,0-25 0,0 24 0,0-24 0,0 0 0,0 0 16,0 0-16,0 0 0,0 25 0,0-25 0,25 0 16,-25 0-16,0 0 0,0 0 0,0 0 0,0 0 0,24 0 15,-24 0-15,0 0 0,0 0 0,25 0 0,-25 0 16,0 0-16,25 0 0,-25 0 0,25 0 0,-25 0 0,0 0 15,25 0-15,-25 0 0,24-25 0,-24 25 0,25 0 16,-25 0-16,0-24 0,25 24 0,-25 0 0,0-25 0,25 25 16,-25 0-16,0-25 0,0 25 0,25-25 0,-25 25 0,0 0 15,0-25-15,0 25 0,0-24 0,0 24 0,0-25 16,0 25-16,24-25 0,-24 25 0,0 0 0,0-25 0,0 25 15,0 0-15,0-25 0,0 25 0,0 0 0,0 0 16,0 0-16,0 0 0,0 0 0,0 0 0,0 0 0,0 0 16,0 0-16,0 0 0,0 0 0,0 0 0,0 0 0,-24 0 15,24 0-15,0 0 0,0 0 0,0 25 0,0-25 16,0 0-16,0 25 0,-25-25 0,25 0 0,0 25 0,0-25 15,0 25-15,0-25 0,0 24 0,-25-24 0,25 25 0,0-25 16,0 25-16,0-25 0,0 25 0,0-25 0,0 25 16,0-25-16,0 0 0,0 24 0,0-24 0,0 25 0,0-25 15,0 0-15,0 25 0,0-25 0,0 0 0,0 0 16,0 25-16,0-25 0,0 0 0,25 0 0,-25 0 0,0 0 15,0 25-15,25-25 0,-25 0 0,0 0 0,0 0 16,24 0-16,-24 0 0,0 0 0,25 0 0,-25-25 0,25 25 16,-25 0-16,0 0 0,25 0 0,-25-25 0,0 25 0,25 0 15,-25-25-15,0 25 0,24-25 0,-24 25 0,0-24 16,25 24-16,-25-25 0,0 25 0,0-25 0,25 25 0,-25-25 15,0 25-15,0-25 0,0 25 0,0 0 0,0-24 16,0 24-16,0 0 0,0 0 0,0-25 0,0 25 0,0 0 16,0 0-16,0 0 0,0 0 0,0 0 0,0 0 15,0 0-15,0 0 0,0 0 0,0 0 0,0 0 0,0 0 16,0 0-16,0 0 0,0 0 0,0 0 0,0 0 0,0 0 15,0 25-15,0-25 0,0 0 0,0 24 0,-25-24 16,25 0-16,0 25 0,0-25 0,0 25 0,0-25 0,0 25 16,-25-25-16,25 25 0,0-25 0,0 24 0,0-24 15,0 0-15,0 25 0,0-25 0,0 25 0,0-25 0,0 0 16,0 25-16,0-25 0,0 0 0,0 25 0,0-25 15,0 0-15,0 0 0,0 0 0,0 0 0,0 24 16,25-24-16,-25 0 0,0 0 0,0 0 0,0 0 0,25 0 16,-25 0-16,0 0 0,0 0 0,25 0 0,-25 0 15,0-24-15,25 24 0,-25 0 0,24 0 0,-24-25 0,25 25 16,-25 0-16,0-25 0,25 25 0,-25-25 0,25 25 0,-25-25 15,25 25-15,-25-24 0,0 24 0,24 0 0,-24-25 16,0 25-16,0 0 0,25-25 0,-25 25 0,0 0 0,0-25 16,0 25-16,25 0 0,-25 0 0,0 0 0,0 0 0,0 0 15,0-25-15,0 25 0,0 0 0,0 0 0,0 0 16,0 0-16,0 0 0,0 0 0,0 0 0,0 0 0,0 0 15,0 0-15,0 0 0,0 0 0,0 0 0,0 0 16,0 0-16,0 0 0,0 0 0,0 0 0,0 0 0,0 0 16,0 25-16,0-25 0,-25 0 0,25 0 0,0 0 0,0 0 15,0 0-15,0 25 0,0-25 0,0 0 0,0 0 16,0 25-16,0-25 0,0 0 0,-25 25 0,25-25 0,0 24 15,0-24-15,0 0 0,0 25 0,0-25 0,0 0 16,0 25-16,0-25 0,0 0 0,0 25 0,0-25 0,0 0 16,0 0-16,0 25 0,25-25 0,-25 0 0,0 0 15,0 24-15,0-24 0,0 0 0,0 0 0,0 25 0,25-25 16,-25 0-16,0 0 0,0 0 0,0 0 0,0 0 15,25 0-15,-25 0 0,0 0 0,25 0 0,-25 0 0,0 0 16,24 0-16,-24 0 0,25 0 0,-25-25 0,25 25 16,-25 0-16,0 0 0,25-24 0,-25 24 0,25 0 0,-25-25 15,25 25-15,-25 0 0,0-25 0,24 25 0,-24-25 16,0 25-16,25-25 0,-25 25 0,0-24 0,0-1 0,0 25 15,25-25-15,-25 25 0,0-25 0,0 25 0,0-25 0,0 25 16,0-24-16,0 24 0,0 0 0,0-25 0,0 25 16,0 0-16,0 0 0,0 0 0,0-25 0,0 25 0,0 0 15,0 0-15,-25 0 0,25 0 0,0 0 0,0 0 16,0 0-16,-25 0 0,25 0 0,0 0 0,0 0 0,-24 0 15,24 0-15,0 0 0,0 0 0,0 25 0,-25-25 0,25 0 16,0 0-16,0 0 0,0 25 0,0-25 0,0 0 16,0 0-16,0 0 0,0 0 0,0 0 0,0 24 15,0-24-15,0 0 0,25 0 0,-25 0 0,0 0 0</inkml:trace>
  <inkml:trace contextRef="#ctx0" brushRef="#br0" timeOffset="32164.8397">29518 1860 0,'0'0'0,"0"0"0,0 0 0,0 0 16,0-24-16,0 24 0,0 0 0,0 0 0,0 0 0,0-25 15,0 25-15,0 0 0,0 0 0,0-25 0,0 25 0,0 0 16,0 0-16,0 0 0,0-25 0,0 25 0,-25 0 16,25 0-16,0 0 0,0 0 0,0 0 0,0 0 15,0 0-15,0 0 0,0 0 0,0 0 0,-25 0 0,25 0 16,0 0-16,0 0 0,0 25 0,-25-25 0,25 0 0,0 0 15,-25 25-15,25-25 0,0 25 0,0-25 0,-24 24 16,24-24-16,0 0 0,0 25 0,-25-25 0,25 25 0,0-25 16,0 25-16,-25-25 0,25 25 0,0-25 0,0 24 15,0-24-15,0 25 0,0-25 0,0 25 0,0-25 0,0 0 16,25 25-16,-25-25 0,0 0 0,0 25 0,0-25 0,0 0 15,25 0-15,-25 0 0,0 0 0,24 0 0,-24 0 16,0 0-16,25 0 0,-25 0 0,0 0 0,25 0 16,-25 0-16,25 0 0,-25 0 0,0-25 0,25 25 0,-25 0 15,24 0-15,-24-25 0,0 25 0,25-25 0,-25 25 0,0 0 16,0-25-16</inkml:trace>
  <inkml:trace contextRef="#ctx0" brushRef="#br0" timeOffset="32431.855">29220 1488 0,'0'0'0,"0"0"0,0 0 0,0 0 16,0 0-16,25 0 0,-25 0 0,0 0 0,0 0 0,25 0 15,-25 0-15,0 0 0,24 0 0,-24 0 0,0 0 16,25 0-16,-25 0 0,25 0 0,-25 0 0,25 0 0,-25 0 16,25 0-16,-25 0 0,24 25 0,-24-25 0,0 0 15,25 0-15,-25 25 0,0-25 0,25 0 0,-25 25 0,0-25 16,0 0-16,0 24 0,0-24 0,0 25 0,0-25 0,0 25 15,0 0-15,-25-25 0,25 25 0,0-25 16,-25 25-16,25-1 0,-24 1 0</inkml:trace>
  <inkml:trace contextRef="#ctx0" brushRef="#br0" timeOffset="33618.9229">29021 2282 0,'-24'0'0,"24"25"16,0-25-16,0 0 0,-25 0 0,25 0 0,0 25 15,0-25-15,0 0 0,0 0 0,0 0 0,0 0 0,0 0 16,0 0-16,0 0 0,0 0 0,0 0 0,0 0 0,0 0 15,0 0-15,0 0 0,25 0 0,-25 0 0,0 0 16,0-25-16,0 25 0,0 0 0,0 0 0,0 0 16,0 0-16,0-25 0,0 25 0,0 0 0</inkml:trace>
  <inkml:trace contextRef="#ctx0" brushRef="#br0" timeOffset="33627.9234">30336 1439 0,'0'-25'15,"0"25"-15,0 0 0,0 0 0,0 0 0,0 0 16,0 0-16,0 0 0,0 0 0,0 0 0,0 0 0,0 0 16,0 0-16,-25 0 0,25 0 0,0 0 0,0 25 15,0-25-15,0 24 0,0-24 0,0 25 0,0-25 0,0 25 16,0 0-16,0 0 0,0-25 0,0 24 0,0 1 0,-24 0 15,24 0-15,0 0 0,0 0 0,0-1 0,-25 1 16,25 0-16,0-25 0,0 25 0,0 0 0,-25-1 0,25 1 16,0-25-16,0 25 0,0 0 0,-25-25 0,25 25 15,0-25-15,0 24 0,0-24 0,0 25 0,-25-25 0,25 25 16,0-25-16,0 25 0,0-25 0,0 0 0,0 25 0,0-25 15,0 0-15,0 0 0,0 0 0,-25 0 0,25 0 16,0-25-16,0 25 0,0 0 0,0 0 0,0-25 0</inkml:trace>
  <inkml:trace contextRef="#ctx0" brushRef="#br0" timeOffset="34431.9694">30138 1860 0,'0'-24'0,"0"24"0,24 0 0,-24 0 0,0-25 0,25 25 16,-25 0-16,0 0 0,25 0 0,-25-25 0,25 25 15,-25 0-15,25 0 0,-25 0 0,25 0 0,-25 0 0,24 0 16,-24 0-16,0 0 0,25 0 0,-25 0 0,0 0 0,25 0 15,-25 0-15,0 25 0,0-25 0,25 0 0,-25 25 16,0-25-16,0 0 0,0 24 0,0-24 0,0 25 16,0-25-16,-25 0 0,25 25 0,0-25 0,0 25 0,0-25 15,0 25-15,0-25 0,-25 24 0,25-24 0,0 0 0,0 25 16,0-25-16,0 25 0,-25-25 0,25 25 0,0-25 15,0 0-15,0 25 0,0-25 0,0 24 0,0-24 16,0 0-16,0 0 0,0 25 0,0-25 0,0 0 0,0 0 0,0 0 16,0 0-16,0 25 0,0-25 0,0 0 0,0 0 15,25 0-15,-25 0 0,0 0 0,25-25 0,-25 25 16,0 0-16,25 0 0,-25 0 0,25 0 0,-25-25 0,24 25 15,-24 0-15,0 0 0,25-24 0,-25 24 0,0-25 0,25 25 16,-25 0-16,0-25 0,25 25 0,-25-25 0,0 25 16,0-25-16,0 25 0,0-24 0,0 24 0,0-25 0,0 25 15,0-25-15,0 25 0,0 0 0,25-25 0,-25 25 0,0 0 16,0 0-16,0 0 0,0 0 0,0 0 0,0 0 15,0 0-15,0 0 0,0 0 0,0 0 0,0 0 0,0 0 16,0 0-16,-25 0 0,25 0 0,0 0 0,0 0 0,0 0 16,0 0-16,0 25 0,0-25 0,0 0 15,0 0-15,0 25 0,0-25 0,0 0 0,0 25 0,-25-25 0,25 24 16,0-24-16,0 25 0,0-25 0,0 0 0,0 25 0,0-25 15,0 25-15,0-25 0,0 25 0,-25-25 0,25 0 16,0 24-16,0-24 0,25 0 0,-25 25 0,0-25 0,0 0 16,0 0-16,0 0 0,0 25 0,0-25 0,0 0 15,25 0-15,-25 0 0,0 0 0,0 0 0,0 0 0,25 0 16,-25 0-16,0-25 0,24 25 0,-24 0 0,0 0 0,25 0 15,-25-25-15,25 25 0,-25 0 0,0 0 0,25-24 16,-25 24-16,0-25 0,25 25 0,-25 0 0,0-25 0,0 25 16,24-25-16,-24 25 0,0-25 0,0 25 0,0-24 0,25 24 15,-25-25-15,0 25 0,0-25 0,0 25 0,0 0 0,0 0 16,0-25-16,0 25 0,0 0 0,0 0 0,0 0 15,0 0-15,0 0 0,0 0 0,0 0 0,0 0 0,0 0 16,0 25-16,-25-25 0,25 0 0,0 0 0,0 0 0,0 25 16,0-25-16,0 0 0,-24 25 0,24-25 0,0 0 15,0 24-15,0-24 0,0 0 0,0 25 0,0-25 0,0 25 16,0-25-16,0 0 0,0 25 0,0-25 0,0 0 15,0 25-15,0-25 0,0 0 0,24 24 0,-24-24 0,0 0 16,0 0-16,25 0 0,-25 0 0,0 25 0,0-25 0,25 0 16,-25 0-16,0 0 0,25 0 0,-25 0 0,0-25 15,25 25-15,-25 0 0,0 0 0,24 0 0,-24 0 0,0-24 16,0 24-16,25 0 0,-25 0 0,0-25 0,0 25 0,0 0 15,0-25-15,25 25 0,-25 0 0,0-25 0,0 25 16,0 0-16,0-25 0,0 25 0,0 0 0,0 0 0,0-24 16,0 24-16,0 0 0,0 0 0,0 0 0,0 0 0,0 0 15,-25 24-15,25-24 0,0 0 0,0 0 0,0 25 16,0-25-16,-25 0 0,25 25 0,0-25 0,0 25 0,0-25 15,-24 25-15,24-25 0,0 24 0,0 1 0,0-25 0,0 25 16,-25-25-16,25 25 0,0-25 0,0 25 0,0-1 16,-25-24-16,25 25 0,0 0 0,0-25 0,0 25 0,-25 0 15,25-25-15,0 24 0,0-24 0,0 25 0,-25 0 16,25-25-16,0 25 0,0-25 0,-24 0 0,24 25 0,0-25 15,-25 0-15,25 0 0,0 24 0,-25-24 0,25 0 0,0 0 16,-25 0-16,25 0 0,0 0 0,-25 0 0,25 0 16,0 0-16,-24 0 0,24-24 0,0 24 0,0 0 0,0 0 15,0-25-15,-25 25 0,25 0 0,0-25 0,25 25 16,-25 0-16,0 0 0,0-25 0,0 25 0,0 0 0,0 0 15,24-25-15</inkml:trace>
  <inkml:trace contextRef="#ctx0" brushRef="#br0" timeOffset="36465.0857">30907 1935 0,'0'0'0,"0"0"0,0 0 0,0 0 16,0 0-16,0 0 0,0 0 0,0 0 0,0 0 15,0 0-15,0 0 0,0 0 0,0 0 0,0 0 16,0 0-16,0 0 0,0 0 0,0 0 0,0 0 0,0 0 15,0 0-15,0 0 0,0 0 0,0 0 0,0 0 0,0 0 16,0 0-16,0 0 0,24 0 0,-24 0 0,0 0 0,0 0 16,0 0-16,0 0 0,25 0 0,-25 0 0,0 0 0,25 0 15,-25 0-15,25 0 0,-25 0 0,25 0 0,-25 0 16,24 0-16,1 0 0,-25 0 0,25 0 0,-25-25 0,25 25 15,0 0-15,-25 0 0,24 0 0,-24 0 0,0 0 0,25 0 16,-25 0-16,25-25 0,-25 25 0,0 0 0,0 0 16,25 0-16,-25 0 0,0 0 0,0-25 0,0 25 0,0 0 15,0 0-15,0 0 0,0 0 0,0-24 0,0 24 0,0 0 16,0 0-16,0 0 0,0 0 0,0 0 0,0-25 15,0 25-15,0 0 0,0 0 0,0 0 0,-25 0 0,25-25 16,0 25-16,0 0 0,0 0 0,0 0 0,0 0 0,-25 0 16,25 0-16,0 0 0,0 0 0,-25 0 0,25 0 0,0 0 15,0 0-15,-24 0 0,24 0 0,0 0 0,0 0 16,-25 0-16,25 0 0,0 0 0,0 0 0,0 0 0,-25 0 15,25 0-15,0 0 0,0 0 0,0 0 0,0 0 0,0 0 16,-25 0-16,25 0 0,0 0 0,0 0 0,0 0 0,0 25 16,0-25-16,0 0 0,0 25 0,0-25 0,0 0 15,-25 24-15,25-24 0,0 25 0,0-25 0,0 25 0,0-25 16,0 25-16,0 0 0,0-25 0,0 24 0,0-24 15,0 25-15,0-25 0,0 0 0,0 25 0,25-25 0,-25 25 16,0-25-16,0 0 0,0 25 0,25-25 0,-25 0 0,0 24 16,0-24-16,25 0 0,-25 0 0,0 0 0,25 0 15,-25 0-15,24 0 0,-24 0 0,25 0 0,-25 0 0,25 0 16,0-24-16,-25 24 0,25 0 0,-25 0 0,25-25 0,-1 25 15,-24 0-15,25-25 0,-25 25 0,0 0 0,25-25 0,-25 25 16,25 0-16,-25-25 0,0 25 0,0 0 0,25-24 16,-25 24-16,0 0 0,0-25 0,0 25 0,24 0 0,-24-25 15,0 25-15,0 0 0,0-25 0,0 25 0,0 0 0,0-25 16,25 25-16,-25 0 0,0 0 0,0-24 0,0 24 0,0 0 15,0 0-15,0 0 0,0-25 0,0 25 0,0 0 0,0 0 16,0 0-16,0 0 0,0 0 0,0 0 0,0 0 0,0 0 16,0 0-16,0 0 0,0 0 0,0 0 0,0 0 15,0 0-15,0 0 0,0 0 0,0 0 0,0 25 0,0-25 16,0 0-16,0 24 0,-25-24 0,25 25 0,0-25 0,0 0 15,0 25-15,0-25 0,-24 25 0,24-25 0,0 25 0,0-25 16,0 0-16,0 24 0,-25-24 0,25 25 0,0-25 0,0 0 16,0 25-16,0-25 0,0 0 0,-25 25 0,25-25 15,0 0-15,0 25 0,0-25 0,0 0 0,0 0 0,0 0 16,0 0-16,0 0 0,0 0 0,0 0 0,0 0 0,0 0 15,0 0-15,0 0 0,0 0 0,0 0 0,25 0 16,-25 0-16,0 0 0,0 0 0,25-25 0,-25 25 0,24 0 16,-24 0-16,0-25 0,25 25 0,-25 0 0,25-25 0,-25 25 15,25 0-15,-25 0 0,25-25 0,-25 25 0,24 0 0,-24-24 16,0 24-16,25 0 0,-25 0 0,0 0 0,0 0 15,0 0-15,0 0 0,25-25 0,-25 25 0,0 0 0,0 0 16,0 0-16,0 0 0,0 25 0,-25-25 0,25 0 0,0 0 16,0 24-16,0-24 0,0 0 0,0 25 0,0-25 0,-25 0 15,25 25-15,0-25 0,0 25 0,0-25 0,0 0 0,0 25 16,0-25-16,-24 0 0,24 24 0,0-24 0,0 0 15,0 25-15,24-25 0,-24 0 0,0 25 0,0-25 0,0 0 16,0 0-16,0 0 0,25 25 0,-25-25 0,0 0 0,0 0 16,25 0-16,-25 0 0,0 0 0,25 0 0,-25 0 15,0 0-15,25 0 0,-25 0 0,0 0 0,24 0 0,-24-25 16,0 25-16,0 0 0,0-25 0,0 25 0,0 0 0,0-25 15,0 25-15</inkml:trace>
  <inkml:trace contextRef="#ctx0" brushRef="#br0" timeOffset="36577.0921">31105 1712 0,'0'0'0,"0"0"0,0 0 0,0-25 0,0 25 0,0 0 0,0 0 0,25-25 0,-25 25 15,0 0-15,25 0 0,-25-25 0,24 25 0,-24 0 0,0 0 16,25 0-16,-25-25 0,25 25 0,-25 0 0,25 0 0,-25 0 16,25 0-16,-25 0 0,25 0 0,-25 0 0,24 0 15,-24 0-15,25 25 0,-25-25 0,0 0 0,0 0 0,25 25 16,-25-25-16,0 0 0,0 0 0,0 25 0,0-25 0,25 0 15,-25 0-15,0 0 0,0 25 0,0-25 0,0 0 0,0 0 16,25 0-16,-25 0 0,0 24 0,0-24 0,0 0 16,24 0-16,-24 0 0</inkml:trace>
  <inkml:trace contextRef="#ctx0" brushRef="#br0" timeOffset="37167.1259">31874 1389 0,'0'0'0,"0"0"0,0 0 0,0 0 0,0 0 0,0 0 15,0 0-15,-25 0 0,25 0 0,0 25 0,0-25 0,-25 0 16,25 25-16,0-25 0,-24 24 0,24-24 0,-25 25 0,25-25 16,-25 25-16,25-25 0,-25 25 0,25 0 0,-25-25 15,25 24-15,0-24 0,-24 25 0,24-25 0,-25 25 0,25-25 16,0 25-16,0-25 0</inkml:trace>
  <inkml:trace contextRef="#ctx0" brushRef="#br0" timeOffset="37510.1455">32271 1463 0,'0'0'0,"0"-24"0,0 24 16,0 0-16,0 0 0,0 0 0,0 0 0,-25-25 0,25 25 15,0 0-15,0 0 0,0 0 0,0 0 0,0 0 0,0 25 16,0-25-16,0 0 0,0 0 0,0 0 0,-25 24 0,25-24 16,0 25-16,0-25 0,-25 25 0,25 0 0,0 0 15,0-1-15,-24-24 0,24 25 0,0 0 0,-25 0 0,25 0 0,0 0 16,0-1-16,-25 1 0,25 0 0,0 0 0,0 0 15,0-25-15,-25 24 0,25 1 0,0 0 0,0-25 0,0 25 16,-25-25-16,25 25 0,0-1 0,0-24 0,0 25 0,0-25 16,0 25-16,0-25 0,0 25 0,0-25 0,0 0 0,0 25 15,0-25-15,0 0 0,0 0 0,0 0 0,0 24 0,0-24 16,0 0-16,-24 0 0,24 0 0,0 0 0,0 0 15,0 0-15,0 0 0,0 0 0,0-24 0,0 24 0,0 0 16,-25 0-16,25 0 0,0-25 0,0 25 0,0 0 0,0-25 16</inkml:trace>
  <inkml:trace contextRef="#ctx0" brushRef="#br0" timeOffset="38113.18">31998 1910 0,'0'0'0,"0"0"15,0 0-15,25-25 0,-25 25 0,0 0 0,0 0 0,0 0 16,25 0-16,-25-25 0,0 25 0,24 0 0,-24 0 0,0 0 16,25 0-16,-25 0 0,25-24 0,-25 24 0,0 0 0,25 0 15,-25 0-15,25 0 0,-25 0 0,24 0 0,-24 0 0,25 0 16,-25 0-16,0 0 0,25 0 0,-25 0 0,25 0 15,-25 0-15,0 0 0,0 0 0,0 0 0,25 24 0,-25-24 16,0 0-16,0 0 0,0 0 0,0 25 0,0-25 0,0 0 16,0 25-16,-25-25 0,25 0 0,0 25 0,0-25 0,0 0 15,0 25-15,-25-25 0,25 0 0,0 24 0,0-24 0,0 25 16,0-25-16,-25 25 0,25-25 0,0 0 0,0 25 0,0-25 15,0 25-15,0-25 0,-25 0 0,25 24 0,0-24 0,0 0 16,0 25-16,0-25 0,0 0 0,0 25 0,0-25 16,0 0-16,0 0 0,0 0 0,0 25 0,0-25 0,0 0 15,0 0-15,0 0 0,0 0 0,0 0 0,25 0 0,-25 0 16,0 0-16,0 0 0,25 0 0,-25 0 0,0-25 0,25 25 15,-25 0-15,25 0 0,-25-25 0,25 25 0,-25 0 16,24-25-16,-24 25 0,25 0 0,0-24 0,-25 24 0,25-25 0,-25 25 16,25-25-16,-25 25 0,24-25 0,-24 25 0,25-25 15,-25 25-15,25-24 0,-25 24 0,25-25 0,-25 25 0,25-25 16,-25 25-16,0 0 0,24-25 0,-24 25 0,0-25 0,0 25 15,0-24-15,0 24 0,25 0 0,-25-25 0,0 25 0,0 0 16,0 0-16,-25 0 0,25 0 0,0 0 0,0 0 0,0 0 16,0 0-16,-24 0 0,24 0 0,0 0 0,0 0 0,-25 0 15,25 0-15,0 0 0,0 0 0,0 0 0,-25 0 0,25 0 16,0 25-16,0-25 0,0 0 0,0 0 0,0 24 0,0-24 15,-25 0-15,25 0 0,0 25 0,0-25 0,0 25 0,0-25 16,0 0-16,0 25 0,0-25 0,0 25 0,0-25 0,0 24 16,0-24-16,0 25 0,0-25 0,0 0 0,25 25 15,-25-25-15,0 25 0,0-25 0,0 25 0,0-25 0,0 0 16,0 24-16,0-24 0,0 25 0,0-25 0,0 25 0,0-25 15,0 0-15,0 25 0,0-25 0,0 25 0,0-25 0,0 0 16,0 0-16,0 24 0,0-24 0,0 0 0,0 0 0,-25 0 16,25 0-16,0 0 0,0 0 0,0 0 0,0 0 15,0 0-15,-25 0 0,25 0 0,0 0 0,0 0 0,-24 0 16,24-24-16,0 24 0,0 0 0,-25 0 0,25-25 0,0 25 15,0 0-15,0-25 0,0 25 0,0 0 0</inkml:trace>
  <inkml:trace contextRef="#ctx0" brushRef="#br0" timeOffset="38421.1976">32891 1414 0,'0'0'0,"0"0"15,0 0-15,-25 0 0,25 0 0,0 0 0,0 0 0,0 0 16,0 0-16,-25 0 0,25 0 0,0 25 0,0-25 0,-24 0 16,24 24-16,-25-24 0,25 25 0,-25-25 0,25 25 0,-25-25 15,25 25-15,-25 0 0,25-25 0,-24 24 0,24 1 0,-25-25 16,0 25-16,25-25 0,-25 25 0,25-25 0,-25 25 47,1-25-47,24 25 0,-25-25 0,0 24 0</inkml:trace>
  <inkml:trace contextRef="#ctx0" brushRef="#br0" timeOffset="41611.3801">4787 3125 0,'0'-24'0,"0"24"0,0 0 0,0 0 0,0 0 15,0 0-15,0 0 0,0 0 0,0 0 0,0 0 0,0 0 16,0 0-16,0 0 0,0 0 0,0 0 0,0 0 16,0 0-16,-25-25 0,25 25 0,0 0 0,0 0 0,0 0 15,0 0-15,0 0 0,0 0 0,0 0 0,0 0 16,0 0-16,0 0 0,0-25 0,0 25 0,0 0 15,0 0-15,0 0 0,-24 0 0,24 0 0,0 0 0,0 0 16,0 0-16,0 0 0,0 0 0,0 0 0,-25 0 16,25 0-16,0 0 0,0 0 0,0-25 0,0 25 15,-25 25-15,25-25 0,0 0 0,0 0 0,0 0 0,-25 0 16,25 0-16,0 0 0,0 0 0,0 0 0,-25 0 15,25 0-15,0 0 0,-24 0 0,24 0 0,0 0 0,-25 0 16,25 0-16,0 25 0,-25-25 0,25 0 0,0 0 16,-25 0-16,25 0 0,0 25 0,-25-25 0,25 0 0,0 0 15,-24 24-15,24-24 0,-25 0 0,25 0 0,0 25 16,-25-25-16,25 25 0,0-25 0,0 0 0,-25 25 15,25 0-15,0-25 0,0 24 0,0-24 0,-25 25 0,25 0 16,0-25-16,0 25 0,0-25 0,0 25 0,0-25 16,25 24-16,-25-24 0,0 25 0,0-25 0,0 25 0,0-25 15,25 25-15,-25-25 0,0 0 0,0 25 0,25-25 16,-25 0-16,25 0 0,-25 24 0,0-24 0,24 0 15,-24 0-15,25 0 0,-25 0 0,25 0 0,-25 0 0,25 0 16,0 0-16,-25 0 0,24 0 0,-24 0 0,25-24 16,-25 24-16,25 0 0,-25 0 0,25-25 0,-25 25 0,25 0 15,-25 0-15,0-25 0,24 25 0,-24 0 0,0 0 16,0-25-16,25 25 0,-25 0 0,0 0 15,0 0-15,0 0 0,0 0 0,0 0 0,0 0 0,0 0 0,0 0 16,0 0-16,0 0 0,0 0 0,0 0 0,0 0 16,0 0-16,0 0 0,0 0 0,0 0 0,0 0 0,0 25 15,0-25-15,0 0 0,0 0 0,0 25 0,0-25 16,0 0-16,0 0 0,0 25 0,0-25 0,0 24 15,0-24-15,25 0 0,-25 25 0,0-25 0,0 0 0,0 25 16,0-25-16,0 0 0,0 0 0,0 25 0,0-25 16,25 0-16,-25 0 0,0 0 0,0 25 0,0-25 0,0 0 15,0 0-15,0 0 0,0-25 0,25 25 0,-25 0 16,0 0-16,0 0 0,0-25 0,0 25 0</inkml:trace>
  <inkml:trace contextRef="#ctx0" brushRef="#br0" timeOffset="41786.3901">4738 3448 0,'0'0'0,"0"0"0,-25 0 0,25 0 15,0 25-15,0-25 0,0 0 0,0 0 0,0 0 16,0 0-16,0 0 0,0 0 0,0 0 0,0 0 16,25-25-16,-25 25 0,0 0 0,0 0 0,24 0 0,-24 0 15,25 0-15,-25 0 0,25 0 0,-25 0 0,25-25 0,0 25 16,-25 0-16,25 0 0,-1 0 0,-24 0 0,25-25 15,-25 25-15,25 0 0,0 0 0,-25 0 0,25 0 16,-25-25-16</inkml:trace>
  <inkml:trace contextRef="#ctx0" brushRef="#br0" timeOffset="42098.4079">5234 3076 0,'0'0'0,"-25"0"0,25 0 0,0 0 16,0-25-16,0 25 0,0 0 0,0 0 0,0 0 15,0 0-15,-25 0 0,25 0 0,0 0 0,0 25 16,0-25-16,0 0 0,0 0 0,0 25 0,0-25 0,-25 24 16,25-24-16,0 25 0,0-25 0,-24 25 0,24-25 15,0 25-15,0 0 0,-25-25 0,25 24 0,0 1 0,-25 0 16,25-25-16,0 25 0,-25 0 0,25-25 0,0 24 15,-25 1-15,25 0 0,-24-25 0,24 25 0,0 0 16,-25-25-16,25 24 0,0-24 0,0 25 0,0-25 16,-25 25-16,25-25 0,0 25 0,0-25 0,0 0 0,0 0 15,0 0-15,0 25 0,0-25 0,0 0 0,0 0 0,0 0 16,0 0-16,0 0 0,0 0 0,25-25 0,-25 25 15,0 0-15,0 0 0,25 0 0,-25-25 0,0 25 16,0 0-16</inkml:trace>
  <inkml:trace contextRef="#ctx0" brushRef="#br0" timeOffset="42617.4376">5531 3200 0,'0'0'16,"0"0"-16,0-25 0,0 25 0,-24 0 0,24 0 15,0 0-15,0-25 0,0 25 0,0 0 0,-25 0 0,25 0 16,0 0-16,0 0 0,0 0 0,0 0 0,-25 0 16,25 0-16,0 0 0,0 0 0,0 0 0,0 0 15,0 0-15,-25 0 0,25 0 0,0 0 0,0 25 0,0-25 16,0 0-16,0 0 0,0 25 0,-25-25 0,25 0 15,0 25-15,0-25 0,0 24 0,0-24 0,25 25 16,-25-25-16,0 25 0,0-25 0,0 25 0,0-25 0,25 25 16,-25-25-16,0 0 0,25 24 0,-25-24 0,0 25 15,25-25-15,-25 0 0,0 25 0,24-25 0,-24 25 0,0-25 16,25 0-16,-25 25 0,0-25 0,0 0 0,0 0 15,25 0-15,-25 24 0,0-24 0,0 0 0,0 0 0,0 0 16,0 0-16,0 25 0,0-25 0,0 0 0,-25 0 16,25 0-16,0 0 0,0 25 0,0-25 0,-25 0 15,25 0-15,0 0 0,-24 0 0,24 0 0,0 0 0,-25 0 16,25 25-16,0-25 0,-25 0 0,25 0 0,0 0 15,0 0-15,0 0 0,0 0 0,-25 0 0,25 0 0,0 0 16,0 0-16,0 0 0,0-25 0,0 25 0,0 0 16,0 0-16,0 0 0,0-25 0,0 25 0,25 0 0,-25-25 15,0 25-15,0 0 0,25-24 0,-25 24 0,0-25 16,25 25-16,-25-25 0</inkml:trace>
  <inkml:trace contextRef="#ctx0" brushRef="#br0" timeOffset="43160.4687">5730 3274 0,'0'0'15,"0"0"-15,0 0 0,0 0 0,0 0 0,0 0 0,0 0 16,0 0-16,0 0 0,0-25 0,0 25 0,0 0 16,0 0-16,0 0 0,-25 0 0,25 0 0,0 0 0,0 0 15,0 0-15,0 25 0,0-25 0,0 0 0,0 0 16,0 0-16,0 0 0,0 25 0,0-25 0,0 0 15,0 25-15,0-25 0,-25 25 0,25-25 0,0 24 0,0-24 16,0 25-16,0-25 0,0 25 0,0-25 0,0 25 16,0-25-16,0 25 0,0-25 0,25 24 0,-25-24 0,0 25 15,0-25-15,0 25 0,0-25 0,0 0 0,0 0 16,0 0-16,0 25 0,25-25 0,-25 0 0,0 0 15,0 0-15,0 0 0,0 0 0,25 0 0,-25 0 0,0 0 16,0 0-16,24 0 0,-24 0 0,0-25 0,0 25 16,25 0-16,-25 0 0,0-25 0,0 25 0,25 0 0,-25-25 15,0 25-15,0 0 0,0-24 0,25 24 0,-25-25 16,0 25-16,0 0 0,0-25 0,25 25 0,-25 0 15,0-25-15,0 25 0,0-25 0,0 25 0,0 0 0,0-24 16,0 24-16,0 0 0,0 0 0,0 0 0,0-25 16,0 25-16,0 0 0,0 0 0,0 0 0,0 0 0,0 0 15,0 0-15,0 0 0,0 0 0,0 25 0,0-25 16,0 0-16,0 0 0,0 0 0,0 24 0,0-24 0,0 0 15,0 25-15,-25-25 0,25 0 0,0 25 0,0-25 16,0 25-16,0-25 0,0 25 0,0-25 0,0 24 16,0-24-16,0 25 0,0 0 0,0-25 0,0 0 0,0 25 15,0-25-15,0 25 0,0-25 0,0 0 0,0 24 16,25-24-16,-25 0 0,0 0 0,0 0 0,0 0 0,0 25 15,0-25-15,0 0 0,0 0 0,0 0 0,0 0 16,25 0-16,-25-25 0,0 25 0,0 0 0,0 0 16,0 0-16,24-24 0,-24 24 0,0 0 0,0-25 0,0 25 15</inkml:trace>
  <inkml:trace contextRef="#ctx0" brushRef="#br0" timeOffset="43395.4821">6028 3051 0,'0'0'0,"0"0"0,0-25 0,0 25 16,0 0-16,24 0 0,-24 0 0,0 0 0,0 0 0,0 0 16,0-25-16,0 25 0,0 0 0,25 0 0,-25 25 15,0-25-15,0 0 0,0 0 0,25 0 0,-25 0 16,0 25-16,0-25 0,0 0 0,0 25 0,25-25 0,-25 0 15,0 25-15,0-25 0,0 24 0,0-24 0,0 0 16,0 25-16,0-25 0,0 25 0,0-25 0,0 25 16,-25-25-16,25 0 0,0 25 0,0-25 0,0 0 0,-25 0 15,25 24-15,0-24 0,-25 0 0,25 0 0,0 0 16,-24 0-16,24 0 0</inkml:trace>
  <inkml:trace contextRef="#ctx0" brushRef="#br0" timeOffset="43622.4951">6251 2877 0,'25'0'0,"-25"0"16,0 0-16,24 0 0,-24 0 0,0 0 0,25 0 0,-25 0 15,0 0-15,25 0 0,-25 0 0,0 0 0,0 0 16,25 0-16,-25 25 0,0-25 0,0 0 0,0 0 0,0 0 15,0 25-15,0-25 0,0 0 0,0 25 0,0-25 16,0 0-16,0 25 0,-25-25 0,25 24 0,0-24 0,-25 25 16,25-25-16,-25 25 0,25-25 0,-24 25 0,24-25 15,-25 25-15,25-25 0,-25 0 0,25 24 0</inkml:trace>
  <inkml:trace contextRef="#ctx0" brushRef="#br0" timeOffset="44371.5379">7441 3299 0,'0'0'0,"0"0"0,-24 0 0,24 0 0,0 0 0,0-25 16,0 25-16,-25 0 0,25 0 0,0 0 0,0 0 15,-25-25-15,25 25 0,0 0 0,-25 0 0,25 0 0,0 0 16,0 0-16,-25 0 0,25 0 0,0 0 0,0 0 16,0 0-16,-24 0 0,24 0 0,0 25 0,0-25 15,0 0-15,0 0 0,-25 25 0,25-25 0,0 0 16,0 25-16,0-25 0,0 0 0,0 25 0,0-25 0,0 24 15,0-24-15,0 25 0,0-25 0,0 25 0,0-25 0,0 25 16,0-25-16,0 25 0,25-25 0,-25 0 0,0 24 16,0-24-16,24 0 0,-24 25 0,0-25 0,25 0 15,-25 0-15,0 25 0,25-25 0,-25 0 0,25 0 16,-25 0-16,25 0 0,-25 0 0,24 0 0,-24 0 0,25 0 15,-25-25-15,25 25 0,-25 0 0,25 0 0,-25 0 0,25-25 16,-25 25-16,24 0 0,-24-24 0,0 24 0,25 0 16,-25-25-16,0 25 0,0 0 0,25 0 0,-25-25 0,0 25 15,0 0-15,0 0 0,0-25 0,0 25 0,0 0 16,0-25-16,25 25 0,-25 0 0,-25 0 0,25-24 15,0 24-15,0 0 0,0 0 0,0 0 0,0 0 0,0 0 16,0 0-16,0 0 0,0 0 0,0 0 0,0 0 16,0 0-16,0 0 0,-25 0 0,25 0 0,0 0 0,0 0 15,0 24-15,0-24 0,0 0 0,0 25 0,-25-25 16,25 25-16,0-25 0,0 25 0,0-25 0,0 0 15,0 25-15,25-25 0,-25 24 0,0-24 0,0 0 0,0 25 16,0-25-16,25 0 0,-25 0 0,0 0 0,0 0 16,0 25-16,25-25 0,-25 0 0,0 0 0,0 0 0,25-25 15,-25 25-15,0 0 0,0 0 0,0 0 0,24 0 16,-24-25-16,0 25 0,0 0 0,0-24 0,0 24 15,25 0-15,-25-25 0,0 25 0,0 0 0,0-25 0,0 25 16,0 0-16,0-25 0,0 25 0,-25 0 0,25-25 16,0 25-16,0 0 0,0-24 0,-24 24 0,24 0 0,0 0 15,0-25-15,-25 25 0,25 0 0,0 0 0,0 0 16,-25 0-16,25-25 0,0 25 0,0 0 0,-25 0 0,25 0 15,0 0-15,0 0 0,0 0 0,0 0 0,0 0 16,0 0-16,0 0 0,0 0 0,0 0 0</inkml:trace>
  <inkml:trace contextRef="#ctx0" brushRef="#br0" timeOffset="44567.5491">7838 3026 0,'25'0'15,"-25"-25"-15,0 25 0,0 0 0,0 0 0,0 0 16,0-24-16,0 24 0,0 0 0,0 0 0,0 0 0,0 0 15,0 24-15,0-24 0,0 0 0,0 0 0,-25 25 16,25-25-16,0 25 0,0-25 0,0 25 0,-25 0 16,25-25-16,0 24 0,0 1 0,0-25 0,-24 25 0,24 0 15,0-25-15,0 25 0,0-25 0,0 24 0,0-24 16,0 25-16,0-25 0</inkml:trace>
  <inkml:trace contextRef="#ctx0" brushRef="#br0" timeOffset="45776.6183">8979 3448 0,'0'0'15,"0"0"-15,0 0 0,-25 0 0,25 0 0,0 0 16,0 0-16,0 0 0,0 0 0,0 0 0,0-25 0,0 25 15,0 0-15,0 0 0,25 0 0,-25-25 0,0 25 0,25 0 16,-25-25-16,25 25 0,0 0 0,-25-24 0,25 24 16,-1 0-16,1-25 0,0 25 0,-25-25 0,25 25 15,0-25-15,-1 25 0,1-25 0,0 25 0,0-24 0,0-1 16,-1 25-16,-24-25 0,25 25 0,0-25 0,-25 25 15,25-25-15,-25 25 0,0-24 0,25 24 0,-25-25 16,0 25-16,0-25 0,0 25 0,0-25 0,0 25 0,0 0 16,0-25-16,-25 25 0,25-24 0,0 24 0,0 0 15,-25-25-15,25 25 0,0 0 0,-25-25 0,25 25 16,0 0-16,-25-25 0,25 25 0,0 0 0,-24 0 0,24 0 15,0 0-15,0 0 0,-25 0 0,25 0 0,0 0 0,0 0 16,-25 0-16,25 0 0,0 25 0,0-25 0,0 0 16,-25 25-16,25-25 0,0 25 0,0-25 0,0 24 15,0-24-15,-25 25 0,25 0 0,0-25 0,0 25 0,0 0 16,0-25-16,0 24 0,0 1 0,0 0 0,0-25 15,0 25-15,0 0 0,0-1 0,0 1 0,0-25 0,0 25 16,0 0-16,-24-25 0,24 25 0,0-25 0,0 24 16,0-24-16,0 25 0,0-25 0,0 25 0,0-25 15,0 0-15,0 25 0,0-25 0,0 0 0,0 0 16,0 0-16,0 0 0,0 0 0,0 0 0,0 25 0,0-25 15,0 0-15,0 0 0,0 0 0,0 0 0,0-25 0,0 25 16,24 0-16,-24 0 0,0 0 0,0 0 0,25-25 16,-25 25-16,25 0 0,-25-25 0,25 25 0,-25-25 15,0 25-15,25 0 0,-25-24 0,24 24 0,-24 0 0,0 0 16,25-25-16,-25 25 0,0 0 0,0 0 0,25 0 15,-25 0-15,0 0 0,0-25 0,0 25 0,0 0 0,25 0 16,-25 0-16,0 0 0,0 0 0,0 0 0,0 0 16,0 0-16,0 0 0,0 0 0,0 0 0,0 0 0,0 0 15,0 0-15,0 0 0,0 0 0,0 0 0,0 0 16,0 0-16,0 0 0,0 25 0,0-25 0,0 0 15,0 0-15,0 0 0,0 25 0,0-25 0,0 0 0,0 24 16,0-24-16,0 25 0,0-25 0,0 25 0,0-25 16,0 25-16,0-25 0,0 0 0,0 25 0,0-25 0,25 0 15,-25 24-15,0-24 0,0 0 0,0 0 0,0 0 16,24 0-16,-24 0 0,0 0 0,0 0 0,25 0 15,-25 0-15,0 0 0,25 0 0,-25 0 0,25 0 0,-25-24 16,25 24-16,-25 0 0,24 0 0,-24 0 0,25-25 16,0 25-16,-25 0 0,25-25 0,-25 25 0,25 0 0,-25-25 15,24 25-15,-24 0 0,0-25 0,25 25 0,-25-24 16,0 24-16,25 0 0,-25 0 0,0-25 0,0 25 15,0 0-15,0-25 0,0 25 0,0 0 0,0 0 0,0-25 16,0 25-16,0 0 0,0 0 0,0-25 0,0 25 16,0 0-16,0 0 0,0 0 0,0 0 0,0 0 0,0 0 15,0 0-15,0 0 0,-25 0 0,25 0 0,0 0 16,0 0-16,0 25 0,0-25 0,0 0 0,0 25 0,0-25 15,-25 0-15,25 25 0,0-25 0,0 25 0,0-25 16,0 24-16,0 1 0,0-25 0,0 25 0,0-25 16,0 0-16,0 25 0,0-25 0,0 25 0,0-25 0,0 24 15,0-24-15,0 0 0,0 0 0,0 0 0,25 25 16,-25-25-16,0 0 0,0 0 0,0 0 0,25 0 15,-25 0-15,0 0 0,25 0 0,-25 0 0,0-25 0,25 25 16,-25 0-16,24-24 0,-24 24 0,0-25 0,25 25 16,-25 0-16,25-25 0,-25 25 0,0-25 0,25 25 0,-25 0 15,0-25-15,25 1 0,-25 24 0,0-25 0,0 25 16,0-25-16,24 0 0,-24 25 0,0-25 0,0 1 0,0 24 15,0-25-15,0 25 0,0-25 0,0 25 0,0 0 0,0-25 16,0 25-16,-24 0 0,24 0 0,0 0 16,0 25-16,0-25 0,-25 0 0,25 0 0,0 25 0,0-25 15,-25 0-15,25 25 0,0-25 0,0 24 0,-25-24 0,25 25 16,0-25-16,0 25 0,-25-25 0,25 25 0,0-25 15</inkml:trace>
  <inkml:trace contextRef="#ctx0" brushRef="#br0" timeOffset="45912.6261">9798 3770 0,'0'25'0,"0"-25"15,0 0-15,0 25 0,0-25 0,0 0 0,0 0 16,0 0-16,0 0 0,0 0 0,0 0 0,0 0 16,0 0-16,0 0 0,0 0 0,0 0 0,0 0 0,0 0 15,0 0-15,0 0 0,0-25 0,0 25 0,0 0 0,0 0 16,0 0-16,0 0 0,25-25 0,-25 25 0,0 0 15,0 0-15,0 0 0</inkml:trace>
  <inkml:trace contextRef="#ctx0" brushRef="#br0" timeOffset="46399.6539">11063 3274 0,'0'0'0,"0"0"0,0 0 0,-25-25 0,25 25 0,0 0 15,0 0-15,0 0 0,0 0 0,0-24 0,0 24 16,0 0-16,0 0 0,0 0 0,0 0 0,0 0 0,0 0 16,0 0-16,0 24 0,0-24 0,0 0 0,25 0 15,-25 0-15,0 25 0,0-25 0,0 0 0,0 25 16,0-25-16,0 25 0,0-25 0,0 25 0,0-1 0,0-24 15,25 25-15,-25 0 0,0-25 0,0 25 0,0 0 16,0-25-16,0 24 0,0-24 0,0 25 0,24-25 0,-24 25 16,0-25-16,0 0 0,0 25 0,0-25 0,0 0 0,0 0 15,0 25-15,0-25 0,25 0 0,-25 0 0,0 0 16,0 0-16,0 0 0,0 0 0,0-25 0,0 25 15,25 0-15,-25 0 0,0-25 0,25 25 0,-25-25 0,0 25 16,25-25-16,-25 25 0,0-24 0,25 24 0,-25-25 16,0 25-16,24-25 0,-24 25 0,0-25 0,0 25 15,25-25-15,-25 25 0,0 0 0,0-24 0,0 24 0,25 0 16,-25 0-16,0-25 0,0 25 0,0 0 0,0 0 15,0 0-15,0 0 0,25 0 0,-25 25 0,0-25 0,0 0 16,0 0-16,0 0 0,25 0 0,-25 0 0</inkml:trace>
  <inkml:trace contextRef="#ctx0" brushRef="#br0" timeOffset="46836.6789">11460 3448 0,'0'0'0,"0"0"0,0 0 0,0 0 0,0 25 16,0-25-16,0 0 0,0 0 0,0 0 0,0 0 0,0 0 15,0 0-15,0 0 0,0 0 0,25 0 0,-25-25 16,0 25-16,24 0 0,-24 0 0,0 0 0,25 0 0,-25-25 15,25 25-15,-25 0 0,25 0 0,-25-25 16,0 25-16,25 0 0,-25 0 0,0 0 0,0 0 0,24 0 16,-24-25-16,0 25 0,0 0 0,0 0 0,0 0 0,0 0 15,0 0-15,0-24 0,0 24 0,0 0 0,0 0 16,0-25-16,-24 25 0,24 0 0,0 0 0,0 0 15,0-25-15,-25 25 0,25 0 0,0 0 0,0 0 0,-25 0 16,25 0-16,0 0 0,0 0 0,-25 0 0,25 0 16,0 0-16,0 0 0,-25 0 0,25 0 0,0 0 15,-24 0-15,24 0 0,0 0 0,-25 25 0,25-25 0,0 0 16,0 0-16,-25 0 0,25 0 0,0 25 0,0-25 15,0 0-15,-25 0 0,25 24 0,0-24 0,0 0 0,0 25 16,0-25-16,0 0 0,0 25 0,0-25 0,0 25 16,0-25-16,0 25 0,0-25 0,0 24 0,25-24 0,-25 0 15,0 25-15,0-25 0,25 0 0,-25 25 0,0-25 16,25 0-16,-25 0 0,0 25 0,24-25 0,-24 0 0,25 0 15,-25 0-15,0 0 0,25 0 0,-25 25 0,25-25 16,-25-25-16,25 25 0,-25 0 0,24 0 0,1 0 0,-25 0 16,25 0-16,-25 0 0,25 0 0,0-25 0,-25 25 15,24 0-15,1 0 0,-25 0 0,25 0 0</inkml:trace>
  <inkml:trace contextRef="#ctx0" brushRef="#br0" timeOffset="47141.6964">12129 3398 0,'0'0'0,"0"-25"0,0 25 16,0 0-16,0-24 0,0 24 0,0 0 0,0-25 15,0 25-15,0-25 0,0 25 0,0 0 0,-24 0 0,24-25 16,0 25-16,0 0 0,-25 0 0,25 0 0,0-25 0,0 25 16,0 0-16,-25 0 0,25 0 0,0 0 0,-25 25 15,25-25-15,0 0 0,0 0 0,-25 25 0,25-25 16,0 0-16,-24 25 0,24-25 0,0 0 0,-25 25 0,25-25 15,0 24-15,0-24 0,0 0 0,-25 25 0,25-25 16,0 25-16,0-25 0,0 25 0,0-25 0,0 25 16,0-25-16,0 24 0,0-24 0,25 25 0,-25-25 0,0 25 15,0-25-15,25 0 0,-25 25 0,0-25 0,24 0 0,-24 0 16,0 25-16,25-25 0,-25 0 0,25 0 0,0 0 15,-25 0-15,25 0 0,-1-25 0,1 25 0,-25 0 16,25 0-16,0 0 0,0-25 0,0 25 0,-1 0 0,1-25 16,0 25-16,0-25 0,-25 25 0,25 0 0,-1-24 15,1 24-15,-25-25 0,25 0 0,-25 25 0</inkml:trace>
  <inkml:trace contextRef="#ctx0" brushRef="#br0" timeOffset="47362.709">12551 3026 0,'0'0'0,"0"0"15,0 0-15,0-25 0,-25 25 0,25 0 0,0 25 0,0-25 16,0 0-16,0 0 0,0 0 0,-24 25 0,24-25 15,0 25-15,0-25 0,0 25 0,0-1 0,0 1 16,0-25-16,0 25 0,-25 0 0,25 0 0,0-25 0,0 24 16,0 1-16,0 0 0,0 0 0,0-25 0,-25 25 15,25-1-15,0 1 0,0-25 0,0 25 0,0 0 0,0-25 16,0 25-16,0-25 0,0 24 0,0-24 0,0 25 15,0-25-15,0 0 0,-25 25 0,25-25 0,0 0 16,0 25-16,0-25 0,0 0 0,0 0 0,0 0 0,0 0 16,0 0-16,0 0 0,0 0 0,0 0 0,0 0 15,0-25-15,0 25 0,0 0 0</inkml:trace>
  <inkml:trace contextRef="#ctx0" brushRef="#br0" timeOffset="47758.7317">12452 3349 0,'0'0'0,"0"-25"0,0 25 0,0 0 0,25-25 0,-25 25 15,0 0-15,0 0 0,0 0 0,25-25 16,-25 25-16,0 0 0,0 0 0,24 0 0,-24 0 0,0 0 15,25 0-15,-25 0 0,0 0 0,0 0 0,25 0 0,-25 0 16,0 0-16,0 0 0,0 25 0,0-25 0,0 0 16,25 0-16,-25 25 0,0-25 0,0 0 0,0 25 15,0-25-15,0 0 0,-25 24 0,25-24 0,0 25 0,0-25 16,0 25-16,0-25 0,0 25 0,0-25 0,0 25 15,0-25-15,0 0 0,0 24 0,0-24 0,0 25 16,0-25-16,0 0 0,0 25 0,0-25 0,0 0 0,0 0 16,0 25-16,25-25 0,-25 0 0,0 0 0,0 0 0,0 0 15,25 0-15,-25 0 0,24 0 0,-24-25 16,25 25-16,-25 0 0,25 0 0,-25 0 0,25-25 0,-25 25 15,25 0-15,-25-25 0,24 25 0,-24 0 0,0-24 0,0 24 16,0-25-16,25 25 0,-25-25 0,0 25 16,0-25-16,0 25 0,0-25 0,0 25 0,0-24 0,-25 24 0,25-25 15,0 25-15,0 0 0,0-25 0,0 25 0,0 0 16,-24 0-16,24-25 0,0 25 0,0 0 0,0 0 0,0 0 15,-25 0-15,25 0 0,0 0 0,0 0 0,0 0 16,-25 0-16,25 0 0,0 0 0,0 0 0,0 0 16,0 0-16,-25 0 0,25 0 0,0-25 0,0 25 0,0 0 15,0 0-15,0 0 0,0 0 0</inkml:trace>
  <inkml:trace contextRef="#ctx0" brushRef="#br0" timeOffset="47961.7433">12750 3026 0,'0'0'0,"0"0"15,0 0-15,0 0 0,0 0 0,24 0 16,-24 0-16,0 0 0,0 0 0,25 0 0,-25 0 0,0 0 16,25 25-16,-25-25 0,0 0 0,25 0 0,-25 0 0,25 25 15,-25-25-15,0 0 0,0 0 0,0 25 0,0-25 16,0 0-16,0 24 0,0-24 0,-25 0 0,25 25 0,-25-25 15,25 25-15,-25-25 0,0 25 0,1-25 0,24 0 16,-25 25-16,0-25 0,0 0 0,0 0 0,-24 24 16</inkml:trace>
  <inkml:trace contextRef="#ctx0" brushRef="#br0" timeOffset="48824.7926">14362 3125 0,'0'0'0,"0"-24"0,25 24 0,-25 0 15,0 0-15,0 0 0,0 0 0,0 0 0,0 0 16,0-25-16,0 25 0,25 0 0,-25 0 0,0 0 0,0-25 16,0 25-16,0 0 0,0 0 0,24 0 0,-24-25 15,0 25-15,0 0 0,0 0 0,0 0 0,0-25 0,0 25 16,0 0-16,0 0 0,0 0 0,0-24 0,0 24 15,0 0-15,0 0 0,-24 0 0,24 0 0,0 0 16,-25 0-16,25 0 0,0 0 0,-25 0 0,25 0 0,0 0 16,-25 0-16,25 0 0,-25 0 0,25 0 0,0 0 0,-25 0 15,25 0-15,0 0 0,-24 0 0,24 0 0,0 0 16,0 0-16,0 0 0,0 0 0,0 0 0,0 24 15,0-24-15,0 0 0,0 0 0,0 0 0,0 25 0,0-25 16,0 0-16,0 25 0,0-25 0,0 25 0,0-25 16,0 25-16,24-25 0,-24 24 0,0 1 0,25-25 15,-25 25-15,0-25 0,25 25 0,-25 0 0,0-25 0,25 24 16,-25 1-16,0-25 0,25 25 0,-25-25 0,25 25 15,-25-25-15,0 25 0,24-25 0,-24 24 0,0-24 0,0 25 16,0-25-16,0 0 0,25 25 0,-25-25 0,0 0 16,-25 25-16,25-25 0,0 0 0,0 25 0,0-25 15,0 0-15,-24 0 0,24 0 0,0 0 0,-25 24 0,25-24 16,0 0-16,-25 0 0,25 0 0,-25 0 0,25 0 15,0 0-15,-25 0 0,25 0 0,-25-24 0,25 24 16,-24 0-16,24 0 0,0 0 0,-25 0 0,25 0 0,0 0 16,0 0-16,-25 0 0,25 0 0,0 0 0,0-25 0,-25 25 15,25 0-15,0 0 0,0 0 0,0 0 0,0 0 16,0 0-16,0 0 0,0 0 0,0 0 0,0 0 0,25 0 15,-25-25-15,0 25 0,0 0 0,25 0 0,-25-25 16,0 25-16,25 0 0,-25 0 0,24 0 0,1-25 16,-25 25-16</inkml:trace>
  <inkml:trace contextRef="#ctx0" brushRef="#br0" timeOffset="49090.8079">14957 3299 0,'0'0'0,"0"0"0,0 0 16,0 0-16,0 0 0,0 0 0,-25-25 0,25 25 16,0 0-16,0 0 0,0 0 0,25 0 0,-25 0 0,0 0 15,0 0-15,0 0 0,0 0 0,0 0 0,25 0 16,-25 0-16,0 0 0,25 0 0,-25 0 0,25 25 0,-25-25 15,24 0-15,-24 0 0,25 0 0,-25 0 0,25 0 16,-25 0-16,25 0 0,-25 0 0,25 0 0,-25 25 0,24-25 16,-24 0-16,0 0 0,0 0 0,25 25 0,-25-25 15,0 0-15,0 0 0,0 0 0,0 0 0,0 0 16,0 0-16</inkml:trace>
  <inkml:trace contextRef="#ctx0" brushRef="#br0" timeOffset="49262.8177">14908 3497 0,'0'0'0,"0"25"0,0-25 0,0 0 0,-25 0 15,25 0-15,0 0 0,0 0 0,25 0 0,-25 0 16,0 0-16,0 0 0,24 0 0,-24 0 0,0 0 0,25 0 16,0 0-16,-25 0 0,25 0 0,0 0 0,-25 0 15,24 0-15,-24 0 0,25 0 0,0-25 0,-25 25 16,25 0-16,0 0 0,-25 0 0,24 0 0,-24 0 0,25 0 15,-25 0-15</inkml:trace>
  <inkml:trace contextRef="#ctx0" brushRef="#br0" timeOffset="50225.8728">16222 2952 0,'0'0'0,"0"0"0,0 0 0,0 0 16,-25-25-16,25 25 0,0 0 0,0 0 0,0 0 0,0 0 15,0-25-15,0 25 0,0 0 0,0 0 0,-24 0 16,24-25-16,0 25 0,0 0 0,0 0 0,0 0 0,0 0 15,0 0-15,0 0 0,0 0 0,0 0 0,0 0 16,0 0-16,0 0 0,0 0 0,-25 0 0,25 0 0,0 0 16,0 0-16,0 0 0,0 0 0,0 0 0,-25 0 0,25 25 15,0-25-15,0 0 0,0 0 0,-25 0 0,25 0 16,0 0-16,0 0 0,0 25 0,-25-25 0,25 0 15,0 0-15,0 25 0,0-25 0,0 0 0,0 0 16,0 25-16,0-25 0,0 0 0,0 0 0,0 24 16,0-24-16,0 0 0,0 0 0,0 25 0,25-25 0,-25 0 15,0 0-15,0 25 0,25-25 0,-25 0 0,0 25 0,0-25 16,25 0-16,-25 0 0,0 25 0,0-25 0,25 0 15,-25 24-15,0-24 0,0 0 0,0 0 0,24 25 16,-24-25-16,0 0 0,0 0 0,0 25 0,0-25 0,0 0 16,0 0-16,0 25 0,0-25 0,25 0 0,-25 0 0,0 0 15,0 25-15,0-25 0,0 0 0,0 0 16,-25 0-16,25 0 0,0 24 0,0-24 0,0 0 0,0 0 15,0 0-15,0 0 0,0 0 0,0 0 0,-24 0 0,24 0 16,0 0-16,0 0 0,-25 0 0,25 25 0,0-25 16,0 0-16,-25 0 0,25 0 0,0 0 0,0 0 0,-25-25 15,25 25-15,0 0 0,0 0 0,0 0 0,-25 0 16,25 0-16,0 0 0,0 0 0,0 0 0,0 0 15,0 0-15,0 0 0,0 0 0,0 0 0,0 0 16,0 0-16,0 0 0,0 0 0,0 0 0,0 0 0,0 0 16,0 0-16,0 0 0,0 0 0,0 0 0,0 0 15,0 0-15,0 0 0,0 0 0,0 0 0,0 0 16,0 0-16,0 0 0,0 0 0,0 0 0,0 0 0,0 0 15,25 25-15,-25-25 0,0 0 0,0 0 0,0 0 0,0 0 16,0 0-16,0 0 0,25 0 0,-25 25 0,0-25 16,0 0-16,0 0 0,25 0 0,-25 25 0,0-25 15,0 0-15,0 0 0,0 25 0,0-25 0,0 0 0,0 24 16,0-24-16,0 25 0,0-25 0,0 25 0,0-25 0,0 0 15,0 25-15,0-25 0,0 25 0,0-25 0,0 24 16,-25-24-16,25 0 0,0 25 0,0-25 0,0 25 16,-25-25-16,25 0 0,0 25 0,0-25 0,0 0 0,-25 25 15,25-25-15,0 0 0,0 0 0,0 0 0,0 0 16,0 24-16,0-24 0,0 0 0,0 0 0,-24 0 0,24 0 15,0 0-15,0 25 0,0-25 0,0 0 0,0 0 16,0 0-16,0 0 0,0 0 0,0 0 0,0 0 16</inkml:trace>
  <inkml:trace contextRef="#ctx0" brushRef="#br0" timeOffset="51144.9253">16718 3225 0,'0'0'0,"0"0"0,0 0 0,0 0 15,0 0-15,0 0 0,0-25 0,0 25 0,0 0 16,0 0-16,0 0 0,0 0 0,0 0 0,0 0 0,0 0 15,0 0-15,0 0 0,0 0 0,0 0 0,0 0 16,0 0-16,0 0 0,0 0 0,0 0 0,0 0 0,0 0 16,0 0-16,0 0 0,0 0 0,0 0 0,0 0 0,-24 0 15,24 25-15,0-25 0,0 0 0,0 24 16,0-24-16,0 25 0,0-25 0,-25 25 0,25-25 0,0 25 15,0-25-15,0 25 0,-25-1 0,25-24 0,0 25 0,0-25 16,0 25-16,0-25 0,0 25 0,-25 0 0,25-25 16,0 24-16,0-24 0,0 25 0,0-25 0,0 0 15,25 25-15,-25-25 0,0 25 0,0-25 0,0 0 0,0 0 16,0 0-16,0 0 0,25 0 0,-25 0 0,0 0 15,0 0-15,25 0 0,-25 0 0,0 0 0,24 0 16,-24-25-16,0 25 0,25 0 0,-25 0 0,25-25 0,-25 25 16,0 0-16,25-25 0,-25 25 0,25-24 0,-25 24 15,0-25-15,24 25 0,-24 0 0,0-25 0,25 25 0,-25-25 16,0 0-16,25 25 0,-25-24 0,0 24 0,25-25 15,-25 25-15,0-25 0,0 25 0,25-25 0,-25 25 0,0 0 16,0-25-16,0 25 0,0 0 0,0 0 0,0 0 16,24-24-16,-24 24 0,0 0 0,0 0 0,0 0 15,0 0-15,0 0 0,0 0 0,0 24 0,0-24 0,-24 0 16,24 0-16,0 0 0,0 25 0,0-25 0,0 25 0,0-25 15,-25 0-15,25 25 0,0-25 0,0 25 16,0-25-16,-25 24 0,25-24 0,0 25 0,0-25 0,0 0 16,0 25-16,0-25 0,0 25 0,-25-25 0,25 0 0,0 25 15,0-25-15,0 0 0,0 24 0,0-24 0,0 0 16,0 25-16,0-25 0,0 0 0,0 25 0,0-25 15,0 0-15,0 0 0,0 25 0,0-25 0,0 0 16</inkml:trace>
  <inkml:trace contextRef="#ctx0" brushRef="#br0" timeOffset="51468.9439">16917 3770 0,'0'0'0,"0"0"0,0 0 0,0 0 0,0 0 0,0 0 16,0 0-16,0 0 0,0-24 0,0 24 0,0 0 0,25 0 15,-25 0-15,0 0 0,0-25 0,24 25 0,-24 0 16,0 0-16,25-25 0,-25 25 0,25 0 0,-25-25 0,0 25 15,25 0-15,-25-25 0,0 25 0,0 0 0,25 0 16,-25-25-16,0 25 0,0 0 0,0 0 0,24-24 16,-24 24-16,0 0 0,0 0 0,0 0 0,0 0 15,0 0-15,0 0 0,0 0 0,0 0 0,0 0 0,0 0 16,0 0-16,0 0 0,0 0 0,0 0 0,0 0 0,0 0 15,0 24-15,0-24 0,0 0 0,0 25 0,0-25 16,0 25-16,0-25 0,0 25 0,0-25 0,0 0 16,-24 25-16,24-25 0,0 25 0,0-25 0,0 24 15,0-24-15,0 0 0,0 25 0,0-25 0,0 0 0,0 25 16,0-25-16,0 0 0,0 0 0,-25 25 0,25-25 0,0 0 15,0 0-15,0 0 0,0 0 0,0 0 0,0 0 16,0 0-16,25 0 0,-25 0 0</inkml:trace>
  <inkml:trace contextRef="#ctx0" brushRef="#br0" timeOffset="51720.9583">17413 3646 0,'25'0'0,"-25"0"0,0 0 16,0 0-16,0 0 0,0 0 0,0 0 0,0 0 0,0 0 15,0 0-15,0 0 0,0 0 0,0 0 0,0 0 16,24 0-16,-24 0 0,0 25 0,0-25 0,0 0 16,0 0-16,0 25 0,0-25 0,0 0 0,0 25 0,0-25 15,0 0-15,0 0 0,0 25 0,0-25 0,0 0 16,-24 24-16,24-24 0,0 0 0,0 25 0,-25-25 0,25 0 15,0 25-15,-25-25 0,25 0 0,0 0 0,-25 25 16,25-25-16,0 0 0,-25 0 0,25 0 0,0 0 16,0 0-16,0 0 0,0 0 0,0 0 0,0 0 15</inkml:trace>
  <inkml:trace contextRef="#ctx0" brushRef="#br0" timeOffset="52273.9899">17983 3175 0,'0'-25'16,"0"25"-16,0 0 0,0 0 0,0 0 0,0 0 15,0 0-15,0 0 0,0 0 0,0 0 0,0 0 0,0 0 16,0 0-16,0 0 0,0 0 0,0 0 0,0 25 0,0-25 16,0 0-16,-24 25 0,24-25 0,0 0 15,0 25-15,0-1 0,-25-24 0,25 25 0,0 0 0,-25-25 16,25 25-16,0 0 0,0-25 0,-25 24 0,25 1 0,0-25 15,0 25-15,0 0 0,0-25 0,0 25 0,-25-25 16,25 24-16,0-24 0,25 25 0,-25-25 0,0 0 0,0 0 16,0 25-16,0-25 0,0 0 0,0 0 0,25 0 15,-25 0-15,0 0 0,0 0 0,25 0 0,-25 0 16,0 0-16,25 0 0,-25 0 0,0-25 0,24 25 0,-24 0 15,0 0-15,25-25 0,-25 25 0,25-24 0,-25 24 16,0 0-16,25-25 0,-25 25 0,0-25 0,25 25 0,-25-25 16,0 0-16,24 25 0,-24-24 0,0-1 0,0 25 15,25-25-15,-25 25 0,0-25 0,0 25 0,25-25 0,-25 25 16,0 0-16,0-24 0,0 24 0,0 0 0,0 0 15,0 0-15,0 0 0,0 0 0,0 0 0,0 0 16,0 0-16,0 24 0,0-24 0,0 0 0,0 0 0,0 25 16,0-25-16,0 25 0,0-25 0,0 25 0,0-25 15,0 0-15,0 25 0,-25-25 0,25 24 0,0-24 16,0 25-16,0-25 0,0 25 0,0-25 0,0 25 0,-25-25 15,25 25-15,0-25 0,0 24 0,0-24 0,0 0 16,0 25-16,0-25 0,-24 25 0,24-25 0,0 0 0,0 0 16,0 25-16,0-25 0,0 0 0,24 0 0,-24 0 15,0 0-15,0 0 0</inkml:trace>
  <inkml:trace contextRef="#ctx0" brushRef="#br0" timeOffset="52604.0088">18207 3621 0,'0'0'0,"0"0"16,0 0-16,0 0 0,0 0 0,0 0 0,0 0 15,0 0-15,0 0 0,0 0 0,0 0 0,0 0 16,0-24-16,24 24 0,-24 0 0,0 0 0,0 0 0,25 24 16,-25-24-16,0 0 0,0 0 0,25 0 0,-25 0 15,0 0-15,25 0 0,-25 0 0,0 25 0,0-25 16,0 0-16,0 0 0,0 25 0,0-25 0,0 0 0,0 0 15,0 25-15,0-25 0,0 0 0,0 25 0,-25-25 0,25 0 16,0 0-16,-25 25 0,25-25 0,0 0 0,-25 24 16,25-24-16,0 0 0,0 0 0,-24 25 0,24-25 15,0 0-15,0 25 0,-25-25 0,25 0 0,0 0 0,0 25 16,0-25-16,0 0 0,0 0 0,25 0 0,-25 0 15,0 0-15,0 0 0,0 25 0,24-25 0,-24 0 0,25 0 16,-25 0-16,25 0 0,0 0 0,0-25 0,-25 25 16,24 0-16,1 0 0,0 0 0,0 0 0,-25 0 15,25 0-15,-1-25 0,-24 25 0,25 0 0,0 0 0,-25 0 16,25-25-16,0 25 0</inkml:trace>
  <inkml:trace contextRef="#ctx0" brushRef="#br0" timeOffset="52799.02">18728 3572 0,'0'0'0,"0"0"0,0 0 0,0 0 0,0 0 15,0 0-15,0 0 0,0 0 0,0 0 0,0 0 0,0 0 16,-25 25-16,25-25 0,0 0 0,0 0 0,0 24 16,0-24-16,0 0 0,0 25 0,0-25 0,0 25 15,-25-25-15,25 25 0,0-25 0,0 25 0,-25-25 0,25 25 16,-25-25-16,25 0 0,0 24 0,-24-24 0,24 25 15,-25-25-15,25 0 0,0 25 0,-25-25 0,25 0 16,0 0-16,0 25 0,-25-25 0,25 0 0,0 0 0,0 0 16</inkml:trace>
  <inkml:trace contextRef="#ctx0" brushRef="#br0" timeOffset="53013.0322">19199 3671 0,'0'0'0,"0"0"0,0 0 0,0 0 0,0 0 0,0 0 16,0-25-16,0 25 0,0 0 0,0 0 0,0 0 16,0 0-16,0-25 0,0 25 0,0 0 0,0 0 15,0 0-15,0 0 0,0 0 0,0 0 0,0 0 0,0 0 16,0 25-16,25-25 0,-25 0 0,0 0 0,0 0 0,0 0 15,24 0-15,-24 0 0,0 0 0</inkml:trace>
  <inkml:trace contextRef="#ctx0" brushRef="#br0" timeOffset="53211.0435">19422 3696 0,'0'0'0,"0"0"0,0 0 0,0 0 0,0-25 0,0 25 0,0 0 0,0 0 0,0 0 0,0 0 0,0 0 0,0 0 0,0 0 0,0 0 0,0 0 0,0 0 16,0 0-16,25 0 0,-25 0 0,0 0 0,0 0 0,0 0 0,25 0 0,-25 0 15,0 0-15,0-25 0,24 25 0,-24 0 16,0 0-16,25 0 31,-25 0-31</inkml:trace>
  <inkml:trace contextRef="#ctx0" brushRef="#br0" timeOffset="53363.0522">19720 3646 0,'0'0'0,"0"0"0,0 0 0,0 0 0,0 0 16,0 0-16,0 0 0,0 0 0,0 0 0,0 0 15,0 0-15,0 0 0,0 0 0,0 0 0,25-25 0,-25 25 16,0 0-16,0 0 0,0 0 0,0 0 0,24 0 0,-24 0 15,0 0-15,0 0 0,25 0 0,-25 0 0,0 0 47</inkml:trace>
  <inkml:trace contextRef="#ctx0" brushRef="#br0" timeOffset="53682.0705">20439 3646 0,'25'0'0,"-25"0"0,0 0 15,0 0-15,0 0 0,0 0 0,0 0 0,0 0 16,25 0-16,-25 0 0,0 0 0,0 25 0,0-25 16,0 0-16,24 0 0,-24 25 0,0-25 0,0 0 0,0 25 15,0-25-15,0 25 0,0-25 0,0 24 0,0-24 16,-24 0-16,24 25 0,0-25 0,-25 25 0,25-25 15,0 25-15,-25-25 0,25 0 0,-25 25 0,25-25 0,-25 0 16,25 24-16,-24-24 0,24 0 0,-25 0 0,25 25 16,-25-25-16,25 0 0,-25 0 0,25 0 0,0 0 0,-25 0 15,25 0-15,0 0 0,0 0 0</inkml:trace>
  <inkml:trace contextRef="#ctx0" brushRef="#br0" timeOffset="54324.1072">21456 3324 0,'0'0'0,"0"0"16,0-25-16,0 25 0,0 0 0,0 0 0,0 0 0,0-25 16,0 25-16,0 0 0,0 0 0,0 0 0,0-25 15,0 25-15,0 0 0,0 0 0,0 0 0,0 0 16,0 0-16,0 0 0,0 0 0,0 0 0,0 0 0,0 0 15,0 0-15,0 25 0,0-25 0,0 0 0,0 25 16,0-25-16,0 25 0,-25 0 0,25-25 0,0 24 0,0 1 16,0-25-16,-25 25 0,25 0 0,0 0 0,0-25 15,-24 24-15,24 1 0,0 0 0,0 0 0,0-25 0,0 25 16,0-1-16,0-24 0,0 25 0,0-25 0,0 25 15,0-25-15,0 0 0,0 25 0,24-25 0,-24 0 16,0 0-16,0 25 0,25-25 0,-25 0 0,0 0 16,25 0-16,-25 0 0,25 0 0,-25 0 0,25 0 0,-25-25 15,24 25-15,1 0 0,-25-25 0,25 25 0,-25 0 16,25-25-16,-25 25 0,25-25 0,-25 25 0,24-24 0,-24 24 15,25-25-15,-25 0 0,25 25 0,-25-25 0,0 0 16,25 25-16,-25-24 0,0-1 0,0 25 0,25-25 0,-25 0 16,0 25-16,0-25 0,25 1 0,-25 24 0,0 0 15,0-25-15,0 25 0,0 0 0,0-25 0,0 25 0,0 0 16,0 0-16,0 0 0,0 0 0,0 0 0,0 0 15,0 0-15,0 0 0,0 0 0,0 0 0,0 0 16,0 0-16,0 25 0,0-25 0,0 0 0,0 25 0,-25-25 16,25 24-16,0-24 0,0 25 0,0-25 0,0 25 15,0-25-15,0 25 0,-25-25 0,25 25 0,0-1 0,0-24 16,0 25-16,0-25 0,-25 25 0,25-25 0,0 25 15,0-25-15,0 0 0,0 25 0,0-25 0,0 24 16,0-24-16,0 0 0,0 25 0,0-25 0,0 0 0,0 0 16,25 25-16,-25-25 0,0 0 0,0 0 0,25 0 15,-25 0-15,25 0 0,-25 0 0,24 0 0,-24 0 0,25 0 16,-25 0-16,0 0 0,25 0 0</inkml:trace>
  <inkml:trace contextRef="#ctx0" brushRef="#br0" timeOffset="54715.1296">21952 3621 0,'0'0'0,"0"0"0,0-24 0,0 24 0,0 0 0,0 0 15,0 0-15,0 0 0,0 0 0,0 0 0,0 24 16,0-24-16,0 0 0,0 0 0,0 0 0,0 25 0,0-25 16,0 25-16,0-25 0,0 0 0,0 25 0,0-25 15,0 25-15,0-25 0,0 0 0,0 25 0,-25-25 0,25 0 16,0 24-16,0-24 0,0 0 0,0 25 0,0-25 15,0 0-15,0 0 0,0 25 0,0-25 0,-24 0 16,24 0-16,0 0 0,0 25 0,0-25 0,0 0 0,0 0 16,0 0-16,0 0 0,0 0 0,0 0 0,0 0 15,0 0-15,0 0 0,0 0 0,0 0 0,24-25 0,-24 25 16,0 0-16,0 0 0,25 0 0,-25-25 0,0 25 15,25 0-15,-25 0 0,0-25 0,25 25 0,-25 0 16,0 0-16,25-24 0,-25 24 0,0 0 0,24 0 0,-24 0 16,0 0-16,0-25 0,25 25 0,-25 0 0,0 0 15,0 25-15,0-25 0,0 0 0,0 0 0,0 0 0,0 24 16,0-24-16,0 25 0,0-25 0,0 0 0,-25 25 15,25-25-15,0 0 0,0 25 0,0-25 0,0 25 16,-24-25-16,24 0 0,0 24 0,0-24 0,0 0 16,0 0-16,0 25 0,0-25 0,0 0 0,0 0 0,0 0 15,0 0-15,0 0 0,0 0 0,24 0 0,-24 0 16,0 0-16,0 0 0,25 0 0,-25-25 0,0 25 0</inkml:trace>
  <inkml:trace contextRef="#ctx0" brushRef="#br0" timeOffset="55442.1711">22845 2927 0,'0'0'0,"0"-25"0,0 25 0,25 0 0,-25 0 15,0 0-15,0-25 0,0 25 0,0 0 0,0 0 16,0 0-16,0 0 0,0 0 0,0 0 0,0 0 0,0 0 16,0 0-16,0 25 0,0-25 0,0 0 0,0 0 15,0 0-15,0 25 0,0-25 0,0 25 0,0-25 0,0 25 16,0-1-16,0-24 0,0 25 0,0-25 0,0 25 15,0 0-15,-25-25 0,25 25 0,0-1 0,0-24 0,0 25 16,0-25-16,0 25 0,0 0 0,0-25 0,0 25 16,0-25-16,0 0 0,0 24 0,0-24 0,25 25 15,-25-25-15,0 0 0,0 0 0,0 25 0,0-25 0,0 0 16,0 0-16,0 0 0,25 0 0,-25 0 0,0 0 15,0 0-15,0 0 0,25 0 0,-25 0 0,0 0 0,0 0 16,0 0-16,24 0 0,-24 0 0,0 0 0,0 0 16,0-25-16,0 25 0,0 0 0,0 0 0,0 0 0,0 0 15,0 0-15,0-25 0,25 25 0,-25 0 0,0 0 16,0 0-16,-25 0 0,25 0 0,0 0 0,0 0 15,0 0-15,0 0 0,0 0 0,0 0 0,0 0 0,0 0 16,-24 0-16,24 0 0,0 0 0,0 0 0,0 0 16,-25 25-16,25-25 0,0 0 0,0 0 0,0 0 15,0 25-15,0-25 0,0 0 0,-25 25 0,25-25 0,0 0 16,0 25-16,0-25 0,0 24 0,0-24 0,0 25 15,0-25-15,0 25 0,0-25 0,0 25 0,0-25 0,0 25 16,0-25-16,0 0 0,0 24 0,0-24 0,0 25 16,0-25-16,0 25 0,-25-25 0,25 25 0,0-25 0,0 25 15,0-25-15,-25 24 0,25-24 0,0 0 0,0 25 16,-24-25-16,24 25 0,0-25 0,0 0 0,-25 0 15,25 25-15,0-25 0,0 0 0,-25 25 0,25-25 0,0 0 16,0 0-16,0 0 0,-25 0 0,25 25 0,0-25 0,0 0 16,-25 0-16,25 0 0,0 0 0,0 0 0,-25 0 15,25 0-15,0 0 0,0-25 0,0 25 0,-24 0 16,24 0-16,0 0 0,0-25 0,0 25 0,0 0 15,0 0-15,0 0 0,0-25 0,0 25 0,0 0 0,24 0 16,-24 0-16,0-25 0</inkml:trace>
  <inkml:trace contextRef="#ctx0" brushRef="#br0" timeOffset="55694.1856">23540 3795 0,'-25'0'0,"25"0"0,0 0 0,0 0 15,0 0-15,0 0 0,0 0 0,-25 0 0,25 0 16,0 0-16,0 0 0,0 0 0,0 0 0,0 0 15,0 0-15,0 0 0,0 0 0,0 0 0,0 0 0,0 0 16,0 0-16,0 0 0,0 0 0,0 0 0,0 0 0,25 0 16,-25 0-16,0 0 0,0-25 0</inkml:trace>
  <inkml:trace contextRef="#ctx0" brushRef="#br0" timeOffset="60473.4589">3820 4638 0,'0'0'0,"0"0"16,0 0-16,0 0 0,0-24 0,0 24 0,0 0 0,0 0 15,0 0-15,0 0 0,0 0 0,0 0 0,0 0 16,0 0-16,0 0 0,0 0 0,0-25 0,0 25 15,-25 0-15,25 0 0,0 0 0,0 0 0,0 0 0,0 0 16,0 0-16,0 0 0,0 0 0,0 0 0,0 0 16,0 0-16,0-25 0,0 25 0,0 0 0,0 0 0,0 0 15,0 0-15,0 0 0,0 0 0,0 0 0,0 0 16,0 0-16,0 0 0,0 0 0,0 0 0,0 0 0,0 0 15,0 0-15,-25 0 0,25 25 0,0-25 0,0 0 16,0 0-16,0 0 0,0 25 0,0-25 0,0 24 16,0-24-16,0 0 0,-24 25 0,24-25 0,0 25 0,0-25 15,0 25-15,0-25 0,0 25 0,0-25 0,0 24 16,0 1-16,-25-25 0,25 25 0,0-25 0,0 25 15,0-25-15,0 25 0,0-25 0,0 25 0,0-25 0,0 0 16,0 24-16,0-24 0,0 0 0,0 0 0,0 25 16,0-25-16,0 0 0,0 0 0,0 25 0,0-25 0,0 0 15,0 0-15,0 0 0,0 0 0,0 0 0,0 0 16,0 0-16,0 0 0,0-25 0,0 25 0,-25 0 0,25 0 15,0 0-15,0-25 0,0 25 0,0 0 0,0-24 16</inkml:trace>
  <inkml:trace contextRef="#ctx0" brushRef="#br0" timeOffset="60658.4695">3597 4539 0,'0'0'0,"0"0"16,0 0-16,0 0 0,0 0 0,0 0 0,0 0 16,0 0-16,0 0 0,24 0 0,-24 0 0,0-25 0,0 25 15,25 0-15,-25 0 0,25 0 0,-25-24 0,0 24 16,25 0-16,-25 0 0,25 0 0,-25 0 0,25-25 0,-25 25 15,24 0-15,-24 0 0,25 0 0,-25 0 0,25 0 16,-25 0-16,25 0 0,-25 0 0,0 0 0,25 0 16,-25 0-16,0 0 0,0 25 0,24-25 0,-24 0 0</inkml:trace>
  <inkml:trace contextRef="#ctx0" brushRef="#br0" timeOffset="61216.5014">4043 4787 0,'0'0'0,"0"0"15,0-25-15,0 25 0,0 0 0,0 0 0,0 0 16,0-24-16,0 24 0,0 0 0,0 0 0,0 0 16,0-25-16,0 25 0,-25 0 0,25 0 0,0 0 0,0 0 15,0-25-15,0 25 0,-24 0 0,24 0 0,0 0 16,0 0-16,0 0 0,-25 0 0,25 0 0,0 0 0,0 0 15,-25 0-15,25 0 0,0 0 0,0 25 0,-25-25 16,25 0-16,0 25 0,-25-25 0,25 0 0,0 24 0,0-24 16,-24 0-16,24 25 0,0-25 0,0 25 0,0-25 15,0 25-15,-25-25 0,25 25 0,0-25 0,0 25 16,0-25-16,25 24 0,-25-24 0,0 0 0,0 25 0,0-25 15,0 25-15,0-25 0,0 25 0,24-25 0,-24 0 16,0 25-16,0-25 0,0 0 0,25 0 0,-25 24 16,0-24-16,0 0 0,25 0 0,-25 0 0,0 0 0,25 0 15,-25 0-15,0 0 0,25-24 0,-25 24 0,0 0 16,24 0-16,-24-25 0,0 25 0,25 0 0,-25-25 0,0 25 15,0-25-15,25 25 0,-25 0 0,0-25 0,0 25 16,25 0-16,-25-24 0,0 24 0,0-25 0,0 25 0,0 0 16,0-25-16,0 25 0,0-25 0,0 25 0,0 0 0,0-25 15,0 25-15,0 0 0,0-25 0,0 25 16,0 0-16,0 0 0,0 0 0,0 0 0,0 0 0,0 0 15,0 0-15,0 0 0,0 0 0,0 0 0,0 0 0,0 0 16,0 25-16,0-25 0,0 0 0,0 25 0,0-25 16,0 25-16,-25-25 0,25 0 0,0 25 0,0-25 15,0 25-15,0-25 0,0 24 0,0-24 0,0 25 0,25-25 16,-25 0-16,0 25 0,0-25 0,0 0 0,0 25 15,0-25-15,0 0 0,25 0 0,-25 25 0,0-25 0,0 0 16,0 0-16,24 0 0,-24 24 0,0-24 0,25 0 16,-25 0-16,0 0 0,25 0 0,-25 0 0,25 0 15,-25 0-15,25 0 0,-1 0 0,-24 0 0</inkml:trace>
  <inkml:trace contextRef="#ctx0" brushRef="#br0" timeOffset="61565.5214">5432 4688 0,'0'0'0,"0"0"0,0 0 16,0-25-16,0 25 0,0 0 0,0 0 0,0 0 15,0 0-15,-25 0 0,25 0 0,0 25 0,0-25 0,0 0 16,0 0-16,0 0 0,-24 0 0,24 25 0,0-25 16,0 0-16,0 25 0,-25-25 0,25 0 0,0 24 15,-25-24-15,25 25 0,0-25 0,-25 25 0,25 0 0,-25-25 16,25 25-16,-24-25 0,24 25 0,-25-1 0,25-24 15,-25 25-15,0-25 0,25 25 0,-25 0 0,25-25 0,-24 25 16,24-25-16,-25 24 0,25-24 0,0 25 0,-25-25 16,25 25-16,0-25 0,-25 0 0,25 0 0,0 0 0,0 0 15,0 25-15,-25-25 0,25 0 0,0-25 0,0 25 16,0 0-16,0 0 0,0 0 0,0-25 0,0 25 0,0 0 15,0-25-15,0 25 0,0-24 0,0 24 0</inkml:trace>
  <inkml:trace contextRef="#ctx0" brushRef="#br0" timeOffset="62098.5519">5110 4738 0,'0'0'0,"0"0"15,0 0-15,0 0 0,0 0 0,0 0 0,0 0 16,0 0-16,25 0 0,-25 0 0,0 0 0,0 0 16,0 24-16,0-24 0,0 0 0,0 0 0,0 0 0,0 25 15,0-25-15,0 0 0,0 25 0,0-25 0,0 0 16,0 25-16,0-25 0,24 25 0,-24-25 0,0 25 15,0-25-15,0 24 0,0-24 0,25 25 0,-25-25 0,0 25 16,0-25-16,0 0 0,0 25 0,25-25 0,-25 0 16,0 25-16,0-25 0,25 0 0,-25 0 0,0 24 0,0-24 15,25 0-15,-25 0 0,0 0 0,0 0 0,24 25 16,-24-25-16,25 0 0,-25 0 0,25 0 0,-25-25 0,25 25 15,-25 0-15,25 0 0,-1 0 0,-24 0 0,25-24 0,-25 24 16,25 0-16,-25-25 0,25 25 0,-25 0 16,25 0-16,-25-25 0,24 25 0,-24-25 0,25 25 0,-25 0 15,0-25-15,25 25 0,-25 0 0,0-24 0,0 24 16,0 0-16,0-25 0,0 25 0,0 0 0,0-25 15,0 25-15,0 0 0,0-25 0,0 25 0,0 0 0,0 0 16,0-25-16,0 25 0,0 0 0,-25 0 0,25 0 16,0 0-16,0-25 0,0 25 0,0 0 0,-25 0 0,25 0 15,0 0-15,0 0 0,0 0 0,0 0 0,-24 0 16,24 0-16,0 0 0,0 0 0,0 25 0,-25-25 0,25 0 15,0 0-15,0 25 0,0-25 0,0 0 0,-25 25 0,25-25 16,0 0-16,0 25 0,0-25 0,0 25 0,0-25 16,0 24-16,25-24 0,-25 25 0,0-25 0,0 25 15,0-25-15,0 25 0,25-25 0,-25 25 0,0-25 0,0 0 16,24 0-16,-24 24 0,0-24 0,25 0 0,-25 0 15,0 0-15,25 0 0,-25 25 0,0-25 0,25 0 16,-25-25-16,0 25 0,25 0 0,-25 0 0,24 0 0,1 0 16,-25-24-16,25 24 0,-25 0 0,25-25 0,-25 25 0,25 0 15,-1-25-15,-24 25 0,25-25 0,-25 25 0,25-25 16,-25 25-16,0-24 0,25 24 0,-25-25 0,25 0 15,-25 25-15</inkml:trace>
  <inkml:trace contextRef="#ctx0" brushRef="#br0" timeOffset="62467.573">5978 4490 0,'0'0'0,"0"0"0,0 0 15,0 0-15,0 0 0,0 0 0,0 0 0,0 0 16,0 0-16,0 0 0,0 0 0,-25 0 0,25 24 0,0-24 16,0 25-16,0-25 0,0 25 0,0-25 0,0 25 0,0-25 15,0 25-15,0-1 0,0-24 0,0 25 0,0 0 16,0 0-16,0-25 0,0 25 0,0-1 0,0 1 15,0-25-15,0 25 0,0-25 0,0 25 0,0 0 0,0-25 16,0 25-16,0-25 0,0 0 0,0 24 0,0-24 16,0 0-16,0 25 0,0-25 0,0 0 0,0 0 15,0 0-15,0 0 0,0 0 0,0 0 0,0 0 0,0 25 16,0-25-16,0 0 0,0 0 0,-25 0 0,25-25 15,0 25-15,0 0 0,0 0 0,0 0 0,0 0 0,-24 0 16,24-25-16,0 25 0,0 0 0,0 0 0,0 0 16,0 0-16,0 0 0,0 0 0,0 0 0,0 0 15,0 0-15,0-24 0,0 24 0,0 0 0,0 0 16,0 0-16,0 0 0,0 0 0,24 0 0,-24 0 0,0 0 15,0 0-15,25-25 0,-25 25 0,0 0 0,25 0 0,-25 0 16,0 0-16,25-25 0,-25 25 0,0 0 0,0 0 16,25-25-16,-25 25 0,0 0 0,0 0 0,0-25 0,0 25 15,0 0-15,0-25 0,0 25 0,0 0 0</inkml:trace>
  <inkml:trace contextRef="#ctx0" brushRef="#br0" timeOffset="62686.5855">5680 4341 0,'0'0'0,"0"0"0,0 0 16,0 0-16,0 0 0,0 0 0,0 25 0,0-25 15,0 0-15,0 0 0,-25 0 0,25 24 0,0-24 0,0 0 16,0 25-16,0-25 0,0 25 0,0-25 0,0 25 0,-24-25 15,24 25-15,0-1 0,0 1 0,0-25 0,-25 25 16,25 0-16,0-25 0,0 25 0,0-1 0,0 1 16,0-25-16,0 25 0,0-25 0,0 25 0,0-25 0</inkml:trace>
  <inkml:trace contextRef="#ctx0" brushRef="#br0" timeOffset="63247.6176">8458 4539 0,'0'-25'0,"0"25"15,0 0-15,0 0 0,-24 0 0,24 0 0,0-24 0,0 24 16,-25 0-16,25 0 0,0 0 0,0 0 0,-25 0 16,25 0-16,0 0 0,-25 0 0,25 0 0,0 0 15,-25 0-15,25 0 0,0 0 0,-24 0 0,24 24 0,-25-24 16,25 0-16,0 0 0,-25 25 0,25-25 0,-25 25 15,25-25-15,-25 0 0,25 25 0,-24 0 0,24-25 16,0 24-16,-25-24 0,25 25 0,-25 0 0,25 0 0,0-25 16,0 25-16,-25-1 0,25 1 0,0-25 0,0 25 0,0 0 15,0-25-15,25 25 0,-25 0 0,0-25 16,0 24-16,0-24 0,25 25 0,-25-25 0,0 0 0,25 25 15,-25-25-15,24 0 0,-24 25 0,25-25 0,-25 0 16,25 0-16,-25 0 0,25 0 0,0 0 0,-25 0 0,24 0 16,1 0-16,-25 0 0,25-25 0,0 25 0,-25 0 0,25 0 15,-25 0-15,24 0 0,-24 0 0,25 0 0</inkml:trace>
  <inkml:trace contextRef="#ctx0" brushRef="#br0" timeOffset="63559.6354">8558 5035 0,'0'0'0,"0"0"0,0 0 0,0 0 0,0 0 0,0 0 15,0 0-15,0 0 0,0 0 0,0 0 0,0 0 16,0 0-16,0 0 0,0 0 0,0 0 0,24 0 15,-24 0-15,0 0 0,0-24 0,0 24 0,25 0 0,-25-25 16,0 25-16,0 0 0,25-25 0,-25 25 0,0 0 16,25-25-16,-25 25 0,0-25 0,0 25 0,25-24 0,-25 24 15,0-25-15,0 25 0,0-25 0,24 25 0,-24-25 16,0 25-16,0 0 0,0-25 0,25 25 0,-25-25 15,0 25-15,0 0 0,0 0 0,0 0 0,0 0 16,0 0-16,0 0 0,0 0 0,0 0 0,0 0 0,0 0 16,0 0-16,0 25 0,0-25 0,0 0 0,0 25 0,0-25 15,0 25-15,0-25 0,0 25 0,0-25 0,0 25 16,0-25-16,0 24 0,0-24 0,0 25 0,-25-25 15,25 25-15,0-25 0,0 25 0,0-25 0,0 25 0,25-25 16,-25 24-16,0-24 0,0 25 0,0-25 0,0 25 0,0-25 16,0 25-16,0-25 0,0 0 0,0 0 0,0 25 15,25-25-15,-25 0 0,0 0 0,0 0 0</inkml:trace>
  <inkml:trace contextRef="#ctx0" brushRef="#br0" timeOffset="64245.6747">9252 4539 0,'0'-25'0,"0"25"0,0 0 0,0 0 16,0 0-16,0 0 0,0 0 0,0 0 0,0 0 16,0 0-16,0 0 0,0 0 0,0 0 0,0 0 0,0 0 15,0 0-15,0 0 0,0 0 0,0 0 0,0 0 16,0 0-16,0 0 0,0 0 0,0 0 0,0 25 0,0-25 15,0 0-15,0 25 0,-25-25 0,25 25 0,0-25 16,0 25-16,0-1 0,-24-24 0,24 25 0,0 0 0,0-25 16,0 25-16,0 0 0,0-25 0,-25 24 0,25 1 15,0-25-15,0 25 0,0 0 0,0-25 0,25 25 0,-25-25 16,0 25-16,0-25 0,0 24 0,0-24 0,0 25 15,24-25-15,-24 0 0,0 25 0,0-25 0,0 0 16,25 0-16,-25 0 0,0 0 0,0 0 0,0 0 0,25 0 16,-25 0-16,0 0 0,25 0 0,-25 0 0,25 0 15,-25 0-15,24-25 0,-24 25 0,25 0 0,-25-25 16,25 25-16,-25-24 0,0 24 0,25 0 0,-25-25 0,25 25 15,-25-25-15,0 25 0,0 0 0,24-25 0,-24 0 16,0 25-16,0-25 0,0 25 0,25-24 0,-25 24 0,0-25 16,0 25-16,0-25 0,0 25 0,0 0 0,0-25 15,0 25-15,0 0 0,0 0 0,0-25 0,0 25 0,0 0 16,0 0-16,0 0 0,0 0 0,0 0 0,0 0 15,0 0-15,0 0 0,0 25 0,0-25 0,0 0 16,0 0-16,0 0 0,0 25 0,0-25 0,0 25 0,0-25 16,0 25-16,0-25 0,-25 24 0,25-24 0,0 25 0,0-25 15,0 25-15,0-25 0,0 25 0,0-25 0,0 25 16,0-25-16,0 25 0,0-25 0,0 24 0,0-24 15,0 0-15,0 25 0,0-25 0,0 0 0,0 25 0,0-25 16,25 0-16,-25 25 0,0-25 0,0 0 0,0 25 16,0-25-16,0 0 0,0 0 0,25 24 0</inkml:trace>
  <inkml:trace contextRef="#ctx0" brushRef="#br0" timeOffset="64547.6919">9624 5135 0,'0'0'0,"0"0"0,0 0 0,0 0 0,0 0 15,0 0-15,0 0 0,0 0 0,0-25 0,25 25 16,-25 0-16,0 0 0,0 0 0,0 0 0,0-25 0,25 25 15,-25 0-15,0 0 0,0-25 0,25 25 0,-25 0 0,0 0 16,24-25-16,-24 25 0,0-24 0,25 24 0,-25 0 16,0-25-16,0 25 0,25-25 0,-25 25 0,0 0 0,0 0 15,0-25-15,0 25 0,0 0 0,0 0 0,0 0 16,25-25-16,-25 25 0,0 0 0,0 0 0,0 0 0,0 0 15,-25 25-15,25-25 0,0 0 0,0 0 0,0 0 16,0 25-16,0-25 0,0 0 0,0 25 0,0-25 16,0 25-16,0-25 0,0 24 0,0-24 0,0 25 15,0-25-15,0 25 0,-25 0 0,25-25 0,0 25 0,0-25 16,0 24-16,0-24 0,0 25 0,0-25 0,0 0 15,0 25-15,0-25 0,0 0 0,0 0 0,0 0 0,0 25 16,25-50-16,-25 25 0,0 0 0,0 0 0,25 0 16</inkml:trace>
  <inkml:trace contextRef="#ctx0" brushRef="#br0" timeOffset="64787.7057">10220 4936 0,'0'0'0,"0"0"0,0 0 0,0 0 16,0-25-16,0 25 0,0 0 0,24 0 0,-24 0 16,0 0-16,0 0 0,25 0 0,-25 0 0,25 0 15,-25 0-15,25 0 0,0 0 0,-25 0 0,24-24 0,1 24 16,-25 0-16,25 0 0,0 0 0,0 0 0,-25 0 0,24 24 15,-24-24-15,25 0 0,-25 0 0,25 0 16,-25 0-16,25-24 0,-25 24 0,0 24 0,0-24 0,0 0 16,0 0-16,0 0 0,0 0 0</inkml:trace>
  <inkml:trace contextRef="#ctx0" brushRef="#br0" timeOffset="64972.7163">10393 4812 0,'-25'0'0,"25"0"0,0-25 15,0 25-15,0 0 0,0 0 0,0 0 0,0 0 16,0 0-16,0 0 0,0 25 0,0-25 0,0 0 0,0 0 15,0 25-15,0-25 0,0 25 0,0-25 0,0 25 16,0-25-16,0 24 0,0-24 0,0 25 0,0 0 16,-24-25-16,24 25 0,0 0 0,0-25 0,0 24 0,-25-24 15,25 25-15,0-25 0,0 0 0,0 25 0,0-25 16,0 0-16,0 0 0</inkml:trace>
  <inkml:trace contextRef="#ctx0" brushRef="#br0" timeOffset="65717.7589">11931 4638 0,'0'0'0,"0"0"0,0 0 0,0 0 0,0-24 15,0 24-15,0 0 0,0 0 0,0-25 0,0 25 16,0 0-16,0 0 0,-25 0 0,25-25 0,0 25 0,0 0 15,0 0-15,0 0 0,-25 0 0,25 0 0,0-25 16,0 25-16,0 0 0,-24 0 0,24 0 0,0 0 16,-25 0-16,25 0 0,-25 0 0,25 0 0,-25 0 0,25 25 15,-25-25-15,25 0 0,-24 0 0,24 25 0,-25-25 16,0 25-16,25-25 0,-25 0 0,25 24 0,-25-24 0,25 25 15,-24 0-15,24-25 0,0 25 0,0-25 0,0 25 16,0-25-16,-25 24 0,25 1 0,25-25 0,-25 25 16,0 0-16,0-25 0,0 25 0,24-25 0,-24 25 0,0-1 15,25-24-15,-25 25 0,25-25 0,-25 0 0,25 25 16,0-25-16,-25 0 0,24 0 0,1 25 0,-25-25 0,25 0 15,0 0-15,-25 0 0,25 0 0,-1 0 0,-24 0 16,25 0-16,0 0 0,-25 0 0,25-25 0,-25 25 16,25 0-16</inkml:trace>
  <inkml:trace contextRef="#ctx0" brushRef="#br0" timeOffset="66098.7807">12105 4961 0,'0'0'0,"0"0"0,0 0 15,0 0-15,-25 0 0,25 0 0,0 0 0,0 0 16,0 0-16,0 0 0,0 0 0,0 0 0,0 0 0,0 0 15,0-25-15,25 25 0,-25 0 0,0 0 0,0 0 16,0 0-16,0 0 0,24 0 0,-24 0 0,0 0 0,0 0 16,0 0-16,25 0 0,-25 0 0,0 0 0,0 0 15,0 0-15,0 0 0,0 0 0,0 0 0,0 0 0,0 0 16,0 25-16,0-25 0,0 0 0,0 0 0,0 25 15,0-25-15,0 0 0,0 0 0,0 25 0,-25-25 16,25 0-16,0 24 0,0-24 0,0 0 0,-24 25 0,24-25 16,0 25-16,0-25 0,-25 0 0,25 25 0,0-25 15,0 25-15,-25-25 0,25 0 0,0 24 0,0-24 16,-25 0-16,25 25 0,0-25 0,0 0 0,0 0 0,0 25 15,0-25-15,0 0 0,0 0 0,0 0 0,0 0 16,25 0-16,-25 0 0,0 0 0,25 0 0,-25 0 16,25-25-16,-25 25 0,24 0 0,1 0 0,-25 0 0,25 0 15,0 0-15,0-25 0,-25 25 0,25 0 0,-1 0 16,1 0-16,0 0 0,-25 0 0,25 0 0,0 0 0,-25 0 15,24 0-15,-24 0 0,25 0 0,-25 0 0,25 0 16,-25 0-16,25-24 0,-25 24 0</inkml:trace>
  <inkml:trace contextRef="#ctx0" brushRef="#br0" timeOffset="66724.8165">12750 4589 0,'0'0'16,"0"0"-16,0-25 0,0 25 0,0 0 0,0 0 15,0 0-15,0 0 0,0 0 0,0 0 0,0 0 0,0-25 16,0 25-16,0 0 0,0 0 0,0 0 0,0 0 16,0 0-16,0 0 0,0 0 0,0 0 0,0 0 15,0 25-15,0-25 0,0 0 0,0 0 0,0 0 0,0 0 16,-25 25-16,25-25 0,0 0 0,0 25 0,0-25 15,0 24-15,0-24 0,0 25 0,-25 0 0,25-25 16,0 25-16,0 0 0,0-1 0,0 1 0,0 0 0,-25-25 16,25 25-16,0 0 0,0-25 0,0 25 0,0-1 15,25-24-15,-25 25 0,0-25 0,0 25 0,0-25 0,0 0 16,0 25-16,0-25 0,25 0 0,-25 0 0,0 0 15,0 0-15,0 0 0,25 0 0,-25 0 0,0 0 0,24 0 16,-24 0-16,0-25 0,25 25 0,-25 0 0,25 0 16,-25-25-16,25 25 0,-25 0 0,25-25 0,-25 25 15,24-24-15,-24 24 0,25 0 0,-25-25 0,25 25 0,-25-25 16,25 0-16,-25 25 0,0-25 0,25 25 0,-25-25 0,0 1 15,24 24-15,-24-25 0,0 0 0,0 25 0,0-25 16,25 0-16,-25 25 0,0-24 0,0 24 0,0 0 16,0-25-16,0 25 0,0 0 0,0 0 0,0 0 0,0 0 15,0 0-15,0 0 0,0 0 0,0 0 0,0 0 16,0 0-16,0 25 0,0-25 0,0 0 0,0 0 15,0 24-15,-25-24 0,25 25 0,0-25 0,0 25 0,0-25 16,0 25-16,0 0 0,0-25 0,0 24 0,0-24 16,0 25-16,0 0 0,0-25 0,0 25 0,0-25 15,0 25-15,0-25 0,0 25 0,0-25 0,0 24 0,0-24 16,0 0-16,0 25 0,0-25 0,0 25 0,0-25 0,25 0 15,-25 25-15,0-25 0,0 0 0,0 0 16,0 0-16,25 25 0,-25-25 0,0 0 0,0 0 0</inkml:trace>
  <inkml:trace contextRef="#ctx0" brushRef="#br0" timeOffset="67042.8347">13171 5011 0,'0'0'0,"0"0"0,0 0 0,0 0 0,0 0 0,0 0 16,0 0-16,0 0 0,0 0 0,0 0 0,0 0 15,0 0-15,0 0 0,0 0 0,0 0 0,25 0 16,-25 0-16,0 0 0,0 0 0,0 0 0,0 0 0,25 0 15,-25 0-15,0 0 0,0 0 0,0 0 0,25 24 16,-25-24-16,0 0 0,0 0 0,0 0 0,0 0 16,0 25-16,0-25 0,0 0 0,0 0 0,0 25 0,-25-25 15,25 0-15,0 25 0,0-25 0,-25 0 0,25 25 16,0-25-16,0 0 0,0 24 0,-25-24 0,25 0 15,0 25-15,0-25 0,0 0 0,0 25 0,0-25 0,0 0 16,0 0-16,0 0 0,0 0 0,0 25 0,0-25 16,0 0-16,0 0 0,0 0 0,25 0 0,-25 0 15,0 0-15,25 0 0,-25 0 0,0 0 0,25 0 0,-25 0 16,25-25-16,-25 25 0,24 0 0,1 0 0,-25 0 0,25 0 15,0-25-15,-25 25 0,25 0 0,-1 0 0,-24-25 16,25 25-16,0 0 0,-25-24 0,25 24 0,0 0 16,-25 0-16</inkml:trace>
  <inkml:trace contextRef="#ctx0" brushRef="#br0" timeOffset="67221.8449">13667 4986 0,'0'0'0,"0"0"0,0 0 0,0 0 0,0 0 15,0 0-15,0 0 0,0 0 0,25 0 0,-25 0 16,0 0-16,25 0 0,-25-25 0,25 25 0,-25 0 0,25 0 15,-25 0-15,24 0 0,1 0 0,-25 0 0,25 0 16,-25 0-16,25 0 0,0 0 0,-25 0 0,24 0 16,-24 0-16,0 0 0,25 0 0,-25-25 0,0 25 0,0 0 15,0 0-15,0 0 0,0 0 0</inkml:trace>
  <inkml:trace contextRef="#ctx0" brushRef="#br0" timeOffset="67396.8549">13841 4837 0,'0'0'0,"0"0"0,0 0 0,0 0 16,0 0-16,0 0 0,0 0 0,0 0 0,0 0 0,-25 0 15,25 0-15,0 25 0,0-25 0,0 25 0,0-25 16,0 24-16,0-24 0,0 25 0,0-25 0,0 25 0,-25 0 16,25-25-16,0 25 0,0-1 0,0-24 0,-24 25 15,24 0-15,0-25 0,0 25 0,0-25 0,0 25 0,0-25 16,0 0-16,0 24 0,0-24 0</inkml:trace>
  <inkml:trace contextRef="#ctx0" brushRef="#br0" timeOffset="67643.869">14461 4911 0,'0'0'0,"0"0"0,0 0 0,0 0 16,0 0-16,0 0 0,0 0 0,0 0 0,0-24 0,0 24 16,0 0-16,0 0 0,0 0 0,0 0 0,0 0 15,25 0-15,-25 0 0,0 0 0,0 0 0,0 0 16,0 0-16,25 24 0,-25-24 0,0 0 0,25 0 0,-25-24 15,0 24-15,0 0 0,24 0 0</inkml:trace>
  <inkml:trace contextRef="#ctx0" brushRef="#br0" timeOffset="67793.8776">14684 4911 0,'0'0'0,"0"0"16,0 0-16,0 0 0,0 0 0,0 0 0,0 0 0,0 0 16,0 0-16,0 0 0,0 0 0,0 0 0,25 0 15,-25 0-15,0 0 0,0 0 0,0 0 0,25 0 16,-25 0-16,0 0 0,25 0 0,-25 0 0,25 0 0,-25-24 15,0 24-15</inkml:trace>
  <inkml:trace contextRef="#ctx0" brushRef="#br0" timeOffset="67967.8876">15032 4911 0,'0'25'16,"0"-25"-16,0 0 0,0 0 0,0 0 0,0 0 16,0 0-16,0 0 0,0 0 0,0 0 0,0 0 0,0 0 15,0 0-15,0 0 0,0 0 0,0 0 0,0 0 16,0 0-16,0 0 0,0 0 0,0 0 0,0 0 15,0 0-15,24 0 0,-24 0 0,0-25 0,0 25 0,0 0 16,25 0-16</inkml:trace>
  <inkml:trace contextRef="#ctx0" brushRef="#br0" timeOffset="68295.9063">15974 4862 0,'0'0'0,"0"0"16,0 0-16,0 0 0,0 0 0,0 0 0,0 0 0,0 0 15,0 0-15,0 0 0,0 0 0,0-25 0,0 25 16,0 0-16,0 0 0,25 0 0,-25 0 0,0 0 16,25 0-16,-25 0 0,25 0 0,-25 0 0,24 0 0,-24 0 15,25 0-15,0 0 0,-25 0 0,25 0 0,-25 0 16,25 0-16,-25 0 0,24 0 0,-24 0 0,25 0 0,-25 0 15,25 0-15,-25-25 0,0 25 0,0 0 0,25 0 16,-25 0-16</inkml:trace>
  <inkml:trace contextRef="#ctx0" brushRef="#br0" timeOffset="68460.9158">16173 4738 0,'0'0'16,"0"0"-16,0 0 0,0 0 0,0 0 0,0 0 0,-25 0 16,25 0-16,0 0 0,0 0 0,0 0 0,0 0 15,0 0-15,0 0 0,0 24 0,0-24 0,0 0 16,0 0-16,0 25 0,0-25 0,0 25 0,0-25 0,0 25 15,0-25-15,0 25 0,0-25 0,0 25 0,0-25 16,0 24-16,0-24 0,-25 25 0,25-25 0,0 25 0,0-25 16,0 25-16,0-25 0,0 0 0,0 0 0,0 25 15</inkml:trace>
  <inkml:trace contextRef="#ctx0" brushRef="#br0" timeOffset="69405.9698">17462 4688 0,'0'0'0,"0"-25"0,0 25 0,0 0 0,0 0 16,-24-25-16,24 25 0,0 0 0,0-24 0,0 24 15,-25 0-15,25 0 0,0 0 0,0-25 0,0 25 0,0 0 16,-25 0-16,25 0 0,0-25 0,0 25 0,0 0 16,0 0-16,-25 0 0,25 0 0,0 0 0,0 0 15,-25 0-15,25 0 0,-24 0 0,24 25 0,-25-25 0,25 0 16,-25 0-16,0 0 0,25 25 0,-25-25 0,25 0 15,-24 24-15,24-24 0,-25 25 0,25-25 0,-25 25 16,25-25-16,0 25 0,-25 0 0,25-25 0,0 24 0,0 1 16,0 0-16,0-25 0,0 25 0,0 0 0,0 0 15,0-25-15,0 24 0,0-24 0,0 25 0,25-25 0,-25 25 16,0-25-16,0 25 0,25-25 0,-25 0 0,0 25 15,25-25-15,-25 0 0,24 0 0,-24 24 0,25-24 0,-25 0 16,25 0-16,-25 0 0,25 0 0,-25 0 0,25 0 16,-25 0-16,24 0 0,-24 0 0,25-24 0,-25 24 15,0 0-15,25 0 0,-25 0 0,0-25 0,25 25 0,-25 0 16,0 0-16,0 0 0,0-25 0,25 25 0,-25 0 15,0-25-15,0 25 0,0 0 0,0 0 0,0-25 0,0 25 16,0 0-16,0 0 0,0-24 0,0 24 0,0 0 16,0 0-16,24 0 0,-48 0 0,24-25 0,0 25 15,0 0-15,0 0 0,0 0 0,0 0 0,0 0 0,0 0 16,0 0-16,0 0 0,0 25 0,0-25 0,0 0 15,0 0-15,0 0 0,0 24 0,0-24 0,0 0 16,0 25-16,0-25 0,0 25 0,0-25 0,0 0 0,0 25 16,0-25-16,0 0 0,0 25 0,0-25 0,0 24 15,-25-24-15,25 0 0,0 0 0,0 25 0,0-25 0,0 0 16,0 0-16,0 25 0,0-25 0,0 0 0,0 0 0,0 0 15,0 0-15,0 0 0,0 0 0,0 0 0,0 0 16,0 0-16,0 0 0,0 0 0,0 0 0,0 0 16,25 0-16,-25 0 0,0 0 0,0-25 0,0 25 0,24 0 15,-24-25-15,0 25 0,25 0 0,-25-24 0,0 24 16,25 0-16,-25 0 0,0-25 0,25 25 0,-25 0 0,0 0 15,0 0-15,25-25 0,-25 25 0,0 0 0,0 0 16,0 0-16,0 0 0,0 25 0,0-25 0,0 0 16,0 0-16,0 0 0,0 25 0,0-25 0,0 0 15,0 0-15,0 24 0,0-24 0,0 0 0,0 25 0,0-25 16,0 0-16,0 25 0,0-25 0,0 0 0,0 25 0,0-25 15,0 0-15,0 0 0,25 0 0,-25 25 0,0-25 16,0 0-16,24 0 0,-24 0 0,0 0 0,25 0 16,-25 0-16,25 0 0,-25 0 0,25-25 0,0 25 0,-25 0 15,24 0-15,1 0 0,-25-25 0</inkml:trace>
  <inkml:trace contextRef="#ctx0" brushRef="#br0" timeOffset="70180.0141">18058 4663 0,'0'0'0,"0"0"0,0 0 0,0 0 0,0 0 16,0-25-16,0 25 0,0 0 0,0 0 0,0 0 15,0 0-15,0 0 0,0 25 0,0-25 0,0 0 0,0 0 16,0 0-16,0 25 0,0-25 0,0 0 0,0 25 0,0-25 16,0 25-16,0-25 0,-25 24 0,25 1 0,0-25 15,0 25-15,0-25 0,0 25 0,0 0 0,0-25 16,0 25-16,0-25 0,0 24 0,0-24 0,0 25 0,0-25 15,0 25-15,0-25 0,0 25 0,0-25 0,0 25 16,0-25-16,0 0 0,0 24 0,0-24 0,0 0 0,0 0 16,0 0-16,0 0 0,0 0 0,0 25 0,25-25 15,-25 0-15,0 0 0,0 0 0,0 0 0,0 0 16,0 0-16,0 0 0,0 0 0,0 0 0,0-25 0,0 25 15,0 0-15,0 0 0,0 0 0,0 0 0,0 0 16,0 0-16,0 0 0,0 0 0,0 0 0,0 0 16,0 0-16,0 0 0,0 0 0,0 0 0,0 0 15,0 0-15,25 0 0,-25 0 0,0 0 0,0 0 0,0 0 16,0 0-16,0 0 0,0 0 0,0 0 0,0 0 0,0 0 15,0 0-15,0 0 0,0 0 0,0 0 0,0 0 16,24 0-16,-24 0 0,0 0 0,0 0 0,0 0 0,25 0 16,-25 0-16,0 0 0,25 0 0,-25 0 0,0 0 15,25 0-15,-25 0 0,25 0 0,-25 0 0,24-24 0,-24 24 16,25 0-16,-25 0 0,25 0 0,-25 0 0,25-25 15,-25 25-15,0 0 0,25 0 0,-25 0 0,24-25 16,-24 25-16,0 0 0,25-25 0,-25 25 0,0 0 0,0-25 16,0 25-16,25 0 0,-25-24 0,0 24 0,0-25 15,0 25-15,0 0 0,0-25 0,0 25 0,0-25 0,0 25 16,0-25-16,0 25 0,0-25 0,0 25 0,25 0 15,-25-24-15,0 24 0,0 0 0,0 0 0,0-25 16,0 25-16,0 0 0,0 0 0,0 0 0,0 0 0,0 0 16,0 0-16,0 0 0,0 0 0,0 0 0,0 0 15,0 0-15,0 0 0,0 0 0,0 0 0,0 0 0,0 0 16,0 0-16,0 0 0,0 0 0,0 0 0,0 25 15,-25-25-15,25 0 0,0 24 0,0-24 0,0 0 16,0 25-16,0-25 0,0 25 0,0-25 0,0 25 0,0-25 16,-25 25-16,25-25 0,0 25 0,0-25 0,0 24 15,0-24-15,0 25 0,0-25 0,-25 25 0,25-25 0,0 25 16,0-25-16,0 0 0,0 25 0,0-25 0,0 24 15,0-24-15,0 0 0,0 0 0,0 25 0,0-25 0,0 0 16,0 0-16,0 0 0,0 0 0,0 0 0,0 25 16,25-25-16,-25 0 0,0 0 0,0 0 0,0 0 15,25 0-15</inkml:trace>
  <inkml:trace contextRef="#ctx0" brushRef="#br0" timeOffset="70601.0382">18604 5035 0,'0'0'0,"0"0"15,0 0-15,0 0 0,0 0 0,0-24 0,0 24 0,0 0 16,0 0-16,0 0 0,0 0 0,0 0 0,0 24 16,0-24-16,0 0 0,0 0 0,0 0 0,0 25 15,0-25-15,0 0 0,0 0 0,0 25 0,0-25 0,0 25 16,0-25-16,0 0 0,0 25 0,0-25 0,0 24 15,0-24-15,0 0 0,0 25 0,0-25 0,0 0 0,0 25 16,0-25-16,0 0 0,0 0 0,0 0 0,-25 25 16,25-25-16,0 0 0,0 0 0,0 0 0,0 0 15,0 0-15,0 0 0,0 0 0,0 0 0,0 0 16,25 0-16,-25 0 0,0-25 0,0 25 0,0 0 0,0 0 15,24 0-15,-24-25 0,0 25 0,0 0 0,25-25 0,-25 25 16,25 0-16,-25-24 0,0 24 0,25-25 0,-25 25 16,0 0-16,25-25 0,-25 25 0,0 0 0,0 0 15,24-25-15,-24 25 0,0 0 0,0 0 0,0 0 0,0 0 16,0 25-16,0-25 0,0 0 0,0 0 0,0 0 0,0 25 15,0-25-15,0 0 0,0 25 0,0-25 0,0 0 16,0 24-16,0-24 0,0 0 0,0 25 0,0-25 16,0 0-16,0 25 0,0-25 0,0 0 0,0 0 0,0 25 15,0-25-15,0 0 0,0 0 0,0 0 0,25 0 16,-25 0-16,0 0 0,0 0 0,25 0 0,-25 0 15,25 0-15</inkml:trace>
  <inkml:trace contextRef="#ctx0" brushRef="#br0" timeOffset="70902.0554">19695 4887 0,'-25'0'0,"25"-25"0,0 25 0,0 0 16,0 0-16,0 0 0,0 0 0,0 0 0,0 0 15,0 0-15,0 0 0,0 0 0,0 0 0,0 0 16,0 0-16,0 0 0,0 0 0,0 0 0,25 25 0,-25-25 15,0 0-15,25 0 0,-25 0 0,25 0 0,-25 0 16,24 0-16,1 0 0,-25 0 0,25 0 0,-25 0 16,25 0-16,0 0 0,-25 0 0,24 0 0,-24 0 0,25 0 15,-25 0-15,0 0 0,0 0 0,25 0 0,-25 0 16,0 0-16,0 0 0</inkml:trace>
  <inkml:trace contextRef="#ctx0" brushRef="#br0" timeOffset="71091.0662">19695 4986 0,'-25'25'0,"25"-25"0,0 0 0,0 0 0,-25 0 0,25 0 15,0 0-15,0 0 0,0 0 0,0 0 0,0 0 16,0 0-16,0 0 0,0 0 0,0 0 0,25 0 0,-25 0 16,0 0-16,25 0 0,-25 24 0,25-24 0,-25 0 15,25 0-15,-25 0 0,24 0 0,1 0 0,-25 0 0,25 0 16,0 0-16,0 0 0,-1 0 0,-24 0 0,25-24 15,0 24-15,0 0 0,-25 0 0,25 0 0,-1 0 16,1 0-16,-25 0 0,25 0 0</inkml:trace>
  <inkml:trace contextRef="#ctx0" brushRef="#br0" timeOffset="71662.0989">20811 4738 0,'0'-25'0,"0"25"15,0 0-15,0 0 0,0 0 0,0-25 0,0 25 16,0 0-16,0 0 0,0-25 0,0 25 0,0 0 0,0 0 16,0 0-16,-25-25 0,25 25 0,0 0 0,0 0 15,0 0-15,0 0 0,0 0 0,0 0 0,0 0 0,0 0 16,0 0-16,0 0 0,0 0 0,0 0 0,0 0 15,-24 0-15,24 0 0,0 0 0,0 0 0,0 0 16,-25 0-16,25 0 0,0 25 0,0-25 0,-25 0 0,25 0 16,0 25-16,0-25 0,-25 25 0,25-25 0,0 25 15,0-25-15,-25 24 0,25-24 0,0 25 0,0-25 0,-25 25 16,25 0-16,0-25 0,0 25 0,0 0 0,0-25 15,0 24-15,0-24 0,0 25 0,0-25 0,0 25 0,0 0 16,0-25-16,25 0 0,-25 25 0,0-25 0,0 24 16,0-24-16,25 0 0,-25 0 0,0 25 0,25-25 15,-25 0-15,0 0 0,0 0 0,25 0 0,-25 0 0,0 0 16,25 0-16,-25 0 0,24 0 0,-24 0 0,0-25 15,25 25-15,-25 0 0,25-24 0,-25 24 0,0 0 16,25-25-16,-25 25 0,0-25 0,25 25 0,-25-25 0,0 25 16,0-25-16,0 1 0,24 24 0,-24-25 0,0 0 15,0 25-15,0-25 0,0 25 0,0-25 0,0 25 0,0-25 16,0 25-16,0-24 0,0 24 0,0-25 0,0 25 15,0 0-15,0 0 0,0-25 0,0 25 0,0 0 0,-24 0 16,24 0-16,0 0 0,-25 0 0,25 0 0,0 0 16,-25 0-16,25 0 0,-25 0 0,25 0 0,-25 0 15,1 0-15</inkml:trace>
  <inkml:trace contextRef="#ctx0" brushRef="#br0" timeOffset="73601.2098">21555 4465 0,'0'0'15,"0"0"-15,0 0 0,0 0 0,0 0 0,0 0 16,0 0-16,0-25 0,0 25 0,0 0 0,0 0 15,0 0-15,0 0 0,0 0 0,0 0 0,0 0 0,0 0 16,0 0-16,0 0 0,0 0 0,0 0 0,0 0 16,-25 0-16,25 0 0,0 0 0,0 0 0,0 0 0,0 0 15,0 0-15,0 0 0,-24 25 0,24-25 0,0 0 16,-25 0-16,25 25 0,0-25 0,-25 24 0,25-24 15,-25 25-15,0 0 0,25 0 0,-24 0 0,24-1 0,-25 1 16,25 0-16,-25 0 0,25 0 0,-25-1 0,25 1 0,0 0 16,0-25-16,0 25 0,0 0 0,0-25 0,0 25 15,0-1-15,0-24 0,25 25 0,-25-25 0,0 25 16,25-25-16,-25 0 0,25 25 0,-25-25 0,0 0 0,24 0 15,1 25-15,-25-25 0,25 0 0,-25 0 0,25 0 16,-25 0-16,25 0 0,-25 0 0,24 0 0,-24 0 0,25-25 16,-25 25-16,25 0 0</inkml:trace>
  <inkml:trace contextRef="#ctx0" brushRef="#br0" timeOffset="74125.2397">21729 4713 0,'0'0'0,"0"-25"0,0 25 0,0 0 16,0 0-16,0 0 0,0-25 0,0 25 0,0 0 15,0 0-15,0 0 0,0 0 0,0 0 0,0 0 16,0 0-16,0 0 0,0 0 0,0 0 0,0 0 0,0 0 15,0 0-15,0 0 0,0 0 0,0 0 0,0 25 16,0-25-16,0 0 0,0 0 0,0 25 0,0-25 0,0 25 16,0-25-16,-25 24 0,25 1 0,0-25 0,0 25 15,0-25-15,0 25 0,0-25 0,0 25 0,0 0 0,0-25 16,0 24-16,0-24 0,0 0 0,0 25 0,0-25 15,0 25-15,25-25 0,-25 0 0,0 0 0,0 25 16,0-25-16,0 0 0,0 0 0,25 0 0,-25 0 0,0 0 16,0 0-16,0 0 0,0 0 0,25 0 0,-25 0 15,0-25-15,0 25 0,24 0 0,-24 0 0,0-25 16,0 25-16,25 0 0,-25-25 0,0 25 0,25 0 0,-25-24 15,0 24-15,25-25 0,-25 25 0,0-25 0,0 25 16,25 0-16,-25-25 0,0 25 0,0-25 0,0 25 0,24 0 16,-24-25-16,0 25 0,0 0 0,0 0 0,0-24 15,0 24-15,0 0 0,0 0 0,0 0 0,0 0 0,0 0 16,0 0-16,0 0 0,0 0 0,0 0 0,0 0 15,0 24-15,0-24 0,0 0 0,0 0 0,0 0 16,0 0-16</inkml:trace>
  <inkml:trace contextRef="#ctx0" brushRef="#br0" timeOffset="74489.2606">22299 4490 0,'0'0'0,"0"0"0,0 0 0,0 0 0,0 0 15,0 0-15,0 0 0,0 0 0,0 0 0,0 0 16,0 0-16,0 0 0,-24 0 0,24 0 0,0 24 0,0-24 15,0 0-15,0 25 0,0-25 0,0 25 0,0-25 0,-25 25 16,25 0-16,0-25 0,0 24 0,0-24 0,0 25 16,-25 0-16,25-25 0,0 25 0,0 0 0,0-25 15,-25 24-15,25 1 0,0-25 0,0 25 0,0 0 0,0-25 16,0 25-16,0-25 0,0 25 0,-25-1 0,25-24 15,0 0-15,0 25 0,0-25 0,0 25 0,0-25 0,0 0 16,0 0-16,0 25 0,0-25 0,0 0 0,0 0 16,0 0-16,0 0 0,0 0 0,0 0 0,0 0 15,0 0-15,-24 0 0,24 0 0,0 0 0,0 0 0,0 0 16,-25 0-16,25 0 0</inkml:trace>
  <inkml:trace contextRef="#ctx0" brushRef="#br0" timeOffset="74946.2867">22101 4787 0,'25'0'0,"-25"0"0,0 0 15,0 0-15,0 0 0,25-25 0,-25 25 0,0 0 0,0 0 16,24 0-16,-24-24 0,25 24 0,-25 0 0,25 0 16,-25-25-16,25 25 0,-25 0 0,25 0 0,-25 0 0,24 0 15,-24 0-15,0 0 0,25 0 0,-25 0 0,25 0 16,-25 0-16,0 0 0,25 0 0,-25 0 0,0 0 15,0 0-15,0 0 0,25 0 0,-25 0 0,0 25 0,0-25 16,0 0-16,0 24 0,0-24 0,0 0 0,0 25 16,0-25-16,0 0 0,0 25 0,0-25 0,0 25 15,-25-25-15,25 0 0,0 25 0,0-25 0,0 25 0,0-25 16,0 0-16,0 24 0,0-24 0,0 25 0,0-25 15,0 0-15,0 25 0,0-25 0,0 0 0,25 25 0,-25-25 16,0 0-16,0 0 0,0 25 0,0-25 0,0 0 16,24 0-16,-24 0 0,0 0 0,25 0 0,-25 0 0,0 0 15,25 0-15,-25 0 0,25 0 0,-25-25 0,0 25 16,25 0-16,-25 0 0,24 0 0,-24-25 0,0 25 15,25-25-15,-25 25 0,0 0 0,0-25 0,0 25 0,25 0 16,-25-24-16,-25 24 0,25 0 0,0-25 0,0 25 16,0-25-16,0 0 0,0 25 0,0-25 0,0 25 0,-25 0 15,25-25-15,0 25 0,0-24 0,0 24 0,0 0 16,0 0-16,-24 0 0,24 0 0,0 0 0,0-25 0,0 25 15,-25 0-15,25 0 0,0 25 0,0-25 0,0 0 16,0 0-16,-25 0 0,25 0 0,0 0 0,0 0 16,0 0-16,0 0 0,0 0 0,0 0 0,0 0 0,0-25 15,0 25-15,0 0 0,0 0 0</inkml:trace>
  <inkml:trace contextRef="#ctx0" brushRef="#br0" timeOffset="75188.3005">22597 4514 0,'0'0'0,"0"-24"0,0 24 16,0 0-16,0 0 0,0 0 0,0 0 0,0 0 16,0 0-16,25 0 0,-25 0 0,0 0 0,25 0 0,-25 0 15,0 0-15,24 0 0,-24 0 0,25 24 0,-25-24 16,25 0-16,-25 0 0,0 0 0,25 25 0,-25-25 15,0 0-15,0 25 0,0-25 0,0 0 0,0 25 0,0-25 16,0 0-16,0 25 0,-25-25 0,25 24 0,-25-24 16,25 0-16,-25 25 0,25-25 0,-24 25 0,-1-25 0,25 0 15,-25 25-15,0-25 0,25 0 0,-25 25 0,25-25 16,-24 0-16</inkml:trace>
  <inkml:trace contextRef="#ctx0" brushRef="#br0" timeOffset="75920.3424">23440 4490 0,'0'-25'0,"0"25"0,0 0 0,0 0 0,0 0 0,-24 0 0,24 0 0,0 0 0,-25 0 0,25 0 0,0 0 0,0 0 0,-25 0 0,25 0 0,0 0 0,-25 0 0,25 0 0,0 25 0,0-25 0,-25 0 0,25 0 0,0 24 0,0-24 0,-24 0 16,24 25-16,0-25 0,0 25 0,-25-25 0,25 25 0,0 0 0,0-25 0,-25 24 0,25 1 0,0-25 0,0 25 0,0 0 16,0-25-16,0 25 0,0-1 0,0-24 0,0 25 0,0-25 15,0 25-15,25-25 0,-25 25 0,0-25 0,0 0 16,25 25-16,-25-25 0,0 0 0,24 25 0,-24-25 15,0 0-15,25 0 0,-25 0 0,25 0 0,-25 0 0,0 0 16,25 0-16,-25 0 0,25 0 0,-25 0 0,24 0 16,-24-25-16,0 25 0,25 0 0,-25 0 0,25-25 15,-25 25-15,0 0 0,0-25 0,0 25 0,25-25 0,-25 25 16,0-25-16,0 25 0,0-24 0,0 24 0,0-25 15,0 0-15,-25 25 0,25-25 0,0 0 0,0 25 0,0-24 16,0 24-16,0-25 0,0 25 0,0-25 0,-25 25 16,25-25-16,0 25 0,0 0 0,0 0 0,0 0 0,0 0 15,0-25-15,0 25 0,0 0 0,0 0 0,0 0 16,0 0-16,0 25 0,0-25 0,0 0 0,0 0 15,0 0-15,0 0 0,0 0 0,0 0 0,0 0 0,0 0 16,0 0-16</inkml:trace>
  <inkml:trace contextRef="#ctx0" brushRef="#br0" timeOffset="76510.3762">24110 4341 0,'0'0'0,"0"0"0,0 0 0,0 0 15,0 0-15,0 0 0,0 0 0,0 0 0,0 0 0,0 0 16,0 0-16,0 0 0,0 0 0,0 0 0,0 0 16,0 0-16,0 0 0,0 0 0,0 0 0,0 0 15,0 0-15,25 25 0,-25-25 0,0 0 0,0 0 0,25 24 16,-25-24-16,0 0 0,0 25 0,25-25 0,-25 25 0,0-25 15,24 25-15,-24 0 0,0-25 0,0 24 0,0 1 16,0 0-16,0 0 0,0 0 0,0-25 0,0 24 16,0 1-16,0 0 0,0 0 0,0 0 0,0-1 0,-24-24 15,24 25-15,0 0 0,0 0 0,-25-25 0,25 25 16,-25-25-16,25 25 0,0-1 0,-25-24 0,0 25 15,25-25-15,-24 25 0,24-25 0,-25 25 0,25-25 0,-25 25 16,0-25-16,25 0 0,-25 24 0,25-24 0,0 0 0,-24 25 16,24-25-16,-25 0 0,25 0 0,0 0 0,0 0 15,-25 25-15,25-25 0,0 0 0,0 0 0,0 0 16,0 0-16,0 0 0,0 0 0,0 0 0,0 0 0,0 0 15,0 0-15,0 0 0,0 0 0,0 0 0,0 0 16,0-25-16,0 25 0,0 0 0,0 0 0,0 0 16,0 0-16,0 0 0,0-25 0,0 25 0,0 0 0,0 0 15,0-24-15,0 24 0,-25 0 0,25 0 0,0 0 0</inkml:trace>
  <inkml:trace contextRef="#ctx0" brushRef="#br0" timeOffset="78951.5158">6871 6102 0,'0'0'0,"0"-25"0,0 25 16,0 0-16,0 0 0,0 0 0,0-25 0,25 25 15,-25 0-15,0 0 0,0-24 0,0 24 0,0 0 0,0 0 16,0-25-16,0 25 0,0 0 0,0 0 0,0-25 15,0 25-15,0 0 0,0 0 0,0 0 0,0 0 0,0-25 16,0 25-16,0 0 0,0 0 0,0 0 0,0 0 16,0 0-16,0 0 0,0 0 0,0 0 0,0 0 15,0 0-15,-25 0 0,25 0 0,0 25 0,0-25 0,0 0 16,0 25-16,0-25 0,0 25 0,-25-25 0,25 24 15,0 1-15,0-25 0,0 25 0,-25 0 0,25 0 0,0-1 16,0-24-16,0 25 0,0 0 0,-25 0 0,25-25 16,0 25-16,0-1 0,0-24 0,0 25 0,0-25 0,0 25 15,0-25-15,-24 25 0,24-25 0,0 25 0,0-25 16,0 0-16,0 0 0,0 24 0,0-24 0,0 0 0,0 0 15,0 0-15,0 25 0,0-25 0,0 0 0,0 0 16,0 0-16,0 0 0,0 0 0,0 0 0,0 0 16,0 0-16,0 0 0,0 0 0,0 0 0,0 0 0,0-25 15,0 25-15,0 0 0,0 0 0,0 0 0,24-24 16,-24 24-16,0 0 0,0-25 0,0 25 0,25-25 15,-25 25-15,0-25 0,25 25 0</inkml:trace>
  <inkml:trace contextRef="#ctx0" brushRef="#br0" timeOffset="79275.5343">7094 6052 0,'0'0'0,"0"0"15,0 0-15,0-24 0,0 24 0,25 0 0,-25 0 16,0 0-16,0 0 0,0 0 0,0-25 0,0 25 16,0 0-16,0 0 0,0 0 0,0 0 0,-25 0 0,25 0 15,0 0-15,0 0 0,0 0 0,0 0 0,0 0 16,-25 0-16,25 0 0,0 0 0,0 0 0,-24 25 15,24-25-15,-25 0 0,25 0 0,0 24 0,-25-24 0,25 25 16,-25-25-16,25 0 0,-25 25 0,25-25 0,-24 25 16,24-25-16,0 25 0,0-25 0,-25 24 0,25-24 0,0 25 15,0-25-15,0 0 0,0 25 0,0-25 0,25 25 16,-25-25-16,0 0 0,0 25 0,0-25 0,24 0 15,-24 0-15,0 24 0,25-24 0,-25 0 0,0 25 0,25-25 16,-25 0-16,0 25 0,25-25 0,-25 0 0,0 0 16,25 25-16,-25-25 0,0 0 0,0 25 0,24-25 0,-24 0 15,0 0-15,0 24 0,0-24 0,0 0 0,25 0 16,-25 0-16,0 0 0,0 0 0,0 0 0,25 0 0,-25 0 15,0 0-15,0 0 0,25 0 0,-25 0 0,0 0 16,0-24-16</inkml:trace>
  <inkml:trace contextRef="#ctx0" brushRef="#br0" timeOffset="79943.5725">7243 6276 0,'0'0'0,"0"0"0,0 0 0,0 0 0,0 0 0,0 0 15,0 0-15,0 0 0,0 0 0,0 0 0,0 0 16,0 0-16,0 0 0,0 0 0,0 0 0,0-25 0,25 25 15,-25 0-15,0 0 0,25-25 0,-25 25 0,24 0 16,-24-25-16,25 25 0,-25-25 0,25 25 0,0-24 0,-25 24 16,25-25-16,-25 25 0,24-25 0,1 25 0,-25-25 15,25 25-15,-25-25 0,25 25 0,-25-24 0,25 24 16,-25-25-16,0 25 0,0-25 0,24 25 0,-24-25 0,0 25 15,0-25-15,0 25 0,0-24 0,0 24 0,0 0 16,0 0-16,0-25 0,0 25 0,0 0 0,-24 0 0,24-25 16,0 25-16,0 0 0,-25 0 0,25-25 0,0 25 15,-25 0-15,25 0 0,-25 0 0,25 0 0,0 0 16,-25 0-16,25 0 0,0 0 0,0 0 0,-24 0 15,24 0-15,0 0 0,0 0 0,0 25 0,0-25 0,-25 0 16,25 25-16,0-25 0,0 0 0,0 25 0,0-25 16,0 24-16,-25-24 0,25 25 0,0-25 0,0 25 0,0 0 15,0-25-15,0 25 0,0-25 0,0 24 0,0 1 16,0-25-16,0 25 0,0 0 0,0-25 0,0 25 0,0-1 15,0-24-15,-25 25 0,25-25 0,0 25 0,0-25 0,0 25 16,0 0-16,0-25 0,0 24 0,0-24 0,0 0 16,-25 25-16,25-25 0,0 0 0,0 25 0,0-25 15,0 0-15,0 0 0,0 0 0,0 0 0,0 25 0,0-25 16,0 0-16,0 0 0,0 0 0,0 0 0,0 0 15,0 0-15,0 0 0,0 0 0,0 0 0,0-25 16,0 25-16,25 0 0,-25 0 0,0-25 0,0 25 0,25 0 16,-25-25-16,0 25 0,25-24 0,-25 24 0,25-25 15,-25 25-15,0-25 0,24 25 0,-24 0 0,0 0 16,0-25-16,25 25 0,-25 0 0,0 0 0,0 0 0,0 0 15,0 0-15,0 0 0,25 0 0,-25 25 0,0-25 0,0 0 16,0 0-16,0 25 0,0-25 0,0 0 16,0 25-16,0-25 0,0 24 0,0-24 0,0 25 0,0-25 15,0 0-15,0 25 0,0-25 0,0 25 0,0-25 16,0 0-16,0 25 0,0-25 0,0 0 0,0 24 0,0-24 15,0 0-15,25 0 0,-25 0 0,0 25 0,0-25 0,0 0 16,0 0-16,0 0 0,25 0 0,-25 0 0,0 0 16,24 0-16,-24 0 0,0-25 0,25 25 0,-25 0 15,25 0-15,0 0 0,-25-24 0,25 24 0,-1 0 0,-24 0 16</inkml:trace>
  <inkml:trace contextRef="#ctx0" brushRef="#br0" timeOffset="80632.6119">7888 6300 0,'0'-24'0,"0"24"0,0 0 0,0 0 15,0-25-15,0 25 0,0 0 0,0 0 0,0-25 0,0 25 16,0 0-16,-25 0 0,25-25 0,0 25 0,0 0 15,0 0-15,-25-25 0,25 25 0,0 0 0,0 0 0,0 0 16,-25 0-16,25 0 0,0 0 0,0 0 0,0 0 16,-24 0-16,24 0 0,0 0 0,-25 0 0,25 0 0,0 25 15,-25-25-15,25 0 0,0 25 0,-25-25 0,25 0 16,0 25-16,-25-25 0,25 25 0,0-25 0,0 24 15,-24-24-15,24 25 0,0-25 0,0 25 0,0-25 0,0 25 16,0-25-16,0 25 0,0-25 0,0 0 0,0 24 16,24-24-16,-24 0 0,0 25 0,0-25 0,0 0 0,25 0 15,-25 0-15,0 0 0,0 0 0,25 25 0,-25-25 16,0 0-16,0 0 0,25 0 0,-25-25 0,0 25 15,25 0-15,-25 0 0,24 0 0,-24 0 0,0-25 0,25 25 16,-25 0-16,25-24 0,-25 24 0,0 0 0,25-25 16,-25 25-16,0-25 0,0 25 0,25 0 0,-25-25 15,0 25-15,0-25 0,0 25 0,0 0 0,0-24 0,24 24 16,-24-25-16,0 25 0,-24 0 0,24 0 0,0-25 15,0 25-15,0 0 0,0 0 0,0 0 0,0 0 0,0 0 16,0 0-16,0 0 0,0 0 0,0 0 0,0 0 16,0 0-16,0 0 0,0 0 0,0 0 0,0 0 0,0 25 15,0-25-15,0 0 0,-25 0 0,25 25 0,0-25 16,0 0-16,0 24 0,0-24 0,0 25 0,0-25 15,0 0-15,0 25 0,0-25 0,0 0 0,0 25 0,0-25 16,0 25-16,0-25 0,0 0 0,0 24 0,25-24 16,-25 0-16,0 0 0,0 25 0,0-25 0,0 0 0,0 0 15,24 0-15,-24 25 0,0-25 0,0 0 0,0 0 16,25 0-16,-25 0 0,0 0 0,0 0 0,25 0 15,-25-25-15,0 25 0,0 0 0,25 0 0,-25 0 0,0-25 16,25 25-16,-25 0 0,0-24 0,0 24 0,25 0 16,-25-25-16,0 25 0,0 0 0,24-25 0,-24 25 15,0 0-15,0-25 0,0 25 0,0 0 0,0-25 0,0 25 16,0 0-16,0-24 0,0 24 0,0 0 0,0 0 0,0 0 15,0 0-15,0 0 0,0 0 0,0 0 0,0 24 16,0-24-16,0 0 0,0 0 0,0 25 0,0-25 16,0 25-16,0-25 0,0 25 0,0-25 0,-24 0 0,24 25 15,0-25-15,0 24 0,0-24 0,0 0 0,0 25 16,0-25-16,0 0 0,0 25 0,0-25 0,0 0 15,0 0-15,0 0 0,0 0 0,0 0 0,0 0 0,0 0 16,24 0-16,-24 0 0,0 0 0,0-25 0,0 25 0</inkml:trace>
  <inkml:trace contextRef="#ctx0" brushRef="#br0" timeOffset="80768.6197">8260 6052 0,'0'0'0,"0"0"15,0 0-15,0 0 0,0 0 0,0 0 0,0 0 16,-25 0-16,25 0 0,0 25 0,0-25 0,0 0 15,0 0-15,0 0 0,0 0 0,0 0 0,0 0 0,25 0 16,-25 0-16,0 0 0,0 0 0,0 25 0,0-25 0</inkml:trace>
  <inkml:trace contextRef="#ctx0" brushRef="#br0" timeOffset="81265.6482">9103 5879 0,'0'0'16,"0"0"-16,0 0 0,-24 0 0,24 0 0,0 0 15,0 0-15,0 0 0,0 0 0,0 0 0,0 0 0,0 0 16,0 25-16,-25-25 0,25 24 0,0-24 0,0 25 15,-25-25-15,25 25 0,0 0 0,0 0 0,0-25 16,-25 24-16,25 1 0,0 0 0,0 0 0,0 0 0,-25-1 16,25-24-16,0 25 0,0 0 0,0 0 0,0 0 15,0-25-15,-25 24 0,25 1 0,0-25 0,0 25 0,0 0 16,0-25-16,0 0 0,-24 25 0,24-25 0,0 24 15,0-24-15,0 0 0,0 25 0,0-25 0,-25 0 0,25 0 16,0 0-16,0 0 0,0 25 0,0-25 0,0 0 16,0-25-16,-25 25 0,25 0 0,0 0 0,0 0 0,0-25 15,0 25-15,-25 0 0,25-24 0,0 24 0</inkml:trace>
  <inkml:trace contextRef="#ctx0" brushRef="#br0" timeOffset="81433.6578">8855 6226 0,'25'0'0,"-25"0"0,0-25 0,0 25 16,0-25-16,0 25 0,0 0 0,25-24 0,-25 24 0,0 0 15,25-25-15,-25 25 0,0 0 0,24 0 0,-24-25 16,25 25-16,-25 0 0,25 0 0,-25 0 0,25 0 15,-25 0-15,25 0 0,0 0 0,-25 0 0,24 0 0,-24 0 16,25 25-16,-25-25 0,25 25 0,-25-25 0,0 0 16,25 24-16,-25-24 0,0 25 0,25 0 0,-25-25 0,0 25 15,24-25-15,-24 25 0,0-1 0,0-24 0,0 25 16,0-25-16,25 25 0,-25-25 0</inkml:trace>
  <inkml:trace contextRef="#ctx0" brushRef="#br0" timeOffset="81679.6718">9227 6424 0,'0'0'0,"0"0"0,0 0 0,0-24 0,0 24 16,0 0-16,0 0 0,0-25 0,0 25 0,0 0 15,0-25-15,0 25 0,0-25 0,0 25 0,25 0 0,-25 0 16,0-25-16,0 25 0,0 0 0,25 0 0,-25-24 0,0 24 16,0 0-16,25 0 0,-25 0 0,0 0 0,0 0 15,25 0-15,-25 0 0,0 0 0,0 0 0,24 0 16,-24 24-16,0-24 0,0 0 0,25 0 0,-25 25 0,0-25 15,0 0-15,0 25 0,0-25 0,0 0 0,25 25 16,-25-25-16,0 25 0,0-25 0,0 0 0,-25 24 16,25-24-16,0 25 0,0-25 0,0 0 0,0 25 0,0-25 15,0 0-15,0 25 0,0-25 0,0 0 0,-25 0 16,25 25-16,0-25 0,0 0 0,0 0 0,0 0 15,25 0-15,-25 0 0,0 0 0</inkml:trace>
  <inkml:trace contextRef="#ctx0" brushRef="#br0" timeOffset="82240.7039">9649 6300 0,'0'0'0,"0"-24"16,0 24-16,0 0 0,-25 0 0,25 0 0,0 0 0,0 0 15,0 0-15,0 0 0,0 0 0,0 0 0,0 0 16,0 0-16,0 0 0,-25 0 0,25 0 0,0 0 0,0 0 15,0 0-15,0 24 0,0-24 0,0 0 0,0 0 16,0 0-16,0 25 0,0-25 0,0 25 0,0-25 0,0 0 16,0 25-16,0-25 0,0 25 0,0-25 0,0 24 15,0-24-15,0 0 0,0 25 0,0-25 0,0 25 16,0-25-16,0 0 0,25 25 0,-25-25 0,0 0 0,0 25 15,0-25-15,0 0 0,0 0 0,25 24 0,-25-24 0,0 0 16,0 0-16,0 0 0,25 0 0,-25 0 16,0 0-16,25 0 0,-25 0 0,24 0 0,-24 0 0,0-24 15,25 24-15,-25 0 0,25 0 0,-25-25 0,0 25 0,25 0 16,-25-25-16,25 25 0,-25 0 0,0-25 0,0 25 15,24-25-15,-24 25 0,0 0 0,0-24 0,0 24 0,25 0 16,-25-25-16,0 25 0,0-25 0,0 25 0,0 0 16,0-25-16,0 25 0,0 0 0,0-25 0,0 25 15,0 0-15,0 0 0,0-24 0,0 24 0,0 0 16,0 0-16,0 0 0,0 0 0,0 0 0,-25 0 0,25 0 15,0 0-15,0 0 0,0 24 0,0-24 0,0 0 16,-24 0-16,24 0 0,0 25 0,0-25 0,0 0 16,0 0-16,0 25 0,0-25 0,-25 0 0,25 0 0,0 25 15,0-25-15,0 0 0,0 25 0,0-25 0,0 0 16,0 24-16,0-24 0,0 0 0,0 25 0,0-25 0,0 0 15,25 25-15,-25-25 0,0 0 0,0 25 0,0-25 0,0 0 16,0 0-16,0 25 0,24-25 0,-24 0 0,0 0 16,0 0-16,0 0 0,25 0 0,-25 0 0,0 0 0,25 0 15,-25 0-15,0 0 0,25 0 0,-25 0 0,0 0 16,25-25-16,-25 25 0,24 0 0,-24-25 0,0 25 15,25-25-15,-25 25 0,0 0 0,25-25 0,-25 25 0,0-24 16,0 24-16</inkml:trace>
  <inkml:trace contextRef="#ctx0" brushRef="#br0" timeOffset="82608.725">10071 6276 0,'25'0'0,"-25"0"16,0 0-16,0 0 0,0 0 0,0 0 0,0 0 15,0 0-15,0 0 0,0 0 0,0 0 0,0 24 16,0-24-16,0 0 0,0 0 0,0 25 0,-25-25 0,25 0 16,0 25-16,0-25 0,0 25 0,0-25 0,0 0 0,0 25 15,0-25-15,0 24 0,0-24 0,0 0 0,0 25 16,0-25-16,0 0 0,0 25 0,0-25 0,0 0 15,0 25-15,0-25 0,0 0 0,0 0 0,0 0 0,0 0 16,0 0-16,0 0 0,0 0 0,0 0 0,0 0 16,0 0-16,0 0 0,0 0 0,0 0 0,0 0 15,25 0-15,-25-25 0,0 25 0,0 0 0,24 0 0,-24-25 16,0 25-16,0 0 0,25-25 0,-25 25 0,0-24 0,25 24 15,-25 0-15,0-25 0,0 25 0,25 0 0,-25 0 16,0 0-16,0-25 0,0 25 0,0 0 0,0 0 16,25 0-16,-25 0 0,0 0 0,0 0 0,0 0 0,0 0 15,0 25-15,0-25 0,0 0 0,0 0 0,0 25 16,0-25-16,0 0 0,0 24 0,0-24 0,0 25 0,0-25 15,0 0-15,0 25 0,0-25 0,0 25 0,-25-25 16,25 0-16,0 25 0,0-25 0,0 0 0,0 24 16,0-24-16,0 0 0,0 25 0,0-25 0,0 0 0,0 0 15,0 0-15,0 0 0,0 0 0,0 0 0,0 0 16,0-25-16,0 25 0,0 0 0,0 0 0,0-24 0</inkml:trace>
  <inkml:trace contextRef="#ctx0" brushRef="#br0" timeOffset="82850.7388">9947 6176 0,'0'-24'0,"-25"24"0,25 0 15,0 0-15,0 0 0,0-25 0,0 25 0,0 0 16,0 0-16,0 0 0,0 0 0,0 0 0,0-25 0,0 25 15,0 0-15,25 0 0,-25 0 0,0 0 0,0 0 16,24 0-16,-24 0 0,0 0 0,25 0 0,-25 0 16,25 0-16,-25 0 0,0 0 0,25 0 0,-25 0 0,0 0 15,25 25-15,-25-25 0,0 0 0,0 0 0,0 0 16,25 0-16,-25 0 0,0 0 0,0 0 0,0 0 15,0 0-15,0 0 0,0 0 0</inkml:trace>
  <inkml:trace contextRef="#ctx0" brushRef="#br0" timeOffset="83041.7497">10195 5928 0,'0'0'16,"0"0"-16,0 0 0,0 0 0,25 0 0,-25 25 15,0-25-15,0 0 0,0 0 0,0 25 0,24-25 16,-24 0-16,0 25 0,0-25 0,0 0 0,0 0 0,0 25 15,0-25-15,0 24 0,0-24 0,0 0 0,0 25 16,0-25-16,-24 0 0,24 25 0,0-25 0,0 0 16,-25 0-16,25 0 0,0 25 0,-25-25 0</inkml:trace>
  <inkml:trace contextRef="#ctx0" brushRef="#br0" timeOffset="83214.7596">9748 6052 0,'0'0'0,"0"0"0,0 0 0,0 0 16,0 0-16,0 0 0,0-24 0,0 24 0,0 0 15,0 0-15,0 0 0,0 0 0,0 0 0,0 0 16,0 0-16,25 0 0,-25 0 0,0 0 0,0 0 16,0 24-16,25-24 0,-25 0 0,0 0 0,0 0 0,25 0 15,-25 0-15,0 25 0,0-25 0,24 0 0</inkml:trace>
  <inkml:trace contextRef="#ctx0" brushRef="#br0" timeOffset="83700.7874">11584 6499 0,'0'0'0,"0"0"0,0-25 15,-25 25-15,25 0 0,0-25 0,0 25 0,-25-25 16,25 25-16,-25 0 0,25-24 0,-24 24 0,24 0 16,-25-25-16,25 25 0,0 0 0,-25-25 0,25 25 15,-25 0-15,0-25 0,25 25 0,-24 0 0,24 0 0,-25 0 16,25 0-16,-25 0 0,0 0 0,25 0 0,-25 0 0,25 0 15,-24 0-15,24 0 0,-25 25 0,25-25 0,-25 0 16,25 0-16,0 25 0,0-25 0,0 0 0,-25 25 16,25-25-16,0 24 0,0-24 0,25 0 0,-25 25 0,0-25 15,0 25-15,0-25 0,25 25 0,-25-25 0,0 25 16,25-25-16,-25 0 0,24 24 0,-24-24 0,25 0 0,-25 25 15,25-25-15,-25 0 0,25 0 0,-25 0 0,25 0 16,-25 0-16,24 0 0,-24 0 0,25-25 0,-25 25 0,25 0 16,-25-24-16,25 24 0,-25 0 0,25-25 0,-25 25 15,24-25-15,-24 25 0,25-25 0,-25 0 0,25 25 16,-25-24-16,25-1 0,-25 25 0,25-25 0,-25 0 0</inkml:trace>
  <inkml:trace contextRef="#ctx0" brushRef="#br0" timeOffset="83919.8">11733 6028 0,'0'0'0,"0"0"0,0 0 0,0 0 0,0 0 16,0 0-16,0 0 0,0 0 0,0 0 0,0 0 15,-25 24-15,25-24 0,0 0 0,0 25 0,0 0 0,0-25 16,0 25-16,0 0 0,0-25 0,0 24 0,0 1 0,0 0 16,-25-25-16,25 25 0,0 0 0,0-1 0,0 1 15,0 0-15,0-25 0,0 25 0,0 0 0,0-1 16,0-24-16,-25 25 0,25 0 0,0-25 0,0 25 0,0-25 15,0 25-15,0-25 0,0 24 0,0-24 0,-25 0 16,25 25-16,0-25 0,0 0 0,0 0 0,0 0 0,-24 0 16,24 0-16,0 0 0,0 0 0,0 0 0,0 0 15,-25-25-15,25 25 0,0 0 0,0 0 0,-25-24 16</inkml:trace>
  <inkml:trace contextRef="#ctx0" brushRef="#br0" timeOffset="84108.8108">11534 6400 0,'0'0'0,"0"-25"0,0 25 0,0-25 0,0 25 0,0 0 16,0-25-16,0 25 0,25 0 0,-25 0 0,0-25 15,0 25-15,0 0 0,25 0 0,-25 0 0,25 0 16,-25-24-16,0 24 0,24 0 0,1 0 0,-25 0 0,25 0 15,-25 0-15,25-25 0,0 25 0,-25 0 0,24 0 16,1 0-16,-25 0 0,25 0 0,-25 25 0,25-25 0,0 0 16,-25 0-16,24 0 0,-24 0 0,25 24 0,0-24 15,-25 0-15,25 0 0,-25 0 0,25 25 0,-25-25 0</inkml:trace>
  <inkml:trace contextRef="#ctx0" brushRef="#br0" timeOffset="84669.8429">12179 6325 0,'0'0'15,"0"0"-15,0-25 0,0 25 0,0 0 0,0 0 16,0-24-16,-25 24 0,25 0 0,0 0 0,0-25 0,0 25 15,0 0-15,-25-25 0,25 25 0,0 0 0,0 0 16,-24-25-16,24 25 0,0 0 0,-25 0 0,25 0 16,0 0-16,-25 0 0,25-25 0,0 25 0,-25 0 0,25 0 15,0 0-15,-25 25 0,25-25 0,0 0 0,-24 0 0,24 0 16,0 25-16,-25-25 0,25 0 0,0 25 0,-25-25 15,25 25-15,0-25 0,0 24 0,-25-24 0,25 0 16,0 25-16,0-25 0,0 25 0,0-25 0,0 25 0,0-25 16,25 0-16,-25 25 0,0-25 0,0 0 0,0 24 0,25-24 15,-25 0-15,0 25 0,0-25 0,25 0 0,-25 0 16,0 25-16,24-25 0,-24 0 0,0 0 0,25 0 15,-25 0-15,0 0 0,25 0 0,-25 0 0,25 0 0,-25-25 16,0 25-16,25 0 0,-25 0 0,24 0 0,-24-25 16,25 25-16,-25 0 0,0-24 0,25 24 0,-25 0 15,25-25-15,-25 25 0,0-25 0,0 25 0,25-25 0,-25 25 16,0 0-16,0-25 0,0 25 0,0 0 0,25-24 15,-25 24-15,0 0 0,0-25 0,0 25 0,0 0 16,0 0-16,0 0 0,0 0 0,0 0 0,0 0 0,0 0 16,0 0-16,0 0 0,0 0 0,0 0 0,0 0 15,0 0-15,0 0 0,0 0 0,0 0 0,-25 0 0,25 25 16,0-25-16,0 24 0,0-24 0,0 0 0,0 25 15,0-25-15,0 25 0,0-25 0,0 0 0,0 25 0,0-25 16,0 25-16,0-25 0,0 0 0,0 24 0,0-24 16,0 0-16,0 0 0,0 0 0,0 25 0,0-25 0,0 0 15,0 0-15,25 0 0,-25 0 0,0 0 0,24 0 16,-24 0-16,0 0 0,25 0 0,-25-25 0,25 25 0,-25 0 15,25 0-15,-25-24 0,0 24 0,25 0 0,-25 0 16,0-25-16,24 25 0</inkml:trace>
  <inkml:trace contextRef="#ctx0" brushRef="#br0" timeOffset="84980.8607">12452 6251 0,'0'0'16,"0"-25"-16,25 25 0,-25 0 0,0 0 0,0 0 15,0 0-15,0 0 0,0 0 0,0 0 0,-25 0 0,25 0 16,0 0-16,0 0 0,0 0 0,0 25 0,0-25 16,0 0-16,0 25 0,0-25 0,0 24 0,0-24 0,0 0 15,0 25-15,0-25 0,0 25 0,0-25 0,0 25 16,0-25-16,0 25 0,-25-25 0,25 0 0,0 24 0,0-24 15,0 0-15,0 25 0,0-25 0,0 0 0,0 25 16,0-25-16,0 0 0,0 0 0,0 0 0,0 0 16,0 0-16,0 0 0,0 0 0,0 0 0,0 0 0,0 0 15,0 0-15,0 0 0,0 0 0,0 0 0,0-25 16,0 25-16,25 0 0,-25 0 0,0-25 0,0 25 15,25-24-15,-25 24 0,0-25 0,25 25 0,-25-25 0,0 25 16,24 0-16,-24-25 0,25 25 0,-25 0 0,0-25 16,0 25-16,25 0 0,-25 0 0,0 0 0,0 0 0,0 0 15,0 0-15,0 0 0,0 0 0,0 0 0,0 25 16,0-25-16,0 0 0,0 0 0,0 25 0,0-25 0,0 0 15,0 25-15,0-25 0,0 0 0,0 25 0,0-25 16,0 0-16,0 24 0,0-24 0,0 0 0,0 0 16,0 25-16,0-25 0,0 0 0,0 25 0,0-25 0,0 0 15,0 0-15,0 0 0,0 25 0,0-25 0,0 0 16,0 0-16,0 0 0,25 0 0,-25 0 0,0 0 0,25 0 15,-25 0-15,24 0 0,-24 0 0,25 0 0,0 0 16,-25 0-16,25 0 0,0-25 0,-25 25 0,24 0 0</inkml:trace>
  <inkml:trace contextRef="#ctx0" brushRef="#br0" timeOffset="85521.8916">12973 6325 0,'0'0'0,"-25"0"0,25-25 0,0 25 16,0 0-16,0 0 0,-25-24 0,25 24 0,0 0 0,0 0 15,-25 0-15,25 0 0,0 0 0,-24 0 0,24 0 16,0 0-16,0 0 0,-25 0 0,25 0 0,0 0 0,0 0 15,-25 0-15,25 24 0,0-24 0,0 0 0,0 0 16,-25 25-16,25-25 0,0 25 0,0-25 0,0 25 0,0-25 16,0 25-16,-25-25 0,25 24 0,0-24 0,0 0 15,0 25-15,0-25 0,0 25 0,25-25 0,-25 0 16,0 25-16,0-25 0,0 0 0,0 25 0,25-25 0,-25 0 15,0 0-15,0 0 0,25 0 0,-25 0 0,0 0 16,25 0-16,-25 0 0,24 0 0,-24 0 0,0 0 0,25 0 16,-25-25-16,25 25 0,-25 0 0,25 0 0,-25-25 15,0 25-15,25 0 0,-25-25 0,0 25 0,24-25 0,-24 25 16,0-24-16,0 24 0,0 0 0,25-25 0,-25 25 15,0 0-15,0-25 0,0 25 0,0 0 0,0 0 16,0 0-16,0 0 0,0 0 0,-25 0 0,25 0 0,0 0 16,0 0-16,0 0 0,0 25 0,0-25 0,0 25 15,-24-25-15,24 24 0,0-24 0,0 25 0,0-25 16,0 25-16,-25 0 0,25-25 0,0 25 0,0-1 0,0 1 15,0-25-15,0 25 0,0 0 0,0 0 0,-25-1 16,25-24-16,0 25 0,0 0 0,0 0 0,0-25 16,0 25-16,0-1 0,0-24 0,-25 25 0,25-25 0,0 25 15,0-25-15,0 25 0,0-25 0,-25 0 0,25 25 0,0-25 16,0 0-16,-24 25 0,24-25 0,0 0 0,-25 0 15,25 0-15,0 0 0,-25 24 0,25-24 0,0 0 16,-25 0-16,25 0 0,0 0 0,-25 0 0,25-24 0,0 24 16,0 0-16,0 0 0,-24 0 0,24 0 0,0 0 15,0 0-15,0-25 0,0 25 0,0 0 0,0 0 16,0-25-16,0 25 0,0 0 0,0-25 0,0 25 0,0 0 15,0-25-15,0 25 0,0-25 0,0 25 0,24-24 16,-24 24-16,0-25 0,0 25 0,0-25 0</inkml:trace>
  <inkml:trace contextRef="#ctx0" brushRef="#br0" timeOffset="85888.9126">12254 5779 0,'0'0'0,"0"0"0,0 25 15,0-25-15,0 0 0,0 0 0,0 0 0,0 0 16,0 0-16,0 25 0,0-25 0,0 0 0,0 0 0,0 0 15,0 0-15,0 0 0,0 0 0,0 0 0,24 25 16,-24-25-16,0 0 0,25 0 0,-25 0 0,0 0 16,25 0-16,-25 0 0,0 0 0,25 0 0,-25 0 0,0 0 15,25 0-15,-25 0 0,0-25 0,0 25 0,24 0 16,-24 0-16,0-25 0,0 25 0,0 0 0,25 0 0,-25-25 15</inkml:trace>
  <inkml:trace contextRef="#ctx0" brushRef="#br0" timeOffset="86089.9241">12551 5680 0,'25'0'0,"-25"0"0,0 0 0,0 0 0,0 0 16,25 0-16,-25 0 0,0 0 0,0 0 0,25 0 0,-25 0 16,24 0-16,-24 0 0,0 0 0,25 25 0,-25-25 15,25 0-15,-25 0 0,0 0 0,25 25 0,-25-25 16,0 0-16,0 0 0,0 25 0,0-25 0,0 0 0,0 0 15,0 24-15,0-24 0,-25 0 0,25 25 0,-25-25 16,25 0-16,-25 25 0,1-25 0,24 0 0,-25 25 0,0-25 16,0 25-16,0-25 0,1 0 0,-1 0 0,0 25 15</inkml:trace>
  <inkml:trace contextRef="#ctx0" brushRef="#br0" timeOffset="86601.9534">14163 6003 0,'0'0'0,"0"0"0,0 0 16,0 0-16,0 0 0,-24 0 0,24-25 0,0 25 0,0 25 16,0-25-16,0 0 0,0 0 0,0 0 0,0 25 15,0-25-15,0 24 0,0-24 0,0 25 0,-25 0 0,25 0 16,0 0-16,0-1 0,0 1 0,0-25 0,0 25 15,0 0-15,-25 0 0,25-1 0,0 1 0,0 0 16,0 0-16,0-25 0,0 25 0,-25-1 0,25-24 0,0 25 16,0 0-16,0-25 0,0 25 0,-25-25 0,25 25 15,0-25-15,0 0 0,0 24 0,-24-24 0,24 0 0,0 0 16,0 0-16,-25 0 0,25 0 0,0 0 0,0 0 15,-25 0-15,25 0 0,0-24 0,0 24 0,0 0 16</inkml:trace>
  <inkml:trace contextRef="#ctx0" brushRef="#br0" timeOffset="86751.962">13965 6350 0,'0'0'0,"0"-25"16,0 25-16,0 0 0,25 0 0,-25-25 0,0 25 15,25 0-15,-25 0 0,24 0 0,-24 0 0,0 0 16,25 0-16,0-24 0,-25 24 0,25 0 0,0 0 0,-25 0 16,24 0-16,1 0 0,0 0 0,0-25 0,0 25 15,-1 0-15,-24 0 0,25 0 0,0 0 0,0-25 0,0 25 16,-25 0-16,25 0 0,-1 0 0,1-25 0,-25 25 15,25 0-15,-25-25 0,25 25 0</inkml:trace>
  <inkml:trace contextRef="#ctx0" brushRef="#br0" timeOffset="87702.0163">14585 5953 0,'0'0'15,"0"0"-15,-25 0 0,25 0 0,0 0 0,0-25 16,0 25-16,0 0 0,0 0 0,0 0 0,0 0 0,0 0 16,0 0-16,0 0 0,0 0 0,0 0 0,0 0 15,0 25-15,0-25 0,0 0 0,0 0 0,0 25 0,0-25 16,-24 25-16,24 0 0,0-25 0,0 24 0,0 1 15,-25-25-15,25 25 0,0 0 0,0 0 0,0-25 0,-25 24 16,25 1-16,0 0 0,0 0 0,-25 0 0,25-25 16,0 24-16,0 1 0,0 0 0,0-25 0,0 25 15,-25-25-15,25 25 0,0-25 0,0 24 0,0-24 0,0 0 16,0 0-16,0 25 0,0-25 0,0 0 0,0 0 0,0 0 15,0 0-15,0 0 0,0 0 0,0 0 0,0 0 16,25 0-16,-25 0 0,0 0 0,0 0 0,0 0 16,25 0-16,-25-25 0,25 25 0,-25 0 0,0 0 15,25-24-15,-25 24 0,24 0 0,-24-25 0,25 25 0,-25-25 16,25 25-16,-25 0 0,25-25 0,-25 25 0,0-25 15,25 25-15,-25 0 0,0-24 0,24 24 0,-24 0 16,0 0-16,0 0 0,0-25 0,25 25 0,-25 0 0,0 0 16,0 0-16,0 0 0,0 0 0,0 0 0,0 0 15,0 0-15,0 0 0,0 0 0,0 0 0,0 25 0,0-25 16,0 0-16,0 0 0,-25 0 0,25 24 0,0-24 0,0 0 15,0 0-15,0 25 0,0-25 0,0 25 0,0-25 16,0 25-16,0-25 0,0 25 0,0-25 0,0 0 16,0 24-16,0-24 0,0 25 0,25-25 0,-25 0 0,0 25 15,0-25-15,0 0 0,0 25 0,0-25 0,0 0 16,25 0-16,-25 0 0,0 0 0,0 0 0,25 25 0,-25-50 15,0 25-15,25 0 0,-25 0 0,24 0 0,-24 0 16,25 0-16,-25-25 0,25 25 0,-25 0 0,25 0 16,-25-25-16,25 25 0,-25-25 0,0 25 0,24 0 0,-24-24 15,0 24-15,25-25 0,-25 25 0,0-25 0,25 25 16,-25-25-16,0 25 0,0-25 0,0 25 0,0-24 0,0 24 15,0-25-15,0 25 0,0 0 0,0-25 0,0 25 16,0 0-16,0 0 0,0-25 0,0 25 0,0 0 16,0 0-16,0 0 0,0 0 0,0 0 0,0 25 0,0-25 15,0 0-15,0 0 0,-25 0 0,25 25 0,0-25 16,0 25-16,0-25 0,0 0 0,0 24 0,0-24 0,0 25 15,0-25-15,0 25 0,0-25 0,-25 25 0,25-25 16,0 25-16,0-25 0,0 24 0,0-24 0,0 25 0,0-25 16,0 25-16,0-25 0,25 0 0,-25 25 0,0-25 15,0 0-15,0 25 0,0-25 0,0 0 0,0 0 16,0 0-16,0 0 0,0 0 0,25 0 0,-25 24 0,0-24 15,0-24-15,25 24 0,-25 0 0,0 0 0,25 0 16,-25 0-16,0 0 0,24-25 0,-24 25 0,0 0 16,25-25-16,-25 25 0,25 0 0,-25-25 0,0 25 0,0-25 15,25 25-15,-25-24 0,0 24 0,0-25 0,25 25 16,-25-25-16,0 25 0,0 0 0,0-25 0,0 25 0,24-25 15,-24 25-15,0 0 0,0 0 0,0 0 0,0 0 16,0 0-16,0 0 0,0 0 0,0 0 0,0 0 0,0 0 16,0 0-16,0 0 0,0 0 0,-24 0 15,24 0-15,0 0 0,0 25 0,0-25 0,0 0 0,0 25 16,0-25-16,0 0 0,0 25 0,0-25 0,-25 25 0,25-25 15,0 0-15,0 24 0,0-24 0,0 0 0,0 25 16,0-25-16,0 0 0,0 25 0,0-25 0,0 0 0,25 25 16,-25-25-16,0 0 0,0 0 0,24 25 0,-24-25 15,0 0-15,25 0 0,-25 0 0,25 0 0,-25 24 0,25-24 16,0 0-16,-25 0 0,24 0 0,-24-24 0,25 24 15</inkml:trace>
  <inkml:trace contextRef="#ctx0" brushRef="#br0" timeOffset="87929.0293">15503 6375 0,'0'0'0,"0"0"15,0-25-15,0 25 0,-25 0 0,25-25 0,0 25 16,0 0-16,0 0 0,-25-25 0,25 25 0,0 0 16,0 0-16,0 0 0,0 0 0,0 0 0,-24 0 0,24 0 15,0 25-15,0-25 0,0 0 0,0 25 0,-25-25 0,25 0 16,0 25-16,0-25 0,0 25 0,0-1 0,0-24 15,-25 25-15,25-25 0,0 25 0,0-25 0,0 25 16,0-25-16,0 0 0,0 25 0,25-25 0,-25 24 0,0-24 16,0 0-16,0 25 0,0-25 0,0 0 0,0 0 15,25 25-15,-25-25 0,0 0 0,0 0 0,24 0 0,-24 0 16,0 0-16,0 0 0,25 0 0,-25-25 0,0 25 15,0 0-15,0 0 0,25-25 0,-25 25 0,0-24 16</inkml:trace>
  <inkml:trace contextRef="#ctx0" brushRef="#br0" timeOffset="88165.0428">15329 6028 0,'0'0'0,"0"0"0,0-25 0,0 25 16,0 0-16,0 0 0,0 0 0,0-25 0,0 25 15,0 0-15,0 0 0,0 0 0,0 0 0,0 0 0,25 0 16,-25 0-16,0 0 0,0 0 0,25 0 0,-25 0 15,0 0-15,0 25 0,25-25 0,-25 0 0,0 0 0,0 25 16,0-25-16,25 0 0,-25 24 0,0-24 0,0 0 16,0 25-16,0-25 0,0 0 0,0 25 0,0-25 15,0 0-15,-25 0 0,25 25 0,0-25 0,0 0 0,-25 0 16,25 25-16,0-25 0,-25 0 0,25 0 0,0 0 0,-25 0 15,25 0-15,0 0 0,-25 0 0,25 0 0,0 0 16</inkml:trace>
  <inkml:trace contextRef="#ctx0" brushRef="#br0" timeOffset="88350.0534">15577 5804 0,'0'0'0,"25"0"0,-25 0 0,0 0 15,0 0-15,0 0 0,-25 0 0,25 0 0,0 0 0,0 25 16,0-25-16,-24 0 0,24 25 0,0-25 0,0 25 0,-25-25 15,25 25-15,0-25 0,-25 24 0,25-24 0,0 25 16,-25 0-16,25-25 0,0 0 0,0 25 0,0-25 16,-25 25-16,25-25 0,0 0 0,0 24 0,0-24 0</inkml:trace>
  <inkml:trace contextRef="#ctx0" brushRef="#br0" timeOffset="88817.0801">16396 6276 0,'0'-25'0,"0"25"0,0 0 0,0 0 0,0 0 15,0-25-15,0 25 0,0 0 0,0 0 0,0 0 16,0 0-16,0 0 0,0 25 0,0-25 0,0 0 0,25 0 15,-25 25-15,0-25 0,0 24 0,0 1 0,0-25 16,0 25-16,0 0 0,0-25 0,0 25 0,0-25 16,0 24-16,0 1 0,0-25 0,0 25 0,0-25 0,25 25 15,-25-25-15,0 25 0,0-25 0,0 0 0,0 24 16,0-24-16,0 0 0,0 0 0,0 0 0,0 0 0,0 0 15,0 0-15,0 0 0,24-24 0,-24 24 0,0 0 16,0-25-16,25 25 0,-25 0 0,25-25 0,-25 25 0,0-25 16,25 25-16,-25-25 0,25 1 0,-25 24 0,0-25 15,24 25-15,-24-25 0,0 25 0,25-25 0,-25 25 16,0 0-16,0-25 0,0 25 0,25 0 0,-25 0 0,0 0 15,0-24-15,0 24 0,25 0 0,-25 0 0,0 0 16,0 0-16,25 0 0,-25 0 0,0 0 0,24 0 0,-24 24 16,0-24-16,0 0 0,25 0 0,-25 0 0</inkml:trace>
  <inkml:trace contextRef="#ctx0" brushRef="#br0" timeOffset="89219.1031">16842 6375 0,'0'0'0,"0"0"0,0 0 15,0 0-15,0 0 0,0 0 0,0 0 0,0 0 16,0 0-16,0-25 0,0 25 0,0 0 0,0 0 0,25 0 15,-25 0-15,0 0 0,0 0 0,25 0 0,-25 0 16,25 0-16,-25-25 0,0 25 0,25 0 0,-25 0 0,24 0 16,-24-25-16,0 25 0,25 0 0,-25 0 0,0 0 15,0 0-15,0-24 0,0 24 0,25 0 0,-25 0 0,0 0 16,0 0-16,0-25 0,0 25 0,-25 0 0,25 0 15,0 0-15,0-25 0,0 25 0,0 0 0,-25 0 16,25 0-16,0-25 0,0 25 0,-24 0 0,24 0 0,0 0 16,-25-25-16,25 25 0,-25 0 0,25 0 0,0 0 15,-25 0-15,25 0 0,-25 0 0,25 0 0,-24 0 16,24 0-16,0 0 0,-25 0 0,25 0 0,0 0 0,-25 0 15,25 25-15,0-25 0,0 0 0,0 0 0,-25 25 16,25-25-16,0 25 0,0-25 0,0 0 0,0 25 0,0-1 16,0-24-16,0 25 0,0-25 0,0 25 0,25-25 15,-25 25-15,0-25 0,0 25 0,0-25 0,25 24 0,-25-24 16,0 25-16,0-25 0,25 0 0,-25 25 0,0-25 15,24 0-15,-24 25 0,25-25 0,-25 0 0,0 0 16,25 25-16,-25-25 0,25 0 0,0 0 0,-25 0 0,24 0 16,1 0-16,-25 0 0,25 0 0,0 0 0,0 0 15,-1 0-15,1 0 0,0-25 0,-25 25 0</inkml:trace>
  <inkml:trace contextRef="#ctx0" brushRef="#br0" timeOffset="89526.1206">17438 6325 0,'0'-25'0,"0"25"0,0-24 0,0 24 0,0 0 0,0-25 16,0 25-16,0 0 0,0-25 0,-25 25 0,25 0 15,0-25-15,0 25 0,0 0 0,0-25 0,0 25 16,0 0-16,0 0 0,0 0 0,0 0 0,-25 0 0,25 0 16,0 0-16,0 0 0,0 0 0,-25 0 0,25 0 15,0 25-15,0-25 0,-25 0 0,25 25 0,0-25 0,-24 25 16,24-25-16,0 25 0,0-25 0,-25 24 0,25 1 15,0-25-15,0 25 0,0-25 0,0 25 0,0-25 16,0 25-16,0-25 0,0 24 0,0-24 0,0 25 0,0-25 16,0 25-16,25-25 0,-25 0 0,0 0 0,24 25 15,-24-25-15,0 0 0,25 0 0,-25 0 0,25 0 0,-25 0 16,25 0-16,-25 0 0,25 0 0,-1 0 0,1 0 15,-25-25-15,25 25 0,0 0 0,0 0 0,-25-25 16,25 25-16,-1 0 0,1-25 0,-25 25 0,25-24 0,0 24 16,-25-25-16,25 25 0,-25-25 0,24 0 0,-24 0 15,25 25-15,-25-24 0</inkml:trace>
  <inkml:trace contextRef="#ctx0" brushRef="#br0" timeOffset="90124.1548">17859 5978 0,'25'0'0,"-25"-25"16,0 25-16,0 0 0,0 0 0,0-25 0,0 25 16,-25 0-16,25 25 0,0-25 0,0 0 0,0 0 15,0 25-15,0-25 0,0 25 0,-24-25 0,24 25 0,0-25 16,0 24-16,0 1 0,-25-25 0,25 25 0,0 0 0,0 0 15,0-1-15,-25 1 0,25-25 0,0 25 0,0 0 16,-25 0-16,25-1 0,0-24 0,0 25 0,0 0 16,0 0-16,-25-25 0,25 25 0,0-25 0,0 24 0,0 1 15,-24-25-15,24 25 0,0-25 0,0 0 0,0 25 16,-25-25-16,25 0 0,0 25 0,0-25 0,0 0 15,0 0-15,0 0 0,0 0 0,0 0 0,-25 0 0,25 0 16,0 0-16,0 0 0,0 0 0,0-25 0,0 25 16,0 0-16,0-25 0,0 25 0,0-25 0,0 25 15,0 0-15,0-25 0,0 25 0,0-24 0,25 24 0,-25-25 16,0 25-16,0 0 0,0-25 0,25 25 0,-25 0 0,0-25 15,0 25-15,0 0 0,24-25 0,-24 25 0,0 0 16,25-24-16,-25 24 0,0 0 0,0-25 0,25 25 16,-25 0-16,0 0 0,25 0 0,-25-25 0,0 25 0,0 0 15,25 0-15,-25 0 0,0 0 0,0 0 0,0 0 16,0 0-16,24 0 0,-24 0 0,0 25 0,0-25 0,0 0 15,0 0-15,0 25 0,0-25 0,0 24 0,0-24 16,0 0-16,0 25 0,0-25 0,0 25 0,0-25 0,0 25 16,0-25-16,0 25 0,-24-25 0,24 24 0,0-24 15,0 25-15,0-25 0,0 25 0,0-25 0,0 0 16,0 25-16,0-25 0,0 0 0,24 25 0,-24-25 0,0 0 15,0 0-15,0 24 0,0-24 0,25 0 0,-25 0 16,0 0-16,25 0 0,-25 0 0,25 0 0,-25 0 16,25 0-16,-25 0 0,24-24 0,-24 24 0,25 0 0,-25-25 15,25 25-15,-25 0 0,25-25 0,-25 25 0,0-25 16,0 25-16,25-25 0,-25 25 0,0-24 0,0 24 0,0-25 15,0 25-15,0-25 0,0 25 0,0-25 0,-25 25 16,25-25-16,0 25 0,0 0 0,0-24 0,0 24 0,0 0 16,0 0-16,-25 0 0,25-25 0,0 25 0,0 0 15,0 0-15,0 0 0,-25 0 0,25 0 0,0 0 16,0 0-16,0 0 0,-25 0 0,25 0 0,0 0 0,0 0 15,0 0-15,0 0 0,0 0 0,0 0 0,0 0 16,0 0-16,0-25 0,0 25 0,0 0 0</inkml:trace>
  <inkml:trace contextRef="#ctx0" brushRef="#br0" timeOffset="90298.1648">18083 6028 0,'0'0'0,"24"0"0,-24 0 0,0 0 16,0 0-16,0 0 0,0 24 0,0-24 0,0 0 15,0 0-15,25 0 0,-25 25 0,0-25 0,0 0 16,0 25-16,0-25 0,0 0 0,25 25 0,-25-25 0,0 25 15,0-25-15,0 24 0,0-24 0,0 0 0,-25 25 16,25-25-16,0 0 0,-25 25 0,25-25 0,0 0 0,-24 0 16,24 0-16,-25 25 0,0-25 0,25 0 0</inkml:trace>
  <inkml:trace contextRef="#ctx0" brushRef="#br0" timeOffset="90791.193">19273 6127 0,'25'0'0,"-25"-25"0,0 25 16,0 0-16,0-25 0,0 25 0,0 0 0,0 0 15,0 0-15,0-25 0,0 25 0,0 0 0,0 0 0,0 0 16,0 0-16,0 25 0,0-25 0,0 0 0,0 0 0,0 0 16,0 25-16,0-25 0,0 25 0,0-25 0,-25 25 15,25-1-15,0 1 0,0 0 0,0 0 0,0-25 16,0 25-16,-25-1 0,25 1 0,0 0 0,0 0 0,-24 0 15,24-1-15,0 1 0,-25 0 0,25 0 0,0-25 16,0 25-16,-25-1 0,25-24 0,0 25 0,0-25 16,-25 25-16,25-25 0,0 25 0,0-25 0,0 0 0,0 0 15,0 0-15,0 0 0,-25 0 0,25 0 0,0 0 16,0 0-16,0 0 0</inkml:trace>
  <inkml:trace contextRef="#ctx0" brushRef="#br0" timeOffset="90956.2024">19100 6400 0,'0'0'0,"0"-25"0,0 25 15,0-25-15,0 25 0,0 0 0,0-25 0,0 25 16,24 0-16,-24-25 0,0 25 0,0 0 0,25 0 0,-25-24 15,0 24-15,25 0 0,0 0 0,-25-25 0,25 25 16,-1 0-16,-24 0 0,25 0 0,0 0 0,0 0 0,-25 0 16,25 0-16,-1 0 0,1 25 0,-25-25 0,25 0 15,0 24-15,-25-24 0,25 25 0,-25 0 0,24-25 16,-24 25-16,25-25 0,-25 25 0,0-1 0,25-24 0,-25 25 16</inkml:trace>
  <inkml:trace contextRef="#ctx0" brushRef="#br0" timeOffset="91498.2334">19496 6573 0,'0'0'15,"-24"0"-15,24 0 0,0 0 0,0 0 0,0 0 16,0 0-16,0 0 0,0 0 0,0-25 0,0 25 0,0 0 16,0 0-16,0-24 0,0 24 0,0 0 0,24-25 15,-24 25-15,0-25 0,0 25 0,25-25 0,-25 25 0,25-25 16,-25 25-16,25-24 0,-25 24 0,25-25 0,-25 25 15,0-25-15,25 25 0,-25-25 0,24 25 0,-24 0 0,0 0 16,0-25-16,0 25 0,25 0 0,-25 0 0,0 0 16,0 0-16,0 0 0,0 0 0,0 25 0,0-25 15,0 0-15,0 25 0,0-25 0,0 0 0,0 25 0,0-25 16,0 25-16,0-25 0,0 24 0,0-24 0,-25 25 15,25-25-15,0 25 0,0-25 0,0 0 0,0 25 0,0-25 16,0 0-16,0 25 0,0-25 0,0 0 0,0 24 16,25-24-16,-25 0 0,0 0 0,0 0 0,0 0 0,0 0 15,25 0-15,-25 0 0,0 25 0,25-25 0,-25-25 16,25 25-16,-25 0 0,24 0 0,-24 0 0,25 0 15,0 0-15,-25 0 0,25-24 0,0 24 0,-25 0 0,24-25 16,1 25-16,-25 0 0,25-25 0,-25 25 0,25 0 16,-25-25-16,25 25 0,-25-25 0,0 25 0,0-24 15,0 24-15,0-25 0,24 25 0,-24 0 0,-24-25 0,24 25 16,0-25-16,0 25 0,0-25 0,0 25 0,0 0 15,0-24-15,-25 24 0,25 0 0,0 0 0,0 0 0,0 0 16,-25 0-16,25-25 0,0 25 0,0 0 0,-25 0 16,25 25-16,0-25 0,-25 0 0,25 0 0,0 0 0,0 0 15,0 24-15,-24-24 0,24 0 0,0 25 0,0-25 16,0 25-16,0-25 0,0 25 0,0-25 0,-25 25 15,25-25-15,0 24 0,25-24 0,-25 25 0,0-25 0,0 0 16,0 25-16,0-25 0,0 25 0,24-25 0,-24 0 16,0 25-16,0-25 0,25 0 0,-25 0 0,0 0 0,25 0 15,-25 24-15,25-24 0,-25 0 0,25 0 0,-1 0 16,-24-24-16,25 24 0,0 0 0,-25 0 0,25 0 15,0 0-15,-25-25 0,24 25 0,-24 0 0,25-25 0,-25 25 16,25 0-16,-25-25 0,0 25 0,25 0 0</inkml:trace>
  <inkml:trace contextRef="#ctx0" brushRef="#br0" timeOffset="91817.2517">20241 6375 0,'0'-25'0,"0"25"0,0 0 0,0 0 0,0-25 0,0 25 16,0 0-16,0 0 0,0 0 0,0 0 15,0 0-15,0 0 0,0 0 0,0 0 0,0 0 0,0 0 16,0 0-16,0 0 0,0 0 0,0 25 0,0-25 16,0 0-16,0 25 0,0-25 0,0 0 0,-25 25 0,25-25 15,0 24-15,0-24 0,0 25 0,0-25 0,0 0 16,0 25-16,-25-25 0,25 0 0,0 25 0,0-25 0,0 0 15,0 25-15,0-25 0,0 0 0,0 0 0,25 0 16,-25 0-16,0 0 0,0 0 0,0 0 0,0 0 16,0 0-16,25 0 0,-25 0 0,0 0 0,24 0 0,-24 0 15,0 0-15,25-25 0,-25 25 0,25 0 0,-25 0 16,25-25-16,-25 25 0,25 0 0,-25-25 0,24 25 15,-24 0-15,0-25 0,25 25 0,-25 0 0,0 0 0,0 0 16,25 0-16,-25 0 0,0 0 0,0 0 0,0 0 16,0 0-16,0 25 0,0-25 0,0 0 0,0 25 0,0-25 15,0 0-15,0 25 0,0-25 0,0 0 0,0 25 16,0-25-16,0 0 0,0 24 0,0-24 0,0 0 0,0 25 15,0-25-15,0 0 0,-25 25 0,25-25 0,0 0 16,0 0-16,0 0 0,0 0 0,0 0 0,0 0 16,0 0-16</inkml:trace>
  <inkml:trace contextRef="#ctx0" brushRef="#br0" timeOffset="92057.2654">20191 6102 0,'0'-25'0,"0"25"0,0 0 0,25 0 15,-25-25-15,0 25 0,0 0 0,0-24 0,25 24 16,-25 0-16,0 0 0,24 0 0,-24-25 0,25 25 16,-25 0-16,25 0 0,-25 0 0,25 0 0,0 0 0,-25 0 15,24 0-15,-24 0 0,25 25 0,-25-25 0,25 0 0,-25 24 16,25-24-16,-25 0 0,0 25 0,0-25 0,25 0 15,-25 25-15,0-25 0,0 25 0,0-25 0,0 25 16,0-25-16,24 24 0,-24-24 0,0 25 0,0-25 0,0 25 16,0 0-16,0-25 0,0 25 0</inkml:trace>
  <inkml:trace contextRef="#ctx0" brushRef="#br0" timeOffset="92463.2886">21803 6648 0,'25'0'0,"-25"0"15,0-25-15,0 25 0,25 0 0,-25-25 0,0 25 16,-25-25-16,25 25 0,0-25 0,0 25 0,0 0 15,-25-24-15,25 24 0,0-25 0,0 25 0,-24-25 0,24 25 16,0 0-16,-25-25 0,25 25 0,0 0 0,-25 0 16,25 0-16,-25-25 0,25 25 0,-25 0 0,25 25 15,0-25-15,-25 0 0,25 0 0,-24 0 0,24 0 0,-25 25 16,25-25-16,0 0 0,-25 25 0,25-25 0,-25 0 15,25 25-15,0-25 0,0 24 0,-25-24 0,25 25 16,0-25-16,0 25 0,0-25 0,0 25 0,0-25 0,0 0 16,0 25-16,25-25 0,-25 24 0,0-24 0,25 0 15,-25 0-15,0 25 0,25-25 0,0 0 0,-25 0 0,24 0 16,-24 0-16,25 0 0,0 0 0,0 0 0,-25 0 15,25 0-15,0-25 0,-1 25 0,-24 0 0,25 0 0,0-24 16,-25 24-16,25-25 0,0 25 0,-25-25 0,24 25 16,-24-25-16,25 0 0,-25 25 0,25-24 0,-25-1 15,0 25-15,25-25 0,-25 0 0</inkml:trace>
  <inkml:trace contextRef="#ctx0" brushRef="#br0" timeOffset="92697.302">22076 6102 0,'0'-25'0,"0"25"0,0-25 0,0 25 16,0 0-16,0-24 0,0 24 0,0 0 0,0 0 0,0 0 15,0 0-15,0 24 0,-25-24 0,25 0 0,0 25 16,0-25-16,0 25 0,0-25 0,0 25 0,0 0 15,0-25-15,0 24 0,0 1 0,0 0 0,0-25 0,-24 25 16,24 0-16,0-1 0,0 1 0,0-25 0,-25 25 16,25 0-16,0 0 0,0-25 0,0 24 0,-25 1 0,25-25 15,0 25-15,0 0 0,-25-25 0,25 25 0,0-25 16,0 24-16,0-24 0,0 0 0,0 25 0,-25-25 0,25 0 15,0 25-15,0-25 0,0 0 0,25 0 0,-25 0 16,0 0-16,0 0 0,0 0 0,0 0 0,25 0 16,-25 0-16,25 0 0,-25-25 0,25 25 0,-25 0 0,0-25 15,24 25-15,-24 0 0,25-24 0</inkml:trace>
  <inkml:trace contextRef="#ctx0" brushRef="#br0" timeOffset="93141.3274">22200 6350 0,'0'-25'0,"0"25"0,0-25 0,0 25 16,0 0-16,0-24 0,0 24 0,0 0 15,0 0-15,0 0 0,0 0 0,0 0 0,0 0 0,0 0 16,0 0-16,0 0 0,0 0 0,0 0 0,0 0 0,0 0 15,0 0-15,0 0 0,0 24 0,0-24 0,0 0 16,-25 25-16,25-25 0,0 25 0,0-25 0,0 25 16,0 0-16,0-25 0,0 24 0,0-24 0,0 25 0,0 0 15,0-25-15,0 25 0,0-25 0,0 25 0,0-25 16,0 24-16,0-24 0,0 0 0,0 25 0,0-25 15,0 0-15,0 0 0,0 25 0,0-25 0,25 0 0,-25 0 16,0 0-16,0 0 0,25 0 0,-25 0 0,0 0 16,25-25-16,-25 25 0,25 0 0,-25 0 0,24-25 0,-24 25 15,25-24-15,-25 24 0,25 0 0,-25-25 0,0 25 16,25-25-16,-25 25 0,0-25 0,25 25 0,-25-25 0,0 25 15,0-24-15,0 24 0,24-25 0,-24 25 0,0 0 16,0-25-16,0 25 0,0 0 0,0-25 0,0 25 16,0 0-16,0 0 0,0 0 0,0 0 0,0 0 0,0 0 15,0 0-15,0 0 0,0 25 0,0-25 0,0 0 0,-24 0 16,24 25-16,0-25 0,0 0 0,0 25 0,0-25 15,0 24-15,0-24 0,-25 25 0,25-25 0,0 25 16,0-25-16,0 25 0,0-25 0,0 0 0,0 25 0,0-25 16,0 0-16,0 24 0,0-24 0,0 0 0,0 25 15,0-25-15,0 0 0,0 0 0,0 25 0,25-25 0,-25 0 16,0 0-16,24 0 0,-24 0 0,25 0 0,-25 0 15,25 0-15,-25 0 0,25 0 0,0 0 0,-1-25 0,-24 25 16,25 0-16,0 0 0,-25-25 0,25 25 16,0-24-16</inkml:trace>
  <inkml:trace contextRef="#ctx0" brushRef="#br0" timeOffset="93663.3573">22771 6375 0,'0'-25'0,"0"25"0,0 0 15,0-25-15,-25 25 0,25 0 0,0-25 0,0 25 0,0 0 16,0 0-16,0 0 0,-25-24 0,25 24 0,0 0 16,0 0-16,0 0 0,-25 0 0,25 0 0,0 0 15,0 0-15,0 0 0,-25 24 0,25-24 0,0 0 0,0 0 16,0 25-16,-24-25 0,24 25 0,0-25 0,0 25 15,0-25-15,0 25 0,0-25 0,0 24 0,0-24 0,0 25 16,0 0-16,0-25 0,0 25 0,0-25 0,0 0 16,0 25-16,0-25 0,0 24 0,0-24 0,24 0 15,-24 25-15,0-25 0,0 0 0,0 0 0,0 0 0,25 0 16,-25 25-16,0-25 0,0-25 0,0 25 0,25 0 15,-25 0-15,0 0 0,0 0 0,0 0 0,25 0 16,-25-25-16,0 25 0,0 0 0,0-24 0,25 24 0,-25 0 16,0-25-16,0 25 0,0-25 0,25 25 0,-25-25 0,0 25 15,0 0-15,0-25 0,24 25 0,-24-24 0,0 24 16,0 0-16,25-25 0,-25 25 0,0 0 0,25-25 15,-25 25-15,0 0 0,0 0 0,0 0 0,25 0 0,-25 0 16,0 0-16,0 0 0,25 0 78,-25 0-78,0 0 0,0 0 0,24 25 0,-24-25 0,0 0 0,25 0 0,-25 25 0,0-25 0,0 24 0,0-24 0,25 0 0,-25 25 0,0-25 0,0 25 0,0-25 0,0 0 0,0 25 0,0-25 0,0 0 0,0 25 0,0-25 0,0 0 0,0 24 0,0-24 0,0 0 0,0 0 0,0 25 0,0-25 16,0 0-16,0 0 0,0 0 0,0 0 0,0 0 15,0 0-15,0 0 0,0 0 0,0 0 0,0 0 109,0-25-109,0 25 0,-25 0 0,25-24 0,0 24 0</inkml:trace>
  <inkml:trace contextRef="#ctx0" brushRef="#br0" timeOffset="93817.3661">22994 6102 0,'0'0'0,"0"0"16,0 0-16,0 0 0,0 0 0,0 0 0,0 0 0,0 0 15,0 0-15,0 0 0,25 0 0,-25 0 0,0 0 16,0 0-16,0 0 0,0 25 0,25-25 0,-25 0 0,0 0 15,0 0-15,0 25 0,24-25 0,-24 0 0,0 24 16,0-24-16,0 0 0,0 25 0,0-25 0,0 0 16,0 0-16,0 25 0,0-25 0,0 0 0,-24 0 0,24 25 15,0-25-15,-25 0 0,25 0 0,0 0 0,-25 25 16,25-25-16,0 0 0,-25 0 0,25 0 0,-25 0 15,1-25-15,24 25 0</inkml:trace>
  <inkml:trace contextRef="#ctx0" brushRef="#br0" timeOffset="94063.3801">22547 6003 0,'0'0'0,"0"0"0,0-25 0,0 25 16,0 0-16,0 0 0,0 0 0,0 0 0,0 0 15,0 0-15,0 0 0,25 0 0,-25 0 0,0-25 16,0 25-16,25 25 0,-25-25 0,0 0 0,25 0 0,-25 0 15,0 0-15,25 0 0,-25 25 0,0-25 0,0 0 16,24 0-16,-24 25 0,0-25 0,0 0 0,0 24 16,0-24-16,0 0 0,-24 25 0,24-25 0,0 0 0,-25 25 15,25-25-15,-25 0 0,25 0 0,-25 25 0,0-25 0,25 0 16,-24 0-16,24 25 0,-25-25 0,25 0 15,-25 0-15,25 0 0,-25 0 0,25 0 0,0 0 0,-25 0 16,25 0-16</inkml:trace>
  <inkml:trace contextRef="#ctx0" brushRef="#br0" timeOffset="94311.3943">22994 5779 0,'25'0'0,"-25"0"0,0 0 16,0 0-16,0 0 0,0 0 0,0 0 0,-25 0 0,25 25 15,0-25-15,0 0 0,-25 0 0,25 0 0,0 25 16,-25-25-16,25 25 0,0-25 0,-24 0 0,24 25 0,-25-25 15,25 0-15,0 25 0,-25-25 0,25 0 0,-25 24 16,25-24-16,0 0 0,-25 25 0,25-25 0,-24 0 16,24 0-16</inkml:trace>
  <inkml:trace contextRef="#ctx0" brushRef="#br0" timeOffset="94947.4307">24904 6598 0,'0'0'0,"0"0"0,0 0 0,25-25 0,-25 25 0,0 0 16,0 0-16,0 0 0,0-25 0,0 25 0,0 0 16,0 0-16,-25-24 0,25 24 0,0 0 0,0 0 0,0 0 15,0-25-15,0 25 0,0 0 0,-25 0 0,25 0 16,0-25-16,0 25 0,-25 0 0,25 0 0,0-25 0,-25 25 15,25 0-15,0-25 0,-24 25 0,24 0 0,-25 0 16,25-24-16,-25 24 0,25 0 0,-25 0 0,0 0 16,25 0-16,-24-25 0,-1 25 0,25 0 0,-25 0 0,25 0 15,-25 25-15,0-25 0,25 0 0,-24 0 0,24 0 16,0 24-16,0-24 0,-25 0 0,25 25 0,0-25 0,0 0 15,0 25-15,0-25 0,0 25 0,0 0 0,25-25 16,-25 24-16,0-24 0,24 25 0,-24-25 0,0 0 16,25 25-16,-25-25 0,25 0 0,-25 0 0,25 0 0,-25 25 15,25-25-15,-1 0 0,-24 0 0,25 0 0,-25-25 16,25 25-16,0 0 0,-25 0 0,25 0 0,-1-25 15,1 25-15,-25 0 0,25-25 0,0 25 0,-25 0 0,25-24 16,0 24-16,-25-25 0,24 25 0,-24-25 0,25 0 16,0 25-16,-25-25 0,25 1 0,-25 24 0,25-25 0</inkml:trace>
  <inkml:trace contextRef="#ctx0" brushRef="#br0" timeOffset="95184.4443">25251 6102 0,'0'0'0,"25"-25"16,-25 25-16,0 0 0,0 0 0,0 0 0,0-25 16,-25 25-16,25 0 0,0 0 0,0 0 0,0 0 0,0 0 15,0 0-15,0 0 0,0 0 0,0 0 0,0 25 16,0-25-16,0 0 0,0 25 0,-25-25 0,25 25 0,0-25 15,0 25-15,0-1 0,-24 1 0,24-25 0,0 25 16,0 0-16,0 0 0,-25-25 0,25 24 0,0 1 16,0-25-16,-25 25 0,25 0 0,0-25 0,0 25 0,0-25 15,-25 24-15,25-24 0,0 25 0,0-25 0,0 25 16,0-25-16,0 25 0,-25-25 0,25 0 0,0 25 15,0-25-15,0 0 0,0 0 0,0 24 0,0-24 0,0 0 16,25 0-16,-25 0 0,0 0 0,0 0 0,25 0 0,-25 0 16,25 0-16,-25 0 0,25 0 0,-1 0 15,1 0-15</inkml:trace>
  <inkml:trace contextRef="#ctx0" brushRef="#br0" timeOffset="95690.4732">25524 6474 0,'0'-25'0,"0"25"0,0 0 0,0-25 0,25 25 0,-25-24 15,0 24-15,0 0 0,-25-25 0,25 25 0,0-25 0,0 25 16,0 0-16,0-25 0,0 25 0,0 0 0,0-25 15,0 25-15,-25 0 0,25 0 0,0 0 0,0 0 16,-25-24-16,25 24 0,0 0 0,-24 0 0,24 0 0,0 24 16,-25-24-16,25 0 0,0 0 0,-25 0 0,25 25 15,-25-25-15,25 0 0,0 25 0,-25-25 0,25 0 16,0 25-16,-24-25 0,24 25 0,0-25 0,0 24 0,0-24 15,-25 25-15,25-25 0,0 25 0,0-25 0,0 25 0,0-25 16,0 0-16,0 25 0,0-25 0,0 24 16,0-24-16,0 25 0,0-25 0,25 0 0,-25 0 0,0 25 15,0-25-15,24 0 0,-24 0 0,0 0 0,25 0 0,-25 0 16,0 0-16,25 0 0,-25 0 0,25 0 0,-25 0 15,25 0-15,-25-25 0,24 25 0,-24 0 0,25 0 0,-25-25 16,0 25-16,25 0 0,-25-24 0,0 24 0,0-25 16,25 25-16,-25 0 0,0-25 0,0 25 0,0-25 0,25 25 15,-25-25-15,0 25 0,0-24 0,0 24 16,0-25-16,0 25 0,0 0 0,0 0 0,0-25 0,0 25 15,0 0-15,0 0 0,0 0 0,0 0 0,0 0 0,0 0 16,0 0-16,0 0 0,0 0 0,0 0 0,0 25 16,0-25-16,-25 0 0,25 0 0,0 25 0,0-25 15,0 0-15,0 24 0,0-24 0,-25 0 0,25 25 0,0-25 16,0 25-16,0-25 0,0 0 0,0 25 0,0-25 15,0 0-15,0 25 0,0-25 0,0 0 0,25 24 0,-25-24 16,0 0-16,0 0 0,0 25 0,25-25 0,-25 0 16,0 0-16,24 0 0,-24 0 0,25 25 0,-25-25 0,0 0 15,25 0-15,0 0 0,-25-25 0,25 25 0,-25 0 16,24 0-16,-24 0 0,0 0 0,25-25 0,-25 25 15,0 0-15,25-24 0,-25 24 0</inkml:trace>
  <inkml:trace contextRef="#ctx0" brushRef="#br0" timeOffset="96059.4943">25772 6474 0,'0'-25'0,"0"25"0,0-25 16,0 25-16,0 0 0,0-24 0,0 24 0,0-25 0,0 25 15,0 0-15,0 0 0,0 0 0,0 0 0,0 0 16,0 0-16,0 0 0,0 0 0,0 0 0,0 0 15,0 0-15,0 0 0,0 25 0,0-25 0,0 0 0,0 24 16,0-24-16,0 0 0,0 25 0,0-25 0,0 0 16,0 25-16,0-25 0,0 25 0,0-25 0,-25 0 0,25 25 15,0-25-15,0 0 0,0 24 0,0-24 0,0 0 16,0 0-16,0 0 0,0 25 0,0-25 0,0 0 15,0 0-15,0 0 0,0 0 0,0 0 0,0 0 0,0 0 16,0 0-16,0 0 0,0-25 0,25 25 0,-25 0 16,0 0-16,0-24 0,25 24 0,-25 0 0,25-25 15,-25 25-15,24 0 0,-24-25 0,25 25 0,-25-25 0,25 25 16,-25 0-16,25-25 0,0 25 0,-25 0 0,25-24 0,-25 24 15,0 0-15,24 0 0,-24 0 0,0 0 0,0 0 16,25 0-16,-25 0 0,0 0 0,0 24 0,0-24 16,0 0-16,0 0 0,0 25 0,0-25 0,0 0 0,0 25 15,0-25-15,0 25 0,0-25 0,0 0 0,-25 25 16,25-25-16,0 0 0,0 0 0,0 24 0,0-24 15,0 0-15,0 0 0,0 25 0,0-25 0,0 0 0,0 0 16,0 25-16,25-25 0,-25 0 0,0 0 0,0 0 0,25 0 16,-25 0-16,25 0 0,-25 0 0,25 25 0,-1-25 15,1-25-15,-25 25 0,25 0 0,0 0 0,0 0 16,-1 0-16</inkml:trace>
  <inkml:trace contextRef="#ctx0" brushRef="#br0" timeOffset="96552.5225">26417 6424 0,'0'0'0,"0"0"0,0-24 0,0 24 15,0 0-15,-25-25 0,25 25 0,0 0 0,0 0 16,0 0-16,0-25 0,-25 25 0,25 0 0,0 0 0,0 0 15,0 0-15,0 0 0,-24 25 0,24-25 0,0 0 16,0 0-16,-25 0 0,25 25 0,0-25 0,0 0 0,0 24 16,-25-24-16,25 0 0,0 25 0,0-25 0,0 0 15,0 25-15,0-25 0,0 0 0,0 25 0,0-25 16,0 0-16,0 25 0,0-25 0,0 0 0,0 0 0,0 24 15,25-24-15,-25 0 0,0 0 0,0 0 0,25 25 0,-25-25 16,0 0-16,24 0 0,-24 0 0,0 0 0,25 0 16,-25 0-16,0-25 0,25 25 0,-25 0 0,0 0 15,0 0-15,0-24 0,25 24 0,-25 0 0,0 0 0,0-25 16,0 25-16,0 0 0,0-25 0,0 25 0,0 0 15,0-25-15,0 25 0,-25 0 0,25 0 0,0 0 0,0 0 16,0-25-16,0 25 0,0 25 0,0-25 0,-25 0 16,25 0-16,0 0 0,0 0 0,0 25 0,-25-25 15,25 25-15,0-25 0,0 0 0,0 25 0,-24-1 0,24-24 16,0 25-16,0-25 0,0 25 0,-25 0 0,25-25 15,0 25-15,0-1 0,0-24 0,0 25 0,0-25 16,-25 25-16,25 0 0,0-25 0,0 25 0,0-25 16,0 24-16,0-24 0,0 25 0,0-25 0,0 25 0,0-25 15,0 0-15,-25 25 0,25-25 0,0 25 0,0-25 0,0 0 16,0 25-16,-25-25 0,25 0 0,0 0 15,-24 24-15,24-24 0,-25 0 0,25 0 0,-25 0 0,25 0 0,-25 0 16,0 0-16,25 0 0,-24 0 0,-1 0 0,25 0 16,-25 0-16,0 0 0,0-24 0,1 24 0,24 0 0,-25 0 15,0-25-15,-25 25 0,25 0 0</inkml:trace>
  <inkml:trace contextRef="#ctx0" brushRef="#br0" timeOffset="96688.5303">25400 6846 0,'0'0'0,"0"-25"0,0 25 15,0 0-15,25 0 0,-25 0 0,0 0 0,0 0 0,0 0 16,0 0-16,0-25 0,0 25 0,0 0 16,0 0-16,0 0 0,0 0 0,0 0 0,0 0 0,0 0 15,0 0-15,0 0 0,0 0 0,0 0 0,0 0 0,0 0 16,0-24-16,0 24 0</inkml:trace>
  <inkml:trace contextRef="#ctx0" brushRef="#br0" timeOffset="97369.5692">27856 5928 0,'0'0'0,"0"-24"0,0 24 0,0 0 0,0 0 0,0-25 16,0 25-16,0 0 0,0 0 0,0 0 16,-25 0-16,25 0 0,0 0 0,0 0 0,0 0 0,0 0 15,0 0-15,0 0 0,0 25 0,0-25 0,0 0 0,-25 24 16,25-24-16,0 25 0,0-25 0,0 25 0,-25 0 15,25 0-15,0-25 0,-25 24 0,25 1 0,0 0 16,0 0-16,0 0 0,-24-1 0,24 1 0,0 0 0,0-25 16,-25 25-16,25 0 0,0-1 0,0 1 0,0-25 0,-25 25 15,25 0-15,0-25 0,0 25 0,0-25 0,-25 24 16,25-24-16,0 25 0,0-25 0,0 0 0,0 25 15,0-25-15,0 0 0,-25 0 0,25 0 0,0 0 0,0 25 16,0-25-16,0-25 0,-24 25 0,24 0 0,0 0 16,0 0-16,0-25 0,-25 25 0,25-25 0,0 25 15,0 0-15</inkml:trace>
  <inkml:trace contextRef="#ctx0" brushRef="#br0" timeOffset="97756.5914">27608 6300 0,'24'0'0,"-24"0"0,0-24 16,25 24-16,-25 0 0,0-25 0,25 25 0,-25 0 16,25 0-16,-25-25 0,25 25 0,-25 0 0,24-25 0,-24 25 15,25 0-15,0 0 0,-25 0 0,25 0 0,-25 0 16,25 0-16,-25 0 0,0 0 0,24 0 0,-24 0 15,0 0-15,25 0 0,-25 25 0,0-25 0,0 0 0,0 25 16,0-25-16,0 0 0,0 25 0,0-25 0,0 24 16,0-24-16,-25 25 0,25-25 0,0 25 0,0-25 0,-24 25 15,24-25-15,0 25 0,0-25 0,0 24 0,-25-24 16,25 25-16,0-25 0,0 25 0,0-25 0,0 25 15,0-25-15,-25 0 0,25 25 0,0-25 0,0 0 16,25 24-16,-25-24 0,0 0 0,0 0 0,0 25 0,0-25 16,25 0-16,-25 0 0,0 0 0,24 0 0,-24-25 0,25 25 15,-25 0-15,25 0 0,-25 0 0,25-24 0,-25 24 16,25 0-16,-25-25 0,0 25 0,24-25 0,-24 25 15,0-25-15,25 25 0,-25-25 0,0 25 0,0-24 0,0 24 16,0-25-16,0 25 0,0-25 0,0 25 0,0-25 16,0 25-16,0-25 0,0 25 0,0-24 0,0 24 0,0 0 15,0 0-15,0-25 0,0 25 0,-25 0 0,25 0 16,0 0-16,0 0 0,0 25 0,0-25 0,-24 0 0,24 0 15,0 0-15,0 0 0,0 0 0,0 24 0,0-24 16,0 0-16,0 0 0,0 0 0,0 0 0,0 0 16,24 25-16,-24-25 0,0 0 0,25 0 0,-25 0 0</inkml:trace>
  <inkml:trace contextRef="#ctx0" brushRef="#br0" timeOffset="98244.6193">28302 6375 0,'0'0'0,"0"0"0,0 0 15,0-25-15,0 25 0,0 0 0,0 0 0,0 0 16,0-25-16,0 25 0,-25 0 0,25-25 0,0 25 0,0 0 15,0-24-15,-24 24 0,24 0 0,0 0 0,0-25 16,-25 25-16,25 0 0,0 0 0,0 0 0,-25 0 16,25 0-16,0 0 0,-25 0 0,25 0 0,0 0 0,-25 25 15,25-25-15,0 0 0,-24 0 0,24 24 0,0-24 16,-25 0-16,25 25 0,0-25 0,0 0 0,-25 25 0,25-25 15,0 0-15,0 25 0,0-25 0,0 25 0,0-25 16,0 0-16,0 0 0,0 24 0,0-24 0,0 0 0,0 25 16,0-25-16,0 0 0,0 0 0,0 0 0,25 25 15,-25-25-15,0 0 0,0 0 0,25 0 0,-25 0 16,24 0-16,-24 0 0,0 0 0,25 0 0,-25 0 0,25 0 15,-25 0-15,25 0 0,-25-25 0,0 25 0,25 0 16,-25 0-16,24 0 0,-24-25 0,0 25 0,25 0 16,-25-24-16,0 24 0,0 0 0,0-25 0,25 25 0,-25 0 15,0-25-15,0 25 0,0 0 0,0 0 0,0 0 16,0 0-16,0 0 0,0 0 0,0 0 0,0 0 15,0 0-15,0 0 0,0 0 0,0 0 0,0 25 0,0-25 16,-25 0-16,25 25 0,0-25 0,0 24 0,0-24 0,0 25 16,0-25-16,0 25 0,0-25 0,0 25 0,0-25 15,0 0-15,-25 25 0,25-25 0,0 0 0,0 24 16,0-24-16,0 0 0,0 25 0,0-25 0,0 0 0,0 0 15,0 25-15,0-25 0,0 0 0</inkml:trace>
  <inkml:trace contextRef="#ctx0" brushRef="#br0" timeOffset="98337.6246">28104 6772 0,'-25'0'0,"25"0"0,0 0 15,0 0-15,-25 0 0,25 24 0,0-48 0,0 24 16,0 0-16,0 0 0,0 0 0,0 0 0,0 0 0,0 0 16,0 0-16,0 0 0,25 0 0,-25 0 0,0 0 15,0 0-15,0 0 0,25 0 0,-25 0 0,0 0 16,25 0-16,-25 0 0,0 0 0,24 0 0,-24 0 0</inkml:trace>
  <inkml:trace contextRef="#ctx0" brushRef="#br0" timeOffset="98767.6492">29443 6499 0,'0'0'0,"0"-25"0,0 25 0,-25 0 0,25-25 0,0 25 16,0 0-16,0-25 0,-24 25 0,24 0 0,0-24 15,0 24-15,0-25 0,-25 25 0,25 0 0,0-25 16,0 25-16,0-25 0,-25 25 0,25 0 0,0-25 0,0 25 16,-25 0-16,25 0 0,0-24 0,-25 24 0,25 0 0,-24 0 15,24 0-15,-25 0 0,25 24 0,-25-24 0,25 0 16,-25 0-16,25 0 0,-25 25 0,25-25 0,-24 0 15,24 25-15,-25-25 0,25 25 0,0-25 0,0 0 16,-25 25-16,25-25 0,0 24 0,0-24 0,0 25 0,0-25 16,0 25-16,0-25 0,25 0 0,-25 25 0,0-25 15,25 0-15,-25 0 0,24 25 0,-24-25 0,25 0 0,-25 0 16,25 0-16,0 0 0,0 0 0,-25 0 0,24-25 15,1 25-15,0 0 0,0 0 0,0 0 0,-25-25 16,24 25-16,1 0 0,0-25 0,-25 25 0,25-25 0,0 25 16,-25-24-16,24-1 0,1 25 0</inkml:trace>
  <inkml:trace contextRef="#ctx0" brushRef="#br0" timeOffset="99027.6641">29790 5928 0,'0'-24'0,"0"24"0,0 0 16,0 0-16,0 0 0,0-25 0,-24 25 0,24 0 0,0 0 15,0 0-15,0 0 0,0 0 0,0 0 0,0 0 16,0 25-16,0-25 0,-25 0 0,25 24 0,0-24 15,0 0-15,-25 25 0,25 0 0,0-25 0,0 25 0,-25 0 16,25-25-16,0 24 0,-25 1 0,25 0 0,0 0 16,-24 0-16,24-25 0,0 24 0,-25 1 0,25 0 0,0 0 15,0-25-15,-25 25 0,25-1 0,0-24 0,-25 25 16,25 0-16,0-25 0,0 25 0,0-25 0,0 25 15,-25-25-15,25 0 0,0 24 0,0-24 0,0 0 0,0 0 16,0 25-16,0-25 0,0 0 0,0 0 0,0 0 16,25 0-16,-25 0 0,0 0 0,0 0 0,25-25 15,-25 25-15,0 0 0,25 0 0,-25-24 0,25 24 0,-25 0 16,24 0-16</inkml:trace>
  <inkml:trace contextRef="#ctx0" brushRef="#br0" timeOffset="99490.6906">29815 6251 0,'0'0'0,"0"0"0,25-25 0,-25 25 15,0 0-15,0 0 0,0-25 0,0 25 0,0 0 16,0 0-16,0 0 0,0 0 0,0 0 0,0 0 15,0 0-15,-25 0 0,25 0 0,0 0 0,0 0 0,0 0 16,-25 0-16,25 0 0,0 25 0,-24-25 0,24 25 16,-25-25-16,25 25 0,0-25 0,-25 24 0,25-24 0,0 25 15,0 0-15,0-25 0,-25 25 0,25 0 0,0-25 16,0 24-16,0-24 0,0 25 0,0-25 0,0 0 0,0 25 15,25-25-15,-25 0 0,0 25 0,0-25 0,0 0 16,25 0-16,-25 0 0,0 0 0,25 0 0,-25 0 16,0 0-16,24 0 0,-24 0 0,0-25 0,25 25 0,-25 0 15,25 0-15,-25-25 0,0 25 0,0-25 0,25 25 16,-25 0-16,0-24 0,0 24 0,0-25 0,0 25 0,0-25 15,25 25-15,-25-25 0,0 25 0,0-25 0,0 1 16,0 24-16,0-25 0,-25 25 0,25 0 0,0-25 0,0 25 16,0-25-16,0 25 0,0 0 0,-25-25 0,25 25 15,0 0-15,0 0 0,0-24 0,0 24 0,-25 0 16,25-25-16,0 25 0,0 0 0,0 0 0,0 0 0,0-25 15,0 25-15,0 0 0,0 0 0,25 0 0,-25 0 16,0-25-16,0 25 0,25 0 0,-25 0 0,0 0 16,25 0-16,-25 0 0,24 0 0,-24 0 0,25 0 0,-25 0 15,25 25-15,0-25 0,-25 0 0,25 0 0,-25 25 16,24-25-16,1 0 0,-25 25 0,25-25 0,-25 0 0,0 24 15,25-24-15,-25 25 0,0 0 0,0-25 0,0 25 16,0-25-16,0 25 0,0-1 0,-25-24 0,25 25 0</inkml:trace>
  <inkml:trace contextRef="#ctx0" brushRef="#br0" timeOffset="99619.6979">29691 6772 0,'-25'24'16,"25"-24"-16,0 0 0,0 0 0,0 0 0,0 0 15,0 25-15,0-25 0,0 0 0,0 0 0,0 0 16,0 0-16,0 0 0,0 0 0,0-25 0,0 25 0,0 0 15,0 0-15,0 0 0,0 0 0,0 0 0,25-24 16,-25 24-16,0-25 0,0 25 0,0-25 0,0 25 0,0-25 16,0 25-16</inkml:trace>
  <inkml:trace contextRef="#ctx0" brushRef="#br0" timeOffset="99831.7101">29592 6102 0,'0'0'0,"0"0"15,0 0-15,0 0 0,0 0 0,0 0 0,25 0 16,-25 0-16,0 0 0,25 0 0,-1 0 0,-24 0 0,25-25 15,0 25-15,0 25 0,0-25 0,-1 0 0,1 0 16,0 0-16,0 0 0,0 0 0,24 25 0,-24-25 0,0 0 16,0 0-16,-1 0 0,26 25 0,-25-25 0,0 0 15,-1 0-15,1 0 0</inkml:trace>
  <inkml:trace contextRef="#ctx0" brushRef="#br0" timeOffset="100076.7241">30783 5879 0,'0'0'16,"0"-25"-16,0 25 0,0 0 0,0 0 0,0 0 0,0 0 16,0 0-16,0 0 0,0 0 0,0 0 0,0 0 15,0 0-15,0 25 0,0-25 0,0 0 0,0 25 0,0-1 16,-25-24-16,25 25 0,0 0 0,0 0 0,0-25 15,-25 25-15,25-1 0,0 1 0,0 0 0,-25 0 16,25 0-16,0-1 0,-25 1 0,25 0 0,0 0 0,-24 0 16,24-1-16,0-24 0,0 25 0,-25 0 0,25-25 0,0 25 15,-25 0-15,25-25 0,0 24 0,-25-24 0,25 25 16,0-25-16,-25 0 0,25 25 0,0-25 0,-24 0 0,24 0 15,0 0-15,0 0 0,-25 0 0,25 0 0,0 0 16,0-25-16,0 25 0,0 0 0</inkml:trace>
  <inkml:trace contextRef="#ctx0" brushRef="#br0" timeOffset="100206.7315">30510 6325 0,'0'0'0,"0"-25"0,25 25 0,-25 0 0,0-24 16,0 24-16,0 0 0,24-25 0,-24 25 0,0 0 15,25 0-15,-25 0 0,0-25 0,25 25 0,-25 0 0,25 0 16,-25 0-16,25 0 0,-25 0 0,24 0 0,1 25 16,0-25-16,-25 0 0,25 0 0,0 0 0,-1 0 0,1 25 15,-25-25-15,25 0 0,0 0 0,0 0 0,-1 24 16,1-24-16,0 0 0,-25 0 0,25 0 0,0 0 0</inkml:trace>
  <inkml:trace contextRef="#ctx0" brushRef="#br0" timeOffset="100628.7557">31229 6251 0,'0'0'0,"0"-25"0,0 25 0,0-25 0,0 25 0,0 0 15,0-25-15,0 25 0,0 0 0,0-24 0,0 24 16,-25 0-16,25 0 0,0 0 0,0 0 0,0 0 16,-25-25-16,25 50 0,0-25 0,-24 0 0,24 0 0,0 0 15,-25 0-15,25 0 0,-25 0 0,25 24 0,0-24 0,-25 0 16,25 0-16,0 25 0,-25-25 0,25 0 0,-24 25 15,24-25-15,0 0 0,0 25 0,-25-25 0,25 25 16,0-25-16,-25 0 0,25 24 0,0-24 0,0 0 0,0 25 16,-25-25-16,25 25 0,0-25 0,0 0 0,0 25 0,0-25 15,0 0-15,0 0 0,25 25 0,-25-25 0,0 0 16,0 0-16,0 24 0,25-24 0,-25 0 0,0 0 0,0 0 15,25 0-15,-25 0 0,24 0 0,-24 0 0,0 0 16,25 0-16,-25 0 0,25 0 0,-25 0 0,0-24 0,25 24 16,-25 0-16,0 0 0,0-25 0,25 25 0,-25 0 15,0 0-15,0-25 0,0 25 0,0 0 0,24-25 0,-24 25 16,0 0-16,0 0 0,0-25 0,0 25 0,0 0 15,0 0-15,0 0 0,0 0 0,0 0 0,0 0 0,-24 0 16,24 25-16,0-25 0,0 0 0,0 25 0,-25-25 16,25 0-16,0 25 0,0-25 0,0 25 0,0-25 0,0 24 15,0-24-15,0 25 0,0-25 0,0 0 0,0 25 16,0-25-16,0 25 0,25-25 0,-25 0 0,24 0 0,-24 25 15,25-25-15,-25 0 0,25 0 0,-25 0 0,25 0 16,0 0-16,-25 0 0,25 0 0,-25 0 0,0 0 0,24 0 16</inkml:trace>
  <inkml:trace contextRef="#ctx0" brushRef="#br0" timeOffset="101896.8282">4762 7838 0,'0'0'0,"0"0"16,0 0-16,0 0 0,0 0 0,0 0 0,0 0 16,0 0-16,0 0 0,0-25 0,0 25 0,0 0 0,0 0 15,0 0-15,0 0 0,0 0 0,0 0 0,0-24 16,25 24-16,-25 0 0,0 0 0,25-25 0,-25 25 0,0 0 15,25-25-15,-25 25 0,25 0 0,-25-25 0,25 25 16,-1-25-16,-24 25 0,25-24 0,-25 24 0,25-25 0,0 25 16,-25-25-16,25 25 0,-25-25 0,24 25 0,1-25 15,-25 25-15</inkml:trace>
  <inkml:trace contextRef="#ctx0" brushRef="#br0" timeOffset="102183.8446">5159 7268 0,'0'0'0,"0"-25"0,0 25 0,0 0 0,-24-25 15,24 25-15,0 0 0,0 0 0,0 0 0,0 0 16,0 0-16,0 0 0,-25 0 0,25 0 0,0 0 0,0 0 15,0 25-15,0-25 0,0 25 0,0-25 0,-25 25 16,25-1-16,0 1 0,0-25 0,-25 25 0,25 0 0,0 24 16,0-24-16,0 0 0,-25 0 0,25 0 0,0-1 15,0 1-15,0-25 0,0 25 0,-24 0 0,24 0 0,0-1 16,0 1-16,0 0 0,0-25 0,0 25 0,-25 0 15,25-25-15,0 24 0,0-24 0,0 25 0,0-25 16,0 0-16,-25 25 0,25-25 0,0 0 0,0 0 0,0 0 16,0 25-16,-25-25 0,25 0 0,0-25 0,0 25 15,-25 0-15,25 0 0,0-25 0,0 25 0,-24-25 16,24 25-16</inkml:trace>
  <inkml:trace contextRef="#ctx0" brushRef="#br0" timeOffset="102298.8512">4862 7615 0,'0'-25'0,"0"25"0,0-25 0,0 25 0,0-24 0,0 24 0,25 0 0,-25-25 0,0 25 0,0 0 0,24-25 0,-24 25 16,0-25-16,25 25 0,-25 0 0,25-25 0,0 25 15,-25 0-15,25 0 0,-25-24 0,24 24 0,1 0 16,-25 0-16,25 0 0,0-25 0,-25 25 0,25 0 0,-25 0 16,24 0-16,-24 0 0,0 25 0,25-25 0,-25 0 15,0 0-15,25 0 0,-25 24 0,0-24 0,0 0 0,0 25 16</inkml:trace>
  <inkml:trace contextRef="#ctx0" brushRef="#br0" timeOffset="103857.9404">5110 7665 0,'0'0'0,"0"0"15,0 24-15,0-24 0,0 0 0,-25 0 0,25 0 0,0 0 16,0 0-16,25 0 0,-25 0 0,0-24 0,0 24 15,0 0-15,25-25 0,-25 25 0,24 0 0,-24-25 16,25 25-16,-25-25 0,25 0 0,0 25 0,0-24 0,-25 24 16,24-25-16,1 0 0,0 0 0,-25 25 0,25-25 15,0 1-15,-25 24 0,24-25 0,-24 0 0,25 25 0,-25-25 16,25 25-16,-25-25 0,0 25 0,0-24 0,0 24 15,0 0-15,0-25 0,0 25 0,0 0 0,0 0 0,0-25 16,0 25-16,0 0 0,-25 0 0,25 0 0,0-25 16,-25 25-16,25 0 0,0 0 0,-24 0 0,24 0 15,0 0-15,-25 0 0,25 0 0,-25 0 0,25 0 0,0 0 16,-25 0-16,25 0 0,0 0 0,-25 0 0,25 0 0,0 25 15,0-25-15,-24 0 0,24 0 0,0 25 0,0-25 16,0 0-16,0 25 0,0-25 0,0 24 0,-25-24 16,25 25-16,0-25 0,0 25 0,0-25 0,0 25 0,0 0 15,0-1-15,0-24 0,0 25 0,-25 0 0,25-25 16,0 25-16,0 0 0,0-25 0,0 24 0,0 1 15,0-25-15,-25 25 0,25 0 0,0-25 0,0 25 0,0-25 16,0 24-16,0-24 0,0 25 0,0-25 0,0 0 16,0 25-16,0-25 0,0 0 0,0 0 0,0 25 15,0-25-15,0 0 0,0 0 0,0 0 0,0 0 0,0 0 16,0 0-16,0 0 0,0 0 0,0 0 0,0-25 0,0 25 15,25 0-15,-25 0 0,0 0 0,0-25 0,0 25 16,25 0-16,-25-25 0,0 25 0,25-24 0,-25 24 16,0 0-16,24-25 0,-24 25 0,25 0 0,-25-25 0,0 25 15,25 0-15,-25-25 0,0 25 0,0 0 0,25 0 16,-25 0-16,0 0 0,0 0 0,0 0 0,0 0 15,0 0-15,0 0 0,0 0 0,0 0 0,0 0 0,0 0 16,0 0-16,0 0 0,0 0 0,0 0 0,0 25 16,0-25-16,0 0 0,0 0 0,-25 25 0,25-25 0,0 0 15,0 25-15,0-25 0,0 24 0,0-24 0,0 0 16,0 25-16,0-25 0,0 25 0,0-25 0,0 25 0,0-25 15,0 0-15,0 25 0,0-25 0,0 0 0,0 24 16,0-24-16,25 0 0,-25 0 0,0 25 0,0-25 16,0 0-16,0 0 0,0 0 0,0 0 0,25 0 0,-25 0 15,0 0-15,0 0 0,24 0 0,-24 0 0,0 0 16,25 0-16,-25-25 0,25 25 0,-25 0 0,0 0 0,25-24 15,-25 24-15,0-25 0,25 25 0,-25 0 0,24-25 16,-24 25-16,0-25 0,0 25 0,25-25 0,-25 25 0,0 0 16,0-24-16,0 24 0,0-25 0,25 25 0,-25-25 15,0 25-15,0 0 0,0-25 0,0 25 0,0 0 16,0 0-16,0 0 0,0 0 0,0-25 0,0 25 0,0 0 15,0 0-15,0 0 0,0 0 0,0 0 0,0 25 16,0-25-16,-25 0 0,25 0 0,0 0 0,0 25 16,0-25-16,0 0 0,0 25 0,0-25 0,0 0 0,0 25 15,0-25-15,0 0 0,0 24 0,0-24 0,-25 25 16,25-25-16,0 0 0,0 25 0,0-25 0,0 25 0,0-25 15,0 0-15,0 25 0,25-25 0,-25 24 0,0-24 16,0 0-16,0 0 0,0 25 0,0-25 0,0 0 0,0 0 16,0 25-16,25-25 0,-25 0 0,0 0 0,0 0 15,0 0-15,25 0 0,-25 0 0,0 0 0,0-25 16,25 25-16,-25 0 0,24-25 0,-24 25 0,25 0 0,-25-24 15,25 24-15,-25-25 0,0 25 0,25-25 0,-25 25 16,25 0-16,-25-25 0,0 25 0,24-25 0,-24 25 0,0-24 16,0 24-16,0-25 0,25 25 0,-25-25 0,0 25 15,0 0-15,0-25 0,0 25 0,0 0 0,0 0 16,0 0-16,0-25 0,0 25 0,0 0 0,0 0 0,0 0 15,0 0-15,0 0 0,0 0 0,0 25 0,-25-25 16,25 0-16,0 0 0,0 0 0,0 25 0,0-25 0,0 0 16,0 25-16,0-25 0,0 25 0,0-25 0,-24 24 15,24-24-15,0 25 0,0-25 0,0 25 0,0-25 16,0 25-16,0-25 0,0 25 0,0-25 0,0 24 0,0-24 15,0 25-15,24-25 0,-24 0 0,0 0 0,0 25 16,0-25-16,0 0 0,0 0 0,0 0 0,25 0 0,-25 0 16,0 0-16,0 0 0,25 0 0,-25 0 0,25-25 15,-25 25-15,0 0 0,25-25 0,-25 25 0,25 0 0,-25-24 16,24 24-16,-24 0 0,25-25 0,-25 25 0,25-25 15,-25 25-15,0-25 0,25 25 0,-25 0 0,0-25 16,25 25-16,-25-24 0,0 24 0,0 0 0,0-25 0,0 25 16,0 0-16,24 0 0,-24-25 0,0 25 0,0 0 15,0 0-15,0 0 0,0 0 0,0 0 0,0 0 16,0 0-16,0 0 0,-24 0 0,24 0 0,0 0 0,0 0 15,0 0-15,0 0 0,0 0 0,0 0 0,0 0 16,0 0-16,0 0 0,0 0 0,0 25 0,0-25 0,-25 0 16,25 25-16,0-25 0,0 0 0,0 24 0,0-24 15,0 25-15,0-25 0,0 25 0,0-25 0,-25 25 0,25-25 16,0 25-16,0-1 0,0-24 0,0 0 0,25 25 15,-25-25-15,0 25 0,0-25 0,0 0 0,0 25 16,0-25-16,0 0 0,0 0 0,25 25 0,-25-25 0,0 0 16,0 0-16,0 0 0,0 0 0,24 0 0,-24 0 15,0 0-15,25-25 0,-25 25 0,25 0 0,-25 0 0,25-25 16,-25 25-16,25-25 0,-25 25 0,24-25 0,-24 25 15,0-24-15,25 24 0,-25-25 0,0 25 0,25-25 0,-25 0 16,0 25-16,0-25 0,0 25 0,0-24 0,0-1 16,0 25-16,0-25 0,0 25 0,0-25 0,0 25 15,-25-25-15,25 25 0,0 0 0,0-24 0,0 24 0,-25 0 16,25 0-16,0 0 0,0 0 0,0 0 0,-24 0 15,24 0-15,0 0 0,0 0 0,0 0 0,0 0 16,0 0-16,0 24 0,0-24 0,0 0 0,0 0 0,0 0 16,0 0-16,0 0 0,-25 0 0,25 0 0,0 25 15,25-25-15,-25 0 0,0 0 0,0 0 0,0 0 0,0 25 16</inkml:trace>
  <inkml:trace contextRef="#ctx0" brushRef="#br0" timeOffset="105944.0597">6102 7565 0,'0'0'0,"0"0"0,0 0 0,0 0 0,0 0 16,0 0-16,0 0 0,0-24 0,0 24 0,0 0 15,0 0-15,0 0 0,0 0 0,0 0 0,0 0 16,0 0-16,0 0 0,0 0 0,0 0 0,0 0 0,0 0 15,0 0-15,0 0 0,0 0 0,0 0 0,0 0 16,0 0-16,0 0 0,0 0 0,0 0 0,0 24 0,0-24 16,0 25-16,25-25 0,-25 25 0,0 0 0,0-25 15,0 25-15,0-1 0,0 1 0,0 0 0,25-25 16,-25 25-16,0 0 0,0-1 0,24-24 0,-24 25 0,0-25 15,25 25-15,-25 0 0,25-25 0,-25 25 0,25-25 16,-25 0-16,25 24 0,-25-24 0,24 0 0,1 0 0,-25 0 16,25 0-16,-25 0 0,25 0 0,-25 0 0</inkml:trace>
  <inkml:trace contextRef="#ctx0" brushRef="#br0" timeOffset="107041.1224">7565 7789 0,'0'0'0,"0"0"15,0 0-15,-24 0 0,24 0 0,0 0 0,0-25 16,0 25-16,0 0 0,0 0 0,0 0 0,0 0 0,0 0 15,0 0-15,0-25 0,0 25 0,0 0 0,0 0 16,0 0-16,0 0 0,0 0 0,0 0 0,-25-25 0,25 25 16,0 0-16,0 0 0,0 0 0,0 0 0,0 0 15,0 0-15,0 0 0,0 0 0,0 0 0,0 0 16,-25 0-16,25 0 0,0-25 0,-25 25 0,25 0 0,0 0 15,-25 0-15,25 0 0,-24 0 0,24 0 0,-25 0 0,25 0 16,-25 0-16,25 0 0,-25 0 0,25 0 0,-25 0 16,25 0-16,-24 0 0,24 0 0,-25 0 0,25 0 15,-25 0-15,25 0 0,0 25 0,-25-25 0,25 0 0,0 0 16,-25 25-16,25-25 0,0 0 0,0 25 0,0-25 15,-24 25-15,24-25 0,0 0 0,0 24 0,0-24 16,0 25-16,0-25 0,24 0 0,-24 25 0,0-25 0,0 25 16,0-25-16,25 0 0,-25 0 0,0 25 0,25-25 15,-25 0-15,25 0 0,-25 0 0,25 0 0,-25 0 0,24 0 16,-24 0-16,25 0 0,0 0 0,-25 0 0,25-25 15,0 25-15,-25 0 0,24 0 0,1-25 0,0 25 16,-25-25-16,25 25 0,0-25 0,-25 25 0,24-24 0,1-1 16,-25 25-16,25-25 0,-25 0 0,25 25 0,-25-25 15,25 1-15</inkml:trace>
  <inkml:trace contextRef="#ctx0" brushRef="#br0" timeOffset="107294.1369">7764 7293 0,'0'-25'0,"0"25"0,0 0 0,0 0 0,0-25 15,0 25-15,0 0 0,-25 0 0,25 0 0,0 0 0,0 0 16,0 0-16,0 0 0,0 0 0,0 0 0,0 0 15,-25 25-15,25-25 0,0 25 0,0-25 0,0 24 0,-25 1 16,25-25-16,0 25 0,0 0 0,-24 0 0,24-1 16,0 1-16,0 0 0,0 0 0,-25 0 0,25-1 15,0 1-15,0 0 0,0 0 0,0-25 0,-25 25 0,25-1 16,0 1-16,0 0 0,0-25 0,0 25 0,0 0 15,0-25-15,0 24 0,0-24 0,-25 25 0,25-25 0,0 25 16,25-25-16,-25 0 0,0 25 0,0-25 0,0 0 16,0 0-16,0 0 0,0 0 0,0 0 0,0 0 0,25 0 15,-25 0-15,0-25 0,0 25 0,0 0 0,25-25 16,-25 25-16,0 0 0</inkml:trace>
  <inkml:trace contextRef="#ctx0" brushRef="#br0" timeOffset="108102.1831">7764 7665 0,'0'0'15,"0"0"-15,0-25 0,0 25 0,0 0 0,0 0 16,0 0-16,0 0 0,0 0 0,0 0 0,0 0 15,0 0-15,0 0 0,0 0 0,0 0 0,0 0 0,0 0 16,0 0-16,0 0 0,0 0 0,0 25 0,0-25 16,0 0-16,-25 24 0,25-24 0,0 25 0,0-25 0,0 25 15,0-25-15,0 25 0,0 0 0,0-25 0,0 24 16,0-24-16,0 25 0,0-25 0,25 25 0,-25-25 15,0 25-15,0-25 0,0 0 0,0 25 0,0-25 0,0 0 16,0 24-16,0-24 0,0 0 0,25 0 0,-25 0 0,0 0 16,0 0-16,0 0 0,0 0 0,0 0 0,24 0 15,-24 0-15,0 0 0,25 0 0,-25-24 0,25 24 0,-25 0 16,0-25-16,25 25 0,-25 0 0,25-25 0,-25 25 15,24-25-15,-24 25 0,0-25 0,0 25 0,25-24 16,-25 24-16,0-25 0,0 25 0,0-25 0,0 25 0,25-25 16,-25 25-16,0-25 0,0 25 0,0 0 0,0-24 15,0 24-15,0 0 0,0-25 0,0 25 0,0 0 16,0 0-16,0 0 0,0 0 0,0 0 0,0 0 15,0 0-15,0 0 0,0 0 0,0 25 0,0-25 0,0 0 16,0 24-16,-25-24 0,25 0 0,0 25 0,0-25 16,0 25-16,0-25 0,0 25 0,0 0 0,0-25 0,0 24 15,0-24-15,0 25 0,0-25 0,0 25 0,0-25 16,0 0-16,0 25 0,0-25 0,0 25 0,0-25 0,0 0 15,0 24-15,0-24 0,25 0 0,-25 0 0,0 25 16,0-25-16,0 0 0,0 0 0,0 0 0,0 0 0,25 0 16,-25 0-16,0 0 0,25 0 0,-25 0 0,0 0 15,25-25-15,-25 25 0,24 0 0,-24 0 0,0-24 0,25 24 16,-25 0-16,25-25 0,-25 25 0,25 0 0,-25-25 15,0 25-15,25-25 0,-25 25 0,0-25 0,0 25 16,0 0-16,24-24 0,-24 24 0,0-25 0,0 25 0,0-25 16,0 25-16,0 0 0,0 0 0,0-25 0,0 25 15,0 0-15,0 0 0,0 0 0,0 0 0,0 0 16,0 0-16,0 0 0,-24 0 0,24 0 0,0 0 15,0 0-15,0 25 0,0-25 0,0 0 0,0 25 0,0-25 16,0 25-16,0-25 0,0 24 0,-25-24 0,25 25 0,0-25 16,0 25-16,0-25 0,0 25 0,0-25 0,0 25 15,25-25-15,-25 0 0,0 24 0,0-24 0,0 0 0,0 25 16,0-25-16,0 0 0,24 0 0,-24 0 0,0 0 15,0 0-15,0 0 0,0 0 0,25 0 0,-25 0 16,0 0-16,25 0 0,-25-25 0,0 25 0,25-24 0,-25 24 16,0 0-16,0-25 0,25 25 0,-25-25 0,0 25 15,0-25-15,0 25 0,0-25 0,0 25 0,0-24 0,0 24 16,0-25-16,0 0 0,0 25 0,0-25 0,0 25 15,-25 0-15,25-25 0,0 25 0,0 0 0,0-24 16,0 24-16,0 0 0,0 0 0,0 0 0,0 0 0,0 0 16,0 0-16,-25 0 0,25 24 0,0-24 0,0 0 15,0 0-15,0 25 0,0-25 0,0 0 0,25 25 0,-25-25 16,0 25-16,0-25 0,0 0 0,0 25 15,0-25-15,25 0 0,-25 24 0,24-24 0,-24 0 0,25 25 16,0-25-16</inkml:trace>
  <inkml:trace contextRef="#ctx0" brushRef="#br0" timeOffset="108390.1996">8682 7813 0,'0'0'16,"0"-24"-16,0 24 0,0 0 0,0 0 0,-25-25 15,25 25-15,0 0 0,0-25 0,0 25 0,0 0 0,0 0 16,0 0-16,-25 0 0,25-25 0,0 25 0,0 0 15,0 0-15,0 0 0,0 0 0,-25 0 0,25 0 0,0 25 16,0-25-16,0 0 0,-25 25 0,25-25 0,0 0 16,0 25-16,0-25 0,-24 24 0,24-24 0,0 25 0,0 0 15,0-25-15,0 25 0,0-25 0,0 25 0,0-25 16,0 24-16,0-24 0,0 25 0,0-25 0,0 0 15,0 25-15,0-25 0,24 0 0,-24 25 0,0-25 0,0 0 16,25 0-16,-25 0 0,0 0 0,0 0 0,25 0 0,-25 0 16,0 0-16,25 0 0,-25 0 0,25 0 0,-25-25 15,0 25-15,0 0 0,24-25 0,-24 25 0,0-25 16,0 25-16,0 0 0,0-24 0</inkml:trace>
  <inkml:trace contextRef="#ctx0" brushRef="#br0" timeOffset="108667.2154">8533 7441 0,'0'0'0,"0"0"16,0-24-16,0 24 0,0 0 0,0 0 15,0 0-15,0 0 0,0 0 0,0 0 0,0-25 0,0 25 16,0 0-16,25 0 0,-25 0 0,0 0 0,0 0 15,0 0-15,0 0 0,24 0 0,-24 25 0,0-25 0,0 0 16,0 0-16,0 0 0,25 24 0,-25-24 0,0 0 0,0 25 16,0-25-16,0 0 0,0 25 0,-25-25 0,25 25 15,0-25-15,0 0 0,0 25 0,0-25 0,-24 0 16,24 24-16,0-24 0,-25 0 0,25 0 0,0 25 0,0-25 15,-25 0-15,25 0 0,-25 25 0,25-25 0,0 0 16,-25 0-16,1 0 0,24 0 0,-25 0 0,25 0 0,-25 0 16,0 0-16</inkml:trace>
  <inkml:trace contextRef="#ctx0" brushRef="#br0" timeOffset="108905.229">8161 7441 0,'0'0'0,"0"0"0,0 0 0,0-24 16,0 24-16,25 0 0,-25 0 0,0 0 0,0 0 15,0-25-15,0 25 0,0 0 0,24 0 0,-24 0 16,0 0-16,0 0 0,0 0 0,0-25 0,0 50 0,0-25 16,0 0-16,25 0 0,-25 0 0,0 0 0,0 25 15,0-25-15,0 0 0,0 24 0,0-24 0,-25 25 16,25 0-16,0-25 0,0 25 0,0 0 0,0-25 0,0 24 15,-24 1-15,24 0 0,0-25 0,0 25 0,-25 0 16,25-1-16,0 1 0,-25 0 0,25-25 0,0 25 0,-25 0 16</inkml:trace>
  <inkml:trace contextRef="#ctx0" brushRef="#br0" timeOffset="109052.2375">7913 8260 0,'0'0'0,"-25"0"0,25 25 0,0-25 0,0 0 15,0 0-15,0 0 0,-25 0 0,25 0 0,0 0 16,0 0-16,0 0 0,0 0 0,0 0 0,0 0 15,0 0-15,0 0 0,0-25 0,0 25 0,0 0 0,0-25 16,0 25-16,-25 0 0,25-25 0,0 25 0</inkml:trace>
  <inkml:trace contextRef="#ctx0" brushRef="#br0" timeOffset="109234.2479">7640 7615 0,'0'0'15,"0"0"-15,0-25 0,0 25 0,0 0 0,0 0 0,0 0 16,25 0-16,-25 0 0,24 0 0,-24-25 0,25 25 15,-25 0-15,25 0 0,0 0 0,0 0 0,-1 0 16,1 0-16,0 0 0,0 0 0,0 0 0,-1 0 0,1 0 16,0 0-16,0 0 0,0 0 0,0 0 0,-1 0 15,1 0-15,0 0 0,0 0 0</inkml:trace>
  <inkml:trace contextRef="#ctx0" brushRef="#br0" timeOffset="109712.2752">9649 7987 0,'0'0'0,"0"0"16,0 0-16,0 0 0,0 0 0,0 0 0,0 0 15,0 0-15,0 0 0,0-25 0,0 25 0,0 0 16,0 0-16,0 0 0,0 0 0,0-25 0,25 25 0,-25 0 15,25-24-15,-25 24 0,0 0 0,24-25 0,-24 25 0,25 0 16,-25-25-16,25 25 0,-25-25 0,0 25 0,25-25 16,-25 25-16,25-24 0,-25 24 0,0-25 0,24 25 15,-24-25-15,0 25 0,0-25 0,0 0 0,25 25 0,-25 0 16,0-24-16,0 24 0,0-25 0,0 25 0,0 0 15,0-25-15,0 25 0,0 0 0,0 0 0,0 0 16,0 0-16,0 0 0,0 0 0,0 0 0,0 0 0,0 0 16,0 0-16,0 0 0,0 25 0,0-25 0,0 25 15,0-25-15,-25 24 0,25-24 0,0 25 0,0 0 0,0 0 16,0-25-16,0 25 0,0-1 0,0-24 0,0 25 15,0 0-15,0 0 0,0-25 0,-24 25 0,24-25 16,0 24-16,0-24 0,0 25 0,0-25 0,0 25 0,0-25 16,0 25-16,0-25 0,0 0 0,0 0 0,0 25 15,0-25-15,-25 0 0,25 0 0,0 0 0,0 0 0,0 0 16,0 25-16</inkml:trace>
  <inkml:trace contextRef="#ctx0" brushRef="#br0" timeOffset="111077.3533">10815 7838 0,'-25'0'0,"25"0"0,0 0 0,0 0 16,0 0-16,0 0 0,0 0 0,0 0 0,0-25 16,0 25-16,0 0 0,0 0 0,0 0 0,25 0 15,-25 0-15,0-24 0,25 24 0,-25 0 0,24-25 0,-24 25 16,25 0-16,-25-25 0,25 25 0,0-25 0,0 25 15,-1-25-15,-24 25 0,25-24 0,0 24 0,0-25 16,0 0-16,-1 25 0,-24-25 0,25 0 0,0 25 0,0-24 16,-25-1-16,25 25 0,-25-25 0,25 0 0,-25 25 0,24-25 15,-24 1-15,0 24 0,0-25 0,0 25 0,0-25 16,0 25-16,0-25 0,0 25 0,0-25 0,-24 25 15,24 0-15,0 0 0,0-24 0,-25 24 0,25 0 16,-25 0-16,25 0 0,0 0 0,-25 0 0,25 0 0,0-25 16,-25 25-16,25 0 0,0 0 0,0 25 0,-25-25 0,25 0 15,0 0-15,0 0 0,0 0 0,0 0 0,-24 0 16,24 24-16,0-24 0,0 0 0,0 25 0,0-25 15,0 25-15,-25-25 0,25 25 0,0 0 0,0-1 0,0-24 16,0 25-16,0 0 0,0 0 0,0 0 0,0-1 16,0 1-16,0-25 0,-25 25 0,25 0 0,0 0 0,0-1 15,0 1-15,0 0 0,0-25 0,0 25 0,0 0 16,0-1-16,-25-24 0,25 25 0,0-25 0,0 25 15,0 0-15,0-25 0,0 0 0,-25 25 0,25-25 0,0 24 16,0-24-16,0 0 0,0 25 0,0-25 0,0 0 16,0 0-16,0 0 0,0 0 0,0 0 0,0 0 0,0 0 15,0 0-15,0 0 0,0 0 0,0 0 0,0 0 16,25 0-16,-25-25 0,0 25 0,25 0 0,-25-24 0,0 24 15,25-25-15,-25 25 0,25 0 0,-25-25 0,0 25 16,24-25-16,-24 25 0,25-25 0,-25 25 0,25 0 16,-25-24-16,0 24 0,25 0 0,-25-25 0,0 25 0,0 0 15,0 0-15,0 0 0,25 0 0,-25 0 0,0 0 0,0 0 16,0 0-16,0 0 0,0 0 0,0 0 0,0 0 15,0 25-15,0-25 0,0 0 0,0 24 0,0-24 16,0 0-16,0 25 0,0-25 0,0 0 0,0 25 16,0-25-16,0 25 0,0-25 0,0 25 0,0-25 0,0 24 15,0-24-15,0 0 0,0 25 0,25-25 0,-25 25 0,0-25 16,0 0-16,0 25 0,0-25 0,24 0 0,-24 0 15,0 25-15,0-25 0,25 0 0,-25 0 0,0 0 16,0 0-16,25 0 0,-25 0 0,25 0 0,-25 0 0,0 0 16,25 0-16,-25 0 0,24 0 0,-24-25 0,25 25 15,-25 0-15,25 0 0,-25 0 0,0-25 0,25 25 16,-25 0-16,0 0 0,25-25 0,-25 25 0,0 0 0,0 0 15,24-25-15,-24 25 0,0 0 0,0 0 0,0 0 16,0-24-16,0 24 0,0 0 0,25 0 0,-25 0 0,0-25 16,0 25-16,0 0 0,0 0 0,0-25 0,0 25 15,0 0-15,0 0 0,0 0 0,0-25 0,0 25 16,0 0-16,0 0 0,0 0 0,0 0 0,25 0 0,-25 0 15,0 0-15,0 0 0,-25 0 0,25 0 0,0 0 16,0 0-16,0 0 0,0 0 0,0 0 0,0 0 0,0 0 16,0 0-16,0 0 0,0 0 0,0 0 0,0 0 15,0 0-15,0 0 0,0 0 0,0 0 0,25-25 0,-25 25 16,0 0-16,0 0 0,0 0 0,0 0 0,0 0 15,0 0-15,0 0 0,0 0 0,0 0 0,0 0 16,0 0-16,0 0 0,0 0 0,0 0 0,0 0 0,0 0 16,0-24-16,0 24 0,0 0 0,0 0 0,0 0 15,0 0-15,0 0 0,0-25 0,0 25 0,0 0 16,0 0-16,0 0 0,0 0 0,0 0 0,0 0 0,0 0 15,0-25-15,0 25 0,0 0 0,0 0 0,0 0 16,0 0-16,0 0 0,0 0 0,0 0 0,0 0 0,0 0 16,0 0-16,0 0 0,0 0 0,0 0 0,0 0 15,0 0-15,0 0 0,0 0 0,0 0 0,0 25 0,0-25 16,0 0-16,0 25 0,0-25 0,-25 24 0,25-24 15,0 25-15,0 0 0,0-25 0,0 25 0,0 0 16,0-1-16,-25-24 0,25 25 0,0 0 0,0 0 0,0 0 16,0-25-16,0 25 0,-24-1 0,24 1 0,0 0 15,0-25-15,0 25 0,0 0 0,0-25 0,-25 24 0,25 1 16,0-25-16,0 25 0,0 0 0,-25-25 0,25 25 15,0-25-15,0 24 0,0-24 0,0 25 0,-25-25 0,25 25 16,0-25-16,0 25 0,0-25 0,-25 25 0,25-25 16,0 24-16,0-24 0,0 25 0,-24-25 0,24 0 15,0 0-15,0 25 0,0-25 0,0 0 0,0 0 0,0 0 16,0 0-16,0 0 0,0 0 0,0 0 0,0 0 15,0 0-15,0 0 0,0 0 0,0-25 0,0 25 0,24 0 16,-24-25-16,0 25 0,0-24 0,0 24 0</inkml:trace>
  <inkml:trace contextRef="#ctx0" brushRef="#br0" timeOffset="111379.3706">11658 7640 0,'0'-25'0,"0"25"0,0 0 0,25 0 0,-25 0 16,0 0-16,0 0 0,25 0 0,-25 0 0,0 0 16,0 0-16,25 0 0,-25 25 0,0-25 0,24 0 0,-24 25 15,0-25-15,0 0 0,25 24 0,-25-24 0,0 25 16,0-25-16,0 25 0,0-25 0,0 0 0,0 25 15,0-25-15,-25 25 0,25-25 0,0 24 0,0-24 0,-24 25 16,24-25-16,0 0 0,-25 25 0,25-25 0,0 0 16,-25 0-16,25 25 0,0-25 0,-25 0 0,25 0 15,0 0-15,-25 0 0,25 0 0,0 0 0,0 0 0,0 0 16,-24 0-16,24 0 0,0 0 0,0 0 0,0 0 15,0 0-15,0-25 0,0 25 0,0-25 0,0 25 0,0 0 16</inkml:trace>
  <inkml:trace contextRef="#ctx0" brushRef="#br0" timeOffset="111615.3841">12080 7367 0,'0'0'0,"0"0"0,0 0 0,0 0 16,0 0-16,0 0 0,0 25 0,0-25 0,0 0 0,0 25 15,0-25-15,0 24 0,0-24 0,0 25 0,0 0 16,0-25-16,0 25 0,0 0 0,-25-1 0,25-24 16,0 25-16,0 0 0,0 0 0,0-25 0,0 25 0,-25-1 15,25-24-15,0 25 0,0 0 0,0-25 0,-25 25 16,25-25-16,0 25 0,0-1 0,-24-24 0,24 0 15,0 25-15,0-25 0,-25 0 0,25 0 0,0 0 16,0 0-16,0 0 0</inkml:trace>
  <inkml:trace contextRef="#ctx0" brushRef="#br0" timeOffset="111764.3926">11906 7689 0,'0'0'0,"0"0"0,0 0 16,0 0-16,0 0 0,0 0 0,0 0 0,25 0 16,-25 0-16,0-24 0,25 24 0,-25 0 0,25 0 0,-25 0 15,24 0-15,1 0 0,-25 0 0,25 0 0,0 0 0,0 0 16,-1 0-16,-24-25 0,25 25 0,0 0 15,0 0-15,0 0 0,0 0 0,-25 0 0,24 0 0</inkml:trace>
  <inkml:trace contextRef="#ctx0" brushRef="#br0" timeOffset="113735.5053">13494 7813 0,'0'0'0,"0"0"0,0 0 0,0 0 0,0 0 15,0 0-15,0 0 0,0 0 0,0 0 0,0 0 0,0 0 16,0 0-16,0 0 0,0 0 0,0-24 0,0 24 16,0 0-16,0 0 0,0 0 0,0 0 0,0 0 15,0 0-15,0 0 0,0 0 0,0 0 0,0 0 0,0 0 16,0 0-16,0 0 0,0 0 0,0-25 0,0 25 15,0 0-15,0 0 0,0 0 0,0 0 0,0 0 0,0 0 16,0-25-16,0 25 0,0 0 0,0 0 0,0 0 16,0 0-16,0 0 0,0-25 0,0 25 0,0 0 0,0 0 15,0 0-15,0 0 0,0 0 0,0-25 0,0 25 16,0 0-16,0 0 0,0 0 0,0 0 0,25 0 0,-25 0 15,0 0-15,0 0 0,0 0 0,0 0 16,0 0-16,0 0 0,0 0 0,0-24 0,0 24 0,0 0 16,0 0-16,0 0 0,0 0 0,0 0 0,0 0 0,0 24 15,0-24-15,0 0 0,0 0 0,0 0 0,0 25 0,0-25 16,0 0-16,-25 25 0,25-25 0,0 25 15,0-25-15,0 25 0,0-25 0,0 24 0,0-24 0,0 25 16,0-25-16,-25 0 0,25 25 0,0-25 0,0 25 16,0-25-16,0 0 0,0 25 0,0-25 0,0 0 0,0 0 15,-25 24-15,25-24 0,0 0 0,0 0 0,0 0 16,0 0-16,0 0 0,0 0 0,0 0 0,0 0 0,0 0 15,0 0-15,0 0 0,0 0 0,0 0 0,0 0 16,0 0-16,0 0 0,0 0 0,0 0 0,0 0 16,0 0-16,25 0 0,-25-24 0,0 24 0,0 0 0,25-25 15,-25 25-15,0-25 0,25 25 0,-25-25 0,0 25 16,24-25-16,-24 1 0,25 24 0,-25-25 0,25 0 0,-25 25 15,25-25-15,-25 25 0,25-25 0,-25 1 0,0 24 16,24 0-16,-24-25 0,25 25 0,-25 0 0,0 0 0,0-25 16,25 25-16,-25 0 0,0 0 0,0 0 0,0 0 15,0 25-15,0-25 0,0 0 0,0 0 0,0 0 16,0 25-16,0-25 0,0 0 0,0 24 0,0-24 0,0 25 15,0-25-15,0 25 0,0-25 0,0 25 0,0 0 0,-25-25 16,25 24-16,0 1 0,0-25 0,0 25 0,0 0 16,0-25-16,0 25 0,0-25 0,0 24 0,0-24 15,0 0-15,0 25 0,0-25 0,25 0 0,-25 25 16,0-25-16,25 0 0,-25 0 0,0 0 0,25 0 0,-25 0 15,24 0-15,-24 0 0,25 0 0,0 0 0,-25 0 16,25 0-16,0-25 0,-25 25 0,24 0 0,1 0 0,-25 0 16,25-25-16</inkml:trace>
  <inkml:trace contextRef="#ctx0" brushRef="#br0" timeOffset="114900.572">15032 7888 0,'0'0'0,"0"0"0,0 0 0,0-25 16,0 25-16,-25 0 0,25-25 0,0 25 0,0 0 16,0-25-16,-25 25 0,25 0 0,0-24 0,0 24 15,0 0-15,-25-25 0,25 25 0,0 0 0,-25-25 0,25 25 16,0 0-16,0 0 0,-24-25 0,24 25 0,0 0 0,-25 0 15,25 0-15,0 0 0,-25 0 0,25 0 0,-25 0 16,25 0-16,0 0 0,-25 0 0,25 25 0,-24-25 16,24 0-16,-25 0 0,25 25 0,0-25 0,-25 0 0,25 25 15,-25-25-15,25 24 0,0-24 0,0 25 0,-25-25 16,25 25-16,0-25 0,0 25 0,0 0 0,0-25 15,0 24-15,0-24 0,0 25 0,0-25 0,0 25 0,0-25 16,25 0-16,-25 25 0,0-25 0,25 0 0,-25 25 0,0-25 16,25 0-16,-25 0 0,0 0 0,25 25 0,-25-25 15,0 0-15,24 0 0,-24 0 0,25 0 0,-25-25 16,25 25-16,-25 0 0,0 0 0,25 0 0,-25-25 0,25 25 15,-25 0-15,24 0 0,-24-25 0,0 25 0,25-25 16,-25 25-16,0 0 0,25-25 0,-25 25 0,0-24 16,0 24-16,0-25 0,25 25 0,-25-25 0,0 25 0,0-25 15,0 25-15,0-25 0,0 25 0,0 0 0,0-24 16,0 24-16,0 0 0,0 0 0,0-25 0,0 25 15,0 0-15,0 0 0,0 0 0,0 0 0,0 0 0,0 0 16,0 0-16,0 0 0,0 0 0,0 0 0,0 0 0,0 0 16,0 25-16,-25-25 0,25 0 0,0 0 0,0 24 15,0-24-15,0 0 0,-25 25 0,25-25 0,0 25 16,0-25-16,0 25 0,0-25 0,0 25 0,0-25 0,0 24 15,0-24-15,0 25 0,0-25 0,0 0 0,0 25 16,0-25-16,0 0 0,0 0 0,25 25 0,-25-25 0,0 0 16,0 0-16,0 0 0,0 0 0,25 0 0,-25 0 15,0 0-15,25 0 0,-25 0 0,0-25 0,24 25 16,-24 0-16,25 0 0,-25-25 0,0 25 0,25 0 0,-25 0 15,0-25-15,25 25 0,-25 0 0,0-24 0,0 24 16,0 0-16,25-25 0,-25 25 0,0-25 0,0 25 0,0 0 16,0-25-16,0 25 0,0-25 0,0 25 0,0 0 15,0-24-15,0 24 0,0 0 0,0 0 0,0 0 16,0 0-16,0 0 0,0 0 0,0 0 0,0 0 0,0 0 15,0 0-15,0 0 0,0 0 0,0 0 0,0 24 0,0-24 16,0 0-16,0 25 0,0-25 0,0 0 0,-25 25 16,25-25-16,0 25 0,0-25 0,0 25 0,0-25 15,0 24-15,0-24 0,0 0 0,0 25 0,0-25 0,0 0 16,0 25-16,0-25 0,0 0 0,0 25 0,0-25 15,0 0-15,0 0 0,0 25 0,-25-25 0,25 0 0,0 0 16,0 0-16,0 0 0,0 0 0,0 0 0,25 0 16,-25 0-16,0-25 0,0 25 0,0 0 0,0 0 0,25 0 15,-25-25-15,0 25 0,0 0 0,24-25 16,-24 25-16,25 0 0,-25-25 0,25 25 0,-25-24 0,25 24 15,-25-25-15,25 25 0,-25-25 0,0 25 0,24 0 0,-24-25 16,0 25-16,25 0 0,-25 0 0,0-25 0,0 25 16,0 0-16,0 0 0,0 0 0,0 25 0,0-25 15,0 0-15,0 0 0,0 25 0,0-25 0,0 0 16,0 25-16,0-25 0,0 25 0,0-25 0,0 24 0,0-24 15,0 0-15,0 25 0,0-25 0,0 25 0,0-25 16,0 0-16,0 25 0,0-25 0,0 0 0,0 25 0,0-25 16,0 0-16,0 0 0,0 0 0,0 0 0,0 25 0,0-25 15,0 0-15,25 0 0,-25 0 0,0-25 0,0 25 16,0 0-16,0 0 0,25 0 0,-25 0 0,0-25 15,0 25-15,0 0 0,0-25 0</inkml:trace>
  <inkml:trace contextRef="#ctx0" brushRef="#br0" timeOffset="115140.5857">15032 7615 0,'0'-25'16,"0"25"-16,-25 0 0,25 0 0,0 0 0,0 0 15,0-25-15,0 25 0,25 0 0,-25 0 0,0 0 0,0 0 16,0-24-16,24 24 0,-24 0 0,0 0 0,25-25 16,-25 25-16,0 0 0,25 0 0,-25 0 0,25 0 0,-25-25 15,0 25-15,25 0 0,-25 0 0,24 0 0,-24 0 16,25 0-16,-25 0 0,0 0 0,25 0 0,-25 0 0,0 0 15,0 0-15,25 0 0,-25 0 0,0 0 0,0 0 16,0 0-16,0 0 0,0 0 0,0 0 0,25 25 16,-25-25-16</inkml:trace>
  <inkml:trace contextRef="#ctx0" brushRef="#br0" timeOffset="115353.5979">15429 7293 0,'0'0'0,"0"-25"0,0 25 0,24 0 0,-24 0 0,0 0 15,0 25-15,25-25 0,-25 0 0,0 0 0,0 0 16,0 0-16,25 24 0,-25-24 0,0 25 0,0-25 16,0 0-16,0 25 0,0-25 0,0 25 0,0-25 0,0 25 15,-25-25-15,25 24 0,0-24 0,0 0 0,0 25 16,-25-25-16,25 0 0,0 0 0,0 25 0,-24-25 15,24 0-15,0 0 0,-25 25 0,25-25 0,0 0 0</inkml:trace>
  <inkml:trace contextRef="#ctx0" brushRef="#br0" timeOffset="115561.6098">15801 7913 0,'0'0'0,"24"0"0,-24 0 0,0 0 15,25 0-15,-25 0 0,0 0 0,0 0 0,0 0 16,0 0-16,0 0 0,0 0 0,0 0 0,0 0 0,0 0 16,25 0-16,-25 0 0,0 0 0,0 0 0,0 0 15,0 0-15,0 0 0,0-25 0,0 25 0,0 0 0,0 0 16,0 0-16</inkml:trace>
  <inkml:trace contextRef="#ctx0" brushRef="#br0" timeOffset="116336.6541">17512 7317 0,'0'0'0,"0"0"0,0-24 0,-25 24 0,25 0 15,0-25-15,0 25 0,0 0 0,-25-25 0,25 25 16,0 0-16,0-25 0,-24 25 0,24 0 0,0 0 0,-25 0 15,25-25-15,0 25 0,0 0 0,-25 0 0,25 0 16,0 0-16,-25 0 0,25 0 0,-25 0 0,25 0 16,-24 0-16,24 0 0,-25 0 0,25 0 0,-25 0 0,0 25 15,25-25-15,-25 0 0,25 0 0,-24 25 0,-1-25 16,25 25-16,-25-25 0,0 25 0,25-1 0,-25 1 0,25 0 15,-24 0-15,24 0 0,0-1 0,-25 1 0,25 0 16,0 0-16,0 0 0,0-1 0,0 1 0,0 0 0,0 0 16,0 0-16,0-1 0,0 1 0,25 0 0,-25-25 15,0 25-15,24 0 0,-24-25 0,0 24 0,25-24 16,-25 25-16,0-25 0,25 25 0,-25-25 0,25 0 0,-25 0 15,0 0-15,25 0 0,-25 0 0,0 0 0,24 0 0,-24 0 16,0 0-16,25 0 0,-25 0 0,0-25 0,0 25 16,25 0-16,-25-25 0,0 25 0,25 0 0,-25-24 15,0 24-15,0 0 0,25-25 0,-25 25 0,0-25 0,0 25 16,0-25-16,0 25 0,0-25 0,0 25 0,0-24 15,24 24-15,-24 0 0,0-25 0,0 25 0,0 0 16,0-25-16,0 25 0,0 0 0,0 0 0,0 0 0,0 0 16,0 0-16,0 0 0,0 25 0,0-25 0,0 0 15,0 25-15,0-25 0,0 0 0,0 24 0,0-24 16,0 25-16,0 0 0,0-25 0,0 25 0,0-25 0,0 25 15,0-25-15,0 24 0,0-24 0,0 0 0,0 25 0,0-25 16,0 0-16,0 0 0,0 25 0,0-25 0,0 0 16,0 0-16,-24 0 0,24 0 0,0 0 0,0 0 15,0 0-15,0 0 0,-25-25 0,25 25 0,0 0 0</inkml:trace>
  <inkml:trace contextRef="#ctx0" brushRef="#br0" timeOffset="116565.6672">17438 7640 0,'0'-25'16,"0"25"-16,24 0 0,-24 0 0,0 0 0,0 0 15,25 0-15,-25 0 0,0 0 0,0 0 0,0 0 0,0 25 16,0-25-16,0 0 0,0 25 0,0-25 0,0 0 16,0 24-16,0 1 0,0-25 0,0 25 0,0-25 15,0 25-15,0-25 0,0 25 0,0-25 0,0 24 16,0 1-16,0-25 0,0 25 0,0-25 0,0 0 0,-25 25 15,25-25-15,0 0 0,0 25 0,0-25 0,0 0 0,0 0 16,0 0-16,0 0 0,0 24 0,0-24 0,0 0 16,0-24-16,25 24 0,-25 0 0,0 0 0,0-25 0,25 25 15,-25 0-15,25-25 0,-25 25 0</inkml:trace>
  <inkml:trace contextRef="#ctx0" brushRef="#br0" timeOffset="116785.6798">17735 7665 0,'0'0'0,"0"0"0,0 0 15,0 0-15,0 0 0,0 0 0,0 0 0,0 0 16,0 0-16,0 0 0,0 0 0,0 0 0,0 24 15,0-24-15,0 0 0,0 0 0,25 0 0,-25 0 0,0 25 16,0-25-16,25 0 0,-25 0 0,0 0 0,0 25 16,25-25-16,-25 0 0,0 0 0</inkml:trace>
  <inkml:trace contextRef="#ctx0" brushRef="#br0" timeOffset="117390.7144">18083 7714 0,'0'0'0,"-25"0"0,25-25 0,0 25 0,0-24 16,-25 24-16,25 0 0,0-25 0,-25 25 0,25-25 16,-25 25-16,25 0 0,0 0 0,-24 0 0,24-25 0,0 25 15,-25 0-15,25 0 0,0 25 0,-25-25 0,25 0 16,0 0-16,-25 0 0,25 25 0,0-25 0,-25 0 15,25 25-15,0-25 0,-24 24 0,24-24 0,0 25 0,0 0 16,-25-25-16,25 25 0,0-25 0,0 25 0,0-1 16,0-24-16,0 25 0,0-25 0,0 25 0,0-25 0,0 25 15,0-25-15,0 25 0,0-25 0,0 0 0,0 24 16,0-24-16,25 0 0,-25 0 0,0 0 0,0 0 0,24 25 15,-24-25-15,0 0 0,0 0 0,25 0 0,-25 0 16,0-25-16,25 25 0,-25 0 0,0 0 0,25 0 16,-25 0-16,0-24 0,25 24 0,-25 0 0,0-25 0,24 25 15,-24 0-15,0-25 0,25 25 0,-25-25 0,0 25 16,0-25-16,25 25 0,-25-24 0,0 24 0,0-25 0,0 25 15,0-25-15,25 25 0,-25-25 0,0 0 0,0 25 16,0 0-16,0-24 0,0 24 0,0 0 0,0 0 16,0-25-16,0 25 0,0 0 0,0 0 0,0 0 0,0 0 15,0 0-15,0 25 0,0-25 0,0 0 0,0 0 16,0 24-16,0-24 0,0 25 0,-25-25 0,25 25 0,0-25 15,0 25-15,0-25 0,0 25 0,0-25 0,0 24 16,0-24-16,0 25 0,0-25 0,0 25 0,0-25 16,0 0-16,0 25 0,0-25 0,0 0 0,0 25 0,25-25 15,-25 0-15,0 0 0,0 0 0,0 24 0,0-24 16,0 0-16,0 0 0,25 0 0,-25 0 0,0 0 15,24 0-15,-24 0 0,0 0 0,25-24 0,-25 24 0,25 0 16,-25 0-16,0 0 0,25-25 0,-25 25 0,0 0 0,25-25 16,-25 25-16,0 0 0,0-25 0,24 25 0,-24-25 15,0 25-15,0 0 0,0 0 0,0-24 0,0 24 16,0 0-16,0 0 0,0 0 0,0 0 0,0 0 0,0 0 15,0 0-15,-24 0 0,24 24 0,0-24 0,0 0 0,0 0 16,0 25-16,0-25 0,0 0 0,0 25 0,0-25 16,0 25-16,0-25 0,0 0 0,0 25 0,0-25 15,0 24-15,0-24 0,0 0 0,0 0 0,0 25 0,0-25 16,0 0-16,0 0 0,0 0 0,0 0 0,24 0 15,-24 0-15,0 0 0,0 0 0,0 0 0,25-25 16,-25 25-16,0 0 0,0-24 0</inkml:trace>
  <inkml:trace contextRef="#ctx0" brushRef="#br0" timeOffset="117738.7343">18331 7342 0,'0'0'0,"24"0"0,-24 0 0,0 0 16,0 0-16,0 0 0,25 0 0,-25 0 0,0 0 15,25 0-15,-25 0 0,0 0 0,25 0 0,-25 0 0,25 0 16,-25 25-16,24-25 0,-24 0 0,25 0 0,-25 25 16,25-25-16,-25 0 0,0 25 0,25-25 0,-25 0 15,0 24-15,0-24 0,0 0 0,0 25 0,0-25 16,0 0-16,-25 25 0,25-25 0,-25 0 0,25 25 0,-25-25 15,25 0-15,-24 0 0,-1 25 0,25-25 0,-25 0 0</inkml:trace>
  <inkml:trace contextRef="#ctx0" brushRef="#br0" timeOffset="118740.7916">19298 7838 0,'0'0'0,"-25"0"15,25 0-15,-25 0 0,25 0 0,0 0 0,0 0 16,-24 0-16,24 0 0,0-25 0,0 25 0,0 0 15,24 0-15,-24 0 0,0 0 0,25 0 0,-25-24 0,25 24 16,-25 0-16,25-25 0,0 25 0,-1 0 0,1-25 16,0 25-16,0 0 0,0-25 0,-1 25 0,1-25 15,0 1-15,0 24 0,0-25 0,-25 25 0,25-25 0,-1 0 16,1 25-16,0-25 0,-25 1 0,25 24 0,0-25 15,-25 0-15,0 25 0,24-25 0,-24 0 0,0 1 16,25 24-16,-25-25 0,0 0 0,0 25 0,0-25 0,0 0 16,0 25-16,-25-24 0,25 24 0,0-25 0,0 25 0,0-25 15,-24 25-15,24 0 0,0 0 0,0-25 0,-25 25 16,25 0-16,0 0 0,0 0 0,-25 0 0,25 0 15,0 0-15,0 0 0,0 25 0,0-25 0,0 0 0,-25 0 16,25 0-16,0 25 0,0-25 0,0 0 0,0 25 16,0-25-16,0 24 0,0-24 0,0 25 0,0-25 0,0 25 15,0 0-15,0-25 0,0 25 0,0-1 0,0 1 16,0 0-16,0-25 0,0 25 0,0 0 0,0-1 0,-25 1 15,25 0-15,0 0 0,0-25 0,0 25 16,0-1-16,0 1 0,0 0 0,0-25 0,0 25 0,0 0 16,0-25-16,0 24 0,0 1 0,0-25 0,0 25 0,-24-25 15,24 25-15,0-25 0,0 0 0,0 25 0,0-25 16,0 0-16,0 24 0,0-24 0,0 0 0,0 0 15,-25 0-15,25 25 0,0-25 0,0 0 0,0 0 16,0 0-16,0 0 0,0 0 0,0 0 0,0 0 0,0 0 16,0 0-16,25 0 0,-25-25 0,0 25 0,0 0 0,24 0 15,-24 0-15,0 0 0,25-24 0,-25 24 0,25 0 16,-25-25-16,25 25 0,-25-25 0,25 25 0,-1-25 15,-24 25-15,25-25 0,0 25 0,-25-24 0,25 24 0,0 0 16,-25-25-16,24 25 0,-24 0 0,0 0 0,25 0 16,-25 0-16,0 0 0,0 0 0,25 0 0,-25 0 0,0 0 15,0 0-15,0 0 0,0 25 0,0-25 0,0 0 16,0 24-16,0-24 0,0 0 0,0 25 0,0-25 0,0 25 15,0-25-15,0 0 0,0 25 0,-25-25 0,25 25 16,0-25-16,0 24 0,0-24 0,0 25 0,0-25 0,0 0 16,0 25-16,25-25 0,-25 0 0,0 25 0,0-25 15,0 0-15,0 0 0,0 0 0,0 25 0,0-25 16,25 0-16,-25 0 0,0 0 0,0 0 0,25 0 0,-25 0 15,0 0-15,24 0 0,-24 0 0,25-25 0,-25 25 16,25 0-16,-25 0 0,25-25 0,-25 25 0,25 0 16,-25 0-16,24-25 0,-24 25 0,25-25 0,-25 25 0,25-24 15,-25 24-15,0-25 0,25 25 0,-25-25 0,0 25 16,25-25-16,-25 25 0,0-25 0,0 25 0,0-24 0,0 24 15,0 0-15,0-25 0,0 25 0,0-25 0,0 25 16,0 0-16,-25 0 0,25 0 0,0-25 0,0 25 0,0 0 16,0 0-16,-25 0 0,25 0 0,0 0 0,0 0 15,0 0-15,-25 0 0,25 0 0,0 0 0,0 25 16,-25-25-16,25 0 0,0 0 0,0 25 0,-24-25 0,24 25 15,0-25-15,0 0 0,0 24 0,0-24 0,-25 25 16,25 0-16,0-25 0,0 0 0,0 25 0,0-25 16,0 25-16,0-25 0,25 24 0,-25-24 0,0 0 0,0 25 15,0-25-15,0 0 0,24 25 0,-24-25 0,0 0 16,0 0-16,25 0 0,-25 25 0,25-25 0,-25 0 0,0 0 15,25 0-15,-25-25 0,25 25 0,-25 0 0,24 0 16,-24 0-16,25 0 0,-25-25 0,25 25 0,-25 0 0,0-25 16,25 25-16,-25-24 0,0 24 0,0-25 0,0 0 15</inkml:trace>
  <inkml:trace contextRef="#ctx0" brushRef="#br0" timeOffset="118940.803">20290 7590 0,'0'0'0,"-25"-25"15,25 25-15,0 0 0,0 0 0,0 0 0,0 0 0,0-24 16,25 24-16,-25 0 0,0 0 0,0 0 0,25 0 15,-25-25-15,0 25 0,25 0 0,-25 0 0,25 0 16,-25 0-16,24 0 0,-24 0 0,25 0 0,-25 0 0,25 0 16,-25 0-16,25 0 0,-25 0 0,0 0 0,25 25 15,-25-25-15,0 0 0,0 24 0,0-24 0,0 25 16,24-25-16,-24 25 0,0-25 0,0 25 0,-24 0 0,24-1 15,0 1-15,0-25 0,0 25 0,-25 0 0,25 0 16</inkml:trace>
  <inkml:trace contextRef="#ctx0" brushRef="#br0" timeOffset="119104.8124">20290 8260 0,'-25'0'15,"25"0"-15,0 25 0,0-25 0,0 0 0,0 0 16,0 0-16,0 0 0,0 0 0,0 0 0,0 0 0,0 0 16,0 0-16,0 0 0,0 0 0,25 0 0,-25 0 15,0 0-15,0-25 0,0 25 0,0 0 0,0 0 16,0 0-16,0 0 0,25-25 0,-25 25 0,0 0 0,0 0 15,0 0-15</inkml:trace>
  <inkml:trace contextRef="#ctx0" brushRef="#br0" timeOffset="119949.8608">21630 7615 0,'0'0'0,"0"0"0,0-25 0,0 25 16,0 0-16,0 0 0,0 0 0,0 0 0,0-25 0,0 25 16,0 0-16,0 0 0,0 0 0,0 0 0,0 0 15,0 0-15,0 0 0,0 0 0,0 0 0,0 0 16,0 0-16,0 0 0,0 0 0,0 0 0,0 25 0,24-25 15,-24 0-15,0 0 0,0 25 0,0-25 0,0 0 16,0 25-16,0-25 0,0 25 0,0-1 0,0-24 0,0 25 16,0 0-16,0 0 0,0-25 0,0 25 0,0-1 15,0-24-15,0 25 0,0 0 0,0-25 0,0 25 0,0-25 16,25 0-16,-25 25 0,0-25 0,0 0 0,0 24 15,0-24-15,0 0 0,0 0 0,0 0 0,0 0 16,0 0-16,0 0 0,0 0 0,0 0 0,25 0 0,-25-24 16,0 24-16,0 0 0,0 0 0,25-25 0,-25 25 15,0-25-15,25 25 0,-25 0 0,0-25 0,0 25 16,25-25-16,-25 25 0,0-24 0,0 24 0,0-25 0,24 0 15,-24 25-15,0-25 0,0 25 0,0-25 0,0 25 16,25 0-16,-25-24 0,0 24 0,0 0 0,0-25 0,0 25 16,0 0-16,25 0 0,-25 0 0,0 0 0,0 0 15,0 0-15,0 0 0,25 0 0,-25 0 0,0 0 0,25 0 16,-25 0-16,0 0 0,24 0 0,-24 0 0,25 0 15,-25 0-15,25 0 0</inkml:trace>
  <inkml:trace contextRef="#ctx0" brushRef="#br0" timeOffset="120426.888">22299 7838 0,'0'0'0,"0"0"0,0 0 0,0 0 0,-24-25 16,24 25-16,0 0 0,0 0 0,0-24 0,0 24 15,0 0-15,0 0 0,0-25 0,-25 25 0,25 0 0,0 0 16,0-25-16,0 25 0,0 0 0,0 0 0,0-25 15,-25 25-15,25 0 0,0 0 0,0 0 0,0 0 16,-25 0-16,25 0 0,0 0 0,-25 0 0,25 0 0,0 0 16,-24 0-16,24 25 0,-25-25 0,25 0 0,-25 0 0,25 25 15,-25-25-15,25 0 0,0 25 0,-25-25 0,25 0 16,0 24-16,0-24 0,-24 0 0,24 25 0,0-25 15,0 25-15,0-25 0,0 0 0,0 25 0,0-25 0,0 0 16,0 25-16,0-25 0,0 0 0,24 0 0,-24 24 16,0-24-16,0 0 0,25 0 0,-25 0 0,0 0 0,0 25 15,25-25-15,-25 0 0,0 0 0,25 0 0,-25-25 16,25 25-16,-25 0 0,0 0 0,24 0 0,-24 0 15,0 0-15,25-24 0,-25 24 0,0 0 0,25 0 16,-25-25-16,0 25 0,25 0 0,-25-25 0,0 25 0,0 0 16,0-25-16,25 25 0,-25 0 0,0-25 0,0 25 0,0 0 15,0 0-15,0-24 0,0 24 0,0 0 0,0 0 16,0 0-16,0 0 0,0 0 0,0 0 0,0 0 15,0 0-15,0 24 0,0-24 0,0 0 0,-25 0 0,25 25 16,0-25-16,0 25 0,0-25 0,0 0 0,0 25 16,0-25-16,0 25 0,-25-25 0,25 0 0,0 24 0,0-24 15,0 0-15,0 0 0,0 25 0,0-25 0,0 0 16,0 0-16,0 0 0,0 0 0,25 0 0,-25 0 15,0 0-15,0-25 0,25 25 0,-25 0 0,0 0 0,0-24 16</inkml:trace>
  <inkml:trace contextRef="#ctx0" brushRef="#br0" timeOffset="120621.8992">22275 7541 0,'0'0'0,"0"0"0,0 0 16,0 0-16,0 0 0,0 0 0,0 0 0,0 0 0,0 0 15,0 0-15,0 0 0,0 0 0,24 0 0,-24 0 16,25 0-16,-25 0 0,25 0 0,0 0 0,0 0 0,-1 0 15,1 0-15,0 0 0,0 24 0,0-24 0,-1 0 16,26 0-16,-25 0 0,0 0 0,-1 0 0,1 0 16,0 0-16,0 0 0,0 0 0,-25 0 0,25 25 0,-1-25 15,-24 0-15</inkml:trace>
  <inkml:trace contextRef="#ctx0" brushRef="#br0" timeOffset="121924.9737">23242 7913 0,'0'0'0,"0"0"0,0 0 0,-25 0 15,25 0-15,0 0 0,0 0 0,0 0 0,0 0 16,0 0-16,0 0 0,0 0 0,0 0 0,0 0 0,0 0 16,0 0-16,0 0 0,25 0 0,-25 0 0,0 0 15,0 0-15,0 0 0,0 0 0,25-25 0,-25 25 0,0 0 16,0 0-16,25-25 0,-25 25 0,24 0 0,-24 0 15,25-25-15,-25 25 0,25 0 0,-25-25 0,25 25 16,0 0-16,-25-24 0,24 24 0,1-25 0,-25 25 0,25 0 16,0-25-16,0 0 0,-25 25 0,24-25 0,1 25 15,0-24-15,0-1 0,-25 25 0,25-25 0,-25 0 16,24 25-16,-24-25 0,25 1 0,-25 24 0,0-25 0,25 25 15,-25-25-15,0 25 0,0-25 0,0 0 0,0 25 16,0-24-16,0 24 0,0 0 0,0-25 0,0 25 0,-25-25 16,25 25-16,0 0 0,0 0 0,-25-25 0,25 25 15,0 0-15,-24 0 0,24 0 0,-25 0 0,25 0 0,0 0 16,-25 0-16,25 0 0,-25 0 0,25 0 0,0 0 15,-25 0-15,25 25 0,0-25 0,-24 0 0,24 0 16,0 25-16,0-25 0,0 0 0,-25 25 0,25-25 0,0 0 16,0 24-16,0-24 0,0 25 0,0-25 0,0 25 15,0-25-15,0 25 0,0 0 0,0-25 0,0 24 16,0 1-16,0-25 0,0 25 0,0 0 0,-25-25 0,25 25 15,0-1-15,0 1 0,0-25 0,0 25 0,0 0 16,0-25-16,0 25 0,0-25 0,0 24 0,-25-24 0,25 25 16,0-25-16,0 25 0,0-25 0,0 25 0,0-25 15,0 0-15,-25 25 0,25-25 0,0 0 0,0 0 0,0 0 16,0 0-16,0 24 0,0-24 0,0 0 0,0 0 15,0 0-15,0 0 0,0 0 0,0 0 0,0 0 16,0 0-16,0 0 0,0 0 0,0 0 0,0 0 0,0 0 16,0-24-16,0 24 0,25 0 0,-25 0 0,0-25 0,0 25 15,25 0-15,-25-25 0,25 25 0,-25-25 0,25 25 16,-25-25-16,0 25 0,24-24 0,-24 24 0,25 0 15,-25-25-15,25 25 0,-25 0 0,0-25 0,0 25 0,25 0 16,-25 0-16,0 0 0,0 0 0,0 0 0,0 0 47,0 0-47,0 0 0,0 0 0,-25 0 0,25 0 0,0 0 0,0 25 0,0-25 0,0 0 0,0 0 0,0 25 0,0-25 0,0 0 0,0 24 0,0-24 0,0 0 15,-25 25-15,25-25 0,0 0 0,0 25 0,0-25 16,0 0-16,0 25 0,0-25 0,0 0 0,0 25 0,0-25 16,0 0-16,0 24 0,25-24 0,-25 0 0,0 25 0,0-25 15,0 0-15,0 0 0,0 25 0,25-25 0,-25 0 16,0 0-16,0 0 0,25 0 0,-25 0 0,24 0 15,-24 0-15,25 0 0,-25 0 47,25 0 16,49-25-63,-74 25 0,0-25 0,25 25 0,-25 0 0,25-24 0,-25 24 0,0-25 0,25 25 0,-25-25 0,0 25 0,0-25 0,0 25 0,0-25 0,0 1 0,25 24 0,-25-25 0,0 25 0,0-25 0,0 25 0,0-25 0,-25 25 15,25 0-15,0 0 0,0-25 0,0 25 0,0 0 0,0 0 0,-25 25 0,25-25 0,0 0 0,0 0 0,0 0 0,-25 25 0,25-25 0,0 25 0,0-25 0,-25 0 0,25 25 0,0-25 16,0 24-16,0-24 0,0 25 0,0-25 0,-24 25 15,24-25-15,0 25 0,0-25 0,0 0 0,0 25 0,0-25 16,0 24-16,24-24 0,-24 0 0,0 25 0,0-25 16,0 0-16,0 25 0,0-25 0,25 0 0,-25 0 15,0 25-15,25-25 0,-25 0 0,25 0 0,-25 0 0,25 0 16,-25 0-16,25 0 0,-1 0 0,1 0 0,0 0 0,-25 0 15,25 0-15,0-25 0,-1 25 0,1 0 0,0-25 16,0 25-16,-25-25 0,25 25 0,-1-24 0,-24 24 16,25-25-16</inkml:trace>
  <inkml:trace contextRef="#ctx0" brushRef="#br0" timeOffset="122172.9879">24408 7417 0,'0'-25'16,"0"25"-16,-25 0 0,25 0 0,0 0 0,0 0 15,0 0-15,0-25 0,0 25 0,0 25 0,-25-25 0,25 0 16,0 0-16,0 25 0,0-25 0,-25 24 0,25-24 0,0 25 15,0 0-15,0-25 0,0 25 0,-24 0 16,24-1-16,0 1 0,0 0 0,0-25 0,0 25 0,-25 0 16,25-1-16,0 1 0,0 0 0,0 0 0,0 0 0,0-25 15,-25 24-15,25 1 0,0 0 0,0-25 0,0 25 16,0-25-16,0 25 0,0-25 0,0 24 0,0-24 0,0 25 16,0-25-16,0 0 0,25 0 0,-25 25 0,0-25 15,0 0-15,0 0 0,0 0 0,0 0 0,0 0 0,0-25 16,0 25-16,0 0 0,0 0 0,0-25 0,0 25 15</inkml:trace>
  <inkml:trace contextRef="#ctx0" brushRef="#br0" timeOffset="122315.9961">24234 7789 0,'0'0'0,"0"0"0,0 0 0,0 0 16,0 0-16,0 0 0,0 0 0,0 0 0,0 0 0,25 0 15,-25 0-15,0 0 0,25 0 0,-25 0 0,25-25 16,-25 25-16,24 0 0,-24 0 0,25 0 0,0 0 0,-25 0 16,25 0-16,-25-25 0,25 25 0,-25 0 0,24 0 15,-24 0-15,25 0 0,-25-25 0,0 25 0,25 0 0,-25 0 16,0-25-16</inkml:trace>
  <inkml:trace contextRef="#ctx0" brushRef="#br0" timeOffset="122581.0113">24110 7516 0,'0'0'16,"0"0"-16,0-25 0,0 25 0,0 0 0,0 0 0,0 0 16,25-25-16,-25 25 0,0 0 0,25 0 0,-25 0 15,0 0-15,25 0 0,-25-25 0,24 25 0,-24 0 0,25 0 16,-25 0-16,0 0 0,25 0 0,-25 0 0,0 25 15,25-25-15,-25 0 0,0 0 0,25 0 0,-25 0 16,0 0-16,0 25 0,0-25 0,0 0 0,0 0 0,24 0 16,-24 0-16,0 25 0,0-25 0,0 0 0,0 0 15,0 0-15,0 0 0,0 0 0,0 0 0</inkml:trace>
  <inkml:trace contextRef="#ctx0" brushRef="#br0" timeOffset="122739.0203">24606 7218 0,'0'0'0,"0"0"0,0 0 0,0 0 16,0 0-16,0 0 0,-25 0 0,25 0 0,0 25 0,0-25 16,0 0-16,-24 0 0,24 25 0,0-25 0,0 25 15,0-25-15,-25 0 0,25 24 0,0-24 0,0 25 16,-25-25-16,25 25 0,0-25 0,0 25 0,-25-25 0,25 25 15,0-25-15,0 0 0,0 24 0,-25-24 0,25 0 0</inkml:trace>
  <inkml:trace contextRef="#ctx0" brushRef="#br0" timeOffset="123851.0839">25301 7962 0,'-25'0'0,"25"25"0,-25-25 0,25 0 0,0 0 16,0 0-16,0 0 0,-25 0 0,25 0 0,0 0 15,0 0-15,0 0 0,0 0 0,25 0 0,-25 0 0,0 0 16,0 0-16,25 0 0,-25-25 0,25 25 0,-25 0 16,25 0-16,-1-25 0,-24 25 0,25-24 0,0 24 15,0 0-15,0-25 0,-1 25 0,1-25 0,0 0 0,0 25 16,0-25-16,-1 1 0,1 24 0,0-25 0,25 0 15,-26 25-15,1-25 0,0 0 0,0 1 0,0 24 0,-1-25 16,-24 0-16,25 0 0,0 25 0,-25-25 0,25 25 16,-25-24-16,25-1 0,-25 25 0,0-25 0,0 25 15,25-25-15,-25 25 0,0-25 0,0 25 0,0-24 0,0 24 16,0-25-16,0 25 0,-25 0 0,25-25 0,0 25 15,0 0-15,0-25 0,0 25 0,0 0 0,0 0 0,-25 0 16,25 0-16,0 0 0,0 0 0,0-25 0,0 50 16,0-25-16,-25 0 0,25 0 0,0 0 0,0 0 15,0 0-15,-25 0 0,25 0 0,0 25 0,0-25 0,0 25 16,0-25-16,-25 25 0,25-25 0,0 24 0,0-24 15,-24 25-15,24 0 0,0 0 0,0-25 0,0 25 0,-25-1 16,25 1-16,0 0 0,0 0 0,0 0 0,0-25 16,-25 24-16,25 1 0,0 0 0,0 0 0,0 0 0,0-1 15,0 1-15,0-25 0,0 25 0,0 0 0,0-25 16,0 25-16,0-25 0,0 24 0,0-24 0,0 0 15,25 25-15,-25-25 0,0 0 0,0 0 0,0 25 0,0-25 16,0 0-16,25 0 0,-25 0 0,0 0 0,0 0 16,0 0-16,24 0 0,-24 0 0,0 0 0,0 0 0,25 0 15,-25 0-15,0 0 0,25-25 0,-25 25 0,25 0 16,-25 0-16,0-25 0,25 25 0,-25-24 0,25 24 15,-25 0-15,0-25 0,24 25 0,-24-25 0,0 0 0,0 25 16,25-25-16,-25 1 0,0 24 0,0-25 0,25 0 16,-25 25-16,0-25 0,0 25 0,0-25 0,0 25 0,25 0 15,-25-24-15,0 24 0,0 0 0,0 0 0,0 0 16,0 0-16,0 0 0,0 0 0,0 0 0,0 0 15,0 0-15,0 0 0,-25 0 0,25 0 0,0 0 0,0 24 16,0-24-16,0 25 0,0-25 0,0 25 0,0-25 0,0 25 16,-25-25-16,25 25 0,0-1 0,0-24 0,0 25 15,0-25-15,0 25 0,0 0 0,0-25 0,0 25 16,0-25-16,0 0 0,0 24 0,0-24 0,0 25 0,0-25 15,0 0-15,0 0 0,0 25 0,0-25 0,0 0 16,25 0-16,-25 0 0,0 25 0,25-25 0,-25 0 0,0 0 16,25 0-16,-25 0 0,24 0 0,-24 0 0,25-25 15,-25 25-15,25 0 0,-25 0 0,25 0 0,-25-25 16,25 25-16,-25 0 0,0-25 0,24 25 0,-24-24 0,0 24 15,0-25-15,25 25 0,-25-25 0,0 25 0,0-25 16,0 25-16,0-25 0,0 25 0,0-24 0,0-1 0,0 25 16,0 0-16,0-25 0,0 25 0,0 0 0,0 0 15,0-25-15,0 25 0,0 0 0,0 0 0,0 0 16,0 25-16,0-25 0,0 0 0,0 0 0,-25 25 0,25-25 15,0 0-15,0 25 0,0-25 0,0 24 0,-24 1 16,24-25-16,0 25 0,0-25 0,0 25 0,-25-25 0,25 0 16,0 25-16,0-25 0,0 24 0,0-24 0,0 25 15,0-25-15,0 0 0,0 25 0,0-25 0,0 0 0,0 25 16,25-25-16,-25 0 0,24 0 0,-24 25 0,25-25 15,-25 0-15,25 0 0,0 0 0,0 0 0,-1 0 16,1 0-16,-25 0 0,25 0 0,0 0 0,0 0 0,-1 0 16,1 0-16,0 0 0,0 0 0</inkml:trace>
  <inkml:trace contextRef="#ctx0" brushRef="#br0" timeOffset="124317.1106">26739 7888 0,'0'0'0,"0"-25"16,0 25-16,0-25 0,0 25 0,0-25 0,0 25 16,0-24-16,0 24 0,0 0 0,-24-25 0,24 25 15,0 0-15,0 0 0,-25-25 0,25 25 0,0 0 0,0 0 16,-25 0-16,25 0 0,0 0 0,-25 0 0,25 0 15,0 0-15,-25 0 0,25 25 0,0-25 0,-24 0 16,24 0-16,0 25 0,-25-25 0,25 0 0,0 24 0,-25-24 16,25 25-16,0-25 0,0 0 0,-25 25 0,25-25 15,0 25-15,0-25 0,0 25 0,0-25 0,0 24 0,0-24 16,0 0-16,0 25 0,0-25 0,0 0 0,0 25 15,0-25-15,0 0 0,25 25 0,-25-25 0,0 0 0,0 0 16,0 0-16,25 0 0,-25 0 0,0 25 0,25-25 16,-25 0-16,0 0 0,24-25 0,-24 25 0,25 0 15,-25 0-15,25 0 0,-25 0 0,0-25 0,25 25 0,-25 0 16,25-25-16,-25 25 0,0-25 0,24 25 0,-24-24 15,0 24-15,0-25 0,25 25 0,-25-25 0,0 25 0,0-25 16,25 25-16,-25-25 0,0 25 0,0-24 0,0 24 16,0 0-16,0-25 0,25 25 0,-25 0 0,0 0 0,0 0 15,0 0-15,0 0 0,0 0 0,-25 0 0,25 0 16,0 25-16,0-25 0,0 0 0,0 0 0,0 24 15,0-24-15,0 25 0,0-25 0,0 0 0,0 25 0,-25-25 16,25 25-16,0-25 0,0 0 0,0 25 0,0-25 0,0 0 16,0 24-16,0-24 0,0 0 0,0 0 15,0 25-15,0-25 0,0 0 0,0 0 0,0 0 0,0 0 16,0 25-16,25-25 0,-25 0 0,0 0 0,0 0 15,25 0-15,-25 0 0,25 0 0,-25 0 0,0 0 0,24 0 16,-24 0-16,25-25 0,-25 25 0,25 0 0,-25-25 16,25 25-16,-25 0 0,0-24 0</inkml:trace>
  <inkml:trace contextRef="#ctx0" brushRef="#br0" timeOffset="124686.1317">27037 7714 0,'0'0'0,"0"0"0,0 0 0,0 0 16,0 0-16,0 0 0,0 0 0,0 0 0,0 0 16,0 0-16,0 0 0,0 25 0,0-25 0,0 0 15,0 25-15,0-25 0,0 25 0,0-25 0,0 24 0,0-24 16,0 25-16,0-25 0,0 25 0,-25-25 0,25 0 0,0 25 15,0-25-15,0 25 0,0-25 0,0 0 0,0 24 16,0-24-16,0 0 0,-25 25 0,25-25 0,0 0 0,0 0 16,0 0-16,0 0 0,0 0 0,0 0 0,0 0 15,0 0-15,0 0 0,0 0 0,0 0 0,0 0 16,0 0-16,25 0 0,-25 0 0,0 0 0,0 0 15,25-25-15,-25 25 0,0 0 0,25-24 0,-25 24 0,0 0 16,25-25-16,-25 25 0,0 0 0,25-25 0,-25 25 0,0 0 16,0-25-16,24 25 0,-24 0 0,0 0 15,0 0-15,25 0 0,-25 0 0,0 0 0,0 0 0,0 0 16,0 0-16,0 0 0,0 0 0,0 25 0,0-25 0,0 0 15,0 25-15,0-25 0,0 25 0,0-25 0,0 24 16,0-24-16,0 0 0,-25 25 0,25-25 0,0 25 16,0-25-16,0 0 0,0 25 0,0-25 0,0 0 0,0 25 15,0-25-15,0 0 0,25 25 0,-25-25 0,0 0 16,0 0-16,0 0 0,0 24 0,0-24 0,25 0 15,-25 0-15,0 0 0,0-24 0,25 24 0,-25 0 0,0 0 16,25-25-16</inkml:trace>
  <inkml:trace contextRef="#ctx0" brushRef="#br0" timeOffset="124946.1465">26938 7491 0,'0'-25'0,"0"25"0,0 0 0,0 0 0,0-25 15,0 25-15,25 0 0,-25 0 0,0-24 0,0 24 16,24 0-16,-24 0 0,0 0 0,25 0 0,-25-25 0,0 25 16,25 0-16,-25 0 0,25 0 0,-25 0 0,0 0 15,25 0-15,-25 0 0,25 0 0,-25 0 0,0 25 16,24-25-16,-24 0 0,0 24 0,25-24 0,-25 25 0,0-25 15,0 25-15,0-25 0,25 25 0,-25-25 0,0 25 16,0-1-16,0 1 0,0 0 0,-25 0 0,25 0 0,0-1 16,-25 1-16,25 0 0,0 0 0,-24 0 0</inkml:trace>
  <inkml:trace contextRef="#ctx0" brushRef="#br0" timeOffset="125127.1569">26715 8359 0,'-25'0'15,"25"0"-15,0 0 0,-25 25 0,25-25 0,0 0 0,0 0 16,0 0-16,0 0 0,0 0 0,0 0 0,0 0 15,0 0-15,0 0 0,0 0 0,0 0 0,0 0 16,0 0-16,0 0 0,0 0 0,0 0 0,0 0 0,0 0 16,0 0-16,0-25 0,0 25 0,0 0 0,0 0 15,0 0-15,-25-25 0,25 25 0,0 0 0,-25-24 0</inkml:trace>
  <inkml:trace contextRef="#ctx0" brushRef="#br0" timeOffset="127471.291">3497 9327 0,'0'0'0,"0"0"16,0 0-16,0 0 0,0 0 0,0 0 0,0 0 0,0 0 15,0 0-15,0-25 0,0 25 0,0 0 0,0 0 16,0 0-16,0 0 0,0 0 0,0 0 0,0 0 15,0 0-15,0 0 0,0 0 0,0 0 0,0 0 0,0 0 16,0 0-16,0 0 0,25 0 0,-25-25 0,0 25 16,0 0-16,0 0 0,0 0 0,0 0 0,0 0 15,0-25-15,0 25 0,25 0 0,-25 0 0,0 0 0,0 0 16,0-25-16,0 25 0,25 0 0,-25 0 0,0-24 0,25 24 15,-25 0-15,0-25 0,24 25 0,-24 0 0,25-25 16,-25 25-16,0 0 0,25-25 0,-25 25 0,25-25 16,-25 25-16,0 0 0,0-24 0,25 24 0,-25-25 0,0 25 15,0 0-15,0-25 0,0 25 0,0 0 0,25-25 16,-25 25-16,0 0 0,0 0 0,0 0 0,0-25 15,0 25-15,0 0 0,0 0 0,0 0 0,0 0 0,0 0 16,0 0-16,0 0 0,0 0 0,0 0 0,0 0 16,0 0-16,0 0 0,0 0 0,0 0 0,0 0 0,0 0 15,0 0-15,0 0 0,0 0 0,0 0 0,0 0 16,0 0-16,0 0 0,0 0 0,0 25 0,0-25 0,0 0 15,0 0-15,0 25 0,0-25 0,0 25 0,0-25 16,0 25-16,0-25 0,0 24 0,0 1 0,-25-25 16,25 25-16,0-25 0,0 25 0,0-25 0,0 25 0,0-1 15,0-24-15,0 0 0,0 25 0,0-25 0,0 25 16,0-25-16,0 25 0,0-25 0,0 0 0,0 25 15,0-25-15,0 0 0,0 0 0,0 24 0,0-24 0,0 0 16,0 0-16,0 0 0,0 25 0,-25-25 0,25 0 16,0 0-16,0 0 0,0 0 0,0 0 0,0 0 15,0 0-15,0 0 0,0 0 0,0 0 0,0 0 0,-25 0 16,25 0-16,0 0 0,0-25 0</inkml:trace>
  <inkml:trace contextRef="#ctx0" brushRef="#br0" timeOffset="128653.3586">3522 8781 0,'0'0'0,"-25"0"0,25 0 0,0 0 0,-24 0 0,24 0 0,-25 0 0,25 25 0,0-25 0,-25 0 0,25 0 0,-25 0 0,25 24 0,-25-24 0,25 0 0,-24 0 0,24 25 0,0-25 0,-25 0 0,25 25 0,0-25 0,-25 0 0,25 25 0,0-25 0,0 0 0,-25 25 0,25-25 0,0 0 0,0 24 0,0-24 0,0 25 0,0-25 0,-25 25 0,25-25 0,0 0 0,0 25 0,0-25 15,0 25-15,0-25 0,0 25 0,0-25 0,0 24 16,0-24-16,0 25 0,0-25 0,0 0 0,25 25 0,-25-25 16,0 25-16,0-25 0,0 25 0,0-25 0,0 24 15,0-24-15,0 0 0,0 25 0,0-25 0,0 25 0,0-25 16,0 25-16,0-25 0,0 25 0,25-25 0,-25 24 15,0-24-15,0 0 0,0 25 0,0-25 0,0 25 0,0-25 16,0 0-16,0 25 0,0-25 0,0 25 16,0-25-16,0 0 0,25 24 0,-25-24 0,0 0 0,0 25 15,0-25-15,0 0 0,0 0 0,0 25 0,0-25 0,0 0 16,0 0-16,0 25 0,25-25 0,-25 0 0,0 0 15,0 25-15,0-25 0,0 0 0,24 0 0,-24 0 0,0 24 16,0-24-16,25 0 0,-25 0 0,0 0 0,0 25 16,25-25-16,-25 0 0,0 0 0,25 0 0,-25 0 15,0 0-15,25 0 0,-25 0 0,0 0 0,24 0 0,-24 0 16,25 0-16,-25 0 0,0 0 0,25 0 0,-25 0 15,0 0-15,25 0 0,-25 0 0,25 0 0,-25 0 0,0 0 16,24 0-16,-24 0 0,0 0 0,25 0 0,-25 0 16,25 0-16,-25 0 0,0 0 0,25 0 0,-25-25 15,25 25-15,-25 0 0,0 0 0,25 0 0,-25-24 16,24 24-16,-24 0 0,25 0 0,-25-25 0,0 25 0,25 0 15,-25 0-15,0 0 0,25-25 0,-25 25 0,0 0 0,25 0 16,-25 0-16,0 0 0,0 0 0,0 0 0,0-25 16,24 25-16,-24 0 0,0 0 0,0 0 0,0 0 0,0 0 15,0 0-15,25 0 0,-25 0 0,0 0 0,0-25 16,0 25-16,0 0 0,25 0 0,-25 0 0,0-24 15,0 24-15,0 0 0,25 0 0,-25 0 0,0-25 0,0 25 16,0 0-16,25-25 374</inkml:trace>
  <inkml:trace contextRef="#ctx0" brushRef="#br0" timeOffset="130465.4622">3621 8806 0,'0'0'0,"0"-25"0,25 25 0,-25 0 16,0 0-16,0 0 0,0 0 0,0 0 0,0 0 0,0 0 0,0 0 0,25 0 0,-25 0 0,0 0 0,0 0 0,0 0 0,25-25 0,-25 25 0,0 0 0,0 0 0,25 0 0,-25 0 0,0 0 0,0 0 0,0 0 0,25 0 0,-25 0 0,0 0 0,0 0 0,24 0 0,-24 0 0,0 0 0,0 0 0,0 0 0,25 0 0,-25 0 0,0 0 0,0 0 0,25 0 15,-25 0-15,0 0 0,0 0 0,25 0 0,-25 0 16,0 0-16,0 0 0,0 0 0,25 25 0,-25-25 16,0 0-16,0 0 0,24 0 0,-24 25 0,0-25 0,0 0 15,25 0-15,-25 0 0,0 24 0,0-24 47,25 0-47,-25 0 0,0 0 0,0 25 0,25-25 0,-25 0 0,0 25 0,0-25 0,0 0 0,25 0 0,-25 25 0,0-25 0,0 0 0,0 25 0,0-25 0,24 0 0,-24 24 16,0-24-16,0 0 0,0 25 0,0-25 0,0 0 0,0 0 15,0 25-15,25-25 0,-25 0 0,0 0 0,0 25 16,0-25-16,0 0 0,0 0 0,0 25 0,0-25 0,0 0 15,25 0-15,-25 25 0,0-25 0,0 0 0,0 24 0,0-24 16,0 0-16,0 0 0,0 25 0,0-25 0,0 0 16,0 25-16,0-25 0,0 0 0,0 25 0,0-25 15,0 0-15,0 25 0,0-25 0,0 0 0,0 0 16,0 24-16,0-24 0,0 0 0,0 25 0,0-25 0,0 0 15,0 0-15,-25 25 0,25-25 0,0 0 0,0 0 16,0 25-16,0-25 0,0 0 0,0 0 0,0 25 0,0-25 16,-25 0-16,25 0 0,0 24 0,0-24 0,0 0 15,0 0-15,0 25 0,0-25 0,-24 0 0,24 0 16,0 25-16,0-25 0,0 0 0,0 0 0,0 25 0,-25-25 15,25 0-15,0 0 0,0 0 0,0 25 0,0-25 0,0 0 16,0 0-16,0 0 0,0 0 0,-25 0 0,25 0 16,0 0-16,0 0 0,0 0 15,0 0-15,0 0 0,0 0 0,0 0 0,0 0 0,0 0 0,0 0 0,0 0 16,-25 0-16,25 0 0,0 0 0,0-25 0,0 25 15,0 0-15,0 0 0,0 0 0,0 0 0,0 0 16,0 0-16,0 0 0,0-25 0</inkml:trace>
  <inkml:trace contextRef="#ctx0" brushRef="#br0" timeOffset="131197.5041">5184 8930 0,'0'0'0,"0"0"16,0 0-16,0 0 0,0-25 0,0 25 0,0 0 0,0 0 15,0 0-15,0 25 0,0-25 0,0 0 0,0 0 16,0 0-16,-25 0 0,25 0 0,0 0 0,0 0 16,0 24-16,0-24 0,0 0 0,0 25 0,0-25 0,0 25 15,-24-25-15,24 25 0,0-25 0,0 25 0,0 0 16,0-25-16,0 24 0,0 1 0,0 0 0,-25-25 0,25 25 15,0 0-15,0-1 0,0-24 0,0 25 0,0 0 16,0 0-16,-25-25 0,25 25 0,0-25 0,0 24 16,0-24-16,0 25 0,0-25 0,0 25 0,0-25 0,0 0 15,0 25-15,0-25 0,0 0 0,0 0 0,0 0 16,0 0-16,0 0 0,0 0 0,0 0 0,0 0 0,0 0 15,-25 0-15,25 0 0,0 0 0,0 0 0,0 0 16,0 0-16,0-25 0,0 25 0,0 0 0,0-25 16,0 25-16,0-25 0,0 25 0,0-24 0,0-1 0,0 25 15,0-25-15,0 0 0,25 0 0</inkml:trace>
  <inkml:trace contextRef="#ctx0" brushRef="#br0" timeOffset="131481.5203">5159 8979 0,'25'0'0,"-25"0"16,0-25-16,0 25 0,0 0 0,25-24 0,-25 24 15,0 0-15,0 0 0,25 0 0,-25-25 0,0 25 16,0 0-16,25 0 0,-25 0 0,0 0 0,0 0 0,24 0 15,-24 0-15,0 0 0,25 25 0,-25-25 0,0 0 16,0 0-16,25 24 0,-25-24 0,0 25 0,25-25 0,-25 25 16,0-25-16,0 0 0,0 25 0,25-25 0,-25 25 15,0-25-15,0 25 0,24-1 0,-24-24 0,0 25 16,0-25-16,0 25 0,0-25 0,25 25 0,-25-25 0,0 25 15,0-25-15,0 24 0,0 1 0,0-25 0,0 25 16,0-25-16,0 25 0,0-25 0,0 0 0,0 25 0,0-25 16,0 0-16,0 24 0,0-24 0,0 0 0,0 0 15,0 0-15,0 0 0,0 0 0,0 25 0,0-25 16,0 0-16,0 0 0,0-25 0,0 25 0,0 0 0,0 0 15,0 0-15,0 0 0,0-24 0,0 24 0,0 0 16,0-25-16,0 25 0,0-25 0,0 25 0</inkml:trace>
  <inkml:trace contextRef="#ctx0" brushRef="#br0" timeOffset="131733.5348">5581 8880 0,'0'0'0,"0"0"0,0 0 15,0 0-15,0 0 0,0 0 0,0 25 0,0-25 16,-25 0-16,25 0 0,0 25 0,0-25 0,0 24 0,0-24 15,0 25-15,0-25 0,0 25 0,0-25 0,0 25 0,-25 0 16,25-25-16,0 25 0,0-1 0,0-24 0,0 25 16,0 0-16,0-25 0,0 25 0,0 0 0,0-25 15,-24 24-15,24 1 0,0-25 0,0 25 0,0 0 0,0-25 16,0 25-16,0-25 0,0 0 0,0 24 0,0-24 15,0 0-15,0 25 0,0-25 0,0 0 0,0 0 0,0 0 16,0 0-16,0 0 0,24 0 0,-24 0 0,0 0 16,0 0-16,0 0 0,25 0 0,-25 0 0,0 0 15</inkml:trace>
  <inkml:trace contextRef="#ctx0" brushRef="#br0" timeOffset="132724.5914">5581 9351 0,'0'0'0,"0"0"0,0 0 0,0 0 0,0 0 16,0 0-16,0 0 0,0 0 0,0 0 0,0 0 15,0 0-15,0 0 0,0 0 0,0 0 0,25 0 0,-25 0 16,0 0-16,0 0 0,0 0 0,25 0 0,-25 0 15,0-24-15,24 24 0,-24 0 0,0-25 0,25 25 0,-25 0 16,25-25-16,-25 25 0,25-25 0,-25 25 0,0 0 16,25-25-16,-25 25 0,0-24 0,24 24 0,-24 0 0,0-25 15,0 25-15,0 0 0,0 0 0,25-25 16,-25 25-16,0 0 0,0 0 0,-25-25 0,25 25 0,0 0 15,0 0-15,0 0 0,0 0 0,0-25 0,-24 25 0,24 0 16,0 0-16,0 0 0,-25 0 0,25 0 0,0 0 16,-25-24-16,25 24 0,0 0 0,0 0 0,-25 0 15,25 0-15,0 0 0,0 0 0,-25 0 0,25 0 0,0 24 16,0-24-16,0 0 0,-24 0 0,24 0 0,0 0 15,0 0-15,0 25 0,0-25 0,-25 0 0,25 0 0,0 25 16,0-25-16,0 0 0,0 25 0,0-25 0,0 25 16,0-25-16,0 24 0,0-24 0,0 25 0,0-25 0,0 25 15,0-25-15,0 25 0,0-25 0,0 25 16,25-25-16,-25 24 0,0-24 0,0 25 0,0-25 0,24 25 15,-24-25-15,0 0 0,0 25 0,25-25 0,-25 0 0,0 0 16,0 25-16,25-25 0,-25 0 0,0 0 0,0 0 16,0 0-16,25 0 0,-25 0 0,0 0 0,0 0 15,25 0-15,-25 0 0,0 0 0,24 0 0,-24-25 0,0 25 16,25 0-16,-25 0 0,0-25 0,25 25 0,-25 0 15,0-25-15,25 25 0,-25-25 0,0 25 0,0-24 16,25 24-16,-25-25 0,0 25 0,0 0 0,0-25 0,0 25 16,25-25-16,-25 25 0,0 0 0,0-25 0,0 25 0,0 0 15,0 0-15,0-24 0,0 24 0,0 0 0,0 0 16,0 0-16,0-25 0,0 25 0,0 0 0,0 0 15,0 0-15,0 0 0,0 0 0,0 0 0,0 0 0,0 0 16,0 0-16,0 0 0,0 0 0,0 0 0,0 0 16,0 0-16,0 0 0,0 0 0,0 0 0,0 0 0,0 0 15,-25 0-15,25 0 0,0 25 0,0-25 0,0 0 16,0 0-16,0 24 0,0-24 0,0 25 0,0-25 0,0 25 15,0-25-15,0 25 0,25-25 0,-25 25 0,0-25 16,0 24-16,0-24 0,0 25 0,0-25 0,24 25 16,-24-25-16,0 0 0,0 25 0,0-25 0,25 0 0,-25 25 15,0-25-15,0 0 0,0 0 0,25 0 0,-25 0 16,0 0-16,0 0 0,25 0 0,-25 0 0,0 0 15,25 0-15,-25 0 0,0 0 0,24-25 0,-24 25 0,25-25 16,-25 25-16,25 0 0,-25-25 0,25 25 0,-25-25 16,25 25-16,-25-24 0,24-1 0,-24 25 0,0-25 0,0 25 15,25-25-15,-25 25 0,0-25 0,0 25 0,0-24 16,0 24-16,0 0 0,0-25 0,0 25 0,0 0 0,0-25 15,0 25-15,0 0 0,0 0 0,0 0 0,0 0 16,0 0-16,0 0 0,0 0 0,0 0 0,0 0 16,0 0-16,0-25 0,0 25 0,0 0 0,0 0 0,0 25 15,0-25-15,-25 0 0,25 0 0,0 0 0,0 0 16,0 0-16,0 25 0,0-25 0,0 0 0,0 25 15,0-25-15,0 24 0,0-24 0,0 25 0,0-25 0,0 25 16,0 0-16,0-25 0,0 25 0,0-25 0,0 24 16,0-24-16,0 25 0,25-25 0,-25 25 0,0-25 0,0 0 15,0 25-15,25-25 0,-25 0 0,0 0 0,0 0 16,0 25-16,25-25 0,-25 0 0,0 0 0,0 0 0,25-25 15,-25 25-15,0 0 0,0 0 0,0 0 0,24-25 16,-24 25-16,0 0 0,0-25 0,0 25 0,0-25 16,0 25-16,0-24 0,0 24 0,0-25 0,0 25 0</inkml:trace>
  <inkml:trace contextRef="#ctx0" brushRef="#br0" timeOffset="132915.6024">5904 8954 0,'0'0'0,"-25"0"15,25 0-15,0-24 0,0 24 0,-25 0 0,25 0 16,0-25-16,0 25 0,0 0 0,0 0 0,25 0 0,-25-25 16,0 25-16,0 0 0,25 0 0,-25-25 0,0 25 15,24 0-15,-24 0 0,25-25 0,-25 25 0,0 0 16,25 0-16,-25 0 0,25 0 0,-25 0 0,0 0 0,25 0 15,-25 0-15,0 0 0,0 0 0,24 0 0,-24 0 16,0 0-16,25 0 0,-25 25 0,0-25 0,0 0 0,0 0 16,25 25-16,-25-25 0,0 0 0,0 0 0,0 25 15,25-25-15,-25 0 0,0 0 0,0 0 0</inkml:trace>
  <inkml:trace contextRef="#ctx0" brushRef="#br0" timeOffset="133083.612">6350 8632 0,'0'0'0,"0"0"0,25 0 0,-25 0 0,0 0 15,0 0-15,0 0 0,0 0 0,0 0 0,0 0 16,0 0-16,0 25 0,0-25 0,0 0 0,0 25 0,0-25 16,0 24-16,0 1 0,0-25 0,-25 25 0,25 0 15,0-25-15,0 25 0,0-1 0,-25 1 0,25-25 16,0 25-16,0 0 0,0-25 0</inkml:trace>
  <inkml:trace contextRef="#ctx0" brushRef="#br0" timeOffset="134285.6807">7293 9302 0,'0'0'0,"-25"25"16,25-25-16,0 0 0,0-25 0,0 25 0,0 0 15,0 0-15,0 0 0,0 0 0,0 0 0,0 0 0,25-25 16,-25 25-16,0 0 0,0 0 0,24-25 0,-24 25 15,25-25-15,-25 25 0,25 0 0,-25-24 0,25 24 16,-25-25-16,25 25 0,-25-25 0,24 25 0,1-25 0,-25 25 16,25-25-16,0 25 0,-25-24 0,25 24 0,-25-25 15,24 0-15,-24 25 0,25-25 0,-25 25 0,25-25 0,-25 25 16,25-25-16,-25 25 0,0-24 0,25 24 0,-25-25 15,0 25-15,0 0 0,0-25 0,0 25 0,0-25 0,0 25 16,0 0-16,0-25 0,0 25 0,0 0 0,0-24 16,0 24-16,0 0 0,-25-25 0,25 25 0,0 0 0,0 0 15,-25-25-15,25 25 0,0 0 0,0 0 0,-25-25 16,25 25-16,0 0 0,0 0 0,-25 0 0,25 0 15,0 0-15,0 0 0,-24 0 0,24 0 0,0 0 16,0 0-16,0 0 0,0 0 0,-25 25 0,25-25 0,0 0 16,0 0-16,0 25 0,0-25 0,0 0 0,0 25 0,0-25 15,0 24-15,0-24 0,0 25 0,0-25 0,0 25 16,0 0-16,0-25 0,0 25 0,0-1 0,0-24 15,0 25-15,0 0 0,0 0 0,0-25 0,0 25 0,0 0 16,0-25-16,0 24 0,0 1 0,0-25 0,0 25 16,0 0-16,0-25 0,0 25 0,0-25 0,0 24 0,0 1 15,0-25-15,0 25 0,0-25 0,0 25 0,0-25 16,0 25-16,0-25 0,0 24 0,0-24 0,0 0 15,0 25-15,0-25 0,-25 0 0,25 0 0,0 0 0,0 25 16,0-25-16,0 0 0,0 0 0,0 0 0,0 0 16,0 0-16,0 0 0,0 0 0,0 0 0,25 0 0,-25 0 15,0 0-15,0-25 0,0 25 0,0 0 0,0 0 16,0 0-16,25-25 0,-25 25 0,0 0 0,0-24 0,24 24 15,-24-25-15,0 25 0,25-25 0,-25 25 0,25 0 16,-25-25-16,0 25 0,25-25 0,-25 25 0,25-24 16,-25 24-16,0 0 0,0 0 0,24-25 0,-24 25 0,0 0 15,0 0-15,0 0 0,0 0 0,25 0 0,-25 0 16,0 0-16,0 0 0,0 0 0,0 0 0,0 0 15,0 0-15,0 0 0,0 0 0,0 25 0,0-25 0,0 0 16,0 0-16,0 24 0,0-24 0,0 25 0,0-25 16,0 25-16,0-25 0,0 25 0,0-25 0,0 25 0,0-25 15,0 24-15,0-24 0,0 25 0,0-25 0,0 25 16,0-25-16,0 0 0,0 25 0,0-25 0,0 0 15,25 0-15,-25 25 0,0-25 0,0 0 0,0 0 0,0 0 16,25 0-16,-25 0 0,0 0 0,0 0 0,25 0 16,-25 0-16,0 0 0,24 0 0,-24 0 0,25 0 0,-25 0 15,25 0-15,-25-25 0,25 25 0,-25 0 0,0 0 16,25-25-16,-25 25 0,24 0 0,-24-25 0,0 25 0,25 0 15,-25-25-15,0 25 0,0-24 0,25 24 0,-25 0 16,0-25-16,0 25 0,0 0 0,0-25 0,0 25 0,0-25 16,0 25-16,0 0 0,-25-25 0,25 25 0,0 0 15,0-24-15,0 24 0,0 0 0,0 0 0,0 0 16,-25-25-16,25 25 0,0 0 0,0 0 0,0 0 0,0 0 15,0 0-15,-24 0 0,24 0 0,0 0 0,0 0 16,0 25-16,0-25 0,-25 0 0,25 0 0,0 24 16,0-24-16,0 25 0,0-25 0,0 25 0,0-25 0,-25 25 15,25-25-15,0 25 0,25-25 0,-25 24 0,0-24 16,0 25-16,0-25 0,0 25 0,0-25 0,0 25 0,25-25 15,-25 0-15,0 25 0,0-25 0,0 24 0,24-24 16,-24 0-16,0 25 0,25-25 0,-25 0 0,0 0 0,25 25 16,-25-25-16,25 0 0,-25 0 0,0 0 0,25 0 15,-25 0-15,0 0 0,25 0 0,-25-25 0,0 25 16,24 0-16,-24-25 0,0 25 0,25 0 0,-25-24 0,0 24 15,25-25-15,-25 25 0,0-25 0,0 0 0,0 25 16,0-25-16,0 1 0</inkml:trace>
  <inkml:trace contextRef="#ctx0" brushRef="#br0" timeOffset="134939.7181">8037 9029 0,'0'0'0,"0"0"16,0 0-16,-25 0 0,25 0 0,0-25 0,0 25 15,0 0-15,0 0 0,0 0 0,25 0 0,-25-25 16,0 25-16,0 0 0,25 0 0,-25 0 0,0 0 0,24 0 15,-24-25-15,0 25 0,25 0 0,-25 0 0,25 0 16,-25 0-16,0 25 0,25-25 0,-25 0 328</inkml:trace>
  <inkml:trace contextRef="#ctx0" brushRef="#br0" timeOffset="136868.8285">7913 9773 0,'0'0'0,"0"0"0,0 0 0,0 0 0,0 0 0,0 0 16,0 0-16,0 0 0,0 0 0,0 0 0,0 0 15,0 0-15,0 0 0,0 0 0,0 0 0,0 0 16,0 0-16,0 0 0,0 0 0,0 0 0,0 0 0,0 0 16,0 0-16,0 0 0,0 0 0,0 0 0,0 0 0,0 0 15,0 0-15,0 0 0,0 0 0,0 0 16,0 0-16,0 0 0,0 0 0,0 0 0,0 0 0,0 0 15,0 0-15,0 0 0,0 0 0,0 0 0,0 0 0,0 0 16,0 0-16,0 0 0,0 0 0,-25 0 0,25 0 16,0 0-16,0 0 0,0 0 0,0 0 0,0 0 0,0 0 15,0 0-15,0 0 0,0 0 0,0 0 0,0 0 16,0 0-16,0 0 0,0 0 0,0-25 0,0 25 15,0 0-15,0 0 0,0 0 0,0 0 0,0 0 16,0 0-16,0 0 0,0 0 0,0 0 0,0 25 0,0-25 16,-25 0-16,25 0 0,0 0 0,0 0 0,0 0 0,0 0 15,0 0-15,0 0 0,0 0 0,0 0 0,0 0 16,0 0-16,0 0 0,0 0 0,0 0 0,0 0 15,0 0-15,0 0 0,0 25 0,0-25 0,0 0 0,0 0 16,0 0-16,0 0 0,0 0 0,25 0 0,-25 0 16,0 0-16,0-25 0,0 25 0,0 0 0,0 0 0,0 0 15,0 0-15,0 0 0,0 0 0,0 0 0,0 0 16,0 0-16,0 0 0,0 0 0,0 0 0,0 0 15,0 0-15,0 0 0,0 0 0,0 0 0,0 0 16,0 0-16,0 0 0,0 0 0,0 0 0,0 0 0,0 0 16,0 0-16,0 0 0,0 25 0,-25-25 0,25 0 0,0 0 15,0-25-15,0 25 0,0 0 0,0 0 0,0 0 16,0 0-16,0 0 0,0 0 0,0 0 0,0 0 15,0 0-15,0 0 0,0 0 0,0 0 0,0 0 0,0 25 16,25-25-16,-25 0 0,0 0 0,25 0 0,-25-25 16</inkml:trace>
  <inkml:trace contextRef="#ctx0" brushRef="#br0" timeOffset="138049.896">9203 9203 0,'0'0'0,"0"0"0,0 0 0,0 0 16,0 0-16,0 0 0,0 0 0,0 0 0,0 0 0,0-25 15,0 25-15,0 0 0,0 0 0,0 0 0,0 0 16,0 0-16,0 0 0,-25 0 0,25 0 0,0-25 15,0 25-15,0 0 0,0 0 0,0 0 0,-25 0 0,25 0 16,0 0-16,0 0 0,0 0 0,-25 0 0,25 0 16,0-25-16,0 25 0,-25 0 0,25 25 0,0-25 15,0 0-15,-24 0 0,24 0 0,0 0 0,-25 0 0,25 25 16,0-25-16,0 0 0,-25 0 0,25 25 0,0-25 0,-25 0 15,25 24-15,0-24 0,-25 25 0,25-25 0,0 25 16,0-25-16,-25 25 0,25 0 0,0-25 0,0 24 16,0 1-16,0 0 0,0-25 0,0 25 0,0-25 15,0 25-15,25-1 0,-25-24 0,0 25 0,0-25 0,25 25 16,-25-25-16,0 0 0,25 25 0,-25-25 0,25 0 15,-25 0-15,25 25 0,-25-25 0,24 0 0,-24 0 0,25 0 16,0 0-16,-25 0 0,25-25 0,-25 25 0,25 0 16,-25 0-16,24 0 0,-24-25 0,25 25 0,-25 0 15,25-25-15,-25 25 0,25 0 0,-25-25 0,0 25 0,25-24 16,-25 24-16,0 0 0,24-25 0,-24 25 0,0-25 0,0 25 15,25 0-15,-25-25 0,0 25 0,0-25 0,0 25 16,25-24-16,-25 24 0,0-25 0,0 25 0,0 0 16,0-25-16,25 25 0,-25 0 0,0 0 0,0-25 0,0 25 15,0 0-15,0 0 0,0 0 0,0 0 0,0 0 16,0 0-16,0 0 0,0 0 0,0 0 0,0 0 0,-25 0 15,25 0-15,0 0 0,0 0 0,0 0 0,0 0 16,0 0-16,0 0 0,0 0 0,0 25 0,0-25 16,0 0-16,0 25 0,-25-25 0,25 0 0,0 25 0,0-25 15,0 24-15,0 1 0,0-25 0,0 25 0,25-25 16,-25 25-16,0-25 0,0 25 0,0-25 0,0 24 15,25-24-15,-25 25 0,0-25 0,0 25 0,25-25 0,-25 0 16,0 0-16,24 0 0,-24 25 0,0-25 0,25 0 16,-25 0-16,0 0 0,25 0 0,-25-25 0,0 25 0,25 0 15,-25 0-15,25-25 0,-25 25 0,24-25 0,-24 25 16,25-24-16,-25 24 0,0-25 0,25 25 0,-25-25 0,0 25 15,0-25-15,0 0 0,0 25 0,0-24 0,0 24 16,0-25-16,0 0 0,0 25 0,0-25 0,-25 25 0,25-25 16,0 25-16,0 0 0,-25-24 0,25 24 0,0 0 15,0 0-15,-24 0 0,24 0 0,0 0 0,0 0 16,-25 0-16,25 0 0,0 0 0,0 0 0,0 0 0,-25 0 15,25 0-15,0 0 0,0 0 0,0 0 0,0 0 16,0 0-16,0 0 0,0 0 0,0 0 0,0 0 16,0 0-16,0 0 0,0 0 0,0-25 0,0 25 0</inkml:trace>
  <inkml:trace contextRef="#ctx0" brushRef="#br0" timeOffset="138242.9071">9798 8781 0,'0'0'0,"0"0"0,0 0 0,0 0 15,0 0-15,0 0 0,0 0 0,0 0 0,0 0 16,0 0-16,-25 0 0,25 25 0,0-25 0,0 24 0,0-24 16,0 25-16,0-25 0,0 25 0,-25 0 0,25 0 15,0-25-15,0 24 0,0 1 0,0-25 0,0 25 16,0 0-16,0-25 0,0 25 0,0-25 0,0 25 0,0-25 15</inkml:trace>
  <inkml:trace contextRef="#ctx0" brushRef="#br0" timeOffset="138846.9416">10691 9203 0,'0'0'0,"0"0"0,0 0 0,0 0 15,0 0-15,0 0 0,0 0 0,0 0 0,0 0 16,0 0-16,0 0 0,0 0 0,0 0 0,0 0 16,0 0-16,0 0 0,0 0 0,0 0 0,0 24 0,0-24 15,0 25-15,25-25 0,-25 0 0,0 25 0,0-25 16,-25 25-16,25 0 0,0-25 0,0 24 0,0-24 15,0 25-15,0-25 0,0 25 0,0-25 0,0 25 0,0-25 16,0 25-16,0-25 0,-25 24 0,25-24 0,0 0 16,0 25-16,0-25 0,0 0 0,0 0 0,0 0 15,0 0-15,0 25 0,0-25 0,0 0 0,0 0 0,0 0 16,0 0-16,0 0 0,0-25 0,0 25 0,0 0 0,0 0 15,25 0-15,-25-25 0,0 25 0,0-24 0,25 24 16,-25 0-16,0-25 0,0 0 0,24 25 0,-24-25 16,0 25-16,25-25 0,-25 25 0,25-24 0,-25 24 0,0-25 15,25 25-15,-25-25 0,0 25 0,25 0 0,-25-25 16,0 25-16,24 0 0,-24-25 0,0 25 0,0 0 0,0 0 15,0 0-15,25 0 0,-25 0 0,0 25 0,0-25 16,0 0-16,0 0 0,0 25 0,0-25 0,0 0 0,0 25 16,0-25-16,0 25 0,0-25 0,0 24 0,0-24 15,0 25-15,0-25 0,0 0 0,0 25 0,0-25 16,0 0-16,0 25 0,-25-25 0,25 0 0,0 25 0,0-25 15,0 0-15,0 0 0,25 24 0,-25-24 0,0 0 16,0 0-16,0 0 0,0 0 0,0 0 0,0 0 16,25 0-16,-25 0 0,0 0 0,25 0 0,-25 0 0,25-24 15,-1 24-15,-24 0 0,25 0 0,-25-25 0,25 25 16</inkml:trace>
  <inkml:trace contextRef="#ctx0" brushRef="#br0" timeOffset="139445.9759">11237 9277 0,'0'0'0,"0"-25"0,0 25 15,-25-25-15,25 25 0,0-24 0,0 24 0,0 0 0,-25-25 16,25 25-16,0 0 0,0-25 0,0 25 0,0 0 15,-25 0-15,25 0 0,0 0 0,0 0 0,0 0 0,0 0 16,-25 0-16,25 0 0,0 25 0,0-25 0,0 0 16,-25 25-16,25-25 0,0 0 0,0 24 0,-24-24 15,24 25-15,0-25 0,0 25 0,-25 0 0,25-25 16,0 25-16,0-25 0,0 24 0,0 1 0,0-25 0,0 25 15,0-25-15,0 25 0,0-25 0,25 0 0,-25 25 16,0-25-16,0 0 0,0 24 0,0-24 0,24 0 0,-24 0 16,0 0-16,25 0 0,-25 25 0,0-25 0,25-25 15,-25 25-15,25 0 0,-25 0 0,0 0 0,25 0 16,-25-24-16,25 24 0,-25 0 0,24-25 0,-24 25 0,0-25 15,25 25-15,-25-25 0,0 25 0,0-25 0,0 25 0,25-24 16,-25 24-16,0 0 0,0-25 0,0 25 0,0 0 16,0 0-16,0-25 0,0 25 0,0 0 0,-25 0 15,25 0-15,0 25 0,0-25 0,0 0 0,0 0 0,0 25 16,-25-25-16,25 24 0,0 1 0,0-25 0,0 25 0,0 0 15,-24-25-15,24 25 0,0-1 0,0 1 16,0 0-16,0 0 0,-25 0 0,25-1 0,0 1 0,0 0 16,0 0-16,0 0 0,-25-1 0,25 1 0,0 0 15,0 0-15,0-25 0,0 25 0,-25-1 0,25 1 16,0-25-16,0 25 0,0-25 0,-25 25 0,25-25 0,0 0 15,0 25-15,-25-25 0,25 0 0,0 0 0,-24 0 16,24 0-16,0 0 0,-25 0 0,25 0 0,-25 0 0,25 0 16,0-25-16,-25 25 0,25 0 0,0 0 0,-25-25 15,25 25-15,0 0 0,0-25 0,0 25 0,0 0 0,0 0 16,0-25-16,0 25 0,0 0 0,0 0 0,0 0 15,0-24-15,25 24 0,-25 0 0,0-25 0,25 25 16,-25 0-16,25-25 0,-25 25 0,25 0 0,-25-25 0,24 25 16,1-25-16,0 25 0,-25-24 0,25 24 0,0-25 15,-25 25-15,25-25 0,-1 25 0,-24-25 0,25 0 0,0 25 16,-25-24-16,25 24 0,-25-25 0,0 0 0</inkml:trace>
  <inkml:trace contextRef="#ctx0" brushRef="#br0" timeOffset="140071.0116">11385 9203 0,'0'0'0,"0"0"0,0 0 0,0-25 0,0 25 0,0 0 16,0 0-16,0 0 0,0 0 0,0 0 0,0-25 0,25 25 15,-25 0-15,0 0 0,25 0 0,-25-25 0,25 25 16,-25 0-16,25-25 0,-25 25 0,24 0 0,1-24 0,-25 24 15,25 0-15,-25-25 0,25 25 0,-25-25 0,25 25 16,-25 0-16,0-25 0,24 25 0,-24-25 0,0 25 16,0-25-16,25 25 0,-25 0 0,0-24 0,0 24 15,0-25-15,0 25 0,0 0 0,0-25 0,0 25 0,0-25 16,0 25-16,-25 0 0,25-25 0,0 25 0,0 0 15,0-24-15,0 24 0,-24 0 0,24 0 0,0-25 16,0 25-16,-25 0 0,25 0 0,0 0 0,0 0 0,-25 0 16,25-25-16,0 25 0,0 0 0,0 0 0,-25 0 0,25 25 15,0-25-15,0 0 0,-25 0 0,25 0 0,0 0 16,0 25-16,0-25 0,0 0 0,-24 24 0,24-24 0,0 0 15,0 25-15,0-25 0,0 25 0,0-25 0,0 25 16,-25 0-16,25-1 0,0-24 0,0 25 0,0 0 0,0 0 16,0 0-16,0-25 0,0 25 0,-25-1 0,25 1 15,0 0-15,0 0 0,0-25 0,0 25 0,0-1 16,0 1-16,0-25 0,-25 25 0,25 0 0,0-25 0,0 25 15,0-25-15,0 24 0,0-24 0,0 25 0,0-25 16,0 0-16,0 0 0,0 25 0,0-25 0,-25 0 16,25 0-16,0 0 0,0 0 0,0 0 0,0 0 0,25 0 15,-25 0-15,0 0 0,0 0 0,0 0 0,0-25 16,0 25-16,0 0 0,0 0 0,0-25 0,0 25 0,25 0 15,-25-24-15,0 24 0,0-25 0,25 25 0,-25-25 16,0 0-16,25 25 0,-25-25 0,0 25 0,24-24 0,-24 24 16,25 0-16,-25-25 0,0 25 0,25 0 0,-25 0 15,0 0-15,0 0 0,0 0 0,25 0 0,-25 0 16,0 25-16,0-25 0,0 0 0,0 24 0,0-24 0,0 0 15,0 25-15,25-25 0,-25 25 0,0-25 0,0 25 16,0 0-16,0-25 0,0 24 0,-25-24 0,25 25 0,0-25 16,0 0-16,0 25 0,0-25 0,0 25 0,0-25 15,0 0-15,0 0 0,0 25 0,0-25 0,0 0 16,0 0-16,0 0 0,0 0 0,0 24 0,0-24 0,0 0 15,0 0-15,0 0 0,0 0 0,25 0 0,-25 0 16,0 0-16,0-24 0,24 24 0,-24 0 0,0 0 0,25 0 16,-25 0-16</inkml:trace>
  <inkml:trace contextRef="#ctx0" brushRef="#br0" timeOffset="140660.0453">11906 9203 0,'0'-25'0,"0"25"0,0 0 0,0-25 0,0 25 0,0 0 16,-25 0-16,25 0 0,0-25 0,0 25 0,0 0 15,0 0-15,0 0 0,0 0 0,0 0 0,0 0 16,0 0-16,0 0 0,0 25 0,0-25 0,0 0 0,0 0 16,0 0-16,0 25 0,0-25 0,0 25 0,0-25 15,0 0-15,0 24 0,-24-24 0,24 25 0,0-25 0,0 25 16,0-25-16,0 25 0,0 0 0,0-25 0,0 24 15,0-24-15,0 25 0,0 0 0,0-25 0,0 25 16,0-25-16,0 25 0,0-25 0,0 24 0,0-24 0,0 0 16,24 25-16,-24-25 0,0 0 0,0 0 0,0 0 15,0 25-15,25-25 0,-25 0 0,0 0 0,0 0 0,25 0 16,-25-25-16,0 25 0,25 0 0,-25 0 0,25 0 15,-25-25-15,24 25 0,-24 0 0,25-24 0,-25 24 16,25 0-16,-25-25 0,25 25 0,-25-25 0,25 25 0,-25 0 16,24-25-16,-24 25 0,0-25 0,25 25 0,-25 0 15,0-24-15,0 24 0,0 0 0,0-25 0,25 25 0,-25-25 16,0 25-16,0 0 0,0-25 0,0 25 0,0 0 15,0-25-15,0 25 0,0 0 0,0 0 0,0-24 16,-25 24-16,25 0 0,0 0 0,0 0 0,0-25 0,0 25 16,-25 0-16,25 0 0,0 0 0,0 0 0,0 0 15,0 0-15,-24 0 0,24 0 0,0 0 0,0 0 0,0 0 16,0 0-16,-25 0 0,25 25 0,0-25 0,0 0 15,0 0-15,0 24 0,0-24 0,0 0 0,0 25 16,0-25-16,0 25 0,0-25 0,0 25 0,0-25 0,0 25 16,0-25-16,0 24 0,0 1 0,0-25 0,0 25 15,0-25-15,25 25 0,-25-25 0,0 0 0,0 25 16,0-25-16,24 0 0,-24 24 0,0-24 0,0 0 0,25 0 15,-25 0-15,0 0 0,25 25 0,-25-25 0,25-25 0,-25 25 16,0 0-16,25 0 0,-25 0 0,25 0 0,-1-24 16,-24 24-16,25 0 0,-25-25 0,25 25 0,-25 0 15,25-25-15,-25 25 0,0-25 0,25 25 0,-25-25 0,0 25 16,24-24-16,-24 24 0,0-25 0,0 0 0,0 25 0</inkml:trace>
  <inkml:trace contextRef="#ctx0" brushRef="#br0" timeOffset="141292.0815">12402 9178 0,'0'0'0,"0"-25"0,0 25 0,0 0 16,0 0-16,0 0 0,0-25 0,0 25 0,0 0 15,0 0-15,0 0 0,0 25 0,0-25 0,0 0 0,-24 0 16,24 0-16,0 25 0,0-25 0,0 0 0,0 25 15,0-25-15,0 24 0,0-24 0,0 25 0,0-25 16,0 25-16,0-25 0,0 25 0,0 0 0,0-25 0,0 24 16,0-24-16,0 25 0,0 0 0,0-25 0,0 25 15,0-25-15,0 0 0,0 25 0,0-25 0,0 0 0,0 24 16,0-24-16,0 0 0,0 0 0,0 0 0,0 25 0,0-25 15,0 0-15,0 0 0,0 0 0,0 0 0,0 0 16,0-25-16,0 25 0,0 0 0,0 0 0,0 0 16,0-24-16,0 24 0,0 0 0,0-25 0,24 25 0,-24-25 15,0 25-15,0-25 0,0 0 0,0 25 0,0-24 16,0 24-16,0-25 0,25 0 0,-25 25 0,0-25 15,0 25-15,0-25 0,25 25 0,-25 0 0,0-24 0,0 24 16,25 0-16,-25 0 0,0 0 0,0-25 0,25 25 16,-25 0-16,0 0 0,0 0 0,0 25 0,24-25 15,-24 0-15,0 0 0,0 0 0,0 24 0,25-24 0,-25 0 16,0 25-16,0-25 0,0 0 0,0 25 0,0-25 15,25 25-15,-25-25 0,0 25 0,0-25 0,0 24 16,0-24-16,0 25 0,0-25 0,-25 0 0,25 25 0,0-25 16,0 0-16,0 25 0,0-25 0,0 0 0,0 25 0,0-25 15,0 0-15,0 0 0,0 0 0,0 0 0,0 0 16,0 0-16,0 0 0,0 0 0,-25 0 0,25 0 0,0 0 15,0 0-15,0 0 0,0-25 0,0 25 0,0 0 16,25-25-16,-25 25 0,0-25 0,0 25 0,0-25 16,0 1-16,25 24 0,-25-25 0,0 25 0,0-25 15,25 25-15,-25-25 0,0 0 0,25 25 0,-25 0 0,24-24 16,-24 24-16,0-25 0,25 25 0,-25 0 0,25 0 15,-25 0-15,0-25 0,25 25 0,-25 0 0,0 0 16,0 0-16,25 0 0,-25 0 0,0 25 0,0-25 0,0 0 16,0 0-16,0 25 0,0-25 0,0 0 0,0 24 0,0-24 15,0 25-15,-25-25 0,25 25 0,0-25 0,0 25 16,0 0-16,0-25 0,0 24 0,-25-24 0,25 25 15,0 0-15,0-25 0,0 25 0,0-25 0,0 25 16,0-25-16,0 24 0,0-24 0,0 25 0,0-25 0,0 0 16,0 25-16,0-25 0,0 0 0,0 0 0,0 0 15,0 0-15,0 0 0,0 0 0,0 0 0,0 0 0,0 0 16,0 0-16,0-25 0,0 25 0,0 0 0,0 0 0,25-25 15,-25 25-15,0-24 0,0 24 0</inkml:trace>
  <inkml:trace contextRef="#ctx0" brushRef="#br0" timeOffset="141601.0991">12254 8930 0,'0'0'0,"0"0"0,0 0 0,0 0 0,0 0 16,0 0-16,0-25 0,0 25 0,24 0 0,-24 0 15,0 0-15,0 0 0,25 0 0,-25 0 0,0 0 16,25 0-16,-25-25 0,0 25 0,25 0 0,-25 0 0,25 0 15,-25 0-15,0 0 0,24 0 0,-24 25 0,0-25 16,25 0-16,-25 0 0,0 0 0,0 0 0,25 0 16,-25 25-16,0-25 0,25 0 0,-25 24 0,0-24 0,0 25 15,0-25-15,0 25 0,25-25 0,-25 25 0,0 0 16,0-25-16,0 25 0,-25-1 0,25-24 0,0 25 0,0 0 15,0 0-15</inkml:trace>
  <inkml:trace contextRef="#ctx0" brushRef="#br0" timeOffset="141801.1106">12204 9847 0,'0'0'0,"0"25"16,-25-25-16,25 0 0,0 25 0,0-25 0,0 0 15,0 0-15,-25 0 0,25 25 0,0-25 0,0 0 16,0 0-16,0 0 0,0 0 0,0 0 0,0 0 0,0 0 15,25 0-15,-25 0 0,0-25 0,0 25 0,0 0 16,0 0-16,0-25 0,0 25 0,0 0 0,0-25 0,0 25 16,-25-24-16,25-1 0,0 25 0,0-25 0,0 0 15,0 0-15</inkml:trace>
  <inkml:trace contextRef="#ctx0" brushRef="#br0" timeOffset="141992.1215">12105 8930 0,'0'0'0,"0"0"0,0 0 0,0 0 0,0-25 15,-25 25-15,25 0 0,0-25 0,0 25 0,0 0 16,0 0-16,0 0 0,0-25 0,0 25 0,0 0 0,0 0 16,0 0-16,0 0 0,25 0 0,-25 0 0,0 0 0,0 0 15,0 0-15,24 0 0,-24 0 0,0 0 0,0 0 16</inkml:trace>
  <inkml:trace contextRef="#ctx0" brushRef="#br0" timeOffset="142544.1531">13692 9277 0,'0'0'0,"0"-25"0,-25 25 0,25 0 0,0-25 0,0 25 16,-24 0-16,24 0 0,0-24 0,0 24 0,-25 0 16,25-25-16,-25 25 0,25 0 0,0 0 0,-25-25 15,25 25-15,0 0 0,-25 0 0,25 0 0,-24 0 0,24 0 16,0 0-16,-25 0 0,25 0 0,-25 0 0,25 0 15,-25 0-15,25 0 0,0 25 0,-25-25 0,25 0 0,-24 0 16,24 25-16,0-25 0,-25 0 0,25 24 0,0-24 16,-25 25-16,25-25 0,0 25 0,0 0 0,0-25 15,0 25-15,0-1 0,0-24 0,0 25 0,0-25 0,0 25 16,0-25-16,25 25 0,-25-25 0,25 25 0,-25-25 15,0 24-15,24-24 0,-24 0 0,25 0 0,-25 0 16,25 25-16,0-25 0,-25 0 0,25-25 0,-25 25 0,24 0 16,-24 0-16,25 0 0,-25-24 0,25 24 0,-25 0 15,25-25-15,-25 25 0,25-25 0,-25 25 0,0-25 0,24 25 16,-24-25-16,0 1 0,25-1 0,-25 25 0,0-25 15,25 0-15,-25 0 0,0 1 0,25-1 0</inkml:trace>
  <inkml:trace contextRef="#ctx0" brushRef="#br0" timeOffset="142775.1663">13841 8855 0,'0'-25'16,"0"25"-16,0 0 0,0 0 0,0 0 0,0 0 15,0 0-15,0 0 0,0 0 0,0 0 0,-25 25 0,25-25 16,0 0-16,0 0 0,0 25 0,0-25 0,0 25 62,0-25-62,0 25 0,0-1 0,-25 1 0,25-25 0,0 25 0,0 0 0,0 0 0,0 0 0,0-25 0,0 24 0,-24 1 0,24 0 0,0 0 0,0 0 0,0-1 0,-25-24 0,25 25 0,0 0 0,0 0 0,0 0 16,0-25-16,0 24 0,-25-24 0,25 25 0,0-25 0,0 25 16,0-25-16,0 25 0,0-25 0,0 0 0,0 0 0,0 25 15,0-25-15,0 0 0,0 0 0,0 0 0,0 0 16,0 0-16,25-25 0,-25 25 0,0 0 0</inkml:trace>
  <inkml:trace contextRef="#ctx0" brushRef="#br0" timeOffset="143854.228">13940 9153 0,'0'0'0,"0"-25"0,25 25 16,-25 0-16,0 0 0,0 0 0,0 0 0,0 0 16,0 0-16,-25 0 0,25 0 0,0 0 0,0 0 0,0 25 15,0-25-15,0 0 0,0 0 0,0 0 0,-25 0 16,25 0-16,0 25 0,0-25 0,0 0 0,-24 25 15,24-25-15,0 0 0,0 24 0,0-24 0,-25 25 0,25-25 16,0 25-16,0-25 0,0 25 0,0-25 0,0 25 0,0-25 16,0 24-16,0-24 0,0 25 0,0-25 0,0 25 15,0-25-15,0 25 0,0-25 0,0 25 0,0-25 16,25 0-16,-25 24 0,0-24 0,0 0 0,0 0 0,24 0 15,-24 25-15,0-25 0,25 0 0,-25 0 0,0 0 16,25-25-16,-25 25 0,25 0 0,-25 0 0,25 0 0,-25-24 16,0 24-16,24 0 0,-24-25 0,25 25 0,-25 0 15,0-25-15,0 25 0,25-25 0,-25 25 0,0 0 0,0-25 16,0 25-16,0-24 0,25 24 0,-25-25 0,0 25 15,0-25-15,0 25 0,0 0 0,0-25 0,0 25 16,0-25-16,0 25 0,0 0 0,0 0 0,0-24 16,0 24-16,0 0 0,0 0 0,0 0 0,0 0 0,0 0 15,0 0-15,0 0 0,0 0 0,-25 0 0,25 0 16,0 0-16,0 0 0,0 0 0,0 24 0,0-24 15,0 0-15,0 0 0,0 25 0,0-25 0,0 0 0,0 25 16,0-25-16,0 25 0,0-25 0,0 25 0,-25-25 0,25 0 16,0 24-16,0-24 0,0 25 0,0-25 0,0 25 15,0-25-15,0 25 0,0-25 0,0 25 0,25-25 0,-25 0 16,0 24-16,0-24 0,0 0 0,0 25 0,0-25 15,0 0-15,0 0 0,25 0 0,-25 0 0,0 0 16,0 0-16,0 0 0,0 0 0,25 0 0,-25 0 16,0 0-16,24 0 0,-24 0 0,0 0 0,25-25 0,-25 25 15,25 0-15,-25 0 0,0-24 0,25 24 0,-25 0 16,25-25-16,-25 25 0,24 0 0,-24-25 0,0 25 0,0-25 15,25 25-15,-25-25 0,0 25 0,0 0 0,0-24 16,0 24-16,25-25 0,-25 25 0,0-25 0,0 25 16,0 0-16,0 0 0,0-25 0,0 25 0,0 0 0,0 0 15,0 0-15,-25 0 0,25 0 0,0 0 0,0 0 0,0 0 16,0 0-16,0 0 0,0 0 0,0 0 0,0 0 15,0 0-15,0 0 0,0 0 0,0 0 0,0 0 16,0 25-16,0-25 0,0 0 0,0 0 0,0 25 0,0-25 16,-25 25-16,25-25 0,0 0 0,0 24 0,0-24 15,0 25-15,0-25 0,0 0 0,0 25 0,0-25 0,0 25 16,0-25-16,25 25 0,-25-25 0,0 0 0,0 24 15,0-24-15,0 0 0,0 25 0,0-25 0,25 0 0,-25 0 16,0 0-16,0 0 0,25 0 0,-25 0 0,0 0 16,25 0-16,-25 0 0,0 0 0,25 0 0,-25-25 15,24 25-15,-24 0 0,25 0 0,-25-24 0,0 24 0,25-25 16,-25 25-16,0 0 0,25-25 0,-25 25 0,0-25 15,0 25-15,0 0 0,25-25 0,-25 25 0,0-24 0,0 24 16,0-25-16,0 25 0,0-25 0,0 25 0,0 0 16,0-25-16,0 25 0,0 0 0,0 0 0,0 0 15,0 0-15,0 0 0,0 0 0,0 0 0,-25 0 0,25 25 16,0-25-16,0 0 0,0 25 0,0-25 0,0 25 15,0-25-15,-25 24 0,25 1 0,0-25 0,0 25 16,0 0-16,0 0 0,0-25 0,-25 24 0,25 1 0,0 0 16,0 0-16,0 0 0,0-1 0,0 1 0,0-25 15,-25 25-15,25 0 0,0 0 0,0-1 0,0 1 0,0-25 16,0 25-16,-24-25 0,24 25 0,0-25 0,0 25 15,0-25-15,-25 24 0,25-24 0,0 0 0,-25 0 16,25 25-16,0-25 0,0 0 0,-25 0 0,25 0 0,-25 0 16,25 0-16,0 0 0,-25 0 0,25-25 0,0 25 0,-24 0 15,24 0-15,0-24 0,0 24 0,-25 0 0,25-25 16,0 25-16,0 0 0,0 0 0,0-25 0,0 25 15,25 0-15,-25 0 0,0-25 0,0 25 0,24 0 0,-24 0 16,25 0-16,-25-25 0,25 25 0,-25 0 0,25 0 16,-25 0-16,25-24 0,0 24 0,-25 0 0,24 0 15,1-25-15,-25 25 0,25 0 0,0-25 0,-25 25 0,25-25 16,-1 25-16,-24 0 0,25-25 0,0 25 0,0 0 15</inkml:trace>
  <inkml:trace contextRef="#ctx0" brushRef="#br0" timeOffset="144544.2675">15032 9203 0,'0'0'0,"0"0"0,24-25 0,-24 25 16,0 0-16,0 0 0,0 0 0,0-25 0,0 25 15,0 0-15,0 0 0,0 0 0,0 0 0,0 0 16,25 0-16,-25 0 0,0 25 0,0-25 0,0 0 15,0 25-15,0-25 0,0 0 0,0 24 0,0-24 0,25 25 16,-25 0-16,0-25 0,0 25 0,0-25 0,0 25 0,0-25 16,0 24-16,0-24 0,0 25 0,0-25 0,0 25 15,-25-25-15,25 25 0,0-25 0,0 0 0,0 25 16,0-25-16,0 0 0,-25 24 0,25-24 0,0 0 15,0 0-15,0 25 0,0-25 0,-24 0 0,24 0 0,0 0 16,0 0-16,0 0 0,0 0 0,0 0 0,0 0 0,0 0 16,0 0-16,0-25 0,0 25 0,0 0 15,0 0-15,24-24 0,-24 24 0,0-25 0,0 25 0,0-25 16,25 25-16,-25-25 0,0 25 0,25-25 0,-25 25 0,0 0 15,25-24-15,-25 24 0,0-25 0,25 25 0,-25 0 16,0-25-16,0 25 0,24 0 0,-24 0 0,0 0 16,0-25-16,0 25 0,25 0 0,-25 0 0,0 0 0,0 0 15,0 0-15,25 0 0,-25 0 0,0 25 0,0-25 16,0 0-16,0 0 0,0 0 0,0 25 0,0-25 15,0 25-15,0-25 0,0 0 0,0 24 0,0-24 0,0 25 16,0-25-16,0 25 0,0-25 0,0 25 0,0-25 0,0 0 16,0 25-16,0-25 0,0 24 0,0-24 0,0 0 15,0 25-15,25-25 0,-25 0 0,0 0 0,0 0 16,0 25-16,0-25 0,0 0 0,25 0 0,-25 0 0,0 0 15,24 0-15,-24 0 0,0 0 0,25 0 0,-25 0 16,25-25-16,-25 25 0,25 0 0,-25 0 0,0-25 0,25 25 16,-25 0-16,25-24 0</inkml:trace>
  <inkml:trace contextRef="#ctx0" brushRef="#br0" timeOffset="145236.3071">15379 9277 0,'0'0'15,"0"0"-15,0 0 0,0 0 0,0 0 0,0 0 0,0-25 16,0 25-16,0 0 0,0 0 0,0 0 0,25-25 15,-25 25-15,25 0 0,-25 0 0,0-24 0,24 24 0,1 0 16,-25-25-16,25 25 0,-25 0 0,25-25 0,0 25 16,-25-25-16,24 25 0,-24-25 0,25 25 0,0 0 15,-25-24-15,25 24 0,-25-25 0,0 25 0,25-25 0,-25 25 16,0-25-16,24 25 0,-24-25 0,0 0 0,0 25 15,0-24-15,0 24 0,0-25 0,0 25 0,0-25 16,0 25-16,-24 0 0,24-25 0,0 25 0,0 0 0,-25-25 16,25 25-16,0 0 0,-25 0 0,25-24 0,0 24 15,-25 0-15,25 0 0,0 0 0,-25 0 0,25 0 16,0 0-16,-24 0 0,24 0 0,0 0 0,0 24 0,-25-24 15,25 0-15,0 0 0,0 25 0,0-25 0,0 0 16,-25 25-16,25-25 0,0 25 0,0-25 0,0 25 0,0-1 16,-25-24-16,25 25 0,0 0 0,0 0 0,0-25 15,0 25-15,0 0 0,-25-1 0,25 1 0,0-25 0,0 25 16,0 0-16,0 0 0,-24-25 0,24 24 0,0 1 15,0 0-15,0-25 0,0 25 0,0-25 0,0 25 0,-25-25 16,25 24-16,0-24 0,0 25 0,0-25 0,0 0 16,-25 25-16,25-25 0,0 0 0,0 0 0,0 0 15,0 0-15,0 0 0,0 0 0,0 0 0,0 0 0,0 0 16,0 0-16,0 0 0,0 0 0,0 0 0,25-25 15,-25 25-15,0 0 0,0-25 0,25 25 0,-25-24 0,0 24 16,24-25-16,-24 25 0,25-25 0,-25 25 0,25-25 16,-25 25-16,0-25 0,25 25 0,-25 0 0,0-24 15,25 24-15,-25 0 0,0 0 0,0 0 0,0 0 0,0 24 16,24-24-16,-24 0 0,0 0 0,0 25 0,0-25 15,0 0-15,0 25 0,0-25 0,0 25 0,0 0 0,0-25 16,0 24-16,0-24 0,0 25 0,-24-25 0,24 25 16,0-25-16,0 25 0,0-25 0,0 0 0,0 25 15,0-25-15,0 24 0,0-24 0,0 0 0,0 25 0,0-25 16,0 0-16,0 0 0,0 25 0,0-25 0,0 0 15,0 0-15,24 0 0,-24 0 0,0 0 0,0 0 0,25 0 16,-25 0-16,25 0 0,-25 0 0,25 0 0,-25-25 16,25 25-16,-1 0 0,-24 0 0,25 0 0</inkml:trace>
  <inkml:trace contextRef="#ctx0" brushRef="#br0" timeOffset="145719.3347">16024 9401 0,'0'-25'0,"0"25"0,0 0 0,0-25 0,0 25 0,0 0 15,0-24-15,0 24 0,0-25 0,0 25 0,-25-25 16,25 25-16,0 0 0,0-25 0,0 25 0,0-25 15,-25 25-15,25 0 0,0-24 0,0 24 0,0 0 0,-25-25 16,25 25-16,0 0 0,-24 0 0,24 0 0,0-25 0,-25 25 16,25 0-16,-25 0 0,25 0 0,0 0 0,-25 0 15,25 0-15,-25 0 0,25 0 0,-24 0 0,24 0 16,-25 25-16,25-25 0,-25 0 0,25 0 0,0 25 15,-25-25-15,25 0 0,0 24 0,-25-24 0,25 25 0,0-25 16,0 25-16,-24-25 0,24 25 0,0-25 0,0 25 16,0-25-16,0 24 0,0-24 0,0 25 0,24-25 0,-24 25 15,0-25-15,0 25 0,0-25 0,0 0 16,25 25-16,-25-25 0,0 0 0,0 24 0,0-24 0,25 0 47,149-198 171,-174 198-218,0 25 0,0-25 0,0 25 0,0-25 0,0 24 0,0-24 0,0 25 0,0-25 0,0 25 0,0-25 0,0 25 0,0 0 0,0-25 0,0 0 0,0 24 0,0-24 0,0 25 0,0-25 0,0 0 0,0 25 0,0-25 0,24 0 0,-24 0 0,0 0 0,0 0 0,25 0 0,-25 0 0,0 0 0,25 0 0,-25 0 0,25 0 0,-25-25 0,25 25 0,-1 0 0,-24 0 16,25-25-16,-25 25 0,25-24 0,-25 24 0,25-25 0,-25 25 15,25-25-15,-25 0 0,0 0 0,24 25 0,-24-24 16,25-1-16,-25 0 0</inkml:trace>
  <inkml:trace contextRef="#ctx0" brushRef="#br0" timeOffset="146190.3616">16371 8806 0,'0'0'0,"0"0"0,0 0 0,0-25 15,0 25-15,0 0 0,0 0 0,0 0 0,0 0 16,0 0-16,0 0 0,0 0 0,0 0 0,0 0 16,0 25-16,0-25 0,0 0 0,0 0 0,0 0 0,0 24 15,0-24-15,0 0 0,0 0 0,-25 25 0,25-25 0,0 0 16,0 25-16,0-25 0,0 0 0,0 0 0,0 25 15,0-25-15,0 0 0,0 0 0,0 25 0,0-25 16,0 0-16,0 0 0,0 0 0,0 0 0,0 24 0,0-24 16,0 0-16,0 0 0,0 0 0,0 0 0,0 0 15,0 0-15,0 0 0,0 0 0,0 0 0,0 0 0,0 0 16,0 0-16,0 0 0,0 0 0,0 0 0,0 0 15,0 0-15,0 0 0,0 0 0,0 0 0,0 0 16,0 0-16,0 0 0,0 0 0,0 0 0,0 0 16,0 0-16,0 25 0,0-25 0,0 0 0,-25 0 0,25 25 15,0-25-15,0 0 0,0 25 0,0-25 0,0 25 0,0-25 16,0 25-16,0-1 0,-24 1 0,24-25 15,0 25-15,0 0 0,0 0 0,0-25 0,0 24 0,-25 1 16,25 0-16,0 0 0,0 0 0,0-25 0,-25 24 0,25 1 16,0-25-16,0 25 0,0-25 0,0 25 0,0-25 15,0 25-15,0-25 0,0 0 0,0 0 0,0 0 0,0 0 16,0 24-16,0-24 0,0 0 0,25 0 0,-25 0 15,0-24-15,0 24 0,0 0 0,25 0 0,-25 0 0,0 0 16,0 0-16,24 0 0,-24 0 0,0 0 16,0 0-16,25-25 0,-25 25 0,0 0 0,0 0 0,25 0 15,-25 0-15,0 0 0,0-25 0,0 25 0,0 0 0,0 0 16,0 0-16,0-25 0,0 25 0</inkml:trace>
  <inkml:trace contextRef="#ctx0" brushRef="#br0" timeOffset="146422.3749">16272 9153 0,'0'0'16,"-25"0"-16,25-25 0,0 25 0,0 0 0,0 0 15,0-25-15,0 25 0,0 0 0,0 0 0,0 0 0,0 0 16,0 0-16,0 0 0,25 0 0,-25 0 0,0 0 16,0 0-16,25 0 0,-25 0 0,0 0 0,24 0 15,-24 0-15,25 0 0,-25 0 0,25 0 0,-25 0 0,25 0 16,-25 0-16,25 0 0,-25 0 0,25 0 0,-25 0 15,24 0-15,-24 0 0,25 0 0,-25 0 0,0 0 0,0 0 16,25 0-16,-25 0 0,0 0 0,0 0 0,0 0 16,0 0-16,0-24 0,-25 24 0</inkml:trace>
  <inkml:trace contextRef="#ctx0" brushRef="#br0" timeOffset="146806.3969">15776 8806 0,'0'0'0,"0"0"0,0 0 0,0-25 15,0 25-15,0 0 0,-25 0 0,25 0 0,25 0 0,-25 0 16,0 0-16,0 0 0,0-25 0,0 25 0,0 0 15,0 0-15,25-25 0,-25 25 0,0 0 0,0 0 16,24 0-16,-24-25 0,0 25 0,25 0 0,-25 0 0,0 0 16,25 0-16,-25-24 0,0 24 0,0 0 0,25 0 0,-25 0 15,0 0-15,25 0 0,-25 24 0,0-24 0,24 0 16,-24 0-16,0 0 0,0 0 0,25 0 0,-25 25 15,0-25-15,0 0 0,0 0 0,25 25 0,-25-25 0,0 0 16,0 25-16,0-25 0,25 0 0,-25 25 0,0-25 16,0 0-16,0 0 0,25 24 0,-25-24 0,0 0 15,0 0-15,0 0 0,24 0 0,-24 25 0,0-50 0,0 25 16,0 0-16</inkml:trace>
  <inkml:trace contextRef="#ctx0" brushRef="#br0" timeOffset="147334.4271">16396 8458 0,'0'0'0,"0"0"0,0 0 16,0 0-16,0 0 0,0 0 0,0 0 0,0 0 0,0 0 15,-25 25 360</inkml:trace>
  <inkml:trace contextRef="#ctx0" brushRef="#br0" timeOffset="148789.5103">16545 8533 0,'0'0'0,"0"0"0,0 0 15,0 0-15,0 0 0,0-25 0,0 25 0,0 0 0,0 0 16,0 0-16,0 0 0,0 0 0,0 0 0,0 0 15,0-25-15,0 25 0,0 0 0,25 0 0,-25 0 0,0 0 16,0 0-16,0 0 0,0 0 0,0-25 0,0 25 16,0 0-16,0 0 0,0 0 0,0 0 0,0 0 15,0 0-15,0 0 0,0 0 0,0 0 0,0 0 0,0 0 16,0 0-16,0 0 0,0 0 0,0 0 0,0 0 15,0 0-15,0 0 0,0 0 0,0 0 0,0 0 16,0 0-16,0 0 0,0 0 0,0-24 0,0 24 0,0 0 16,0 0-16,0 0 0,0 24 0,-25-24 0,25 0 15,0 0-15,0 0 0,0 0 0,-25 0 0,25 0 0,0 25 16,-25-25-16,25 0 0,-25 25 0,1-25 0,24 25 15,-25-25-15,0 25 0,0-25 0,25 24 0,-25-24 0,0 25 16,1-25-16,24 0 0,-25 25 0,25-25 0,-25 25 16,25-25-16,-25 0 0,25 25 0,0-25 0,0 0 15,0 0-15,-25 24 0,50-24 0,-25 0 0,0 0 0,0 0 16,0 0-16,25 0 0,-25 0 0,0 0 0,25 0 15,-25 0-15,25-24 0,-1 24 0,-24-25 0,25 25 0,-25 0 16</inkml:trace>
  <inkml:trace contextRef="#ctx0" brushRef="#br0" timeOffset="149635.5587">17959 8979 0,'0'0'0,"0"0"0,-25-25 0,25 25 0,0 0 15,0 0-15,0-24 0,-25 24 0,25 0 0,0-25 16,0 25-16,-25 0 0,25-25 0,0 25 0,0 0 0,-25 0 16,25-25-16,0 25 0,0 0 0,-24 0 0,24 0 15,0 0-15,0 0 0,-25 0 0,25 0 0,0 0 16,-25 0-16,25 0 0,0 0 0,-25 0 0,25 0 0,0 0 15,-25 0-15,25 0 0,-24 25 0,24-25 0,0 0 0,-25 25 16,25-25-16,-25 0 0,25 25 0,-25-1 0,25-24 16,0 25-16,-25 0 0,25-25 0,0 25 0,-24 0 15,24 0-15,0-1 0,0 1 0,0-25 0,0 25 0,0 0 16,0 0-16,0-1 0,24-24 0,-24 25 0,0 0 15,0-25-15,0 25 0,0-25 0,25 25 0,-25-25 0,0 24 16,0-24-16,25 0 0,-25 25 0,0-25 0,0 0 16,25 0-16,-25 0 0,25 0 0,-25 0 0,0 0 15,24 0-15,-24 0 0,25 0 0,-25-25 0,25 25 0,-25 0 16,0 0-16,25 0 0,-25 0 0,25-24 0,-25 24 15,0 0-15,24 0 0,-24 0 0</inkml:trace>
  <inkml:trace contextRef="#ctx0" brushRef="#br0" timeOffset="150000.5796">17959 9401 0,'0'0'15,"0"0"-15,-25 0 0,25 0 0,0 0 0,0 0 0,0 0 16,0 0-16,0 0 0,25 0 0,-25 0 0,0 0 16,0-25-16,0 25 0,0 0 0,0 0 0,0 0 0,0 0 15,0 0-15,0-25 0,24 25 0,-24 0 0,0 0 16,0-24-16,25 24 0,-25 0 0,0-25 0,0 25 15,25-25-15,-25 25 0,0-25 0,0 25 0,0-25 0,25 25 16,-25 0-16,0-24 0,0 24 0,25-25 0,-25 25 16,0 0-16,0-25 0,0 25 0,0-25 0,24 25 0,-24 0 15,0 0-15,0-25 0,0 25 0,0 0 0,0 0 16,0 0-16,0 0 0,0 0 0,0 0 0,0 0 15,0 0-15,0 0 0,0 0 0,0 0 0,0 0 0,0 0 16,0 0-16,0 25 0,0-25 0,-24 25 0,24-25 16,0 25 15,0-25-31,0 25 0,0-1 0,0-24 0,-25 25 0,25 0 0,0 0 0,0-25 0,0 25 0,-25-1 0,25-24 0,0 25 0,0-25 0,0 25 0,0 0 15,0-25-15,-25 25 0,25-25 0,0 24 0,0-24 0,0 0 16,0 25-16,0-25 0,0 0 0,0 0 0,0 0 16,0 0-16,0 0 0,0 0 0,0 0 0,0 0 0,0 0 15,0 0-15,0 0 0,25 0 0,-25 0 0</inkml:trace>
  <inkml:trace contextRef="#ctx0" brushRef="#br0" timeOffset="150235.593">18355 9277 0,'0'0'0,"0"0"0,0 0 0,0 0 0,0 0 0,0 0 0,0 0 0,0 0 0,25 0 0,-25-25 0,0 25 0,0 0 0,25 0 0,-25 0 0,0 0 0,25 0 0,-25 0 0,0 25 0,25-25 0,-25 0 0,24 0 0,-24 0 0,25 0 0,-25 0 0,25 0 0,-25 0 0,0 0 0,25 0 0,-25 0 0,0 0 0,0 0 0,25 0 15,-25 0-15,0 0 0,0 0 0,0 0 0,0 0 16</inkml:trace>
  <inkml:trace contextRef="#ctx0" brushRef="#br0" timeOffset="150432.6043">18281 9451 0,'0'24'0,"0"-24"0,0 0 0,0 0 15,0 0-15,0 0 0,0 0 0,0 0 0,0 0 16,0 0-16,0 0 0,25-24 0,-25 24 0,0 0 16,25 0-16,-25 0 0,24 0 0,-24 0 0,25 0 0,-25 0 15,25 0-15,0 0 0,-25 0 0,25 0 0,-1 0 16,-24 0-16,25 0 0,0 0 0,0 0 0,-25 0 0,25 0 15,0 0-15,-25 0 0,24 0 0,-24 0 0,25 0 16,0 0-16,-25 0 0,25 0 0</inkml:trace>
  <inkml:trace contextRef="#ctx0" brushRef="#br0" timeOffset="151136.6445">19298 9079 0,'0'0'16,"0"-25"-16,0 25 0,0 0 0,0 0 0,0 0 15,0 0-15,0 0 0,0 0 0,0-25 0,0 25 0,0 0 16,0 0-16,0 0 0,0-25 0,0 25 0,0 0 16,0 0-16,0 0 0,0-25 0,0 25 0,0 0 15,0 0-15,0 0 0,-25 0 0,25 0 0,0-25 0,0 25 16,-25 0-16,25 0 0,0 0 0,-24 0 0,24 0 15,0 0-15,-25 0 0,25 0 0,-25 0 0,25 25 0,0-25 16,-25 0-16,25 0 0,-25 0 0,25 25 0,-24-25 16,24 0-16,-25 25 0,25-25 0,0 25 0,-25-25 0,25 25 15,-25-1-15,25-24 0,0 25 0,0 0 0,0-25 16,0 25-16,0 0 0,-25-1 0,50-24 0,-25 25 15,0 0-15,0-25 0,0 25 0,0 0 0,0-25 0,25 24 16,-25-24-16,0 25 0,25-25 0,-25 0 0,0 25 16,25-25-16,-25 0 0,0 25 0,24-25 0,-24 0 0,25 0 15,-25 0-15,0 0 0,25 0 0,-25 0 0,25 0 16,0 0-16,-25 0 0,24 0 0,-24 0 0,25-25 0,0 25 15,-25 0-15,25 0 0,-25 0 0,25 0 0,-1 0 16,-24 0-16,25 0 0,-25-25 0,0 25 0</inkml:trace>
  <inkml:trace contextRef="#ctx0" brushRef="#br0" timeOffset="151571.6694">19422 9401 0,'0'0'0,"0"0"0,0 0 0,-25 0 0,25 0 0,0 0 16,0 0-16,0 0 0,0 0 0,0 0 0,0-25 15,-25 25-15,25 0 0,25 0 0,-25 0 0,0 0 16,0-25-16,0 25 0,0 0 0,0 0 0,25-24 0,-25 24 15,0 0-15,0 0 0,0 0 0,25-25 0,-25 25 16,0 0-16,0 0 0,25 0 0,-25 0 0,0 0 16,0 0-16,0 0 0,0 0 0,24 0 0,-24 0 0,0 0 15,0 0-15,0 0 0,0 0 0,0 25 0,0-25 16,0 0-16,0 0 0,0 24 0,0-24 0,0 0 0,-24 25 15,24-25-15,0 0 0,0 25 0,0-25 0,-25 0 16,25 25-16,-25-25 0,25 25 0,0-25 0,-25 0 0,25 24 16,-25-24-16,25 25 0,-24-25 0,24 25 15,-25-25-15,25 0 0,-25 25 0,25-25 0,0 0 47,-25 25-47,25-25 0,0 0 0,0 0 0,0 24 0,0-24 0,0 0 0,0 0 0,0 0 0,0 0 0,0 0 0,0 0 0,25 25 0,-25-25 0,25 0 0,-25 0 0,0 0 0,25 0 16,-1 0-16,-24 0 0,25 0 0,0 0 0,-25 0 15,25 0-15,0 0 0,-25 0 0,24 0 0,1 0 0,-25 0 16,25 0-16,0 0 0,-25 0 0,25 0 0,0 0 47,-25 0-47,24 0 0,-24 0 0,25 0 0,-25 0 31,25-25-31</inkml:trace>
  <inkml:trace contextRef="#ctx0" brushRef="#br0" timeOffset="151788.6818">20042 9203 0,'0'-25'0,"0"25"0,0 0 0,0 0 16,0 0-16,0 0 0,25 0 0,-25 0 0,0 0 15,0 0-15,25 0 0,-25 0 0,0 0 0,25 0 16,-25 0-16,24 0 0,-24 0 0,25 0 0,-25 0 0,25 0 15,0 0-15,-25 0 0,25 0 0,-25 0 0,24 25 0,1-25 16,-25 0-16,25 0 0,-25 0 0,0 0 0,25 0 16,-25 0-16,0 0 0,25 0 0,-25 0 0,0 0 15,0 0-15,0 0 0,0 0 0</inkml:trace>
  <inkml:trace contextRef="#ctx0" brushRef="#br0" timeOffset="151998.6939">19993 9426 0,'0'0'0,"-25"0"0,25 0 0,0 0 16,0 0-16,25 0 0,-25 25 0,0-25 0,0-25 16,24 25-16,-24 0 0,0 0 0,25 0 0,-25 0 15,25 0-15,0 25 0,-25-25 0,25 0 0,-25 0 0,24 0 16,-24 0-16,25 0 0,0 0 0,-25 0 0,25 0 15,-25 0-15,25 0 0,-25 0 0,24 0 0,-24 0 0,25 0 16,-25 0-16,25 0 0,-25 0 0,25 0 0</inkml:trace>
  <inkml:trace contextRef="#ctx0" brushRef="#br0" timeOffset="152258.7087">20861 9302 0,'0'0'0,"0"0"0,0 0 0,0 0 0,0 0 16,0 0-16,0 0 0,0-25 0,0 25 0,0 0 15,0 0-15,0 0 0,25 0 0,-25 0 0,0 0 0,0 0 16,24 0-16,-24 0 0,0 0 0,25 0 0,-25 0 16,25 0-16,-25 0 0,0 0 0,25 0 0,-25 0 0,25 0 15,-25 0-15,0 0 0</inkml:trace>
  <inkml:trace contextRef="#ctx0" brushRef="#br0" timeOffset="152453.7199">21208 9302 0,'0'0'0,"25"0"0,-25 0 0,0 0 16,0 0-16,0 0 0,0 0 0,0 0 0,0 0 16,0 0-16,0 0 0,0 0 0,0 0 0,0 0 0,0 0 15,25 0-15,-25 0 0,0 0 0,0 0 0,0 0 16,0 0-16,24 0 0,-24 0 0,0 0 0,0 0 0,25 0 15,-25-25-15,0 25 0,25 0 0,-25 0 0,0 0 16</inkml:trace>
  <inkml:trace contextRef="#ctx0" brushRef="#br0" timeOffset="152637.7304">21679 9327 0,'0'0'0,"0"0"0,0 0 0,0-25 0,0 25 0,0 0 0,0 0 0,0 0 0,0 0 0,0 0 16,0 0-16,0 0 0,0 0 0,0 0 0,0 0 0,0 0 15,25 0-15,-25 0 0,0 0 0,0 0 0,0 0 16,25 0-16,-25 0 0,0 0 0,25 0 0,-25 0 16,0 0-16,25 0 0,-25 0 0,24-25 0,-24 25 0</inkml:trace>
  <inkml:trace contextRef="#ctx0" brushRef="#br0" timeOffset="152831.7415">22027 9351 0,'0'0'0,"0"0"0,0 0 0,0 0 0,0 0 15,0 0-15,0 0 0,0 0 0,0 0 0,0 0 16,0 0-16,0 0 0,0 0 0,0-24 0,0 24 0,0 0 15,0 0-15,0 0 0,0 0 0,0 0 0,24 0 16,-24 0-16,0 0 0,0 0 0,0 0 0,0 0 0,25 0 16,-25 0-16,0 0 0,0 0 0,0-25 0</inkml:trace>
  <inkml:trace contextRef="#ctx0" brushRef="#br0" timeOffset="153266.7664">22647 9227 0,'0'0'0,"0"0"0,0 0 0,0 0 0,0 0 15,0 0-15,0 0 0,0 0 0,0 0 0,0 0 0,0 0 16,0 0-16,0 0 0,0 0 0,0 0 0,0-24 16,0 24-16,24 0 0,-24 24 0,0-24 0,0 0 15,25 0-15,-25 0 0,0 0 0,25 0 0,-25 0 16,25 0-16,-25 0 0,25 0 0,-25 0 0,25 0 0,-1 0 15,-24 0-15,25 0 0,-25 0 0,25 0 0,-25 0 0,25 0 16,-25 0-16,25 0 0,-25 0 0,24 0 0,-24 0 16,0 0-16,25 0 0,-25 0 0,0 0 0,0 0 15,0 0-15</inkml:trace>
  <inkml:trace contextRef="#ctx0" brushRef="#br0" timeOffset="153513.7805">22647 9475 0,'0'0'0,"0"0"0,-25 25 0,25-25 0,0 0 16,0 0-16,0 0 0,0 0 0,0 0 0,0 0 15,0 0-15,0 0 0,25 0 0,-25 0 0,0 0 0,24 0 16,-24-25-16,25 25 0,-25 0 0,25 0 0,-25 0 16,25 0-16,0 0 0,0 0 0,-25 0 0,24 0 15,1 0-15,0 0 0,0 0 0,0 0 0,-1 0 0,1 0 16,-25-24-16,25 24 0,0 0 0,0 0 0,-1 0 15,1 0-15,0 0 0,0 0 0,-25 0 0,25 0 0,-1 0 16</inkml:trace>
  <inkml:trace contextRef="#ctx0" brushRef="#br0" timeOffset="154405.8315">23912 8979 0,'-25'-25'0,"25"25"16,0 0-16,0 0 0,0-24 0,-25 24 0,25 0 15,0 0-15,0 0 0,-25 0 0,25 0 0,0-25 16,-25 25-16,25 0 0,0 0 0,0 0 0,-24 0 0,24 0 15,0 0-15,-25 0 0,25 0 0,0 0 0,-25 0 16,25 0-16,-25 0 0,25 0 0,0 0 0,-25 0 16,25 25-16,-24-25 0,24 0 0,-25 0 0,25 24 0,-25-24 15,25 25-15,-25-25 0,25 0 0,0 25 0,-25 0 16,25-25-16,0 25 0,-24-25 0,24 25 0,0-1 0,0-24 15,0 25-15,0 0 0,0-25 0,0 25 0,0 0 16,0-1-16,0-24 0,24 25 0,-24-25 0,0 25 0,0 0 16,0-25-16,25 25 0,-25-25 0,0 24 0,25-24 15,-25 0-15,25 25 0,-25-25 0,0 25 0,25-25 16,-25 0-16,24 0 0,-24 0 0,25 0 0,-25 25 0,25-25 15,-25 0-15,0 0 0,25-25 0,-25 25 0,25 0 16,-25 0-16,0 0 0,24 0 0,-24 0 0,0-25 0,25 25 16,-25 0-16,0 0 0,0-25 0,0 25 0,0 0 15,25-24-15,-25 24 0,0 0 0,0-25 0,0 25 0,0 0 16,0-25-16,0 25 0,0 0 0,0-25 0,0 25 15,25 0-15,-25 0 0,0-25 0,0 25 0,0 0 16,0 0-16,0 0 0,0 0 0,0 0 0,0 0 0,0 0 16,0 0-16,0 0 0,0 0 0,0 0 0,0 0 15,-25 0-15,25 0 0,0 0 0,0 0 0,0 0 16,0 25-16,0-25 0,0 0 0,0 25 0,0-25 0,0 25 15,-25-25-15,25 25 0,0-25 0,0 0 0,0 24 0,0-24 16,-25 25-16,25-25 0,0 25 0,0-25 0,0 25 16,0-25-16,0 0 0,0 25 0,0-25 0,0 0 15,-24 24-15,24-24 0,0 0 0,0 0 0,0 0 16,0 0-16,0 0 0,0 0 0,0 0 0,0 0 0,0 0 15,0 0-15,0 0 0,0 0 0,24 0 0,-24 0 16,0 0-16,0 0 0,0 0 0,25-24 0,-25 24 0,0 0 16,25 0-16,-25-25 0,0 25 0,25 0 0,-25-25 15,0 25-15,25 0 0,-25-25 0,25 25 0,-25-25 0,0 25 16,24 0-16,-24 0 0,25-24 0,-25 24 0,0 0 15,0 0-15,25 0 0,-25 0 0,0 0 0,0 0 0,0 0 16,0 0-16,0 24 0,0-24 0,0 0 0,0 0 16,0 25-16,0-25 0,0 0 0,0 25 0,0-25 15,0 0-15,0 25 0,-25-25 0,25 0 0,0 25 0,0-25 16,0 0-16,0 24 0,0-24 0,0 0 0,0 0 15,0 25-15,0-25 0,0 0 0,0 0 0,0 0 16,0 0-16,0 25 0,0-25 0,0 0 0,0 0 0,25 0 16,-25 0-16,0 0 0,25 0 0,-25 0 0,25 0 15,-25 0-15,24 0 0</inkml:trace>
  <inkml:trace contextRef="#ctx0" brushRef="#br0" timeOffset="154706.8488">24929 9302 0,'-25'0'0,"25"-25"15,0 25-15,-25 0 0,25 0 0,0 0 0,0 0 0,0 0 16,0 0-16,0 0 0,0 0 0,0 0 0,0 0 0,0 0 16,0 0-16,0 0 0,25 0 0,-25 0 0,25 0 15,-25 0-15,25 0 0,-25 0 0,24 0 0,-24 0 16,25 0-16,0 0 0,-25 0 0,25 0 0,-25 0 0,25 0 15,-25 0-15,24 0 0,1 0 0,-25 0 0,0 0 16,25 0-16,-25 0 0,0 0 0,25 0 0,-25 0 16,0 0-16,0 0 0,0 0 0</inkml:trace>
  <inkml:trace contextRef="#ctx0" brushRef="#br0" timeOffset="154904.8601">24829 9376 0,'0'0'0,"0"0"0,-24 25 0,24-25 0,0 0 15,0 0-15,0 0 0,0 0 0,0 0 0,0 0 16,0 0-16,0 0 0,0 0 0,0 0 0,24 0 0,-24 0 15,0 0-15,25 0 0,-25 0 0,25 0 0,0 0 16,-25 0-16,25 0 0,0 0 0,-1 0 0,1 0 16,-25 0-16,25 0 0,0 0 0,0 0 0,-1 0 0,-24 0 15,25 0-15,0 0 0,0 0 0,0 0 0,-25 0 0,24 0 16,1 0-16,0 0 0,-25 0 0</inkml:trace>
  <inkml:trace contextRef="#ctx0" brushRef="#br0" timeOffset="155327.8843">25698 9103 0,'0'0'0,"0"0"15,0 0-15,0-24 0,0 24 0,-25 0 0,25 0 16,0 0-16,0 0 0,0 0 0,0 0 0,0 0 0,0-25 15,0 25-15,0 0 0,0 25 0,0-25 0,-25 0 16,25 0-16,0 0 0,0 0 0,0 0 0,-25 0 0,25 24 16,0-24-16,0 0 0,-25 25 0,25-25 0,0 25 15,0-25-15,-24 25 0,24-25 0,0 25 0,-25-25 0,25 24 16,0 1-16,0-25 0,0 25 0,-25 0 0,25 0 15,0-25-15,0 24 0,0 1 0,0-25 0,0 25 0,0 0 16,0-25-16,0 25 0,0-25 0,0 24 0,0-24 16,25 25-16,-25-25 0,0 0 0,0 25 0,25-25 15,-25 0-15,0 0 0,24 0 0,-24 25 0,25-25 0,-25 0 16,25 0-16,-25-25 0,25 25 0,-25 0 0,25 0 15,-25 0-15,24 0 0,-24-25 0,25 25 0,-25 0 16,25-25-16,-25 25 0,25-24 0,-25 24 0,25-25 0,-25 0 16,0 25-16,24-25 0,-24 0 0,25 1 0,-25-1 15,25 25-15,-25-25 0,0 0 0,0 25 0,0-25 16,25 1-16,-25 24 0,-25 0 0,25 0 0,0-25 0,0 25 15,-25 0-15,25 0 0,-25 0 0,1 0 0,24 0 0,-25 0 16,0 0-16,0 0 0,25 25 0,-25-25 0,1 0 16,-1 0-16,25 0 0</inkml:trace>
  <inkml:trace contextRef="#ctx0" brushRef="#br0" timeOffset="157788.025">4242 10468 0,'0'0'0,"0"-25"0,0 25 0,0 0 0,0-25 15,0 25-15,0 0 0,0-25 0,0 25 0,0 0 0,0-25 16,0 25-16,0 0 0,-25-24 0,25 24 0,0 0 0,0-25 16,0 25-16,0 0 0,0-25 0,0 25 0,0 0 15,0 0-15,0-25 0,0 25 0,0 0 0,0 0 0,0 0 16,0 0-16,0 0 0,0 0 0,0 0 15,0 0-15,0 0 0,0 0 0,0 0 0,0 25 0,-25-25 16,25 0-16,0 25 0,0-25 0,0 25 0,0-1 0,-25-24 16,25 25-16,0 0 0,0 0 0,0 0 0,0-1 15,0-24-15,0 25 0,-25 0 0,25 0 0,0 0 0,0-1 16,0 1-16,0 0 0,0-25 0,0 25 0,0 0 15,0-1-15,0-24 0,0 25 0,0-25 0,0 25 16,0-25-16,0 25 0,-24-25 0,24 0 0,0 0 0,0 25 16,0-25-16,0 0 0,0 0 0,0 0 0,0 0 15,0 0-15,0 0 0,0 0 0,0-25 0,0 25 16,-25 0-16,25-25 0,0 25 0,0 0 0,0-25 0,0 25 15</inkml:trace>
  <inkml:trace contextRef="#ctx0" brushRef="#br0" timeOffset="157960.0348">4043 10542 0,'0'0'0,"0"-25"0,0 25 16,0 0-16,0-25 0,-25 25 0,25 0 0,0-24 15,0 24-15,0 0 0,25 0 0,-25-25 0,0 25 0,0 0 16,0 0-16,25-25 0,-25 25 0,25 0 0,-25 0 16,25 0-16,-25-25 0,0 25 0,24 0 0,1 0 15,-25 0-15,25 0 0,-25-25 0,0 25 0,25 0 0,-25 0 16,25 0-16,-25 0 0,24 25 0,-24-25 0,0 0 15,25 0-15,-25 0 0,0 0 0,25 25 0,-25-25 0,0 0 16</inkml:trace>
  <inkml:trace contextRef="#ctx0" brushRef="#br0" timeOffset="158995.094">4316 10666 0,'-25'0'0,"25"0"0,0 25 0,0-25 16,-25 0-16,25 0 0,0 0 0,0 0 0,0 0 16,0 0-16,0 0 0,0 0 0,0 0 0,0 0 15,0 0-15,0 0 0,0 0 0,0-25 0,0 25 0,0 0 16,25-25-16,-25 25 0,0 0 0,25-25 0,-25 25 15,25-24-15,-25-1 0,25 25 0,-25-25 0,0 25 0,24-25 16,-24 25-16,25-25 0,-25 1 0,0 24 0,25-25 16,-25 25-16,0 0 0,25-25 0,-25 25 0,0-25 15,0 25-15,25 0 0,-25-25 0,0 25 0,0-24 0,0 24 16,0 0-16,0-25 0,0 25 0,0 0 0,0-25 15,0 25-15,0 0 0,0 0 0,0-25 0,0 25 0,0 0 16,0 0-16,0-25 0,-25 25 0,25 0 0,0 0 16,0 0-16,0 0 0,-25-24 0,25 24 0,0 0 0,0 0 15,0 0-15,-25 0 0,25 0 0,0 0 0,0 24 16,0-24-16,-25 0 0,25 0 0,0 0 0,0 0 15,0 0-15,0 0 0,0 25 0,-24-25 0,24 0 0,0 0 16,0 25-16,0-25 0,0 0 0,0 25 0,0-25 16,0 25-16,0-25 0,0 24 0,0-24 0,0 25 0,0-25 15,0 25-15,0-25 0,0 25 0,0 0 0,0-25 16,0 24-16,0-24 0,0 25 0,0 0 0,0-25 15,0 25-15,0 0 0,0-25 0,0 24 0,0-24 0,0 25 16,0 0-16,0-25 0,0 25 0,0-25 0,0 25 0,-25-25 16,25 24-16,0-24 0,0 25 0,0-25 0,0 0 15,0 25-15,-25-25 0,25 25 0,0-25 0,0 0 16,0 25-16,0-25 0,0 0 0,0 0 0,0 0 0,-25 0 15,25 0-15,0 24 0,0-24 0,0 0 0,0 0 16,0 0-16,0 0 0,0-24 0,25 24 0,-25 0 0,0 0 16,0 0-16,0 0 0,0-25 0,0 25 0,25 0 15,-25-25-15,0 25 0,25 0 0,-25-25 0,0 25 16,24-25-16,-24 25 0,0 0 0,25-24 0,-25 24 15,0-25-15,0 25 0,25-25 0,-25 25 0,0 0 0,25 0 16,-25-25-16,0 25 0,0 0 0,0 0 0,0 0 0,0-25 16,25 25-16,-25 0 0,0 0 0,0 0 0,0 0 15,0 0-15,0 0 0,0 0 0,0 0 0,0 0 16,0 0-16,0 25 0,0-25 0,0 0 0,0 0 0,0 25 15,0-25-15,0 0 0,0 25 0,0-25 0,0 25 16,0-25-16,0 24 0,0-24 0,0 0 0,0 25 0,0-25 16,0 25-16,0-25 0,0 25 0,0-25 0,0 0 15,0 25-15,0-25 0,0 0 0,24 24 0,-24-24 16,0 0-16,0 0 0,0 0 0,0 25 0,0-25 0,0 0 15,25 0-15,-25 0 0,0 0 0,0 0 0,0 0 16,0-25-16,25 25 0,-25 0 0,0 0 0,0 0 0,0-24 16,25 24-16,-25 0 0,0-25 0,0 25 0,0-25 15,25 25-15,-25-25 0,0 25 0,0-25 0,0 25 16,0-24-16,0 24 0,0-25 0,0 25 0,0-25 0,0 25 15,0 0-15,0-25 0,0 25 0,0 0 0,0 0 16,0 0-16,0 0 0,0 0 0,0 0 0,0 0 0,0 0 16,0 0-16,0 0 0,0 25 0,0-25 0,0 0 15,0 25-15,0-25 0,0 0 0,0 25 0,0-25 16,0 24-16,0-24 0,0 25 0,0-25 0,0 25 0,0-25 15,0 25-15,0-25 0,0 0 0,0 25 0,0-25 16,24 24-16,-24-24 0,0 0 0,0 25 0,0-25 0,0 0 16,0 25-16,0-25 0,0 0 0,0 0 0,0 0 15,0 25-15,25-25 0,-25 0 0,0 0 0,0 0 16,0 0-16,0 0 0,25-25 0,-25 25 0,0 0 15,0 0-15,0-25 0,25 25 0,-25-25 0,0 25 0,0-24 16,25 24-16,-25-25 0</inkml:trace>
  <inkml:trace contextRef="#ctx0" brushRef="#br0" timeOffset="159181.1047">4663 10344 0,'0'0'0,"0"0"0,0 0 0,0 0 0,0 0 15,0 0-15,0 0 0,0 0 0,0-25 0,0 25 0,25 0 16,-25 0-16,0 0 0,25 0 0,-25 0 0,25 0 15,-25 0-15,24-25 0,1 25 0,-25 0 0,25 0 16,0 0-16,0-25 0,0 25 0,-1 0 0,1 0 0,0 0 16,0 0-16,-25 0 0,25 0 0,-1 0 0,1 0 15,0 0-15,0 0 0,0 0 0,-1 0 0,1 0 0</inkml:trace>
  <inkml:trace contextRef="#ctx0" brushRef="#br0" timeOffset="160530.1818">6102 10443 0,'0'0'0,"0"-25"0,0 25 15,0 0-15,0 0 0,0 0 0,0 0 0,0 0 16,0 0-16,0-25 0,0 25 0,0 0 0,0 0 0,0 0 16,0-25-16,0 25 0,0 0 0,0 0 0,0 0 15,-25-24-15,25 24 0,0 0 0,0 0 0,0-25 16,0 25-16,0 0 0,-25 0 0,25 0 0,0 0 0,0-25 15,0 25-15,-24 0 0,24 0 0,0 0 0,-25 0 0,25 0 16,0 0-16,0 0 0,-25 0 0,25 0 0,0 0 16,-25 0-16,25 0 0,0 0 0,0 0 0,0 0 15,-25 25-15,25-25 0,0 0 0,0 0 0,0 0 0,0 0 16,0 25-16,0-25 0,0 0 0,0 0 0,0 24 15,0-24-15,0 0 0,0 25 0,0-25 0,25 25 0,-25-25 16,0 25-16,0 0 0,25-25 0,-25 24 0,0 1 16,0-25-16,25 25 0,-25 0 0,0-25 0,25 25 15,-25-25-15,0 24 0,0 1 0,24-25 0,-24 25 0,0-25 16,0 25-16,0-25 0,25 25 0,-25-25 0,0 24 15,0-24-15,0 25 0,0-25 0,0 25 0,0-25 0,0 25 16,0-25-16,0 0 0,0 25 0,0-25 0,-25 0 16,25 24-16,0-24 0,0 0 0,0 0 0,-24 25 15,24-25-15,0 0 0,-25 0 0,25 0 0,0 0 0,0 25 16,-25-25-16,25 0 0,0 0 0,-25 0 0,25 0 15,-25 0-15,25 0 0,0 0 0,-24 0 0,24-25 0,0 25 16,0 0-16,-25 0 0,25 0 0,0 0 0,0-25 16,0 25-16,0 0 0,0 0 0,-25 0 0,25-24 0,0 24 15,0 0-15,25 0 0,-25-25 0,0 25 0,0 0 16,0 0-16,0-25 0,0 25 0,0 0 0,0 0 15,25-25-15,-25 25 0,0 0 0,0 0 0,0-25 0,0 25 16,0 0-16</inkml:trace>
  <inkml:trace contextRef="#ctx0" brushRef="#br0" timeOffset="161442.234">7392 10765 0,'0'0'0,"0"0"0,0 0 0,0-25 0,0 25 0,0 0 16,0 0-16,0 0 0,0 0 0,0-24 0,0 24 15,0 0-15,0 0 0,0 0 0,0 0 0,0-25 16,0 25-16,0 0 0,-25 0 0,25 0 0,0 0 0,0-25 15,0 25-15,-25 0 0,25 0 0,0 0 0,-25 0 16,25 0-16,0-25 0,0 25 0,-24 0 0,24 0 0,0 0 16,-25 0-16,25 0 0,0 0 0,-25 0 0,25 25 15,-25-25-15,25 0 0,0 0 0,-25 0 0,25 25 0,0-25 16,-24 0-16,24 25 0,0-25 0,0 0 0,-25 24 15,25-24-15,0 25 0,0-25 0,0 25 0,0-25 0,0 25 16,0-25-16,0 25 0,0-25 0,0 24 0,0-24 16,0 25-16,0-25 0,0 25 0,25-25 0,-25 0 15,0 0-15,0 25 0,0-25 0,24 0 0,-24 0 16,0 0-16,0 0 0,25 0 0,-25 0 0,0 0 0,25 0 15,-25 0-15,0 0 0,25-25 0,-25 25 0,25 0 0,-25-25 16,0 25-16,24-25 0,-24 25 0,25-24 16,-25 24-16,25-25 0,-25 0 0,25 25 0,-25-25 0,0 0 15,25 25-15,-25-24 0,0-1 0,24 0 0,-24 0 0,0 0 16,0 1-16</inkml:trace>
  <inkml:trace contextRef="#ctx0" brushRef="#br0" timeOffset="162058.2692">7491 10418 0,'0'0'0,"0"-25"0,0 25 0,0-25 0,0 25 0,0-24 16,0 24-16,0 0 0,0 0 0,0 0 0,-25 0 0,25 0 15,0 0-15,0 0 0,0 0 0,0 0 0,0 0 16,0 0-16,0 0 0,0 0 0,0 0 0,0 0 15,0 0-15,0 24 0,0-24 0,0 0 0,0 25 0,0-25 16,-25 25-16,25 0 47,0-25-47,0 25 0,0-1 0,0-24 0,-24 25 0,24 0 0,0 0 0,0 0 0,0-25 0,0 24 0,0 1 0,-25 0 0,25 0 0,0 0 0,0-25 0,0 24 0,0 1 0,0 0 0,0-25 15,0 25-15,0 0 0,0-25 0,-25 24 0,25-24 0,0 25 16,25-25-16,-25 25 0,0-25 0,0 0 0,0 0 16,0 25-16,0-25 0,0 0 0,0 0 0,0 0 0,0 0 15,0 0-15,0 0 0,0 0 0,25 0 0,-25 0 16,0-25-16,0 25 0,24 0 0,-24 0 0,0-25 15,25 25-15,-25 0 0,0-25 0,25 25 0,-25 0 0,0-24 16,0 24-16,25 0 0,-25-25 0,0 25 0,0 0 16,0-25-16,25 25 0,-25 0 0,0 0 0,0-25 0,0 25 15,0 0-15,0 0 0,0 0 0,0 0 0,0-25 16,0 25-16,0 0 0,0 0 0,0 0 0,0 0 15,0 0-15,0 0 0,0 0 0,0 0 0,0 0 0,0 0 16,0 0-16,0 0 0,0 0 0,0 0 0,-25 0 16,25 0-16,0 25 0,0-25 0,0 0 0,0 25 0,0-25 15,0 25-15,0-25 0,0 25 0,0-25 0,0 24 16,0-24-16,0 25 0,0-25 0,0 0 0,25 25 15,-25-25-15,0 0 0,0 0 0,0 25 0,24-25 0,-24 0 16,0 0-16,0 0 0,0 0 0,25 0 0,-25 0 16,0 0-16,0 0 0,25 0 0,-25-25 0,0 25 0,25 0 15,-25 0-15,0-25 0,25 25 0,-25-25 0,0 25 16,0-24-16,24 24 0,-24-25 0,0 25 0,0-25 0,0 0 15,0 25-15,0 0 0,0-25 0,0 25 0,0-24 16,0 24-16,0-25 0,0 25 0,-24-25 0,24 25 16,0 0-16,0-25 0,-25 25 0,25 0 0,0 0 0,0 0 15,0 0-15,-25 0 0,25 0 0,0 0 0,0 0 0,0 0 16,-25 0-16,25 0 0,0 25 0,0-25 0,0 0 15,0 0-15,0 0 0,0 25 0,0-25 0,0 0 16,0 0-16,0 25 0,0-25 0,0 0 0,0 0 16,0 0-16,0 24 0,25-24 0,-25 0 15,0 0-15,0 0 0,25 0 0,-25 0 0</inkml:trace>
  <inkml:trace contextRef="#ctx0" brushRef="#br0" timeOffset="162415.2896">8062 10716 0,'0'0'0,"0"0"0,-25 0 0,25-25 0,0 25 15,0 0-15,0 0 0,0 0 0,0 0 0,0 0 16,0 0-16,0-25 0,0 25 0,0 0 0,0 0 0,0 0 15,-25 0-15,25 0 0,0 0 0,0 0 0,0 0 16,0 0-16,0 0 0,-25 0 0,25 0 0,0 0 16,0 0-16,-25 25 0,25-25 0,0 0 0,0 0 0,-25 25 15,25-25-15,0 0 0,0 24 0,-24-24 0,24 25 0,0-25 16,0 25-16,0-25 0,0 25 0,0-25 0,0 25 15,0-1-15,0-24 0,0 25 0,0-25 0,24 25 16,-24-25-16,0 0 0,0 25 0,25-25 0,-25 0 16,0 25-16,0-25 0,25 0 0,-25 0 0,0 0 0,25 0 15,-25 0-15,0 0 0,25 0 0,-25 0 0,0 0 0,0 0 16,25 0-16,-25-25 0,0 25 0,24 0 0,-24-25 15,0 25-15,0 0 0,25-25 0,-25 25 0,0-25 16,0 25-16,0-24 0,0 24 0,0-25 0</inkml:trace>
  <inkml:trace contextRef="#ctx0" brushRef="#br0" timeOffset="162710.3065">7813 10492 0,'0'-24'0,"0"24"0,0 0 0,0 0 0,0 0 0,0 0 16,0-25-16,0 25 0,0 0 0,0 0 0,0 0 16,25 0-16,-25-25 0,0 25 0,0 0 0,0 0 15,0 0-15,0 0 0,25 0 0,-25-25 0,0 25 0,0 0 16,0 0-16,25 0 0,-25 0 0,0 0 0,0-25 15,25 25-15,-25 0 0,0 0 0,0 0 0,24 0 16,-24 0-16,0 0 0,0 0 0,0 0 0,25 0 0,-25 0 16,0 0-16,0 25 0,0-25 0,25 0 0,-25 0 15,0 0-15,0 25 0,0-25 0,0 0 0,25 25 0,-25-25 16,0 25-16,0-25 0,0 24 0,0-24 0,0 0 15,0 25-15</inkml:trace>
  <inkml:trace contextRef="#ctx0" brushRef="#br0" timeOffset="162939.3196">7764 11385 0,'0'0'0,"-25"0"0,25 25 0,0-25 0,0 0 0,0 0 15,0 25-15,0-25 0,-25 0 0,25 0 0,0 0 0,0 0 16,0 0-16,0 0 0,0 25 0,0-25 0,0 0 16,0 0-16,0 0 0,0 0 0,0 0 0,25 0 15,-25-25-15,0 25 0,0 0 0,0 0 0,-25 0 0,25-25 16,0 25-16,0 0 0,0-25 0,0 25 0,0-24 15,0 24-15,-25-25 0</inkml:trace>
  <inkml:trace contextRef="#ctx0" brushRef="#br0" timeOffset="163179.3333">7342 10542 0,'0'0'0,"0"-25"0,0 25 0,0 0 0,-25 0 0,25 0 16,0 0-16,0 0 0,0 0 0,25-25 0,-25 25 15,0 0-15,0 0 0,25 0 0,-25 0 0,25 0 16,-25 0-16,25 0 0,-25 0 0,24-24 0,1 24 0,-25 0 16,25 0-16,0 0 0,0 0 0,-25 24 0,24-24 15,1 0-15,0 0 0,-25 0 0,25 0 0,0 0 16,-25 0-16,24 0 0,1 0 0,0 0 0,-25 0 0</inkml:trace>
  <inkml:trace contextRef="#ctx0" brushRef="#br0" timeOffset="164027.3819">8954 10864 0,'0'0'0,"0"0"15,0 0-15,-24 0 0,24 0 0,0 0 0,0 0 0,0 0 16,0 0-16,0 0 0,0 0 0,0 0 0,0 0 16,0 0-16,24 0 0,-24 0 0,0 0 0,0 0 15,0-24-15,25 24 141,273-224-141,-273 175 15,0 49-15,-25-25 0,24 0 0,1 25 0,-25-25 0,0 1 0,25 24 16,-25-25-16,0 25 0,0-25 0,0 25 0,0-25 15,0 25-15,0-25 0,0 25 0,0-24 0,0 24 0,0-25 0,-25 25 0,25 0 16,0-25-16,-25 25 0,25 0 0,0 0 0,-24-25 16,24 25-16,0 0 0,0 0 0,-25 0 0,25 0 0,0-25 15,0 25-15,0 0 0,-25 0 0,25 0 0,0 0 0,0 25 0,0-25 16,-25 0-16,25 0 0,0 0 0,0 0 0,0 25 15,0-25-15,-25 0 0,25 25 0,0-25 0,0 25 0,0-1 16,0-24-16,0 25 0,0 0 0,0-25 0,0 25 16,0 0-16,0-1 0,0 1 0,0 0 0,0 0 0,-24-25 15,24 25-15,0-1 0,0 1 0,0 0 0,0 0 16,0 0-16,0-25 0,0 24 0,0 1 0,0-25 15,0 25-15,0 0 0,0-25 0,0 25 0,0-25 0,24 24 16,-24-24-16,0 0 0,0 0 0,0 25 0,0-25 0,0 0 16,0 0-16,0 0 0,25 0 0,-25 0 0,0 0 0,0 0 15,25 0-15,-25-25 0,0 25 0,25 0 16,-25-24-16,25 24 0,-1 0 0,-24-25 0,25 25 15</inkml:trace>
  <inkml:trace contextRef="#ctx0" brushRef="#br0" timeOffset="164854.4292">9798 10666 0,'0'0'0,"0"0"0,0 0 0,0 0 0,0 0 0,0 0 0,0 0 0,0-25 0,0 25 15,0 0-15,0 0 0,0 0 0,0 0 0,0 0 16,0 0-16,0 0 0,0 0 0,0 0 0,0 0 0,0 0 15,0 0-15,0-25 0,0 25 0,0 0 0,0 0 16,-25 0-16,25 0 0,0 0 0,0 0 0,0 0 16,-25 0-16,25-24 0,0 24 0,0 0 0,0 0 0,-25 0 15,25 0-15,0 0 0,0 0 0,-24 24 0,24-24 0,0 0 16,0 0-16,-25 0 0,25 0 0,0 0 0,-25 25 15,25-25-15,0 0 0,0 25 0,-25-25 0,25 0 16,0 25-16,0-25 0,0 25 0,-25-25 0,25 24 0,0-24 16,0 25-16,0-25 0,0 25 0,0-25 0,0 25 15,0-25-15,0 0 0,0 25 0,0-25 0,0 24 0,0-24 16,25 0-16,-25 25 0,0-25 0,0 0 0,0 0 15,0 0-15,25 25 0,-25-25 0,0 0 0,0 0 16,0 0-16,25 0 0,-25 0 0,0 0 0,0 0 16,25 0-16,-25 0 0,0-25 0,24 25 0,-24 0 0,25 0 15,-25-25-15,0 25 0,25 0 0,-25-24 0,0 24 0,25-25 16,-25 25-16,0 0 0,25-25 0,-25 25 0,0-25 15,0 25-15,0-25 0,0 25 0,0 0 0,24-24 16,-24 24-16,0 0 0,0-25 0,0 25 0,0 0 0,0 0 16,0-25-16,0 25 0,0 0 0,0 0 0,0 0 15,0 0-15,0 0 0,0 0 0,0 0 0,0 0 0,0 0 16,0 0-16,0 0 0,0 0 0,0 0 0,-24 0 15,24 0-15,0 0 0,0 25 0,0-25 0,0 0 0,0 0 16,0 25-16,0-25 0,0 0 0,0 24 0,0-24 16,0 25-16,0-25 0,0 25 0,0-25 0,0 25 15,0-25-15,0 0 0,0 25 0,0-25 0,0 24 0,0-24 16,0 25-16,0-25 0,0 0 0,0 0 0,0 25 15,24-25-15,-24 0 0,0 0 0,0 0 0,0 0 16,0 0-16,25 0 0,-25 0 0,0 0 0,25 0 0,-25-25 16,0 25-16,25 0 0,-25 0 0,0-25 0,25 25 15,-25 0-15,0-24 0,24 24 0,-24-25 0,0 25 0,25 0 16,-25-25-16,0 25 0,0 0 0,0-25 0,0 25 15,25-25-15,-25 25 0,0-24 0,0 24 0,0 0 0,0-25 16,0 25-16,0 0 0,0-25 0,0 25 0,0 0 16,0 0-16,0 0 0,0 0 0,0-25 0,0 25 15,0 0-15,0 0 0,0 0 0,0 25 0,0-25 0,-25 0 16,25 0-16,0 0 0,0 25 0,0-25 0,0 0 15,0 25-15,0-25 0,0 24 0,0 1 0,0-25 0,0 25 16,0 0-16,-25 0 0,25-25 0,0 24 0,0 1 16,0 0-16,0 0 0,0 0 0,0-25 0,0 24 15,0 1-15,-24 0 0,24 0 0,0-25 0,0 25 0,0-1 16,0 1-16,0 0 0,0-25 0,0 25 0,0 0 15,0-25-15,0 25 0,0-25 0,0 24 0,-25 1 0,25-25 16,0 25-16,0-25 0,0 25 0,0-25 0,0 25 16,0-25-16,0 24 0,-25 1 0,25-25 0,0 0 15,0 25-15,0-25 0,0 25 0,0-25 0,0 0 0,0 25 16,0-25-16,0 0 0,0 0 0,0 0 0,0 0 15,0 0-15,0 0 0,0 0 0,-25 0 0,25 0 0,0 0 16,0 0-16,0 0 0,0-25 0,0 25 0,0 0 16,0-25-16,0 25 0,0-25 0,0 0 0,25 25 15</inkml:trace>
  <inkml:trace contextRef="#ctx0" brushRef="#br0" timeOffset="165159.4466">10071 10666 0,'0'0'0,"0"0"0,0 0 0,0 0 0,0 0 0,25 0 0,-25 0 0,0 0 0,0 25 0,24-25 0,-24 0 0,0 0 0,0 25 0,0-25 0,25 0 0,-25 24 0,0-24 0,0 25 0,0-25 0,0 25 0,0-25 0,0 25 0,0-25 0,0 25 0,0-25 0,0 24 16,0-24-16,0 0 0,0 25 0,0-25 0,-25 25 16,25-25-16,0 0 0,0 25 0,0-25 0,-24 0 15,24 0-15,0 25 0,0-25 0,-25 0 0,25 0 0,0 24 16,-25-24-16,25 0 0,0 0 0,-25 0 0,25 0 15,0 25-15,-25-25 0,25 0 0,0 0 0,-25-25 0,25 25 16,0 0-16,-24 0 0,24 0 0,0-24 0,0 24 16,-25 0-16,25-25 0,0 25 0</inkml:trace>
  <inkml:trace contextRef="#ctx0" brushRef="#br0" timeOffset="165423.4617">9624 10492 0,'0'0'0,"0"0"0,0 0 0,0-24 0,0 24 16,25 0-16,-25 0 0,0 0 0,0-25 0,25 25 16,-25 0-16,0 0 0,25 0 0,-25-25 0,24 25 0,-24 0 15,0 0-15,25 0 78,-25-25-78,25 25 0,-25 0 0,0 0 0,25 0 0,-25 0 0,25 0 0,-25 0 0,0 0 0,24 25 0,-24-25 0,25 0 0,-25 0 0,0 0 0,25 25 0,-25-25 0,0 25 0,0-25 0,0 24 0,0-24 0,25 25 0,-25 0 0,0 0 0,0 0 0,0-25 0,0 24 0,0 1 0,-25 0 0,25 0 0,0 0 16,0-1-16,0 1 0,0 0 0</inkml:trace>
  <inkml:trace contextRef="#ctx0" brushRef="#br0" timeOffset="165695.4773">9798 11286 0,'-25'25'16,"25"-25"-16,0 25 0,0-25 0,0 0 0,0 0 15,0 0-15,0 0 0,0 0 0,0 0 0,0 0 0,0 0 16,0 0-16,0 0 0,0 0 0,0 0 0,0 0 16,0 0-16,0 0 0,0 0 0,0 0 0,0 0 0,0 0 15,0 0-15,0 0 0,0-25 0,0 25 0,0 0 16,0 0-16,0 0 0,0-25 0</inkml:trace>
  <inkml:trace contextRef="#ctx0" brushRef="#br0" timeOffset="167229.565">11485 10418 0,'0'-25'16,"0"25"-16,0 0 0,-25 0 0,25 0 0,0 0 15,0 0-15,0 0 0,0 0 0,0 0 0,0 0 0,0 0 16,0 0-16,0 0 0,0 0 0,0 25 16,0-25-16,0 0 0,0 0 0,0 25 0,0-25 0,0 25 15,0-1-15,-25-24 0,25 25 0,0 0 0,0 0 0,0 0 16,0-1-16,0 1 0,0 0 0,0 0 0,0 0 15,0-25-15,0 24 0,-25 1 0,25 0 0,0 0 0,0 0 16,0-25-16,0 24 0,0 1 0,0 0 0,-25-25 16,25 25-16,0-25 0,0 25 0,0-25 0,0 0 15,-24 24-15,24-24 0,0 0 0,0 25 0,0-25 0,0 0 16,-25 0-16,25 0 0,0 0 0,0 0 0,0 0 15,0 0-15,-25 0 0,25-25 0,0 25 0,0 0 0,-25 0 16,25-24-16,0 24 0,0 0 0,-25-25 0,25 25 16,0 0-16,0-25 0,0 25 0,0-25 0,-24 25 15,24 0-15,0-25 0,0 25 0,24-24 0,-24 24 0,0-25 16,0 25-16,0 0 0,0-25 0,25 25 0,-25 0 15,0-25-15,25 25 0,-25 0 0,25-25 0,-25 25 0,25-24 16,-25 24-16,0 0 0,24 0 0,-24-25 0,25 25 16,-25 0-16,25 0 0,-25-25 0,25 25 0,-25 0 15,25 0-15,-25 0 0,24 0 0,-24 0 0,0 0 16,0 0-16,25 0 0,-25 0 0,0 0 0,0 25 0,0-25 15,25 25-15,-25-25 0,0 0 0,0 24 0,0 1 0,0-25 16,0 25-16,0-25 0,0 25 0,0 0 0,0-25 16,-25 24-16,25-24 0,0 25 0,0 0 0,0-25 0,0 25 15,0-25-15,0 25 0,0-25 0,-25 0 0,25 24 16,0-24-16,0 25 0,0-25 0,0 0 0,0 0 15,0 25-15,0-25 0,25 0 0,-25 0 0,0 0 0,0 25 16,0-25-16,0 0 0,0 0 0,0 0 0,25 0 16,-25 0-16,0 0 0,25-25 0,-25 25 0,25 0 0,-25 0 15,24 0-15,-24-25 0,25 25 0,-25 0 0,25-25 16,0 25-16,-25-24 0,0 24 0,25 0 0,-25-25 15,0 25-15,24-25 0,-24 25 0,0 0 0,0-25 0,0 25 16,0-25-16,25 25 0,-25 0 0,0-24 0,0 24 16,0-25-16,0 25 0,0 0 0,0-25 0,0 25 15,0 0-15,-25 0 0,25-25 0,0 25 0,0 0 0,0 0 16,0 0-16,0 0 0,0 0 0,0 0 0,0 0 0,0 0 15,0 0-15,0 0 0,0 0 0,0 0 0,0 0 16,0 0-16,0 0 0,0 0 0,0 0 0,0 0 16,0 25-16,0-25 0,0 0 0,0 25 0,0-25 0,-24 25 15,24-25-15,0 24 0,0-24 0,0 25 0,0-25 16,0 25-16,0-25 0,0 25 0,0-25 0,0 25 0,0-25 15,24 24-15,-24-24 0,0 0 0,0 25 0,0-25 16,0 0-16,0 25 0,0-25 0,25 0 0,-25 0 0,0 0 16,0 0-16,0 0 0,0 0 0,25 0 0,-25 0 15,0 0-15,25 0 0,-25 0 0,25 0 0,-25 0 16,0 0-16,24-25 0,-24 25 0,25 0 0,-25 0 0,25-25 15,-25 25-15,25 0 0,-25-24 0,0 24 0,25-25 16,-25 25-16,0 0 0,0-25 0,24 25 0,-24-25 16,0 25-16,0-25 0,0 25 0,0-24 0,0 24 0,0 0 15,0-25-15,0 25 0,0 0 0,0-25 0,0 25 16,0 0-16,0 0 0,0 0 0,0 0 0,0 0 0,0 0 15,0 0-15,0 0 0,0 0 0,0 0 0,0 0 16,0 0-16,0 0 0,0 0 0,0 0 0,0 0 0,0 25 16,-24-25-16,24 0 0,0 0 0,0 25 0,0-25 15,0 24-15,0-24 0,0 0 0,0 25 0,-25-25 16,25 25-16,0-25 0,0 25 0,0-25 0,0 25 0,0-25 15,0 24-15,0-24 0,0 25 0,25-25 0,-25 25 0,0-25 16,0 0-16,0 25 0,0-25 0,0 0 0,24 25 16,-24-25-16,0 0 0,0 0 0,0 0 0,25 24 15,-25-24-15,0 0 0,25-24 0,-25 24 0,25 0 0,-25 0 16,25 0-16,-25-25 0,24 25 0,-24 0 0,25-25 15,-25 25-15,25 0 0,-25-25 0,0 25 0,25-25 16,-25 25-16,0-24 0,25 24 0,-25-25 0,0 25 0,0-25 16,0 25-16,25-25 0,-25 25 0,0-25 0,0 25 15,0 0-15,0-24 0,0 24 0,0 0 0,0-25 16,0 25-16,0 0 0,0 0 0,0 0 0,0 0 0,0 0 15,0 0-15,0 0 0,0 0 0,0 0 0,0 25 16,0-25-16,0 0 0,0 24 0,-25-24 0,25 25 0,0 0 16,0-25-16,0 25 0,0 0 0,0-25 0,0 24 15,0 1-15,0 0 0,-25 0 0,25 0 0,0-25 0,0 24 16,0 1-16,0 0 0,0 0 0,0 0 0,-25 0 15,25-1-15,0 1 0,0 0 0,0-25 0,0 25 0,-25 0 16,25-1-16,0-24 0,0 25 0,-25-25 0,25 25 16,0-25-16,-24 25 0,24-25 0,-25 0 0,25 25 15,-25-25-15,25 0 0,-25 0 0,25 0 0,-25 0 0,25 0 16,-24 0-16,24 0 0,-25 0 0,25 0 0,0 0 15,-25 0-15,25 0 0,0 0 0,0 0 0,-25 0 0,25 0 16,0 0-16,0 0 0,0 0 0,0 0 0,0 0 16,0 0-16,0-25 0,0 25 0,0 0 0,0 0 15,0 0-15,0-25 0,0 25 0,25-25 0,-25 25 0,0 0 16,0-25-16,25 25 0,-25-24 0,25-1 0,-25 25 15,24-25-15,1 0 0</inkml:trace>
  <inkml:trace contextRef="#ctx0" brushRef="#br0" timeOffset="167682.5909">12402 11063 0,'0'0'16,"0"0"-16,0 0 0,0 0 0,0-25 0,0 25 15,0 0-15,25 0 0,-25 0 0,0 0 0,0 0 0,25 0 16,-25-25-16,25 25 0,-25 0 0,25 0 0,-1 0 15,-24-25-15,25 25 0,0 0 0,-25-24 0,25 24 0,0 0 16,-25 0-16,24-25 0,-24 25 0,25 0 0,-25 0 16,0-25-16,0 25 0,25 0 0,-25 0 0,0-25 0,0 25 15,0 0-15,0-25 0,-25 25 0,25 0 0,0 0 16,0-24-16,0 24 0,0 0 0,-25-25 0,25 25 15,0 0-15,0 0 0,0-25 0,-24 25 0,24 0 0,0 0 16,0 0-16,-25 0 0,25 0 0,0 0 0,0 0 16,-25 0-16,25 0 0,0 0 0,0 0 0,-25 0 0,25 0 15,0 25-15,0-25 0,-25 0 0,25 0 0,0 0 16,0 25-16,0-25 0,-24 0 0,24 0 0,0 24 15,0-24-15,0 0 0,-25 25 0,25-25 0,0 25 0,0-25 16,0 25-16,0-25 0,0 25 0,0-25 0,0 24 16,0-24-16,0 25 0,0-25 0,25 25 0,-25-25 15,0 25-15,0-25 0,0 0 0,0 25 0,24-25 0,-24 0 16,0 24-16,0-24 0,25 0 0,-25 0 0,0 0 15,25 0-15,-25 0 0,25 0 0,-25 0 0,25 0 0,-25 0 16,24 0-16,-24 0 0,25 0 0,-25-24 0,25 24 16,0 0-16,-25-25 0,25 25 0,-25 0 0,24-25 15,-24 25-15,25-25 0,-25 25 0,0-25 0,25 25 0,-25-24 16,0-1-16</inkml:trace>
  <inkml:trace contextRef="#ctx0" brushRef="#br0" timeOffset="168039.6113">12874 10815 0,'0'0'0,"0"0"0,0 0 0,0 0 16,0 0-16,0 0 0,0-25 0,0 25 0,0 0 0,0 0 15,0 0-15,0 25 0,0-25 0,0 0 0,0 0 16,0 0-16,0 0 0,0 25 0,0-25 0,0 24 0,0-24 15,0 0-15,-25 25 0,25-25 0,0 25 0,0 0 16,0-25-16,0 25 0,0-25 0,0 24 0,-25-24 16,25 0-16,0 25 0,0-25 0,0 25 0,0-25 0,0 0 15,0 0-15,0 25 0,0-25 0,0 0 0,0 0 16,0 0-16,0 0 0,0 0 0,0 0 0,25 0 0,-25 0 15,0 0-15,0 0 0,0 0 0,25 0 0,-25-25 16,0 25-16,24 0 0,-24 0 0,25-25 0,-25 25 16,25-25-16,-25 25 0,25-24 0,-25 24 0,25 0 0,-25-25 15,0 25-15,24 0 0,-24-25 0,0 25 0,0 0 16,0 0-16,0 0 0,0 0 0,0 0 0,0 0 0,0 0 15,0 0-15,0 25 0,0-25 0,0 0 0,0 25 16,0-25-16,0 0 0,0 24 0,0-24 0,0 25 0,0-25 16,0 25-16,0-25 0,0 0 0,0 25 0,0-25 15,0 0-15,0 25 0,0-25 0,0 0 0,0 0 16,0 24-16,0-24 0,0 0 0,0 0 0,0 0 0,0 0 15,0 0-15,0 0 0,0 0 0,0 0 0,0 0 16,0 0-16,0 0 0,0-24 0,0 24 0,0 0 0,0-25 16</inkml:trace>
  <inkml:trace contextRef="#ctx0" brushRef="#br0" timeOffset="168415.6328">12576 10592 0,'0'0'0,"0"0"15,0-25-15,0 25 0,0 0 0,0-25 0,0 25 0,0 0 16,0-25-16,25 25 0,-25 0 0,0 0 0,25 0 16,-25 0-16,0-25 0,24 25 0,-24 0 0,25 0 15,-25 0-15,0 0 0,25 0 0,-25 0 0,25 25 0,-25-25 16,0 0-16,25 0 0,-25 0 0,0 0 0,24 0 15,-24 25-15,25-25 0,-25 0 0,0 0 0,25 0 16,-25 25-16,0-25 0,25 0 0,-25 0 0,0 0 0,25 0 16,-25 0-16,0 0 0,24 0 0</inkml:trace>
  <inkml:trace contextRef="#ctx0" brushRef="#br0" timeOffset="168581.6423">13171 10244 0,'0'0'0,"0"0"16,0 0-16,0 0 0,0 0 0,0 0 0,0 0 15,0 0-15,0 25 0,0-25 0,0 0 0,0 25 0,-25-25 16,25 25-16,0-25 0,0 25 0,0-25 0,-24 24 16,24 1-16,-25 0 0,25-25 0,0 25 0,-25 0 15,25-25-15,0 24 0,-25-24 0,25 25 0,0 0 16,0-25-16,-25 0 0,25 25 0</inkml:trace>
  <inkml:trace contextRef="#ctx0" brushRef="#br0" timeOffset="168930.6623">14114 10368 0,'0'0'0,"0"-24"0,0 24 0,0 0 15,0 0-15,0 0 0,0 0 0,0 0 0,0 24 16,0-24-16,0 0 0,0 0 0,0 25 0,0-25 15,0 0-15,0 25 0,0 0 0,0-25 0,0 25 0,0-1 16,0 1-16,0-25 0,0 25 0,0 0 0,-25 0 16,25-1-16,0 1 0,0 0 0,0 0 0,0 0 15,0-1-15,-25 1 0,25 0 0,0 0 0,0 0 0,0-1 16,-25-24-16,25 25 0,0 0 0,0 0 0,0-25 15,-24 25-15,24-25 0,0 0 0,0 24 0,0-24 0,0 0 16,0 25-16,0-25 0,0 0 0,0 0 0,0 0 16,0 0-16,0 0 0,-25 0 0,25 0 0,0 0 0,0-25 15,0 25-15,0 0 0,-25-24 0,25 24 0,0-25 16,0 25-16,0 0 0</inkml:trace>
  <inkml:trace contextRef="#ctx0" brushRef="#br0" timeOffset="169780.7109">13891 10790 0,'0'0'16,"0"0"-16,0 0 0,0-25 0,0 25 0,0 0 0,0 0 15,0 0-15,0 0 0,24 0 0,-24-25 0,0 25 16,0 0-16,25 0 0,-25 0 0,25 0 0,-25-24 0,25 24 15,-25 0-15,25 0 0,-1 0 0,-24 0 0,25-25 16,-25 25-16,25 0 0,0 0 0,-25 0 0,25 0 16,-25 0-16,24 0 0,-24 25 0,0-25 0,25 0 0,-25 0 15,0 0-15,25 24 0,-25-24 0,0 0 0,25 0 16,-25 25-16,0-25 0,0 0 0,0 0 0,25 25 15,-25-25-15,0 0 0,0 0 0,0 0 0,24 0 0,-24 0 16,0 0-16,0 0 0,0 0 0,0 0 0,0 0 16,0 0-16,25 0 0,-25 0 0,0 0 0,0 0 0,0-25 15,0 25-15,0 0 0,0 0 0,0 0 0,0 0 16,0 0-16,0 0 0,0 0 0,0 0 0,0 0 0,0 0 15,0 0-15,0 0 0,0 0 0,0 0 0,0 0 16,0 0-16,0 0 0,0 0 0,0 0 0,0 0 16,0 0-16,0 0 0,0 0 0,0 0 0,0 0 0,0 0 15,0 0-15,0 0 0,0 25 0,0-25 0,0 0 16,0 25-16,-25-25 0,25 0 0,0 25 0,0-25 0,0 24 15,0-24-15,0 25 0,0 0 0,0-25 0,0 25 16,0-25-16,0 25 0,0-25 0,0 0 0,0 24 16,0-24-16,0 0 0,0 25 0,0-25 0,0 0 0,0 0 15,0 0-15,0 0 0,25 0 0,-25 0 0,0 25 16,0-50-16,0 25 0,0 0 0,25 0 0,-25 0 0,0 0 15,0 0-15,0 0 0,25 0 0,-25 0 0,0-25 16,25 25-16,-25 0 0,0 0 0,25-24 0,-25 24 16,0 0-16,24-25 0,-24 25 0,0 0 0,25-25 0,-25 25 15,0 0-15,0-25 0,25 25 0,-25-25 0,0 25 16,0-24-16,25 24 0,-25-25 0,0 25 0,0 0 0,0-25 15,0 25-15,0 0 0,0 0 0,0 0 0,0 0 16,0 0-16,0 0 0,0 0 0,0 0 0,0 0 0,0 0 16,0 0-16,0 0 0,0 0 0,0 0 0,0 0 15,0 0-15,0 0 0,0 25 0,0-25 0,0 0 16,0 25-16,0-25 0,0 0 0,0 24 0,0-24 0,0 25 15,0-25-15,0 0 0,0 25 0,0-25 0,0 25 16,0-25-16,0 25 0,0-25 0,-25 0 0,25 24 0,0-24 16,0 0-16,0 25 0,0-25 0,0 0 0,0 0 15,0 0-15,0 25 0,0-25 0,0 0 0,0 0 16,0 0-16,0 0 0,0 0 0,25 0 0,-25 0 0,0 0 15,0 0-15,0-25 0,25 25 0,-25 0 0,0 0 16,24 0-16,-24-25 0,25 25 0,-25 0 0,0-24 0,25 24 16,-25 0-16,25-25 0,-25 25 0,0 0 0,25 0 15,-25-25-15,0 25 0,0 0 0,0 0 0,24-25 16,-24 25-16,0 0 0,0 0 0,0 0 0,0 25 0,0-25 15,0 0-15,0 0 0,0 0 0,0 25 0,0-25 16,0 0-16,0 25 0,0-25 0,0 0 0,0 24 0,0-24 16,0 25-16,0-25 0,0 0 0,0 25 0,0-25 15,0 0-15,0 25 0,0-25 0,0 0 0,25 0 0,-25 25 16,0-25-16,0 0 0,0 0 0,25 0 0,-25 0 15,0 0-15,25 0 0,-25 0 0,25 0 0,-25 0 16,24 0-16,1 0 0,-25 0 0,25 0 0,-25-25 0,25 25 16,0 0-16,-25 0 0,24-25 0,-24 25 0,25 0 15,-25-25-15,25 25 0,-25-25 0,0 25 0</inkml:trace>
  <inkml:trace contextRef="#ctx0" brushRef="#br0" timeOffset="170370.7447">14957 10765 0,'0'0'0,"0"0"0,-25 0 0,25 0 0,0 0 0,0 0 16,0 0-16,-24 0 0,24-25 0,0 25 0,0 0 0,0 0 15,0 0-15,0 0 0,0 0 0,24 0 16,-24 0-16,0 0 0,0 0 0,25 0 0,-25-24 0,0 24 16,25 0-16,-25 0 0,25 0 0,0-25 0,-25 25 0,24 0 15,-24-25-15,25 25 0,0 0 0,-25-25 0,25 25 16,-25 0-16,25-25 0,-25 25 0,24 0 0,-24-24 15,25 24-15,-25-25 0,25 25 0,-25 0 0,0-25 0,25 25 16,-25-25-16,0 25 0,0 0 0,0-25 0,0 25 16,0 0-16,0-24 0,0 24 0,0 0 0,0 0 15,0-25-15,0 25 0,0 0 0,0-25 0,-25 25 0,25 0 16,0 0-16,0-25 0,0 25 0,-25 0 0,25 0 0,0 0 15,0 0-15,0 0 0,-25 0 0,25 0 16,0 0-16,0 0 0,-24 0 0,24 0 0,0 0 0,0 25 16,0-25-16,-25 0 0,25 25 0,0-25 0,0 25 0,-25-25 15,25 24-15,0-24 0,0 25 0,0 0 0,0-25 16,0 25-16,-25 0 0,25-1 0,0-24 0,0 25 15,0 0-15,0-25 0,-25 25 0,25 0 0,0-1 0,0-24 16,0 25-16,0-25 0,0 25 0,0 0 0,0-25 16,0 25-16,0-25 0,0 0 0,0 24 0,0-24 0,0 0 15,0 0-15,0 0 0,0 25 0,0-25 0,0 0 16,25 0-16,-25 0 0,0 0 0,0 0 0,0 0 15,25 0-15,-25-25 0,0 25 0,25 0 0,-25 0 16,25 0-16,-25 0 0,24-24 0,-24 24 0,0 0 0,25 0 16,-25 0-16,0 0 0,0 0 0,0 0 0,0 0 0,25 24 15,-25-24-15,0 0 0,0 0 0,0 25 0,0-25 16,0 0-16,0 25 0,-25-25 0,25 25 0,0-25 15,0 25-15,0-25 0,0 0 0,-25 24 0,25-24 0,0 25 16,0-25-16,0 0 0,-24 25 0,24-25 0,0 0 16,0 0-16,0 0 0,-25 0 0,25 0 0,0 0 0,-25 0 15,25 0-15,-25 0 0,25 0 0,0 0 0,-25-25 16,25 25-16</inkml:trace>
  <inkml:trace contextRef="#ctx0" brushRef="#br0" timeOffset="170541.7545">14957 10319 0,'0'-25'0,"0"25"0,0 0 0,0 0 0,-25 0 15,25 0-15,0 0 0,0 0 0,0 0 0,-24 0 16,24 0-16,0 25 0,-25-25 0,25 0 0,-25 25 0,0-1 15,25-24-15,-25 25 0,1 0 0,-1 0 0,0-25 16,0 25-16,0-1 0,1 1 0,-1-25 0,0 25 16,0 0-16,0-25 0,1 25 0</inkml:trace>
  <inkml:trace contextRef="#ctx0" brushRef="#br0" timeOffset="172158.8469">3746 12204 0,'0'0'0,"-25"0"0,25 0 0,0 0 0,0 0 15,0 0-15,0 0 0,0 0 0,0-25 0,0 25 16,0 0-16,0 0 0,0 0 0,0 0 0,0 0 0,0 0 15,0 0-15,0 0 0,0 0 0,0 0 0,-25 0 16,25 0-16,0 0 0,0 0 0,0 0 0,0 0 16,0 0-16,0 0 0,-25 0 0,25 0 0,0 0 0,0 0 15,0 0-15,0 0 0,-25 0 0,25 0 0,0 0 16,0 0-16,0 0 0,-25 0 0,25 0 0,0 0 15,0 0-15,0 0 0,-24 0 0,24 0 0,0 0 0,0 0 16,0 0-16,0 0 0,-25-25 0,25 25 0,0 0 0,0 0 16,0-25-16,-25 25 0,25 0 0,0 0 0,0 0 15,0-24-15,0 24 0,0 0 0,0-25 0,0 25 16,0 0-16,0 0 0,0-25 0,0 25 0,0 0 0,0 0 15,0-25-15,0 25 0,25 0 0,-25 0 0,0 0 16,0-25-16,0 25 0,0 0 0,25 0 0,-25 0 0,0 0 16,0 0-16,0 0 0,0 0 0,24 0 0,-24 0 15,0 0-15,0 0 0,0 0 0,25 0 0,-25 25 16,0-25-16,0 0 0,25 0 0,-25 0 0,0 25 0,0-25 15,0 25-15,25-25 0,-25 25 0,0-25 0,0 24 16,0-24-16,0 25 0,0 0 0,0-25 0,-25 25 16,25 0-16,0-25 0,0 25 0,-25-1 0,25-24 0,0 25 15,-25 0-15,25-25 0,-24 25 0,24 0 0,-25-25 16,25 24-16,-25-24 0,25 25 0,-25-25 0,25 0 0,-25 25 15,25-25-15,0 0 0,-24 0 0,24 25 0,0-25 16,-25 0-16,25 0 0,0 0 0,0 0 0,-25 0 0,25 0 16,0 0-16,0 0 0,0 0 0,0 0 0,0 0 15,0 0-15,0 0 0,0 0 0,0 0 0,0 0 0,0-25 16,0 25-16,0 0 0,0 0 0,0 0 0,0 0 15,0 0-15,0 0 0,25-25 0,-25 25 0,0 0 16,0 0-16,0 0 0,0 0 0,0 0 0,0-25 0,25 25 16,-25 0-16,0 0 0,0 25 0,0-25 0,0 0 15,0 0-15,24 0 0,-24 0 0,0 25 0,0-25 16,25 0-16,-25 25 0,0-25 0,0 0 0,25 25 0,-25-25 15,0 24-15,25-24 0,-25 0 0,0 25 0,25-25 16,-25 0-16,0 0 0,24 25 0,-24-25 0,0 0 16,25 0-16,-25 25 0,0-25 0,25 0 0,-25 0 0,0 0 15,25 0-15,-25 0 0,25 0 0,-25 0 0,0 0 16,25 0-16,-25-25 0,24 25 0,-24 0 0,25-25 0,-25 25 15,0 0-15,25-25 0,-25 25 0,25-24 0,-25-1 16,25 25-16</inkml:trace>
  <inkml:trace contextRef="#ctx0" brushRef="#br0" timeOffset="172900.8894">3770 11931 0,'-24'0'0,"24"0"0,0 0 0,0 0 0,-25 0 0,25-25 0,0 25 0,-25 0 0,25 0 0,-25 0 0,25 0 0,0 0 0,-25-25 16,25 25-16,0 0 0,-25 0 0,25 0 0,0 0 15,-24 0-15,24-24 0,-25 24 0,25 0 0,0 0 16,-25 0-16,25 0 0,0 0 0,-25 0 0,25 0 0,0 0 16,-25 0-16,25 0 0,-24 0 0,24 0 0,0 0 0,-25 0 15,25 0-15,-25 0 0,25 0 0,-25 0 0,25 0 16,-25 0-16,25 0 0,0 24 0,-24-24 0,24 0 15,-25 0-15,25 0 0,-25 25 0,25-25 0,-25 0 0,25 0 16,0 25-16,-25-25 0,25 0 0,-24 25 0,24-25 16,-25 25-16,25-25 0,0 24 0,-25-24 0,25 25 0,-25 0 15,25-25-15,0 25 0,-25-25 0,25 25 0,0-25 16,0 0-16,-24 24 0,24-24 0,0 25 0,0-25 15,0 0-15,0 25 0,0-25 0,-25 25 0,25-25 0,0 0 16,0 25-16,0-25 0,0 25 0,0-25 0,0 24 0,0-24 16,0 25-16,0-25 0,0 25 0,25-25 0,-25 25 15,0 0-15,0-25 0,0 24 0,24-24 0,-24 25 16,0-25-16,25 25 0,-25-25 0,0 25 0,25-25 0,-25 25 15,25-25-15,0 24 0,-25-24 0,24 25 0,-24-25 16,25 25-16,0-25 0,-25 25 0,25-25 0,0 25 0,-1-25 16,-24 24-16,25-24 0,0 25 0,0-25 0,0 0 15,-1 25-15,-24-25 0,25 0 0,0 25 0,0-25 16,0 0-16,-25 25 0,24-25 0,1 0 0,0 0 0,-25 0 15,25 0-15,0 0 0,0 0 0,-25 0 0,24 0 16,1-25-16,0 25 0,-25 0 0,25 0 0,0-25 0,-25 25 16,24-25-16,1 25 0,-25-25 0,25 25 0,0-24 0,-25-1 15,25 25-15,-25-25 0,24 0 0,-24 25 16,0-25-16,25 1 0,-25 24 0,0-25 0,0 0 0,25 0 15,-25 0-15,0 1 0,0-1 0,0 0 0,0 0 0,0 0 16,0 1-16,0-1 0,-25 0 0,25 0 0,0 0 16,0 0-16,0 25 0,-25-24 0,25-1 0,0 25 0,0-25 15,-24 25-15,24 0 0,0 0 0,0-25 0,0 25 16,-25 0-16,25 0 0,0 0 0,0 0 0,-25 0 15,25-25-15,0 25 0,-25 25 0,25-25 0,0 0 16,0 0-16,-25 0 0,25 0 0,0 0 0,-24 0 0,24 0 16,0 0-16,0 0 0,-25 0 0,25 0 0,0 0 0,0 25 15,0-25-15,-25 0 0,25 0 0</inkml:trace>
  <inkml:trace contextRef="#ctx0" brushRef="#br0" timeOffset="173544.9262">5308 12055 0,'0'0'0,"0"-25"0,0 25 16,0 0-16,0 0 0,0 0 0,0-25 0,0 25 0,0 0 15,0 0-15,-25 0 0,25 0 0,0 0 0,0 0 16,0 0-16,0 0 0,0 0 0,0 25 0,0-25 0,0 0 15,0 25-15,0-25 0,-24 25 0,24-25 0,0 25 16,0-1-16,0-24 0,0 25 0,-25 0 0,25 0 0,0-25 16,0 25-16,0 0 0,0-25 0,0 24 0,-25 1 15,25-25-15,0 25 0,0 0 0,0-25 0,0 25 16,-25-1-16,25-24 0,0 25 0,0-25 0,0 25 15,0-25-15,0 0 0,0 25 0,0-25 0,0 0 0,0 0 16,0 0-16,0 25 0,0-25 0,0 0 0,0 0 0,0-25 16,0 25-16,0 0 0,0 0 0,0 0 0,0-25 15,0 25-15,0-25 0,25 25 0,-25-25 0,0 25 16,0-24-16,0-1 0,0 0 0,25 25 0,-25-25 0</inkml:trace>
  <inkml:trace contextRef="#ctx0" brushRef="#br0" timeOffset="173771.9392">5383 12030 0,'0'0'0,"0"0"0,24 0 0,-24 0 16,0 0-16,0 0 0,0 0 0,0 0 0,25 0 15,-25 0-15,0 0 0,0 25 0,0-25 0,25 0 16,-25 25-16,0-25 0,0 25 0,0-25 0,25 24 0,-25 1 16,0-25-16,0 25 0,0-25 0,0 25 0,0 0 15,25-25-15,-25 25 0,0-1 0,0-24 0,0 25 0,0-25 16,0 25-16,0 0 0,0-25 0,24 25 0,-24-25 15,0 24-15,0-24 0,0 25 0,0-25 0,0 0 16,0 25-16,0-25 0,0 0 0,0 25 0,0-25 0,0 0 16,0 0-16,0 0 0,0 0 0,0 0 0,0 0 15,0 0-15,0 0 0,-24 0 0,24 0 0,0 0 0,0-25 16,0 25-16,0 0 0,0-25 0</inkml:trace>
  <inkml:trace contextRef="#ctx0" brushRef="#br0" timeOffset="174022.9536">5655 11981 0,'0'0'0,"0"0"15,25 0-15,-25 0 0,0 0 0,0 0 0,0 0 0,0 0 16,0 0-16,0 0 0,0 0 0,-25 0 0,25 0 16,0 0-16,0 0 0,0 24 0,0-24 0,0 0 15,0 25-15,0-25 0,0 25 0,0-25 0,0 25 0,0-25 16,0 25-16,0-1 0,0-24 0,0 25 0,-24 0 15,24 0-15,0 0 0,0-25 0,0 25 0,-25-1 16,25 1-16,0 0 0,0-25 0,0 25 0,-25 0 0,25-25 16,0 24-16,0-24 0,0 25 0,0-25 0,0 25 15,0-25-15,0 0 0,0 0 0,0 25 0,0-25 16,0 0-16,0 0 0,0 0 0,25 0 0,-25-25 0,0 25 15,0 0-15,25 0 0,-25 0 0</inkml:trace>
  <inkml:trace contextRef="#ctx0" brushRef="#br0" timeOffset="174933.0056">5730 12402 0,'0'0'0,"0"25"0,0-25 0,0 0 0,0 0 0,0 0 0,0 0 0,0 0 0,0 0 0,0 0 0,0 0 0,0 0 0,0 0 0,0 0 16,25 0-16,-25 0 0,0-25 0,0 25 0,24 0 15,-24 0-15,0 0 0,25-24 0,-25 24 0,25 0 0,-25-25 16,25 25-16,-25-25 0,25 25 0,-25-25 0,25 25 15,-25 0-15,0-25 0,24 25 0,-24 0 0,0-24 0,0 24 16,0 0-16,25-25 0,-25 25 0,0 0 0,0 0 16,0 0-16,0 0 0,0-25 0,-25 25 0,25 0 15,0 0-15,0 0 0,0 0 0,0 0 0,0-25 0,0 25 16,-24 0-16,24 0 0,0 0 0,0 0 0,-25 0 0,25 0 15,0 0-15,0 0 0,-25 0 0,25 0 0,0 0 16,0 0-16,-25 0 0,25 0 0,0 0 0,0 0 16,0 0-16,-25 0 0,25 0 0,0 0 0,0 25 0,0-25 15,-25 0-15,25 0 0,0 25 0,0-25 16,0 0-16,0 25 0,0-25 0,-24 24 47,24-24-47,0 0 0,0 25 0,0-25 31,0 25-31,24-25 0,-24 25 0,0-25 0,0 25 0,0-25 0,0 24 0,25-24 0,-25 0 0,0 25 0,0-25 0,25 25 0,-25-25 0,0 0 0,25 0 0,-25 0 0,0 25 0,0-25 0,25 0 0,-25 0 0,0 0 0,25 0 0,-25 0 0,0 0 0,24 0 0,-24 0 15,25 0-15,-25-25 0,25 25 0,-25 0 0,0 0 16,25 0-16,-25-25 0,25 25 0,-25 0 0,0-25 16,0 25-16,24 0 0,-24-24 0,0 24 0,0 0 0,0-25 15,0 25-15,25 0 0,-25-25 0,0 25 0,0-25 16,0 25-16,0 0 0,0-25 0,0 25 0,0-24 15,0 24-15,0-25 0,0 25 0,0 0 0,0 0 0,0-25 16,0 25-16,0 0 0,0 0 0,0 0 0,0 0 0,0 0 16,0 0-16,0 0 0,0 0 0,0 0 0,0 0 15,0 0-15,0 0 0,0 0 0,0 0 0,0 0 16,0 0-16,0 0 0,0 0 0,-25 25 0,25-25 0,0 0 15,0 0-15,0 25 0,0-25 0,0 24 0,0-24 16,0 25-16,0-25 0,0 25 0,0-25 0,25 25 16,-25-25-16,0 25 0,0-1 0,0-24 0,0 25 15,0-25-15,0 25 0,0-25 0,25 0 0,-25 25 0,0-25 16,0 0-16,0 25 0,25-25 0,-25 0 0,0 0 0,0 0 15,25 0-15,-25 0 0,0 0 0,24 0 0,-24 0 16,25 0-16,-25 0 0,25 0 0,-25-25 0,0 25 0,25 0 16,-25-25-16,25 25 0,-25 0 0,24-25 15,-24 25-15,0 0 0,0-25 0,25 25 0,-25-24 0,0 24 16,0 0-16,0-25 0,25 25 0,-25-25 0,0 25 0,0-25 15,0 25-15,0-25 0,0 25 0,0 0 0,0-24 16,0 24-16,0 0 0,0-25 0,0 25 0,0 0 0,0 0 16,0 0-16,0-25 0,0 25 0,0 0 0,-25 0 15,25 0-15,0 0 0,0 0 0,0 25 0,0-25 16,0 0-16,0 0 0,0 0 0,0 25 0,0-25 0,0 0 15,0 24-15,0-24 0,0 25 0,-25-25 0,25 25 16,0-25-16,0 25 0,0 0 0,0-25 0,0 24 0,25-24 16,-25 25-16,0-25 0,0 25 0,0-25 0,0 25 15,0-25-15,0 25 0,0-25 0,25 0 0,-25 24 16,0-24-16,0 0 0,0 0 0,25 25 0,-25-25 0,0 0 15,0 0-15,0 0 0,0 0 0,25 0 0,-25 0 16,0 0-16,0 0 0,0 0 0,24 0 0,-24-25 0,0 25 16,0 0-16,0 0 0,0-24 0,0 24 0,0 0 15,0-25-15,0 25 0,0-25 0,-24 25 0,24-25 0</inkml:trace>
  <inkml:trace contextRef="#ctx0" brushRef="#br0" timeOffset="175238.0231">5953 12080 0,'-25'0'0,"25"0"0,-24 0 16,24-25-16,0 25 0,-25 0 0,25 0 0,0-25 0,0 25 16,0 0-16,0-25 0,0 25 0,0 0 0,0 0 15,0-24-15,25 24 0,-25 0 0,0 0 0,0 0 0,0 0 16,24-25-16,-24 25 0,0 0 0,25 0 0,-25 0 15,0 0-15,0 0 0,25 0 0,-25 0 0,0 0 16,25 0-16,-25 25 0,25-25 0,-25 0 0,0 0 0,24 0 16,-24 0-16,0 0 0,25 24 0,-25-24 0,25 0 15,-25 0-15,0 0 0,25 25 0,-25-25 0,25 0 0,-25 0 16,0 0-16,24 0 0,-24 0 0,0 0 0</inkml:trace>
  <inkml:trace contextRef="#ctx0" brushRef="#br0" timeOffset="175510.0386">6400 11757 0,'24'0'0,"-24"0"16,0 0-16,0 0 0,0 0 0,0 0 0,0 0 0,0 0 16,0 0-16,0 0 0,0 0 0,0 25 0,0-25 15,0 0-15,0 25 0,-24-25 0,24 25 0,0-25 0,0 25 16,0-1-16,0-24 0,-25 25 0,25-25 0,0 25 15,0 0-15,0-25 0,0 25 0,-25-25 0,25 24 0,0-24 16,0 0-16</inkml:trace>
  <inkml:trace contextRef="#ctx0" brushRef="#br0" timeOffset="176103.0725">7739 12030 0,'0'0'0,"0"-25"0,0 25 0,0 0 16,0 0-16,0 0 0,0 0 0,0 0 0,0 0 15,0 0-15,0 0 0,0 0 0,0 0 0,0 0 16,0 0-16,0 0 0,-25 0 0,25 25 0,0-25 0,0 25 15,0-25-15,-25 25 0,25-25 0,0 25 0,0-1 16,0-24-16,-24 25 0,24 0 0,0 0 0,0 0 0,0-25 16,-25 25-16,25-1 0,0 1 0,0 0 0,-25 0 15,25 0-15,0-25 0,0 24 0,0 1 0,-25 0 0,25-25 16,0 25-16,0-25 0,0 25 0,0-25 0,0 24 15,0-24-15,-25 25 0,25-25 0,0 0 0,0 0 16,0 0-16,0 25 0,0-25 0,0 0 0,0 0 0,0-25 16,0 25-16,0 0 0,0 0 0,0 0 0,0-25 15,0 25-15,-24-24 0,24 24 0,0-25 0,0 25 0,0-25 16</inkml:trace>
  <inkml:trace contextRef="#ctx0" brushRef="#br0" timeOffset="176446.0922">7516 12278 0,'0'0'0,"0"-24"0,0 24 0,0 0 15,0 0-15,0 0 0,25-25 0,-25 25 0,0 0 0,24 0 16,-24-25-16,0 25 0,25 0 0,-25 0 0,25-25 15,-25 25-15,25 0 0,0 0 0,-25-25 0,24 25 16,1 0-16,-25 0 0,25 0 0,0 0 0,-25 0 0,25 0 16,-1 0-16,1 0 0,-25 0 0,25 25 0,0-25 15,-25 0-15,25 25 0,-25-25 0,24 25 0,-24-25 0,25 25 16,-25-25-16,25 24 0,-25 1 0,0-25 0,25 25 15,-25 0-15,0-25 0,0 25 0</inkml:trace>
  <inkml:trace contextRef="#ctx0" brushRef="#br0" timeOffset="176665.1047">7987 12502 0,'0'24'0,"0"-24"0,0 0 0,-25 0 0,25 0 0,0 0 16,0 0-16,0-24 0,0 24 0,-25 0 0,25 0 0,0 0 15,0-25-15,0 25 0,0-25 0,0 25 0,0 0 16,0-25-16,0 25 0,25-25 0,-25 25 0,0-24 16,0 24-16,0-25 0,25 25 0,-25-25 0,0 25 0,0 0 15,25-25-15,-25 25 0,0 0 0,25 0 0,-25 0 16,0-25-16,25 25 0,-25 0 0,0 0 0,0 25 15,24-25-15,-24 0 0,0 0 0,0 0 0,0 25 16,25-25-16,-25 0 0,0 25 0,0-25 0,0 25 0,0-25 16,0 0-16,0 24 0,0-24 0,0 25 0,25-25 15,-25 25-15,0-25 0,0 0 0,0 25 0,0-25 0,0 0 16,0 25-16,0-25 0,0 0 0,0 24 0,0-24 0,0 0 15,0 0-15,0 0 0,0 0 0,0 0 0,0 25 16,0-50-16,25 25 0,-25 0 0,25 0 0</inkml:trace>
  <inkml:trace contextRef="#ctx0" brushRef="#br0" timeOffset="177256.1385">8508 12402 0,'0'0'16,"0"-24"-16,0 24 0,0 0 0,0-25 0,0 25 15,0 0-15,-25-25 0,25 25 0,0 0 0,0-25 0,-25 25 16,25 0-16,0-25 0,0 25 0,-24 0 0,24 0 15,0-24-15,0 24 0,-25 0 0,25 0 0,0 0 0,0 0 16,-25 0-16,25 0 0,0 0 0,0 0 0,-25 0 16,25 0-16,0 0 0,0 0 0,-25 0 0,25 24 0,0-24 15,0 0-15,-24 25 0,24-25 0,0 25 0,0-25 16,0 25-16,0-25 0,0 25 0,0-25 0,0 24 0,0 1 15,0-25-15,0 25 0,0-25 0,0 25 0,0-25 16,0 25-16,24-25 0,-24 24 0,0-24 0,0 0 0,0 25 16,25-25-16,-25 0 0,0 0 0,0 0 0,0 25 15,25-25-15,-25 0 0,0 0 0,0 0 0,25 0 16,-25 0-16,0-25 0,0 25 0,0 0 0,25 0 0,-25 0 15,0-25-15,0 25 0,24 0 0,-24-24 0,0 24 16,0 0-16,0-25 0,0 25 0,0 0 0,25-25 0,-25 25 16,0 0-16,-25 0 0,25-25 0,0 25 0,0 0 15,0 0-15,0 0 0,0-25 0,0 25 0,0 0 16,0 0-16,0 0 0,25-24 0,-25 24 0,0 0 15,0 0-15,0 0 0,0 0 0,25-25 0,-25 25 0,0 0 16,25 0-16,-25 0 0,0 0 0,0 0 0,25 0 16,-25 0-16,0 0 0,24 0 0,-24 0 0,0 0 0,25 0 15,-25 0-15,0 0 0,0 25 0,0-25 0,25 0 16,-25 24-16,0-24 0,0 0 0,0 25 0,0-25 0,0 0 15,0 25-15,0-25 0,0 0 0,0 0 0,-25 25 16,25-25-16,0 0 0,0 25 0,0-25 0,0 0 16,0 0-16,-25 24 0,25-24 0,0 0 0,0 0 0,0 0 15,0 0-15,0 25 0,0-25 0,0 0 0,0 0 0,0 0 16,0 0-16,0 0 0,0 0 0,0-25 15,0 25-15,0 0 0,0 0 0,0 0 0,0-24 0,25 24 16,-25 0-16,0-25 0,0 25 0,25-25 0,-25 25 0,0-25 16,25 25-16,-25-25 0,25 25 0,-25-24 0,0 24 15,24 0-15,-24-25 0,0 25 0,25 0 0,-25 0 16,0 0-16,25 0 0,-25 0 0,0 0 0,0 0 0,0 0 15,25 0-15,-25 25 0,0-25 0,0 0 0,0 0 16,0 24-16,0-24 0,0 25 0,0-25 0,0 0 0,0 25 16,0-25-16,0 0 0,0 25 0,0-25 0,0 25 15,0-25-15,0 0 0,0 24 0,0-24 0,0 0 16,0 0-16,0 25 0,0-25 0,0 0 0,0 0 15,0 25-15,0-25 0,0 0 0,0 0 0,0 0 0,0 0 16,25 0-16,-25 0 0,0 0 0,24 0 0,-24 0 0,25 0 16,-25 0-16,25 0 0,0-25 0,-25 25 0,25 0 15</inkml:trace>
  <inkml:trace contextRef="#ctx0" brushRef="#br0" timeOffset="177775.1682">9079 12378 0,'0'0'16,"0"-25"-16,0 25 0,0-25 0,0 25 0,0-25 15,0 25-15,-25 0 0,25 0 0,0-25 0,0 25 0,0 0 16,0 0-16,0 0 0,-25 0 0,25 0 0,0 0 15,0 0-15,0 0 0,0 25 0,-25-25 0,25 0 16,0 25-16,0-25 0,0 25 0,-25-25 0,25 25 0,0-25 16,0 24-16,0 1 0,0-25 0,0 0 0,0 25 15,0-25-15,0 25 0,0-25 0,0 0 0,0 25 0,0-25 16,0 0-16,0 0 0,0 24 0,25-24 0,-25 0 15,0 0-15,0 0 0,25 0 0,-25 0 0,0 0 0,25 0 16,-25 0-16,25 0 0,-25 0 0,0-24 16,24 24-16,-24 0 0,25 0 0,-25-25 0,0 25 0,25 0 15,-25-25-15,0 25 0,0 0 0,0-25 0,25 25 0,-25-25 16,0 25-16,0 0 0,0-24 0,0 24 0,0 0 15,0 0-15,0 0 0,0 0 0,0 0 0,-25 0 16,25 24-16,0-24 0,0 25 0,0-25 0,-25 25 0,25-25 16,0 25-16,0 0 0,0-1 0,-25-24 0,25 25 15,0 0-15,0 0 0,0 0 0,-24-1 0,24 1 0,0 0 16,0 0-16,0 0 0,-25-1 0,25 1 0,0 0 15,0 0-15,0 0 0,-25-25 0,25 24 0,0 1 0,0-25 16,-25 25-16,25-25 0,0 25 0,0-25 0,-25 25 16,25-25-16,0 0 0,-25 0 0,25 24 0,0-24 15,-24 0-15,24-24 0,0 24 0,-25 0 0,25 0 0,0 0 16,0-25-16,-25 25 0,25 0 0,0-25 0,0 25 15,0-25-15,0 25 0,0 0 0,0-25 0,0 25 16,0 0-16,0-24 0,25 24 0,-25 0 0,0 0 0,0-25 16,25 25-16,-25 0 0,24 0 0,-24-25 0,0 25 15,25 0-15,-25 0 0,25 0 0,-25-25 0,25 25 0,-25 0 16,25 0-16,-25 0 0,0-25 0,25 25 0,-25 0 15,24 0-15,-24 0 0,0-24 0,0 24 0,25 0 0,-25 0 16,0 0-16</inkml:trace>
  <inkml:trace contextRef="#ctx0" brushRef="#br0" timeOffset="178230.1942">10269 12353 0,'0'-25'0,"0"25"16,0 0-16,0-25 0,-25 25 0,25 0 0,0-25 0,0 25 15,0 0-15,0-24 0,-24 24 0,24 0 0,0 0 16,0-25-16,-25 25 0,25 0 0,0 0 0,0-25 15,-25 25-15,25 0 0,0 0 0,0 0 0,-25 0 0,25 0 16,0 0-16,-25 0 0,25 25 0,0-25 0,-24 0 0,24 0 16,0 25-16,-25-25 0,25 24 0,0-24 0,0 25 15,-25-25-15,25 25 0,0 0 0,0-25 0,-25 25 16,25-1-16,0-24 0,0 25 0,0-25 0,0 25 15,0-25-15,0 25 0,0-25 0,25 25 0,-25-25 16,0 24-16,0-24 0,25 0 0,-25 25 0,25-25 0,-25 0 16,0 0-16,24 0 0,1 0 0,-25 25 0,25-25 0,-25 0 15,25 0-15,0 0 0,-25 0 0,24 0 0,1-25 16,-25 25-16,25 0 0,0 0 0,0 0 0,-25 0 15,24 0-15,-24-25 0,25 25 0</inkml:trace>
  <inkml:trace contextRef="#ctx0" brushRef="#br0" timeOffset="179057.2415">10517 12427 0,'25'0'0,"-25"-25"0,0 25 0,0 0 16,0-24-16,0 24 0,-25 0 0,25-25 0,0 25 0,0 0 15,0-25-15,0 25 0,0 0 0,0 0 0,0-25 16,-25 25-16,25 0 0,0 0 0,0-25 0,0 25 0,0 0 16,0 0-16,-24 0 0,24 0 0,0 0 0,0 0 15,-25-24-15,25 24 0,0 0 0,-25 0 0,25 0 16,0 0-16,-25 24 0,25-24 0,0 0 0,-25 0 15,25 0-15,0 0 0,-24 25 0,24-25 0,0 0 0,0 25 16,-25-25-16,25 25 0,0-25 0,0 25 0,0-25 0,0 24 16,0-24-16,-25 25 0,25-25 0,0 0 0,0 25 15,0-25-15,25 0 0,-25 25 0,0-25 0,0 0 16,0 0-16,0 25 0,0-25 0,0 0 0,0 0 0,25 0 15,-25 0-15,0 0 0,0 0 0,0 0 0,24 0 16,-24 0-16,0 0 0,0 0 0,25 0 0,-25 0 0,0 0 16,25 0-16,-25 0 0,25-25 0,-25 25 0,0 0 15,25 0-15,-25-25 0,0 25 0,24 0 0,-24-25 0,0 25 16,25-25-16,-25 25 0,0 0 0,25-24 0,-25 24 15,0-25-15,0 25 0,25-25 0,-25 25 0,0 0 16,0-25-16,0 25 0,0 0 0,0 0 0,0 0 0,0 0 78,0 0-78,0 0 0,0 0 0,0 0 0,0 0 0,0 0 0,0 0 0,0 25 0,0-25 0,0 0 0,0 25 0,0-25 0,0 25 0,0-25 0,0 24 0,-25-24 0,25 0 0,0 25 0,0-25 0,0 25 0,0-25 0,0 25 0,0-25 0,25 0 0,-25 25 0,0-25 0,0 0 16,0 24-16,0-24 0,0 0 0,0 25 0,0-25 15,0 0-15,0 0 0,0 0 0,0 25 0,25-25 0,-25 0 16,0 0-16,0 0 0,24 0 0,-24 0 0,0 0 15,25 0-15,-25 0 0,25 0 0,-25-25 0,0 25 16,25 0-16,-25 0 0,25-25 0,-25 25 0,0 0 0,24 0 16,-24-24-16,25 24 0,-25-25 0,0 25 0,25 0 15,-25-25-15,0 25 0,0-25 0,25 25 0,-25-25 0,0 25 16,0-24-16,0 24 0,0 0 0,0-25 0,0 25 15,0 0-15,0-25 0,0 25 0,0 0 0,0 0 16,0 0-16,0 0 0,0 0 0,-25 0 0,25 0 0,0 0 16,0 0-16,0 0 0,-25 0 0,25 0 0,0 25 15,0-25-15,-25 0 0,25 0 0,0 25 0,0-25 0,0 0 16,-24 24-16,24-24 0,0 0 0,0 25 0,0-25 15,0 25-15,0-25 0,0 25 0,0-25 0,0 25 16,0-25-16,0 24 187</inkml:trace>
  <inkml:trace contextRef="#ctx0" brushRef="#br0" timeOffset="179218.2507">11112 11956 0,'25'0'0,"-25"-25"0,0 25 0,-25 0 0,25 0 0,0 0 0,0 0 0,0 0 0,0 0 0,0 0 0,0 25 0,0-25 0,-24 0 0,24 25 0,0-25 0,0 24 0,-25-24 0,25 25 0,0 0 0,0-25 0,-25 25 0,25 0 0,0-25 0,-25 24 16,25 1-16,0-25 0,-25 25 0,25-25 0,-24 25 16,24 0-16,0-25 0</inkml:trace>
  <inkml:trace contextRef="#ctx0" brushRef="#br0" timeOffset="181036.3547">11931 12154 0,'0'-25'0,"0"25"0,0 0 0,-25 0 0,25 0 16,0 0-16,0-24 0,0 24 0,0 0 0,0 0 16,0 0-16,0 0 0,0 0 0,0 0 0,0 0 15,0 0-15,0 0 0,0 0 0,0 0 0,0 0 0,0 0 16,0 0-16,0 0 0,0 0 0,0 0 0,0 0 15,0 0-15,0 0 0,0 0 0,0 0 0,0 0 0,0 0 16,0 0-16,0 0 0,0 0 0,0 0 0,0 0 16,0 0-16,0 24 0,0-24 0,0 0 0,0 0 15,0 25-15,0-25 0,0 25 0,0-25 0,-25 25 0,25 0 16,0-25-16,0 25 0,0-25 0,0 24 0,0-24 15,0 25-15,0-25 0,0 25 0,0-25 0,0 25 16,0-25-16,0 0 0,0 25 0,0-25 0,0 0 0,0 0 16,0 24-16,-24-24 0,24 0 0,0 0 0,0 0 0,0 0 15,0 0-15,0 0 0,0 0 0,0 0 0,0 0 16,0 0-16,0 0 0,0 0 0,0 0 0,0 0 15,0 0-15,0 0 0,0 0 0,0-24 0,0 24 0,0 0 16,0 0-16,0-25 0,24 25 0,-24-25 0,0 25 16,0-25-16,0 25 0,25-25 0,-25 25 0,0-24 15,25 24-15,-25-25 0,25 25 0,-25-25 0,0 25 0,25 0 16,-25-25-16,24 25 0,-24 0 0,0 0 0,25 0 15,-25-25-15,0 25 0,0 0 0,0 0 0,25 0 0,-25 25 16,0-25-16,0 0 0,0 0 0,25 0 0,-25 25 16,0-25-16,0 0 0,0 25 0,0-25 0,0 0 0,0 25 15,0-25-15,0 24 0,0-24 0,0 25 0,0-25 16,0 25-16,-25-25 0,25 25 0,0-25 0,0 25 15,0-25-15,0 24 0,-25-24 0,25 25 0,0-25 0,0 0 16,0 25-16,0-25 0,0 0 0,0 25 0,0-25 16,0 0-16,0 0 0,0 0 0,0 0 0,25 0 0,-25 0 15,0 0-15,0 0 0,25 0 0,-25 0 0,25 0 16,-25 0-16,24-25 0,-24 25 0,25 0 0,0-25 0,-25 25 15,25 0-15</inkml:trace>
  <inkml:trace contextRef="#ctx0" brushRef="#br0" timeOffset="181538.3834">12353 12328 0,'0'-25'0,"0"25"0,0 0 16,0 0-16,0-25 0,0 25 0,0 0 0,0-24 15,0 24-15,0 0 0,-25-25 0,25 25 0,0 0 0,0 0 16,0-25-16,0 25 0,0 0 0,0 0 0,-25-25 16,25 25-16,0 0 0,0 0 0,0 0 0,0 0 0,-25 0 15,25 0-15,0 25 0,-24-25 0,24 0 0,0 25 16,-25-25-16,25 25 0,0-25 0,0 24 0,-25-24 0,25 25 15,0 0-15,0-25 0,-25 25 0,25 0 0,0-25 16,0 24-16,0-24 0,0 25 0,0-25 0,0 25 16,0-25-16,0 25 0,0-25 0,25 0 0,-25 0 0,0 25 15,0-25-15,0 0 0,25 0 0,-25 0 0,0 0 16,0 0-16,25 0 0,-25 0 0,0 0 0,24 0 0,-24 0 15,0-25-15,25 25 0,-25 0 0,25 0 0,-25-25 16,0 25-16,25 0 0,-25-25 0,0 25 0,0-25 16,25 25-16,-25-24 0,0 24 0,0 0 0,0-25 0,24 25 15,-24 0-15,0-25 0,0 25 0,0 0 0,0 0 16,0 0-16,0 0 0,0 0 0,0 0 0,0 0 0,0 25 15,0-25-15,0 25 0,-24-25 0,24 24 0,0-24 16,0 25-16,0-25 0,0 25 0,0 0 0,0 0 16,0-1-16,0-24 0,0 25 0,0 0 0,0 0 0,-25 0 15,25-25-15,0 24 0,0 1 0,0 0 0,0 0 0,0-25 16,0 25-16,-25-1 0,25-24 0,0 25 0,0-25 15,0 25-15,-25-25 0,25 25 0,0-25 0,-25 0 16,25 0-16,-24 25 0,24-25 0,-25 0 0,25 0 0,-25 0 16,25 0-16,0 0 0,-25 0 0,25 0 0,-25 0 15,25 0-15,-25 0 0,25 0 0,0-25 0,-24 25 16,24 0-16,-25 0 0,25-25 0,0 25 0,0 0 0,-25 0 15,25-25-15,0 25 0,0 0 0,0 0 0,0 0 16,-25-25-16,25 25 0,0 0 0,0 0 0,-25 0 16,25-24-16,0 24 0,0 0 0</inkml:trace>
  <inkml:trace contextRef="#ctx0" brushRef="#br0" timeOffset="182743.4524">11013 12402 0,'0'-24'0,"0"24"0,0 0 0,0 0 16,0 0-16,0 0 0,0 0 0,0 0 0,0 0 15,0 0-15,0 0 0,0 0 0,0 0 0,0 0 16,0 0-16,0 0 0,0 0 0,0 0 0,0 0 0,0 0 16,-25-25-16,25 25 0,0 0 0,0 0 0,0 0 0,0 0 15,0 0-15,0 0 0,0 0 0,0 0 0,-24 0 16,24 0-16,0 0 0,0 0 0,0 0 0,-25 0 15,25 0-15,0 0 0,0 0 0,0 0 0,-25 0 0,25 0 16,0 0-16,-25 0 0,25 0 0,0 25 0,-25-25 16,25 0-16,0 0 0,0 0 0,-24 0 0,24 0 0,0 0 15,-25 0-15,25 0 0,0 0 0,0 0 0,-25 0 16,25 0-16,0 0 0,0 0 0,0 0 0,0 0 0,-25 24 15,25-24-15,0 0 0,0 0 0,0 0 0,0 0 16,0 0-16,0 0 0,-25 25 0,25-25 0,0 0 16,0 0-16,0 0 0,0 25 0,0-25 0,0 0 0,0 25 15,-24-25-15,24 0 0,0 25 0,0-25 0,0 0 16,0 24-16,0-24 0,0 25 0,24-25 0,-24 0 15,0 25-15,0-25 0,0 0 0,0 25 0,0-25 0,25 0 16,-25 25-16,0-25 0,0 0 0,25 24 0,-25-24 16,0 0-16,25 25 0,-25-25 0,0 0 0,25 25 0,-25-25 15,24 0-15,-24 0 0,0 0 0,25 0 0,-25 25 16,25-25-16,-25 0 0,25 0 0,-25 0 0,25 0 15,-1 0-15,-24-25 0,25 25 0,-25 0 0,25 0 0,0 0 16,-25-25-16,25 25 0,-25 0 0,24 0 0,-24-25 16,25 25-16,-25 0 0,25 0 0,-25-24 0,0 24 0,0 0 15,25 0-15,-25 0 0,0 0 0,0 0 0,0 0 0,0 0 16,0 0-16,0 0 0,0 0 0</inkml:trace>
  <inkml:trace contextRef="#ctx0" brushRef="#br0" timeOffset="184023.5256">12402 12204 0,'0'0'0,"0"0"0,0 0 0,0 0 16,0 0-16,0 0 0,0 0 0,0 0 0,25 0 0,-25 0 15,0 0-15,0 0 0,0 0 0,25 0 0,-25 0 16,0-25-16,0 25 0,25 0 0,-25 0 0,0 0 16,25-25-16,-25 25 0,24 0 0,-24-25 0,25 25 0,-25 0 15,25-24-15,-25 24 0,25-25 0,-25 25 0,25 0 16,-25-25-16,24 25 0,-24-25 0,25 25 0,-25-25 15,0 25-15,25 0 0,-25-24 0,25 24 0,-25-25 0,0 25 16,0 0-16,25-25 0,-25 25 0,0-25 0,0 25 16,0 0-16,0-25 0,0 25 0,0-24 0,0 24 15,0-25-15,0 25 0,0 0 0,0-25 0,-25 25 0,25 0 16,0-25-16,0 25 0,-25 0 0,25-25 0,0 25 0,-25 0 15,25 0-15,0-24 0,0 24 0,-25 0 0,25 0 16,0 0-16,-24 0 0,24 0 0,0-25 0,-25 25 16,25 0-16,0 0 0,0 0 0,0 0 0,-25 25 0,25-25 15,0 0-15,0 0 0,0 0 0,0 0 0,0 0 0,0 24 16,0-24-16,-25 0 0,25 25 0,0-25 0,0 25 15,0-25-15,0 25 0,0-25 0,0 25 0,0-1 16,0 1-16,0-25 0,0 25 0,-25 0 0,25 0 0,0-1 16,0-24-16,0 25 0,0 0 0,0 0 0,0-25 15,0 25-15,0-1 0,-24 1 0,24-25 0,0 25 0,0 0 16,0 0-16,0-25 0,0 25 0,-25-1 0,25-24 15,0 25-15,0-25 0,0 25 0,0-25 0,0 25 16,0-25-16,0 0 0,0 25 0,-25-25 0,25 0 16,0 0-16,0 0 0,25 0 0,-25 24 0,0-24 0,0 0 15,0 0-15,0 0 0,0 0 0,0 0 0,0 0 16,0 0-16,0-24 0,0 24 0,0 0 0,25 0 0,-25 0 15,0 0-15,0-25 0,24 25 0,-24 0 0,0-25 16,25 25-16,-25 0 0,25-25 0,-25 25 0,0-25 0,25 25 16,-25-24-16,25 24 0,-25 0 0,24-25 0,-24 25 15,0 0-15,0 0 0,25 0 0,-25 0 0,0 0 0,0 0 16,0 0-16,0 0 0,0 0 0,0 25 0,0-25 15,0 0-15,0 24 0,0-24 0,0 0 0,0 25 0,0-25 16,0 25-16,0-25 0,0 25 0,0-25 0,0 25 16,0-25-16,0 24 0,0-24 0,0 0 0,0 25 15,0-25-15,0 0 0,0 0 0,0 25 0,0-25 0,0 0 16,0 0-16,0 0 0,0 25 0,0-25 0,0 0 15,0 0-15,25 0 0,-25 0 0,0 0 0,0 0 16,0 0-16,0 0 0,0 0 0,25 0 0,-25 0 0</inkml:trace>
  <inkml:trace contextRef="#ctx0" brushRef="#br0" timeOffset="184582.5575">13022 12303 0,'0'-25'0,"0"25"15,0 0-15,0 0 0,0 0 0,0-24 0,0 24 0,0 0 16,0 0-16,0 0 0,0 0 0,0 0 0,0 0 15,0 0-15,0 0 0,0 0 0,0 0 0,0 0 0,0 0 16,0 0-16,0 0 0,0 0 0,-24 0 0,24 0 16,0 0-16,0 0 0,0 0 0,0 0 0,0 24 15,0-24-15,0 25 0,0-25 0,0 25 0,0-25 0,-25 25 16,25-25-16,0 25 0,0-25 0,0 24 0,0-24 15,0 25-15,0 0 0,0-25 0,25 25 0,-25-25 0,0 25 16,0-25-16,0 0 0,0 24 0,24-24 0,-24 0 16,0 25-16,0-25 0,25 0 0,-25 0 0,0 0 15,25 0-15,-25 0 0,0 0 0,25 0 0,-25 0 0,25 0 16,-25-25-16,24 25 0,-24 0 0,25 0 0,-25-24 15,25 24-15,-25 0 0,25-25 0,-25 25 0,25 0 16,-25-25-16,25 25 0,-25-25 0,0 25 0,24 0 0,-24-25 16,0 25-16,0-24 0,0 24 0,0-25 0,0 25 0,0 0 15,0-25-15,0 25 0,0 0 0,0-25 0,0 25 16,0 0-16,0-25 0,0 25 0,0 0 0,0 0 15,0-24-15,0 24 0,-24 0 0,24 0 0,0 0 0,0 0 16,0-25-16,0 25 0,-25 0 0,25 0 0,0 0 16,0 0-16,0 0 0,0 0 0,0 0 0,-25 25 15,25-25-15,0 0 0,0 0 0,0 24 0,-25-24 0,25 0 16,0 25-16,0-25 0,0 25 0,-25-25 0,25 25 15,0-25-15,0 25 0,0-25 0,0 24 0,0 1 0,0-25 16,0 25-16,0-25 0,0 25 0,0-25 0,0 25 16,0-25-16,25 0 0,-25 24 0,0-24 0,0 0 0,25 25 15,-25-25-15,0 0 0,0 0 0,25 25 0,-25-25 16,25 0-16,-25 0 0,24 0 0,-24-25 0,25 25 16,-25 0-16,25 0 0,-25 0 0,25-25 0,0 25 0,-25 0 15,24-24-15,-24 24 0,0 0 0,25-25 0,-25 25 16,0-25-16,0 25 0,0-25 0,25 25 0</inkml:trace>
  <inkml:trace contextRef="#ctx0" brushRef="#br0" timeOffset="185218.5939">13469 12278 0,'0'0'0,"0"0"0,0 0 0,0 0 0,0 0 15,0-24-15,0 24 0,0 0 0,0 0 0,0 0 16,0 0-16,0 0 0,0 24 0,0-24 0,0 0 0,0 0 15,0 0-15,0 25 0,0-25 0,0 0 0,0 25 16,0-25-16,0 25 0,0-25 0,0 0 0,0 25 16,0-25-16,0 24 0,0-24 0,0 25 0,0-25 0,0 25 15,0-25-15,0 0 0,0 25 0,0-25 0,0 0 16,0 25-16,0-25 0,0 0 0,0 0 0,0 24 0,0-24 15,0 0-15,0 0 0,0 0 0,0 0 0,0 0 16,0 0-16,0 0 0,0 0 0,0 0 0,0 0 0,0 0 16,0 0-16,0 0 0,0 0 0,0 0 0,0-24 15,0 24-15,0 0 0,0-25 0,0 25 0,25 0 16,-25-25-16,0 25 0,0-25 0,0 25 0,25-25 0,-25 1 15,0 24-15,0-25 0,24 0 0,-24 25 0,0-25 16,25 25-16,-25-25 0,0 25 0,25-24 0,-25 24 0,0 0 16,25 0-16,-25-25 0,0 25 0,0 0 0,25 0 15,-25 0-15,0 0 0,0 25 0,0-25 0,0 0 16,0 0-16,0 24 0,0-24 0,24 0 0,-24 25 0,0-25 15,0 25-15,0-25 0,0 25 0,0-25 0,0 25 16,0-25-16,-24 24 0,24-24 0,0 25 0,0-25 0,0 0 16,0 25-16,0-25 0,0 0 0,0 25 0,0-25 15,0 0-15,0 25 0,0-25 0,0 0 0,0 0 16,0 0-16,0 0 0,0 0 0,0 0 0,0 0 0,0 0 15,0 0-15,0 0 0,0 0 0,24 0 0,-24 0 16,0 0-16,0-25 0,0 25 0,25 0 0,-25-25 0,25 25 16,-25 0-16,0-25 0,25 25 0,-25-25 0,25 25 15,-25-24-15,0 24 0,24-25 0,-24 25 0,0 0 0,25-25 16,-25 25-16,0 0 0,0 0 0,25-25 0,-25 25 15,0 0-15,0 0 0,0 0 0,0 0 0,0 0 16,0 0-16,0 25 0,0-25 0,0 0 0,0 0 0,0 25 16,0-25-16,0 0 0,0 25 0,0-25 0,0 24 0,0-24 15,0 25-15,0-25 0,0 25 0,0-25 0,0 25 16,0-25-16,0 25 0,0-25 0,0 24 0,25-24 15,-25 0-15,0 25 0,0-25 0,0 25 0,0-25 0,0 0 16,25 0-16,-25 25 0,0-25 0,24 0 0,-24 0 16,0 0-16,0 0 0,25 0 0,-25 0 0,0 0 15,25 0-15,-25-25 0,0 25 0,25 0 0,-25 0 0,0-25 16,0 25-16,0-25 0,0 25 0</inkml:trace>
  <inkml:trace contextRef="#ctx0" brushRef="#br0" timeOffset="185545.6126">13246 12030 0,'0'0'0,"0"0"0,0 0 0,0 0 16,0 0-16,0-25 0,0 25 0,0 0 0,0 0 0,0 0 16,0 0-16,0 0 0,25-24 0,-25 24 0,0 0 0,24 0 15,-24 0-15,0 0 0,25 0 0,-25-25 0,25 25 16,-25 0-16,0 0 0,25 0 0,-25 0 0,25 0 15,-25 0-15,0 0 0,24 0 0,-24 0 0,0 0 0,25 0 16,-25 0-16,0 25 0,25-25 0,-25 0 0,0 0 16,25 24-16,-25-24 0,0 25 0,0-25 0,0 25 15,25-25-15,-25 25 0,0 0 0,0-25 0,0 24 0,0 1 16,0 0-16,0 0 0,0-25 0,0 25 0,0 0 15,0-1-15,0 1 0,0 0 0,0 0 0,0 0 0,-25-1 16</inkml:trace>
  <inkml:trace contextRef="#ctx0" brushRef="#br0" timeOffset="185788.6265">13271 12973 0,'-25'0'0,"25"0"16,0 0-16,0 0 0,0 0 0,0 0 0,0 0 0,0 0 15,0 0-15,0 0 0,0 0 0,0 0 0,0 0 16,0 0-16,0 0 0,0 0 0,0 0 0,0 0 16,0 0-16,0 0 0,0 0 0,0 0 0,0 0 0,25 0 15,-25-25-15,0 25 0,0 0 0,0 0 0,0-25 16,0 25-16,0-25 0,0 25 0,0-24 0,0 24 0,0-25 15,0 25-15,0-25 0,0 0 0,0 25 0</inkml:trace>
  <inkml:trace contextRef="#ctx0" brushRef="#br0" timeOffset="185972.6371">13196 11931 0,'0'0'0,"0"0"0,0 0 16,-25 0-16,25-25 0,0 25 0,0 0 0,0 0 15,0 0-15,0 0 0,0-25 0,0 25 0,0 0 16,0 0-16,0 0 0,0 0 0,0 0 0,0 0 0,0 0 16,0 0-16,0 25 0,0-25 0,0 0 0,0 0 0,0 0 15,0 0-15,0 25 0</inkml:trace>
  <inkml:trace contextRef="#ctx0" brushRef="#br0" timeOffset="186563.6709">14982 11832 0,'0'0'0,"0"0"15,-25 0-15,25 0 0,0 0 0,0 0 0,0 0 16,-25 0-16,25 0 0,0 0 0,0 25 0,0-25 16,0 0-16,0 24 0,0-24 0,-24 0 0,24 25 0,0 0 15,0 0-15,0-25 0,0 25 0,0-1 0,0 1 16,-25 0-16,25 0 0,0 0 0,0-1 0,0 1 0,0 0 15,0 0-15,0 0 0,-25 0 0,25-1 0,0 1 16,0-25-16,0 25 0,0 0 0,0 0 0,0-25 0,0 24 16,-25 1-16,25-25 0,0 0 0,0 25 0,0-25 15,0 25-15,0-25 0,0 0 0,0 0 0,0 0 16,0 0-16,0 25 0,0-25 0,-25 0 0,25 0 0,0 0 15,0-25-15,0 25 0,0 0 0,-24 0 0,24-25 0,0 25 16,0 0-16,0-25 0,0 25 0</inkml:trace>
  <inkml:trace contextRef="#ctx0" brushRef="#br0" timeOffset="187478.7232">14759 12328 0,'0'0'0,"0"0"0,0 0 0,25 0 16,-25 0-16,0-25 0,0 25 0,0 0 0,24 0 0,-24 0 16,0-25-16,25 25 0,-25 0 0,25-24 0,-25 24 0,25 0 15,0 0-15,-25-25 0,24 25 0,-24 0 0,25 0 16,0 0-16,-25 0 0,25 0 0,-25 0 0,25 0 15,-25 0-15,24 0 0,-24 0 0,0 0 0,25 0 0,-25 0 16,0 25-16,25-25 0,-25 0 0,0 0 0,0 0 16,0 24-16,0-24 0,0 0 0,0 25 0,0-25 0,0 0 15,0 0-15,0 25 0,0-25 0,0 25 0,0-25 16,0 0-16,-25 25 0,25-25 0,0 24 0,0-24 15,0 0-15,0 25 0,-25-25 0,25 25 0,0-25 16,0 25-16,0-25 0,0 25 0,0-25 0,0 24 0,0-24 16,0 25-16,0-25 0,0 25 0,0-25 0,0 0 0,0 25 15,0-25-15,0 0 0,25 0 0,-25 0 16,0 25-16,0-25 0,25 0 0,-25 0 0,0 0 0,25 0 15,-25-25-15,0 25 0,25 0 0,-25 0 0,0 0 16,0-25-16,24 25 0,-24 0 0,0 0 0,0-25 0,0 25 16,0-25-16,25 25 0,-25 0 0,-25-24 0,25 24 0,0 0 15,0-25-15,0 25 0,0-25 0,0 25 0,0 0 16,-24-25-16,24 25 0,0-25 0,0 25 0,0 0 0,0 0 15,0-24-15,0 24 0,0 0 0,0 0 16,0 0-16,0 0 0,0 0 0,0-25 0,0 25 0,0 0 16,0 0-16,0 0 0,0 0 0,0 0 0,24-25 0,-24 25 15,0 0-15,0 0 0,25 0 0,-25 0 0,0-25 16,0 25-16,25 0 187,99 199-187,-149-175 0,25-24 0,0 25 0,0-25 16,0 0-16,0 25 0,0-25 0,0 0 0,0 25 0,-25-25 0,25 0 15,0 0-15,0 25 0,0-25 0,0 0 0,0 0 16,0 0-16,0 0 0,0 0 0,0 0 0,0 0 0,0 0 15,0 0-15,0 0 0,0-25 0,0 25 0,0 0 16,0 0-16,0-25 0,25 25 0,-25 0 0,0-25 0,0 25 16,0-25-16,0 25 0,25-24 0,-25 24 0,0-25 0,25 0 15,-25 25-15,25-25 0,-25 25 0,25-25 0,-25 25 0,24-24 16,-24 24-16,25-25 0,-25 25 0,25 0 0,-25-25 0,0 25 15,25 0-15,-25 0 0,25 0 0,-25 0 0,24 0 0,-24 0 0,0 0 16,0 0-16,25 25 0,-25-25 0,0 0 0,0 25 16,0-25-16,0 0 0,0 24 0,0-24 0,0 25 0,0-25 15,0 25-15,0-25 0,-25 25 0,25-25 0,0 25 0,0-25 16,0 24-16,0-24 0,0 25 0,0-25 0,-24 25 15,24-25-15,0 25 0,0-25 0,0 25 0,0-25 0,0 24 16,0-24-16,0 0 0,0 0 0,0 25 0,0-25 16,0 0-16,0 0 0,24 0 0,-24 0 0,0 0 0,0 0 15,0 0-15,25-25 0,-25 25 0,0 0 0,0 0 0,25-24 0,-25 24 0,0 0 16,0-25-16,0 25 0,0-25 0,0 25 15,25-25-15,-25 25 0</inkml:trace>
  <inkml:trace contextRef="#ctx0" brushRef="#br0" timeOffset="187849.7444">15056 12030 0,'-24'0'0,"24"0"0,0 0 15,0 0-15,0 0 0,0 0 0,0 0 0,0 0 0,0-25 16,0 25-16,0 0 0,0 0 0,0 0 0,24 0 15,-24-24-15,0 24 0,25 0 0,-25 0 0,0-25 16,25 25-16,-25 0 0,25 0 0,-25 0 0,0-25 0,25 25 16,-25 0-16,0 0 0,0-25 0,24 25 0,-24 0 15,0 0-15,0 0 0,25 0 0,-25 0 0,0 0 16,0 0-16,0 0 0,0 0 0,25 25 0,-25-25 0,0 0 15,0 0-15,25 25 0,-25-25 0,0 0 0,0 25 16,25-25-16,-25 0 0,0 24 0,0-24 0,24 0 0,-24 25 16,0-25-16,0 0 0,25 0 0,-25 0 0,0 25 0,0-25 15,25 0-15,-25 0 0,0-25 0,25 25 0,-25 0 16</inkml:trace>
  <inkml:trace contextRef="#ctx0" brushRef="#br0" timeOffset="188135.7608">15528 11757 0,'0'0'0,"0"0"0,0 0 16,0 0-16,0 0 0,25 0 0,-25 0 0,0 0 0,24 0 0,-24 0 15,25 0-15,-25-24 0,25 24 0,0 0 0,-25 0 16,25 0-16,-1 0 0,-24 0 0,25 0 0,0 0 15,-25 0-15,25 0 0,0 0 0,-25 0 0,24 24 0,-24-24 16,0 0-16,25 0 0,-25 0 0,0 0 0,0 0 16</inkml:trace>
  <inkml:trace contextRef="#ctx0" brushRef="#br0" timeOffset="188289.7696">14833 12030 0,'0'25'16,"0"-25"-16,0 0 0,0 0 0,0-25 0,25 25 0,-25 0 15,25 0-15,-25 0 0,25 0 0,-1 0 0,1 0 16,-25 0-16,25 0 0,0 0 0,0 0 0,-1 0 0,1 0 15,-25 0-15,25 0 0,0 0 0,0 0 16,-25 0-16,24 0 0,1 0 0,-25 0 0,25 25 0,-25-25 16,25 0-16</inkml:trace>
  <inkml:trace contextRef="#ctx0" brushRef="#br0" timeOffset="189025.8117">16743 11881 0,'0'0'0,"0"-24"0,0 24 0,0 0 0,0 0 16,0 0-16,0 0 0,0 0 0,0 0 0,0 0 15,0 0-15,0 0 0,0 0 0,0 0 0,-25 0 0,25 0 16,0 24-16,0-24 0,0 25 0,0-25 0,0 25 15,-24 0-15,24 0 0,0-1 0,0 1 0,0 0 16,-25 0-16,25 0 0,0-1 0,0 1 0,-25 0 0,25 0 16,0 0-16,0 0 0,-25-1 0,25 1 0,0 0 15,0 0-15,-25 0 0,25-1 0,0-24 0,0 25 16,0 0-16,-24-25 0,24 25 0,0 0 0,0-25 0,0 0 15,-25 24-15,25-24 0,0 0 0,0 25 0,0-25 16,-25 0-16,25 0 0,0 0 0,0 0 0,0 0 0,0 0 16,-25 0-16,25 0 0,0 0 0,0 0 0,0-25 15,-25 25-15,25 0 0,0-24 0,0 24 0,0-25 0,0 0 16,-24 25-16,24-25 0,0 25 0,0-25 0,0 1 15,0 24-15,0-25 0,0 25 0,0-25 0,24 25 16,-24-25-16,0 25 0,0 0 0,0-25 0,0 25 0,25 0 16,-25 0-16,0-24 0,25 24 0,-25 0 0,25 0 15,-25 0-15,25-25 0,-1 25 0,-24 0 0,25 0 16,0 0-16,0 0 0,-25 0 0,25 0 0,-1 0 0,1 0 15,0 0-15,0 0 0,0 0 0,-25 0 0,24 0 0,1 0 16,0 0-16,-25 0 0,25 0 0,0 0 0,-25 25 16,24-25-16,-24 0 0,25 0 0,-25 0 0,25 24 15,-25-24-15</inkml:trace>
  <inkml:trace contextRef="#ctx0" brushRef="#br0" timeOffset="189698.8502">17140 12278 0,'0'0'0,"0"0"0,0-24 0,0 24 0,0 0 15,0 0-15,-25 0 0,25-25 0,0 25 0,0 0 0,0 0 16,0 0-16,-25-25 0,25 25 0,0 0 0,0 0 15,-24 0-15,24-25 0,0 25 0,0 0 0,-25 0 0,25 0 16,0 0-16,-25 0 0,25 0 0,0-25 0,-25 50 16,25-25-16,-25 0 0,25 0 0,-24 0 0,24 0 15,0 0-15,-25 25 0,25-25 0,-25 0 0,25 25 0,-25-25 16,25 25-16,0-25 0,-25 24 0,25-24 0,0 25 0,0-25 15,-24 25-15,24-25 0,0 25 0,0-25 0,0 25 16,0-25-16,0 24 0,24-24 0,-24 0 0,0 25 16,0-25-16,0 0 0,25 25 0,-25-25 0,0 0 0,0 0 15,25 25-15,-25-25 0,0 0 0,25 0 0,-25 0 16,25 0-16,-25 0 0,0 0 0,24 0 0,-24 0 0,25 0 15,-25-25-15,25 25 0,-25 0 0,0 0 0,25-25 16,-25 25-16,25 0 0,-25-25 0,0 25 0,24 0 16,-24-24-16,0 24 0,0-25 0,25 25 0,-25-25 15,0 25-15,0 0 0,0-25 0,0 25 0,0-25 0,0 25 16,0 0-16,0-24 0,0 24 0,0 0 0,0 0 0,0 0 15,0 0-15,0 0 0,0 0 0,0 0 0,0 0 16,0 0-16,0 0 0,0 0 0,0 0 0,0 0 16,0 0-16,0 0 0,0 0 0,-25 24 0,25-24 0,0 0 15,0 0-15,0 25 0,0-25 0,0 0 0,0 25 16,0-25-16,0 25 0,0-25 0,0 0 0,0 25 15,-24-25-15,24 24 0,24-24 0,-24 0 0,0 25 0,0-25 16,0 25-16,0-25 0,0 0 0,0 0 0,0 25 16,0-25-16,0 0 0,25 0 0,-25 0 0,0 25 0,0-25 15,0 0-15,25 0 0,-25 0 0,0 0 0,0 0 16,25 0-16,-25 0 0,0 0 0,25 0 0,-25-25 0,0 25 15,24 0-15,-24 0 0,0 0 0,25-25 0,-25 25 16,0 0-16,0-25 0,25 25 0,-25 0 0,0-25 16,0 25-16,25-24 0,-25 24 0,0 0 0,0-25 0,0 25 15,0-25-15,0 25 0,25 0 0,-25-25 0,0 25 16,0 0-16,0 0 0,0-25 0,0 25 0,0 0 15,0 0-15,0 0 0,-25 0 0,25 25 0,0-25 0,0 0 16,0 0-16,0 0 0,0 25 0,0-25 0,0 25 0,0-25 16,0 0-16,0 25 0,0-25 0,0 24 15,0-24-15,0 25 0,0-25 0,0 0 0,0 25 0,0-25 16,0 0-16,0 25 0,0-25 0,0 0 0,0 0 0,0 0 15,0 0-15,0 0 0,0 0 0,0 0 0,0 0 16,0 0-16,0 0 0,0 0 0,25 0 0,-25 0 0,0-25 16,0 25-16,24-25 0</inkml:trace>
  <inkml:trace contextRef="#ctx0" brushRef="#br0" timeOffset="189874.8602">17487 12030 0,'0'0'0,"0"0"0,0 0 0,0 0 0,0 0 0,0 0 16,0 0-16,0 0 0,0 0 0,0 0 0,0 0 0,0 25 15,0-25-15,0 0 0,0 0 0,0 25 0,0-25 16,0 25-16,0-25 0,0 24 0,-25-24 0</inkml:trace>
  <inkml:trace contextRef="#ctx0" brushRef="#br0" timeOffset="190025.8689">17239 12750 0,'0'0'0,"0"0"16,0 24-16,0-24 0,0 0 0,0 0 0,0 0 15,0 0-15,0 0 0,0 0 0,0 0 0,0 0 16,0 0-16,0 25 0,0-25 0,0 0 0,0 0 0,0 0 15,0 0-15,0 0 0,0 0 0,0 0 0,0 0 16,0 0-16,0-25 0,0 25 0,0 0 0,0 0 16,0 0-16</inkml:trace>
  <inkml:trace contextRef="#ctx0" brushRef="#br0" timeOffset="191744.9672">18604 12303 0,'0'0'0,"0"0"0,0 0 16,0 0-16,0 0 0,0 0 0,0 0 0,0 0 16,0 0-16,0 0 0,0-25 0,0 25 0,0 0 0,0 0 15,0 0-15,0 0 0,0 0 0,0 0 0,0 0 16,0 0-16,0 0 0,0 0 0,0 0 0,0-24 15,0 24-15,0 0 0,0 0 0,0 0 0,0 0 0,0 0 16,0 0-16,0 0 0,0 0 0,0 0 0,0 0 16,24 0-16,-24 0 0,0 0 0,0 0 0,0 0 15,0 0-15,0 0 0,0 0 0,0 0 0,0 0 0,0 0 16,0 0-16,0 0 0,0 0 0,0 0 0,0 0 0,0 0 15,0 0-15,0 0 0,0-25 0,0 25 0,0 0 16,0 0-16,0 0 0,0 0 0,0 0 0,0 0 0,0 0 16,0 0-16,0 0 0,0 0 0,0 0 0,0 0 15,0 0-15,0 0 0,0 0 0,0 0 0,0 0 16,0 25-16,0-25 0,0 0 0,0 0 0,0 0 0,0 0 15,0 0-15,0 0 0,0 0 0,0 0 0,-24 0 16,24 0-16,0 0 0,0 0 0,0 0 0,0 0 0,0 0 16,0 24-16,0-24 0,0 0 0,0 25 15,0-25-15,0 0 0,-25 25 0,25-25 0,0 0 0,0 25 16,0-25-16,0 25 0,0-25 0,0 0 0,0 24 0,0-24 15,0 0-15,0 0 0,0 25 0,0-25 0,0 0 16,0 0-16,0 0 0,0 0 0,0 25 0,0-25 16,0 0-16,0 0 0,0 0 0,0 0 0,25 0 0,-25 0 15,0 0-15,24 0 0,-24 0 0,0 0 0,25 0 16,-25 0-16,25 0 0,-25 0 0,25 0 0,-25 0 0,0 0 15,25 0-15,-25 0 0,24 0 0,-24 25 0,0-25 16,25 0-16,-25 0 0,25 0 0,-25 0 0,25 0 0,-25 0 16,0 0-16,25 0 0,-25 0 0,24 0 0,-24 0 15,25 0-15,-25 0 0,25-25 0,-25 25 0</inkml:trace>
  <inkml:trace contextRef="#ctx0" brushRef="#br0" timeOffset="192096.9873">19100 11931 0,'0'0'0,"0"0"0,0 0 0,0 0 0,0 0 15,0-25-15,0 25 0,0 0 0,0 0 0,-25 0 0,25 0 16,0 0-16,0 0 0,0 0 0,0 0 0,0 25 15,0-25-15,0 0 0,0 0 0,-25 25 0,25-25 0,0 25 16,0-25-16,0 24 0,-25 1 0,25-25 0,0 25 16,0 0-16,-25 0 0,25-25 0,0 24 0,0 1 15,-24 0-15,24 0 0,0 0 0,0-25 0,-25 25 0,25-1 16,0 1-16,0 0 0,0-25 0,0 25 0,-25 0 15,25-25-15,0 24 0,0 1 0,0-25 0,0 25 16,0-25-16,0 0 0,0 25 0,0-25 0,0 0 0,0 25 16,0-25-16,0 0 0,0 0 0,-25 24 0,25-24 15,0 0-15,0 0 0,0 0 0,0 0 0,0 0 0,0 0 16,0 0-16,0 0 0,0 0 0,0-24 0,0 24 15,0 0-15,-25 0 0,25-25 0,0 25 0,0 0 0,0-25 16,0 25-16</inkml:trace>
  <inkml:trace contextRef="#ctx0" brushRef="#br0" timeOffset="192304.9992">18852 12353 0,'-25'0'0,"25"-25"0,0 25 0,0 0 0,0 0 0,0 0 16,0-25-16,0 25 0,0 0 0,0 0 0,0 0 0,0 0 15,0 0-15,0 0 0,25 0 0,-25 0 0,24 0 16,-24 0-16,25 0 0,-25 0 0,25 0 0,0 0 16,-25 0-16,25 0 0,-1 0 0,-24 0 0,25 0 15,0 0-15,-25-25 0,25 25 0,0 0 0,-25 0 0,0-24 16,24 24-16,-24 0 0,0-25 0,25 25 0,-25 0 15,0-25-15</inkml:trace>
  <inkml:trace contextRef="#ctx0" brushRef="#br0" timeOffset="192480.0093">18653 11807 0,'0'0'0,"0"0"16,0-25-16,0 25 0,0 0 0,0 0 0,0 0 0,0 0 15,0 0-15,0 0 0,0 0 0,0 0 0,0 0 16,0 0-16,0 0 0,0 25 0,0-25 0,0 0 0,0 25 16,0-25-16,0 25 0,0-1 0,0-24 0,0 25 15,-25 0-15,25 0 0,0-25 0,0 25 0,0-1 0,-24-24 16,24 25-16,0-25 0,0 25 0,-25 0 0,25-25 15</inkml:trace>
  <inkml:trace contextRef="#ctx0" brushRef="#br0" timeOffset="193327.0577">19918 12179 0,'0'0'0,"0"0"15,0 0-15,0 0 0,0 0 0,0 0 0,0 0 16,0 0-16,0 0 0,0 0 0,0 0 0,0 0 15,0 0-15,0 0 0,0 0 0,0 0 0,0 0 0,0 0 16,0 0-16,0 25 0,0-25 0,25 0 0,-25 25 16,0-25-16,0 0 0,0 25 0,0-25 0,0 24 0,0-24 15,0 25-15,-25-25 0,25 25 0,0-25 0,0 25 16,0-25-16,0 25 0,0-25 0,0 24 0,-25-24 0,25 25 15,0-25-15,0 25 0,0-25 0,-24 0 0,24 25 16,0-25-16,0 0 0,0 25 0,0-25 0,0 0 0,0 0 16,0 0-16,0 0 0,0 0 0,0 0 0,0 0 15,0 0-15,0 0 0,0 0 0,0 0 0,0 0 0,0 0 16,0 0-16,24 0 0,-24 0 0,0-25 0,0 25 15,25 0-15,-25-25 0,25 25 0,-25 0 0,0-25 16,25 25-16,-25-25 0,25 25 0,-1-24 0,-24 24 0,25-25 16,-25 0-16,25 25 0,-25-25 0,0 25 0,25-25 15,-25 25-15,25 0 0,-25-24 0,0 24 0,24 0 16,-24 0-16,0 0 0,0 0 0,0 0 0,0 0 0,25 0 15,-25 0-15,0 0 0,0 24 0,0-24 16,0 0-16,0 25 0,0-25 0,0 25 0,-25-25 0,25 25 0,0-25 16,0 25-16,0-25 0,0 24 0,0-24 0,0 25 15,0-25-15,0 0 0,0 25 0,0-25 0,0 25 0,0-25 16,0 0-16,0 25 0,0-25 0,0 0 0,25 0 15,-25 24-15,0-24 0,0 0 0,25 0 0,-25 0 16,0 0-16,0 25 0,25-25 0,-25 0 0,25 0 0,-25 0 16,24 0-16,-24 0 0,25 0 0,-25 0 0,25-25 15,-25 25-15,25 0 0,-25 0 0,0 0 0,25 0 0,-25 0 16,0-24-16,24 24 0,-24 0 0,0-25 0,0 25 15,0 0-15</inkml:trace>
  <inkml:trace contextRef="#ctx0" brushRef="#br0" timeOffset="193989.0956">20365 12328 0,'0'0'0,"-25"0"0,25 0 0,0-25 0,0 25 0,0 0 16,0 0-16,-25 0 0,25 0 0,0 0 0,0 0 15,0 0-15,0 0 0,0 0 0,0-25 0,0 25 16,25 0-16,-25 0 0,0 0 0,0 0 0,25 0 0,-25-24 16,24 24-16,-24 0 0,25 0 0,0-25 0,-25 25 15,25 0-15,0-25 0,-1 25 0,-24-25 0,25 25 0,0 0 16,-25-25-16,25 25 0,0-25 0,-25 25 0,24 0 15,-24-24-15,0 24 0,0-25 0,25 25 0,-25 0 0,0-25 16,0 25-16,0 0 0,-25-25 0,25 25 0,0 0 16,0-25-16,-24 25 0,24 0 0,0-24 0,-25 24 15,25 0-15,-25-25 0,25 25 0,0 0 0,-25 0 0,25-25 16,-25 25-16,25 0 0,0 0 0,-24 0 0,24 0 15,0 0-15,0 0 0,-25 0 0,25 0 0,0 0 0,0 0 16,0 0-16,-25 0 0,25 25 0,0-25 0,0 0 16,0 25-16,-25-25 0,25 24 0,0-24 0,0 25 15,0-25-15,0 25 0,0 0 0,0-25 0,0 25 156,-49 322-156,49-347 0,0 25 0,0-25 0,0 0 16,0 25-16,0-25 0,0 0 0,0 0 0,0 0 15,0 0-15,0 0 0,0 0 0,0 0 0,0 0 0,0 0 16,0 0-16,0 0 0,0 0 0,0 0 0,0 0 0,0-25 16,24 25-16,-24 0 0,0 0 0,25-25 0,-25 25 0,25 0 0,-25-25 15,0 25-15,25-25 0,-25 25 0,0 0 0,25-24 0,-25 24 0,0 0 0,24 0 16,-24 0-16,0-25 0,0 25 0,0 0 0,0 0 15,0 25-15,0-25 0,25 0 0,-25 0 0,0 0 16,0 24-16,0-24 0,0 0 0,0 25 0,0-25 0,0 25 0,0-25 16,0 25-16,0-25 0,0 25 0,0-25 0,0 24 15,0-24-15,0 0 0,0 25 0,0-25 0,0 25 0,0-25 0,0 0 16,0 25-16,0-25 0,0 0 0,0 25 15,0-25-15,0 0 0,25 0 0,-25 0 0,0 24 0,0-24 16,0 0-16,25 0 0,-25 0 0,0 0 0,25 0 0,-25 0 0,24 0 16,1-24-16,-25 24 0,25 0 0,-25 0 0,25 0 0</inkml:trace>
  <inkml:trace contextRef="#ctx0" brushRef="#br0" timeOffset="194718.1373">21084 12402 0,'0'0'0,"0"0"0,0 0 0,0 0 0,0 0 0,0 0 16,0 0-16,0 0 0,0-24 0,0 24 0,0 0 15,0 0-15,25 0 0,-25 0 0,0 0 0,0-25 16,0 25-16,0 0 0,0 0 0,0 0 0,0 0 0,0-25 15,0 25-15,0 0 0,-25 0 0,25 0 0,0-25 16,0 25-16,0 0 0,0 0 0,0-25 0,0 25 0,0 0 16,-25-24-16,25 24 0,0 0 0,0 0 0,0 0 15,-25-25-15,25 25 0,0 0 0,0 0 0,0 0 0,-24 0 16,24 0-16,0 0 0,-25 0 0,25 0 0,0 0 15,-25 0-15,25 0 0,0 0 0,-25 0 0,25 0 16,0 0-16,0 0 0,-25 25 0,25-25 0,0 0 0,0 24 16,-24-24-16,24 0 0,0 25 0,0-25 0,-25 25 15,25-25-15,0 25 0,0 0 0,0-25 0,0 24 16,0-24-16,0 25 0,0-25 0,0 25 0,0-25 0,0 25 15,0-25-15,0 0 0,0 25 0,0-25 0,0 0 16,0 24-16,0-24 0,0 0 0,0 0 0,25 25 0,-25-25 16,0 0-16,0 0 0,24 0 0,-24 0 15,0 0-15,25 0 0,-25 0 0,0 0 0,25 0 0,-25 0 0,25 0 16,-25 0-16,25-25 0,-25 25 0,0 0 0,24 0 15,-24-24-15,25 24 0,-25 0 0,0-25 0,25 25 16,-25 0-16,0-25 0,25 25 0,-25 0 0,0-25 0,0 25 16,0-25-16,25 25 0,-25-24 0,0 24 0,0 0 15,0-25-15,0 25 0,0 0 0,0-25 0,0 25 0,0 0 16,0 0-16,0 0 0,0-25 0,0 25 0,0 0 15,0 0-15,0 0 0,0 0 0,0 0 0,0 0 16,0 0-16,0 0 0,0 0 0,0 25 0,0-25 0,0 0 16,0 0-16,0 0 0,0 0 0,0 25 0,0-25 15,-25 0-15,25 25 0,0-25 0,0 24 0,0-24 0,0 25 16,0-25-16,0 25 0,0-25 0,-25 25 0,25 0 15,0-25-15,0 24 0,0-24 0,0 25 0,0-25 16,25 0-16,-25 25 0,0-25 0,0 0 0,0 25 0,0-25 16,0 0-16,0 0 0,25 0 0,-25 25 0,0-25 15,24 0-15,-24 0 0,0 0 0,25-25 0,-25 25 0,25 0 16,-25 0-16,25 0 0,-25-25 0,25 25 0,-25 0 15,24-25-15,-24 25 0,25-25 0,-25 25 0,25-24 0,-25 24 16,0-25-16,25 25 0,-25-25 0</inkml:trace>
  <inkml:trace contextRef="#ctx0" brushRef="#br0" timeOffset="195022.1547">21530 12055 0,'0'-25'0,"0"25"0,0 0 0,0 0 0,0 0 15,0 0-15,0 0 0,0-25 0,0 25 0,0 0 0,0 0 16,0 0-16,0 0 0,0 0 0,0 0 0,0 25 15,0-25-15,0 0 0,0 0 0,0 25 0,0-25 0,0 25 16,0 0-16,0-25 0,-24 24 0,24 1 0,0-25 16,0 25-16,0 0 0,-25 0 0,25-25 0,0 25 15,0-1-15,0 1 0,-25 0 0,25-25 0,0 25 0,0 0 16,0-1-16,-25-24 0,25 25 0,0 0 0,0-25 15,0 25-15,0-25 0,0 25 0,0-25 0,0 0 0,-25 24 16,25-24-16,0 0 0,0 25 0,0-25 0,0 0 16,0 0-16,0 0 0,0 0 0,0 0 0,0 0 15,0 0-15,0 0 0,0 0 0,0 0 0,-24 0 0,24-25 16,0 25-16,0 0 0,0-24 0,0 24 0</inkml:trace>
  <inkml:trace contextRef="#ctx0" brushRef="#br0" timeOffset="195195.1645">21357 12452 0,'0'0'0,"0"0"0,0 0 0,0 0 0,0-25 16,0 25-16,0 0 0,0 0 0,0 0 0,0 0 0,0 0 15,0 0-15,0 0 0,0 0 0,0 0 0,25 0 16,-25 0-16,0 0 0,24 0 0,-24 0 0,25-25 15,-25 25-15,25 0 0,-25 0 0,25 0 0,-25 0 0,25 0 16,-25 0-16,24 0 0,-24 0 0,25-24 0,-25 24 16,25 0-16,-25 0 0,0 0 0,25 0 0,-25 0 0,0-25 15,0 25-15,0 0 0,0 0 0,0 0 0,0 0 16</inkml:trace>
  <inkml:trace contextRef="#ctx0" brushRef="#br0" timeOffset="195415.1771">20960 12105 0,'0'0'0,"0"-25"0,0 25 16,0 0-16,0 0 0,0 0 0,0-25 0,0 25 15,25 0-15,-25 0 0,0 0 0,25-25 0,-25 25 0,24 0 16,-24 0-16,25-25 0,0 25 0,-25 0 0,25 0 0,-25 0 16,0 0-16,25 0 0,-25 0 0,24 0 0,-24 0 15,0 0-15,25 0 0,-25 0 0,0 25 0,0-25 16,0 0-16,25 0 0,-25 25 0,0-25 0,0 0 0,0 25 15,0-25-15,0 0 0,0 25 0,0-25 0,0 0 16,0 0-16,0 24 0,0-24 0,0 0 0,0 0 0,0 0 16,0 0-16,0 0 0</inkml:trace>
  <inkml:trace contextRef="#ctx0" brushRef="#br0" timeOffset="195635.1897">21530 11757 0,'0'0'0,"0"0"0,0 0 0,0 0 15,0 0-15,-24 0 0,24 25 0,0-25 0,0 0 16,0 25-16,-25-25 0,25 25 0,0-25 0,0 25 0,-25-1 16,25-24-16,0 25 0,0-25 0,-25 25 0,25-25 15,0 25-15,0-25 0,0 25 0</inkml:trace>
  <inkml:trace contextRef="#ctx0" brushRef="#br0" timeOffset="196545.2418">22374 12328 0,'0'0'0,"0"0"0,0 0 0,0 0 16,0 0-16,0 0 0,0 0 0,0 0 0,0 0 15,0 0-15,0 0 0,0 0 0,0 0 0,0 0 16,0 0-16,0 0 0,0 0 0,0 0 0,0 0 0,0 0 15,0 0-15,0 0 0,0 0 0,0 0 0,0-25 16,0 25-16,25 0 0,-25 0 0,0 0 0,24-25 0,-24 25 16,0 0-16,25-24 0,-25 24 0,25 0 0,0-25 15,-25 25-15,25-25 0,-25 25 0,24 0 0,-24-25 16,25 25-16,-25-25 0,25 25 0,-25-25 0,25 25 15,-25-24-15,25-1 0,-25 25 0,0-25 0,24 25 0,-24-25 16,0 25-16,0-25 0,0 25 0,0 0 0,0 0 0,0-24 16,0 24-16,0 0 0,0 0 0,0 0 15,0 0-15,0 0 0,0 0 0,0 0 0,0 0 0,0 0 16,0 0-16,0 0 0,0 0 0,0 0 0,0 24 0,0-24 15,0 0-15,0 25 0,-24-25 0,24 25 0,0 0 16,0-25-16,0 25 0,-25-1 0,25 1 0,0 0 0,0-25 16,0 25-16,0 0 0,0 0 0,0-1 0,0 1 15,0-25-15,0 25 0,0 0 0,0 0 0,0-25 16,0 24-16,0-24 0,0 25 0,25-25 0,-25 25 15,0-25-15,0 0 0,0 0 0,0 0 0,0 0 0,0 0 16,0 0-16,0 0 0,0 0 0</inkml:trace>
  <inkml:trace contextRef="#ctx0" brushRef="#br0" timeOffset="197424.292">23416 12477 0,'0'0'0,"0"0"0,0 0 15,0 0-15,0 0 0,0 0 0,0 0 0,0 0 16,24 0-16,-24 0 0,0 0 0,0 0 0,25 0 15,-25 0-15,0-25 0,25 25 0,-25 0 0,0 0 16,25-25-16,-25 25 0,25 0 0,-25-25 0,24 25 0,-24-24 16,25 24-16,-25-25 0,25 25 0,0-25 0,-25 25 0,25-25 15,-25 25-15,24-25 0,-24 1 0,25 24 0,-25-25 16,0 25-16,25-25 0,-25 0 0,0 25 0,25-25 15,-25 25-15,0 0 0,0-25 0,0 25 47,0 0-47,0-24 0,25 24 0,-25 0 0,0 0 0,0 0 0,0 0 0,0 0 0,0 0 0,0 0 0,0 0 0,0 0 0,0 0 0,-25 0 0,25 0 0,0 0 0,0 0 0,0 24 16,0-24-16,0 0 0,0 25 0,0-25 0,0 25 0,25-25 15,-25 25-15,0 0 0,0-25 0,0 25 0,0-1 16,0-24-16,0 25 0,24 0 0,-24 0 0,0-25 16,0 25-16,0-1 0,0-24 0,25 25 0,-25-25 0,0 25 15,0-25-15,0 25 0,0-25 0,0 25 0,0-25 16,0 0-16,0 24 0,0-24 0,0 0 0,0 0 15,0 0-15,0 25 0,0-25 0,0 0 0,-25 0 0,25 0 16,0 0-16,0 0 0,0 0 0,-24 0 0,24 0 47,0-25-47,0 25 0,0 0 0,-25 0 0,25 0 0,0 0 0,0 0 0,0-24 0,-25 24 0,25 0 0,0 0 0,0 0 0,0 0 0,0-25 0,0 25 0,0 0 0,0 0 15,-25 0-15,25-25 0,25 25 0,-25 0 0,0 0 16,0 0-16,0 0 0,0 0 0,0-25 0,0 25 16,0 0-16,25 0 0,-25 0 0,0 0 0,25 0 0</inkml:trace>
  <inkml:trace contextRef="#ctx0" brushRef="#br0" timeOffset="198082.3297">24383 12402 0,'0'-24'16,"0"24"-16,0 0 0,0-25 0,0 25 0,0 0 16,0-25-16,0 25 0,0 0 0,0-25 0,0 25 0,0 0 15,0-25-15,0 25 0,0 0 0,0 0 0,0 0 0,0-24 16,0 24-16,-25 0 0,25 0 0,0 0 0,0 0 15,-25 0-15,25 0 0,0 0 0,-24 0 0,24 0 16,0 0-16,-25 0 0,25 0 0,0 0 0,-25 0 0,25 0 16,-25 0-16,25 0 0,0 0 0,-25 0 0,25 0 15,-24 0-15,24 24 0,0-24 0,-25 0 0,25 25 0,-25-25 16,25 25-16,0-25 0,0 25 0,-25-25 0,25 25 15,0-25-15,0 24 0,0-24 0,0 25 0,0-25 16,0 25-16,0-25 0,25 25 0,-25-25 0,0 25 0,0-25 16,25 0-16,-25 24 0,0-24 0,25 0 0,-25 0 15,24 0-15,-24 0 0,0 0 0,25 0 0,-25 0 0,25 0 16,-25 0-16,25 0 0,-25 0 0,25-24 0,-25 24 15,0 0-15,24 0 0,-24 0 0,0-25 0,25 25 16,-25 0-16,0-25 0,0 25 0,0 0 0,25-25 0,-25 25 16,0-25-16,0 25 0,-25-24 0,25 24 0,0-25 15,0 0-15,0 25 0,0-25 0,-25 25 0,25-25 0,0 25 16,0-24-16,-24 24 0,24-25 0,0 25 0,0-25 15,0 25-15,-25 0 0,25-25 0,0 25 0,0 0 0,0 0 16,0-25-16,0 25 0,0 0 0,0-25 0,0 25 16,0 0-16,0 0 0,25-24 0,-25 24 0,0 0 15,24-25-15,-24 25 0,25 0 0,-25 0 0,25-25 0,-25 25 16,25 0-16,0 0 0,-25-25 0,24 25 0,-24 0 15,25 0-15,-25 0 0,25 0 0,-25 0 0,25 0 16,-25 0-16,0 0 0,0 25 0,25-25 0,-25 0 0,0 0 16,0 25-16,0-25 0,0 0 0,0 25 0,0-25 15,0 24-15,0-24 0,0 0 0,0 25 0,0-25 16,0 0-16,0 25 0,0-25 0,0 0 0,0 0 0,0 25 15,0-25-15</inkml:trace>
  <inkml:trace contextRef="#ctx0" brushRef="#br0" timeOffset="198270.3404">24954 11881 0,'0'0'0,"0"0"16,0 0-16,-25 0 0,25 0 0,0 0 0,-25 0 15,25 25-15,-25-25 0,25 25 0,-25-25 0,25 25 0,-25-25 16,25 25-16,-24-1 0,24 1 0,-25-25 0,25 25 15,-25 0-15,25-25 0,0 25 0,-25-1 0,25-24 0,0 25 16,-25-25-16</inkml:trace>
  <inkml:trace contextRef="#ctx0" brushRef="#br0" timeOffset="198995.3819">25946 11981 0,'0'0'0,"0"0"0,0-25 15,0 25-15,0 0 0,-25-25 0,25 25 0,0-25 16,0 25-16,-25 0 0,25-25 0,0 25 0,0 0 0,-25 0 16,25-24-16,0 24 0,-25 0 0,25 0 0,0 0 15,-24-25-15,24 25 0,0 0 0,-25 0 0,25 0 0,0 0 16,-25 0-16,25 0 0,-25 0 0,25 25 0,-25-25 15,25 0-15,-24 0 0,24 24 0,-25-24 0,25 0 0,-25 25 16,25-25-16,-25 25 0,25-25 0,-25 25 0,25-25 16,-24 25-16,24-1 0,0 1 0,-25-25 0,25 25 15,0 0-15,-25 0 0,25-1 0,0 1 0,0 0 0,0 0 16,-25-25-16,25 25 0,0 0 0,0-1 0,0 1 15,25-25-15,-25 25 0,0 0 0,0-25 0,0 25 0,0-25 16,25 24-16,-25-24 0,0 0 0,25 25 0,-25-25 16,24 0-16,-24 0 0,25 25 0,-25-25 0,25 0 15,-25 0-15,25 0 0,-25 0 0,25 0 0,-1 0 0,-24 0 16,25 0-16,-25 0 0,25 0 0,-25 0 0,25 0 15,-25-25-15,25 25 0,-25 0 0,0 0 0,24 0 0,-24 0 16,0 0-16,0 0 0,25 0 0,-25-25 0,0 25 16,0 0-16,0 0 0,0-24 0,25 24 0,-25 0 15,0 0-15,0 0 0,25-25 0</inkml:trace>
  <inkml:trace contextRef="#ctx0" brushRef="#br0" timeOffset="199658.4198">26764 12179 0,'0'0'0,"0"0"0,-25 0 15,25 0-15,0 0 0,0 0 0,0 0 0,0 0 0,0 0 16,0 0-16,0 0 0,0 0 0,0 0 0,0 0 15,0 0-15,0 0 0,25 0 0,-25 0 0,0 0 0,25 0 16,-25 0-16,0 0 0,25 0 0,-25 0 0,25 0 16,-25 0-16,24 25 0,1-25 0,-25 0 0,25 0 15,-25 0-15,25 0 0,0 0 0,-25 0 0,24 25 0,-24-25 16,25 0-16,-25 0 0,25 0 0,-25 0 0,0 0 15,0 0-15,25 0 0,-25 0 0,0 0 0,0 0 16,0 0-16</inkml:trace>
  <inkml:trace contextRef="#ctx0" brushRef="#br0" timeOffset="199956.4369">26640 12402 0,'0'-24'16,"-25"24"-16,25 0 0,0 0 0,0 0 0,0 0 16,25 0-16,-25 0 0,0 0 0,0 0 0,0 0 15,25-25-15,-25 25 0,25 0 0,-25 0 0,25 0 0,-25 0 16,24 0-16,1 0 0,-25 0 0,25 0 0,0 0 15,-25 0-15,25 0 0,-1 0 0,1 25 0,0-25 0,-25 0 16,25 0-16,0 0 0,-25 0 0,24 0 0,-24-25 16,25 25-16,-25 0 0,25 0 0,-25 0 0,25 0 15,-25 0-15,25 0 0,-25 0 0,0 0 0,0 0 0,25 0 16,-25 0-16,0 0 0,0 0 0,0 0 0,0 0 15</inkml:trace>
  <inkml:trace contextRef="#ctx0" brushRef="#br0" timeOffset="200261.4543">26963 12080 0,'0'-25'0,"0"25"0,0 0 0,0-25 0,0 25 0,0 0 16,0 0-16,0 0 0,0-25 0,0 25 0,0 0 15,0 0-15,0 0 0,0 0 0,0 0 0,0 0 0,0 0 16,0 0-16,0 0 0,0 25 0,0-25 0,-25 0 16,25 0-16,0 25 0,0-25 0,0 25 0,-25-25 0,25 25 15,0-1-15,-25-24 0,25 25 0,0 0 0,-25 0 16,25-25-16,-24 25 0,24 0 0,-25-1 0,25-24 15,-25 25-15,25 0 0,0 0 0,-25-25 0,25 25 0,-25-1 16,25-24-16,0 25 0,0-25 0,-24 25 0,24-25 16,0 25-16,0-25 0,0 25 0,0-25 0,0 0 15,0 24-15,0-24 0,0 0 0,0 0 0,24 0 0,-24 0 16,0 0-16,25 0 0,-25 0 0</inkml:trace>
  <inkml:trace contextRef="#ctx0" brushRef="#br0" timeOffset="200783.4842">27707 12030 0,'-25'0'16,"25"0"-16,0 0 0,0 0 0,0 0 0,0-25 15,0 25-15,0 0 0,0 0 0,0 0 0,0 0 16,-25 0-16,25 0 0,0 0 0,0 0 0,0 0 0,-25 0 16,25 25-16,0-25 0,-24 0 0,24 25 0,0-25 15,-25 0-15,25 25 0,-25 0 0,25-25 0,-25 24 16,25 1-16,0-25 0,-25 25 0,25 0 0,-24 0 0,24-25 15,0 25-15,0-1 0,-25 1 0,25-25 0,0 25 16,0 0-16,0 0 0,0-25 0,0 24 0,0-24 0,0 25 16,0-25-16,0 0 0,0 25 0,25-25 0,-25 0 15,0 0-15,24 0 0,-24 25 0,25-25 0,-25 0 16,25-25-16,-25 25 0,25 0 0,0 0 0,-25 0 0,24-25 15,1 25-15,0-25 0,0 25 0,-25-24 0,25 24 0,-1-25 16,-24 25-16,25-25 0,0 0 0,-25 25 0,25-25 16,-25 1-16,0 24 0,25-25 0,-25 0 0,0 0 15,0 25-15,0-25 0,0 25 0,0-25 0,0 25 0,-25-24 16,25 24-16,0-25 0,-25 25 0,25 0 0,0 0 15,0 0-15,-25-25 0,25 25 0,0 0 0,-25 0 16,25 0-16,0 0 0,-24 0 0,24 0 0,0 0 0,0 0 16,0 0-16,0 0 0,0 0 0,0 0 0,0 0 15</inkml:trace>
  <inkml:trace contextRef="#ctx0" brushRef="#br0" timeOffset="203391.6334">28451 12502 0,'0'0'0,"0"0"0,0 0 16,0 0-16,0 0 0,0 0 0,0 0 0,0 0 15,0 0-15,0 0 0,0 0 0,0 0 0,0 0 0,0 0 16,0 0-16,0 0 0,0 0 0,0 0 0,0 0 16,0 0-16,0 0 0,0 0 0,0-25 0,0 25 0,0 0 15,0 0-15,25 0 0,-25 0 0,0 0 0,0 0 16,25 0-16,-25 0 0,0-25 0,0 25 0,24 0 0,-24 0 15,25 0-15,-25-25 0,25 25 0,-25 0 0,25-25 16,-25 25-16,25 0 0,-1 0 0,-24-24 0,25 24 16,0 0-16,-25-25 0,25 25 0,0 0 0,-1-25 0,-24 25 15,25-25-15,0 25 0,-25-25 0,25 25 0,0 0 16,-25-24-16,24 24 0,-24-25 0,25 25 0,-25-25 0,25 25 15,-25-25-15,0 25 0,25-25 0,-25 25 0,25-25 16,-25 25-16,0-24 0,0 24 0,24 0 0,-24-25 16,0 25-16,0-25 0,0 25 0,0-25 0,25 25 0,-25 0 15,0-25-15,0 25 0,0-24 0,0 24 0,0 0 16,0-25-16,0 25 0,0 0 0,0-25 0,0 25 0,-25 0 15,25-25-15,0 25 0,0 0 0,0 0 0,0-25 16,0 25-16,0 0 0,-24 0 0,24 0 0,0 0 16,0 0-16,0 0 0,0 0 0,-25 0 0,25 0 0,0 0 15,0 0-15,-25 0 0,25 25 0,0-25 0,0 0 16,-25 0-16,25 25 0,0-25 0,0 0 0,0 25 0,-25-25 15,25 25-15,0-25 0,0 24 0,0-24 0,-24 25 16,24-25-16,0 25 0,0 0 0,-25 0 0,25-25 0,0 24 16,0 1-16,0 0 0,-25 0 0,25-25 0,0 25 15,-25 0-15,25-1 0,0 1 0,0-25 0,-25 25 16,25 0-16,0-25 0,0 25 0,-24-1 0,24-24 0,0 25 15,0-25-15,0 25 0,0-25 0,-25 25 0,25-25 0,0 0 16,0 25-16,0-25 0,0 0 0,0 0 16,-25 0-16,25 24 0,0-24 0,0 0 0,0 0 0,0 0 15,0 0-15,0 0 0,0 0 0,0 0 0,0 0 16,0 0-16,0 0 0,0 0 0,25 0 0,-25 0 0,0 0 15,0 0-15,0 0 0,0 0 0,25-24 0,-25 24 16,0 0-16,24 0 0,-24-25 0,25 25 0,-25 0 0,25-25 16,-25 25-16,25-25 0,-25 25 0,25 0 0,-25-25 15,24 25-15,-24 0 0,25-24 0,-25 24 0,25 0 16,-25 0-16,0 0 0,0 0 0,0 0 0,25 0 0,-25 0 15,0 0-15,0 0 0,0 0 0,0 0 0,0 0 0,0 0 16,0 0-16,0 0 0,0 24 0,0-24 0,0 0 16,-25 0-16,25 25 0,0-25 0,0 0 0,0 25 15,0-25-15,0 0 0,0 25 0,0-25 0,-25 25 16,25-25-16,0 0 0,0 24 0,0-24 0,0 0 0,0 25 15,0-25-15,0 0 0,0 0 0,0 25 0,0-25 0,0 0 16,0 0-16,0 0 0,0 0 0,0 0 0,0 0 16,0 25-16,25-25 0,-25-25 0,0 25 0,0 0 15,0 0-15,25 0 0,-25 0 0,0 0 0,25 0 0,-25-25 16,0 25-16,24 0 0,-24 0 0,25-25 0,-25 25 15,25 0-15,-25-24 0,0 24 0,25 0 0,-25-25 16,25 25-16,-25 0 0,25-25 0,-25 25 0,24-25 0,-24 25 16,25-25-16,-25 25 0,0 0 0,25-24 0,-25 24 15,0-25-15,0 25 0,25 0 0,-25 0 0,0-25 0,0 25 16,0 0-16,0 0 0,0 0 0,0 0 0,0 0 15,0 0-15,0 0 0,0 0 0,0 0 0,-25 0 0,25 0 16,0 25-16,0-25 0,0 0 0,0 0 0,-25 0 16,25 25-16,0-25 0,0 0 0,0 24 0,-25-24 15,25 0-15,0 25 0,0-25 0,0 0 0,-24 25 16,24-25-16,0 25 0,0-25 0,0 0 0,0 25 0,0-25 15,0 24-15,0-24 0,0 0 0,0 25 0,0-25 0,0 0 16,0 0-16,0 25 0,24-25 0,-24 0 0,0 0 16,0 0-16,0 0 0,25 0 0,-25 0 0,0 0 0,0 0 15,25 0-15,-25-25 0,0 25 0,25 0 0,-25 0 16,25 0-16,-25-25 0,0 25 0,24 0 0,-24-24 15,0 24-15,0 0 0,25-25 0,-25 25 0,0-25 0,0 25 16,0-25-16,0 25 0,0-25 0,0 25 0,0-24 16,0 24-16,0-25 0,0 25 0,0-25 0,0 25 0,0-25 15,0 25-15,0 0 0,0 0 0,0-25 16,0 25-16,-25 0 0,25 0 0,0 0 0,0 0 0,-24 25 15,24-25-15,0 0 0,-25 0 0,25 0 0,0 25 0,-25-25 16,25 0-16,0 0 0,0 25 0,-25-25 16,25 25-16,0-25 0,0 0 0,-25 0 0,25 24 0,0-24 15,0 0-15,0 25 0,0-25 0,25 0 0,-25 0 0</inkml:trace>
  <inkml:trace contextRef="#ctx0" brushRef="#br0" timeOffset="203904.6627">29691 12353 0,'0'-25'0,"0"25"0,0 0 0,0 0 0,0 0 15,0 0-15,0-25 0,0 25 0,0 0 0,0 0 16,0 0-16,0 0 0,0 0 0,0-25 0,0 25 15,0 0-15,-25 0 0,25 0 0,0 0 0,0 0 0,0 0 16,0-24-16,0 24 0,0 0 0,-24 0 0,24 0 16,0 0-16,0 0 0,-25 0 0,25 24 0,0-24 0,-25 0 15,25 0-15,0 0 0,-25 25 0,25-25 0,-25 0 16,25 25-16,-24-25 0,24 25 0,0-25 0,-25 25 0,25-25 15,0 24-15,-25-24 0,25 25 0,0-25 0,0 25 16,0-25-16,0 25 0,0-25 0,0 25 0,0-25 16,0 24-16,0-24 0,0 0 0,0 25 0,0-25 0,25 0 15,-25 0-15,0 0 0,0 0 0,25 25 0,-25-25 16,0 0-16,24 0 0,-24 0 0,0 0 0,25-25 0,-25 25 15,25 0-15,-25 0 0,0 0 0,25 0 0,-25-25 16,25 25-16,-25 0 0,0 0 0,24-24 0,-24 24 16,0 0-16,25-25 0,-25 25 0,0 0 0,25-25 0,-25 25 15,0-25-15,0 25 0,25 0 0,-25-25 0,0 25 16,0-24-16,25 24 0,-25 0 0,0-25 0,0 25 0,0 0 15,0-25-15,0 25 0,0 0 0,0 0 16,0 0-16,0 0 0,0 0 0,0 0 0,0 0 0,0 0 0,0 0 16,0 0-16,0 0 0,0 0 0,0 0 0,0 0 15,0 25-15,0-25 0,0 0 0,-25 25 0,25-25 16,0 0-16,0 24 0,0-24 0,0 25 0,-25-25 0,25 0 15,0 25-15,0-25 0,0 25 0,0-25 0,0 25 0,0-25 16,0 0-16,0 24 0,0-24 0,0 25 0,0-25 16,0 0-16,0 0 0,0 25 0,0-25 0,0 0 15,25 0-15,-25 0 0,0 0 0,25 0 0,-25 0 16,24 0-16,-24 0 0,25 0 0,-25 0 0,25 0 0,0 0 15</inkml:trace>
  <inkml:trace contextRef="#ctx0" brushRef="#br0" timeOffset="204203.6798">30113 12278 0,'0'0'0,"0"0"15,0 0-15,0 0 0,0-24 0,0 24 0,0 0 0,0 0 16,0 0-16,0 0 0,0 0 0,-25 0 0,25 0 15,0 0-15,0 0 0,0 0 0,0 0 0,0 0 0,0 0 16,0 0-16,-25 0 0,25 24 0,0-24 0,0 0 16,0 0-16,-25 0 0,25 25 0,0-25 0,-24 0 15,24 25-15,0-25 0,0 0 0,0 25 0,-25-25 0,25 25 16,0-25-16,0 24 0,0-24 0,0 25 0,0-25 15,0 0-15,0 25 0,0-25 0,0 0 0,0 25 16,0-25-16,0 0 0,0 25 0,0-25 0,0 0 0,25 24 16,-25-24-16,0 0 0,24 0 0,-24 0 0,25 0 15,-25 0-15,25 0 0,-25 0 0,25 0 0,-25 0 0,25 0 16,-25 0-16,24 0 0,1 0 0,-25 0 0,25 0 15,-25 0-15,25-24 0,-25 24 0,25 0 0,-25 0 0,25-25 16,-25 25-16,0 0 0,24-25 0,-24 25 0,0-25 16,25 25-16</inkml:trace>
  <inkml:trace contextRef="#ctx0" brushRef="#br0" timeOffset="204553.6998">29815 11733 0,'0'0'0,"-25"0"0,25 0 0,0 0 15,0 0-15,-24 0 0,24 0 0,0 0 0,0 0 16,0 24-16,0-24 0,0 0 0,0 0 0,0 25 16,0-25-16,0 0 0,0 25 0,0-25 0,0 0 0,0 25 15,24-25-15,-24 25 0,0-25 0,0 24 0,25-24 16,-25 0-16,25 25 0,-25-25 0,0 0 0,25 0 15,-25 0-15,25 25 0,-1-25 0,-24 0 0,25 0 0,-25 0 16,25 0-16,0 0 0,-25-25 0,25 25 0,-1 0 16,-24-25-16,25 25 0,-25 0 0,25-24 0,-25 24 0,0 0 15,25-25-15,-25 25 0,0 0 0,25-25 0,-25 25 16,0 0-16,0-25 0,0 25 0,0 0 0,0 0 0</inkml:trace>
  <inkml:trace contextRef="#ctx0" brushRef="#br0" timeOffset="204802.7141">29518 12824 0,'0'25'0,"0"-25"15,0 25-15,0-25 0,0 0 0,0 0 0,0 0 16,0 0-16,0 0 0,0 0 0,0 0 0,0 0 0,0 0 16,0 0-16,0 0 0,0 0 0,0 0 0,0 0 15,0 0-15,0 0 0,0 0 0,0 0 0,0 0 16,0 0-16,0 0 0,24 0 0,-24 0 0,0 0 0,0 0 15,0 0-15,25 0 0,-25 0 0,0 0 0</inkml:trace>
  <inkml:trace contextRef="#ctx0" brushRef="#br0" timeOffset="206192.7936">30584 12278 0,'0'0'0,"0"0"0,0 0 0,0 0 0,0 0 0,0 0 16,0 0-16,0 0 0,0-24 0,0 24 0,0 0 0,0 0 15,0 0-15,25 0 0,-25 0 0,0-25 0,0 25 16,25 0-16,-25 0 0,25-25 0,-25 25 0,24 0 0,-24-25 15,25 25-15,0 0 0,-25 0 0,25-25 0,0 25 16,-1-25-16,-24 25 0,25 0 0,0-24 0,0 24 0,0-25 16,-1 25-16,1-25 0,-25 25 0,25-25 0,0 25 15,0-25-15,-1 25 0,-24-24 0,25 24 78,0-25-78,-25 25 0,25-25 0,-25 25 0,25-25 0,-25 0 0,0 25 0,0-24 0,24 24 0,-24-25 0,0 0 0,0 25 0,0-25 0,0 25 0,0-25 0,0 25 0,-24-24 0,24 24 0,0-25 0,0 25 0,0-25 0,-25 25 0,25 0 0,0 0 0,0-25 0,0 25 0,-25 0 0,25 0 0,0 0 16,0 0-16,0 0 0,0 0 0,-25 0 0,25 0 0,0 0 15,0 0-15,0 0 0,-25 0 0,25 0 0,0 25 16,0-25-16,-24 0 0,24 25 0,0-25 0,0 25 47,-25-25-16,25 24-31,0 1 0,0 0 0,-25-25 0,25 25 0,0 0 0,0-1 0,-25 1 0,25 0 0,0 0 0,0 0 0,0-1 0,0 1 0,-25 0 0,25 0 0,0 0 0,0-1 0,0 1 0,0 0 0,0 0 16,0-25-16,-24 25 0,24 0 0,0-1 0,0 1 0,0-25 0,0 25 0,-25 0 0,25-25 0,0 25 0,0-1 0,0-24 0,0 25 15,-25-25-15,25 0 0,0 25 0,0-25 0,0 0 0,0 25 16,0-25-16,-25 0 0,25 0 0,0 0 0,0 0 15,0 0-15,0 25 0,0-25 0,0 0 0,0 0 16,0 0-16,0 0 0,0 0 0,25 0 0,-25-25 0,0 25 16,0 0-16,0 0 0,0 0 0,25 0 0,-25-25 15,0 25-15,25 0 0,-25-25 0,24 25 0,-24 0 0,25-25 16,-25 25-16,25-24 0,0 24 0,-25-25 0,25 25 0,-25 0 15,24-25-15,-24 25 0,25-25 0,-25 25 0,25 0 16,-25-25-16,25 25 0,-25 0 0,25 0 0,-25-24 0,0 24 16,24 0-16,-24 0 0,0 0 0,0 0 0,0 0 15,25 0-15,-25 0 0,0 0 0,0 0 0,0 0 0,0 0 16,0 0-16,0 0 0,0 24 0,0-24 0,0 0 15,-25 25-15,25-25 0,0 0 0,0 25 0,0-25 0,0 25 16,-24-25-16,24 25 0,0-25 0,0 24 0,0-24 16,0 25-16,-25-25 0,25 25 0,0-25 0,0 25 0,0-25 15,0 25-15,0-25 0,0 24 0,0-24 0,0 0 16,0 25-16,0-25 0,0 0 0,0 25 0,0-25 0,0 0 15,0 0-15,0 0 0,0 0 0,0 25 0,0-25 16,0 0-16,0 0 0,0 0 0,25 0 0,-25 0 0,0 0 16,0 0-16,0 0 0,24 0 0,-24 0 0,0 0 15,25 0-15,-25 0 0,0 0 0,25 0 0,-25 0 0,0 0 16,25 0-16,-25 0 0,25 0 0,-25 0 0,0 0 0,25-25 15,-25 25-15,0 0 0,24 0 0,-24 0 0,25-25 16,-25 25-16,0 0 0,25-25 0,-25 25 0,0 0 0,25 0 16,-25-24-16,0 24 0,0 0 0,25-25 0,-25 25 15,0 0-15,0-25 0,24 25 0,-24 0 0,0 0 0,0-25 16,0 25-16,0 0 0,0-25 0,0 25 0,0 0 0,0-24 15,0 24-15,0 0 0,0 0 0,0-25 0,0 25 16,0 0-16,0 0 0,0 0 0,0-25 0,0 25 0,0 0 16,0 0-16,0 0 0,0 0 0,0 0 0,0 0 15,0 0-15,0 0 0,-24 0 0,24 0 0,0 0 0,0 0 16,0 0-16,0 0 0,0 25 0,0-25 0,-25 0 0,25 0 15,0 25-15,0-25 0,0 24 0,-25-24 0,25 0 16,0 25-16,0-25 0,0 25 0,0-25 0,0 25 0,0-25 16,0 25-16,0-25 0,0 0 0,0 24 0,0-24 15,0 0-15,0 25 0,0-25 0,0 0 0,0 0 0,0 25 16,0-25-16,0 0 0,0 0 0,25 25 0,-25-25 15,0 0-15,0 0 0,25 0 0,-25 0 0,24 0 0,-24 0 16,25 0-16,-25 0 0,25 0 0,-25 0 0,25 0 0,-25 0 16,25 0-16,-25 0 0,24 0 0,-24-25 0,0 25 15,25 0-15,-25 0 0,0-25 0,25 25 0,-25 0 0,0 0 16,0-25-16,0 25 0,0 0 0,0-24 0,0 24 0</inkml:trace>
  <inkml:trace contextRef="#ctx0" brushRef="#br0" timeOffset="206540.8135">31576 12129 0,'0'0'0,"0"0"0,0 0 0,0 0 0,0 0 0,0 0 0,0 0 15,0 0-15,0 0 0,0-24 0,25 24 0,-25 0 16,0 0-16,0 0 0,25 0 0,-25 0 0,25 0 0,-25 0 15,0 0-15,25 0 0,-25 0 0,24 0 0,-24 0 16,0 0-16,25 0 0,-25 0 0,25 24 0,-25-24 0,0 0 16,0 0-16,25 0 0,-25 0 0,0 25 0,0-25 0,0 0 15,0 25-15,0-25 0,0 0 0,0 25 0,0-25 16,0 25-16,0-25 0,0 25 0,-25-1 0,25-24 0,0 25 15,-25-25-15,25 25 0,-25 0 0,25 0 0,-24-25 16,-1 24-16,25 1 0</inkml:trace>
  <inkml:trace contextRef="#ctx0" brushRef="#br0" timeOffset="206773.8268">31229 12923 0,'0'25'0,"0"-25"0,0 0 31,-25 0-31,25 0 0,0 0 0,0 0 0,0 0 0,0 0 0,0 0 0,0 0 0,0 0 0,0 0 0,0 0 0,0 0 0,0 0 0,0 0 15,0 0-15,0 0 0,0 0 0,0 0 0,0 0 16,0 0-16,0 0 0,0 0 0,0 0 0,0 0 0,0 0 16,0 0-16,0 0 0,0-25 0,-25 25 0,25 0 0</inkml:trace>
  <inkml:trace contextRef="#ctx0" brushRef="#br0" timeOffset="209184.9647">3299 13444 0,'0'0'0,"0"0"16,0 0-16,0 0 0,0 0 0,0 0 0,0 0 0,0 0 16,0 0-16,0 0 0,0 0 0,0 0 0,0 0 15,0 0-15,0 0 0,0 0 0,0 0 0,0 0 16,0 0-16,0 0 0,0 25 0,0-25 0,25 0 0,-25 25 15,0-25-15,0 25 0,0-25 0,0 24 0,0 1 16,25-25-16,-25 25 0,0-25 0,0 25 0,0 0 0,0-25 16,0 24-16,0-24 0,0 25 0,24-25 0,-24 25 15,0 0-15,0-25 0,0 25 0,0-25 0,0 0 0,0 24 16,25-24-16,-25 25 0,0-25 0,0 0 0,0 25 0,0-25 15,0 0-15,0 0 0,0 25 0,0-25 0,0 0 16,0 0-16,0 0 0,0 0 0,0 0 0,0 0 16,25 0-16,-25 0 0,0 0 0,0-25 0,0 25 0,0 0 15,25 0-15,-25-25 0,0 25 0,25-25 0,-25 25 16,0-24-16,0 24 0,24-25 0,-24 25 0,0-25 15,25 0-15,-25 25 0,0-25 0,0 25 0,25-24 0,-25-1 16,0 25-16,0-25 0,25 25 0,-25-25 0,0 25 16,0 0-16,0-25 0,0 25 0,0 0 0,25 0 15,-25 0-15,0-24 0,0 24 0,0 0 0,0 0 0,0 0 16,0 0-16,0 24 0,0-24 0,0 0 0,0 0 15,0 0-15,0 0 0,0 25 0,0-25 0,0 0 0,0 0 16,0 0-16,0 0 0,0 25 0,24-25 0</inkml:trace>
  <inkml:trace contextRef="#ctx0" brushRef="#br0" timeOffset="209605.9888">3845 13643 0,'0'0'0,"0"0"0,0 0 0,0 0 0,0 0 0,0-25 15,0 25-15,0 0 0,0 0 0,0 0 0,0 0 16,0 0-16,0-25 0,0 25 0,0 0 0,0 0 16,-25 0-16,25 0 0,0 0 0,0 0 0,0-25 0,0 25 15,0 0-15,0 0 0,0 0 0,-25 0 0,25 0 16,0 0-16,0 0 0,-25 0 0,25 0 0,0 0 0,0 25 15,-24-25-15,24 0 0,0 0 0,0 0 0,-25 25 16,25-25-16,0 0 0,0 25 0,-25-25 0,25 24 0,0-24 16,0 25-16,-25-25 0,25 25 0,0-25 0,0 25 15,0-25-15,0 25 0,0-25 0,0 24 0,0-24 16,0 25-16,0-25 0,0 25 0,0-25 0,0 0 0,0 25 15,25-25-15,-25 0 0,0 0 0,0 0 0,0 0 16,0 25-16,0-25 0,25 0 0,-25 0 0,0-25 16,0 25-16,25 0 0,-25 0 0,0 0 0,24-25 0,-24 25 15,0 0-15,0-25 0,25 25 0,-25 0 0,0-25 16,0 25-16,25-24 0,-25 24 0,0 0 0,0-25 15,0 25-15,0 0 0,0-25 0,25 25 0,-25-25 0,0 25 16,0 0-16,0-25 0,0 25 0,0-24 0,0 24 0,0 0 16,0-25-16,0 25 0,-25 0 0,25-25 0,0 25 15,0-25-15,0 25 0,0 0 0,0-25 0</inkml:trace>
  <inkml:trace contextRef="#ctx0" brushRef="#br0" timeOffset="209841.0022">3746 13444 0,'0'-25'0,"0"25"0,0 0 0,0-24 0,0 24 0,0 0 15,0-25-15,0 25 0,0 0 0,0 0 0,0-25 16,0 25-16,0 0 0,24 0 0,-24-25 0,0 25 0,0 0 15,25 0-15,-25 0 0,0 0 0,25 0 0,-25 0 16,0 0-16,25 0 0,-25 0 0,0 0 0,25 0 0,-25 0 16,24 25-16,-24-25 0,0 0 0,25 0 0,-25 0 15,0 25-15,0-25 0,25 0 0,-25 0 0,0 25 16,25-25-16,-25 0 0,0 24 0,0-24 0,0 0 0,25 0 15,-25 25-15,0-25 0,0 0 0</inkml:trace>
  <inkml:trace contextRef="#ctx0" brushRef="#br0" timeOffset="210715.0522">5035 13717 0,'0'0'0,"0"0"0,0 0 0,0-25 16,0 25-16,0 0 0,0 0 0,0 0 0,0 0 0,0-25 15,0 25-15,-24 0 0,24 0 0,0 0 0,0 0 16,0-24-16,0 24 0,-25 0 0,25 0 0,0 0 16,0 0-16,0 0 0,-25 0 0,25 0 0,0 0 0,0 0 15,-25 0-15,25 0 0,0 0 0,0 0 0,-25 0 16,25 0-16,0 0 0,0 0 0,0 24 0,-24-24 15,24 0-15,0 0 0,0 25 0,0-25 0,-25 25 0,25-25 16,0 25-16,0-25 0,0 25 0,0-25 0,0 24 0,0-24 16,0 25-16,25 0 0,-25-25 0,0 25 0,0 0 15,24-25-15,-24 24 0,0-24 0,0 25 0,25-25 16,-25 25-16,0-25 0,25 0 0,-25 25 0,0-25 0,0 0 15,25 0-15,-25 25 0,0-25 0,0 0 0,0 0 16,0 0-16,0 0 0,0 24 0,0-24 0,0 0 16,0 0-16,0 0 0,0 0 0,0 0 0,0 0 0,0 0 15,0 0-15,-25 0 0,25 0 0,0 0 0,0 0 16,-25 0-16,25 0 0,0 0 0,-25 0 0,25 0 0,0 0 15,0 0-15,-24 0 0,24 0 0,0 0 0,0 0 16,-25 0-16,25 0 0,0-24 0,0 24 0,0 0 0,0 0 16,0 0-16,0 0 0,0 0 0,0 0 15,0-25-15,0 25 0,0 0 0,25 0 0,-25 0 0,0 0 16,24-25-16,-24 25 0,0 0 0,25 0 0,-25-25 0</inkml:trace>
  <inkml:trace contextRef="#ctx0" brushRef="#br0" timeOffset="211292.0852">5407 13791 0,'0'0'0,"-24"0"0,24 0 0,0-24 0,0 24 15,0 0-15,-25 0 0,25 0 0,0-25 0,0 25 16,0 0-16,-25 0 0,25 0 0,0 0 0,0-25 0,0 25 15,-25 0-15,25 0 0,0 0 0,0 0 0,0 0 16,0 0-16,-25 0 0,25 0 0,0 0 0,0 0 0,0 0 16,0 0-16,-24 0 0,24 0 0,0 25 0,0-25 15,0 0-15,-25 0 0,25 25 0,0-25 0,0 24 0,0-24 16,-25 25-16,25-25 0,0 25 0,0 0 0,0-25 15,0 25-15,0-1 0,0-24 0,0 25 0,0 0 16,0-25-16,0 25 0,25-25 0,-25 25 0,0-25 0,0 0 16,0 24-16,25-24 0,-25 0 0,0 25 0,0-25 15,0 0-15,24 0 0,-24 0 0,0 0 0,0 0 0,25 0 16,-25 0-16,0 0 0,25 0 0,-25-25 0,0 25 15,0 0-15,0-24 0,25 24 0,-25-25 0,0 25 16,0 0-16,0-25 0,0 25 0,0-25 0,0 25 0,0-25 16,0 25-16,0-24 0,0 24 0,0-25 0,0 25 15,-25-25-15,25 0 0,0 25 0,0-25 0,0 25 0,-25-24 16,25 24-16,0-25 0,0 25 0,-25-25 0,25 25 15,0-25-15,0 25 0,0 0 0,-24-25 0,24 25 16,0 0-16,0 0 0,0 0 0,0-24 0,0 24 0,0 0 16,0 0-16,0 0 0,0 0 0,0-25 0,0 25 15,0 0-15,0 0 0,24 0 0,-24-25 0,0 25 0,25 0 16,-25 0-16,25-25 0,-25 25 0,25 0 0,-25 0 15,25 0-15,-25 0 0,24-25 0,-24 25 0,25 0 0,-25 0 16,25 0-16,-25 0 0,25 25 0,-25-25 0,0 0 16,25 0-16,-25 0 0,0 0 0,24 25 15,-24-25-15,0 0 0,0 25 0,25-25 0,-25 0 0,0 0 16,0 25-16,0-25 0,0 0 0,0 24 0,0-24 0,25 0 15,-25 0-15,0 0 0,0 25 0,0-25 0,0 0 16,0 0-16,0 0 0,0 0 0,25 0 0,-25 0 0</inkml:trace>
  <inkml:trace contextRef="#ctx0" brushRef="#br0" timeOffset="211553.1002">5804 13494 0,'0'0'16,"0"0"-16,0 0 0,0 0 0,0 0 0,0 0 15,0 0-15,-25 0 0,25 0 0,0 0 0,0 25 0,0-25 16,0 0-16,0 24 0,0-24 0,-24 25 0,24-25 15,0 25-15,0-25 0,-25 25 0,25 0 0,0-25 16,0 24-16,-25-24 0,25 25 0,0 0 0,0-25 0,-25 25 16,25-25-16,0 25 0,-25-25 0</inkml:trace>
  <inkml:trace contextRef="#ctx0" brushRef="#br0" timeOffset="212957.1805">6796 13742 0,'0'0'0,"0"0"0,0 0 0,0 0 16,0 0-16,0 0 0,0 0 0,0 0 0,0 0 15,0-25-15,0 25 0,0 0 0,0 0 0,0 0 16,0 0-16,0 0 0,0 0 0,0 0 0,0 0 0,0 25 15,0-25-15,0 0 0,0 0 0,0 0 0,0 25 16,0-25-16,0 0 0,0 24 0,0-24 0,0 25 0,0-25 16,0 25-16,0-25 0,0 25 0,0-25 0,0 25 15,0-25-15,0 0 0,-24 24 0,24-24 0,0 25 0,0-25 16,0 0-16,0 25 0,0-25 0,0 0 15,0 0-15,0 25 0,0-25 0,0 0 0,0 0 0,0 0 16,0 0-16,0 0 0,0 0 0,0 0 0,0 0 0,0 0 16,0 0-16,0 0 0,0 0 0,0 0 0,0 0 15,0 0-15,0 0 0,0 0 0,0 0 0,0 0 16,0-25-16,0 25 0,24 0 0,-24-25 0,0 25 0,0-25 15,25 25-15,-25-24 0,25 24 0,-25-25 0,25 25 16,-25-25-16,0 0 0,25 25 0,0-25 0,-25 25 0,24-24 16,-24 24-16,0 0 0,25-25 0,-25 25 0,25 0 15,-25 0-15,0 0 0,0-25 0,0 25 0,25 25 0,-25-25 16,0 0-16,0 0 0,0 0 0,0 0 0,0 25 15,0-25-15,0 0 0,0 24 0,0-24 0,0 25 16,0-25-16,0 25 0,0-25 0,0 0 0,0 25 0,0-25 16,0 0-16,0 25 0,0-25 0,0 24 0,0-24 15,0 0-15,0 25 0,0-25 0,0 0 0,0 25 0,0-25 16,0 0-16,0 25 0,0-25 0,0 0 0,0 0 15,0 25-15,0-25 0,0 0 0,0 0 0,0 0 0,25 0 16,-25 0-16,24 0 0,-24 0 0,25 0 0,-25 0 16,25 0-16,0-25 0,-25 25 0,25 0 0,-25 0 15,24-25-15,1 25 0,-25 0 0</inkml:trace>
  <inkml:trace contextRef="#ctx0" brushRef="#br0" timeOffset="213574.2158">7417 13841 0,'0'0'0,"0"-25"0,0 25 0,0 0 0,0-25 15,0 25-15,0 0 0,-25-24 0,25 24 0,0 0 0,0-25 16,0 25-16,0 0 0,0 0 0,-25 0 0,25 0 15,0-25-15,0 25 0,0 0 0,-25 0 0,25 25 0,0-25 16,0 0-16,0 0 0,0 0 0,-25 0 0,25 25 16,0-25-16,0 24 0,-24-24 0,24 25 0,0-25 15,0 25-15,0-25 0,-25 25 0,25 0 0,0-25 0,0 24 16,0-24-16,0 25 0,0 0 0,-25-25 0,25 25 15,0-25-15,25 0 0,-25 25 0,0-25 0,0 0 16,0 24-16,0-24 0,0 0 0,0 0 0,25 25 0,-25-25 16,0 0-16,0 0 0,24 0 0,-24 0 0,25 0 15,-25-25-15,0 25 0,25 0 0,-25 0 0,25 0 0,-25-24 16,0 24-16,25 0 0,-25 0 0,24-25 0,-24 25 15,0 0-15,25-25 0,-25 25 0,0-25 0,0 25 0,25 0 16,-25-25-16,0 25 0,0 0 0,0 0 0,0-24 16,0 24-16,0 0 0,0 0 0,0 0 0,0 0 15,0 0-15,0 24 0,0-24 0,0 0 0,0 25 0,0-25 16,-25 25-16,25-25 0,0 25 0,0-25 0,0 25 15,-25-1-15,25 1 0,0 0 0,0-25 0,-24 25 16,24 0-16,0-1 0,0 1 0,0 0 0,-25 0 0,25 0 16,0-1-16,0 1 0,0 0 0,-25-25 0,25 25 0,0 0 15,0-25-15,0 25 0,-25-1 0,25-24 0,0 25 16,0-25-16,-25 25 0,25-25 0,0 0 0,-24 25 171,-100-50-171,124 0 0,0 25 0,0 0 0,0-25 0,0 25 0,0-24 16,0 24-16,0 0 0,24-25 0,-24 25 0,0-25 0,0 25 0,25-25 16,-25 0-16,25 25 0,-25-25 0,0 25 0,25-24 0</inkml:trace>
  <inkml:trace contextRef="#ctx0" brushRef="#br0" timeOffset="214449.2658">7441 13816 0,'0'0'0,"0"0"16,0 0-16,0 0 0,0 0 0,0 0 0,0 0 16,0 0-16,0 0 0,0 0 0,0 0 0,0 0 0,0-25 15,0 25-15,25 0 0,-25 0 0,0 0 0,0 0 16,0 0-16,0 0 0,0 0 0,25 0 0,-25 0 15,0-24-15,0 24 0,25 0 0,-25 0 0,25 0 0,-25-25 16,0 25-16,24 0 0,-24 0 0,25-25 0,0 25 16,-25 0-16,25-25 0,-25 25 0,25-25 0,-1 25 0,-24 0 15,25-24-15,0 24 0,-25 0 0,25-25 0,-25 25 16,25-25-16,-1 25 0,-24-25 0,25 25 0,-25 0 15,25-25-15,-25 25 0,25-24 0,-25 24 0,25-25 0,-25 25 16,0-25-16,24 25 0,-24 0 0,0-25 0,0 25 0,0 0 16,0-25-16,0 25 0,25 0 0,-25-24 0,-25 24 15,25 0-15,0 0 0,0 0 0,0 0 0,0-25 16,0 25-16,-24 0 0,24 0 0,0 0 0,0 0 0,-25 0 15,25 0-15,0-25 0,-25 25 0,25 0 0,0 0 16,-25 0-16,25 0 0,-25 0 0,25 0 0,0 0 16,-24 0-16,24 0 0,0 0 0,-25 0 0,25 0 0,0 0 15,0 0-15,-25 0 0,25 0 0,0 25 0,0-25 16,-25 0-16,25 0 0,0 0 0,0 0 0,0 0 15,0 0-15,0 0 0,0 0 0,0 0 0,0 0 0,-25 25 16,25-25-16,0 0 0,0 0 0,0 0 0,0 24 0,0-24 16,0 0-16,0 25 0,0-25 0,0 25 0,0-25 15,0 0-15,0 25 0,0 0 0,0-25 0,0 24 16,0-24-16,0 25 0,0 0 0,0-25 0,0 25 15,0 0-15,0-25 0,0 24 0,0-24 0,0 25 0,0 0 16,0-25-16,-24 25 0,24-25 0,0 25 0,0-25 0,0 24 16,0-24-16,0 25 0,0-25 0,0 25 0,-25-25 15,25 0-15,0 25 0,0-25 0,0 0 0,0 0 0,0 25 16,0-25-16,0 0 0,0 0 0,0 0 0,0 0 15,0 0-15,0 0 0,0 0 0,0 0 0,0 0 16,0 0-16,0 0 0,0 0 0,0 0 0,0 0 0,0 0 16,0 0-16,0 0 0,0 0 0,0 0 0,0-25 15,25 25-15,-25 0 0,0-25 0,24 25 0,-24 0 16,0-25-16,25 25 0,-25 0 0,25-25 0,-25 25 0,25 0 15,-25-24-15,0 24 0,25 0 0,-25 0 0,0 0 16,24 0-16,-24 0 0,0 0 0,0 0 0,0 0 0,0 0 16,25 0-16,-25 0 0,0 24 0,0-24 0,0 25 15,0-25-15,0 0 0,0 25 0,0-25 0,0 25 0,0-25 16,-25 25-16,25-25 0,0 24 0,0-24 0,0 25 15,0-25-15,0 0 0,0 25 0,0-25 0,-24 25 16,24-25-16,0 0 0,0 25 0,0-25 0,0 0 0,0 0 16,0 24-16,0-24 0,0 0 0,0 0 0,0 0 15,0 0-15,0 0 0,0 0 0,24 0 0,-24 0 0,0 0 16,0 0-16,0 0 0,25 0 0,-25-24 0,25 24 15,-25 0-15,25 0 0,-25-25 0,25 25 0,-25 0 0</inkml:trace>
  <inkml:trace contextRef="#ctx0" brushRef="#br0" timeOffset="215011.298">8136 13816 0,'0'0'0,"0"-25"0,0 25 0,0 0 0,-25 0 0,25 0 16,0-24-16,0 24 0,0 0 0,0 0 0,0 0 15,0 0-15,0-25 0,0 25 0,0 0 0,0 0 0,0 0 16,0 0-16,0 0 0,0 0 0,0 0 0,0 0 15,0 0-15,0 0 0,0 0 0,0 25 0,0-25 0,0 0 16,0 0-16,0 24 0,-25-24 0,25 0 0,0 25 16,0-25-16,0 25 0,0-25 0,0 25 0,-24-25 15,24 25-15,0-1 0,0-24 0,0 25 0,0-25 0,0 25 16,0-25-16,0 25 0,0-25 0,0 0 0,0 25 15,0-25-15,0 24 0,0-24 0,0 0 0,0 25 0,0-25 16,0 0-16,0 0 0,24 0 0,-24 0 0,0 25 16,0-25-16,0 0 0,25 0 0,-25 0 0,0 0 15,25 0-15,-25 0 0,0-25 0,25 25 0,-25 0 0,25 0 16,-25 0-16,0 0 0,24-25 0,-24 25 0,25 0 15,-25 0-15,25-24 0,-25 24 0,0 0 0,25 0 0,-25-25 16,0 25-16,0 0 0,25 0 0,-25-25 0,0 25 16,0 0-16,24 0 0,-24-25 0,0 25 0,0 0 15,0-25-15,25 25 0,-25 0 0,0 0 0,0-24 0,0 24 16,0 0-16,0 0 0,0-25 0,0 25 0,0 0 15,0-25-15,0 25 0,0 0 0,0 0 0,-25-25 0,25 25 16,0 0-16,0 0 0,0 0 0,0-25 0,0 25 16,0 0-16,0 0 0,-24 0 0,24 0 0,0 0 0,0 0 15,0 0-15,0 0 0,0 0 0,-25 0 0,25 0 16,0 0-16,0 0 0,0 0 0,0 0 0,0 0 15,0 25-15,0-25 0,-25 0 0,25 25 0,0-25 0,0 25 16,0-25-16,0 25 0,0-25 0,0 0 0,0 24 47,0-24-47,0 25 0,0-25 0,0 25 0,0-25 0,0 0 0,0 25 0,0-25 0,0 0 0,0 25 0,0-25 0,0 0 0,25 24 0,-25-24 0,0 0 0,0 0 15,0 0-15,0 25 0,25-25 0,-25 0 0,0 0 0,24 0 16,-24 0-16,25 0 0,-25 0 0,25 0 0,-25 0 16,25 0-16,-25-25 0,25 25 0,-25 0 0,24 0 0,1 0 15,-25-24-15,25 24 0,-25 0 0,25 0 0,-25-25 16,25 25-16,-25 0 0,0-25 0,0 25 0,24-25 15,-24 25-15</inkml:trace>
  <inkml:trace contextRef="#ctx0" brushRef="#br0" timeOffset="215745.34">8632 13767 0,'0'0'0,"0"-25"47,0 25-47,0 0 0,0 0 0,0 0 0,0 0 0,0 0 0,0 0 0,0 0 0,-25 0 0,25 25 0,0-25 0,0 0 0,0 0 0,0 24 0,0-24 0,0 0 0,0 25 0,0-25 0,0 25 0,0-25 15,0 25-15,0-25 0,0 25 0,0-25 0,0 24 16,0-24-16,0 0 0,0 25 0,-25-25 0,25 25 15,0-25-15,0 0 0,0 25 0,0-25 0,0 0 0,0 0 16,0 0-16,0 25 0,0-25 0,0 0 0,0 0 0,0 0 16,0 0-16,0 0 0,0 0 0,0 0 0,0 0 15,0 0-15,0 0 0,0 0 0,0 0 0,0 0 16,0 0-16,0-25 0,0 25 0,0 0 0,0 0 0,25-25 15,-25 25-15,0 0 0,0-25 0,0 25 0,0-25 16,0 25-16,0-24 0,25 24 0,-25 0 0,0-25 0,0 25 16,0 0-16,25-25 0,-25 25 0,0 0 0,0-25 46,25 25-46,-25 0 0,0 0 0,0 0 0,24-25 0,-24 25 0,0 0 0,25 0 0,-25 0 0,0 0 0,0 0 0,25 0 0,-25 0 0,0 0 0,0 0 0,0 25 16,25-25-16,-25 0 0,0 0 0,0 25 0,0-25 0,0 0 16,0 25-16,0-25 0,0 25 0,0-25 0,0 24 15,0-24-15,0 25 0,0-25 0,0 0 0,0 25 16,0-25-16,0 25 0,0-25 0,0 0 0,0 0 0,0 25 15,0-25-15,0 0 0,0 0 0,0 0 0,0 0 16,0 0-16,0 24 0,0-24 0,0 0 0,0 0 0,0 0 16,0 0-16,0 0 0,0 0 0,0-24 0,0 24 15,0 0-15,0 0 0,0 0 0,0-25 0,0 25 0,0 0 16,25-25-16,-25 25 0,0 0 0,0-25 0,24 25 15,-24-25 17,25 1-32,-25 24 0,25-25 0,-25 25 0,25-25 0,-25 25 0,25-25 0,-25 0 0,24 25 0,-24 0 0,0-24 0,25 24 0,-25 0 0,0 0 0,25 0 15,-25 0-15,0 0 0,0 0 0,0 0 0,0 0 16,25 0-16,-25 24 0,0-24 0,0 0 0,0 25 0,0-25 15,0 0-15,-25 25 0,25-25 0,0 25 0,0-25 16,0 25-16,0-25 0,0 0 0,0 24 0,0-24 0,0 25 16,0-25-16,0 25 0,-25-25 0,25 25 0,0-25 15,0 25-15,0-25 0,0 0 0,0 24 0,0-24 0,0 0 16,0 25-16,0-25 0,0 0 0,25 0 0,-25 0 15,0 25-15,0-25 0,0 0 0,0 0 0,0 0 16,0 0-16,0 0 0,0 0 0,0 0 0,0-25 0,0 25 16,25 0-16,-25 0 0,0 0 0,0-25 0,0 25 15,0 0-15,0 0 0</inkml:trace>
  <inkml:trace contextRef="#ctx0" brushRef="#br0" timeOffset="216092.3598">8359 13519 0,'0'0'0,"0"0"0,0 0 0,0 0 0,-25-25 16,25 25-16,0 0 0,0 0 0,25-25 0,-25 25 15,0 0-15,0 0 0,0 0 0,0 0 0,25-25 16,-25 25-16,0 0 0,25 0 0,-25 0 0,0 0 0,25 0 16,-25 0-16,24 0 0,-24 0 0,25 0 0,-25 0 15,0 0-15,25 0 0,-25 0 0,0 0 0,25 0 0,-25 0 16,25 0-16,-25 0 0,0 0 0,0 25 0,24-25 15,-24 0-15,0 0 0,0 25 0,0-25 0,25 0 0,-25 25 16,0-25-16,0 24 0,0-24 0,0 25 0,0-25 16,0 25-16,0 0 0,0-25 0,0 25 0,0-1 0,0-24 15,-25 25-15,25 0 0,0 0 0</inkml:trace>
  <inkml:trace contextRef="#ctx0" brushRef="#br0" timeOffset="216659.3922">8285 14412 0,'0'0'0,"0"0"15,0 0-15,0 0 0,0 0 0,0 0 0,0 0 16,0 0-16,0 0 0,0 0 0,0 0 0,0 0 15,0 0-15,0 0 0,0 0 0,0 0 0,0 0 0,0 0 16,0 0-16,0 0 0,0 0 0,0 0 0,0 0 16,0 0-16,0 0 0,0 0 0,0 0 0,0 0 0,0 0 15,0 0-15,0 0 0,0 0 0,0 0 0,0 0 16,0 0-16,0 0 0,0 0 0,0 0 0,0 0 0,0 0 15,0 0-15,0 0 0,0 0 0,0 0 0,0 0 16,0 0-16,0 0 0,0 0 0,0 0 0,0 0 16,0 0-16,0 0 0,0 0 0,0 0 0,0 0 0,0 0 15,0 0-15,0 0 0,0 0 0,0 0 0,0 0 16,0 0-16,0 0 0,0-25 0,0 25 0,0 0 15,0 0-15,0 0 0,25 0 0,-25 0 0,0 0 0,0-25 16,0 25-16,0 0 0,24 0 0,-24-25 0,0 25 16,0 0-16,0 0 0,0-25 0,0 25 0,0 0 0,0 0 15,0 0-15,0 0 0,0 0 0,0 0 0,0 0 16,0 0-16,0 0 0,0 0 0,0 0 0,0 0 0,0 0 15,0 0-15,0 0 0,0 0 0,0 0 0,0 0 16,0 0-16,0 0 0,-24 0 0,24 0 0,0 0 16,0 0-16,0 0 0,0 0 0,0 0 0,-25 0 0</inkml:trace>
  <inkml:trace contextRef="#ctx0" brushRef="#br0" timeOffset="217216.4241">8260 13519 0,'0'0'0,"0"0"16,0 0-16,-25 0 0,25 0 0,0 0 0,0-25 0,0 25 16,0 0-16,0 0 0,0 0 0,0 0 0,-25 0 15,25-25-15,0 25 0,0 0 0,0 0 0,0 0 0,0 0 16,0 0-16,0 0 0,0 0 0,0 0 0,0 0 15,0 0-15,0 0 0,0 0 0,25 0 0,-25 0 0,0 0 16,0 0-16,0 0 0,0 0 0,0 0 0,25 25 16,-25-25-16,0 0 0,0 0 0,0 0 0,0 25 15,0-25-15,0 0 0,0 0 0</inkml:trace>
  <inkml:trace contextRef="#ctx0" brushRef="#br0" timeOffset="218750.5118">10542 13543 0,'0'0'0,"0"0"16,0-24-16,0 24 0,0 0 0,0 0 0,0 0 16,0-25-16,0 25 0,0 0 0,0 0 0,0 0 15,0 0-15,0 0 0,0-25 0,0 25 0,0 0 0,0 0 16,0 0-16,0 0 0,0 0 0,0 0 0,0 0 15,0 0-15,0 0 0,0 0 0,0 0 0,0 0 16,0 25-16,0-25 0,0 0 0,0 0 0,0 25 0,0-25 16,-25 0-16,25 24 0,0 1 0,0-25 0,0 25 0,-25 0 15,25 0-15,0-1 0,-24-24 0,24 25 0,0 0 16,-25 0-16,25 0 0,0-1 0,0 1 0,-25-25 15,25 25-15,0 0 0,0 0 0,0-25 0,0 24 0,0-24 16,0 25-16,0-25 0,0 25 0,0-25 0,0 0 16,0 0-16,0 25 0,0-25 0,0 0 0,0 0 15,0 0-15,0 0 0,25 0 0,-25 0 0,0 0 0,0 0 16,25 0-16,-25 0 0,24-25 0,-24 25 0,0 0 15,25 0-15,0 0 0,-25-25 0,25 25 0,-25 0 0,25-25 16,-1 25-16,-24-24 0,25 24 0,0-25 0,0 25 16,-25-25-16,25 25 0,-1-25 0,1 0 0,-25 25 0,25-24 15,0 24-15,-25-25 0,25 25 0,-25-25 0,24 25 16,-24-25-16,25 25 0,-25-25 0,0 25 0,25-24 15,-25 24-15,0-25 0,0 25 0,0-25 0,25 25 0,-25-25 16,0 25-16,0-25 0,-25 25 0,25 0 0,0-24 16,0 24-16,0-25 0,0 25 0,-25 0 0,25-25 0,0 25 15,0 0-15,-25 0 0,25-25 0,0 25 0,0 0 16,-24 0-16,24 0 0,0 0 0,0 0 0,0 0 15,0 0-15,-25 0 0,25 0 0,0 0 0,0 0 0,0 0 16,0 25-16,-25-25 0,25 0 0,0 25 0,0-25 16,0 0-16,0 25 0,0-25 0,-25 24 0,25 1 0,0-25 15,0 25-15,0-25 0,0 25 0,-25 0 16,25-25-16,0 24 0,0 1 0,0-25 0,0 25 0,0 0 15,0-25-15,-24 25 0,24-25 0,0 24 0,0-24 0,0 25 16,0-25-16,0 25 0,0-25 0,0 0 0,0 25 16,0-25-16,0 0 0,0 0 0,0 25 0,0-25 0,0 0 15,0 0-15,0 0 0,0 0 0,0 0 0,0 0 16,0 0-16,0 24 0,0-24 0,0 0 0,24 0 0,-24 0 15,0-24-15,0 24 0,0 0 0,25 0 0,-25 0 16,0 0-16,25 0 0,-25-25 0,0 25 0,25 0 16,-25-25-16,25 25 0,-25 0 0,0-25 0,24 25 0,-24 0 15,0 0-15,0-25 0,25 25 0,-25 0 0,0 0 16,0 0-16,0 0 0,0 0 0,0 0 0,0 0 15,0 0-15,0 0 0,0 0 0,0 0 0,0 0 0,0 0 16,0 0-16,0 0 0,0 0 0,0 25 0,0-25 16,0 0-16,0 25 0,0-25 0,0 0 0,0 25 0,0-25 15,0 25-15,-25-25 0,25 24 0,0-24 0,0 25 16,0-25-16,0 0 0,0 25 0,0-25 0,25 25 0,-25-25 15,0 0-15,0 25 0,0-25 0,0 0 0,0 0 16,0 24-16,0-24 0,0 0 0,25 0 0,-25 0 16,0 0-16,0 0 0,0 0 0,25 0 0,-25 0 0,0 0 15,0 0-15,25-24 0,-25 24 0,0 0 0,24 0 16,-24 0-16,0-25 0,25 25 0,-25 0 0,0-25 0,0 25 15,25 0-15,-25-25 0,0 25 0,25-25 0,-25 25 16,0 0-16,0-24 0,0 24 0,25-25 0,-25 25 16,0 0-16,0-25 0,0 25 0,0 0 0,0 0 0,0 0 15,0 0-15,0 0 0,0 0 0,0 0 0,0 0 16,0 0-16,0 0 0,0 0 0,0 0 0,0 25 15,0-25-15,0 0 0,0 25 0,-25-25 0,25 24 0,0-24 16,0 0-16,0 25 0,0-25 0,0 25 0,0-25 16,0 0-16,0 25 0,0-25 0,0 0 0,0 25 0,0-25 15,0 0-15,0 0 0,0 0 0,0 24 0,0-24 16,0 0-16,0 0 0,25 0 0,-25 0 0,0 0 0,0 0 15,0 0-15,24 0 0,-24 0 0,0 0 0,25-24 16,-25 24-16,0 0 0,25 0 0,-25-25 0,0 25 16</inkml:trace>
  <inkml:trace contextRef="#ctx0" brushRef="#br0" timeOffset="219138.534">11261 13568 0,'0'0'0,"0"0"0,-24 0 0,24 0 0,0 0 15,0 0-15,0 0 0,0 0 0,0 0 0,24 0 16,-24 0-16,0 0 0,25-25 0,-25 25 0,25 0 0,-25 0 16,25 0-16,0 0 0,-25 0 0,24 0 0,1 0 15,0 0-15,0 0 0,-25 0 0,25 0 0,-1 0 16,1 0-16,-25 0 0,25 0 0,-25 0 0,25 0 0,-25 25 15,0-25-15,25 0 0,-25 0 0,0 0 0,0 0 0,0 0 16,0 0-16,0 0 0,0 0 0,-25 25 16,25-25-16</inkml:trace>
  <inkml:trace contextRef="#ctx0" brushRef="#br0" timeOffset="219276.5419">10269 13667 0,'0'0'0,"0"0"0,-25 0 0,25 0 16,0 0-16,0-24 0,0 24 0,0 0 0,0 0 0,0 0 15,0 0-15,25 0 0,-25 0 0,25 0 0,0 0 16,0 0-16,-1 0 0,1 0 0,0 0 0,0 0 15,0 0-15,-1 0 0,26 0 0,-25 0 0,0 0 0,-1 0 16,26 0-16,-25 0 0,0 24 0,-1-24 0,1 0 16,0 0-16,0 0 0,0 0 0,-1 25 0,1-25 15,-25 0-15</inkml:trace>
  <inkml:trace contextRef="#ctx0" brushRef="#br0" timeOffset="220109.5896">12477 13692 0,'0'-25'0,"0"25"0,0 0 0,0 0 0,0 0 16,0-24-16,0 24 0,0 0 0,-25 0 0,25-25 16,0 25-16,0 0 0,0 0 0,-25 0 0,25-25 0,0 25 15,0 0-15,-25 0 0,25 0 0,0 0 0,-24-25 16,24 25-16,0 0 0,-25 0 0,25 0 0,0 0 15,-25 0-15,25 0 0,0 0 0,-25 0 0,25 0 0,0 0 16,-25 0-16,25 0 0,0 0 0,0 0 0,-24 0 16,24 0-16,0 0 0,0 0 0,0 0 0,0 25 15,0-25-15,0 0 0,0 0 0,-25 0 0,25 25 0,25-25 16,-25 0-16,0 25 0,0-25 0,0 24 0,0-24 15,0 0-15,24 25 0,-24-25 0,0 25 0,25-25 0,-25 25 16,0-25-16,25 25 0,-25-25 0,25 24 0,-25 1 16,25-25-16,-25 25 0,0-25 0,24 25 0,-24-25 15,25 25-15,-25-25 0,0 24 0,25-24 0,-25 25 16,0-25-16,0 25 0,0-25 0,25 25 0,-25-25 0,0 0 15,0 25-15,-25-25 0,25 0 0,0 0 0,0 24 0,0-24 16,0 0-16,-25 0 0,25 0 0,0 0 0,-25 0 16,25 25-16,0-25 0,-24 0 0,-1 0 0,25 0 0,-25 0 15,25 0-15,-25 0 0,0-25 0,25 25 0,-24 0 16,-1 0-16,25 0 0,-25 0 0,0 0 0,25-24 0,0 24 15,-25 0-15,25 0 0,0 0 0,-25 0 0,25 0 16,0 0-16,0-25 0,0 25 0,0 0 0,0 0 16,0 0-16,25 0 0,-25 0 0,0 0 0,25 0 0,-25 0 15,0 0-15,25-25 0,-25 25 0,25 0 0,-25 0 16</inkml:trace>
  <inkml:trace contextRef="#ctx0" brushRef="#br0" timeOffset="221045.6431">14139 14238 0,'0'0'0,"0"0"0,0 0 15,0 0-15,0 0 0,0 0 0,0 0 0,0 0 16,0 0-16,0 0 0,0 0 0,0 0 0,0 0 0,0 0 16,0 0-16,24 0 0,-24-25 0,0 25 0,25 0 15,-25 0-15,25-25 0,-25 25 0,25-25 0,-25 25 0,25-24 16,-25 24-16,24-25 0,-24 25 0,25-25 0,-25 25 15,25-25-15,-25 25 0,25-25 0,-25 25 0,0-24 0,25 24 16,-25-25-16,0 25 0,0-25 0,25 25 0,-25-25 16,0 25-16,0-25 0,0 25 0,0 0 0,0-24 15,0 24-15,0 0 0,0-25 0,0 25 0,0 0 0,0 0 16,0 0-16,0 0 0,0 0 0,0 0 0,0 0 0,0 0 15,0 0-15,0 0 0,-25 0 0,25 0 0,0 0 16,0 25-16,0-25 0,0 0 0,0 24 0,-25-24 16,25 25-16,0 0 0,0 0 0,0-25 0,0 25 0,-25-1 15,25 1-15,0 0 0,0 0 0,0 0 0,0-25 16,-25 24-16,25 1 0,0 0 0,0 0 0,0 0 0,-25-1 15,25-24-15,0 25 0,0 0 0,0 0 0,-24-25 16,24 25-16,0 0 0,0-25 0,-25 24 0,25 1 16,0-25-16,0 25 0,0-25 0,-25 25 0,25 0 0,0-25 15,-25 24-15,25-24 0,0 25 0,0-25 16,0 25-16,-25-25 0,25 0 0,0 25 0,0-25 0,0 0 0,0 25 15,0-25-15,0 0 0,0 0 0,0 0 16,0 24-16,0-24 0,0 0 0,0 0 0,0 0 0,0 0 16,0 0-16,0 0 0,0 0 0,0-24 0,0 24 0,0 0 15,0-25-15,0 25 0,0 0 0,0-25 0,0 0 16</inkml:trace>
  <inkml:trace contextRef="#ctx0" brushRef="#br0" timeOffset="221340.66">14461 13866 0,'0'-25'0,"25"25"16,-25 0-16,0 0 0,25-25 0,-25 25 0,0 0 0,25 0 15,-25 0-15,0 0 0,24 0 0,-24 25 0,0-25 16,25 0-16,-25 0 0,0 25 0,25-25 0,-25 25 0,0-25 15,0 24-15,25-24 0,-25 25 0,0-25 0,0 25 16,0-25-16,0 25 0,0-25 0,-25 0 0,25 25 0,0-25 16,0 24-16,-25-24 0,25 25 0,0-25 0,0 0 15,-25 25-15,25-25 0,0 0 0,-24 0 0,24 25 16,-25-25-16,25 0 0,0 0 0,-25 0 0,25 0 0,-25 0 15,25 0-15,0 0 0,-25 0 0,25 0 0,0 0 16,0 0-16,0 0 0,-24 0 0,24-25 0,0 25 0,0 0 16,0-25-16,0 25 0,0 0 0,0-25 0</inkml:trace>
  <inkml:trace contextRef="#ctx0" brushRef="#br0" timeOffset="222475.7249">14585 13891 0,'25'0'15,"-25"0"-15,0 0 0,0 0 0,0-25 0,0 25 16,0 0-16,25 0 0,-25-25 0,0 25 0,25 0 0,-25-25 15,24 25-15,-24 0 0,25-25 0,-25 25 0,25-24 16,0 24-16,-25-25 0,25 25 0,-1-25 0,1 25 0,0-25 16,-25 25-16,25-25 0,0 25 0,-1-24 0,-24 24 15,25-25-15,-25 25 0,25-25 0,-25 25 0,25 0 0,-25-25 16,25 25-16,-25-25 0,0 25 0,0 0 0,0-24 15,0 24-15,0 0 0,0-25 0,0 25 0,0 0 16,0-25-16,0 25 0,0 0 0,-25-25 0,25 25 0,0 0 16,0-25-16,-25 25 0,25 0 0,0-24 0,-25 24 15,25 0-15,0 0 0,0 0 0,-25-25 0,25 25 16,0 0-16,0 0 0,0 0 0,-24 0 0,24 0 0,0 0 15,0 0-15,0 0 0,0 0 0,0 0 0,0 0 16,0 0-16,0 25 0,-25-25 0,25 0 0,0 24 16,0-24-16,0 0 0,0 25 0,0-25 0,0 25 0,0 0 15,0-25-15,0 25 0,0-1 0,-25-24 0,25 25 0,0 0 16,0-25-16,0 25 0,0 0 0,0-1 0,-25-24 15,25 25-15,0 0 0,0-25 0,0 25 0,-25 0 16,25-25-16,0 24 0,0 1 0,0-25 0,0 25 0,-24-25 16,24 25-16,0-25 0,0 25 0,0-25 0,0 24 0,0-24 15,0 0-15,0 25 0,0-25 0,0 0 0,0 0 16,0 25-16,0-25 0,0 0 0,0 0 0,0 0 15,0 0-15,0 0 0,0 0 0,0 0 0,0 0 0,0 0 16,0 0-16,0 0 0,0 0 0,0 0 0,24 0 16,-24-25-16,0 25 0,25 0 0,-25 0 0,0-25 15,25 25-15,-25-24 0,25 24 0,-25 0 0,25-25 0,-25 25 16,0-25-16,24 25 0,-24-25 0,25 25 0,-25 0 15,0-25-15,25 25 0,-25 0 0,0 0 0,0-24 16,0 24-16,25 0 0,-25 0 0,0 0 0,0 0 0,0 0 16,0 0-16,0 0 0,0 0 0,0 0 0,0 0 0,0 0 15,0 0-15,0 0 0,0 24 0,-25-24 0,25 0 16,0 0-16,0 25 0,0-25 0,0 0 0,0 25 15,0-25-15,0 0 0,0 25 0,0-25 0,0 25 0,0-25 16,0 0-16,0 24 0,0-24 0,0 25 0,0-25 16,0 0-16,0 25 0,0-25 0,0 0 0,0 0 0,0 25 15,25-25-15,-25 0 0,0 0 0,0 0 0,0 0 16,25 0-16,-25 25 0,0-25 0,0 0 0,24 0 15,-24 0-15,0-25 0,25 25 0,-25 0 0,25 0 0,-25 0 16,0 0-16,25-25 0,-25 25 0,25 0 0,-25 0 16,24-25-16,-24 25 0,0 0 0,25-25 0,-25 25 0,0 0 15,25-24-15,-25 24 0,0-25 0,0 25 0,0 0 16,0-25-16,25 25 0,-25 0 0,0-25 0,0 25 15,0 0-15,0-25 0,0 25 0,0 0 0,0-24 0,0 24 16,0 0-16,0 0 0,0-25 0,0 25 0,0 0 16,0 0-16,0 0 0,0 0 0,0 0 0,0 0 0,0 0 15,0 0-15,0 0 0,0 0 0,-25 0 0,25 25 16,0-25-16,0 0 0,0 0 0,0 24 0,0-24 0,0 25 15,0-25-15,-25 0 0,25 25 0,0-25 0,0 25 16,0-25-16,0 25 0,0-25 0,0 24 0,0-24 16,0 0-16,0 25 0,0-25 0,0 25 0,0-25 0,0 0 15,0 25-15,0-25 0,25 0 0,-25 0 0,0 25 16,0-25-16,0 0 0,0 0 0,25 0 0,-25 0 0,0 0 15,0 0-15,25 0 0,-25 0 0,0 0 0,24 0 16,-24 0-16,25 0 0,-25 0 0,25 0 0,-25-25 16,0 25-16,25 0 0,-25-25 0,25 25 0,-25 0 0,25-25 15,-25 25-15,24 0 0,-24-25 0,0 25 0,25-24 16,-25 24-16,0-25 0,0 25 0,25-25 0,-25 25 15,0-25-15,0 25 0,0 0 0,0-25 0,0 25 0,0-24 16,0 24-16,0 0 0,0 0 0,0 0 0,0-25 16,0 25-16,0 0 0,0 0 0,0 0 0,0 0 0,0 25 15,0-25-15,0 0 0,0 0 0,0 0 0,-25 24 16,25-24-16,0 0 0,0 25 0,0-25 0,0 25 15,0-25-15,0 25 0,0-25 0,0 25 0,0-25 0,0 0 16,0 24-16,0-24 0,0 0 0,0 25 0,0-25 0,25 0 16,-25 25-16,0-25 0,0 0 0,0 25 0,25-25 15,-25 0-15,0 0 0,25 25 0,-25-25 0,0 0 16,0 24-16,24-24 0,-24 0 0,0 25 0,0-25 0,0 0 15,0 25-15,0-25 0,-24 25 0</inkml:trace>
  <inkml:trace contextRef="#ctx0" brushRef="#br0" timeOffset="222726.7393">15478 14312 0,'0'25'0,"0"-25"0,0 0 15,0 0-15,0 0 0,0 0 0,-25-25 0,25 25 16,0 0-16,0 0 0,25 0 0,-25 0 0,0 0 0,0 0 16,0 0-16,0 0 0,0 0 0,0 0 0,0 0 15,0 0-15,0 0 0,0 0 0,0 0 0,0 0 16,0-25-16,25 25 0,-25 0 0</inkml:trace>
  <inkml:trace contextRef="#ctx0" brushRef="#br0" timeOffset="223123.762">16818 13370 0,'0'0'0,"0"0"0,0 0 0,0 0 16,-25 0-16,25 0 0,0 0 0,0 0 0,0 0 0,0 0 15,0 25-15,0-25 0,0 0 0,0 24 0,0-24 16,0 25-16,0-25 0,0 25 0,0 0 0,0-25 15,0 25-15,0-1 0,0 1 0,0 0 0,-25 0 0,25-25 16,0 25-16,0-1 0,0 1 0,0 0 0,0 0 16,0 0-16,0-25 0,-25 24 0,25 1 0,0-25 15,0 25-15,0-25 0,0 25 0,0-25 0,0 25 0,0-25 16,0 0-16,0 24 0,0-24 0,-25 0 0,25 0 0,0 0 15,0 0-15,0 0 0,0 0 0,0 0 0,0 0 16,0 0-16,0 0 0,0 0 0,0 0 0,0-24 16,-24 24-16</inkml:trace>
  <inkml:trace contextRef="#ctx0" brushRef="#br0" timeOffset="223288.7714">16669 13667 0,'25'0'0,"-25"0"0,0 0 0,0 0 0,0 0 15,24-24-15,-24 24 0,0 0 0,25 0 0,-25 0 16,25-25-16,0 25 0,-25 0 0,25 0 0,-1-25 15,1 25-15,-25 0 0,25 0 0,0 0 0,0 0 0,-25 0 16,24 0-16,-24 0 0,25 0 0,-25 0 0,25 0 16,-25 0-16,25 25 0,-25-25 0,0 0 0,0 0 0</inkml:trace>
  <inkml:trace contextRef="#ctx0" brushRef="#br0" timeOffset="224955.8668">16966 13915 0,'0'0'15,"0"0"-15,0 0 0,0 0 0,-24 0 0,24 0 16,0 0-16,0 0 0,0 0 0,0 0 0,0 0 0,0 0 15,0 0-15,0-24 0,0 24 0,0 0 0,0 0 16,24-25-16,-24 25 0,0 0 0,25-25 0,-25 25 16,25 0-16,0-25 0,-25 25 0,25-25 0,-1 25 0,-24-24 15,25 24-15,0-25 0,0 0 0,0 25 0,-1-25 16,-24 25-16,25-25 0,0 1 0,0 24 0,-25-25 0,25 25 15,-1-25-15,-24 25 0,25-25 0,-25 25 0,0-25 16,25 25-16,-25-24 0,0 24 0,0-25 0,0 25 0,0 0 16,0-25-16,0 25 0,0 0 0,0-25 0,-25 25 15,25 0-15,0-25 0,0 25 0,-25 0 0,25 0 16,0-24-16,0 24 0,-24 0 0,24 0 0,0 0 0,-25 0 15,25-25-15,0 25 0,0 0 0,-25 0 0,25 0 16,0 0-16,0 0 0,0 0 0,0 0 0,0 0 0,0 0 16,0 0-16,0 0 0,-25 0 0,25 25 0,0-25 15,0 0-15,0 0 0,0 24 0,0-24 0,0 0 0,0 25 16,0-25-16,-25 25 0,25-25 0,0 25 0,0-25 15,0 25-15,0-1 0,0-24 0,0 25 0,0-25 16,0 25-16,-24 0 0,24-25 0,0 25 0,0-1 0,0-24 16,0 25-16,-25 0 0,25-25 0,0 25 0,0 0 15,0-25-15,0 24 0,0 1 0,0-25 0,-25 25 16,25-25-16,0 25 0,0-25 0,0 25 0,0-25 0,0 24 15,0-24-15,0 0 0,0 0 0,0 25 0,0-25 16,0 0-16,0 0 0,0 0 0,0 0 0,0 0 16,0 0-16,0 0 0,0 0 0,0 0 0,0 0 0,0 0 15,0 0-15,0 0 0,0 0 0,25 0 0,-25-25 0,0 25 16,0 0-16,25 0 0,-25-24 0,0 24 0,24 0 15,-24-25-15,25 25 0,-25-25 0,0 25 0,25 0 16,-25-25-16,25 25 0,-25-25 0,0 25 0,25 0 0,-25 0 16,0-24-16,0 24 0,24 0 0,-24 0 0,0-25 15,0 25-15,0 0 0,0 0 0,0 0 0,0 0 0,0 0 16,0 0-16,0 0 0,0 0 0,0 0 0,0 0 15,0 0-15,0 0 0,0 0 0,0 0 0,0 0 16,0 0-16,0 0 0,0 0 0,0 25 0,0-25 0,0 0 16,0 0-16,0 24 0,0-24 0,0 0 0,0 25 15,0-25-15,0 25 0,0-25 0,0 0 0,0 25 0,0-25 16,0 25-16,0-25 0,0 0 0,0 24 0,0-24 15,0 0-15,0 25 0,0-25 0,25 0 0,-25 0 16,0 0-16,0 25 0,0-25 0,0 0 0,0 0 0,25 0 16,-25 0-16,0 0 0,0 0 0,25 0 0,-25 0 0,0 0 15,25 0-15,-25 0 0,24 0 0,-24 0 0,0-25 16,25 25-16,-25 0 0,0 0 0,25-25 0,-25 25 15,0 0-15,25-24 0,-25 24 0,0-25 0,25 25 0,-25 0 16,0-25-16,0 25 0,0-25 0,25 25 0,-25-25 16,0 25-16,0 0 0,0-24 0,0 24 0,0 0 15,0-25-15,0 25 0,0 0 0,0 0 0,0 0 16,0 0-16,0-25 0,0 25 0,0 0 0,0 0 0,0 0 15,0 0-15,0 0 0,0 0 0,0 0 0,0 0 16,0 0-16,-25 0 0,25 25 0,0-25 0,0 0 0,0 0 16,0 0-16,0 25 0,0-25 0,0 0 0,0 24 15,0-24-15,-25 0 0,25 25 0,0-25 0,0 25 0,0-25 16,0 0-16,0 25 0,0-25 0,0 25 0,0-25 15,0 0-15,0 24 0,0-24 0,0 0 0,0 25 0,0-25 16,0 0-16,0 0 0,0 25 0,0-25 0,25 0 16,-25 0-16,0 0 0,0 0 0,0 25 0,0-25 15,25 0-15,-25 0 0,0 0 0,0 0 0,24 0 0,-24 0 16,25 0-16,-25 0 0,0-25 0,25 25 0,-25 0 15,25 0-15,-25 0 0,0-25 0,25 25 0,-25 0 0,0 0 16,24-25-16,-24 25 0,0 0 0,25-24 0,-25 24 16,0-25-16,0 25 0,25 0 0,-25-25 0,0 25 15,0-25-15,0 25 0,0-25 0,0 25 0,25-24 0,-25 24 16,0 0-16,0 0 0,0-25 0,0 25 0,0 0 15,0 0-15,0 0 0,0 0 0,0 0 0,0 0 0,0 0 16,0 0-16,0 0 0,0 0 0,0 0 0,0 0 16,0 0-16,-25 0 0,25 0 0,0 0 0,0 25 15,0-25-15,0 0 0,0 0 0,0 24 0,0-24 0,0 25 16,0-25-16,0 25 0,0-25 0,0 25 0,-25-25 0,25 0 15,0 25-15,0-25 0,0 24 0,0-24 0,0 25 16,0-25-16,0 0 0,0 25 0,0-25 0,0 25 16,0-25-16,0 0 0,0 0 0,0 25 0,25-25 0,-25 0 15,0 0-15,0 0 0,0 24 0,0-24 0,25 0 16,-25 0-16,0 0 0,0 0 0,25 0 0,-25 0 0,0 0 15,24 0-15,-24-24 0,25 24 0,-25 0 0,25 0 16,-25-25-16,25 25 0,-25 0 0,25 0 0,-25-25 16,0 25-16,24-25 0,-24 25 0,0 0 0,25-25 0,-25 25 15,0-24-15,25 24 0,-25 0 0,0-25 0,0 25 16,0-25-16,0 25 0,25 0 0,-25-25 0,0 25 0,0 0 15,0-25-15,0 25 0,0 0 0,0 0 0,0-24 16,0 24-16,0 0 0,0 0 0,0 0 0,0 0 16,0 0-16,0 0 0,0 0 0,0 0 0,0 0 0,0 0 15,0 0-15,0 0 0,0 0 0,0 0 0,0 0 16,0 24-16,0-24 0,0 0 0,0 0 0,-25 25 0,25-25 15,0 0-15,0 25 0,0-25 0,0 25 0,0-25 16,0 0-16,0 25 0,0-25 0,0 24 0,-25-24 0,25 25 16,0-25-16,0 0 0,0 25 0,0-25 15,0 0-15,0 25 0,0-25 0,25 0 0,-25 25 0,0-25 16,0 0-16,0 0 0,0 0 0,0 24 0,25-24 0,-25 0 15,0 0-15,0 0 0,0 0 0,25 0 0,-25 0 16,24 0-16,-24-24 0,0 24 0,25 0 0,-25 0 0,25 0 16,-25-25-16,0 25 0,25 0 0,-25-25 0,25 25 15,-25 0-15,0-25 0,24 25 0,-24-25 0,0 25 16,0-24-16,0-1 0,0 25 0,0-25 0,25 25 0,-25-25 15,-25 25-15,25-25 0,0 25 0,0-24 0,0 24 16,0-25-16,0 25 0,0-25 0,-24 25 0,24 0 0,0-25 16,0 25-16,-25 0 0,25 0 0,0-25 0,0 25 15,0 0-15,0 0 0,-25 0 0,25 0 0,0 0 16,0 0-16,0 0 0,0 0 0,0 0 0,0 0 0,-25 0 15,25 0-15,0 0 0,0 0 0,0 25 0,0-25 16,0 0-16,-25 0 0,25 0 0,0 0 0,0 25 0,0-25 16,0 0-16,0 0 0,0 25 0,0-25 15,0 0-15,0 0 0,25 0 0,-25 25 0,0-25 0,25 0 16,-25 0-16,0 0 0,25 0 0,0 24 0</inkml:trace>
  <inkml:trace contextRef="#ctx0" brushRef="#br0" timeOffset="225297.8863">18628 13866 0,'0'-25'0,"0"25"0,0 0 16,0 0-16,0 0 0,0-25 0,0 25 0,0 0 0,0 0 16,0-25-16,0 25 0,0 0 0,0 0 0,-24-24 15,24 24-15,0 0 0,0 0 0,0-25 0,0 25 0,0 0 16,0 0-16,0 0 0,-25-25 0,25 25 0,0 0 15,0 0-15,0 0 0,0 0 0,0 0 0,0 0 16,0 0-16,0 0 0,-25 0 0,25 0 0,0 0 0,0 0 16,0 25-16,-25-25 0,25 0 0,0 25 0,-25-25 15,25 24-15,0-24 0,0 0 0,-25 25 0,25-25 0,0 25 16,0-25-16,0 25 0,-24-25 0,24 25 0,0-25 15,0 24-15,0-24 0,0 0 0,0 25 0,0-25 16,0 25-16,24-25 0,-24 0 0,0 25 0,0-25 0,0 0 16,25 0-16,-25 25 0,0-25 0,25 0 0,-25 0 15,25 0-15,-25 0 0,25 0 0,-25 0 0,25 0 0,-25 0 16,24 0-16,-24 0 0,25 0 0,-25 0 0,25 0 15,-25 0-15,25-25 0,-25 25 0,0 0 0,25 0 16,-25-25-16,0 25 0,0 0 0</inkml:trace>
  <inkml:trace contextRef="#ctx0" brushRef="#br0" timeOffset="225613.9044">18157 13444 0,'0'-25'0,"0"25"0,0 0 0,0 0 0,0 0 0,0-24 16,0 24-16,0 0 0,25 0 0,-25 0 0,0 0 15,0 0-15,25-25 0,-25 25 0,0 0 0,24 0 0,-24 0 16,25 0-16,-25 0 0,0 0 0,25-25 0,-25 25 15,25 0-15,-25 0 0,25 25 0,-25-25 0,24 0 0,-24 0 16,25 0-16,-25 0 0,0 25 0,25-25 0,-25 0 16,0 24-16,25-24 0,-25 25 0,0-25 0,0 25 15,25-25-15,-25 25 0,0-25 0,0 25 0,0-25 0,24 24 16,-24 1-16,0-25 0,0 25 0,0 0 15,0-25-15,0 25 0,-24-1 0,24 1 0,0-25 0,0 25 0,-25 0 16,25 0-16,0-1 0,-25 1 0,25-25 0</inkml:trace>
  <inkml:trace contextRef="#ctx0" brushRef="#br0" timeOffset="226272.9421">18033 14436 0,'0'0'0,"0"0"0,0 0 0,0 0 15,0 0-15,0 0 0,0 0 0,0 0 0,0 0 0,0 0 16,0 0-16,0 0 0,0 0 0,0 0 0,0 0 0,0 0 15,0 0-15,0 0 0,0 0 0,0 0 0,0 0 16,0-24-16,0 24 0,0 0 0,0 0 0,0 0 16,0 0-16,0 0 0,0 0 0,0 0 0,0 0 0,0-25 15,0 25-15,0 0 0,0 0 0,0 0 0,0 0 16,0 0-16,0 0 0,0 0 0,0 0 0,0 0 15,0 0-15,0 0 0,0 0 0,0 0 0,0 0 0,0 0 16,0 0-16,0 0 0,0 0 0,0 0 0,0 0 16,0 0-16,0 0 0,0 0 0,0 0 0,0 0 0,0 0 15,0 0-15,0 0 0,0 0 0,0 0 0,0 0 16,0 0-16,0 0 0</inkml:trace>
  <inkml:trace contextRef="#ctx0" brushRef="#br0" timeOffset="227172.9936">20017 14039 0,'0'0'0,"0"0"0,0 0 437,273-24-437,-273 24 16,0 0-16,0 0 0,0 0 0,0 0 0,0 24 0,0-24 15,0 0-15,0 0 0,0 0 0,0 0 0,0-24 0,0 24 0,-25 0 16,25 0-16,0 0 0,0-25 0,0 25 0,0 0 0</inkml:trace>
  <inkml:trace contextRef="#ctx0" brushRef="#br0" timeOffset="227638.0202">20216 13692 0,'0'0'0,"0"0"0,0-25 0,0 25 0,0 0 0,0 0 0,0 0 0,0 0 0,0 0 0,0 0 0,0 0 0,0 0 0,25 0 0,-25 0 0,0 0 0,0 0 0,0 0 0,0 0 0,0 0 0,0 0 0,24 0 0,-24 0 0,0 0 0,0 0 0,25 0 0,-25 25 0,0-25 0,25 0 0,-25 0 0,0 0 0,25 0 0,-25 25 0,25-25 0,-25 0 0,24 0 0,1 0 0,-25 0 15,25 25-15,0-25 0,-25 0 0,25 0 0</inkml:trace>
  <inkml:trace contextRef="#ctx0" brushRef="#br0" timeOffset="228805.0869">20340 13519 0,'0'0'0,"0"-25"0,0 25 0,0 0 15,0 0-15,0 0 0,0 0 0,0 0 0,0 0 16,0 0-16,0 0 0,0 0 0,0 0 0,0 0 15,0 0-15,0 0 0,0 0 0,0 0 0,0 0 0,0 0 16,0 0-16,0 0 0,0 0 0,0 0 0,0 0 0,0 0 16,0 0-16,0 0 0,-25 25 0,25-25 0,0 0 15,0 24-15,0-24 0,0 0 0,0 25 0,0 0 16,-25-25-16,25 25 0,0 0 0,0-25 0,0 24 0,-25 1 15,25 0-15,0-25 0,0 25 0,-24 0 0,24-1 16,0-24-16,0 25 0,-25 0 0,25 0 0,0 0 0,0-25 16,0 24-16,-25 1 0,25-25 0,0 25 0,0 0 15,0-25-15,0 25 0,0-25 0,-25 24 0,25-24 0,0 25 16,0-25-16,0 0 0,0 25 0,0-25 0,-25 25 15,25-25-15,0 0 0,0 25 0,0-25 0,0 0 16,0 0-16,0 0 0,0 24 0,0-24 0,0 0 0,0 0 16,0 0-16,0 0 0,0 0 0,0 0 0,0 0 15,0 0-15,0 0 0,0 0 0,0 0 0,0 0 16,0 0-16,0 0 0,0 0 0,0-24 0,0 24 0,25 0 15,-25 0-15,0-25 0,0 25 0,0 0 0,25-25 16,-25 25-16,0 0 0</inkml:trace>
  <inkml:trace contextRef="#ctx0" brushRef="#br0" timeOffset="231066.2163">20513 13717 0,'0'-25'0,"0"25"0,0 25 0,0-25 0,0 0 0,0 25 0,0-25 0,0 25 0,0-25 0,-24 24 0,24-24 0,0 25 0,0-25 0,0 25 0,0-25 0,-25 25 0,25-25 0,0 25 0,0-25 0,0 24 0,0-24 0,0 0 0,0 25 0,0-25 0,0 0 0,0 0 0,0 25 0,0-25 0,0 0 0,0 0 0,0 0 0,0 0 0,0 0 0,0 0 0,0 25 16,25-25-16,-25 0 0,0 0 0,24 0 0,-24 0 15,0-25-15,25 25 0,-25 0 0,25 0 0,-25 0 0,25 0 16,-25-25-16,25 25 0,-25 0 0,24-25 0,-24 25 16,0 0-16,25-24 0,-25 24 0,25-25 0,-25 25 0,0 0 15,25-25-15,-25 25 0,0-25 0,0 25 0,25-25 16,-25 25-16,0-24 0,0 24 265,0 198-265,25-198 0,-25-25 0,0 25 0,24 0 16,-24 0-16,0 0 0,25 0 0,-25-25 0,25 25 15,-25 0-15,0 0 0,25-24 0,-25 24 0,0 0 0,0 0 16,25-25-16,-25 25 0,0 0 0,0-25 0,24 25 0,-24-25 15,0 25-15,0 0 0,0-25 0,0 25 0,0-24 0,0 24 0,0 0 16,0 0-16,25-25 0,-25 25 0,0 0 0,0 0 16,-25 0-16,25 0 0,0 0 0,0 0 0,0 0 15,0 0-15,0 0 0,0 0 0,0 0 0,0 0 0,0 0 16,0 0 421,-173 893 46</inkml:trace>
  <inkml:trace contextRef="#ctx0" brushRef="#br0" timeOffset="233166.3364">21084 13841 0,'0'0'0,"0"0"0,0 0 0,0 0 16,0 0-16,0 0 0,0 0 0,-25 0 0,25 0 15,0 0-15,0 0 0,0 0 0,0 0 0,0 0 0,0 0 16,0 0-16,0 0 0,0 0 0,0 0 0,0 0 15,0 0-15,0 0 0,0 0 0,0 0 0,25 0 0,-25 0 16,0 0-16,0 0 0,0 0 0,0 0 0,0 0 16,0 0-16,0 0 0,0 0 0,0 25 0,25-25 15,-25 0-15,0 0 0,0 0 0,0 0 0,25 0 0,-25 0 16,0 0-16,0 25 0,24-25 0,-24 0 0,25 0 15,-25 0-15,0 0 0,25 0 0,-25 0 0,0 0 0,25 0 16,-25 0-16,0 0 0,25 0 0,-25 0 0,24 0 16,-24 0-16,0-25 0,25 25 0,-25 0 0,25 0 15,-25 0-15,0 0 0,25-25 0,-25 25 0,0 0 16,0 0-16,25 0 0,-25-25 0,0 25 0,0 0 0,0 0 15,24 0-15,-24-25 0,0 25 0,0 0 0,0 0 16,0-24-16,0 24 0,0 0 0,0 0 0,0 0 16,0 0-16,0-25 0,0 25 0,0 0 0,0 0 0,0 0 15,0 0-15,0-25 0,0 25 0,0 0 0,0 0 0,-24 0 16,24 0-16,0 0 0,0 0 0,0-25 0,0 25 0,0 0 15,-25 0-15,25 0 0,0 0 0,0 0 0,0 0 16,-25 0-16,25 0 0,0 0 0,-25 0 0,25 0 16,0 0-16,0 0 0,-25 0 0,25 0 0,0 0 0,0 0 15,-24 0-15,24 0 0,0 0 0,0 0 0,0 0 16,-25 0-16,25 0 0,0 0 0,0 0 0,0 25 15,0-25-15,0 0 0,0 0 0,0 0 0,-25 25 0,25-25 16,0 0-16,0 25 0,0-25 0,0 0 0,0 24 16,0-24-16,0 25 0,0-25 0,0 0 0,0 25 15,0-25-15,0 25 0,0-25 0,0 25 0,0-25 0,25 0 16,-25 24-16,0-24 0,0 0 0,0 25 0,0-25 15,25 0-15,-25 0 0,0 0 0,0 25 0,0-25 0,24 0 16,-24 0-16,0 0 0,25 0 0,-25 0 0,0 25 16,25-25-16,-25 0 0,0 0 0,25 0 0,-25 0 0,25 0 15,-25-25-15,0 25 0,24 0 0,-24 0 0,25 0 16,-25 0-16,0 0 0,25-25 0,-25 25 0,0 0 15,25 0-15,-25-25 0,0 25 0,0 0 0,0-24 0,25 24 16,-25 0-16,0-25 0,0 25 0,0 0 0,0-25 0,0 25 16,24 0-16,-24-25 0,0 25 0,0-25 0,0 25 15,0 0-15,0-24 0,0 24 0,0 0 0,0-25 16,0 25-16,0 0 0,0 0 0,0 0 0,0-25 0,0 25 15,0 0-15,0 0 0,0 0 0,0 0 0,0 0 16,0 0-16,0 0 0,0 0 0,0 0 0,0 0 16,0 0-16,0 0 0,0 25 0,0-25 0,0 0 0,0 0 15,-24 25-15,24-25 0,0 24 0,0-24 0,0 25 0,0-25 16,0 25-16,0-25 0,-25 25 0,25-25 0,0 25 15,0-25-15,0 24 0,0-24 0,0 25 0,0-25 16,0 0-16,-25 25 0,25-25 0,0 0 0,0 25 16,0-25-16,0 0 0,0 0 0,0 0 0,0 0 15,0 25-15,0-25 0,0 0 0,0 0 0,0 0 0,0 0 16,0 0-16,0 0 0,0 0 0,0 0 0,0-25 0,25 25 15,-25 0-15,0 0 0,0 0 0,25-25 0,-25 25 0,0 0 16,24-25-16,-24 25 0,25 0 0,-25-25 0,25 25 16,-25-24-16,25 24 0,0 0 0,-25-25 0,0 25 15,24-25-15,-24 25 0,25 0 0,-25 0 0,0 0 0,25-25 16,-25 25-16,0 0 0,0 0 0,0 0 0,0 0 15,0 0-15,0 0 0,0 0 0,0 0 0,0 25 16,0-25-16,0 0 0,0 0 0,0 0 0,0 25 0,0-25 16,0 0-16,0 0 0,0 25 0,0-25 0,0 0 15,0 24-15,0-24 0,-25 0 0,25 25 0,0-25 16,0 0-16,0 25 0,0-25 0,0 0 0,0 25 0,0-25 15,0 0-15,0 0 0,0 25 0,25-25 0,-25 0 0,0 0 16,0 0-16,0 0 0,0 24 0,25-24 0,-25 0 16,0 0-16,25 0 0,-25 0 0,0 0 0,25 0 15,-25 0-15,0 0 0,24 0 0,-24 0 0,0-24 0,0 24 16,25 0-16,-25 0 0,0 0 0,0-25 0,0 25 15,0 0-15,0-25 0,0 25 0,0-25 0</inkml:trace>
  <inkml:trace contextRef="#ctx0" brushRef="#br0" timeOffset="233883.3774">22027 13345 0,'0'-25'46,"-50"100"-46,50-51 0,0-24 0,0 25 0,-25-25 0,25 25 0,0-25 0,-25 25 0,25-25 0,0 25 0,-24-25 0,24 0 16,0 24-16,-25-24 0,25 0 0,0 0 0</inkml:trace>
  <inkml:trace contextRef="#ctx0" brushRef="#br0" timeOffset="235028.4429">21357 13543 0,'0'0'0,"0"0"16,0 0-16,0 0 0,0 0 0,0 0 0,0 0 0,0 0 15,0 0-15,0 0 0,0 0 0,0 0 0,0 0 16,0 0-16,0 0 0,0 0 0,0 0 0,0 0 16,0 0-16,0 0 0,0 0 0,0 0 0,0 0 0,0 0 15,0 0-15,0 0 0,0 0 0,0 0 0,0 0 16,0 0-16,0 0 0,0 0 0,0-24 0,0 24 15,0 0-15,0 0 0,0 0 0,0 0 0,0 0 0,25 0 16,-25 0-16,0 0 0,0 0 0,24 0 0,-24 0 16,0-25-16,25 25 0,-25 0 0,0 0 0,25 0 15,-25 0-15,25 0 0,-25-25 0,25 25 0,-25 0 0,24 0 16,-24 0-16,0 0 0,25-25 0,-25 25 0,0 0 15,25 0-15,-25 0 0,0 0 0,25 0 0,-25 0 0,0 0 16,0 0-16,0 0 0,0 0 0,0 0 0,0 0 16,0 0-16,0 0 0,0 0 0,0 0 0,0 0 0,0 0 15,0 0-15,0 0 0,25 0 0,-25 0 0,0 0 0,0 0 16,0 25-16,0-25 0,0 0 0,0 0 0,0 25 15,24-25-15,-24 0 0,0 0 0,0 25 0,25-25 16,-25 0-16,0 0 0,0 24 0,25-24 0,-25 0 16,0 0-16,25 25 0,-25-25 0,25 0 0,-25 0 0,0 25 15,25-25-15,-25 0 0,24 0 0,-24 25 0,0-25 16,25 0-16,-25 0 0,25 25 0,-25-25 0,0 0 15,0 0-15,25 0 0</inkml:trace>
  <inkml:trace contextRef="#ctx0" brushRef="#br0" timeOffset="235967.4966">22994 13519 0,'0'0'0,"25"0"0,-25 0 0,0 0 0,0-25 0,0 25 15,0 0-15,0 0 0,0 0 0,0 0 0,0 0 16,0 0-16,0 0 0,0 0 0,0 0 0,0 0 15,0 0-15,0 0 0,0 0 0,0 0 0,0 0 0,0 0 16,0 0-16,0 0 0,0 0 0,0 0 0,0 0 16,0 25-16,0-25 0,0 0 0,0 24 0,-25-24 15,25 0-15,0 25 0,0 0 0,0-25 0,0 25 0,-25 0 16,25-25-16,0 24 0,0 1 0,-25 0 0,25-25 15,0 25-15,0 0 0,-24-25 0,24 24 0,0 1 0,0-25 16,-25 25-16,25 0 0,0-25 0,0 25 0,0-25 16,0 24-16,-25-24 0,25 25 0,0-25 0,0 0 0,0 25 15,0-25-15,0 0 0,0 25 0,0-25 0,0 0 16,-25 0-16,25 0 0,0 0 0,0 25 0,0-25 15,0 0-15,0 0 0,0 0 0,0 0 0,0 0 0,0 0 16,-25 0-16,25-25 0,0 25 0,0 0 0,0 0 31,0 0-31,-24-25 0,24 25 0,0 0 0,0-25 0,0 25 0</inkml:trace>
  <inkml:trace contextRef="#ctx0" brushRef="#br0" timeOffset="236004.4987">22796 13816 0,'0'0'0,"0"0"0,0 0 0,0 0 16,0-25-16,24 25 0,-24 0 0,0 0 0,0 0 0,25-24 15,-25 24-15,0 0 0,25 0 0,-25 0 0,25 0 0,-25-25 16,25 25-16,-1 0 0,-24 0 0,25 0 0,0 0 15,-25 0-15,25 0 0,-25 0 0,25 0 0,-25 0 16,24 25-16,-24-25 0,25 0 0,-25 0 0,0 0 0,25 24 16,-25-24-16,0 0 0,25 0 0,-25 25 0,0-25 15,0 0-15,0 25 0,0-25 0,25 0 0</inkml:trace>
  <inkml:trace contextRef="#ctx0" brushRef="#br0" timeOffset="237361.5763">23391 13990 0,'0'0'796</inkml:trace>
  <inkml:trace contextRef="#ctx0" brushRef="#br0" timeOffset="239363.6908">23242 13767 0,'0'0'0,"25"0"0,-25 0 0,0 0 16,0 0-16,0 0 0,0 0 0,0 0 0,0 0 0,0-25 15,0 25-15,0 0 0,0 0 0,0 0 0,0 0 16,0 0-16,25 0 0,-25 0 0,0 0 0,0 0 15,0 0-15,0 0 0,0 0 0,0-25 0,0 25 0,0 0 16,0 0-16,0 0 0,0 0 0,0 0 0,0 0 0,0 0 16,0 0-16,0 0 0,0 0 0,0 0 0,0 0 15,0 0-15,0 0 0,0 0 0,0 0 0,0 0 16,0 0-16,0 0 0,0 0 0,0 0 0,0 0 0,0 0 15,0 0-15,0 0 0,0 0 0,0 0 0,0 0 16,0 0-16,0 0 0,0 0 0,0 0 0,0 0 16,0 25-16,0-25 0,0 0 0,0 0 0,0 0 0,0 25 15,0-25-15,0 0 0,-25 24 0,25-24 0,0 0 16,0 25-16,0-25 0,-25 25 0,25-25 0,0 0 15,0 25-15,0-25 0,0 25 0,-25-25 0,25 24 0,0-24 16,0 0-16,0 25 0,0-25 0,0 0 0,0 0 0,0 25 16,-25-25-16,25 0 0,0 0 0,0 0 0,0 0 15,25 25-15,-25-25 0,0 0 0,0 0 0,0 0 16,0 0-16,0 0 0,25 0 0,-25 0 0,25 0 0,-25 0 15,25 0-15,-25 0 0,24 0 0,-24 0 0,25-25 16,-25 25-16,25 0 0,-25 0 0,25 0 0,-25 0 0,0-25 16,25 25-16,-25 0 0,0 0 0,24 0 0,-24-25 15,0 25-15,0 0 0,25 0 0,-25-24 0,0 24 16,0 0-16,0 0 0,0-25 0,0 25 0,0 0 15,0-25-15,0 25 0,25 0 0,-25-25 0,0 25 0,0 0 16,0-25-16,0 25 0,0 0 0,0-24 0,0 24 0,0 0 16,0 0-16,0-25 0,0 25 0,0 0 0,0 0 15,0 0-15,0 0 0,0 0 0,0-25 16,0 25-16,0 0 0,0 0 0,0 0 0,0 0 0,0 0 0,0 0 15,0 0-15,0 0 0,0 0 0,0-25 0,0 25 0,0 0 16,0 0-16,0 0 0,0 0 0,0 0 16,0 0-16,0 0 0,0 0 0,0 0 0,0 0 0,0 0 15,0 0-15,0 0 0,0 25 0,0-25 0,0 0 0,0 0 16,0 0-16,0 25 0,0-25 0,0 0 0,0 25 15,0-25-15,0 24 0,-25-24 0,25 0 0,0 25 16,0-25-16,0 25 0,0-25 0,0 0 0,-25 25 0,25-25 16,0 25-16,0-25 0,0 0 0,0 24 0,-24-24 15,24 0-15,0 0 0,0 25 0,0-25 0,0 0 16,0 0-16,0 0 0,0 25 0,0-25 0,0 0 0,0 0 15,0 0-15,-25 0 0,25 0 0,0 0 0,0 0 0,0 0 16,0 0-16,25 0 0,-25 0 0,0 0 16,0 0-16,0 0 0,0 0 0,0 0 0,24-25 0,-24 25 15,0 0-15,0 0 0,25-25 0,-25 25 0,25 0 16,-25-24-16,0 24 0,25 0 0,-25-25 0,25 25 0,-25 0 15,24-25-15,-24 25 0,25 0 0,-25-25 0,0 25 0,25 0 16,-25 0-16,25 0 0,-25-25 0,0 25 0,0 0 16,25 0-16,-25 0 0,0 0 0,0 0 0,0 0 15,0 0-15,0 0 0,0 0 0,0 25 0,0-25 16,0 0-16,0 0 0,0 0 0,0 25 0,0-25 0,-25 0 15,25 25-15,0-25 0,0 0 0,0 25 0,-25-25 0,25 24 16,0-24-16,0 0 0,0 25 0,0-25 0,0 25 16,-25-25-16,25 0 0,0 25 0,0-25 0,0 0 15,0 0-15,0 0 0,0 25 0,0-25 0,0 0 0,0 0 16,25 0-16,-25 0 0,0 0 0,0 0 0,25 0 15,-25 0-15,25 0 0,-25 0 0,24 0 0,-24 0 0,25 0 16,0 0-16,-25 0 0,25 0 0,0 0 0,-25 0 16,24-25-16,1 25 0,-25 0 0,25 0 0,-25 0 0,25-25 15,-25 25-15</inkml:trace>
  <inkml:trace contextRef="#ctx0" brushRef="#br0" timeOffset="240253.7418">23862 13717 0,'0'0'0,"0"0"0,0 0 15,0 0-15,0 0 0,0 0 0,0 0 0,0 0 16,0 0-16,0 0 0,0 0 0,0 0 0,0 0 0,0 0 15,0 0-15,0 0 0,0 0 0,25 0 0,-25 0 16,0-25-16,0 25 0,0 0 0,25 0 0,-25 0 16,0 0-16,25 0 0,-25-25 0,0 25 0,24 0 0,-24 0 15,25 0-15,-25-24 0,25 24 0,-25 0 0,0 0 16,25 0-16,-25-25 0,25 25 0,-25 0 0,24-25 15,-24 25-15,25 0 0,-25 0 0,25-25 0,-25 25 0,25 0 16,-25-25-16,25 25 0,-25 0 0,0 0 0,24-24 16,-24 24-16,0 0 0,25 0 0,-25-25 0,0 25 0,0 0 15,0 0-15,0-25 0,0 25 0,0 0 0,0 0 16,0-25-16,0 25 0,-25 0 0,25 0 0,0-25 0,0 25 15,0 0-15,-24-24 0,24 24 0,0 0 0,-25 0 16,25 0-16,0-25 0,-25 25 0,25 0 0,0 0 16,-25 0-16,25 0 0,0 0 0,0 0 0,0 0 0,-25 0 15,25 0-15,0 0 0,0 0 0,0 0 0,0 0 16,0 0-16,-24 0 0,24 0 0,0 0 0,0 0 0,0 25 15,0-25-15,0 0 0,0 24 0,-25-24 0,25 0 16,0 25-16,0-25 0,0 25 0,0-25 0,0 25 16,-25 0-16,25-25 0,0 24 0,0-24 0,0 25 0,0 0 15,-25-25-15,25 25 0,0 0 0,0-25 0,0 24 16,-25 1-16,25-25 0,0 25 0,0 0 0,-24-25 0,24 25 15,0-1-15,0-24 0,0 25 0,-25 0 0,25-25 16,0 25-16,0-25 0,0 25 0,0-25 0,-25 0 16,25 24-16,0-24 0,0 0 0,0 25 0,0-25 0,0 0 15,0 0-15,0 25 0,0-25 0,0 0 0,0 0 16,0 0-16,0 0 0,0 0 0,0 0 0,0 0 0,0 0 15,0 0-15,0 0 0,0 0 0,0 0 0,0 0 16,0 0-16,0 0 0,25-25 0,-25 25 0,0 0 16,25 0-16,-25 0 0,24-25 0,-24 25 0,25 0 0,-25 0 15,25-24-15,-25 24 0,25 0 0,-25 0 0,25-25 16,-25 25-16,0 0 0,24 0 0,-24 0 0,25 0 0,-25-25 15,0 25-15,0 0 0,25 0 0,-25 0 0,0 0 16,0 0-16,0 0 0,0 0 0,0 0 0,0 25 0,0-25 16,0 0-16,0 0 0,0 0 0,0 25 0,0-25 15,0 0-15,0 0 0,0 24 0,0-24 0,0 0 16,0 25-16,0-25 0,0 0 0,0 25 0,0-25 0,0 0 15,0 0-15,0 25 0,0-25 0,0 0 0,0 0 16,0 0-16,0 0 0,0 25 0,0-25 0,0 0 0,0 0 16,25 0-16,-25 0 0,0 0 0,0 0 0,25 0 15,-25 0-15,0-25 0,0 25 0,24 0 0,-24 0 16,0 0-16,0 0 0,25 0 0,-25-25 0,0 25 0,0 0 15,0 0-15</inkml:trace>
  <inkml:trace contextRef="#ctx0" brushRef="#br0" timeOffset="240620.7627">23812 13196 0,'0'0'0,"0"0"0,0-25 15,0 25-15,0 0 0,0 0 0,0 0 0,0 0 16,0 0-16,0 0 0,0 0 0,-24 0 0,24 0 0,0 0 15,-25 0-15,25 0 0,-25 25 0,25-25 0,-25 25 16,0-25-16,1 25 0,-1 0 0,0-1 0,25-24 16,-25 25-16,0 0 0,1 0 0,-1-25 0,25 25 0,-25-1 15,0-24-15,25 25 0,-25-25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28.34025" units="1/cm"/>
          <inkml:channelProperty channel="Y" name="resolution" value="28.33948" units="1/cm"/>
          <inkml:channelProperty channel="T" name="resolution" value="1" units="1/dev"/>
        </inkml:channelProperties>
      </inkml:inkSource>
      <inkml:timestamp xml:id="ts0" timeString="2021-10-26T02:11:47.536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2480 1786 0,'0'0'0,"0"0"0,0 0 0,0-25 15,0 25-15,0 0 0,0 0 0,0 0 0,0 0 16,-24 0-16,24 0 0,0 0 0,0 0 0,0 0 0,0 0 16,0 0-16,0 0 0,0 0 0,0 0 0,0 0 0,0 0 15,0 0-15,0 0 0,0 0 0,0 0 0,0 0 0,0 0 16,0 0-16,0 0 0,0 0 0,0 0 0,0 0 15,0 0-15,0 0 0,0 0 0,0 0 0,0 0 0,0 0 16,0 0-16,0 0 0,0 0 0,0 0 0,0 0 0,0 0 16,0 0-16,0 0 0,0 0 0,0 0 0,0 0 0,0 0 15,0 0-15,0 0 0,0 0 0,0 0 0,0 0 16,0 0-16,0 0 0,0 25 0,0-25 0,0 0 0,0 0 15,-25 0-15,25 25 0,0-25 0,0 0 0,0 0 0,-25 25 16,25-25-16,0 0 0,0 24 0,-25-24 0,25 0 16,0 25-16,-25-25 0,25 25 0,0-25 0,0 0 0,-24 25 15,24-25-15,0 0 0,0 25 0,-25-25 0,25 0 0,0 0 16,0 24-16,0-24 0,-25 0 0,25 0 0,0 0 15,0 25-15,0-25 0,0 0 0,0 0 0,0 0 0,0 0 16,0 0-16,0 0 0,0 0 0,0 0 0,0 0 0,0 0 16,0 0-16,0 0 0,0 0 0,0 0 0,0 0 0,0 0 15,0-25-15,0 25 0,0 0 0,0 0 0,0 0 0,0-24 16,0 24-16,0 0 0</inkml:trace>
  <inkml:trace contextRef="#ctx0" brushRef="#br0" timeOffset="465.0266">2282 1786 0,'0'0'0,"0"0"0,0 0 0,0 0 0,0 0 0,0 0 16,0 0-16,0 0 0,0 0 0,0 0 0,0 0 0,0 0 15,0 0-15,0 0 0,0 25 0,25-25 0,-25 0 0,0 0 16,0 0-16,0 0 0,0 25 0,25-25 0,-25 0 16,0 0-16,0 24 0,0-24 0,0 0 0,24 0 0,-24 25 15,0-25-15,0 0 0,0 0 0,0 25 0,25-25 0,-25 0 16,0 0-16,0 0 0,0 25 0,0-25 0,0 0 0,25 0 15,-25 25-15,0-25 0,0 0 0,0 24 0,0-24 0,25 0 16,-25 0-16,0 25 0,0-25 0,0 0 0,0 0 16,0 0-16,0 25 0,0-25 0,0 0 0,0 0 0,0 0 15,0 0-15,0 25 0,-25-25 0,25 0 0,0 0 0,0 0 16,0 0-16</inkml:trace>
  <inkml:trace contextRef="#ctx0" brushRef="#br0" timeOffset="727.0416">2108 2034 0,'0'0'0,"0"0"0,0 0 0,0 0 0,0 0 0,0 0 16,0 0-16,0 0 0,0 0 0,0 0 0,0 0 15,0 0-15,0 0 0,0 0 0,25 0 0,-25 0 0,0 0 16,25 0-16,-25-25 0,25 25 0,-25 0 0,0 0 0,25 0 16,-25 0-16,24 0 0,-24 0 0,25 0 0,-25 0 15,0 0-15,25 0 0,-25 0 0,25 0 0,-25 0 0,0 0 16,25 0-16,-25 0 0,0 0 0,24 0 0,-24 0 0,0 0 15,0 0-15,25 0 0,-25 0 0,0 0 0,0 0 16</inkml:trace>
  <inkml:trace contextRef="#ctx0" brushRef="#br0" timeOffset="1442.0825">2530 1637 0,'0'0'0,"-25"0"0,25 0 16,0-25-16,-25 25 0,25 0 0,-24 0 0,24-25 0,0 25 15,-25 0-15,25 0 0,0 0 0,-25 0 0,25 0 0,0 0 16,-25 0-16,25 0 0,0 0 0,-25-24 0,25 24 0,-24 0 16,24 0-16,-25 0 0,25 0 0,0 0 0,-25 0 0,25 0 15,-25 0-15,25 0 0,-25 0 0,25 0 0,0 0 0,-24 0 16,24 0-16,-25 0 0,25 0 0,0 0 0,-25 0 15,25 0-15,0 24 0,0-24 0,-25 0 0,25 0 0,0 0 16,-25 0-16,25 25 0,0-25 0,0 0 0,0 0 0,-24 25 16,24-25-16,0 0 0,0 25 0,-25-25 0,25 0 0,0 25 15,0-25-15,-25 25 0,25-25 0,0 0 0,0 24 16,-25-24-16,25 25 0,0-25 0,0 25 0,-25-25 0,25 25 15,0-25-15,0 25 0,0-25 0,0 24 0,0-24 0,0 0 16,0 25-16,-24-25 0,24 25 0,0-25 0,0 25 0,24-25 16,-24 25-16,0-25 0,0 24 0,0-24 0,0 25 15,25-25-15,-25 0 0,0 25 0,0-25 0,25 25 0,-25-25 16,0 0-16,25 25 0,-25-25 0,25 0 0,-25 24 0,24-24 15,-24 0-15,25 25 0,-25-25 0,25 0 0,-25 0 0,25 0 16,0 0-16,-25 0 0,24 0 0,1 0 0,-25 0 16,25 0-16,0 0 0,-25 0 0,25 0 0,-1 0 0,1-25 15,-25 25-15,25 0 0,0 0 0,0-24 0,-25 24 0,24 0 16,1 0-16,-25-25 0,25 25 0,0 0 0,-25 0 15,25-25-15,-25 25 0,0 0 0,24-25 78,-24 25 0,0-297-78,0 297 0,0 0 0,0-25 0,0 25 0,0 0 0,0-25 0,0 25 0,0 0 0,-24 0 0,24 0 16,0-25-16,0 25 0,0 0 0,0 0 0,0 0 0,0 0 0,0 0 0,0 0 0,0 0 0,0 0 0,0 0 0,24 0 0,-24 25 0,0-25 0,0 0 0,0 0 16,25 0-16,-25 0 0</inkml:trace>
  <inkml:trace contextRef="#ctx0" brushRef="#br0" timeOffset="1985.1135">3324 1736 0,'0'0'0,"0"0"0,0 0 0,0 0 16,0-24-16,0 24 0,0 0 0,0 0 0,0 0 16,0 0-16,0 0 0,0-25 0,0 25 0,25 0 0,-25 0 15,0 0-15,0 0 0,0 0 0,0 0 0,0 0 16,0 0-16,0 0 0,0 0 0,0 0 0,0 0 15,0 0-15,0 0 0,0 0 0,0 0 0,0 25 0,24-25 0,-24 0 16,0 0-16,0 0 0,0 0 0,0 0 0,0 0 16,0 0-16,0 0 0,0 0 0,0 0 0,0 24 0,0-24 15,0 0-15,0 0 0,0 25 0,0-25 0,0 0 16,0 25-16,0-25 0,0 0 0,25 0 0,-25 25 0,0-25 15,0 0-15,0 25 0,0-25 0,0 24 0,0-24 0,0 0 16,0 25-16,0-25 0,0 0 0,0 25 0,0-25 16,0 0-16,25 0 0,-25 25 0,0-25 0,0 0 0,0 0 15,0 0-15,0 25 0,0-25 0,0 0 0,0 0 16,0 0-16,0 0 0,25 0 0,-25 24 0,0-24 0,0 0 15,0 0-15,0 0 0,0 0 0,0 0 0,25 0 16,-25 0-16,0 0 0,0-24 0,0 24 0,24 0 0,-24 0 16,0-25-16,0 25 0,0 0 0,25-25 0,-25 25 15,0 0-15,0-25 0,25 25 0,-25-25 0,0 25 0,0 0 16,0 0-16,25-24 0,-25 24 0,0-25 0,0 25 0,0 0 15,25 0-15,-25-25 0,0 25 0,0 0 0,0 0 16,0 0-16,24-25 0,-24 25 0,0 0 0,0 0 0,0-25 16,0 25-16,0 0 0,25 0 0,-25 0 0,0 0 15,0 0-15,0-24 0,0 24 0,0 0 0,0 0 0,0 0 16,0 0-16,0 0 0,0 0 0,0 0 0,0 0 15,0 0-15,0 0 0,0 0 0,0 24 0,0-24 0,0 0 0,0 0 16,0 0-16,0 0 0,25 0 0</inkml:trace>
  <inkml:trace contextRef="#ctx0" brushRef="#br0" timeOffset="2311.1322">3870 1712 0,'0'0'0,"0"0"0,0 0 0,0 0 16,0 0-16,0 0 0,0 0 0,0 0 0,0-25 0,0 25 15,0 0-15,0 0 0,0 0 0,0 0 0,0 0 16,0 25-16,-25-25 0,25 0 0,0 0 0,0 24 0,0-24 16,0 0-16,0 0 0,0 25 0,0-25 0,0 0 15,0 25-15,0-25 0,0 0 0,0 25 0,0-25 0,0 0 16,0 25-16,0-25 0,-25 24 0,25-24 0,0 25 0,0-25 15,0 0-15,0 25 0,0-25 0,0 0 0,-25 25 16,25-25-16,0 0 0,0 25 0,0-25 0,0 0 16,0 0-16,-25 24 0,25-24 0,0 0 0,0 0 0,0 25 15,0-25-15,0 0 0,-24 0 0,24 0 0,0 0 0,0 0 16,0 0-16,0 0 0,0 0 0,0 0 0,0 0 15,0 0-15,0 0 0,0-25 0,0 25 0,0 0 0,0 0 16,0-24-16,0 24 0,0 0 0,0-25 0,0 25 16,0 0-16,0-25 0,24 25 0</inkml:trace>
  <inkml:trace contextRef="#ctx0" brushRef="#br0" timeOffset="2606.149">3845 1761 0,'0'0'0,"0"-25"0,0 25 0,0-24 0,0 24 16,25 0-16,-25 0 0,0-25 0,0 25 0,0 0 16,24 0-16,-24-25 0,0 25 0,0 0 0,25 0 0,-25 0 15,0 0-15,0 0 0,25 0 0,-25 0 0,0 0 0,25 0 16,-25 0-16,0 0 0,25 0 0,-25 0 0,0 25 15,24-25-15,-24 0 0,0 0 0,0 25 0,25-25 0,-25 0 16,0 24-16,0-24 0,25 0 0,-25 25 0,0-25 16,0 0-16,0 25 0,0-25 0,0 25 0,0-25 0,0 25 15,0-25-15,0 24 0,0 1 0,0-25 0,-25 25 0,25-25 16,0 25-16,-25-25 0,25 0 0,0 25 0,-24-25 15,24 24-15,-25-24 0,25 0 0,-25 0 0,25 25 0,0-25 16,-25 0-16,25 0 0,-25 0 0,25 0 0,-24 0 16,24 0-16,0 25 0,-25-25 0,25 0 0,0 0 0,0 0 15,-25 0-15,25-25 0,0 25 0,0 0 0,-25 0 0,25 0 16,0 0-16,0 0 0,0 0 0,0 0 0,0 0 15,0 0-15,0 0 0,0 0 0,0 0 0,25 0 16,-25-25-16,0 25 0,0 0 0</inkml:trace>
  <inkml:trace contextRef="#ctx0" brushRef="#br0" timeOffset="2941.1682">4738 1885 0,'0'0'0,"0"0"0,0 0 0,0-25 16,0 25-16,0 0 0,0 0 0,0 0 0,0 0 15,0 0-15,0 0 0,0 0 0,0 0 0,0 0 0,0 0 16,0 0-16,0 0 0,0 0 0,0 0 0,0 0 16,0 0-16,0 0 0,0 0 0,0 0 0,0 25 0</inkml:trace>
  <inkml:trace contextRef="#ctx0" brushRef="#br0" timeOffset="3101.1773">4663 2084 0,'0'0'0,"0"0"0,0 0 16,0 0-16,0 0 0,0 0 0,0 0 0,0-25 15,0 25-15,0 0 0,0 0 0,0 0 0,0 0 0,0 0 16,0 0-16,0 0 0,0 0 0,0 25 0,0-25 16,0 0-16,0 0 0,0 0 0,0 0 0,0-25 15,25 50-15</inkml:trace>
  <inkml:trace contextRef="#ctx0" brushRef="#br0" timeOffset="3990.2282">6796 1885 0,'0'0'0,"0"-25"0,0 25 0,0 0 0,0 0 16,-24 0-16,24 0 0,0 0 0,0 0 0,0 0 0,0-24 15,0 24-15,0 0 0,0 0 0,0 0 0,-25 0 16,25 0-16,0-25 0,0 25 0,0 0 0,0 0 0,0 0 16,0 0-16,-25 0 0,25 0 0,0 0 0,0 0 0,0 0 15,-25 25-15,25-25 0,0 0 0,0 0 0,-25 0 16,25 0-16,0 0 0,-24 0 0,24 24 0,0-24 0,-25 0 15,25 0-15,0 25 0,-25-25 0,25 0 0,0 0 16,-25 25-16,25-25 0,0 25 0,0-25 0,0 0 0,-25 25 16,25-25-16,0 0 0,0 24 0,0-24 0,0 25 0,0-25 15,0 25-15,0-25 0,25 0 0,-25 25 0,0-25 16,0 25-16,0-25 0,25 0 0,-25 0 0,0 24 15,25-24-15,-25 0 0,0 0 0,25 0 0,-25 0 0,0 0 16,24 0-16,-24 0 0,25 0 0,-25 0 0,25 0 16,-25 0-16,25 0 0,0 0 0,-25-24 0,24 24 0,-24 0 15,25-25-15,-25 25 0,25 0 0,-25-25 0,25 25 16,-25 0-16,0 0 0,25-25 0,-25 25 0,25 0 0,-25-25 15,24 25-15</inkml:trace>
  <inkml:trace contextRef="#ctx0" brushRef="#br0" timeOffset="4811.2752">7169 1513 0,'0'0'0,"0"0"0,0 0 0,0-25 16,0 25-16,0 0 0,0 0 0,0 0 0,0 0 16,0 0-16,0 0 0,0 0 0,0 0 0,0 0 0,0 0 15,0 0-15,0 25 0,0-25 0,0 25 0,0-25 16,0 25-16,0-25 0,-25 24 0,25-24 0,0 25 0,0 0 15,-25 0-15,25-25 0,0 25 0,-25 0 0,25-25 0,0 24 16,0 1-16,-25-25 0,25 25 0,0-25 0,-24 25 16,24-25-16,0 25 0,0-1 0,-25-24 0,25 25 0,0-25 15,0 25-15,0-25 0,-25 25 0,25-25 0,0 25 16,0-25-16,0 0 0,0 24 0,0-24 0,0 0 0,0 0 15,0 0-15,0 0 0,0 25 0,0-25 0,0 0 0,0 0 16,0 0-16,0-25 0,0 25 0,0 0 0,0 0 16,0 0-16,0 0 0,0 0 0,25 0 0,-25 0 0,0-24 15,25 24-15,-25 0 0,0 0 0,24-25 0,-24 25 16,25 0-16,-25-25 0,0 25 0,25-25 0,-25 25 0,25 0 15,-25-25-15,25 25 0,-25 0 0,0-24 0,24 24 0,-24 0 16,0 0-16,0-25 0,25 25 0,-25 0 0,0 0 16,0 0-16,0 0 0,0 0 0,0-25 0,0 25 0,25 0 15,-25 0-15,0 0 0,0 0 0,0 0 0,0 0 16,0 0-16,0 0 0,0 25 0,0-25 0,0 0 0,0 0 15,-25 0-15,25 25 0,0-25 0,0 0 0,0 24 0,0-24 16,0 0-16,0 25 0,-25-25 0,25 0 0,0 25 16,0-25-16,0 25 0,0-25 0,0 25 0,0-25 0,0 0 15,0 24-15,0-24 0,0 0 0,0 25 0,0-25 16,0 0-16,0 0 0,25 0 0,-25 0 0,0 0 0,0 0 15,0 0-15,25 0 0,-25 0 0,0 0 0,0 0 0,25 0 16,-25 0-16,25 0 0,-25 0 0,24 0 0,-24 0 16,0-25-16,25 25 0,-25 0 0,25 0 0,-25-24 0,25 24 15,-25 0-15,25 0 0,-25-25 0,0 25 0,24 0 16,-24 0-16,0-25 0,25 25 0,-25 0 0,0-25 0,0 25 15,0 0-15,0 0 0,0-25 0,0 25 0,0 0 16,0 0-16,0-24 0,0 24 0,0 0 0,0 0 0,0 0 16,0 0-16,0 0 0,0 0 0,0 0 0,0 0 0,0 0 15,0 24-15,0-24 0,0 0 0,0 0 0,-25 0 16,25 0-16,0 0 0,0 25 0,0-25 0,0 0 0,-24 25 15,24-25-15,0 25 0,0-25 0,0 0 0,0 25 0,0-25 16,0 24-16,0-24 0,0 25 0,0-25 0,0 0 16,0 0-16,0 25 0,0-25 0,0 0 0,0 0 15,0 0-15,24 0 0,-24 0 0,0 0 0,0 0 0,0 0 16,0 0-16,0 0 0,25 0 0,-25 0 0,0-25 15,0 25-15,25 0 0,-25-25 0,0 25 0,0-24 0,25 24 16,-25 0-16,0-25 0,0 25 0,25-25 0,-25 25 16,0 0-16,0-25 0,0 25 0,0-25 0,0 25 0,24-24 15,-24 24-15,0-25 0,0 25 0,0-25 0,0 25 0,0 0 16,0-25-16,0 25 0,0 0 0,0 0 0,0-25 15,0 25-15,0 0 0,0 0 0,0 0 0,0 0 0,0 0 16,0 0-16,0 0 0,0 0 0,0 0 0,0 0 16,0 0-16,0 0 0,0 0 0,0 0 0,0 25 0</inkml:trace>
  <inkml:trace contextRef="#ctx0" brushRef="#br0" timeOffset="5414.3097">8558 1687 0,'0'0'0,"0"-25"0,24 25 0,-24 0 0,0-25 16,0 25-16,0 0 0,0-25 0,0 25 0,0-25 0,0 25 15,0 0-15,0-24 0,0 24 0,-24 0 0,24 0 0,0-25 16,0 25-16,0 0 0,0 0 0,0-25 0,-25 25 16,25 0-16,0 0 0,0 0 0,0 0 0,-25 0 0,25 0 46,0 0-46,0 0 0,0 0 0,-74 174 125,74-174-125,0 25 0,0-25 0,0 0 0,24 24 0,-24-24 0,0 25 0,0-25 0,0 25 0,25-25 0,-25 25 0,0-25 0,0 0 0,0 25 0,25-25 0,-25 0 16,0 24-16,0-24 0,0 0 0,0 25 0,0-25 0,0 0 0,0 25 0,0-25 0,0 0 0,0 0 0,0 25 0,0-25 0,0 0 0,0 0 0,0 25 0,-25-25 0,25 0 0,0 0 0,0 0 0,0 24 0,-25-24 0,25 0 0,0 0 0,-24 0 0,24 0 15,0 0-15,-25 0 0,25 0 0,0 0 0,0 25 0,-25-25 16,25 0-16,0 0 0,0 0 0,0 0 0,-25 0 16,25 0-16,0 0 0,0 0 0,0 0 0,0 0 0,0 0 15,0 0-15,0 0 0,0 0 0,0-25 0,0 25 16,0 0-16,0 0 0,0 0 0,0 0 0,25-24 0,-25 24 15,0 0-15,0 0 0,25-25 0,-25 25 0,0 0 0,0 0 16,25 0-16,-25 0 0</inkml:trace>
  <inkml:trace contextRef="#ctx0" brushRef="#br0" timeOffset="5788.331">9178 1786 0,'0'0'0,"0"0"16,0-25-16,0 25 0,0 0 0,0 0 0,0 0 15,0 0-15,0 0 0,0 0 0,0 0 0,0 0 16,0 0-16,0-25 0,25 25 0,-25 0 0,0 0 0,0 0 15,24 0-15,-24 0 0,0 0 0,25 0 0,-25 0 0,0 0 16,25 0-16,-25 0 0,25 0 0,-25 0 0,25 0 0,-25 0 16,0 0-16,24 0 0,-24 0 0,0 0 0,25 0 15,-25 0-15,25 0 0,-25 0 0,0 0 0,0 0 0,25 25 16,-25-25-16,0 0 0,0 0 0,0 0 0,25 0 15,-25 0-15,0 0 0,0 25 0</inkml:trace>
  <inkml:trace contextRef="#ctx0" brushRef="#br0" timeOffset="5981.3421">9128 2009 0,'0'0'16,"0"25"-16,0-25 0,-25 0 0,25 0 0,0 0 0,25 0 15,-25 0-15,0 0 0,0 0 0,0 0 0,25 0 16,-25 0-16,25 0 0,-25 0 0,25 0 0,-25 0 0,24 0 15,1 0-15,0 0 0,-25 0 0,25 0 0,0 0 0,-1 0 16,1 0-16,-25 0 0,25 0 0,0 0 0,0 0 16,-25 0-16,24 0 0,1 0 0,0 0 0</inkml:trace>
  <inkml:trace contextRef="#ctx0" brushRef="#br0" timeOffset="7087.4053">10567 1265 0,'-25'0'0,"25"0"16,0 0-16,0 0 0,0 0 0,0 0 0,0 0 0,0-25 16,0 25-16,0 0 0,0 0 0,0 0 0,0 0 0,0 0 15,0 0-15,0 0 0,0 0 0,0 0 0,0 0 16,0 25-16,0-25 0,0 0 0,0 0 0,0 0 0,0 0 15,0 25-15,0-25 0,0 0 0,0 0 0,0 25 0,0-25 16,0 0-16,0 0 0,0 0 0,0 0 0,0 24 16,0-24-16,0 0 0,0 0 0,0 25 0,25-25 0,-25 0 15,0 25-15,0-25 0,0 0 0,0 0 0,0 25 16,0-25-16,0 0 0,25 25 0,-25-25 0,0 0 0,0 0 15,0 24-15,0-24 0,0 0 0,0 25 0,0-25 16,0 0-16,24 25 0,-24-25 0,0 0 0,0 25 0,0-25 16,0 0-16,0 25 0,0-25 0,0 0 0,0 0 0,0 24 15,0-24-15,0 25 0,0-25 0,0 0 0,-24 25 16,24-25-16,0 0 0,0 25 0,0-25 0,-25 0 0,25 25 15,0-25-15,0 0 0,-25 25 0,25-25 0,0 0 16,-25 0-16,25 0 0,0 0 0,-25 0 0,25 24 0,0-24 16,0 0-16,0 0 0,0 0 0,-24 0 0,24 0 0,0 0 15,0 0-15,0 0 0,0 0 0,0 0 0,0 0 16,0 0-16,0 0 0,0 0 0,0 0 0,0 0 0,0 0 15,0 0-15,0 0 0,0 0 0,24 0 0,-24 0 16,0 0-16,0 0 0,0 0 0,0 0 0,0 0 0,0 0 16,25 0-16,-25 0 0,0 0 0,0 0 0,0 0 0,0 0 15,0 0-15,25 0 0,-25 0 0,0 25 0,0-25 16,0 0-16,0 0 0,25 25 0,-25-25 0,0 25 0,0-25 15,0 0-15,0 25 0,0-25 0,0 24 0,0-24 16,0 25-16,0-25 0,0 0 0,0 25 0,0-25 0,-25 25 16,25-25-16,0 25 0,0-25 0,0 0 0,0 24 0,0-24 15,0 25-15,-25-25 0,25 0 0,0 25 0,0-25 16,-25 0-16,25 25 0,0-25 0,0 0 0,0 0 0,0 25 15,-24-25-15,24 0 0,0 0 0,0 0 0,0 24 16,0-24-16,0 0 0,0 0 0,0 0 0,0 0 16,0 0-16,0 0 0,0 0 0,0 0 0,0 0 0,0 0 15,0 0-15,0 0 0,0 0 0,0 0 0</inkml:trace>
  <inkml:trace contextRef="#ctx0" brushRef="#br0" timeOffset="24478.4001">11658 1935 0,'0'0'0,"-25"0"0,25 0 0,0 0 0,0 0 0,0 0 16,0 0-16,-24 0 0,24 0 0,0 0 0,0 0 15,0 0-15,0 0 0,0-25 0,0 25 0,0 0 16,-25 0-16,25 0 0,0 0 0,0 0 0,0 0 0,0 0 15,-25 0-15,25 0 0,0-25 0</inkml:trace>
  <inkml:trace contextRef="#ctx0" brushRef="#br0" timeOffset="25593.4638">11485 1662 0,'0'0'0,"0"0"0,-25 0 16,25 0-16,0 0 0,0-25 0,0 25 0,0 0 16,0 0-16,0 0 0,0 0 0,0 0 0,0 0 0,0 0 15,0-25-15,0 25 0,0 0 0,0 0 0,0 0 0,0 0 16,0 0-16,0 0 0,0 0 0,0 0 0,0 0 15,0 0-15,0 25 0,0-25 0,0 0 0,0 0 0,0 0 16,0 0-16,0 0 0,0 0 0,0 0 0,0 0 16,0 0-16,0 0 0,0 0 0,0 0 0,0 0 0,0 0 15,0 25-15,0-25 0,-25 0 0,25 0 0,0 25 0,0-25 16,0 0-16,-25 25 0,25-25 0,0 24 0,0-24 15,0 0-15,-25 25 0,25-25 0,0 25 0,0 0 16,0-25-16,0 25 0,-24-25 0,24 24 0,0-24 0,0 25 16,0-25-16,0 25 0,-25-25 0,25 25 0,0 0 0,0-25 15,0 24-15,0-24 0,0 0 0,0 25 0,0-25 16,0 0-16,0 0 0,0 25 0,0-25 0,25 0 0,-25 0 15,0 0-15,0 0 0,0 0 0,0 0 0,24 0 16,-24 0-16,0 0 0,0 0 0,0 0 0,25 0 0,-25 0 16,0-25-16,0 25 0,25 0 0,-25 0 0,0 0 0,25 0 15,-25-25-15,0 25 0,0 0 0,25 0 0,-25-24 187,173-224-187,-173 248 0,0-25 0,0 25 0,0 0 0,0 0 0,0 0 0,0 0 0,0 0 0,0 0 0,0 0 0,0 0 0,0 0 0,0 0 0,0 0 0,0 0 0,0 0 0,0 0 0,0 0 0,0 0 0,0 0 0,0 0 0,0 0 0,0 0 0,0 0 0,0 25 0,0-25 0,-25 0 0,25 24 0,0-24 0,0 0 0,0 25 0,0-25 0,0 25 0,0-25 0,-24 25 16,24-25-16,0 25 0,0-25 0,0 24 0,0-24 0,0 25 16,-25-25-16,25 25 0,0-25 0,0 0 0,0 25 0,0-25 15,0 25-15,0-25 0,0 0 0,0 24 0,0-24 0,0 0 16,0 25-16,0-25 0,25 0 0,-50 0 0,25 25 15,0-25-15,0 0 0,0 0 0,0 0 0,0 0 0,0 0 16,0 0-16,0 0 0,0 0 0,0 0 0,25 0 16</inkml:trace>
  <inkml:trace contextRef="#ctx0" brushRef="#br0" timeOffset="26357.5075">11708 2282 0,'0'0'0,"0"0"15,0 0-15,0 0 0,0 0 0,0 0 0,0 0 0,0 0 16,0 0-16,0 0 0,0 0 0,0 0 0,0 0 15,0 0-15,0 0 0,0 0 0,0 0 0,0 0 16,0 0-16,0 0 0,0-25 0,0 25 0,0 0 0,25 0 16,-25 0-16,0 0 0,0-25 0,0 25 0,0 0 0,24 0 15,-24-24-15,0 24 0,0 0 0,25-25 0,-25 25 16,0 0-16,0-25 0,0 25 0,25-25 0,-25 25 15,0 0-15,25-25 0,-25 25 0,0-24 0,25 24 0,-25 0 16,0-25-16,0 25 0,24 0 0,-24-25 0,0 25 0,0 0 16,0 0-16,0 0 0,0-25 0,0 25 0,0 0 15,0 0-15,0 0 0,0 0 0,0 0 0,0 0 0,0 0 16,0-25-16,0 25 0,0 0 0,0 0 0,0 0 15,0 0-15,0 0 0,0 25 0,0-25 0,0 0 0,0 0 16,0 0-16,0 25 0,0-25 0,0 0 0,0 25 0,-24-25 16,24 25-16,0-25 0,0 24 0,0-24 0,0 25 15,0-25-15,0 0 0,0 25 0,0-25 0,-25 0 16,25 25-16,0-25 0,0 0 0,0 25 0,0-25 0,0 0 15,0 24-15,0-24 0,0 25 0,0-25 0,0 0 16,0 25-16,0-25 0,0 0 0,0 25 0,0-25 0,0 0 16,0 0-16,0 0 0,0 25 0,0-25 0,0 0 0,0 0 15,0 0-15,0 0 0,0 0 0,0 0 0,0 0 16,0 0-16,0 0 0,0 0 0,0 0 0,0 0 0,0 0 15,0 0-15,0 0 0,25 0 0,-25 0 0,0-25 16</inkml:trace>
  <inkml:trace contextRef="#ctx0" brushRef="#br0" timeOffset="26682.5261">12278 1761 0,'0'0'0,"0"0"0,0 0 0,0 0 0,0 0 15,0 0-15,0 0 0,0 0 0,0 0 0,0 0 16,0 0-16,0 0 0,25 0 0,-25 0 0,0 0 0,0 0 16,25 0-16,-25 0 0,0 0 0,25 0 0,-25 0 0,0-25 15,25 25-15,-25 0 0,0 0 0,24 0 0,-24 0 16,25 0-16,-25 0 0,0 0 0,25 0 0,-25 0 0,0 0 15,25 0-15,-25 0 0,0 0 0,0 0 0,0 0 16,0 0-16,0 0 0,0 0 0,0 0 0,0 0 0</inkml:trace>
  <inkml:trace contextRef="#ctx0" brushRef="#br0" timeOffset="26900.5386">12278 1935 0,'0'0'16,"0"0"-16,-24 25 0,24-25 0,0 0 0,0 0 0,0 0 15,0 0-15,0-25 0,24 25 0,-24 0 0,0 0 16,0 0-16,0 0 0,0 0 0,25 0 0,-25 0 0,0 0 16,0 0-16,25 0 0,-25 0 0,25 0 0,-25 0 0,0 0 15,25 0-15,-25 0 0,24 0 0,-24 0 0,0 0 16,25 0-16,-25 0 0,0 0 0,25 0 0,-25 0 0,25 0 15,-25-25-15,25 25 0,-25 0 0,24 0 0</inkml:trace>
  <inkml:trace contextRef="#ctx0" brushRef="#br0" timeOffset="27336.5635">13221 1414 0,'-25'-25'0,"25"25"0,0 0 0,0 0 0,0 0 16,0 0-16,0 0 0,0 0 0,0 0 0,0 0 0,0 25 15,0-25-15,-25 0 0,25 0 0,0 0 0,0 0 0,0 0 16,0 0-16,0 25 0,0-25 0,-25 0 0,25 0 15,0 0-15,0 24 0,0-24 0,-24 25 0,24-25 0,0 25 16,0 0-16,-25 0 0,25-25 0,0 24 0,-25 1 0,25 0 16,0 0-16,-25 0 0,25 0 0,0-25 0,0 24 15,0 1-15,-25 0 0,25-25 0,0 25 0,0 0 0,0-1 16,0-24-16,0 25 0,0-25 0,0 25 0,0 0 0,25-25 15,-25 25-15,0-25 0,0 24 0,0-24 0,25 0 16,-25 25-16,0-25 0,0 25 0,25-25 0,-25 0 0,0 25 16,25-25-16,-25 0 0,24 0 0,-24 0 0,0 25 15,25-25-15,-25 0 0,0 0 0,25 0 0</inkml:trace>
  <inkml:trace contextRef="#ctx0" brushRef="#br0" timeOffset="30012.7166">13469 2084 0,'0'0'0,"0"0"16,0 0-16,0 0 0,0 0 0,0 0 0,0 0 0,0 0 16,0 0-16,0 0 0,0-25 0,0 25 0,0 0 15,0 0-15,0 0 0,0 0 0,25 0 0,-25 0 16,0 0-16,0-25 0,0 25 0,25 0 0,-25 0 0,0 0 15,0-25-15,0 25 0,24 0 0,-24 0 0,0 0 0,0 0 16,25 0-16,-25-25 0,0 25 0,25 0 0,-25 0 16,0-24-16,25 24 0,-25 0 0,0-25 0,25 25 0,-25 0 15,0-25-15,24 25 0,-24-25 0,0 25 0,25-25 16,-25 25-16,0-24 0,0 24 0,25 0 0,-25-25 0,0 25 15,0 0-15,0 0 0,25-25 0,-25 25 0,0 0 0,0 0 16,0 0-16,0-25 0,0 25 0,0 0 0,0 0 16,0 0-16,0 0 0,0-25 0,0 25 0,0 0 0,0 0 15,0 0-15,0 0 0,0 0 0,0 0 0,0 0 0,0 0 16,0 0-16,0 0 0,0 0 0,0 0 0,0 0 15,0 0-15,0 0 0,0 25 0,0-25 0,0 0 0,0 0 16,0 0-16,0 25 0,0-25 0,0 0 0,0 0 0,0 25 16,0-25-16,0 0 0,0 25 0,0-25 0,-25 0 15,25 24-15,0-24 0,0 0 0,0 25 0,0-25 16,0 25-16,0-25 0,0 25 0,0-25 0,0 25 0,-25-25 15,25 0-15,0 24 0,0-24 0,0 0 0,0 0 0,0 0 16,0 25-16,0-25 0,0 0 0,0 0 0,0 0 16,0 0-16,-25 25 0,25-25 0,0 0 0,0 0 0,0 25 15,0-25-15,0 0 0,0 0 0,0 25 0,0-25 16,0 0-16,0 0 0,0 0 0,0 0 0,0 0 15,0 0-15,0 0 0</inkml:trace>
  <inkml:trace contextRef="#ctx0" brushRef="#br0" timeOffset="30257.7306">13965 2034 0,'0'0'0,"-25"0"15,25 0-15,0 0 0,0 0 0,0 0 0,0 0 16,0 0-16,0 0 0,0 0 0,0 25 0,0-25 0,0 0 15,0 0-15,0 0 0,0 0 0,0 0 0,0 25 16,0-25-16,0 0 0,0 0 0,0 24 0,0-24 0,0 0 16,0 25-16,0-25 0,0 0 0,0 25 0,0-25 15,0 0-15,0 25 0,-25-25 0,25 0 0,0 25 0,0-25 16,0 0-16,0 24 0,-24-24 0,24 0 0,0 0 15,0 0-15,0 0 0,0 0 0,0 25 0,0-25 0</inkml:trace>
  <inkml:trace contextRef="#ctx0" brushRef="#br0" timeOffset="30775.7602">14362 1687 0,'0'-25'0,"0"25"0,0 0 0,0 0 0,0-25 0,0 25 0,0 0 0,0 0 0,0 0 0,0 0 0,0-25 0,0 25 16,0 0-16,0 0 0,0 0 0,25 0 0,-25 0 0,0 0 15,0 0-15,0 0 0,25-25 0,-25 25 0,0 0 0,24 0 16,-24 0-16,0 0 0,0 0 0,25 0 0,-25 0 15,0 0-15,0 0 0,0 0 0,25 0 0,-25 0 0,0 0 16,0 0-16,0 0 0,0 0 0,0 25 0,0-25 0,0 0 16,0 25-16,0-25 0,0 0 0,0 25 0,0-25 15,-25 25-15,25-25 0,0 25 0,0-25 0,-25 24 0,25-24 16,0 25-16,-24-25 0,24 0 0,0 25 0,-25-25 0,25 0 15,0 25-15,-25-25 0,25 25 0,0-25 0,0 0 16,-25 24-16,25-24 0,0 0 0,0 0 0,0 0 0,0 25 16,0-25-16,-25 0 0,25 0 0,0 0 0,0 25 15,0-25-15,0 0 0,0 0 0,0 0 0,25 0 0,-25 0 16,0 0-16,0 0 0,0 0 0,0 0 0,0 0 0,0 0 15,25 0-15,-25 0 0,0 25 0,25-25 0,-25 0 16,0 0-16,25 0 0,-25 0 0,0 0 0,24 0 0,-24 0 16,0 0-16,0 0 0,25 0 0,-25 0 0,0 0 15,25 0-15,-25-25 0,0 25 0,25 0 0,-25 0 0,25 0 16,-25 0-16</inkml:trace>
  <inkml:trace contextRef="#ctx0" brushRef="#br0" timeOffset="31005.7734">14684 1860 0,'0'0'16,"0"0"-16,0 0 0,0 0 0,0 0 0,0 0 0,0 0 16,0 0-16,0 0 0,0 0 0,0 0 0,0 25 15,0-25-15,0 0 0,0 0 0,0 25 0,0-25 0,0 0 16,0 25-16,0-25 0,-24 25 0,24-25 0,0 24 0,0-24 15,0 25-15,0-25 0,0 0 0,0 25 0,-25-25 16,25 25-16,0-25 0,0 25 0,0-25 0,0 0 16,-25 0-16,25 24 0,0-24 0,0 0 0,0 0 0,0 0 15,-25 25-15,25-25 0,0 0 0,0 0 0,0 0 16</inkml:trace>
  <inkml:trace contextRef="#ctx0" brushRef="#br0" timeOffset="31609.8079">15081 1612 0,'0'0'0,"0"0"0,0 0 0,0 0 0,0-25 16,0 25-16,0 0 0,0 0 0,0 0 0,0 0 15,25-24-15,-25 24 0,0 0 0,0 0 0,0 0 0,25 0 16,-25-25-16,0 25 0,0 0 0,25 0 0,-25 0 0,0 0 16,0 0-16,24 0 0,-24 0 0,0 0 0,0 0 15,0 0-15,0 0 0,0 0 0,0 0 0,25 0 0,-25 0 16,0 25-16,0-25 0,0 0 0,0 0 0,-25 24 15,25-24-15,0 25 0,0-25 0,0 0 0,-24 25 0,24-25 16,0 25-16,-25-25 0,25 25 0,0-25 0,-25 0 0,25 25 16,0-25-16,0 0 0,-25 24 0,25-24 0,0 0 15,0 25-15,0-25 0,-25 0 0,25 0 0,0 25 0,0-25 16,0 0-16,0 0 0,0 0 0,0 25 0,0-25 15,0 0-15,0 0 0,0 0 0,0 0 0,0 0 0,0 0 16,0 25-16,0-25 0,0 0 0,0 0 0,0 0 0,0 0 16,25 0-16,-25 0 0,0 0 0,0 0 0,0 0 15,0 0-15,25 0 0,-25 0 0,0 0 0,0 24 0,0-24 16,0 0-16,25 0 0,-25 0 0,0 25 0,0-25 15,0 0-15,0 0 0,0 0 0,-25 25 0,25-25 0,0 0 16,0 0-16,0 25 0,0-25 0,-25 0 0,25 0 0,0 0 16,0 0-16,0 0 0,0 0 0,-25 25 0,25-25 15,0 0-15,0 0 0,-24 0 0,24 0 0,0 0 0,-25 24 16,25-24-16,0 0 0,0 0 0,-25 0 0,25 0 15,0 0-15,0 0 0,0 0 0,0 25 0,0-25 0,0 0 16,0 0-16,0 0 0,0 0 0,0 0 0,0-25 0,0 25 16,0 0-16,0 0 0,0 0 0</inkml:trace>
  <inkml:trace contextRef="#ctx0" brushRef="#br0" timeOffset="32068.8342">15453 1984 0,'0'0'15,"0"0"-15,0 0 0,0 0 0,0 0 0,0 0 0,0 0 16,0 0-16,0 0 0,0 0 0,0 0 0,0 0 15,0 0-15,0 0 0,0 25 0,0-25 0,0 0 0,0 0 16,0 0-16,0 0 0,0 25 0,-24-25 0,24 0 0,0 25 16,0-25-16,0 0 0,0 25 0,0-25 15,0 24-15,-25-24 0,25 0 0,0 25 0,0-25 0,-25 0 16,25 0-16,0 25 0,0-25 0,0 0 0,0 25 0,-25-25 15,25 0-15,0 0 0,0 0 0,0 25 0,0-25 16,0 0-16,0 0 0,0 0 0,0 0 0,0 0 0,0 0 16</inkml:trace>
  <inkml:trace contextRef="#ctx0" brushRef="#br0" timeOffset="32599.8646">15974 1463 0,'0'0'0,"0"0"0,0 0 0,0 0 16,0 0-16,0 0 0,0 0 0,0 0 0,0 0 0,0 0 15,0 0-15,0 0 0,0 0 0,0 25 0,0-25 16,0 0-16,0 0 0,-25 25 0,25-25 0,0 0 0,0 25 15,-24-25-15,24 0 0,0 25 0,0-25 0,0 0 16,-25 24-16,25-24 0,0 25 0,0-25 0,-25 0 0,25 25 16,0-25-16,0 25 0,-25-25 0,25 0 0,0 25 15,0-25-15,-25 0 0,25 0 0,0 25 0,0-25 0,0 0 0,0 0 16,0 24-16,-24-24 0,24 0 0,0 0 15,0 0-15,0 0 0,0 0 0,0 0 0,0 25 0,0-25 0,0 0 16,0 0-16,0 0 0,24 0 0,-24 0 0,0 0 16,0 0-16,0 0 0,0 0 0,25 25 0,-25-25 15,0 0-15,0 0 0,25 0 0,-25 0 0,0-25 0,25 25 16,-25 0-16,25 0 0,-25 0 0,0 0 0,24 0 15,-24 0-15,0 0 0,25 0 0,-25 0 0,25 0 0,-25 0 16,25 0-16,-25 0 0,25 0 0,-25 0 0,24 0 0,-24 0 16,25 0-16,-25 0 0,0 0 0,25 0 0,-25 0 15,0 0-15,25 0 0,-25 0 0,0 25 0,0-25 0,25 0 0,-25 0 16,0 0-16,0 0 0,0 0 0,0 0 0,0 0 15,0 0-15,0-25 0,0 25 0,0 0 0,0 0 0,0 0 16</inkml:trace>
  <inkml:trace contextRef="#ctx0" brushRef="#br0" timeOffset="32895.8815">16073 1587 0,'0'0'0,"0"0"0,0-24 0,0 24 16,0 0-16,0 0 0,0 0 0,0 0 0,0 0 0,0 0 15,0 0-15,0 0 0,0 0 0,-24 24 0,24-24 16,0 0-16,0 0 0,0 0 0,0 25 0,0-25 0,0 0 15,0 25-15,0-25 0,0 0 0,0 25 0,0-25 16,0 25-16,0-25 0,0 25 0,0-25 0,0 24 0,0-24 16,0 25-16,0-25 0,-25 25 0,25-25 0,0 25 0,0-25 15,0 0-15,0 25 0,0-25 0,-25 24 0,25-24 16,0 0-16,0 25 0,0-25 0,0 0 0,0 0 0,0 25 15,0-25-15,0 0 0,0 25 0,0-25 0,0 0 16,0 0-16,0 0 0,0 0 0,0 0 0,0 0 0,0 0 16,0 0-16,0 0 0,0 0 0,0 0 0,0 0 15,0 0-15,0 0 0,0 0 0,0 0 0,0 0 0,0 0 16,0 0-16,0 0 0,0 0 0,25 0 0,-25-25 15,0 25-15</inkml:trace>
  <inkml:trace contextRef="#ctx0" brushRef="#br0" timeOffset="33365.9084">16446 1265 0,'0'0'0,"0"0"0,24 0 0,-24 0 16,0 0-16,0 0 0,0 0 0,0 0 15,0 0-15,0 0 0,0 0 0,25 25 0,-25-25 0,0 0 0,0 0 16,0 0-16,25 0 0,-25 25 0,0-25 0,0 0 15,0 0-15,25 0 0,-25 24 0,0-24 0,0 25 0,0-25 16,0 25-16,25 0 0,-25-25 0,0 25 0,0-1 0,0-24 16,0 25-16,0 0 0,0-25 0,0 25 0,0 0 15,0-25-15,0 24 0,0 1 0,0 0 0,0-25 0,0 25 16,0 0-16,0 0 0,-25-1 0,25-24 0,0 25 15,0 0-15,-25-25 0,25 25 0,0-25 0,-25 25 0,25-1 16,0-24-16,-25 25 0,25-25 0,0 25 0,-24-25 0,24 0 16,-25 25-16,25-25 0,0 25 0,-25-25 0,25 24 15,0-24-15,0 25 0,-25-25 0,25 0 0,0 25 0,0-25 16,0 0-16,0 0 0,-25 0 0,25 25 0,0-25 15,0 0-15,0 0 0,0 0 0,0 0 0,0 0 0,0 0 16,-25 0-16,25 0 0,0 0 0,0 0 0,0 0 0,0 0 16,0 25-16,0-25 0,0 0 0,0 0 15,0 0-15,0-25 0,0 25 0,0 0 0,0 0 0,0 0 16,0 0-16,25 0 0,-25-25 0,0 25 0,0 0 0,0-25 15,0 25-15</inkml:trace>
  <inkml:trace contextRef="#ctx0" brushRef="#br0" timeOffset="33566.9199">16842 1885 0,'0'0'0,"0"0"0,0 0 0,0-25 0,0 25 0,0 0 16,0 0-16,0 0 0,0 0 0,0 0 0,0 0 0,0 0 15,0 0-15,0 0 0,0 0 0,0 0 0,0 0 16,0 0-16,0 0 0,0 0 0,0 0 0,0 0 0,0 0 16,0 0-16,0 0 0,0 25 0,0-25 0,0 0 15,0 0-15</inkml:trace>
  <inkml:trace contextRef="#ctx0" brushRef="#br0" timeOffset="33775.9318">16743 2158 0,'0'0'0,"-25"0"0,25 0 15,0 0-15,0 0 0,0 25 0,25-25 0,-25 0 0,0 0 16,0 0-16,0 25 0,0-25 0,0 0 0,0 0 16,0 24-16,0-24 0,0 0 0,0 25 0,0-25 15,0 0-15,0 25 0,0-25 0,0 25 0,0-25 0,-25 25 16,25-25-16,0 24 0,-24 1 0,24-25 0,-25 25 15,25-25-15,-25 25 0,0-25 0,25 0 0,-25 25 0,25-25 16,-24 24-16,-1-24 0,25 0 0</inkml:trace>
  <inkml:trace contextRef="#ctx0" brushRef="#br0" timeOffset="36502.0878">17934 1389 0,'0'0'0,"0"0"0,0 0 15,0 0-15,0 0 0,25-25 0,-25 25 0,0 0 16,0 0-16,0 0 0,0 0 0,0 0 0,0 25 0,0-25 15,0 0-15,0 0 0,0 0 0,0 0 0,0 0 0,0 0 16,0 0-16,0 0 0,0 0 0,0 0 0,0 0 16,0 0-16,0 0 0,0 0 0,0 0 0,0 0 0,0 0 15,0 0-15,-25 0 0,25 0 0,0 0 0,0 0 16,0 0-16,0 0 0,0 0 0,0 0 0,0 0 0,0 0 15,0 0-15,0 0 0,0 0 0,0 0 0,0 0 16,0 0-16,0 0 0,0 0 0,0 0 0,0 0 0,0 25 16,0-25-16,0 0 0,0 0 0,-25 25 0,25-25 0,0 0 15,0 24-15,0-24 0,0 25 0,0-25 0,0 0 16,-25 25-16,25-25 0,0 25 0,0 0 0,0-25 15,0 24-15,-25 1 0,25-25 0,0 25 0,0 0 0,0-25 0,0 25 16,0 0-16,0-25 0,0 24 0,0-24 0,0 25 16,0-25-16,0 0 0,0 25 0,0-25 0,0 0 0,0 25 15,0-25-15,0 0 0,0 0 0,0 25 0,0-25 16,0 0-16,0 0 0,0 24 0,25-24 0,-25 0 0,0 0 15,0 0-15,0 0 0,0 0 0,25 0 0,-25 0 16,0 0-16,0 0 0,25 0 0,-25 0 0,0 0 0,25 0 16,-25 0-16,0 0 0,24 0 0,-24-24 0,25 24 0,-25 0 15,25 0-15,-25 0 0,0 0 0,25 0 0,-25-25 16,0 25-16,0 0 0,25-25 0,-25 25 0,0 0 0,24-25 15,-24 25-15,0 0 0,0-25 0,25 25 0,-25-24 16,0-1-16,25 25 0,-25-25 0,0 0 0,0 25 0,25-25 16,-25 0-16,0 25 0,0-24 0,0 24 0,0 0 15,25-25-15,-25 25 0,0-25 0,0 25 0,0 0 0,0 0 16,0-25-16,0 25 0,0 0 0,0 0 0,0 0 0,0 0 15,0 0-15,0 0 0,0 0 0,0 0 0,0 0 0,0-25 16,0 25-16,0 0 0,0 0 0,0 0 0,0 0 16,0 0-16,0 0 0,0 0 0,0 0 0,0 25 0,-25-25 15,25 0-15,0 25 0,0-25 0,0 25 0,0-25 16,0 25 15,0-1-31,0-24 0,0 25 0,0 0 0,0-25 0,0 25 0,0-25 0,-25 25 0,25-25 0,0 25 0,0-25 0,0 24 0,0-24 0,0 25 0,0-25 16,0 0-16,-25 25 0,25-25 0,0 0 0,0 25 0,0-25 0,0 0 15,0 25-15,0-25 0,0 0 0,0 0 0,-25 24 16,25-24-16,0 0 0,0 0 0,0 25 0,0-25 0,0 0 15,0 0-15,0 0 0,0 0 0,0 0 0,0 0 16,0 0-16,0 25 0</inkml:trace>
  <inkml:trace contextRef="#ctx0" brushRef="#br0" timeOffset="36958.1139">18380 2009 0,'0'-25'0,"0"25"0,0 0 0,0 0 15,0 0-15,0 0 0,0 0 0,0 0 0,0 0 0,0 0 16,0 0-16,0 0 0,0 0 0,0 0 0,0 0 15,0 0-15,0 0 0,25-24 0,-25 24 0,0 0 0,0 0 16,0 0-16,25 0 0,-25 0 0,0 0 0,0 0 16,25 0-16,-25 0 0,0 0 0,0 0 0,0 0 0,0 0 15,24 0-15,-24 0 0,0 0 0,0 0 0,0 0 0,0 0 16,-24 24-16,24-24 0,0 0 0,0 0 0,0 25 15,0-25-15,-25 25 0,25-25 0,0 0 0,0 25 0,-25-25 16,25 0-16,0 25 0,0-25 0,-25 0 0,25 24 16,0-24-16,0 25 0,-25-25 0,25 0 0,0 0 0,0 25 15,0-25-15,-24 0 0,24 0 0,0 0 0,0 25 0,0-25 16,0 0-16,0 0 0,0 0 0,0 0 0,0 0 15,0 25-15,0-25 0,0 0 0,0 0 0,0 0 16,0 0-16,0 0 0,0 0 0,0 0 0,24 0 0,-24 0 16,0 0-16,0 0 0,0 0 0,25 24 0,-25-24 15,0 0-15,25-24 0,-25 24 0,25 0 0,-25 0 0,25 0 16,-25 0-16,24 0 0,-24-25 0,25 25 0,0 0 15,-25 0-15,25-25 0,-25 25 0</inkml:trace>
  <inkml:trace contextRef="#ctx0" brushRef="#br0" timeOffset="37217.1287">18827 1811 0,'0'0'0,"0"0"0,0 0 0,0 0 16,0-25-16,25 25 0,-25 0 0,0 0 0,0 0 16,0 0-16,24 0 0,-24 0 0,0 0 0,0 0 0,25 0 15,-25 0-15,25 0 0,-25 0 0,0 0 0,25 0 16,-25 0-16,25 0 0,-25 0 0,0 0 0,24 0 0,-24 0 15,25 0-15,-25 0 0,0 0 0,25 0 0,-25 0 0,0 0 16,0 0-16,0 0 0,0 0 0,0 0 0,0 0 16</inkml:trace>
  <inkml:trace contextRef="#ctx0" brushRef="#br0" timeOffset="37388.1385">18728 1984 0,'0'0'15,"0"0"-15,0 25 0,0-25 0,0 0 0,0 0 16,0 0-16,24 0 0,-24 0 0,0 0 0,25 0 0,-25 0 15,0 0-15,25 0 0,-25 0 0,0 0 0,25 0 0,-25 0 16,25 0-16,-25 0 0,24 0 0,-24 0 0,25 0 16,-25 0-16,25 0 0,-25 0 0,25 0 0,-25 0 15,0 0-15</inkml:trace>
  <inkml:trace contextRef="#ctx0" brushRef="#br0" timeOffset="40116.2945">20141 1463 0,'0'0'0,"0"0"0,0 0 0,0-24 0,0 24 0,0 0 16,0 0-16,0 0 0,0 0 0,0 0 0,0-25 15,0 25-15,0 0 0,0 0 0,0 0 0,0 0 0,0 0 16,0 0-16,0 0 0,0 0 0,-24 0 0,24 0 16,0 0-16,0 0 0,0 0 0,0 0 0,0 0 0,0 0 15,0 0-15,0 0 0,0 0 0,0 0 0,0 0 16,0 25-16,-25-25 0,25 0 0,0 0 0,0 0 0,-25 24 15,25-24-15,0 0 0,0 25 0,-25-25 0,25 0 0,0 25 16,-25-25-16,25 25 0,0-25 0,-24 25 0,24-25 16,0 24-16,-25 1 0,25-25 0,0 25 0,-25 0 0,25 0 15,0-25-15,-25 25 0,25-1 0,0-24 0,-25 25 16,25 0-16,0-25 0,0 25 0,-24-25 0,24 25 0,0-25 15,0 24-15,0-24 0,0 25 0,0-25 0,0 25 0,0-25 16,0 25-16,0-25 0,0 25 0,0-25 0,24 24 16,-24-24-16,0 0 0,0 25 0,0-25 0,0 25 0,0-25 15,0 0-15,0 0 0,25 25 0,-25-25 0,0 0 16,0 0-16,0 0 0,0 25 0,25-25 0,-25 0 0,0 0 15,0 0-15,0 0 0,0 0 0,0 0 0,0 0 16,0 0-16,0 0 0,0 0 0,0 0 0,0 0 0,0 0 16,25 0-16,-25-25 0,0 25 0,0 0 0,0 0 15</inkml:trace>
  <inkml:trace contextRef="#ctx0" brushRef="#br0" timeOffset="40889.3387">20365 1761 0,'0'0'0,"0"0"0,0 0 0,-25 0 0,25 0 0,0 0 15,0 0-15,0-25 0,0 25 0,0 0 0,0 0 0,0 0 16,0 0-16,0-24 0,0 24 0,0 0 0,0 0 16,0 0-16,0 0 0,0 0 0,0-25 0,0 25 0,-25 25 15,25-25-15,0 0 0,0 0 0,0 0 0,0 0 16,0 0-16,0 24 0,0-24 0,-25 0 0,25 0 0,0 0 15,0 0-15,0 0 0,0 25 0,0-25 0,-25 0 0,25 0 16,0 0-16,0 25 0,-24-25 0,24 0 0,0 25 16,0-25-16,0 25 0,0-1 0,-25-24 0,25 25 0,0-25 15,0 25-15,0-25 0,0 25 0,0-25 0,0 0 16,0 25-16,0-25 0,0 0 0,0 24 0,0-24 0,25 0 15,-25 0-15,0 0 0,0 25 0,0-25 0,0 0 0,24 0 16,-24 0-16,0 0 0,0 0 0,25 0 0,-25 0 16,0 0-16,25 0 0,-25-25 0,0 25 0,25 0 0,-25 0 15,25-24-15,-25 24 0,0 0 0,24 0 0,-24-25 16,0 25-16,25 0 0,-25-25 0,0 25 0,0 0 0,25-25 15,-25 25-15,0-25 0,0 25 0,0-24 0,0 24 0,0-25 16,0 25-16,25-25 0,-25 25 0,0-25 0,0 25 16,0-25-16,0 25 0,0 0 0,0-24 0,0 24 0,0 0 15,0-25-15,0 25 0,0 0 0,0 0 0,0-25 16,0 25-16,0 0 0,0 0 0,0 25 0,0-25 0,0 0 15,0 0-15,0 0 0,-25 0 0,25 0 0,0 25 0,0-25 16,0 0-16,0 0 0,0 0 0,0 0 0,0 0 16,0 0-16,0 0 0</inkml:trace>
  <inkml:trace contextRef="#ctx0" brushRef="#br0" timeOffset="41167.3546">20712 1960 0,'0'0'16,"0"0"-16,0 24 0,0-24 0,0 0 0,0 0 0,0 0 15,0 0-15,0 0 0,0 0 0,0 0 0,0 0 16,0 0-16,0 0 0,0 0 0,0 0 0,0 0 0,0 0 15,0 25-15,0-25 0,0 0 0,-25 25 0,25-25 16,0 25-16,0-25 0,-25 25 0,25-25 0,0 24 0,0-24 16,-25 25-16,25-25 0,0 25 0,0-25 0,-24 25 15,24-25-15,0 25 0,0-25 0,-25 0 0,25 24 0,0-24 16,-25 0-16,25 25 0,0-25 0,0 0 0,0 0 15,0 0-15,0 0 0</inkml:trace>
  <inkml:trace contextRef="#ctx0" brushRef="#br0" timeOffset="42752.4453">21134 1761 0,'0'0'0,"0"0"0,0 0 16,0 0-16,0 0 0,0-25 0,-25 25 0,25 0 0,0 0 15,0-24-15,0 24 0,0 0 0,0 0 0,0 0 16,0 0-16,0 0 0,0 0 0,0 0 0,0-25 0,0 25 16,0 0-16,0 0 0,0 0 0,25-25 0,-25 25 0,0 0 15,0 0-15,0 0 0,0-25 0,0 25 0,0 0 16,0 0-16,0 0 0,0-25 0,0 25 0,0 0 0,24 0 15,-24 0-15,0 0 0,0 0 0,0 0 0,25 0 16,-25 0-16,0 0 0,0 0 0,25 0 0,-25 0 0,0 0 16,25-25-16,-25 25 0,0 0 0,25 0 0,-25 0 0,24 0 15,-24-24-15,0 24 0,0 0 0,0 0 0,25 0 16,-25 0-16,0 0 0,0 24 0,0-24 0,0 0 0,0 25 15,-25-25-15,25 25 0,0 0 0,0-25 16,0 25-16,-24-25 0,24 25 0,0-25 0,-25 24 0,25 1 0,0-25 16,-25 25-16,25-25 0,-25 25 0,25-25 0,-25 25 0,25-25 15,-24 24-15,24-24 0,-25 25 0,25-25 0,-25 25 16,25-25-16,-25 0 0,25 25 0,0-25 0,-25 0 0,25 25 15,0-25-15,0 0 0,0 24 0,0-24 0,0 0 16,0 0-16,0 0 0,0 0 0,0 0 0,0 0 0,0 0 16,0 0-16,0-24 0,0 24 0,0 0 0,0 0 0,0 0 15,0 0-15,25 24 0,-25-24 0,0 0 0,0 0 16,25 0-16,-25 0 0,0 0 0,25 0 0,-25 0 0,25 0 15,-25 0-15,0 0 0,24 0 0,-24 0 0,25 0 0,-25 0 16,25 0-16,-25 0 0,0 0 0,25 0 0,-25 0 16,0 0-16,25 0 0,-25-24 0,0 24 0,24 0 0,-24 0 15,25 0-15,-25 0 0,0 0 0,25 0 0,-25 24 16</inkml:trace>
  <inkml:trace contextRef="#ctx0" brushRef="#br0" timeOffset="42972.4579">21481 1984 0,'0'0'0,"0"0"0,0 0 15,0 0-15,0 0 0,0 0 0,0 0 0,0 0 16,0 0-16,0 0 0,0 0 0,0 0 0,0 0 0,0 0 16,0 0-16,0 0 0,0 0 0,0 0 0,25 25 0,-50-25 15,25 0-15,0 25 0,0-25 0,0 0 0,0 25 16,0-25-16,0 25 0,-25-25 0,25 0 0,0 24 0,0-24 15,0 0-15,-25 25 0,25-25 0,0 0 0,0 25 16,-25-25-16,25 25 0,0-25 0,0 0 0,-24 25 0,24-25 16,0 0-16,0 0 0,0 0 0,0 0 0,0 0 15</inkml:trace>
  <inkml:trace contextRef="#ctx0" brushRef="#br0" timeOffset="43427.4839">21903 2084 0,'0'0'0,"0"0"0,0-25 0,0 25 0,0 0 16,0 0-16,0-25 0,24 25 0,-24 0 0,0 0 0,0-25 15,25 25-15,-25 0 0,0 0 0,25 0 0,-25 0 0,0-25 16,0 25-16,25 0 0,-25-24 0,0 24 0,25 0 0,-25-25 16,0 25-16,24 0 0,-24-25 0,25 25 0,-25-25 15,0 25-15,25-25 0,-25 25 0,0-24 0,0 24 0,25-25 16,-25 25-16,0 0 0,0-25 0,0 25 0,0 0 0,25-25 15,-25 25-15,0 0 0,0 0 0,0 0 0,0 0 16,0 0-16,0-25 0,0 25 0,0 0 0,0 0 0,0 0 16,0 0-16,0 0 0,0 0 0,0 0 0,0 0 15,0 0-15,0 0 0,0 0 0,0 0 0,0 0 16,0 0-16,0 0 0,0 0 0,0 0 0,0 0 0,0 0 15,0 25-15,0-25 0,0 0 0,0 25 0,0-25 0,0 25 16,0-25-16,0 25 0,-25-25 0,25 24 0,0-24 16,0 25-16,0-25 0,0 25 0,0-25 0,0 25 0,-25-25 15,25 25-15,0-1 0,0-24 0,0 0 0,0 25 16,0-25-16,0 25 0,0-25 0,-25 0 0,25 25 0,0-25 15,0 0-15,0 0 0,0 0 0,0 25 0,0-25 16,-25 0-16,25 0 0,0 0 0,0 0 0,0 0 0,0 0 16,0 0-16</inkml:trace>
  <inkml:trace contextRef="#ctx0" brushRef="#br0" timeOffset="44307.5342">22349 1984 0,'0'0'16,"0"0"-16,0 0 0,0 0 0,0 0 0,0 0 15,0 0-15,0 0 0,0 0 0,0 0 0,0 0 0,0 0 16,0 25-16,0-25 0,0 0 0,0 0 0,0 0 0,521-347 421,-546 372-421,25-25 0,0 25 0,-25-25 0,25 0 0,0 24 0,0-24 0,-24 0 0,24 25 0,0-25 0,0 0 0,0 0 0,-25 0 0,25 25 0,0-25 0,0 0 0,0 0 0,0 0 0,0 0 0,0 25 0,0-25 0,0 0 0,0 0 0,0 0 0,0 0 0,0 0 0,0 0 0,0 0 0,0 0 16,0 0-16,0 0 0,0 0 0,0 0 0,0 0 0,0 0 0,0 0 0,0 0 0,25 0 0,-25 0 0,0 0 0,0 0 0,0 0 15,0 0-15,24 0 0,-24 0 0,0 0 0,0 0 0,0 0 16,25 0-16,-25 0 0,0 0 0,0 0 0,0 0 16,0 0-16,0 0 0,25 0 0,-25 0 0,0 0 0,0 0 15,0 0-15,0 0 0,25 0 0,-25 0 0,0 0 0,0 0 16,0 0-16,0 0 0,0 0 0,25 0 0,-25 0 0,0 0 15,0-25-15,0 25 0,0 0 0,24 0 0,-24 0 16,0 0-16,0 0 0,0 0 0,0 0 0,0 0 16,25 0-16,-25 0 0,0 0 0,0 0 0,0 0 0,0 0 15,25 0-15,-25 0 0,0 0 0,0 0 0,0 0 0,0 0 16,0 0-16,0 0 0,0 0 0,25 0 0,-25 0 0,0 0 15,0 0-15,0 0 0,0-25 0,0 25 0,0 0 16,0 0-16,0 0 0,0 0 0,0 0 0,0 0 0,0 0 16,0 0-16,0 0 0,0 0 0,0 0 0,0 0 15,0 0-15,0 0 0,0 0 0,0 0 0,0 0 0,0 0 16,0 0-16,0 0 0,0 0 0,0 0 0,0 0 15,0 0-15,0 0 0,0 0 0,0 0 0,0 0 0,0 0 16,-25 0-16,25 0 0,0 0 0,0 0 0,0 0 0,0 0 16,0 0-16,0 0 0,0 0 0,0 0 0,-25 0 15,25 0-15,0 0 0,0 0 0</inkml:trace>
  <inkml:trace contextRef="#ctx0" brushRef="#br0" timeOffset="45172.5837">22374 2183 0,'0'0'0,"0"0"0,0 0 0,0 0 16,0 0-16,0 0 0,0 0 0,0 0 0,0 0 0,0 0 15,0 0-15,0 0 0,0 0 0,0 0 0,0 0 16,25 0-16,-25 0 0,0 0 0,0 0 0,0 0 16,0 25-16,0-25 0,0 0 0,24 0 0,-24 0 0,0 0 15,0 24-15,0-24 0,0 0 0,0 0 0,0 25 0,-24-25 16,24 0-16,0 25 0,0-25 0,-25 0 0,25 25 15,0-25-15,-25 0 0,25 0 0,-25 25 0,25-25 0,0 24 16,-25-24-16,1 0 0,24 25 0,0-25 0,-25 0 16,25 25-16,-25-25 0,25 0 0,0 0 0,-25 0 15,25 0-15,0 0 0,0 25 0,0-25 0,0 0 0,0 0 16</inkml:trace>
  <inkml:trace contextRef="#ctx0" brushRef="#br0" timeOffset="45903.6255">22944 1587 0,'0'-24'0,"0"24"0,0 0 0,0 0 16,0 0-16,0 0 0,0 0 0,0-25 0,0 25 15,0 0-15,0 0 0,0 0 0,0 0 0,0 0 0,0 0 16,0 0-16,0 0 0,0 0 0,0 0 0,0 0 15,0 0-15,0 0 0,0 0 0,-24 0 0,24 0 0,0 0 16,0 25-16,0-25 0,0 0 0,-25 0 0,25 24 0,0-24 16,0 0-16,-25 0 0,25 25 0,-25-25 15,25 25-15,0-25 0,-25 0 0,25 25 0,-24 0 0,24-25 16,0 25-16,-25-25 0,25 24 0,0-24 0,-25 25 0,25-25 15,0 25-15,0-25 0,-25 0 0,25 25 0,0-25 0,0 0 16,-25 25-16,25-25 0,0 24 0,0-24 0,0 0 0,-25 0 16,25 25-16,0-25 0,0 0 0,0 0 0,-24 25 15,24-25-15,0 0 0,0 0 0,0 0 0,-25 25 16,25-25-16,0 0 0,0 0 0,0 0 0,0 0 0,0 0 15,0 0-15,0 0 0,0 0 0,0 0 0,0 0 16,0 0-16,0 0 0,0 0 0,0 0 0,0 0 0,0 0 16,0 0-16,0 0 0,0 0 0,0 0 0,0 0 0,0 0 15,0 0-15,0 0 0,25 0 0,-25 0 0,0 0 0,0 0 16,0 0-16,0 0 0,24 0 0,-24 0 0,0 0 15,25 0-15,-25 0 0,0 0 0,25 0 0,-25 0 0,25 0 16,-25 0-16,25 0 0,-25 0 0,25 0 0,-25 0 0,24 0 16,-24 0-16,25 0 0,-25 0 0,25 0 0,0 0 15,-25 0-15,25 0 0,-25 0 0,24 0 0,-24 0 0,0 0 16,25 0-16,-25 0 0,0 0 0,25 0 0,-25 0 15,0 0-15,0 0 0,0 0 0,0 0 0,25 0 0,-25 0 16,0 0-16,0 0 0,0 0 0,0 0 0,0 0 0,0 0 16,0 0-16,0 0 0,0 0 0,25 0 15,-25 0-15,0-25 0,0 25 0,0 0 0,0 0 0,24 0 0,-24 0 16,0 0-16,0 0 0,25 0 0,-25-25 0,0 25 15,0 0-15,0 0 0,25 0 0,-25 0 0,0 0 16</inkml:trace>
  <inkml:trace contextRef="#ctx0" brushRef="#br0" timeOffset="46238.6447">23093 1662 0,'0'0'0,"0"0"0,0-25 0,0 25 16,0 0-16,0 0 0,0 0 0,0 0 15,0 0-15,0 0 0,0 0 0,0 0 0,0 0 0,0 0 16,0 0-16,0 25 0,0-25 0,0 0 0,0 0 0,0 25 15,0-25-15,0 25 0,0-25 0,0 24 0,0-24 16,0 25-16,0 0 0,0-25 0,0 25 0,0 0 0,0-25 16,0 24-16,0 1 0,0 0 0,-25-25 0,25 25 15,0-25-15,0 25 0,0-1 0,-24-24 0,24 25 0,0 0 16,0-25-16,0 25 0,-25-25 0,25 25 0,0-1 0,0-24 15,0 25-15,0-25 0,-25 25 0,25-25 0,0 0 16,0 25-16,0-25 0,0 0 0,-25 25 0,25-25 0,0 0 16,0 24-16,0-24 0,0 0 0,-25 25 0,25-25 15,0 0-15,0 25 0,0-25 0,0 0 0,0 0 0,0 0 16,0 0-16,0 0 0,0 0 0,0 0 0,0 0 15,0 0-15,0 0 0,0 0 0,0 0 0,0 0 0,0-25 16,0 25-16,0-25 0,0 25 0,25-24 0,-25 24 16,0-25-16</inkml:trace>
  <inkml:trace contextRef="#ctx0" brushRef="#br0" timeOffset="46599.6653">23465 1389 0,'0'0'16,"0"0"-16,0 0 0,0 0 0,0 0 0,0 0 0,25 0 15,-25 0-15,0 0 0,0 0 0,0 0 0,25 25 16,-25-25-16,0 0 0,0 25 0,25-25 0,-25 24 0,0 1 16,0 0-16,24-25 0,-24 25 0,0 0 0,0-1 15,0 1-15,0 0 0,0 25 0,0-25 0,0-1 0,0 1 16,0 0-16,0 0 0,0 0 0,-24-1 0,24 1 0,0 0 15,-25 0-15,25 0 0,0-1 0,-25 1 0,25 0 16,-25 0-16,25-25 0,-25 25 0,25-1 0,-24-24 0,24 25 16,-25-25-16,0 25 0,25 0 0,-25-25 0,0 25 15,1-25-15,24 24 0,-25-24 0,0 25 0,0-25 16,25 25-16,-25-25 0,25 0 0,-24 25 0,24-25 0,-25 0 15,25 0-15,0 0 0,-25 0 0</inkml:trace>
  <inkml:trace contextRef="#ctx0" brushRef="#br0" timeOffset="47034.6902">24135 1885 0,'25'0'0,"-25"0"0,0 0 0,0 0 0,0-25 16,0 25-16,0 0 0,0 0 0,0 0 0,0 0 0,0-24 15,0 24-15,0 0 0,0 0 0,0 0 0,0 0 16,0 0-16,0 0 0,0 0 0,0 0 0,0 0 0,0 0 15,0 0-15,0 0 0,0 0 0,0 24 0,25-24 0,-25 0 16,0 0-16,0 0 0,0 0 0,0 0 0,0 0 16,0 25-16,0-25 0,0 0 0,0 0 0,-25 0 0,25 0 15,0 0-15,0 25 0</inkml:trace>
  <inkml:trace contextRef="#ctx0" brushRef="#br0" timeOffset="47345.708">24061 2208 0,'0'0'0,"0"0"0,0 0 0,0 0 0,0 0 16,0 24-16,0-24 0,0 0 0,0 0 0,0 0 16,0 0-16,0 25 0,24-25 0,-24 0 0,0 0 0,0 0 15,0 0-15,0 25 0,0-25 0,0 0 0,0 0 16,0 25-16,0-25 0,0 25 0,0-25 0,-24 0 0,24 24 15,0-24-15,0 25 0,-25-25 0,25 25 0,-25-25 16,25 25-16,-25-25 0,25 25 0,-25-25 0,1 0 0,24 24 16,-25-24-16,25 0 0,-25 25 0,25-25 0,-25 0 15,25 0-15,-25 0 0</inkml:trace>
  <inkml:trace contextRef="#ctx0" brushRef="#br0" timeOffset="50092.8651">25028 1761 0,'0'-25'0,"0"25"0,25 0 15,-25 0-15,0 0 0,0 0 0,0-24 0,0 24 16,0 0-16,0 0 0,0 0 0,0 0 0,0 0 0,0 0 16,0-25-16,0 25 0,0 0 0,0 0 0,0 0 0,0 0 15,0 0-15,0 0 0,0 0 0,0 0 0,0 0 16,0 0-16,0 0 0,0 0 0,0 0 0,0 0 0,0 0 15,0 0-15,-25 25 0,25-25 0,0 0 0,0 0 16,0 0-16,0 24 0,0-24 0,0 0 0,-25 25 0,25-25 16,0 25-16,0-25 0,-25 25 0,25-25 0,0 25 15,-24-1-15,24-24 0,0 25 0,0-25 0,0 25 0,-25-25 16,25 25-16,0-25 0,0 25 0,0-25 0,0 24 0,0-24 15,0 0-15,0 25 0,25-25 0,-25 0 0,0 25 16,0-25-16,0 0 0,0 25 0,24-25 0,-24 0 0,0 0 16,0 0-16,25 0 0,-25 0 0,0 0 0,0 0 15,25 0-15,-25 0 0,0 0 0,25 0 0,-25 0 0,0 0 16,25-25-16,-25 25 0,0 0 0,24 0 0,-24-25 15,25 25-15,-25-25 0,0 25 0,25 0 0,-25-24 0,0 24 16,25-25-16,-25 25 0,0-25 0,25 25 0,-25-25 0,0 25 16,24-25-16,-24 25 0,0-24 0,0 24 0,0-25 15,25 25-15,-25 0 0,0-25 0,0 25 0,0 0 16,0-25-16,0 25 0,25 0 0,-25-25 0,0 25 0,0 0 15,0 0-15,0 0 0,0 0 0,0 0 0,-25 0 0,25 0 16,0 0-16,0 0 0,0 0 0,0 0 0,0 25 0,0-25 16,0 0-16,0 0 0,0 25 0,0-25 0,0 0 15,0 25-15,-25-25 0,25 25 0,0-25 0,0 24 0,0-24 16,0 25-16,0-25 0,0 25 0,0-25 0,0 25 15,0-25-15,-24 0 0,24 25 0,0-25 0,0 24 0,0-24 16,0 0-16,0 25 0,0-25 0,0 0 0,0 25 0,0-25 16,0 0-16,0 25 0,-25-25 0,25 0 0,0 0 15,0 25-15,0-25 0,0 0 0,25 0 0,-25 0 16,0 0-16,0 0 0,0 0 0</inkml:trace>
  <inkml:trace contextRef="#ctx0" brushRef="#br0" timeOffset="50599.8941">25226 2183 0,'25'0'0,"-25"0"0,0 0 0,0 0 0,0-25 15,0 25-15,0 0 0,0 0 0,25 0 0,-25 0 0,0 0 16,0 0-16,0-25 0,25 25 0,-25 0 0,0 0 15,0 0-15,25 0 0,-25 0 0,0-25 0,0 25 0,24 0 16,-24 0-16,0 0 0,0 0 0,25 0 0,-25 0 0,0 0 16,0 0-16,0 0 0,0 0 0,0 25 0,0-25 15,0 0-15,0 0 0,0 25 0,0-25 0,0 0 0,0 25 16,-25-25-16,25 0 0,0 25 0,0-25 0,0 24 15,-24-24-15,24 25 0,0-25 0,-25 0 0,25 25 16,0-25-16,-25 0 0,25 25 0,0-25 0,-25 0 0,25 0 16,0 25-16,0-25 0,-25 0 0,25 0 0,0 0 15,0 0-15,0 24 0,0-24 0,0 0 0,0 0 0,0 0 16,0 0-16,0 0 0,0 0 0,0 0 0,0 0 15,0 0-15,0 0 0,0 0 0,25 0 0,-25 0 0,0 0 16,0 0-16,0 0 0,0 0 0,25 25 0,-25-25 0,0 0 16,0 0-16,0 25 0,0-25 0,25 0 0,-25 0 15,0 25-15,0-25 0,0 0 0,0 0 0,0 0 16,0 25-16,0-25 0,0 0 0,-25 0 0,25 0 0,0 24 15,0-24-15,0 0 0,0 0 0,0 25 0,-25-25 0,25 0 16,0 0-16,0 0 0,-25 0 0,25 0 0,0 0 16,-24 0-16,24 0 0,0 0 0,-25 0 0,25 0 0,0 0 15,0 0-15,-25 0 0,25 0 0,0 0 0,0 0 16,0 0-16,0-25 0,0 25 0,0 0 0,-25 0 15,50-24-15,-25 24 0,0 0 0,0-25 0,0 25 0,25-25 16,-25 0-16,0 25 0,25-25 0,-25 1 0,24 24 16</inkml:trace>
  <inkml:trace contextRef="#ctx0" brushRef="#br0" timeOffset="50833.9075">25772 1910 0,'0'0'16,"0"0"-16,0 0 0,0 0 0,25 0 0,-25-25 0,0 25 16,0 0-16,0 0 0,25 0 0,-25 0 0,0 0 0,24 0 15,-24 0-15,0 0 0,25 0 0,-25 0 0,25 0 16,-25 0-16,25 0 0,-25 0 0,25 0 0,-25 0 0,0 25 15,25-25-15,-25 0 0,0 0 0,0 0 0,24 0 0,-24 0 16,0 0-16,0 25 0,0-25 0,0 0 0,0 0 16</inkml:trace>
  <inkml:trace contextRef="#ctx0" brushRef="#br0" timeOffset="51032.9189">25722 2084 0,'0'0'0,"-24"0"15,24 0-15,0 24 0,0-24 0,0 0 0,0 0 0,0 0 16,0 0-16,0 0 0,24 0 0,-24 0 0,0 0 15,0 0-15,25 0 0,-25 0 0,0 0 0,25 0 0,-25 0 16,25 0-16,-25 0 0,25 0 0,-25 0 0,24 0 16,-24 0-16,25 0 0,-25 0 0,0 0 0,25 0 0,-25 0 15,25 0-15,0 0 0,-25 0 0,25 0 0,-25 0 0,24-24 16,1 24-16,-25 0 0,25 0 0</inkml:trace>
  <inkml:trace contextRef="#ctx0" brushRef="#br0" timeOffset="51341.9366">26764 1587 0,'0'0'0,"0"0"15,0 0-15,0-24 0,-25 24 0,25 0 0,0 0 0,0 0 16,0-25-16,0 25 0,-24 25 0,24-25 0,0 0 0,0 0 16,-25 0-16,25 24 0,0-24 0,-25 0 0,25 25 15,-25-25-15,25 25 0,-25-25 0,25 25 0,-24 0 0,24 0 16,-25-25-16,25 24 0,-25 1 0,25 0 0,-25 0 15,25 0-15,-25-1 0,25-24 0,-24 25 0,24 0 0,0 0 16,0 0-16,-25-1 0,25 1 0,0 0 0,0 0 16,0 0-16,0-25 0,0 24 0,0 1 0,0-25 0,0 25 15,25-25-15,-25 25 0,0-25 0,24 25 0,-24-25 0,0 0 16,25 0-16,-25 0 0</inkml:trace>
  <inkml:trace contextRef="#ctx0" brushRef="#br0" timeOffset="55629.1818">27161 1761 0,'0'0'0,"0"0"0,0 0 15,0 0-15,0 0 0,0 0 0,0 0 0,0-25 0,-25 25 16,25 0-16,0 0 0,0 0 0,0 0 0,0 0 16,0 0-16,0 0 0,0 0 0,0 0 0,0 0 0,0 0 15,0-24-15,0 24 0,0 0 0,0 0 0,0 0 16,0 0-16,0 0 0,0 0 0,0 0 0,0 0 0,0 0 15,0 0-15,0 0 0,0 0 0,0 0 0,0 0 0,0 0 16,0 0-16,0 0 0,0 0 0,0 0 0,0 0 16,0 0-16,0 0 0,0 0 0,0 0 0,0 0 0,0 0 15,0 0-15,0 24 0,0-24 0,0 0 0,0 0 16,0 0-16,0 0 0,-24 0 0,24 0 0,0 0 0,0 0 15,0 0-15,-25 0 0,25 25 0,0-25 0,0 0 16,0 25-16,-25-25 0,25 0 0,0 25 0,-25-25 0,25 25 16,-25-25-16,25 0 0,0 24 0,-25-24 0,25 25 0,-24-25 15,24 0-15,0 0 0,-25 25 0,25-25 0,0 0 16,-25 0-16,25 0 0,0 25 0,0-25 0,-25 0 0,25 0 15,0 0-15,0 0 0,0 25 0,0-25 0,0 0 0,0 0 16,0 0-16,0 0 0,0 0 0,0 0 0,0 0 16,0 0-16,0 0 0,0 0 0,0 0 0,0 0 0,0 0 15,0 0-15,0 0 0,0-25 0,0 25 0,0 0 16,0 0-16,25 0 0,-25 0 0,0 0 0,0 0 0,0 0 15,25 0-15,-25 0 0,0 0 0,25 0 0,-25 0 0,24 0 16,-24 0-16,0 0 0,25 0 0,-25 0 0,25 0 16,-25 0-16,0 0 0,25 0 0,-25 25 0,25-25 0,-25 0 15,25 0-15,-25 0 0,24 0 0,-24 0 0,25 0 16,-25 0-16,0 0 0,0 0 0,25 0 0,-25 0 0,0 0 15,0 0-15,25 0 0,-25 0 0,0 0 0,0 0 16,0 0-16,0 0 0,0 0 0,0 0 0,0 0 0,0-25 16,0 25-16,0 0 0,0 0 0,0 0 0,0 0 0,0 0 15,0 0-15,0 0 0,0 0 0,0 0 16,0 0-16,0 0 0,0-25 0</inkml:trace>
  <inkml:trace contextRef="#ctx0" brushRef="#br0" timeOffset="55872.1957">27236 1786 0,'0'0'0,"0"0"0,0 0 0,0 0 0,0-25 15,0 25-15,0 0 0,0 0 0,0 0 0,0 0 16,0 0-16,0 0 0,0 0 0,0 0 0,0 0 0,0 0 16,0 0-16,0 0 0,0 0 0,0 0 0,0 25 0,0-25 15,0 0-15,0 0 0,0 25 0,0-25 0,-25 25 16,25-25-16,0 24 0,0-24 0,0 25 0,0 0 0,0-25 15,-25 25-15,25 0 0,0-25 0,0 24 0,0-24 16,0 25-16,-25-25 0,25 25 0,0-25 0,0 25 0,0-25 16,0 25-16,-25-25 0,25 0 0,0 24 0,0-24 15,0 25-15,0-25 0,0 25 0,-24-25 0,24 25 0,0-25 16,0 0-16,0 0 0,0 0 0,0 0 0</inkml:trace>
  <inkml:trace contextRef="#ctx0" brushRef="#br0" timeOffset="56142.2111">27409 2158 0,'0'0'0,"0"0"0,0 0 16,0 0-16,0 0 0,0 0 0,0 0 0,0 0 0,0 0 15,0 0-15,0 0 0,0 0 0,25 0 0,-25 0 0,0 0 16,0 0-16,0 25 0,0-25 0,0 0 0,0 0 16,0 25-16,0-25 0,0 0 0,0 24 0,0-24 0,0 0 15,0 25-15,0-25 0,-25 25 0,25-25 0,0 0 16,0 25-16,0-25 0,0 0 0,-25 25 0,25-25 0,0 24 15,-24-24-15,24 0 0,0 0 0,-25 25 0,25-25 16,0 0-16,0 0 0,0 0 0,0 0 0,-25 0 0,25 0 16,0 0-16</inkml:trace>
  <inkml:trace contextRef="#ctx0" brushRef="#br0" timeOffset="56730.2448">27905 2084 0,'-25'0'0,"25"0"15,0 0-15,0 0 0,0 0 0,0 0 0,0 0 0,0 0 16,0 0-16,0-25 0,0 25 0,25 0 0,-25 0 16,0 0-16,0 0 0,0 0 0,25 0 0,-25-25 0,0 25 15,25 0-15,-25 0 0,0 0 0,25-25 0,-25 25 16,24 0-16,-24 0 0,0-25 0,25 25 0,-25 0 0,25-24 15,-25 24-15,0 0 0,25-25 0,-25 25 0,0 0 0,25-25 16,-25 25-16,0-25 0,0 25 0,25-25 0,-25 25 16,0-24-16,0 24 0,0 0 0,24-25 0,-24 25 0,0 0 15,0 0-15,0-25 0,25 25 0,-25 0 0,0 0 16,0 0-16,0 0 0,0 0 0,0-25 0,0 25 0,0 0 15,0 0-15,0 0 0,0 0 0,0 0 0,0 0 0,0 0 16,0 0-16,0 25 0,0-25 0,0 0 0,0 0 16,0 25-16,-25-25 0,25 0 0,0 25 0,0-25 0,0 0 15,0 24-15,0-24 0,0 25 0,0-25 0,0 25 16,0-25-16,0 25 0,0-25 0,-24 25 0,24-1 0,0-24 15,0 25-15,0-25 0,0 25 0,0-25 0,-25 25 0,25-25 16,0 0-16,0 25 0,0-25 0,0 0 0,-25 24 16,25-24-16,0 0 0,0 0 0,0 25 0,0-25 0,0 0 15,0 0-15,0 25 0,0-25 0,0 0 0,0 0 16,0 0-16,0 0 0,0 0 0,0 0 0,0 0 0</inkml:trace>
  <inkml:trace contextRef="#ctx0" brushRef="#br0" timeOffset="56979.259">28401 2059 0,'0'0'0,"0"0"0,0 0 16,0 0-16,0 0 0,0 0 0,0 0 0,0 0 0,0 0 15,0 0-15,0 0 0,0 0 0,0 25 0,0-25 16,0 0-16,0 24 0,0-24 0,0 25 0,-24-25 0,24 25 16,0-25-16,0 25 0,0-25 0,0 25 0,0-25 15,-25 24-15,25-24 0,0 0 0,0 25 0,-25-25 16,25 25-16,0-25 0,-25 25 0,25-25 0,0 0 0,-25 0 15,25 25-15,0-25 0,0 0 0,-24 0 0,24 0 0</inkml:trace>
  <inkml:trace contextRef="#ctx0" brushRef="#br0" timeOffset="58116.324">29021 1984 0,'0'0'15,"0"0"-15,0 0 0,0 0 0,0 0 0,0 0 0,0 0 16,0 0-16,0 0 0,0 0 0,0 0 0,0 0 0,0 0 15,0 0-15,0 0 0,0 0 0,0-24 0,0 24 0,25 0 16,-25 0-16,0 0 0,0 0 0,0-25 0,0 25 16,25 0-16,-25 0 0,0 0 0,0 0 0,25-25 0,-25 25 15,0 0-15,0-25 0,25 25 0,-25 0 0,0-25 16,0 25-16,25-24 0,-25 24 0,0-25 0,0 25 0,24-25 15,-24 25-15,0-25 0,25 25 0,-25 0 0,0-25 0,25 25 16,-25-24-16,0 24 0,0-25 0,25 25 0,-25 0 16,0-25-16,0 25 0,0 0 0,0 0 0,0-25 0,0 25 15,0 0-15,0 0 0,0 0 0,0 0 0,0 0 16,0 0-16,0 0 0,0 0 0,0 0 0,0 0 0,0 0 15,0 0-15,0 0 0,0 0 0,0 0 0,0 0 0,0 0 16,0 0-16,0 0 0,0 0 0,0 0 0,0 0 16,0 0-16,0 0 0,0 0 0,0 25 0,0-25 0,0 0 15,0 0-15,0 0 0,0 0 0,0 0 0,0 0 16,0 0-16,0 0 0,0-25 0,0 25 0,0 0 0,0 0 15,0 0-15,0 0 0,0 0 0,0 25 0,0-25 0,0 0 16,0 0-16,0 0 0,0 0 0,0 0 0,0 0 16,0 0-16,0 0 0,0 0 0,0 0 0,0 0 0,0 0 15,0 0-15,0 0 0,0 0 0,0 0 0,0 0 16,0 0-16,0 0 0,0 0 0,0 0 0,0 0 0,0 0 15,0 0-15,0 0 0,0 0 0,0 0 0,0 0 16,0 0-16,0 0 0,0 0 0,0 0 0,0 0 0,0 0 16,0 0-16,0 0 0,0 0 0,0 0 0,0 0 0,0 0 15,0 0-15,0 0 0,0 0 0,0 0 0,0 0 16,0 0-16,0 25 0,0-25 0,0 0 0,0 0 0,0 0 15,0 0-15,0 0 0,0 0 0,0 0 0,0 0 16,0 0-16,0 0 0,0 0 0,0 0 0,0 25 0,0-25 16,0 0-16,0 0 0,0 0 0,-25 0 0,25 0 0,0 0 15,0 0-15,0 0 0,0 0 0,0 0 0,0 0 16,0 24-16,0-24 0,0 0 0,0 0 0,0 0 0,0 0 15,0 0-15,0 0 0,0 0 0,0 0 0,0 0 16,0 0-16,0 0 0,0 0 0,0 0 0,0 0 0,0 0 16,0 0-16,0 0 0,0 0 0,0 0 0,0 0 0,0 0 15,0 0-15,0 0 0,0 0 0,0 0 0,0 0 16,0 0-16,0 0 0,0 0 0,0 0 0,0 0 0,0 0 15,0 0-15,0 0 0,0 0 0,0 0 0,0 25 16,0-25-16,0 0 0,0 0 0,0 0 0,0 0 0,0 0 16,0 25-16,0-25 0,0 0 0,0 0 0,0 25 0,0-25 15,0 0-15,0 25 0,0-25 0,-25 24 0,25-24 16,0 25-16,0-25 0,0 0 0,0 25 0,0-25 0,0 25 15,0-25-15,0 25 0,0-25 0,-25 24 0,25-24 16,0 25-16,0-25 0,0 25 0,0-25 0,0 0 0,0 25 16,0-25-16,0 0 0,0 0 0,0 25 0,0-25 15,0 0-15,0 0 0,0 24 0,0-24 0,0 0 0,0 0 16,0 0-16,0 25 0,0-25 0,0 0 0,-24 0 15,24 0-15,0 0 0,0 0 0,0 0 0,0 0 0,0 0 16,0 0-16,0 0 0,0 0 0,0-25 0,0 25 16,0 0-16,-25 0 0,25 0 0,0 0 0,0 0 0,0 0 15,0 0-15,0 0 0,0-24 0,0 24 0</inkml:trace>
  <inkml:trace contextRef="#ctx0" brushRef="#br0" timeOffset="58420.3414">29518 1960 0,'0'0'0,"0"0"0,0 0 0,0 0 15,0 0-15,0 0 0,0 0 0,24 0 0,-24 0 16,0 0-16,0 0 0,0 0 0,0 0 0,0 24 0,0-24 16,0 0-16,0 0 0,0 0 0,0 25 0,0-25 15,-24 0-15,24 25 0,0-25 0,0 0 0,0 25 0,0-25 16,0 0-16,-25 25 0,25-25 0,0 0 0,0 24 15,-25-24-15,25 25 0,0-25 0,0 25 0,-25-25 0,25 0 16,0 25-16,0-25 0,-25 0 0,25 0 0,0 25 16,0-25-16,0 0 0,0 0 0,0 24 0,0-24 0,0 0 15,0 0-15</inkml:trace>
  <inkml:trace contextRef="#ctx0" brushRef="#br0" timeOffset="59811.421">29964 1736 0,'-25'0'0,"25"0"0,25-24 0,-25 24 0,0 0 0,0 0 16,0-25-16,0 25 0,0 0 0,0 0 0,25-25 0,-25 25 16,0 0-16,0 0 0,25 0 0,-25 0 0,0 0 15,24-25-15,-24 25 0,25 0 0,-25 0 0,0 0 16,25 0-16,-25 0 0,25 0 0,-25 0 0,0 0 0,25 0 15,-25 0-15,0 25 0,24-25 0,-24 0 0,0 0 0,0 0 16,0 25-16,0-25 0,0 0 0,0 25 0,0-25 16,0 0-16,0 24 0,-24-24 0,24 25 0,0-25 0,-25 25 15,25-25-15,-25 25 0,25-25 0,0 25 0,-25-25 0,25 24 16,-25-24-16,25 0 0,-24 25 0,-1-25 0,25 25 15,-25-25-15,25 0 0,-25 25 0,25-25 0,0 25 0,-25-25 16,25 0-16,-24 24 0,24-24 0,0 0 0,0 25 16,-25-25-16,25 0 0,0 0 0,0 25 0,0-25 0,0 0 15,0 0-15,0 25 0,0-25 0,0 0 0,0 0 16,0 0-16,0 0 0,0 0 0,0 0 0,25 25 0,-25-25 15,0 0-15,24 0 0,-24 0 0,25 0 0,-25 0 16,25 0-16,-25 0 0,25 0 312,545-670-312,-570 670 0,0 0 16,75 446 93,-75-446-109,-25 25 0,25 0 0,0-25 0,-25 25 0,25-25 0,-25 25 0,1-1 15,24-24-15,-25 25 0,25-25 0,-25 25 0,0-25 0,25 25 0,-25-25 328</inkml:trace>
  <inkml:trace contextRef="#ctx0" brushRef="#br0" timeOffset="62523.5761">17140 3001 0,'0'0'0,"0"0"0,0 0 0,0-24 0,0 24 15,0 0-15,0 0 0,0 0 0,0 0 0,0 0 16,0 0-16,0 0 0,0 0 0,0 0 0,0 0 0,0 0 15,0 0-15,0 0 0,0 0 0,0 0 172,-50 99-172,50-99 0,0 25 0,0-25 0,-24 24 0,24 1 0,0-25 0,0 25 0,0-25 0,0 25 0,0 0 0,-25-25 0,25 24 0,0-24 0,0 25 0,0-25 0,0 25 16,0-25-16,0 25 0,0-25 0,0 0 0,0 25 0,25-25 0,-25 0 0,0 0 0,0 24 0,0-24 0,0 0 0,0 0 0,24 0 0,-24 0 0,0 0 0,0 0 0,25 0 0,-25 0 0,0 0 0,25 0 0,-25-24 0,0 24 0,25 0 0,-25 0 15,25-25-15,-25 25 0,24 0 0,-24-25 0,25 25 16,-25-25-16,25 25 0,-25-25 0,25 25 0,0-24 0,-25-1 15,24 25-15,-24-25 0,0 0 0,25 25 0,-25-25 16,25 25-16,-25-24 0,0 24 0,25-25 0,-25 25 0,0-25 16,0 0-16,25 25 0,-25 0 0,0-25 0,0 25 0,0 0 15,0-24-15,0 24 0,0 0 0,0-25 16,0 25-16,0 0 0,0 0 0,0 0 0,0 0 0,0 0 15,0 0-15,0 0 0,0 0 0,0 0 0,0 0 16,0 0-16,0 0 0,0 0 0,0 25 0,0-25 0,0 0 16,0 24-16,0-24 0,0 0 0,0 25 0,0-25 15,0 25-15,-25-25 0,25 25 0,0-25 0,0 25 0,0-25 16,0 24-16,-25-24 0,25 25 0,0-25 0,0 25 15,0-25-15,0 25 0,0-25 0,-25 25 0,25-25 16,0 24-16,0-24 0,0 0 0,0 25 0,0-25 0,0 0 16,0 25-16,0-25 0,-25 0 0,25 25 0,0-25 15,0 0-15,0 25 0,0-25 0,0 0 0,0 0 0,0 24 16,-24-24-16,24 0 0,0 0 0,0 0 0,0 0 15,0 25-15,0-25 0,24 0 0,-24 0 0,0 0 16,0 0-16,0 0 0</inkml:trace>
  <inkml:trace contextRef="#ctx0" brushRef="#br0" timeOffset="63136.6112">17636 3324 0,'0'0'15,"0"0"-15,0 0 0,0 0 0,0 0 0,0 0 0,0 0 16,0 0-16,0 0 0,0 0 0,0 0 0,0 0 16,0 0-16,-25 0 0,25 0 0,0 0 0,0 0 15,0 0-15,0 0 0,0 0 0,0 0 0,0 0 0,0 0 16,0 25-16,0-25 0,-24 0 0,24 0 0,0 0 15,0 24-15,-25-24 0,25 0 0,0 0 0,0 0 16,-25 25-16,25-25 0,0 0 0,-25 0 0,25 25 0,0-25 16,0 0-16,0 0 0,-25 25 0,25-25 0,0 0 15,0 25-15,0-25 0,0 0 0,0 0 0,0 0 0,0 24 16,0-24-16,0 0 0,0 0 0,0 0 0,0 0 0,0 0 15,0 0-15,0 0 0,0 0 0,0 0 0,0 0 16,0 0-16,0 0 0,0 0 0,0 0 0,0 0 16,0 0-16,0 0 0,25 0 0,-25 0 0,0 0 15,0 0-15,0 0 0,25 0 0,-25 0 0,25 0 0,-25 0 16,0 0-16,25-24 0,-25 24 0,24 0 0,-24 0 15,0 0-15,25 0 0,-25 0 0,25 0 0,-25 0 0,25 0 16,-25 0-16,0 0 0,25 0 0,-25 0 0,24 0 16,-24 0-16,0 0 0,25 0 0,-25 0 0,0 0 0,25 0 15,-25 0 94,25 24-109,-25-24 0,0 0 0,0 0 0,0 0 0,25-24 0,-25 24 0,0 0 0,0 0 0,0 0 0,0 0 0,0 0 0,0-25 0,-25 25 0</inkml:trace>
  <inkml:trace contextRef="#ctx0" brushRef="#br0" timeOffset="64179.6708">17760 3324 0,'0'0'0,"0"0"0,0 0 0,0 0 0,0 0 0,0 0 16,0 0-16,0 0 0,0 0 0,0 0 0,0 0 0,0 25 0,0-25 0,0 0 0,0 0 0,323-50 343,-323 50-343,0 0 0,24 0 0,-24 0 0,0 0 0,0 0 0,0 0 0,0 0 0,0 0 0,25 0 0,-25 0 0,0 0 0,0 0 16,0 0-16,0 0 0,25 0 0,-25 0 0,0 0 0,0 0 0,0 0 0,0 0 0,0 0 0,0 0 0,0 0 0,0 0 0,0 0 0,25 0 0,-25 0 0,0 0 0,0 0 0,0 0 0,0 0 0,0 0 0,0 0 0,0 0 0,0 0 0,0 0 0,0 0 0,0 0 0,0 0 0,0 0 0,0 0 15,0 0-15,0 0 0,0 0 0,0 0 0,0 0 16,0 0-16,0 0 78,0 0-78,0 0 0,0 0 0,0 0 0,0 0 0,0 0 0,0 0 0,0 0 0,0 0 0,0 0 0,0 0 0,0 0 0,0 0 0,0 0 15,0 0-15,0 0 0,0 0 0,0 0 0,0 0 0,0 0 0,0 0 0,0 0 0,0 0 0,0 0 0,0 0 0,0 0 0,0 0 0,0 0 0,0 0 0,0 0 0,0 0 0,0 0 0,0 0 0,0 0 0,25 0 0,-25 0 16,0 0-16,0 0 0,0 0 0,0 0 0,0 0 0,0 0 16,0 0-16,0 0 0,0 0 0,0 0 0,0 0 15,0 0-15,-25 0 0,25 0 0,0 0 0,0 0 0,0 0 16,0 0-16,0 0 0,0 0 0,0 0 0,0 0 15,25 0-15,-25 0 0,0 0 0,0 0 0,0 0 16</inkml:trace>
  <inkml:trace contextRef="#ctx0" brushRef="#br0" timeOffset="64848.7091">17884 3448 0,'0'0'15,"-25"25"-15,25-1 0,0-24 0,0 25 0,0 0 0,-24 0 0,24-25 0,0 25 0,0-25 0,0 24 0,0-24 0,-25 25 0,25-25 0,0 25 0,0-25 0,0 0 0,0 25 0,0-25 0,0 0 0,-25 0 0,25 25 0,0-25 0,0 0 16,0 0-16,0 0 0,0 0 0,0 0 0,0 0 0,0 0 0,0 0 0,0 0 0,0 0 0,0 0 0,0 0 0,0 0 0,0 0 0,0 0 0,25-25 0,-25 25 0,0 0 0,0 0 0,0 0 0,0-25 15,0 25-15</inkml:trace>
  <inkml:trace contextRef="#ctx0" brushRef="#br0" timeOffset="65676.7565">18901 3299 0,'-25'0'0,"25"0"0,0-25 15,0 25-15,0 0 0,0 0 0,0 0 0,0 0 16,0 0-16,-24 0 0,24-25 0,0 25 0,0 0 0,0 0 15,0 0-15,0 0 0,0 0 0,0 0 0,0 0 94</inkml:trace>
  <inkml:trace contextRef="#ctx0" brushRef="#br0" timeOffset="65782.7625">18876 3497 0,'0'25'0,"0"-25"0,0 0 0,0 0 0,0 0 0,0 0 0,0 0 0,0 0 0,0 0 0,0 0 0,0 0 0,0 0 0,0 0 0,0 0 0,0 0 0,0 0 0,0 0 0,0 0 0,0 0 0,25 0 0,-25 0 0,0 0 0,25 0 0,-25 0 0,0 0 15,25 0-15,-25 0 0,25 0 0,-25 0 0,24 0 16,-24 0-16,25 0 0,-25 0 0,25 0 0,-25 0 0,25 0 16,-25 0-16,25 0 0,-1 0 0,-24 0 0,25 0 15,-25 0-15,25 0 0,-25 0 0,25 0 0,0 0 0,-25 0 16,24 0-16,-24 0 0,25 0 0,-25 0 0,25 0 15,-25 0-15</inkml:trace>
  <inkml:trace contextRef="#ctx0" brushRef="#br0" timeOffset="67704.8725">18951 3249 0,'0'0'16,"0"0"-16,0 0 0,0 0 0,0 0 0,0 0 15,0 0-15,0 0 0,0 0 0,0 0 0,0 0 0,0 0 16,0 0-16,0 0 0,0 0 0,0 0 0,0 0 16,0 0-16,0 0 0,0 0 0,0 0 0,0 0 15,0 0-15,0 0 0,0 0 0,0 0 0,0 0 0,0 0 16,0 0-16,0 0 0,0 0 0,0 0 0,0 0 15,0 0-15,0 0 0,0 0 0,0 0 0,0 0 0,322 0 281,-322 0-281,0 0 0,0 0 0,0 0 0,0 0 0,0 0 0,0 0 0,0 0 0,0 0 0,0 0 0,0 0 0,0 0 0,0 0 0,0 0 0,0 0 0,0 0 0,0 0 0,0 0 0,0 0 0,0 0 0,0 0 0,0 0 0,-25 0 0,25 0 0,0 0 0,0 0 0,-24 0 0</inkml:trace>
  <inkml:trace contextRef="#ctx0" brushRef="#br0" timeOffset="71636.0973">20191 2877 0,'0'0'0,"0"0"0,0 0 0,0 0 0,0 0 16,0 0-16,0 0 0,0 0 0,0 0 0,0 0 15,0 0-15,0 0 0,0 0 0,0 0 0,25 0 0,-25 0 16,0-24-16,0 24 0,0 0 0,0 0 0,0 0 16,0 0-16,0 0 0,0 0 0,0 0 0,0 0 0,0 0 15,0 0-15,0 0 0,0 0 0,0 0 0,0 0 16,0 0-16,0 0 0,-25 0 0,25 0 0,0 0 0,0 0 15,0 0-15,0 24 0,0-24 0,-25 0 0,25 0 16,0 25-16,0-25 0,0 0 0,-25 25 0,25-25 16,0 25-16,0-25 0,-24 0 0,24 25 0,0-1 0,-25-24 15,25 25-15,0-25 0,-25 25 0,25 0 0,0-25 16,-25 25-16,25-1 0,0 1 0,-25-25 0,25 25 0,0 0 15,0-25-15,0 25 0,-24-1 0,24-24 0,0 25 16,0-25-16,0 25 0,0 0 0,0-25 0,0 25 16,0-25-16,0 24 0,0-24 0,0 25 0,0-25 0,0 25 15,0-25-15,0 25 0,0-25 0,0 25 0,0-25 16,0 24-16,0-24 0,0 0 0,0 25 0,24-25 0,-24 0 15,0 0-15,0 0 0,0 0 0,0 0 0,0 0 16,0 25-16,0-25 0,0 0 0,0 0 0,0 0 16,0 0-16,25 0 0,-25 0 0,0 0 0,0 0 0,0 0 15,0 0-15,0 0 0,0-25 0,0 25 0,0 0 0,0 0 16,0 0-16,25 0 0,-25 0 0,0 0 0,0-25 15,0 25-15,0 0 0</inkml:trace>
  <inkml:trace contextRef="#ctx0" brushRef="#br0" timeOffset="74850.2812">20811 3398 0,'0'0'0,"0"-25"0,0 25 15,0 0-15,0 0 0,0 0 0,0 0 0,0 0 16,0 0-16,0 0 0,0 0 0,0 0 0,0 0 0,0 0 16,0 0-16,0 0 0,0 0 0,0 0 0,0 0 15,0 0-15,0 0 0,0 0 0,0 0 0,0 0 0,0 0 16,0 0-16,0 0 0,0 0 0,0 0 0,0 0 15,0 0-15,0 0 0,0 0 0,0 0 0,0-24 16,25 24-16,-25 0 0,0 0 0,0 0 0,0 0 0,0 0 16,25 0-16,-25-25 0,0 25 0,0 0 0,0 0 15,25-25-15,-25 25 0,0 0 0,0-25 0,0 25 16,24 0-16,-24 0 0,0-25 78,0 25-78,25 0 0,-25-24 0,0 24 0,0-25 0,0 25 0,0 0 0,50-99 93,-50 99-93,0 0 0,0 0 0,0 0 0,0 0 0,0 0 0,0 0 0,0 0 0,-25 24 0,25-24 0,0 0 0,0 0 0,0 25 0,0-25 0,0 0 0,0 25 0,0-25 0,0 0 0,0 25 0,0-25 0,0 25 0,0-25 0,-25 24 16,25-24-16,0 25 0,0-25 0,0 25 0,0-25 0,0 25 0,0-25 0,-25 25 0,25-25 0,0 24 0,0-24 0,0 0 0,0 25 0,0-25 0,0 25 0,-24-25 0,24 0 0,0 25 0,0-25 16,0 0-16,0 0 0,0 25 0,0-25 0,0 0 15,0 0-15,0 0 0,0 0 0,-25 24 0,25-24 16,0 0-16,0 0 0,0 0 0,0 0 0,0 0 0,0 0 15,0 0-15,0 0 0,0 0 0,0 0 0,0 0 0,0 0 16,0 0-16,0 0 0,25 0 0,-25 0 0,0 0 16,0 0-16,0-24 0,0 24 0,0 0 0,0 0 0,0 0 15,24-25-15,-24 25 0</inkml:trace>
  <inkml:trace contextRef="#ctx0" brushRef="#br0" timeOffset="75496.3181">21258 3473 0,'0'0'0,"0"0"0,0 0 16,0 0-16,0 0 0,0 0 0,0 0 0,0-25 0,0 25 15,0 0-15,0 0 0,0 0 0,0 0 0,0 0 16,0 0-16,0 0 0,0 0 0,0 0 0,0 0 0,0 0 15,0 0-15,0 0 0,0 0 0,0 0 0,0 0 16,0 25-16,0-25 0,0 0 0,0 0 0,0 0 0,0 24 16,0-24-16,0 0 0,0 0 0,0 25 0,0-25 15,0 0-15,0 25 0,0-25 0,-25 25 0,25-25 16,0 25-16,0-25 0,0 0 0,0 24 0,-25-24 0,25 25 15,0-25-15,0 0 0,-25 25 0,25-25 0,0 0 16,0 0-16,-25 25 0,25-25 0,0 0 0,0 0 0,0 25 16,0-25-16,-24 0 0,24 0 0,0 0 0,0 0 15,0 0-15,0 0 0,0 0 0,0 0 0,0 0 16,24 0-16,-24 0 0,0 0 0,0 0 0,25 0 0</inkml:trace>
  <inkml:trace contextRef="#ctx0" brushRef="#br0" timeOffset="76631.383">21754 3175 0,'0'0'0,"0"-25"0,0 25 0,0 0 16,0 0-16,0 0 0,0 0 0,0 0 0,0 0 0,-25 0 15,25 0-15,0 0 0,0 0 0,0 0 0,0 0 16,0 0-16,0 0 0,25-25 0,-25 25 0,0 0 16,0 0-16,0 0 0,0 0 0,0 0 0,0 0 0,0 0 15,0 0-15,0 0 0,0-24 0,0 24 0,0 0 16,0 0-16,0 0 0,0 0 0,25 0 0,-25-25 0,0 25 15,0 0-15,0 0 0,0 0 0,24 0 0,-24 0 16,0-25-16,0 25 0,0 0 0,25 0 0,-25 0 0,0 0 16,0 0-16,0 0 0,0 0 0,25 0 0,-25 0 15,0 0-15,0 0 0,0 0 0,25 0 0,-25 0 16,0 0-16,0 0 0,0 0 0,0 0 0,0 25 0,0-25 15,0 0-15,0 0 0,0 25 0,0-25 0,0 0 16,0 0-16,0 24 0,0-24 0,0 0 0,0 25 0,0-25 16,0 0-16,0 25 0,0-25 0,0 0 0,-25 25 15,25-25-15,0 0 0,-25 25 0,25-25 0,0 0 16,0 24-16,-25-24 0,25 0 0,0 0 0,-24 25 0,24-25 15,0 0-15,0 0 0,-25 25 0,25-25 0,0 0 16,0 0-16,-25 0 0,25 0 0,0 0 0,0 0 0,0 25 16,0-25-16,0 0 0,0 0 0,0 0 0,0 0 15,0 0-15,0 0 0,0 0 0,0 0 0,0 0 16,0 0-16,0 0 0,0 0 0,0 0 0,0 0 0,0 0 15,0 0-15,0 0 0,0 0 0,0 0 0,0 0 16,0-25-16,0 25 0,25 0 0,-25 0 0,0 0 0,0 0 16,0 0-16,25 0 0,-25 0 0,0 0 0,0 0 15,24 0-15,-24 0 0,0 0 0,0 0 0,25 0 0,-25 0 16,0 0-16,0 0 0,25 0 0,-25 0 0,0 0 15,0 0-15,0 0 0,0 0 0,25 0 0,-25 0 16,0 0-16,0 25 0,0-25 0,0 0 0,0 0 0,0 25 16,0-25-16,0 0 0,0 0 0,25 24 0,-25-24 15,0 0-15,-25 25 0,25-25 0,0 0 0,0 25 16,0-25-16,0 0 0,0 25 0,0-25 0,-25 0 0,25 0 15,0 25-15,0-25 0,0 0 0,0 0 0,0 0 94,-25 0-94,25 0 0,0 24 0,0-24 0,-25 0 0,25 0 0,0 0 0,-24 0 0,24 0 0,0 25 0,0-25 0,-25 0 78,-25 0-78,50-25 0,0 25 0,0 0 0,0 0 0,0 0 0,0 0 0,0 0 0,0 0 16,0 0-16,0 0 0,0 0 0,0 0 0,0 0 0,0 0 0,0 0 0,0 0 0,0 0 0,0 0 0,0-24 0,0 24 0,0 0 0,0 0 0,0 0 0,25 0 0,-25 0 0,0 0 0,0 0 0,25 0 0,-25 0 0,0 0 0</inkml:trace>
  <inkml:trace contextRef="#ctx0" brushRef="#br0" timeOffset="76882.3974">22002 3572 0,'0'0'0,"0"0"0,25 0 0,-25 0 0,0 0 0,0 0 16,0 0-16,0 0 0,0 0 0,0 0 0,0 0 16,0 0-16,0 0 0,0 0 0,0 25 0,0-25 15,0 0-15,0 0 0,-25 0 0,25 24 0,0-24 16,0 0-16,0 25 0,0-25 0,0 25 0,-25-25 0,25 0 15,0 25-15,0-25 0,-25 25 0,25-25 0,0 0 16,-25 25-16,25-25 0,0 24 0,-24-24 0,24 0 0,0 25 16,0-25-16,-25 0 0,25 0 0,0 0 0,0 0 15,0 25-15,0-25 0,0 0 0,0 0 0</inkml:trace>
  <inkml:trace contextRef="#ctx0" brushRef="#br0" timeOffset="77724.4456">22523 3150 0,'0'0'0,"0"-25"16,0 25-16,0 0 0,0 0 0,0 0 0,0 0 0,0-24 15,0 24-15,0 0 0,0 0 0,0 0 0,0 0 16,0 0-16,0 0 0,0 0 0,0 0 0,0 0 15,0 0-15,0 0 0,0 0 0,-25 0 0,25 0 0,0 0 16,0 0-16,0 0 0,0 0 0,0 0 0,0 0 16,0 0-16,0 0 0,0 0 0,-25 0 0,25 0 15,0 24-15,0-24 0,0 0 0,-25 0 0,25 25 0,0-25 16,0 0-16,-25 25 0,25-25 0,0 0 0,-24 25 15,24-25-15,0 25 0,0-25 0,-25 24 0,25-24 0,0 25 16,0-25-16,0 25 0,0 0 0,0-25 0,-25 25 16,25-25-16,0 24 0,0-24 0,0 25 0,0-25 0,0 25 15,0-25-15,0 25 0,0-25 0,25 0 0,-25 25 16,0-25-16,0 0 0,0 24 0,0-24 0,25 0 0,-25 0 15,0 0-15,0 0 0,0 0 0,0 25 0,24-25 16,-24 0-16,0 0 0,25 0 0,-25 0 0,0 0 16,25 0-16,-25 0 0,0-25 0,25 25 0,-25 0 0,0 0 15,25-24-15,-25 24 0,0-25 0,24 25 0,-24 0 16,0-25-16,25 25 0,-25-25 0,0 25 0,0-25 0,0 1 15,25 24-15,-25-25 0,0 25 0,0-25 0,0 0 16,0 25-16,0-25 0,0 25 0,0-24 0,0-1 16,0 25-16,0-25 0,0 25 0,0-25 0,0 25 0,0 0 15,0-25-15,0 25 0,0 0 0,0 0 0,0-24 16,0 24-16,0 0 0,-25 0 0,25 0 0,0 0 15,0 0-15,0 0 0,0 0 0,0 0 0,0 0 0,0 0 16,-25 0-16,25 0 0,0 0 0,0 0 0,0 0 0,0 0 16,0 0-16,0 0 0,0 0 0</inkml:trace>
  <inkml:trace contextRef="#ctx0" brushRef="#br0" timeOffset="78151.47">22944 3497 0,'0'0'0,"0"0"0,0 0 0,0 0 0,0 0 15,0 25-15,0-25 0,0 0 0,0 0 0,0 0 16,0 0-16,0 0 0,0 0 0,0 0 0,0 25 0,0-25 15,-24 0-15,24 25 0,0-25 0,0 25 0,0-25 16,0 24-16,-25-24 0,25 25 0,0-25 0,-25 0 16,25 25-16,0-25 0,-25 25 0,25-25 0,0 0 0,0 25 15,-25-25-15,25 0 0,0 25 0,-24-25 0,24 0 16,0 0-16,0 24 0,-25-24 0,25 0 0,0 0 0,0 0 15</inkml:trace>
  <inkml:trace contextRef="#ctx0" brushRef="#br0" timeOffset="78930.5145">23515 3200 0,'0'0'0,"0"0"0,0-25 16,0 25-16,0 0 0,0 0 0,0-25 0,0 25 0,0 0 16,0-25-16,0 25 0,0 0 0,0 0 0,0 0 15,0-24-15,0 24 0,0 0 0,0 0 0,0 0 0,0 0 16,0-25-16,0 25 0,0 0 0,0 0 0,0 0 15,0 0-15,0 0 0,0 0 0,0 0 0,0 0 16,0 0-16,0 0 0,0 0 0,25 0 0,-25 0 0,0-25 16,0 25-16,24 25 0,-24-25 0,0 0 0,0 0 15,0 0-15,0 0 0,0 25 0,0-25 0,25 0 16,-25 24-16,0-24 0,0 0 0,0 25 0,0-25 0,0 25 15,0-25-15,0 0 0,0 25 0,0-25 0,0 25 0,-25-25 16,25 24-16,0-24 0,0 25 0,0-25 0,-24 0 16,24 25-16,-25-25 0,25 25 0,-25-25 0,25 25 15,0-25-15,-25 24 0,0-24 0,25 25 0,0-25 16,-24 25-16,24-25 0,-25 0 0,25 25 0,-25-25 0,25 0 15,-25 25-15,25-25 0,0 0 0,-25 0 0,25 24 16,0-24-16,0 0 0,-24 0 0,24 25 0,0-25 0,0 0 16,0 0-16,0 0 0,0 0 0,0 0 0,0 0 15,0 25-15,0-25 0,0 0 0,0 0 0,0 0 0,0 0 16,0 0-16,24 0 0,-24 0 0,0 0 0,25 0 15,-25 0-15,0 0 0,25 0 0,-25 0 0,25 0 0,0 0 16,-25 0-16,24 0 0,-24 0 0,25 0 0,-25-25 16,25 25-16,-25 0 0,0 0 0,25 0 0,-25 0 15,25 0-15,-25 0 0,24 0 0,-24-25 0,0 25 0,0 0 16,25 0-16,-25 0 0,0 0 0,0 0 0,0 0 15</inkml:trace>
  <inkml:trace contextRef="#ctx0" brushRef="#br0" timeOffset="79433.5433">22994 3274 0,'0'0'16,"0"0"-16,0 0 0,0 0 0,0 0 0,0 0 0,0 0 15,0 0-15,0 0 0,0 0 0,0 0 0,0 0 16,0 0-16,0 0 0,0 0 0,0 0 0,0 0 16,0 0-16,0 0 0,0 0 0,0 0 0,0 0 0,0 0 15,0 0-15,0 0 0,0 0 0,0 0 0,0 0 16,0 0-16,0 0 0,0 0 0,0 0 0,0 0 0,0 0 15,0 0-15,0 0 0,0 0 0,0 0 0,0 0 16,0 0-16,0 0 0,0 0 0,0 0 0,0 0 16,0 0-16</inkml:trace>
  <inkml:trace contextRef="#ctx0" brushRef="#br0" timeOffset="80345.5955">22076 3299 0,'0'0'15,"0"0"-15,0 0 0,0 0 0,-25 0 0,25 0 16,0 0-16,0 0 0,0 0 0,0 0 0,0 0 0,0 0 16,0 0-16,0 0 0,0 0 0,0 0 15,0 0-15,0 0 0,0 0 0,0 0 0,0 0 0,0 0 16,0 0-16,0 0 0,0 25 0,0-25 0,0 0 0,0 0 15,0 0-15,0 0 0,0 0 0</inkml:trace>
  <inkml:trace contextRef="#ctx0" brushRef="#br0" timeOffset="81206.6447">21332 3274 0,'0'0'0,"0"0"0,0 0 0,0 0 0,0 0 16,-25 0-16,25 0 0,0 0 0,0 0 0,0 0 16,0 0-16,0-25 0,0 25 0,0 0 0,0 0 0,0 0 15,0 0-15,0 0 0,0 0 0,0 0 0,0 0 16,0 0-16,0 0 0,0 0 0,0 0 0,0 0 0,0 0 15,0 0-15,0 0 0,0 0 0,0 0 0</inkml:trace>
  <inkml:trace contextRef="#ctx0" brushRef="#br0" timeOffset="82246.7042">24011 2927 0,'0'0'0,"0"0"0,0 0 0,0 0 0,0 0 0,0 0 16,0 0-16,0 0 0,0 0 0,0 0 0,0 0 15,0 0-15,0 0 0,0 0 0,0 0 0,0 0 0,0 0 16,0 0-16,0 0 0,0 0 0,0 0 0,0 0 15,0 0-15,0 0 0,0 0 0,0 0 0,0 0 16,0 0-16,0 0 0,0 0 0,0 0 0,0 0 0,0 0 16,0 0-16,0 25 0,0-25 0,0 0 0,0 0 15,0 0-15,0 25 0,0-25 0,25 0 0,-25 0 0,0 0 16,0 24-16,0-24 0,0 25 0,0-25 0,25 0 0,-25 25 15,0-25-15,0 25 0,0 0 0,0-25 16,0 24-16,0 1 0,0-25 0,0 25 0,0 0 0,0 0 16,0-1-16,-25-24 0,25 25 0,0 0 0,0 0 0,0 0 15,-25-25-15,25 24 0,0 1 0,0 0 0,-25-25 16,25 25-16,0 0 0,-25-25 0,25 24 0,-24 1 15,24-25-15,0 25 0,-25-25 0,25 0 0,0 25 0,-25-25 16,25 25-16,0-25 0,-25 0 0,25 0 0,0 24 16,0-24-16,-25 0 0,25 0 0,0 0 0,0 0 15,-25 25-15,25-25 0,0 0 0,0 0 0,0 0 0,0 0 16,-24 0-16,24 0 0,0 0 0,0 0 0,0 0 0,0 0 15,0 0-15,0 0 0,0 0 0,0 0 0,0 0 16,0 0-16,0 0 0,0 0 0,0 0 0,0-25 16,24 25-16,-24 0 0,0-24 0</inkml:trace>
  <inkml:trace contextRef="#ctx0" brushRef="#br0" timeOffset="83303.7647">24482 2828 0,'0'0'0,"0"0"0,0 0 0,0 0 16,0 0-16,0 0 0,0 0 0,0 0 0,0 0 15,0 0-15,0 0 0,0 0 0,0 0 0,0 0 16,0 0-16,0 0 0,0 0 0,0 0 0,0 0 0,0 0 16,0 0-16,0 0 0,0 0 0,0 0 0,0 0 15,0 0-15,0 0 0,0 0 0,0 25 0,0-25 16,0 0-16,0 0 0,0 0 0,25 0 0,-25 24 0,0-24 15,0 0-15,0 0 0,0 25 0,0-25 0,0 0 16,0 25-16,0-25 0,0 0 0,-25 25 0,25-25 0,0 0 16,0 25-16,0-25 0,0 0 0,0 0 0,0 24 15,0-24-15,0 0 0,-25 25 0,25-25 0,0 25 0,0-25 16,0 25-16,0-25 0,0 0 0,0 25 0,0-25 15,0 24-15,0-24 0,0 0 0,0 0 0,0 25 16,0-25-16,0 0 0,0 0 0,0 25 0,0-25 0,0 0 16,0 0-16,0 0 0,0 25 0,0-25 0,0 0 15,0 0-15,0 0 0,0 25 0,0-25 0,0 0 16,0 0-16,25 0 0,-25 0 0,0 24 0,0-24 0,0 0 15,0 0-15,0 0 0,0 0 0,25 0 0,-25 0 16,0 0-16,0 0 0,0 0 0,0 0 0,0 0 0,0 0 16,0 0-16,25 0 0,-25 0 0,0 0 0,0 0 15,0 0-15,0 0 0,0 0 0,0 0 0,0 0 0,0 0 16,0 0-16,0 0 0,0 0 0,0 0 0,0 0 15,0 0-15,0 0 0,0 0 0,0 0 0,0 0 16,0 0-16,0 0 0,-25 0 0,25 0 0,0 0 0,0 0 16,0 0-16,0 0 0,0 0 0,0 0 0,0 0 15,0 0-15,-25 0 0,25 0 0,0 25 0,0-25 0,0 0 16,0 0-16,-25 0 0,25 0 0,0 0 0,0 0 15,0 25-15,0-25 0,-24 0 0,24 0 0,0 25 0,0-25 16,0 0-16,0 0 0,0 25 0,0-25 0,0 0 16,-25 24-16,25-24 0,0 0 0,0 25 0,0-25 15,0 25-15,0-25 0,0 0 0,0 25 0,0-25 0,-25 25 16,25-25-16,0 24 0,0-24 0,0 0 0,0 25 15,0-25-15,0 25 0,0-25 0,0 25 0,0-25 0,0 25 16,0-25-16,0 0 0,0 24 0,0-24 0,0 25 16,0-25-16,0 0 0,0 25 0,0-25 0,0 0 15,0 25-15,-25-25 0,25 0 0,0 0 0,0 25 0,0-25 16,0 0-16,0 25 0,-25-25 0,25 0 0,0 0 15,0 24-15,0-24 0,-24 0 0,24 25 0,0-25 0,0 0 16,0 0-16,-25 0 0,25 25 0,0-25 0,0 0 16,-25 0-16,25 0 0,0 0 0,0 0 0,-25 0 15,25 0-15,0 0 0,0 0 0,-25 0 0,25 0 0,0 0 16,-24 0-16,24 0 0,-25-25 0,25 25 0,0 0 15,-25 0-15,25-25 0</inkml:trace>
  <inkml:trace contextRef="#ctx0" brushRef="#br0" timeOffset="85440.8869">5507 4490 0,'0'0'15,"0"0"-15,0 0 0,0 0 0,0 0 0,0 0 16,0 0-16,0-25 0,0 25 0,0 0 0,0 0 0,0 0 16,0 0-16,0 0 0,0 0 0,0 0 0,0 0 15,-25 0-15,25 0 0,0 0 0,0 0 0,0 0 0,0 0 16,0 0-16,0 0 0,0 25 0,0-25 0,0 0 15,0 0-15,0 0 0,-25 0 0,25 0 0,0 24 0,0-24 16,0 0-16,-25 25 0,25-25 0,0 0 0,-25 25 16,25-25-16,0 25 0,-24-25 0,24 25 0,0-25 15,-25 0-15,25 24 0,0-24 0,-25 25 0,25-25 0,-25 25 16,25-25-16,0 25 0,-25-25 0,25 0 0,-24 25 15,24-25-15,0 24 0,0-24 0,-25 0 0,25 0 16,0 25-16,-25-25 0,25 0 0,0 0 0,0 25 0,0-25 16,-25 0-16,25 0 0,0 25 0,0-25 0,0 0 15,-25 0-15,25 0 0,0 0 0,0 25 0,0-25 0,0 0 16,0 0-16,0 0 0,-24 0 0,24 0 0,0 0 15,0 25-15,0-25 0,0 0 0,0 0 0,-25 0 0,25 0 16,0 0-16,0 0 0,0 0 0,0 0 0,0 0 16,0 0-16,0 0 0</inkml:trace>
  <inkml:trace contextRef="#ctx0" brushRef="#br0" timeOffset="86196.9302">5259 4465 0,'0'-25'0,"0"25"0,0 0 16,0 0-16,0 0 0,0 0 0,0 0 0,0 0 15,0-25-15,0 25 0,0 0 0,0 0 0,24 0 0,-24 0 16,0 0-16,0 0 0,0 0 0,0 0 0,25 25 15,-25-25-15,0 0 0,0 0 0,0 0 0,0 25 0,0-25 16,0 0-16,25 25 0,-25-25 0,0 24 0,0-24 16,0 0-16,0 25 0,0-25 0,0 25 0,0-25 0,0 25 15,0 0-15,0-25 0,0 24 0,25-24 0,-25 25 16,0 0-16,0-25 0,0 25 0,0-25 0,0 25 15,0-25-15,0 24 0,0-24 0,0 25 0,0-25 0,0 25 16,0-25-16,0 0 0,25 25 0,-25-25 0,0 0 16,0 0-16,0 25 0,0-25 0,0 0 0,24 0 15,-24 0-15,0 0 0,0 25 0,0-25 0,25 0 0,-25 0 16,0 0-16,0 0 0,25 0 0,-25 0 0,0 0 15,0 0-15,25 0 0,-25 0 0,0 0 0,25 0 0,-25 0 16,0 0-16,0 0 0,24 0 0,-24 0 0,0 0 16,0 0-16,25 0 0,-25 0 0,0 0 0,0 0 15,25 0-15,-25 0 0,0-25 0,0 25 0,25 0 0,-25 0 16,0 0-16,25-25 0,-25 25 0,0 0 0,0 0 15,24 0-15,-24-25 0,0 25 0,0 0 0,25-25 0,-25 25 16,0 0-16,0 0 0,0 0 0,0-25 0,0 25 16,0 0-16,0 0 0,0-24 0,0 24 0,0 0 0,0-25 15,0 25-15,0 0 0,0-25 0,0 25 0,0 0 16,-25-25-16,25 25 0,0 0 0,0 0 0,0-25 15,0 25-15,-24 0 0,24 0 0,0 0 0,0 0 0,0-24 16,0 24-16,-25 0 0,25 0 0,0 0 0,0 0 16,0 0-16,0 0 0,0 0 0,0 24 0,-25-24 0,25 0 15,0 0-15,0 0 0,0 25 0,0-25 0,0 0 16,0 25-16,0-25 0,0 0 0,0 25 0,0-25 15,0 25-15,0-25 0,0 24 0,0-24 0,0 25 0,0-25 16,0 0-16,0 25 0,0-25 0,0 25 0,0-25 16,0 0-16,25 25 0,-25-25 0,0 0 0,0 25 0,0-25 15,25 0-15,-25 24 0,0-24 0,0 0 0,0 0 16,24 0-16,-24 25 0,0-25 0,0 0 0,25 0 0,-25 0 15,0 0-15,25 0 0,-25 0 0,0 25 0,25-25 16,-25 0-16,0 0 0,25 0 0,-25 0 0,0 0 0,24 0 16,-24 0-16,0 0 0,25 0 0,-25 0 0,0 0 15,0 0-15,25 0 0,-25 0 0,25 0 0,-25 0 16,0 0-16,25-25 0,-25 25 0,0 0 0,25 0 0,-25-25 15,0 25-15,24-24 0,-24 24 0,0 0 0</inkml:trace>
  <inkml:trace contextRef="#ctx0" brushRef="#br0" timeOffset="86485.9467">6102 4390 0,'0'0'15,"0"0"-15,0 0 0,0 0 0,-25 0 0,25 0 0,0 0 0,0 0 16,0 25-16,0-25 0,0 0 0,0 0 0,0 25 15,0-25-15,0 25 0,0-25 0,0 0 0,0 25 16,0-25-16,0 24 0,-25 1 0,25-25 0,0 25 0,0 0 16,0-25-16,0 25 0,0-1 0,0-24 0,0 25 15,0 0-15,0-25 0,0 25 0,0-25 0,0 25 16,0-25-16,0 24 0,0 1 0,0-25 0,0 25 0,-24-25 15,24 0-15,0 25 0,0-25 0,0 25 0,0-25 16,0 0-16,0 0 0,0 25 0,0-25 0,-25 0 16,25 0-16,0 0 0,0 24 0,0-24 0,0 0 0,0 0 15,0 0-15,-25 0 0,25 0 0,0 0 0,0-24 0,0 24 16,-25 0-16</inkml:trace>
  <inkml:trace contextRef="#ctx0" brushRef="#br0" timeOffset="86645.9558">5904 4762 0,'0'0'15,"0"0"-15,0 0 0,0 0 0,0 0 0,0 0 0,0 0 16,0 0-16,0 0 0,0 0 0,0 0 0,0 0 15,24 0-15,-24-24 0,0 24 0,0 0 0,25 0 0,-25 0 16,0 0-16,25-25 0,-25 25 0,0 0 0,25 0 16,-25 0-16,25 0 0,-25-25 0,24 25 0,-24 0 15,0-25-15,25 25 0,-25 0 0,25 0 0,-25-25 0,0 25 16,0 0-16,25-24 0,-25 24 0</inkml:trace>
  <inkml:trace contextRef="#ctx0" brushRef="#br0" timeOffset="86877.9691">6052 4167 0,'0'0'0,"0"0"0,0 0 0,0-25 0,0 25 0,0 0 16,0 0-16,-24 0 0,24 0 0,0 0 0,0 0 15,0 0-15,0 0 0,0 0 0,0 0 0,0 25 16,0-25-16,-25 0 0,25 0 0,0 25 0,0-25 0,0 25 16,0 0-16,0-25 0,-25 24 0,25 1 0,0-25 15,0 25-15,0 0 0,-25-25 0,25 25 0,0-1 0,0-24 16,0 25-16,0-25 0</inkml:trace>
  <inkml:trace contextRef="#ctx0" brushRef="#br0" timeOffset="87463.0026">7367 4490 0,'0'0'0,"0"-25"15,0 25-15,-25 0 0,25 0 0,0 0 0,0 0 0,0-25 16,-25 25-16,25 0 0,0 0 0,-24 0 0,24 0 15,0 0-15,0 0 0,-25 0 0,25 0 0,0 0 0,0 0 16,-25 0-16,25 0 0,0 0 0,0 0 0,-25 0 16,25 0-16,0 0 0,0 25 0,-25-25 0,25 0 0,0 0 15,0 25-15,-24-25 0,24 0 0,0 24 0,0-24 16,0 0-16,0 25 0,-25-25 0,25 25 0,0-25 15,0 0-15,0 25 0,0-25 0,0 25 0,0-25 0,0 24 16,0-24-16,0 25 0,0-25 0,0 25 0,0-25 16,0 25-16,0-25 0,25 25 0,-25-25 0,0 24 0,0-24 15,0 0-15,24 25 0,-24-25 0,0 0 0,0 0 16,25 25-16,-25-25 0,0 0 0,25 0 0,-25 25 15,0-25-15,25 0 0,-25 0 0,25 0 0,-25 0 0,0 0 16,24 0-16,-24 0 0,25 0 0,-25 0 0</inkml:trace>
  <inkml:trace contextRef="#ctx0" brushRef="#br0" timeOffset="87783.0209">7417 4887 0,'0'0'15,"0"0"-15,0 0 0,0 0 0,0 0 0,0 0 16,0 0-16,0 0 0,0 0 0,0-25 0,24 25 0,-24 0 15,0 0-15,0 0 0,25 0 0,-25-25 0,0 25 16,0 0-16,25 0 0,-25-25 0,0 25 0,0 0 16,25-25-16,-25 25 0,0 0 0,25 0 0,-25-25 0,0 25 15,0 0-15,0-24 0,0 24 0,24 0 0,-24 0 16,0 0-16,0 0 0,0-25 0,0 25 0,0 0 15,0 0-15,0 0 0,0 0 0,0 0 0,0 0 0,0 0 16,0 0-16,0 25 0,0-25 0,0 0 0,0 0 16,0 0-16,0 24 0,0-24 0,-24 0 0,24 25 0,0-25 15,0 25-15,0-25 0,0 25 0,0-25 0,0 25 16,-25 0-16,25-25 0,0 24 0,0-24 0,0 25 15,0-25-15,0 25 0,0-25 0,0 25 0,0-25 0,0 25 16,0-25-16,0 0 0,25 0 0,-25 24 0,0-24 16,0 0-16,0 0 0,0 0 0</inkml:trace>
  <inkml:trace contextRef="#ctx0" brushRef="#br0" timeOffset="88982.0895">8086 4539 0,'0'0'16,"0"0"-16,0-25 0,0 25 0,0 0 0,0 0 15,0 0-15,0 0 0,0 0 0,0 0 0,0 0 0,0 0 16,0 0-16,0 0 0,0 0 0,0 0 0,0 0 16,0 0-16,0 0 0,0 0 0,0 0 0,0 0 15,0 0-15,0 0 0,0 0 0,0 0 0,0 25 0,-24-25 16,24 0-16,0 25 0,0-25 0,0 25 0,0-25 15,0 25-15,0-1 0,-25-24 0,25 25 0,0 0 0,0-25 16,0 25-16,0 0 0,0-25 0,-25 24 0,25 1 16,0-25-16,0 25 0,0 0 0,0-25 0,0 25 15,0-25-15,0 0 0,0 25 0,0-25 0,25 0 0,-25 24 16,0-24-16,0 0 0,0 0 0,0 0 0,0 25 15,0-25-15,0 0 0,25 0 0,-25 0 0,0 0 0,0 0 16,0 0-16,0 0 0,24 0 0,-24 0 0,0 0 16,0 0-16,25 0 0,-25 0 0,0-25 0,25 25 15,-25 0-15,0 0 0,25-24 0,-25 24 0,0 0 0,25-25 16,-25 25-16,24 0 0,-24-25 0,0 25 0,25-25 15,-25 25-15,25-25 0,-25 25 0,0-25 0,0 25 0,25-24 16,-25 24-16,0-25 0,0 0 0,0 25 0,0-25 16,25 25-16,-25 0 0,0-25 0,0 25 0,0-24 0,0 24 15,0 0-15,0-25 0,0 25 0,0 0 0,0 0 16,0 0-16,0-25 0,0 25 0,0 0 0,0 0 15,0 0-15,0 0 0,0 0 0,0 0 0,0 0 0,0 0 16,0 0-16,-25 0 0,25 0 0,0 0 0,0 0 16,0 0-16,0 0 0,0 0 0,0 0 0,0 0 15,0 25-15,0-25 0,0 25 0,0-25 0,0 24 0,0 1 16,0-25-16,0 25 0,0 0 0,-25-25 0,25 25 15,0-1-15,0-24 0,0 25 0,0 0 0,0-25 0,0 25 16,0-25-16,0 25 0,0-25 0,0 25 0,0-25 16,0 24-16,0-24 0,0 0 0,0 25 0,0-25 0,25 0 15,-25 25-15,0-25 0,0 0 0,0 0 0,0 0 16,0 0-16,0 0 0</inkml:trace>
  <inkml:trace contextRef="#ctx0" brushRef="#br0" timeOffset="89351.1106">8334 5110 0,'0'0'0,"0"0"0,0 25 0,0-25 0,0 0 15,0 0-15,0 0 0,0 0 0,0 0 0,0-25 0,25 25 16,-25 0-16,0 0 0,0 0 0,0 0 0,0 0 0,0 0 15,0-25-15,0 25 0,0 0 0,25 0 0,-25-25 16,0 25-16,0 0 0,0-25 0,0 25 0,0 0 16,25-24-16,-25 24 0,0 0 0,0-25 0,0 25 0,0-25 15,0 25-15,0 0 0,0-25 0,0 25 0,25 0 16,-25 0-16,0-25 0,0 25 0,0 0 0,0 0 0,0 0 15,0-24-15,0 24 0,0 0 0,0 0 0,0 0 16,0 0-16,0 0 0,0 0 0,0 0 0,0 24 16,0-24-16,0 0 0,0 0 0,0 25 0,0-25 0,0 0 15,0 25-15,0 0 0,0-25 0,0 25 0,0-25 0,0 24 16,-25 1-16,25-25 0,0 25 0,0 0 0,0-25 15,0 25-15,0-25 0,0 24 0,0 1 0,0-25 16,0 0-16,0 25 0,0-25 0,0 25 0,0-25 0,0 0 16,0 0-16,0 0 0,0 0 0,0 0 0,0 0 15</inkml:trace>
  <inkml:trace contextRef="#ctx0" brushRef="#br0" timeOffset="89839.1385">9103 4837 0,'0'0'0,"0"0"0,0 0 16,0 0-16,0 0 0,0 0 0,0 0 0,0 0 16,0 0-16,0 0 0,0 0 0,0 0 0,25 0 0,-25 0 15,0 0-15,0 0 0,0 0 0,25-25 0,-25 25 16,25 0-16,-25 0 0,0 0 0,25 0 0,-25 0 15,24 0-15,-24 0 0,25 0 0,-25 0 0,25 0 0,-25 0 16,25 0-16,-25 0 0,25 0 0,-25 0 0,0 0 16,24 0-16,-24 0 0,0 0 0,0 0 0,25 0 0,-25-25 15,0 25-15,0 0 0,0 0 0,0 0 0,-25 0 16,25 0-16</inkml:trace>
  <inkml:trace contextRef="#ctx0" brushRef="#br0" timeOffset="90051.1506">9277 4663 0,'-25'0'0,"25"0"16,0 0-16,0 0 0,0 0 0,0 0 0,0 0 16,0 0-16,0 25 0,0-25 0,0 0 0,0 0 0,0 25 15,0-25-15,0 25 0,0-25 0,0 24 0,0-24 0,0 25 16,0-25-16,0 25 0,0 0 0,0-25 0,0 25 15,0-25-15,0 25 0,0-25 0,0 24 0,0-24 16,0 25-16,0-25 0,0 25 0,0-25 0,0 0 16,0 25-16,0-25 0,0 0 0,0 25 0,0-25 0</inkml:trace>
  <inkml:trace contextRef="#ctx0" brushRef="#br0" timeOffset="90500.1763">10046 4638 0,'-25'-24'0,"25"24"16,0 0-16,0-25 0,0 25 0,0 0 0,-25 0 15,25-25-15,0 25 0,0 0 0,-25 0 0,25 0 16,0 0-16,0 0 0,-24 0 0,24 0 0,0 0 0,0 0 15,0 0-15,-25 0 0,25 0 0,0 0 0,0 0 0,-25 0 16,25 25-16,0-25 0,-25 0 0,25 25 0,0-25 16,0 24-16,0-24 0,-25 25 0,25-25 0,0 25 15,0 0 16,-24 124 63,24-124-94,0-25 0,0 0 0,24 24 0,-24-24 0,0 0 0,0 25 0,25-25 0,-25 0 0,25 0 0,-25 25 0,0-25 0,25 0 0,-25 0 0,25 0 0,-25 0 0,0 0 0,24 0 0,-24 0 0,25 0 0,-25 0 0,0 0 0,25-25 0</inkml:trace>
  <inkml:trace contextRef="#ctx0" brushRef="#br0" timeOffset="90834.1954">10096 4911 0,'0'0'0,"0"-24"0,0 24 16,0 0-16,0 0 0,0 0 0,0 0 0,0 0 16,0 0-16,0 0 0,0 0 0,0 0 0,0 0 0,0 0 15,24 0-15,-24 0 0,0-25 0,0 25 0,0 0 16,25 0-16,-25 0 0,0 0 0,0 0 0,0 0 15,25 0-15,-25 25 0,0-25 0,0 0 0,0 0 0,0 0 16,0 0-16,0 24 0,0-24 0,0 0 0,0 0 16,0 0-16,0 25 0,0-25 0,0 0 0,0 25 15,0-25-15,-25 0 0,25 25 0,0-25 0,0 25 0,-25-25 16,25 24-16,0-24 0,-24 0 0,24 25 0,0-25 15,0 0-15,-25 25 0,25-25 0,0 0 0,0 0 0,0 25 16,0-25-16,-25 0 0,25 0 0,0 0 0,0 25 16,0-25-16,0 0 0,0 0 0,0 0 0,0 0 0,0 0 15,0 0-15,0 0 0,0 0 0,0 0 0,25 0 16,-25 0-16,0 0 0,0 0 0,0 0 0,25 0 15,-25 0-15,0 0 0,24 0 0,-24 0 0,25 0 0,-25 0 16,25 0-16,-25 0 0,25 0 0,-25 0 0,25 0 0,-1 0 16,-24 0-16,25-25 0,-25 25 0,25 0 0,-25 0 15</inkml:trace>
  <inkml:trace contextRef="#ctx0" brushRef="#br0" timeOffset="91869.2546">10666 4564 0,'0'0'0,"0"0"0,0 0 0,0 0 0,0 0 0,0 0 16,0 0-16,0 0 0,0 0 0,0 0 0,0 0 16,0 0-16,0 0 0,0 0 0,0 0 0,0 0 0,0 0 15,0 0-15,0 0 0,0 0 0,0 0 0,0 0 16,-25 25-16,25-25 0,0 0 0,0 25 0,0-25 0,0 24 15,0-24-15,0 25 0,-25-25 0,25 25 0,0 0 16,0-25-16,0 25 0,0-25 0,-24 24 0,24 1 16,0-25-16,0 25 0,0 0 0,0-25 0,0 25 0,0-25 15,0 25-15,0-25 0,0 24 0,0-24 0,0 0 16,24 25-16,-24-25 0,0 0 0,0 0 0,0 0 15,0 25-15,25-25 0,-25 0 0,0 0 0,0 0 0,25 0 16,-25 0-16,0 0 0,0 0 0,25 0 0,-25 0 16,0 0-16,25 0 0,-25 0 0,0 0 0,24 0 0,-24-25 15,0 25-15,25 0 0,-25 0 0,25-25 0,-25 25 16,0 0-16,25-24 0,-25 24 0,0-25 0,25 25 15,-25-25-15,0 25 0,0 0 0,24-25 0,-24 0 0,0 25 16,0-25-16,25 25 0,-25-24 0,0 24 0,0-25 16,0 0-16,0 25 0,0-25 0,0 25 0,0 0 0,0-25 15,0 25-15,0 0 0,0-24 0,0 24 0,0 0 16,0 0-16,0 0 0,0 0 0,0 0 0,0 0 15,0 0-15,0 0 0,0 0 0,0 0 78,0 0-78,-25 0 0,25 0 0,0 24 0,0-24 0,0 0 0,0 0 0,0 25 0,0-25 16,0 25-16,0-25 0,-24 25 0,24-25 0,0 25 0,0-25 0,0 24 0,0-24 0,0 25 0,0 0 0,0-25 0,0 25 0,0-25 0,0 25 0,0-25 0,0 25 0,-25-25 0,25 24 0,0-24 0,0 25 0,0-25 0,25 25 0,-25-25 0,0 0 0,0 25 16,0-25-16,0 0 0,0 25 0,0-25 0,0 0 0,0 0 15,0 24-15,0-24 0,0 0 0,0 0 0,24 0 16,-24 0-16,0 0 0</inkml:trace>
  <inkml:trace contextRef="#ctx0" brushRef="#br0" timeOffset="92278.278">10988 5110 0,'0'-25'0,"0"25"0,0 0 0,0 0 0,0 0 0,0 0 15,0 0-15,0 0 0,0 0 0,0 0 0,0 0 16,0 0-16,0 0 0,0 0 0,0 0 0,0-25 0,0 25 15,0 0-15,0 0 0,25 0 0,-25 0 0,0 0 16,0 0-16,0 0 0,0 0 0,0 25 0,25-25 16,-25 0-16,0 0 0,0 0 0,0 0 0,0 0 0,0 0 15,0 25-15,0-25 0,0 0 0,0 0 0,0 25 16,0-25-16,0 0 0,0 0 0,0 24 0,0-24 15,0 0-15,0 25 0,0-25 0,-25 0 0,25 25 0,0-25 16,0 0-16,0 25 0,-25-25 0,25 0 0,0 25 16,0-25-16,-24 0 0,24 24 0,0-24 0,0 0 0,0 0 15,0 0-15,-25 25 0,25-25 0,0 0 0,0 0 16,0 0-16,0 0 0,0 0 0,0 0 0,25 0 0,-25 0 15,0 25-15,0-25 0,0 0 0,0 0 0,0 0 16,0 0-16,24 0 0,-24 0 0,0 0 0,25 0 0,-25 0 16,25-25-16,-25 25 0,25 0 0,0 0 0,-25 0 15,24 0-15,-24 0 0,25 0 0,0 0 0,-25 0 16,25 0-16,0 0 0,0 0 0,-25 0 0,24 0 0,1 0 15,-25 0-15,25 0 0,0-25 0</inkml:trace>
  <inkml:trace contextRef="#ctx0" brushRef="#br0" timeOffset="92804.3081">11981 4862 0,'0'0'0,"0"0"0,0 0 0,0 0 0,24 0 15,-24 0-15,0 0 0,0 0 0,0 0 0,0 0 16,25 0-16,-25 0 0,0 0 0,0 0 0,25 25 0,-25-25 15,25 0-15,-25 0 0,25 0 0,-25 0 0,24 0 16,-24 0-16,25 0 0,-25 0 0,25 0 0,-25 0 16,25 0-16,-25 0 0,0 0 0,25 0 0,-25 0 0,0 24 15,0-24-15,0 0 0,25 0 0,-25 0 0,0-24 16,0 24-16,0 0 0</inkml:trace>
  <inkml:trace contextRef="#ctx0" brushRef="#br0" timeOffset="93035.3213">12129 4762 0,'0'0'0,"0"0"0,0 0 0,0 0 0,0 0 0,0 0 15,0 0-15,0 0 0,0 0 0,0 25 0,0-25 16,0 0-16,0 0 0,0 25 0,0-25 0,0 0 0,0 25 15,0-25-15,0 25 0,-24-25 0,24 25 0,0-25 16,0 24-16,0-24 0,0 25 0,0 0 0,0-25 0,0 25 16,0-25-16,0 25 0,0-1 0,0-24 0,0 25 15,0-25-15,0 25 0,0-25 0,0 25 0,0-25 16,0 25-16</inkml:trace>
  <inkml:trace contextRef="#ctx0" brushRef="#br0" timeOffset="93654.3567">13320 4638 0,'0'0'0,"0"0"0,0-24 0,0 24 15,0 0-15,0 0 0,0 0 0,0-25 0,0 25 0,0 0 16,-25 0-16,25 0 0,0 0 0,0-25 0,0 25 16,0 0-16,-24 0 0,24 0 0,0 0 0,0 0 0,-25 0 15,25 0-15,0 0 0,0 0 0,-25 0 0,25 0 16,0 0-16,-25 0 0,25 0 0,0 25 0,-25-25 0,25 0 15,0 25-15,0-25 0,-25 24 0,25-24 0,0 25 16,-24-25-16,24 25 0,0-25 0,-25 25 0,25 0 16,0-25-16,0 24 0,-25 1 0,25-25 0,0 25 0,0 0 15,0-25-15,0 25 0,0-25 0,0 25 0,0-25 16,25 24-16,-25-24 0,0 25 0,0-25 0,25 25 0,-25-25 15,0 0-15,24 0 0,-24 25 0,25-25 0,-25 0 16,0 0-16,25 0 0,-25 0 0,25 0 0,-25 0 16,25 0-16,-25 0 0,25 0 0,-25 0 0,24 0 0,-24 0 15,25 0-15,-25 0 0,25 0 0,-25 0 0</inkml:trace>
  <inkml:trace contextRef="#ctx0" brushRef="#br0" timeOffset="94150.3851">13494 4986 0,'0'0'15,"0"0"-15,0 0 0,0 0 0,0 0 0,0 0 16,0 0-16,0-25 0,0 25 0,0 0 0,0 0 0,0 0 15,0 0-15,25 0 0,-25 0 0,0 0 0,0 0 0,0 0 16,24 0-16,-24 0 0,0 0 0,0 0 0,0 0 16,25 0-16,-25 0 0,0 0 0,0 0 0,0 25 15,0-25-15,0 0 0,0 0 0,0 0 0,0 0 0,0 25 16,0-25-16,-25 0 0,25 0 0,0 24 0,0-24 15,-24 0-15,24 25 0,0-25 78,0 0-78,-25 25 0,25-25 0,0 0 0,0 0 16,-25 0-16,25 25 0,0-25 0,0 0 0,0 0 0,0 0 0,-25 0 0,25 0 0,25 25 78,-25-25-78,25 0 0,-25 0 0,0 24 0,0-24 0,0 0 0,0 0 0,25 0 0,-25 0 0,0 25 0,0-25 0,0 0 0,0 0 0,24 25 0,-24-25 0,0 0 0,0 25 0,0-25 0,0 0 0,0 0 0,0 25 16,-24-25-16,24 0 0,0 0 0,0 24 0,0-24 0,0 0 0,-25 0 0,25 25 0,0-25 0,-25 0 0,25 0 0,0 0 0,-25 0 0,25 0 0,-25 25 0,25-25 0,0 0 0,-24 0 0,24 0 15,0 0-15,0 0 0,-25 0 0,25 0 0,0 0 0,0 0 16,0-25-16,-25 25 0,25 0 0,0 0 0,0 0 0,0-25 15,25 25-15,-25 0 0,0 0 0</inkml:trace>
  <inkml:trace contextRef="#ctx0" brushRef="#br0" timeOffset="94991.4332">14015 4564 0,'0'0'0,"0"0"0,-25-25 15,25 25-15,0 0 0,0 0 0,0 0 0,0 0 16,0 0-16,0 0 0,0 0 0,0 0 0,0 0 15,0 0-15,0 0 0,0 0 0,0 0 0,0 0 16,0 0-16,0 0 0,0 0 0,0 0 0,0 0 0,0 0 16,0 0-16,0 0 0,0 25 0,0-25 0,0 0 0,0 0 15,0 25-15,0-25 0,0 25 0,-25-25 0,25 24 16,0-24-16,0 25 0,0-25 0,0 25 0,0-25 15,0 25-15,0 0 0,-25-25 0,25 24 0,0 1 0,0-25 16,0 25-16,0-25 0,0 25 0,0-25 0,0 25 16,0-25-16,0 25 0,0-25 0,0 24 0,25-24 0,-25 0 15,0 25-15,0-25 0,0 0 0,0 0 0,0 25 16,0-25-16,25 0 0,-25 0 0,0 0 0,0 0 0,0 0 15,25 25-15,-25-25 0,0 0 0,0 0 0,0 0 16,24 0-16,-24 0 0,0 0 0,0 0 0,25-25 16,-25 25-16,0 0 0,0 0 0,25-25 0,-25 25 0,0-25 15,25 25-15,-25 0 0,0-24 0,25 24 0,-25-25 16,0 25-16,0-25 0,24 25 0,-24-25 0,0 25 15,0-25-15,25 25 0,-25-25 0,0 25 0,0-24 0,0 24 16,0-25-16,0 0 0,25 25 0,-25-25 0,0 25 16,0 0-16,0-25 0,0 25 0,0 0 0,0-24 0,0 24 15,0 0-15,0 0 0,0 0 0,0 0 0,0 0 16,0 0-16,0 0 0,0 0 0,0 0 0,0 0 0,0 0 15,0 0-15,0 0 0,0 0 0,0 0 0,0 0 16,0 0-16,0 0 0,0 24 0,0-24 0,0 0 16,0 25-16,0-25 0,0 0 0,0 25 0,-25-25 0,25 25 15,0-25-15,0 25 0,0-1 0,0-24 0,0 0 16,0 25-16,0-25 0,0 25 0,0-25 0,0 25 0,0-25 15,0 0-15,-25 25 0,25-25 0,0 0 0,0 25 16,0-25-16,0 0 0,0 24 0,0-24 0,0 0 16,0 0-16,0 0 0,0 25 0,0-25 0,0 0 0,0 0 15,0 0-15,0 0 0,0 0 0,0 0 0,0 0 16,0 0-16,0 25 0,0-25 0</inkml:trace>
  <inkml:trace contextRef="#ctx0" brushRef="#br0" timeOffset="95550.4651">14337 5011 0,'0'0'0,"0"0"15,0 0-15,0 0 0,0 0 0,0 0 0,0 0 16,0 0-16,0-25 0,0 25 0,0 0 0,0 0 0,0 0 15,25 0-15,-25 0 0,0 0 0,0 0 0,0 0 16,25 0-16,-25 0 0,0 0 0,0 0 0,25 0 16,-25 0-16,0 0 0,0 25 0,0-25 0,0 0 0,0 0 15,0 0-15,0 0 0,0 0 0,24 0 0,-24 24 16,-24-24-16,24 0 0,0 0 0,0 0 0,0 25 0,0-25 15,0 0-15,-25 0 0,25 25 0,0-25 0,0 0 16,-25 0-16,25 0 0,0 25 0,0-25 0,-25 0 0,25 0 16,0 0-16,0 25 0,0-25 0,-25 0 0,25 0 15,0 0-15,0 0 0,0 0 0,0 0 0,0 0 0,0 0 16,0 0-16,0 0 0,25 24 0,-25-24 0,0 0 15,0 0-15,0 0 0,0 0 0,25 0 0,-25 0 16,0 0-16,25 0 0,-25 0 0,0 0 0,25 25 0,-25-25 16,0 0-16,24 0 0,-24 0 0,0 25 0,0-25 15,25 0-15,-25 0 0,0 25 0,0-25 0,0 0 16,0 0-16,0 25 0,0-25 0,0 0 0,0 0 0,0 0 15,0 24-15,0-24 0,0 0 0,0 0 0,-25 0 16,25 0-16,0 25 0,-24-25 0,24 0 0,0 0 0,-25 0 16,25 0-16,0 0 0,-25 25 0,25-25 0,-25 0 15,25 0-15,0 0 0,-25 0 0,25 0 0,0 0 16,-25 0-16,25-25 0,0 25 0,-24 0 0,24 0 0,0 0 15,0-25-15,0 25 0</inkml:trace>
  <inkml:trace contextRef="#ctx0" brushRef="#br0" timeOffset="95943.4876">15329 4911 0,'0'0'0,"0"0"0,0 0 0,0 0 15,0 0-15,0 0 0,0 0 0,0 0 0,0 0 0,0-24 16,0 24-16,25 0 0,-25 0 0,0 0 0,0 0 15,25 0-15,-25 0 0,25 0 0,-25 0 0,25 0 16,-25 0-16,24 0 0,-24 24 0,25-24 0,0 0 0,-25 0 16,25 0-16,-25 0 0,25 0 0,-1 0 0,-24 0 0,0 0 15,25 0-15,-25 0 0,25 0 0,-25 0 0,0 0 16,0 0-16,25 0 0,-25 0 0,0 0 0,0 0 15,0 0-15,0-24 0,-25 24 0</inkml:trace>
  <inkml:trace contextRef="#ctx0" brushRef="#br0" timeOffset="96127.4981">15503 4762 0,'0'0'0,"0"0"0,0 0 0,0 0 0,0 0 0,0 0 0,0 0 0,0 0 0,0 25 0,0-25 0,0 0 0,0 0 0,0 0 0,0 25 0,0-25 0,0 25 0,0-25 0,0 25 0,0-25 0,-25 25 0,25-25 16,0 24-16,0-24 0,0 25 0,0 0 0,0-25 15,0 25-15,-25 0 0,25-1 0,0-24 0,0 25 16,-24-25-16,24 25 0,0 0 0,0-25 0,0 25 0,0-25 16,-25 24-16,25-24 0</inkml:trace>
  <inkml:trace contextRef="#ctx0" brushRef="#br0" timeOffset="96635.5272">16669 4638 0,'0'0'15,"0"0"-15,0-24 0,0 24 0,0 0 0,0 0 16,0 0-16,0-25 0,-25 25 0,25 0 0,0 0 16,0 0-16,0 0 0,0 0 0,-25-25 0,25 25 0,0 0 15,0 0-15,0 0 0,0 0 0,0 0 0,-25 25 16,25-25-16,0 0 0,0 0 0,-24 0 0,24 25 0,0-25 15,-25 24-15,25-24 0,0 25 0,0-25 0,-25 25 16,25-25-16,0 25 0,0-25 0,0 25 0,-25-25 16,25 24-16,0-24 0,0 25 0,0-25 0,0 25 0,0-25 15,0 25-15,25-25 0,-25 25 0,0-25 0,0 25 16,0-25-16,0 0 0,25 24 0,-25-24 0,0 0 0,0 25 15,25-25-15,-25 0 0,0 0 0,0 25 0,24-25 16,-24 0-16,0 0 0,25 0 0,-25 0 0,0 25 0,25-25 16,-25 0-16,0 0 0,25 0 0,0 0 0,-25 0 15,24 0-15,-24 0 0,25-25 0,-25 25 0,25 0 16,-25 0-16,25 0 0,-25 0 0,25-25 0,-25 25 0</inkml:trace>
  <inkml:trace contextRef="#ctx0" brushRef="#br0" timeOffset="96968.5463">16917 4887 0,'0'0'0,"0"0"0,0 0 0,0 0 0,0 0 16,0 0-16,0 0 0,0 0 0,-25 0 0,25 0 0,0 0 15,0 0-15,0 0 0,0 0 0,0 0 0,0 0 16,0-25-16,0 25 0,0 0 0,0 0 0,0 0 0,0 25 16,0-25-16,0 0 0,0 0 0,0 0 0,0 0 15,-25 0-15,25 24 0,0-24 0,0 0 0,-25 0 16,25 25-16,0-25 0,0 0 0,-24 0 0,24 0 0,0 25 15,0-25-15,0 0 0,-25 0 0,25 25 0,0-25 16,0 0-16,0 0 0,0 0 0,0 25 0,0-25 0,0 0 16,0 0-16,0 0 0,0 0 0,0 24 0,0-24 15,0 0-15,0 0 0,0 0 0,0 0 0,0 0 0,25 0 16,-25 0-16,0 0 0,0 0 0,24 0 0,-24 25 15,25-25-15,-25 0 0,0 0 0,25 0 0,-25 0 16,25 0-16,-25 0 0,25 0 0,-25-25 0,24 25 0,-24 25 16,25-25-16,-25 0 0,25 0 0,-25 0 0,25 0 15,-25 0-15,0 0 0,0 0 0,25 0 0,-25 0 16,0 0-16,0 0 0,0 0 0,0 0 0,0 0 0,0 0 15,0 0-15,0 0 0,-25 0 0,25 0 0,0 0 16,0 0-16,0 0 0</inkml:trace>
  <inkml:trace contextRef="#ctx0" brushRef="#br0" timeOffset="97165.5575">16966 4961 0,'0'-25'0,"0"25"16,0 0-16,0 0 0,0 0 0,0 0 0,0 0 0,0 0 16,0 0-16,0 0 0,0 0 0,0 25 0,0-25 15,0 0-15,0 0 0,0 25 0,0-25 0,0 25 0,0-25 16,0 0-16,0 24 0,0 1 0,0-25 0,0 25 15,0-25-15,0 25 0,-24-25 0,24 25 0,0-25 16,0 24-16,0-24 0,-25 25 0,25-25 0,0 25 0,-25-25 16,25 0-16,0 25 0,0-25 0,-25 25 0,25-25 0,0 0 15,0 0-15,0 24 0,0-24 0,0 0 0</inkml:trace>
  <inkml:trace contextRef="#ctx0" brushRef="#br0" timeOffset="97856.597">17512 4564 0,'0'0'0,"0"0"16,0 0-16,0-25 0,0 25 0,0 0 0,0 0 0,0 0 15,0 0-15,0 0 0,0 0 0,0 0 0,0 0 0,0 0 16,0 0-16,0 0 0,0 0 0,0 0 0,0 0 16,0 0-16,0 0 0,0 0 0,0 0 0,-25 0 0,25 25 15,0-25-15,0 25 0,0-25 0,0 25 0,0-25 16,0 24-16,0 1 0,0-25 0,-25 25 0,25-25 15,0 25-15,0 0 0,0-25 0,0 24 0,0-24 0,0 25 16,0-25-16,0 25 0,0-25 0,0 25 0,0-25 16,0 0-16,0 25 0,0-25 0,0 0 0,0 0 0,25 25 15,-25-25-15,0 0 0,0 0 0,0 24 0,25-24 16,-25 0-16,0 0 0,25 0 0,-25 0 0,0 0 0,0 0 15,25 0-15,-25 0 0,25 0 0,-25 0 0,0 0 16,24 0-16,-24 0 0,25 0 0,-25-24 0,0 24 16,25 0-16,-25 0 0,25 0 0,-25-25 0,25 25 0,-25 0 15,0-25-15,24 25 0,-24-25 0,0 25 0,0-25 16,0 25-16,0-25 0,25 25 0,-25-24 0,0-1 15,0 25-15,0-25 0,0 25 0,0-25 0,0 0 0,0 25 16,0-24-16,0 24 0,0 0 0,0-25 0,0 25 16,0 0-16,0 0 0,0-25 0,0 25 0,0 0 0,0 0 15,0 0-15,0 0 0,0 0 0,0 0 0,0 25 16,0-25-16,0 0 0,0 25 0,0-25 0,0 0 0,0 24 15,0-24-15,0 25 0,0 0 0,0-25 0,0 25 16,0-25-16,0 25 0,-25-25 0,25 24 0,0-24 16,0 25-16,0-25 0,0 25 0,0-25 0,0 25 0,0-25 15,0 0-15,-24 25 0,24-25 0,0 25 0,0-25 16,0 24-16,0-24 0,0 25 0,0-25 0,0 0 15,0 25-15,0-25 0,0 25 0,0-25 0,0 0 0,0 0 16,0 25-16,0-25 0,0 0 0,0 0 0,0 24 16,0-24-16,24 0 0,-24 0 0,0 0 0,25 0 0,-25 0 15,25 0-15</inkml:trace>
  <inkml:trace contextRef="#ctx0" brushRef="#br0" timeOffset="98236.6188">18008 5035 0,'0'0'0,"0"0"0,0 0 0,0 0 16,0 0-16,0-24 0,0 24 0,0 0 0,0 0 0,0 0 15,0 0-15,0 0 0,0 0 0,0 0 0,0 0 16,0 0-16,0 0 0,0 0 0,0 0 0,0 0 0,0 0 16,0 0-16,0 0 0,0 24 0,0-24 0,0 0 15,0 0-15,-25 0 0,25 0 0,0 0 0,0 25 0,-24-25 16,24 0-16,0 0 0,0 0 0,-25 0 0,25 25 15,0-25-15,0 0 0,-25 0 0,25 0 0,0 25 16,0-25-16,-25 0 0,25 0 0,0 0 0,0 0 0,0 0 16,0 0-16,0 0 0,0 25 0,0-25 0,0 0 15,0 0-15,0 0 0,0 0 0,0 0 0,25 0 16,-25 0-16,0 0 0,0 0 0,0 0 0,0 0 0,25 0 15,-25 0-15,0 0 0,25 0 0,-25 0 0,0 0 16,24 0-16,-24 0 0,25 0 0,-25 0 0,25 0 0,-25 0 16,25 0-16,-25 24 0,25-24 0,-25 0 0,0 0 15,24 0-15,-24 0 0,25 0 0,-25 0 0,0 0 0,25 0 16,-25 0-16,0 0 0,0 0 0,25 0 0,-25 0 15,0 0-15,0 0 0,0 0 0,0 0 0,0 0 16,25 0-16,-25 0 0,0 0 0,0 0 0,0 0 0,0-24 16,0 24-16,0 0 0,0 0 0</inkml:trace>
  <inkml:trace contextRef="#ctx0" brushRef="#br0" timeOffset="98426.6297">18182 5060 0,'0'-25'0,"0"25"0,0 0 16,0 0-16,0 0 0,0 0 0,0 0 0,0-24 0,0 24 16,0 0-16,0 0 0,0 0 0,0 24 0,0-24 15,0 0-15,0 0 0,0 0 0,0 0 0,0 25 0,0-25 16,0 25-16,0-25 0,-25 25 0,25-25 0,0 25 15,0-25-15,0 24 0,0-24 0,0 25 0,0-25 16,0 0-16,0 25 0,0-25 0,0 25 0,-25-25 0,25 0 16,0 25-16,0-25 0,0 24 0,0-24 0,0 0 15,0 0-15,-25 25 0,25-25 0,0 0 0,0 0 0,0 25 16,0-25-16,0 0 0,0 0 0,0 0 0</inkml:trace>
  <inkml:trace contextRef="#ctx0" brushRef="#br0" timeOffset="98998.6624">19273 4862 0,'0'0'0,"0"0"16,0 0-16,0 0 0,0 0 0,0 0 0,0 0 15,0 0-15,0 0 0,0 0 0,0 0 0,0 0 0,0 0 16,0 0-16,0 0 0,0 0 0,0 0 0,25 0 15,-25 0-15,0 0 0,0 0 0,0 0 0,25 0 0,-25 0 16,0 0-16,25 0 0,-25 0 0,0 0 0,24 0 16,-24 0-16,25 0 0,-25 0 0,0 0 0,25 0 15,-25 0-15,25 0 0,-25 0 0,0 0 0,25 0 0,-25 0 16,0 25-16,0-25 0,24 0 0,-24 0 0,0 0 0,0 0 15,0 0-15,0 24 0,0-24 0,25 0 0,-25 0 16,0 0-16,-25 0 0</inkml:trace>
  <inkml:trace contextRef="#ctx0" brushRef="#br0" timeOffset="99228.6755">19273 5085 0,'0'0'0,"0"0"0,-25 25 0,25-25 0,0 0 0,0 0 16,0 0-16,0 0 0,25 0 0,-25 0 0,0 0 0,0 0 15,0 0-15,25 0 0,-25 0 0,0 0 0,25 0 16,-25 0-16,25 0 0,-25 0 0,24 0 0,-24 0 16,25 0-16,-25 0 0,25 0 0,0 0 0,-25 0 15,25 0-15,-25 0 0,24 0 0,1 0 0,-25 0 0,25 0 16,-25 0-16,25 25 0,-25-25 0,25 0 0,-25 0 0,0 0 15,25 0-15,-25 0 0,0 24 0,0-24 0,0 0 16,0 0-16</inkml:trace>
  <inkml:trace contextRef="#ctx0" brushRef="#br0" timeOffset="100048.7224">20563 4638 0,'0'0'0,"0"0"16,0-24-16,0 24 0,0 0 0,0 0 0,-25 0 0,25-25 15,0 25-15,0 0 0,0 0 0,0 0 0,0 0 16,0-25-16,0 25 0,0 0 0,0 0 0,0 0 0,0 0 16,0 0-16,0 0 0,-25 0 0,25 0 0,0 0 15,0 0-15,0 0 0,0 0 0,0 0 0,0 0 0,-24 25 16,24-25-16,0 0 0,0 0 0,0 25 0,-25-25 15,25 0-15,0 24 0,0-24 0,0 0 0,-25 25 16,25-25-16,0 25 0,0-25 0,0 0 0,-25 25 0,25-25 16,0 25-16,0-25 0,0 0 0,0 24 0,0-24 15,0 25-15,0 0 0,0-25 0,0 25 0,0-25 16,0 25-16,0-25 0,0 25 0,0-25 0,0 24 0,0-24 15,0 25-15,0-25 0,0 25 0,25-25 0,-25 25 16,0-25-16,0 25 0,0-25 0,25 24 0,-25-24 0,0 0 16,0 25-16,25-25 0,-25 0 0,0 25 0,0-25 15,24 0-15,-24 0 0,0 25 0,0-25 0,25 0 0,-25 0 16,0 0-16,0 0 0,25 0 0,-25 0 0,0 0 15,0 0-15,25 0 0,-25-25 0,0 25 0,25 0 16,-25 0-16,0-25 0,24 25 0,-24 0 0,25 0 0,-25-25 16,0 25-16,25-24 0,-25 24 0,0 0 0,25-25 15,-25 25-15,0 0 0,25-25 0,-25 25 0,0-25 0,0 25 16,25 0-16,-25-25 0,0 25 0,0 0 0,0-24 15,0 24-15,0-25 0,0 25 0,0 0 0,0-25 16,0 25-16,0-25 0,0 25 0,0-25 0,0 25 0,0-25 16,0 25-16,0 0 0,0-24 0,0 24 0,0-25 15,0 25-15,0 0 0,0-25 0,0 25 0,0 0 0,0-25 16,0 25-16,0 0 0,0-25 0,0 25 0,0 0 15,0 0-15,-25-24 0,25 24 0,0 0 0,0 0 16,0 0-16,0 0 0,0-25 0,0 25 0,-25 0 0,25 0 16,0 0-16,-25 0 0,25 0 0,-25 0 0,25 0 15,-25 25-15,25-25 0,-24 0 0,-1 0 0</inkml:trace>
  <inkml:trace contextRef="#ctx0" brushRef="#br0" timeOffset="103695.931">4242 6226 0,'0'0'16,"0"0"-16,0-25 0,0 25 0,0 0 0,0 0 15,0 0-15,0 0 0,0 0 0,0 0 0,0 0 0,0 0 16,0 0-16,0 0 0,0 0 0,0 0 0,0 0 15,0 0-15,0 0 0,0 0 0,0 0 0,0 0 0,0 0 16,0 0-16,0 0 0,0 0 0,0 0 0,0 25 16,0-25-16,0 0 78,0 0-78,0 0 0,0 25 0,0-25 0,-25 0 0,25 25 0,0-25 0,0 24 0,0-24 0,0 25 0,0-25 0,0 25 0,-25-25 0,25 25 0,0 0 0,0-25 15,0 24-15,0-24 0,-25 25 0,25-25 0,0 25 0,0-25 0,0 0 0,0 25 0,0-25 0,0 0 0,0 25 0,-25-25 0,25 0 0,0 0 0,0 24 0,0-24 0,0 0 0,0 0 0,0 0 0,0 0 16,0 0-16,0 0 0,0 0 0,0 0 0,0 0 0,0 0 15,0 0-15,0 0 0,0 0 0,0 0 0,0-24 16,0 24-16,0 0 0,0 0 0,0 0 0,0-25 16,0 25-16,0 0 0,0 0 0</inkml:trace>
  <inkml:trace contextRef="#ctx0" brushRef="#br0" timeOffset="104055.9516">4242 6226 0,'0'0'0,"0"0"0,24-25 0,-24 25 0,0 0 15,0 0-15,0 0 0,0 0 0,0 0 0,0 0 16,0 0-16,0 0 0,25 25 0,-25-25 0,0 0 15,0 0-15,25 0 0,-25 25 0,0-25 0,25 0 0,-25 0 16,0 25-16,25-25 0,-25 24 0,0-24 0,24 0 0,-24 25 16,0-25-16,25 0 0,-25 25 0,0-25 0,0 25 15,25-25-15,-25 0 0,0 0 0,0 25 0,25-25 0,-25 0 16,0 24-16,0-24 0,0 0 0,0 25 0,0-25 15,0 0-15,0 0 0,0 25 0,0-25 0,0 0 16,0 0-16,0 0 109</inkml:trace>
  <inkml:trace contextRef="#ctx0" brushRef="#br0" timeOffset="104259.9633">4638 6052 0,'0'0'0,"0"0"0,0 0 15,0 0-15,0 0 0,0 0 0,0 0 0,0 0 16,0 0-16,0 0 0,0 0 0,0 0 0,0 25 0,0-25 16,0 0-16,0 0 0,0 25 0,0-25 0,0 25 15,-24-25-15,24 25 0,0-1 0,0-24 0,0 25 0,0 0 16,0-25-16,0 25 0,0 0 0,0-25 0,0 24 15,0-24-15,0 25 0,0 0 0,0-25 0,0 25 0,0-25 16,-25 25-16,25-25 0,0 24 0,0-24 0,0 25 16,0-25-16,0 0 0,0 25 0,0-25 0,0 0 15,0 25-15,0-25 0,0 0 0,0 0 0,0 0 0,0 0 16,0 0-16,0 0 0,0 0 0,0 0 0,0 0 15,0 0-15,0 0 0,0 0 0,0 0 0</inkml:trace>
  <inkml:trace contextRef="#ctx0" brushRef="#br0" timeOffset="105050.0085">4986 6028 0,'0'0'0,"-25"0"16,25-25-16,0 25 0,0 0 0,0 0 0,0 0 0,0 0 15,0 0-15,0 0 0,0 0 0,0 0 0,0 0 16,0 0-16,0 0 0,0 0 0,0 0 0,0 0 0,0 0 15,0 0-15,0 25 0,0-25 0,0 0 0,0 0 16,0 0-16,0 24 0,0-24 0,0 0 0,0 0 16,0 25-16,-25-25 0,25 25 0,0-25 0,0 25 0,0-25 15,0 25-15,0-25 0,0 24 0,0-24 0,-25 25 16,25 0-16,0-25 0,0 25 0,0-25 0,0 25 0,0-1 15,0-24-15,0 25 0,0-25 0,0 25 0,0-25 16,0 0-16,-24 25 0,24-25 0,0 0 0,0 0 16,0 25-16,0-25 0,0 0 0,0 0 0,0 0 0,0 0 15,0 0-15,0 0 0,0 0 0,0 0 0,0 0 16,0 0-16,0 0 0,0 0 0,0 0 0,0 0 15,0 0-15,0 0 0,24 0 110,-24 0-110,0 0 0,0 0 0,0-25 0,25 25 0,-25 0 0,0-25 0,0 25 0,0 0 0,25-25 0,-25 25 0,0-25 0,0 25 0,25 0 0,-25-24 0,0 24 0,25-25 0,-25 25 0,0 0 0,24-25 0,-24 25 0,0 0 0,0-25 0,25 25 15,-25 0-15,0 0 0,0-25 0,25 25 0,-25 0 0,0 0 0,0 0 0,0 0 0,0 0 0,0 0 0,0 25 0,25-25 0,-25 0 0,0 0 0,0 25 0,0-25 0,0 0 0,0 25 0,0-25 16,0 25-16,0-25 0,0 0 0,0 24 0,0-24 15,0 0-15,0 25 0,0-25 0,0 0 0,0 25 16,0-25-16,0 0 0,0 25 0,0-25 0,0 0 0,0 25 16,0-25-16,0 0 0,0 24 0,0-24 0,0 0 15,0 0-15,0 25 0,0-25 0,-25 0 0,25 25 0,0-25 16,0 0-16,0 0 0,25 0 0,-25 25 0,0-25 15,0 0-15,0 0 0,0 0 0,0 0 0,0 0 0,25 0 16,-25 0-16</inkml:trace>
  <inkml:trace contextRef="#ctx0" brushRef="#br0" timeOffset="106002.0629">5482 6226 0,'0'0'0,"0"-25"0,0 25 0,0 0 15,0 0-15,-25-25 0,25 25 0,0 0 0,0 0 0,0 0 16,0 0-16,0-24 0,0 24 0,-25 0 0,25 0 16,0 0-16,0 0 0,0 0 0,0 0 0,0 0 0,0 0 15,0 0-15,-25 0 0,25 0 0,0 0 0,0 24 16,0-24-16,0 0 0,0 0 0,-24 0 0,24 0 15,0 0-15,0 25 0,0-25 0,0 0 0,-25 25 16,25-25-16,0 0 0,0 25 0,0-25 0,-25 0 0,25 25 16,0-25-16,0 0 0,0 24 0,0-24 0,0 25 15,0-25-15,0 0 0,0 25 0,0-25 0,0 0 0,0 25 16,0-25-16,0 0 0,0 25 0,0-25 0,0 0 15,0 0-15,0 24 0,0-24 0,25 0 0,-25 0 0,0 0 16,0 25-16,0-25 0,25 0 0,-25 0 0,0 0 16,0 0-16,0 0 0,24 0 0,-24 0 0,0 0 15,0 0-15,25 0 0,-25 0 0,0 0 0,0 0 0,0 0 16,25 0-16,-25-25 0,0 25 0,0 0 0,25 0 0,-25 0 15,0-24-15,0 24 0,0 0 0,25-25 0,-25 25 16,0 0-16,0-25 0,0 25 0,24 0 0,-24-25 16,0 25-16,0 0 0,0-25 0,0 25 0,0 0 0,0-24 15,0 24-15,0 0 0,0 0 0,25-25 0,-25 25 16,0 0-16,0 0 0,0 0 0,0 0 0,0-25 15,0 25-15,0 0 0,0 0 0,0 0 0,0 0 0,0 0 16,0 0-16,0 0 0,0 0 0,0 25 0,-25-25 16,25 0-16,0 0 0,0 0 0,0 0 0,0 25 0,0-25 15,0 0-15,0 24 0,0-24 0,0 0 0,0 0 16,0 25-16,0-25 0,0 25 0,0-25 0,0 0 15,0 25-15,0-25 0,0 0 0,0 0 0,0 25 0,0-25 16,0 0-16,0 0 0,0 24 0,0-24 0,0 0 16,0 0-16,25 0 0,-25 25 0,0-25 0,0 0 0,0 0 15,0 0-15,0 0 0,0 0 0,25 0 0,-25 0 16,0 0-16,0 0 0,0 0 0,25 0 0,-25 0 0,0-25 15,25 25-15,-25 0 0,0 0 0,24 0 0,-24-24 16,0 24-16,25 0 0,-25 0 0,0-25 0,25 25 16,-25 0-16,0-25 0,0 25 0,0 0 0,25-25 0,-25 25 15,0 0-15,0-25 31,0 25 32,0 0-63,0-24 0,0 24 0,0 0 0,25-25 0,-25 25 0,-25 0 0,25 0 0,0-25 15,0 25-15,0 0 0,0 0 0,0 0 0,0 0 0,0 0 0,0 0 0,0 0 0,0 0 0,0 0 0,0 0 0,0 0 0,0 0 0,0 0 0,0 0 0,0 0 0,0 0 0,0 25 0,0-25 0,0 0 0,0 25 0,0-25 16,0 24-16,0-24 0,0 25 0,0-25 0,-25 25 0,25-25 0,0 25 0,0-25 0,0 25 0,0-25 0,0 24 0,0 1 0,0-25 0,0 25 0,0-25 16,0 25-16,0 0 0,0-25 0,0 24 0,0-24 15,0 25-15,0-25 0,0 25 0,0-25 0,0 25 16,0-25-16,0 25 0,0-25 0,0 24 0,0-24 0,0 0 15,0 25-15,0-25 0,0 0 0,0 25 0,0-25 16,0 0-16,0 0 0,-25 25 0,25-25 0,0 0 16,25 0-16,-25 25 0,0-25 0,0 0 0,0 0 0,0 0 15,0 0-15,0 0 0,0 0 0,0 0 0,-25 0 16,25 0-16,0 0 0,0 0 0,0 0 0,0 0 0,0 0 15,0 0-15,0 0 0,0 0 0,0 0 0,0 0 16,0-25-16,0 25 0,0 0 0,0 0 0,0-25 0,0 25 16,0-25-16</inkml:trace>
  <inkml:trace contextRef="#ctx0" brushRef="#br0" timeOffset="106336.082">5829 6276 0,'0'0'0,"0"-25"16,0 25-16,25 0 0,-25 0 0,0 0 0,0 0 16,0-25-16,0 25 0,0 0 0,25 0 0,-25 0 0,0 0 15,0 0-15,0 0 0,0 0 0,25 0 0,-25 0 16,0 0-16,0 0 0,0 0 0,24 25 0,-24-25 0,0 0 15,0 0-15,0 0 0,0 25 0,25-25 0,-25 0 16,0 0-16,0 24 0,0-24 0,0 0 0,0 25 0,0-25 16,0 0-16,0 25 0,0-25 0,0 0 0,0 25 15,0-25-15,0 0 0,-25 0 0,25 25 0,0-25 16,0 0-16,0 24 0,-24-24 0,24 0 0,0 0 0,0 25 15,-25-25-15,25 0 0,0 0 0,0 25 0,-25-25 0,25 0 16,0 0-16,0 0 0,-25 0 0,25 0 16,0 0-16,-25 0 0,25 0 0,0 0 0,0-25 0,-25 25 15,25 0-15,0 0 0,0-25 0,0 25 0</inkml:trace>
  <inkml:trace contextRef="#ctx0" brushRef="#br0" timeOffset="106572.0955">6028 5829 0,'0'0'0,"0"0"0,0 0 16,0 0-16,0 0 0,0 0 0,0 0 0,0 0 15,0 0-15,0 0 0,0 0 0,0 0 0,0 0 0,0 0 16,-25 25-16,25-25 0,0 25 0,0-25 0,0 25 16,-25-25-16,25 24 0,0-24 0,-25 25 0,25-25 15,0 25-15,-25-25 0,25 25 0,-24 0 0,24-25 0</inkml:trace>
  <inkml:trace contextRef="#ctx0" brushRef="#br0" timeOffset="108320.1955">7714 6226 0,'0'0'0,"0"0"0,0 0 16,0 0-16,0 0 0,-25 0 0,25-25 0,0 25 0,0 0 16,0 0-16,0 0 0,0 0 0,0-25 0,0 25 15,0 0-15,0 0 0,0 0 0,0 0 0,0-24 16,0 24-16,0 0 0,0 0 0,0 0 0,0 0 0,0-25 15,0 25-15,0 0 0,0 0 0,0 0 0,0 0 16,0 0-16,0-25 0,0 25 0,0 0 0,0 0 0,0 0 16,-24 0-16,24 0 0,0 0 0,0 0 0,0 0 15,0 0-15,0 0 0,-25 0 0,25 0 0,0 0 16,0 0-16,0 0 0,-25 0 0,25 0 0,0 0 0,0 0 15,-25 0-15,25 0 0,0 0 0,0 25 0,-25-25 16,25 0-16,0 0 0,0 25 0,-24-25 0,24 0 16,0 24-16,0-24 0,-25 25 0,25-25 0,0 0 0,0 25 15,0-25-15,0 25 0,0-25 0,-25 25 0,25-25 16,0 24-16,0-24 0,25 25 0,-25-25 0,0 25 0,0-25 15,0 0-15,0 25 0,0-25 0,0 0 0,25 25 0,-25-25 16,0 0-16,0 24 0,0-24 0,0 0 0,24 0 16,-24 25-16,0-25 0,0 0 0,0 0 0,25 0 15,-25 0-15,0 0 0,25 0 0,-25 0 0,0 0 16,25 0-16,-25 0 0,0 0 0,25 0 0,-25 0 0,24 0 15,-24 0-15,25-25 0,-25 25 0,0 0 0,25 0 0</inkml:trace>
  <inkml:trace contextRef="#ctx0" brushRef="#br0" timeOffset="108741.2196">7813 6524 0,'0'0'0,"0"0"16,0 24-16,0-24 0,0 0 0,0 0 0,0 0 0,0 0 15,25 0-15,-25 0 0,0 0 0,0-24 0,0 24 16,0 0-16,25 0 0,-25 0 0,0 0 0,0 0 15,0-25-15,25 25 0,-25 0 0,0 0 0,0-25 0,25 25 16,-25 0-16,0 0 0,0-25 0,24 25 0,-24 0 16,0-25-16,0 25 0,0 0 0,0 0 0,25-24 0,-25 24 15,0 0-15,0 0 0,0-25 0,0 25 0,0 0 16,0 0-16,25-25 0,-25 25 0,0 0 0,0 0 0,0 0 15,0-25-15,0 25 0,0 0 0,0 0 0,0 0 16,0 0-16,0 0 0,0 0 0,0 0 0,0 0 16,0 0-16,0 0 0,0 25 0,0-25 0,0 0 0,0 0 15,0 25-15,0-25 0,0 0 0,0 25 0,0-25 16,0 0-16,0 24 0,0-24 0,0 25 0,0-25 15,0 25-15,0-25 0,0 0 0,-25 25 0,25-25 0,0 25 16,0-25-16,0 0 0,0 24 0,0-24 0,0 25 16,0-25-16,0 0 0,0 25 0,0-25 0,0 0 0,0 25 15,0-25-15,0 0 0,0 0 0,0 25 0,0-25 16,0 0-16,0 0 0,0 0 0,0 0 0,0 0 15,0 0-15,0 0 0,0 0 0,25 0 47,-25 0-47,0 0 0</inkml:trace>
  <inkml:trace contextRef="#ctx0" brushRef="#br0" timeOffset="109098.24">8582 6077 0,'0'0'0,"0"-25"0,0 25 0,0 0 15,0 0-15,0 0 0,0 0 0,-24 0 0,24 0 0,0 0 16,0 0-16,0 0 0,0 25 0,-25-25 0,25 0 16,0 0-16,0 0 0,0 25 0,-25-25 0,25 0 0,0 25 15,0-25-15,-25 25 0,25-25 0,0 24 0,0-24 16,0 25-16,-25 0 0,25-25 0,0 25 0,0 0 0,0-25 15,0 24-15,0 1 0,0-25 0,-24 25 0,24 0 16,0-25-16,0 25 0,0-25 0,0 24 0,0 1 0,0-25 16,0 25-16,0-25 0,24 25 0,-24-25 0,0 0 15,0 25-15,25-25 0,-25 24 0,0-24 0,25 0 16,-25 25-16,0-25 0,25 0 0,-25 25 0,0-25 0,25 0 15,-25 0-15,24 0 0,-24 0 0,25 0 0</inkml:trace>
  <inkml:trace contextRef="#ctx0" brushRef="#br0" timeOffset="109716.2754">8781 6524 0,'0'0'16,"0"0"-16,0 0 0,0 0 0,0 0 0,0 0 0,0-25 15,0 25-15,25 0 0,-25 0 0,0 0 0,0 0 16,0-25-16,0 25 0,0 0 0,24 0 0,-24-25 0,0 25 15,0 0-15,25-25 0,-25 25 0,0 0 0,0-24 16,25 24-16,-25 0 0,0-25 0,25 25 0,-25-25 16,0 25-16,0-25 0,0 25 0,0-25 0,0 25 0,25-24 15,-25 24-15,0-25 0,0 25 0,0 0 0,0-25 16,0 25-16,0-25 0,0 25 0,0 0 0,0-25 0,0 25 15,0 0-15,0 0 0,0 0 0,0 0 0,0 0 16,0 0-16,0 0 0,0 0 0,0 0 0,0 0 0,0 0 16,0 25-16,0-25 0,0 0 0,0 0 0,0 25 15,0-25-15,0 0 0,0 25 0,0-25 0,0 25 16,0-25-16,0 24 0,0-24 0,-25 25 0,25-25 0,0 25 15,0-25-15,0 25 0,0-25 0,0 25 0,0-25 16,0 24-16,0-24 0,0 25 0,0-25 0,0 0 16,0 25-16,0-25 0,0 25 0,0-25 0,0 0 0,0 25 15,0-25-15,0 0 0,0 24 0,0-24 0,0 0 16,0 25-16,0-25 0,0 0 0,0 0 0,0 0 0,0 0 15,0 0-15,0 0 0</inkml:trace>
  <inkml:trace contextRef="#ctx0" brushRef="#br0" timeOffset="109941.2883">9079 6474 0,'0'0'0,"0"0"15,0 0-15,0 0 0,0 0 0,0 0 0,0 0 16,0 0-16,0 25 0,0-25 0,0 0 0,0 0 0,0 0 15,0 0-15,0 25 0,0-25 0,0 0 0,0 24 16,0-24-16,0 0 0,0 25 0,0-25 0,0 25 0,0-25 16,0 0-16,0 25 0,0-25 0,0 25 0,0-25 15,-25 0-15,25 24 0,0-24 0,0 0 0,0 0 16,0 0-16,0 25 0,0-25 0,0 0 0,0 0 0</inkml:trace>
  <inkml:trace contextRef="#ctx0" brushRef="#br0" timeOffset="110414.3153">9302 6176 0,'0'0'0,"0"-24"0,0 24 0,0 0 0,0 0 16,0 0-16,0 0 0,0 0 0,0-25 0,0 25 0,0 0 15,0 0-15,0 0 0,25 0 0,-25 0 0,0 0 16,0 0-16,0 0 0,0-25 0,24 25 0,-24 0 0,0 0 16,0 0-16,25 0 0,-25 0 0,0 0 0,0 25 0,0-25 15,0 0-15,25 0 0,-25 0 0,0 0 0,0 25 16,0-25-16,0 0 0,0 0 0,0 24 0,0-24 15,0 0-15,0 25 0,0-25 0,-25 25 0,25-25 16,0 0-16,0 25 0,0-25 0,-25 25 0,25-25 0,0 24 16,0-24-16,0 25 0,-24-25 0,24 25 0,0-25 15,0 25-15,0-25 0,-25 0 0,25 25 0,0-25 0,0 24 16,0-24-16,0 0 0,0 25 0,0-25 0,0 0 15,0 0-15,0 25 0,0-25 0,0 0 0,0 0 16,0 0-16,25 25 0,-25-25 0,0 0 0,0 0 0,0 0 16,24 0-16,-24 0 0,25 0 0,-25 0 0,25 0 0,-25 0 15,25 0-15,-25 0 0,25 0 0,-25 0 0,24 0 16,-24 0-16,25 0 0,-25-25 0,25 25 0,-25 0 15,25 0-15</inkml:trace>
  <inkml:trace contextRef="#ctx0" brushRef="#br0" timeOffset="110616.3269">9624 6449 0,'0'0'15,"0"0"-15,0 0 0,0 0 0,0 0 0,0 0 16,0 0-16,0 0 0,0 0 0,0 0 0,0 0 0,0 0 16,0 0-16,0 0 0,0 25 0,0-25 0,-25 0 0,25 0 15,0 25-15,0-25 0,0 25 0,0-25 0,0 0 16,0 24-16,0-24 0,0 25 0,0-25 0,0 25 15,0-25-15,0 0 0,-24 25 0,24-25 0,0 0 0,0 25 16,0-25-16,0 0 0,0 0 0,0 0 0,0 0 16,0 0-16,0 0 0,0 0 0,0 0 0,0 0 0,0 0 15</inkml:trace>
  <inkml:trace contextRef="#ctx0" brushRef="#br0" timeOffset="111171.3586">9897 6127 0,'0'-25'0,"0"25"0,0 0 0,0 0 0,0 0 0,0 0 15,0 0-15,0-25 0,0 25 0,0 0 0,0 0 16,25 0-16,-25 0 0,0 0 0,0 0 0,25 0 16,-25 0-16,0 0 0,0 0 0,24 0 0,-24 0 0,0 0 15,25 0-15,-25 0 0,0 0 0,0 0 0,0 25 16,0-25-16,0 0 0,0 25 0,0-25 0,0 0 0,0 25 15,0-25-15,0 24 0,-25-24 0,25 25 0,0-25 16,0 0-16,-24 25 0,24-25 0,0 25 0,-25-25 16,25 0-16,0 25 0,0-25 0,0 0 0,-25 24 0,25-24 15,0 0-15,0 0 0,0 0 0,0 25 0,0-25 16,0 0-16,0 0 0,0 0 0,0 0 0,0 0 0,0 0 15,0 0-15,0 25 0,0-25 0,25 0 0,-25 0 16,0 0-16,0 0 0,0 0 0,25 0 0,-25 25 16,0-25-16,24 0 0,-24 0 0,0 0 0,0 25 0,25-25 15,-25 0-15,0 0 0,0 24 0,0-24 141,0 75-141,0-75 0,-25 25 0,25-25 0,0 0 0,0 0 0,-24 0 0,24 0 0,0 0 0,0 0 0,-25 0 0,25 0 0,0 0 15,0 0-15,0 0 0,-25 0 0,25 0 0,0 0 0,0 0 0,0 0 0,0 0 0,0 0 0,25-25 0,-25 25 0,0 0 0,0 0 0,0 0 0</inkml:trace>
  <inkml:trace contextRef="#ctx0" brushRef="#br0" timeOffset="111371.37">10319 6449 0,'0'0'0,"0"0"16,0 0-16,0 0 0,0 0 0,0 0 0,0 0 0,0 0 15,0 0-15,0 0 0,0 0 0,0 0 0,0 0 16,0 25-16,0-25 0,0 0 0,0 0 0,0 25 0,0-25 16,-25 0-16,25 0 0,0 25 0,0-25 0,0 0 15,0 24-15,-25-24 0,25 25 0,0-25 0,0 0 16,0 25-16,0-25 0,0 0 0,0 0 0,-25 25 0,25-25 15,0 0-15,0 0 0,0 0 0,0 0 0,0 0 16,0 0-16,0 0 0,0 0 0</inkml:trace>
  <inkml:trace contextRef="#ctx0" brushRef="#br0" timeOffset="112086.4109">10740 6127 0,'0'0'0,"0"0"0,0 0 16,0 0-16,0-25 0,0 25 0,0 0 0,0 0 15,0 0-15,0 0 0,0 0 0,0 0 0,0 0 16,0 0-16,0 0 0,0 0 0,0 0 0,0 0 0,0 0 15,0 0-15,0 0 0,0 25 0,0-25 0,0 0 16,0 0-16,0 0 0,0 0 0,0 0 0,0 0 0,0 0 16,0 0-16,0 25 0,0-25 0,0 0 0,0 0 0,0 0 15,0 0-15,0 0 0,0 0 0,0 0 0,0 0 16,0 24-16,-24-24 0,24 0 0,0 0 0,0 0 15,0 0-15,0 25 0,0-25 0,0 0 0,0 0 0,0 0 16,0 25-16,0-25 0,-25 0 0,25 0 0,0 0 16,0 0-16,0 25 0,0-25 0,0 0 0,0 0 15,0 0-15,0 25 0,-25-25 0,25 0 0,0 0 0,0 24 16,0-24-16,0 0 0,0 0 0,-25 0 0,25 25 15,0-25-15,0 0 0,0 0 0,0 0 0,0 25 16,0-25-16,0 0 0,-25 0 0,25 0 0,0 0 0,0 25 16,0-25-16,0 0 0,0 0 0,0 0 0,0 0 0,0 0 15,0 0-15,0 0 0,0 0 0,0 0 0,0 0 16,0 0-16,0 0 0,0 0 0,0 0 0,0 0 15,0 0-15,0 0 0,0 0 0,0 0 0,0 0 0,0 0 16,25 0-16,-25 0 0,0 0 0,0 0 0,0 0 16,0 0-16,25 0 0,-25 0 0,0 0 0,0 0 0,25 0 15,-25 0-15,0 0 0,0 0 0,25 0 0,-25 0 16,0 0-16,24 0 0,-24 0 0,0 0 0,0 0 15,25 0-15,-25 0 0,0 0 0,0 0 0,25 0 0,-25 0 16,0 0-16,0 0 0,25 0 0,-25 0 0,0 0 16,0 0-16,0 0 0,25 0 0,-25 0 0,0 0 0,0 0 15,0 0-15,0 0 0,0 0 0,0 0 0,0 0 16,0 0-16,0 0 0,0 0 0,0 0 0,0 0 15,0 0-15,0 0 0,0 0 0,0 0 0,0 0 0,0-25 16,0 25-16,0 0 0,0 0 0,0 0 0,0 0 16,0 0-16,24-25 0</inkml:trace>
  <inkml:trace contextRef="#ctx0" brushRef="#br0" timeOffset="112381.4278">10840 6152 0,'0'0'0,"0"0"0,-25 0 16,25 0-16,0 0 0,0-25 0,0 25 0,0 0 15,0 0-15,0 25 0,0-25 0,0 0 0,0 0 0,0 0 16,0 0-16,0 24 0,0-24 0,0 0 0,0 25 16,0-25-16,0 25 0,0-25 0,0 25 0,0-25 0,0 25 15,0-25-15,0 24 0,0-24 0,0 0 0,0 25 16,0-25-16,0 25 0,0-25 0,0 25 0,0-25 15,-25 0-15,25 25 0,0-25 0,0 24 0,0-24 0,0 25 16,0-25-16,0 0 0,0 25 0,0-25 0,0 0 16,0 0-16,0 25 0,0-25 0,0 0 0,-25 0 0,25 0 15,0 0-15,0 0 0,0 0 0,0 25 0,0-25 16,0 0-16,0 0 0,0 0 0,0 0 0,0 0 0,0-25 15,0 25-15,0 0 0,25 0 0,-25 0 0,0 0 16,0-25-16</inkml:trace>
  <inkml:trace contextRef="#ctx0" brushRef="#br0" timeOffset="112755.4492">11088 5879 0,'0'0'15,"0"25"-15,0-25 0,0 0 0,24 0 0,-24 0 16,0 0-16,0 24 0,25-24 0,-25 0 0,0 25 0,0-25 15,25 25-15,-25-25 0,0 0 0,25 25 0,-25-25 16,0 25-16,0-1 0,25-24 0,-25 25 0,0 0 16,0-25-16,25 25 0,-25 0 0,0-25 0,0 24 0,0 1 15,0 0-15,0-25 0,0 25 0,0 0 0,0-25 16,0 24-16,0 1 0,0-25 0,0 25 0,0-25 0,0 25 15,-25 0-15,25-25 0,0 24 0,0-24 0,-25 0 16,25 25-16,0-25 0,-25 25 0,25-25 0,0 0 0,-25 25 16,25-25-16,0 0 0,-25 25 0,25-25 0,0 0 15,-24 0-15,24 24 0,-25-24 0,25 0 0,0 0 16,0 0-16,-25 0 0,25 0 0,0 0 0,0 0 0,0 25 15,0-25-15</inkml:trace>
  <inkml:trace contextRef="#ctx0" brushRef="#br0" timeOffset="113137.4711">11460 6276 0,'0'0'15,"0"0"-15,0 0 0,0 0 0,0 0 0,0 0 16,25 0-16,-25 0 0,0 0 0,0 0 0,0 0 0,0 0 15,0 0-15,24 0 0,-24 0 0,0 0 0,25 0 16,-25 0-16,0 0 0,25 0 0,-25 0 0,25 0 16,-25 0-16,25 0 0,-25 0 0,0 0 0,24 0 0,-24 0 15,0 0-15,25 0 0,-25 0 0,0 0 0,0 0 16,25 0-16,-25 0 0,0 0 0,0 0 0</inkml:trace>
  <inkml:trace contextRef="#ctx0" brushRef="#br0" timeOffset="113335.4824">11609 6176 0,'0'25'16,"0"-25"-16,0 0 0,0 0 0,0 0 0,0 25 16,0-25-16,0 0 0,0 0 0,0 25 0,0-25 0,0 25 15,-25-25-15,25 24 0,0-24 0,0 25 0,0-25 16,0 25-16,0-25 0,0 25 0,0-25 0,0 25 15,0-25-15,0 24 0,0-24 0,0 25 0,0-25 0,0 25 16,0-25-16,-25 25 0,25-25 0,0 0 0,0 25 0,0-25 16,0 0-16</inkml:trace>
  <inkml:trace contextRef="#ctx0" brushRef="#br0" timeOffset="113815.5098">12179 6251 0,'0'0'0,"-25"0"0,25-25 0,0 25 0,0 0 0,0 0 16,0-25-16,0 25 0,-25 0 0,25 0 0,0 0 0,0 0 16,0 0-16,-24 0 0,24 0 0,0 0 0,0 0 15,0 0-15,0 0 0,-25 0 0,25 0 0,0 25 16,0-25-16,0 0 0,-25 0 0,25 25 0,0-25 0,0 0 15,0 25-15,-25-25 0,25 24 0,0-24 0,0 25 16,0-25-16,0 25 0,0-25 0,0 25 0,0-25 0,-25 25 16,25-25-16,0 24 0,0-24 0,0 25 0,0-25 15,0 25-15,0-25 0,25 0 0,-25 25 78,0-25-78,0 25 0,0-25 0,0 0 0,25 0 0,-25 24 0,0-24 0,0 0 0,25 0 0,-25 25 0,0-25 0,25 0 0,-25 0 0,24 0 0,-24 0 0,0 0 0,25 0 0,-25 0 0,25 0 0,-25 0 0,25 0 0</inkml:trace>
  <inkml:trace contextRef="#ctx0" brushRef="#br0" timeOffset="114192.5314">12278 6598 0,'0'0'0,"0"0"0,0 0 0,0 0 15,0 0-15,-24 0 0,24-25 0,0 25 0,0 0 0,0 0 16,0 0-16,0 0 0,0 0 0,0 0 0,0 0 15,24 0-15,-24 0 0,0 0 0,0 0 0,0-25 16,0 25-16,0 0 0,0 0 0,25 0 0,-25 0 0,0 0 16,0 0-16,0 0 0,0 0 0,0 0 0,0 0 15,0 0-15,0 0 0,0 0 0,25 0 0,-25 0 0,0 0 16,0 25-16,0-25 0,0 0 0,0 0 0,0 0 15,0 0-15,0 25 0,0-25 0,0 0 0,0 0 0,0 25 16,0-25-16,-25 0 0,25 0 0,0 25 0,0-25 16,0 0-16,-25 0 0,25 24 0,0-24 0,-24 0 15,24 0-15,0 25 0,0-25 0,-25 0 0,25 0 0,0 25 16,0-25-16,0 0 0,0 0 0,-25 0 0,25 0 15,0 0-15,0 25 0,0-25 0,0 0 0,0 0 16,0 0-16,0 0 0,0 0 0,0 0 0,0 0 0,25 0 16,-25 0-16,0 0 0,0 0 0,0 0 0,25 0 15,-25 0-15,0 0 0,24 0 0,-24 0 0,25 0 0,-25 0 16,25 0-16,-25 0 0,25 0 0,-25 0 0,25 0 15,-25 0-15,24 0 0,-24 0 0,0 0 0,25 0 0,-25 0 16,25 0-16,-25 0 0,25-25 0,-25 25 0,0 0 16,0 0-16,25 0 0</inkml:trace>
  <inkml:trace contextRef="#ctx0" brushRef="#br0" timeOffset="114659.5581">12824 5978 0,'0'0'0,"-25"-25"0,25 25 0,0 0 0,0 0 16,0 0-16,0 0 0,0 0 0,0 0 0,0 0 15,-25 0-15,25 0 0,0 0 0,0 25 0,0-25 0,0 0 16,-24 0-16,24 25 0,0-25 0,0 0 0,0 25 0,-25-25 15,25 24-15,0-24 0,0 25 0,0 0 0,0-25 16,-25 25-16,25 0 0,0-1 0,0-24 0,0 25 16,0 0-16,0 0 0,0 0 0,0-25 0,0 24 0,0 1 15,0 0-15,0-25 0,0 25 0,0 0 0,0-25 16,0 24-16,0 1 0,25-25 0,-25 25 0,0-25 0,0 25 15,25-25-15,-25 25 0,24-25 0,-24 0 0,25 24 16,-25-24-16,25 0 0,-25 0 0,25 25 0,0-25 0,-25 0 16,24 0-16</inkml:trace>
  <inkml:trace contextRef="#ctx0" brushRef="#br0" timeOffset="116004.6351">13072 6152 0,'0'0'0,"0"0"0,0 0 0,0 0 0,0 0 15,0 0-15,0 0 0,0 0 0,0 0 0,0 0 16,0 0-16,0 0 0,0 0 0,0 0 0,0 0 0,-25 0 15,25-25-15,0 25 0,0 0 0,0 25 0,0-25 16,0 0-16,0 0 0,0 0 0,-25 0 0,25 0 0,0 24 16,0-24-16,0 0 0,-24 25 0,24-25 0,0 0 15,0 25-15,0-25 0,-25 25 0,25-25 0,0 25 16,0-25-16,0 24 0,-25-24 0,25 25 0,0-25 0,0 25 15,0 0-15,0-25 0,0 0 0,0 25 0,0-25 16,0 24-16,0-24 0,0 25 0,25-25 0,-25 0 16,0 0-16,0 25 0,0-25 0,0 0 0,25 0 0,-25 25 15,0-25-15,0 0 0,24 0 0,-24 0 0,0 0 16,0 0-16,25 0 0,-25 0 0,0 0 0,25 0 0,-25 0 15,25-25-15,-25 25 0,0 0 0,25 0 0,-25-25 16,0 25-16,24 0 0,-24-25 0,25 25 0,-25 0 0,0-24 16,0 24-16,25-25 0,-25 25 0,0-25 0,0 25 15,25-25-15,-25 25 0,0-25 0,0 25 0,0-24 0,0-1 16,0 25-16,0-25 0,0 25 0,0-25 0,0 0 15,0 25-15,0-24 0,0 24 0,0-25 0,0 25 16,0 0-16,0-25 0,0 25 0,0 0 0,-25 0 0,25-25 16,0 25-16,0 0 0,0 0 0,0 0 0,0 0 15,0 0-15,0 0 0,-25 0 0,25 0 0,0 0 16,0 0-16,0 0 0,0 0 0,0 0 0,-25 0 0,25 0 15,0 0-15,0 25 0,0-25 0,0 0 0,0 0 16,-24 0-16,24 25 0,0-25 0,0 0 0,0 0 0,0 25 16,0-25-16,0 0 0,0 0 0,0 24 0,0-24 15,0 0-15,24 0 0,-24 25 0</inkml:trace>
  <inkml:trace contextRef="#ctx0" brushRef="#br0" timeOffset="116280.6508">13494 6449 0,'0'0'0,"0"0"0,0 0 0,0 0 0,0 25 0,0-25 16,0 0-16,0 0 0,0 0 0,0 0 0,0 25 15,-25-25-15,25 0 0,0 0 0,0 25 0,0-25 16,0 0-16,0 24 0,0-24 0,0 0 0,-25 25 0,25-25 16,0 25-16,0-25 0,0 25 0,0-25 0,0 0 15,-25 25-15,25-25 0,0 24 0,0-24 0,0 0 0,0 25 16,-24-25-16,24 0 0,0 25 0,0-25 0,0 0 15,0 0-15,0 0 0,0 0 0,0 0 0,0 0 0,0 0 16,0 0-16</inkml:trace>
  <inkml:trace contextRef="#ctx0" brushRef="#br0" timeOffset="117191.703">13841 6176 0,'0'0'0,"0"0"0,0 0 16,0 0-16,0 0 0,0 0 0,0 0 0,0 0 16,0 0-16,25-24 0,-25 24 0,0 0 0,0 0 15,0 0-15,0 0 0,0 0 0,0 0 0,0 0 0,0 0 16,25 0-16,-25 0 0,0 0 0,0 0 0,0 0 0,0 0 15,0 0-15,0 0 0,0 0 0,0 0 0,24-25 16,-24 25-16,0 0 0,0 0 0,0 0 0,0 0 0,0 0 16,0 25-16,25-25 0,-25 0 0,0 0 0,0 0 15,0 0-15,0 0 0,25 0 0,-25 24 0,0-24 16,0 0-16,0 0 0,0 25 0,0-25 0,0 0 0,0 0 15,0 25-15,0-25 0,0 25 0,0-25 0,0 0 16,0 25-16,0-25 0,0 24 0,-25-24 0,25 25 0,0-25 16,0 0-16,-25 25 0,25-25 0,-24 25 0,24-25 15,0 0-15,-25 25 0,25-25 0,-25 24 0,25-24 16,0 0-16,-25 25 0,25-25 0,0 0 0,-25 25 0,25-25 15,0 0-15,0 0 0,0 25 0,0-25 0,0 0 16,0 0-16,0 0 0,-24 0 0,24 0 0,24 25 0,-24-25 16,0 0-16,0 0 0,0 0 0,0 0 0,0 0 15,0 0-15,0 0 0,0 0 0,25 0 0,-25 0 16,0 0-16,25 0 0,-25 0 0,25 0 0,-25 0 0,0 0 15,25 0-15,-25 0 0,24 0 0,-24 0 0,0 0 16,25 0-16,-25 0 0,0 0 0,25 0 0,-25 0 0,0 0 16,25 0-16,-25 0 0,0 0 0,25 0 0,-25 0 15,0 0-15,24 0 0,-24 0 0,0 0 0,0 0 0,25 0 16,-25 0-16,0 0 0,0 0 0</inkml:trace>
  <inkml:trace contextRef="#ctx0" brushRef="#br0" timeOffset="117439.7171">14114 6548 0,'0'0'16,"0"0"-16,0 0 0,0 0 0,25 0 0,-25 0 15,0 0-15,0 0 0,0 0 0,0 0 0,0 0 0,0 0 16,0 0-16,0 25 0,0-25 0,0 0 0,0 0 15,0 0-15,0 25 0,0-25 0,0 0 0,0 25 16,0-25-16,0 0 0,-25 25 0,25-25 0,0 0 0,0 24 16,0-24-16,0 0 0,-25 25 0,25-25 0,0 0 15,0 25-15,0-25 0,0 0 0,0 0 0,0 0 0,0 25 16,-25-25-16,25 0 0,0 0 0,0 0 0,0 0 15,0 0-15,0 0 0,0 0 0</inkml:trace>
  <inkml:trace contextRef="#ctx0" brushRef="#br0" timeOffset="117961.747">14436 6449 0,'0'0'0,"25"0"0,-25-25 0,0 25 0,0 0 0,0 0 16,25-24-16,-25 24 0,0 0 0,0-25 0,25 25 15,-25 0-15,0-25 0,0 25 0,25-25 0,-25 25 0,0-25 16,0 25-16,0 0 0,24-24 0,-24 24 0,0-25 16,0 25-16,0 0 0,0-25 0,0 25 0,0 0 15,0 0-15,0-25 0,25 25 0,-25 0 0,0 0 0,0 0 16,0 0-16,0 0 0,0 0 0,0-25 0,0 25 15,0 0-15,0 0 0,0 0 0,0 0 0,0 0 0,0 0 16,0 0-16,0 0 0,0 0 0,0 0 0,0 0 16,0 0-16,0 0 0,0 0 0,0 25 0,0-25 15,0 0-15,0 25 0,0-25 0,0 0 0,0 25 0,0-25 16,0 25-16,0-25 0,0 24 0,0-24 0,0 25 15,0-25-15,-25 25 0,25-25 0,0 25 0,0-25 0,0 25 16,0-25-16,0 24 0,0-24 0,0 25 0,0-25 16,-24 75 93,24-75-109,0 0 0,0 24 0,0-24 0,-25 0 0,25 0 0,0 25 0,25-25 0,-25 0 0,0 0 0,0 0 0,0 0 0,0 0 0</inkml:trace>
  <inkml:trace contextRef="#ctx0" brushRef="#br0" timeOffset="118171.759">14808 6573 0,'0'0'0,"0"0"15,0 0-15,0 0 0,0 0 0,0 0 0,0 0 0,0 0 16,0 0-16,0 25 0,0-25 0,0 0 0,0 0 0,0 0 16,0 25-16,0-25 0,0 0 0,-24 25 0,24-25 15,0 0-15,0 24 0,0-24 0,0 0 0,-25 25 16,25-25-16,0 0 0,0 25 0,0-25 0,-25 0 0,25 0 15,0 25-15,0-25 0,0 0 0,-25 0 0,25 25 16,0-25-16,0 0 0,0 0 0,0 0 0,-25 0 0,25 0 16,0 0-16,0 0 0</inkml:trace>
  <inkml:trace contextRef="#ctx0" brushRef="#br0" timeOffset="119216.8188">15180 6127 0,'0'0'0,"0"0"0,0 0 0,25 0 16,-25 0-16,0-25 0,0 25 0,0 0 0,0 0 15,0 0-15,0 0 0,0 0 0,0 0 0,0 0 0,0 0 16,0 0-16,0 0 0,0 0 0,0 0 0,0 0 16,0 25-16,0-25 0,0 0 0,0 0 0,0 0 0,0 0 15,0 0-15,0 25 0,-25-25 0,25 0 0,0 24 16,0-24-16,0 0 0,-24 25 0,24-25 0,0 0 15,0 25-15,-25-25 0,25 0 0,0 25 0,-25-25 0,25 0 16,0 25-16,0-25 0,-25 0 0,25 0 0,0 24 0,0-24 16,-25 0-16,25 0 0,0 0 0,0 25 0,0-25 15,0 0-15,0 0 0,0 0 0,0 0 0,0 0 16,0 0-16,0 0 0,0 0 0,0 0 0,0 25 0,0-25 15,25 0-15,-25 0 0,0 0 0,0 0 0,25 0 16,-25 0-16,0 0 0,0 0 0,25 0 0,-25 0 0,0 0 16,25 0-16,-25 0 0,0 0 0,24 0 0,-24 0 15,0 0-15,25 0 0,-25 0 0,0 0 0,25 0 16,-25 0-16,0 0 0,25 0 0,-25 0 0,0 25 0,25-25 15,-25 0-15,0 0 0,0 0 0,24 0 0,-24 0 16,0 0-16,0 0 0,25 0 0,-25 0 0,0 0 0,0 0 16,0 0-16,0 0 0,25 0 0,-25 0 0,0 0 15,0 0-15,0 0 0,0 0 0,0-25 0,0 25 16,0 0-16,0 0 0,0 0 0</inkml:trace>
  <inkml:trace contextRef="#ctx0" brushRef="#br0" timeOffset="119460.8327">15429 6226 0,'0'0'0,"0"0"16,0 0-16,0 0 0,0 0 0,0 0 0,0 0 15,0 0-15,-25 0 0,25 25 0,0-25 0,0 0 16,0 0-16,0 0 0,0 25 0,0-25 0,0 0 0,-25 24 16,25-24-16,0 0 0,0 25 0,0-25 0,0 25 15,0-25-15,0 25 0,0-25 0,0 25 0,0-25 0,0 0 16,0 24-16,0-24 0,0 25 0,0-25 0,0 0 15,0 25-15,0-25 0,0 0 0,-25 25 0,25-25 0,0 0 16,0 25-16,0-25 0,0 0 0,0 0 0,0 24 16,0-24-16,0 0 0,0 0 0,0 0 0,0 0 15,0 0-15,0 0 0,0 0 0,0 0 0,0 0 0,0 0 16,0-24-16,0 24 0,0 0 0,0 0 0,25 0 15</inkml:trace>
  <inkml:trace contextRef="#ctx0" brushRef="#br0" timeOffset="119810.8528">15726 6003 0,'0'0'0,"0"0"16,0-25-16,0 25 0,0 0 0,0 0 0,0 0 0,0 0 16,0 0-16,25 0 0,-25 0 0,0 0 0,0 25 15,0-25-15,0 0 0,25 0 0,-25 0 0,0 25 0,0-25 16,25 0-16,-25 24 0,0-24 0,24 25 0,-24-25 15,0 25-15,0-25 0,0 25 0,25 0 0,-25-25 0,0 24 16,0 1-16,0-25 0,0 25 0,0 0 0,0-25 16,0 25-16,-25-1 0,25 1 0,0-25 0,0 25 15,0 0-15,-24-25 0,24 25 0,0-1 0,0-24 0,-25 25 16,25-25-16,0 25 0,-25-25 0,25 25 0,-25-25 15,25 0-15,-25 25 0,25-25 0,-24 24 0,24-24 0,-25 0 16,25 0-16,-25 25 0,25-25 0,0 0 0,-25 0 16,25 0-16,-25 0 0,25 0 0</inkml:trace>
  <inkml:trace contextRef="#ctx0" brushRef="#br0" timeOffset="120371.8848">16495 6424 0,'0'0'15,"0"0"-15,-25 0 0,25 0 0,0 0 0,0 0 16,0 0-16,25 0 0,-25 0 0,0 0 0,0 0 0,0 0 16,0 0-16,0-24 0,25 24 0,-25 0 0,0 0 15,25 0-15,-25 0 0,0 0 0,25 0 0,-25 0 0,24 0 16,-24 0-16,25 0 0,-25 0 0,25 0 0,-25 0 15,25 0-15,-25 24 0,25-24 0,-25 0 0,0 0 0,24 0 16,-24 0-16,0 0 0,0 0 0,0 0 0,25 0 16,-25 0-16,0 0 0,0 0 0,0 0 0,-25-24 15,25 24-15,0 0 0,0 0 0</inkml:trace>
  <inkml:trace contextRef="#ctx0" brushRef="#br0" timeOffset="120680.9025">16669 6300 0,'0'0'16,"0"0"-16,0 0 0,0 0 0,0 0 0,0 0 15,0 0-15,0 0 0,0 25 0,0-25 0,0 0 0,0 25 16,0-25-16,0 0 0,0 25 0,0-25 0,0 25 16,0-25-16,0 24 0,-25-24 0,25 25 0,0-25 0,0 25 15,0-25-15,0 25 0,0-25 0,0 25 0,0-1 16,0-24-16,0 0 0,0 25 0,0-25 0,0 25 15,0-25-15,0 25 0,0-25 0,0 0 0,0 0 0,0 25 16</inkml:trace>
  <inkml:trace contextRef="#ctx0" brushRef="#br0" timeOffset="121005.9211">17338 6201 0,'0'0'0,"0"0"16,0 0-16,0-25 0,0 25 0,0 0 0,0 0 0,0-24 16,0 24-16,-24 0 0,24 0 0,0-25 0,0 25 15,0 0-15,0 0 0,0 0 0,0 0 0,0 0 16,0-25-16,0 25 0,0 0 0,0 25 0,0-25 0,0 0 15,-25 0-15,25 0 0,0 0 0,0 25 0,-25-25 16,25 0-16,0 24 0,-25-24 0,25 25 0,0-25 0,-25 25 16,25-25-16,0 25 0,0 0 0,-24-25 0,24 24 15,0-24-15,0 25 0,0-25 0,0 25 0,0-25 16,0 25-16,0-25 0,0 25 0,0-25 0,0 0 15,0 24-15,0-24 0,0 0 0,0 25 0,0-25 0,24 0 16,-24 0-16,0 25 0,0-25 0,25 0 0,-25 0 0,0 0 16,25 0-16,-25 0 0,25 0 0,-25 0 0,25 0 15,-25 0-15,24 0 0,-24 0 0,25 0 0,-25 0 16,25 0-16</inkml:trace>
  <inkml:trace contextRef="#ctx0" brushRef="#br0" timeOffset="121559.9528">17562 6499 0,'0'0'16,"0"0"-16,0 0 0,0 0 0,0 0 0,0 0 0,0 0 16,0 0-16,0 0 0,0-25 0,0 25 0,0 0 15,0 0-15,25 0 0,-25 0 0,0 0 0,0 0 16,0 0-16,24 0 0,-24 0 0,0 0 0,0 0 0,0 0 15,0 0-15,25 0 0,-25 0 0,0 0 0,0 0 16,0 0-16,0 0 0,0 0 0,0 0 0,0 0 0,0 0 16,0 25-16,0-25 0,0 0 0,0 0 0,0 0 15,0 0-15,0 25 0,0-25 0,-25 0 0,25 0 0,0 24 16,0-24-16,0 0 0,-24 0 0,24 0 0,0 25 15,-25-25-15,25 0 0,0 0 0,0 25 0,-25-25 16,25 0-16,0 0 0,0 0 0,0 25 0,0-25 0,-25 0 16,25 0-16,0 0 0,0 0 0,0 0 0,0 0 15,0 0-15,0 0 0,25 0 0,-25 25 78,0-25-78,74 74 78,-74-74-78,0 0 0,0 0 0,0 0 0,0 25 0,0-25 0,0 0 0,0 0 0,-24 0 0,24 0 0,0 0 0,0 0 0,-25 0 0,25 0 0,0 0 0,0 0 0,-25 25 0,25-25 0,0 0 0,-25 0 0,25 0 0,0 0 0,-25 0 0,25 0 0,0 0 0,-25-25 0,25 25 0,0 0 0,0 0 0,0 0 0,0 0 0,0 0 0,0 0 0,0 0 0,0 0 0,0-25 0,0 25 16,0 0-16,25 0 0,-25 0 0</inkml:trace>
  <inkml:trace contextRef="#ctx0" brushRef="#br0" timeOffset="122362.9987">18331 5953 0,'0'0'0,"0"0"0,0 0 0,0 0 15,0 0-15,0-25 0,0 25 0,0 0 0,0 0 0,0 0 16,0 0-16,-25 0 0,25 0 0,0 0 0,0 0 16,0 0-16,0 0 0,0 0 0,0 0 0,0 0 15,0 0-15,0 0 0,0 0 0,0 0 0,0 0 0,0 0 16,0 0-16,0 0 0,0 25 0,0-25 0,-25 0 15,25 0-15,0 0 0,0 25 0,0-25 0,-25 0 0,25 25 16,0-25-16,-25 25 0,25-25 0,0 24 0,-24-24 16,24 25-16,0-25 0,-25 25 0,25-25 0,0 25 0,0-25 15,-25 25-15,25-1 0,0-24 0,0 25 0,0 0 16,0-25-16,-25 25 0,25 0 0,0-25 0,0 24 15,0-24-15,0 25 0,0 0 0,0-25 0,0 25 0,0 0 16,0-25-16,0 24 0,0-24 0,0 25 0,0 0 16,25-25-16,-25 25 0,0-25 0,0 25 0,0-1 0,0-24 15,25 25-15,-25-25 0,0 25 0,0-25 0,25 0 16,-25 25-16,0-25 0,24 25 0,-24-25 0,0 0 0,25 0 15,-25 24-15,0-24 0,25 0 0,-25 0 0,0 0 16</inkml:trace>
  <inkml:trace contextRef="#ctx0" brushRef="#br0" timeOffset="123765.0789">18777 6176 0,'0'0'0,"0"0"0,0 0 0,0 0 15,0 0-15,0 0 0,0 0 0,0 0 0,0 0 0,0 0 16,0 0-16,0 0 0,0 0 0,0 0 0,0 0 15,0 0-15,0 0 0,0 0 0,0 0 0,0 0 0,0 0 16,0 0-16,0 0 0,0 0 0,0 0 0,0 0 16,0 0-16,0 0 0,0 0 0,0 0 0,-25 0 0,25 0 15,0 0-15,0 0 0,0 0 0,-24 25 0,24-25 0,0 0 16,0 25 31,-100 49 31,100-49-78,-24-25 0,24 0 0,0 25 0,0-25 0,-25 0 0,25 25 0,0-25 0,0 0 0,0 0 0,-25 0 0,25 0 0,0 25 0,0-25 0,0 0 0,0 0 0,0 0 0,0 0 0,0 0 0,0 0 0,0 0 0,25 0 0,-25 0 0,0 0 0,0 0 0,0 0 0,0 0 0,25 0 0,-25 24 0,0-24 0,24 0 0,-24 0 0,0 0 0,25 0 0,-25 0 0,25-24 0,-25 24 15,0 0-15,25 0 0,-25 0 0,25 0 0,-25 0 0,0 0 16,24 0-16,-24 0 0,0 0 0,25 0 0,-25 0 15,0 0-15,25 0 0,-25 0 0,25 0 0,-25 0 16,0 0-16,0 0 0,25 0 0,-25 0 0,0 0 0,0 0 16,24 0-16,-24 0 0,0 0 0,0 0 0,0 0 15,0 0-15,0 0 0,0 0 0,0 0 0,0 0 0,0 0 16,0 0-16,0 0 0,0 0 0,0 0 0,25 0 15,-25 0-15,0 0 0,0 0 0,0-25 0,0 25 0</inkml:trace>
  <inkml:trace contextRef="#ctx0" brushRef="#br0" timeOffset="124099.098">18926 6152 0,'0'0'0,"0"0"0,0 0 0,0 0 16,-25 0-16,25 0 0,0 0 0,0 0 0,0 0 0,0 0 15,0 24-15,0-24 0,0 0 0,0 0 0,0 0 0,0 0 16,0 25-16,-25-25 0,25 0 0,0 0 0,0 25 16,0-25-16,0 25 0,0-25 0,0 0 0,0 25 15,0-25-15,0 24 0,-24-24 0,24 0 0,0 25 0,0-25 16,0 25-16,0-25 0,0 25 0,0-25 0,0 0 15,0 25-15,0-25 0,-25 24 0,25-24 0,0 25 0,0-25 16,0 25-16,0-25 0,0 0 0,0 25 0,-25-25 16,25 25-16,0-25 0,0 0 0,0 24 0,0-24 0,0 0 15,0 25-15,0-25 0,0 0 0,0 0 0,0 25 16,0-25-16,0 0 0,-25 0 0,25 0 0,0 0 15,0 0-15,0 0 0,0 0 0,0 0 0,0 0 0,0 0 16,0 0-16,0 0 0,0 0 0,0 0 0,0 0 16,0 0-16,25 0 0</inkml:trace>
  <inkml:trace contextRef="#ctx0" brushRef="#br0" timeOffset="124462.1188">19149 6449 0,'0'0'0,"0"-25"0,0 25 0,0 0 0,0 0 16,0 0-16,0 0 0,0 0 0,0 0 0,0 0 16,25 0-16,-25 0 0,0 0 0,0 25 0,0-25 0,0 0 15,0 0-15,0 0 0,0 0 0,25 0 0,-25 25 16,0-25-16,0 0 0,0 25 0,0-25 0,0 0 15,0 25-15,0-25 0,0 0 0,0 24 0,0-24 0,0 0 16,0 25-16,0-25 0,0 0 0,0 25 0,0-25 16,0 0-16,0 25 0,-25-25 0,25 0 0,0 0 0,0 25 15,-25-25-15,25 0 0,0 0 0,-25 0 0,25 0 16,0 24-16,0-24 0,0 0 0,-24 0 0,24 0 15,0 0-15,0 0 0,0 0 0,0-24 0</inkml:trace>
  <inkml:trace contextRef="#ctx0" brushRef="#br0" timeOffset="124935.1459">19472 6449 0,'0'0'0,"24"0"0,-24 0 0,0-25 0,0 25 0,0 0 15,0 0-15,25-24 0,-25 24 0,0 0 0,0-25 0,25 25 16,-25 0-16,25-25 0,-25 25 0,0-25 15,25 25-15,-25 0 0,0-25 0,25 25 0,-25-24 0,24 24 16,-24-25-16,0 25 0,0-25 0,25 25 0,-25-25 0,0 25 16,25-25-16,-25 25 0,0 0 0,0-24 0,0 24 15,0 0-15,0-25 0,0 25 0,25 0 0,-25 0 0,0 0 16,0 0-16,0 0 0,0 0 0,0 0 0,0-25 15,0 25-15,0 0 0,0 0 0,0 0 0,0 0 16,0 0-16,0 0 0,0 0 47,0 0-47,0 25 47,-25-25-47,25 0 0,0 0 0,0 25 0,0-25 0,0 0 0,0 24 0,0-24 0,0 25 0,0-25 0,0 25 0,0-25 0,-25 25 0,25-25 0,0 25 0,0-25 0,0 24 0,0-24 0,0 25 0,0-25 0,0 25 0,0-25 0,0 25 0,-25-25 0,25 25 0,0-25 0,0 0 0,0 24 0,0-24 0,0 0 0,0 25 0,0-25 0,0 0 15,0 25-15,0-25 0,0 0 0,0 0 0,0 0 0,0 0 16,0 0-16,0 0 0,0 0 0,0 0 0,0 0 15,0 0-15,0 0 0,0 0 0,0 0 0,0 25 0</inkml:trace>
  <inkml:trace contextRef="#ctx0" brushRef="#br0" timeOffset="125200.161">19844 6449 0,'0'0'0,"0"0"0,0 0 16,0 0-16,0 0 0,0 0 0,0 0 0,25 0 15,-25 0-15,0 0 0,0 0 0,0 0 0,0 0 16,0 0-16,0 0 0,0 0 0,0 25 0,0-25 0,0 0 16,0 0-16,0 25 0,0-25 0,0 0 0,0 25 15,0-25-15,0 0 0,-25 24 0,25-24 0,0 0 0,0 25 16,0-25-16,-25 0 0,25 25 0,0-25 0,-25 0 15,25 0-15,0 25 0,-25-25 0,25 0 0,0 0 0,-24 25 16,24-25-16,0 0 0,-25 0 0,25 0 0,0 0 16,0 0-16,0 0 0,0 0 0,0 0 0,0 0 15</inkml:trace>
  <inkml:trace contextRef="#ctx0" brushRef="#br0" timeOffset="125770.1936">20241 6424 0,'0'0'0,"0"-24"0,0 24 0,0 0 0,0 0 16,0 0-16,0 0 0,0 0 0,0 0 0,0-25 16,0 25-16,24 0 0,-24 0 0,0 0 0,0-25 0,0 25 15,0 0-15,25 0 0,-25-25 0,0 25 0,0 0 16,25 0-16,-25-25 0,0 25 0,0 0 0,25 0 15,-25-24-15,0 24 0,25 0 0,-25-25 0,0 25 0,0-25 16,0 25-16,24 0 0,-24-25 0,0 25 0,0-25 16,0 25-16,0 0 0,0-24 0,0 24 0,0 0 0,0 0 15,0-25-15,0 25 0,0 0 0,0 0 0,0 0 16,0 0-16,0 0 0,0 0 0,0 0 0,0 0 0,0 0 15,0 0-15,0 0 0,0 25 0,0-25 0,0 0 16,0 0-16,0 0 0,0 24 0,0-24 0,0 25 16,0-25-16,0 25 0,0-25 0,0 0 0,0 25 0,-24 0 15,24-25-15,0 24 0,0-24 0,0 25 0,0-25 16,0 25-16,0-25 0,-25 25 0,25-25 0,0 0 0,0 25 15,0-25-15,0 24 0,0-24 0,0 0 0,0 25 16,-25-25-16,25 0 0,0 25 0,0-25 0,0 0 16,0 0-16,0 25 0,0-25 0,0 0 0,0 0 0,0 0 15,0 0-15,25 0 0,-25 0 0,0 0 0,0 0 16,0 0-16,25 0 0,-25 0 0</inkml:trace>
  <inkml:trace contextRef="#ctx0" brushRef="#br0" timeOffset="126012.2075">20489 6499 0,'0'0'0,"0"0"16,0 0-16,0 0 0,0 0 0,0 0 0,0 0 0,0 0 16,0 0-16,0 0 0,0 0 0,0 0 0,0 0 15,0 0-15,0 0 0,24 0 0,-24 25 0,0-25 16,0 0-16,0 0 0,0 24 0,0-24 0,0 25 0,-24-25 15,24 25-15,0-25 0,0 0 0,0 25 0,0-25 0,0 25 16,-25-25-16,25 0 0,0 24 0,0-24 0,0 0 16,0 25-16,0-25 0,-25 0 0,25 25 0,0-25 15,0 0-15,0 0 0,0 25 0,0-25 0,-25 0 16,25 0-16,0 0 0,0 0 0,0 0 0,0 0 0,0 0 15</inkml:trace>
  <inkml:trace contextRef="#ctx0" brushRef="#br0" timeOffset="126716.2477">20836 6176 0,'0'0'0,"0"0"0,0-24 15,0 24-15,0 0 0,0 0 0,0 0 0,0-25 0,0 25 16,0 0-16,0 0 0,25 0 0,-25-25 0,0 25 16,0 0-16,0 0 0,25 0 0,-25 0 0,0 0 15,0 0-15,24-25 0,-24 25 0,0 0 0,0 0 16,25 0-16,-25 0 0,0 0 0,25 0 0,-25 0 0,0 0 15,0 0-15,0 0 0,0 0 0,25 25 0,-25-25 0,0 0 16,0 0-16,0 0 0,0 25 0,0-25 0,0 0 16,25 25-16,-25-25 0,-25 0 0,25 24 0,0-24 15,0 25-15,0-25 0,0 25 0,0-25 0,0 25 0,-25-25 16,25 25-16,0-25 0,-25 24 0,25-24 0,0 25 15,-25-25-15,25 25 0,-24-25 0,24 25 0,0-25 0,-25 25 78,25-25-78,-25 0 16,25 24-16,0-24 0,-25 25 0,25-25 0,-25 0 0,25 25 0,0-25 0,0 0 0,-24 25 0,24-25 0,0 0 0,0 25 0,0-25 0,-25 0 0,25 0 0,0 0 0,0 0 0,0 0 0,0 24 0,0-24 0,0 0 0,0 0 0,0 0 0,0 0 0,0 0 0,0 0 0,0 0 0,0 0 0,25 0 0,-25 0 16,0 0-16,0 0 0,0 0 0,0 0 0,24 0 15,-24 0-15,0 0 0,25 0 0,-25 0 0,0 0 0,25 0 16,-25 25-16,25-25 0,-25 0 0,25 0 0,-25 0 15,0 0-15,24 0 0,-24 0 0,25 0 0,-25 0 0,0 0 16,25 0-16,-25 0 0,25 0 0,-25 0 0,0 0 16,0 0-16,25 0 0,-25 0 0,0 0 0,0 0 0,0 0 15,0 0-15,24 0 0,-24 0 0,0 0 16,0 0-16,0-25 0,0 25 0,0 0 0,0 0 0,25 0 15,-25 0-15</inkml:trace>
  <inkml:trace contextRef="#ctx0" brushRef="#br0" timeOffset="127120.2708">21258 5978 0,'0'0'0,"0"0"0,0 0 0,0 0 0,24 0 15,-24 0-15,0 0 0,0-25 0,0 25 0,0 0 16,0 0-16,0 0 0,0 25 0,0-25 0,0 0 0,0 0 15,0 0-15,0 0 0,25 25 0,-25-25 0,0 0 16,0 25-16,0-25 0,0 24 0,25-24 0,-25 25 16,0 0-16,0-25 0,0 25 0,0 0 0,0-1 0,0 1 15,0 0-15,0-25 0,0 25 0,25 0 0,-25-1 16,0 1-16,0 0 0,0-25 0,-25 25 0,25 0 0,0-1 15,0-24-15,0 25 0,0 0 0,-25-25 0,25 25 16,0 0-16,-25-25 0,25 24 0,0-24 0,-24 25 16,24-25-16,-25 25 0,0-25 0,25 25 0,-25-25 0,25 25 15,-25-25-15,1 24 0,24-24 0,-25 0 0,0 0 16,25 25-16,-25-25 0,25 0 0,-25 0 0,25 25 0,0-25 15,-24 0-15,24 0 0,0 0 0,0 0 0,0 0 16</inkml:trace>
  <inkml:trace contextRef="#ctx0" brushRef="#br0" timeOffset="127675.3026">22027 6276 0,'0'0'0,"0"0"16,0 0-16,0 0 0,0 0 0,24 0 0,-24 0 15,0 0-15,0-25 0,0 25 0,0 0 0,25 0 0,-25 0 16,0 0-16,25 0 0,-25 0 0,25 0 0,-25 0 16,25 0-16,-25 0 0,24 0 0,-24 0 0,25 0 0,-25 0 15,25 0-15,-25 0 0,25 0 0,-25 25 0,0-25 16,25 0-16,-25 0 0,24 0 0,-24 0 0,0 0 15,0 0-15,25 0 0,-25 0 0,0 0 0,0-25 0,0 25 16,0 0-16,0 0 0,0 0 0</inkml:trace>
  <inkml:trace contextRef="#ctx0" brushRef="#br0" timeOffset="127881.3144">22275 6127 0,'0'0'0,"0"0"15,0 0-15,0 0 0,0 0 0,0 0 0,0 25 16,0-25-16,0 0 0,0 0 0,-25 0 0,25 24 0,0-24 15,0 0-15,0 25 0,0-25 0,0 25 0,0-25 16,0 25-16,0 0 0,0-25 0,0 24 0,-25-24 16,25 25-16,0-25 0,0 25 0,0 0 0,0-25 0,0 25 15,0-25-15,0 24 0,0-24 0,0 0 0,0 25 16,0-25-16,0 0 0,0 25 0,0-25 0,0 0 0</inkml:trace>
  <inkml:trace contextRef="#ctx0" brushRef="#br0" timeOffset="128541.3521">23366 6077 0,'0'-25'0,"0"25"16,0 0-16,0 0 0,0 0 0,0-24 0,0 24 0,0 0 15,-25 0-15,25 0 0,0 0 0,0-25 0,0 25 16,0 0-16,-25 0 0,25 0 0,0 0 0,0 0 16,0 0-16,-24 0 0,24 25 0,0-25 0,-25 0 0,25 0 15,-25 24-15,25-24 0,0 0 0,-25 25 0,25-25 16,-25 25-16,25 0 0,-24-25 0,24 25 0,0-1 15,-25 1-15,25-25 0,0 25 0,0-25 0,-25 25 0,25-25 16,0 25-16,0-25 0,0 24 0,0-24 0,-25 25 16,25-25-16,0 25 0,0-25 0,25 0 0,-25 25 0,0-25 15,0 0-15,0 25 0,0-25 0,25 0 0,-25 0 16,0 24-16,0-24 0,25 0 0,-25 0 0,24 0 0,-24 0 15,0 0-15,25 0 0,0 0 0,-25 0 0,25 0 16,-25 0-16,25 0 0,-25 0 0,0 0 0,24 0 16,-24-24-16</inkml:trace>
  <inkml:trace contextRef="#ctx0" brushRef="#br0" timeOffset="129025.3798">23416 6449 0,'0'0'0,"24"0"0,-24 0 16,0-25-16,0 25 0,0 0 0,0 0 0,0 0 16,0 0-16,25 0 0,-25 0 0,0 0 0,0 0 0,0 0 15,0 0-15,25 0 0,-25 0 0,0 0 0,0 0 16,25 0-16,-25 0 0,0 0 0,0 0 0,0 0 0,0 0 15,0 0-15,0 0 0,0 25 0,25-25 0,-25 0 16,0 0-16,-25 0 0,25 0 0,0 25 0,0-25 0,0 0 16,0 0-16,-25 0 0,25 25 0,0-25 0,0 0 15,-25 0-15,25 25 0,0-25 0,-25 0 0,25 24 16,0-24-16,-24 0 0,24 0 0,0 25 0,0-25 0,-25 0 15,25 0-15,0 0 0,0 0 0,0 0 0,0 0 16,0 0-16,0 25 0,0-25 0,0 0 0,0 0 16,0 0-16,0 0 0,0 0 0,25 0 0,-25 0 0,0 0 15,0 0-15,24 0 0,-24 0 0,0 0 0,0 0 16,25 0-16,-25 0 0,0 0 0,0 0 0,0 0 0,0 0 15,0 25-15,25-25 0,-25 0 0,0 0 0,0 0 16,0 0-16,0 0 0,0 0 0,0 25 0,0-25 16,0 0-16,0 0 0,-25 0 0,25 0 0,0 24 0,0-24 15,0 0-15,-25 0 0,25 0 0,0 0 0,0 25 16,0-25-16,-24 0 0,24 0 0,0 0 0,-25 0 0,25 0 15,0 0-15,0 0 0,-25 0 0,25 0 0,0 0 0,0 0 16,0 0-16,-25 0 0,25 0 0,0 0 0,0 0 16,0-25-16,0 25 0,0 0 0,0 0 0,25-24 15,-25 24-15</inkml:trace>
  <inkml:trace contextRef="#ctx0" brushRef="#br0" timeOffset="129458.4046">24135 5978 0,'0'0'0,"-25"0"0,25 0 0,0 0 16,0 0-16,0 0 0,-25 0 0,25 0 0,0 0 16,0 0-16,-24 0 0,24 0 0,0 0 0,0 0 15,-25 25-15,25-25 0,0 0 0,-25 25 0,25-25 0,0 0 16,-25 24-16,25 1 0,0-25 0,-25 25 0,25 0 15,0-25-15,-24 25 0,24-1 0,0 1 0,-25 0 0,25-25 16,0 25-16,0 0 0,-25-1 0,25 1 0,0-25 16,0 25-16,0 0 0,0 0 0,0-25 0,0 24 15,0 1-15,0 0 0,0-25 0,0 25 0,0 0 0,25-25 16,-25 24-16,25-24 0,-25 25 0,24-25 0,-24 25 15,25-25-15,-25 25 0,25-25 0,0 0 0,-25 0 0</inkml:trace>
  <inkml:trace contextRef="#ctx0" brushRef="#br0" timeOffset="131004.493">23490 6499 0,'0'0'0,"0"0"0,0 0 15,0 0-15,0 0 0,0 0 0,0 0 0,0 0 16,0 0-16,0 0 0,0 0 0,0 0 0,0 0 0,0 0 16,0 0-16,0 0 0,0 0 0,0 0 0,0 0 0,0 0 15,0 25-15,0-25 0,0 0 0,0 0 0,0 0 16,0 0-16,0 0 0,0 0 0,0 0 0,0 0 15,0 0-15,0 0 0,0 0 0,0 0 0,0 0 0,0 0 16,0 0-16,0 0 0,0 0 0,0 0 0,0 0 16,0 0-16,0 0 0,0 0 0,0 0 0,0 0 0,0 0 15,0 0-15,0 0 0,0 0 0,-25 0 0,25 0 16,0 24-16,0-24 0,0 0 0,-25 0 0,25 0 15,0 0-15,-24 25 0,24-25 0,0 0 0,0 0 16,-25 25-16,25-25 0,0 25 0,-25-25 0,25 0 0,-25 25 16,25-25-16,0 24 0,-25-24 0,25 0 0,0 25 0,-24-25 15,24 25-15,-25-25 0,25 25 0,0-25 0,0 0 16,-25 25-16,25-25 0,0 24 0,0-24 0,0 0 15,0 0-15,-25 25 0,25-25 0,0 0 0,0 0 0,0 25 16,0-25-16,0 0 0,0 0 0,0 0 0,0 0 16,0 0-16,0 0 0,0 0 0,0 0 0,0 0 0,0 25 15,0-25-15,0 0 0,0 0 0,0 0 0,0 0 16,0 0-16,0 0 0,0 0 0,25 0 0,-25 0 0,0 0 15,0-25-15,0 25 0,25 0 0,-25 0 0,0 0 16,25 0-16,-25 0 0,0 0 0,24 0 0,-24 0 16,25 0-16,-25 0 0,0 0 0,25 0 0,-25 0 0,0 0 15,25 0-15,-25 0 0,0 0 0,25 0 0,-25 0 16,0 0-16,24 0 0,-24 0 0,0 0 0,25 0 15,-25 0-15,0 0 0,25 0 0,-25 0 0,0 0 0,25 0 16,-25 0-16,0 0 0,0 0 0,25 0 0,-25 0 16,0 0-16,0 25 0,24-25 0,-24 0 0,0 0 0,0 0 15,25 0-15,-25 0 0,0 0 0,0 0 0,0 0 16,0 0-16,25 0 0,-25 0 0,0 0 0,0 0 0,0 25 15,25-25-15,-25 0 0,0 0 0,0 0 0,25 0 16,-25 0-16,0 0 0,0 0 0,0 0 0,24 0 16,-24 0-16,0 0 0,0 0 0,0 0 0,0 0 0,25 0 15,-25 0-15,0 0 0,0 0 0,0 0 0,0 0 16,0 0-16,0-25 0,0 25 0,0 0 0,0 0 0,0-25 15</inkml:trace>
  <inkml:trace contextRef="#ctx0" brushRef="#br0" timeOffset="131265.5079">23738 6648 0,'0'0'0,"0"0"0,0 0 0,0 0 16,0 0-16,0 0 0,0 0 0,0 0 0,0 0 0,0 0 15,0 0-15,0 0 0,0 0 0,0 24 0,0-24 16,0 0-16,0 0 0,-25 25 0,25-25 0,0 25 0,0-25 15,0 0-15,0 25 0,0 0 0,-25-25 0,25 24 16,0-24-16,0 25 0,0 0 0,0-25 0,-24 25 0,24-25 16,0 25-16,0 0 0,0-25 0,0 24 0,-25 1 15,25-25-15,0 25 0,0 0 0,0-25 0,-25 25 16,25-25-16,0 24 0,0-24 0,0 25 0,0-25 0,-25 0 15,25 25-15,0-25 0,0 0 0,0 25 0,0-25 16,0 0-16,0 0 0,0 0 0,-25 0 0</inkml:trace>
  <inkml:trace contextRef="#ctx0" brushRef="#br0" timeOffset="133268.6225">24333 6375 0,'0'0'0,"0"0"0,0 0 0,0 0 16,0 0-16,0 0 0,0 0 0,0 0 0,0 0 0,0 0 16,0 0-16,0 0 0,0 0 0,0 0 0,0 0 15,0 0-15,0 0 0,0 0 0,0 0 0,0 0 0,0 0 16,0 0-16,0 0 0,0 0 0,0 0 0,0 0 15,0 0-15,0 0 0,0 0 0,0 0 0,0 0 16,0 0-16,0 0 0,0 0 0,0-25 0,0 25 0,0 0 16,25 0-16,-25 0 0,0 0 0,0-25 0,25 25 15,-25 0-15,0-25 0,25 25 0,-25 0 0,0-24 16,25 24-16,-25 0 0,0-25 0,24 25 0,-24-25 0,0 25 15,25-25-15,-25 25 0,0 0 0,0-25 0,25 25 16,-25-24-16,0 24 0,0-25 0,25 25 0,-25 0 0,0-25 16,0 25-16,0 0 0,0 0 0,0-25 0,0 25 0,0 0 15,0 0-15,0 0 0,0 0 0,0-25 0,0 25 16,0 0-16,0 0 0,0 0 0,0 0 0,0 25 15,0-25-15,0 0 0,0 0 0,0 0 0,0 25 0,0-25 16,0 0-16,0 25 0,0-25 0,0 25 0,-25-25 16,25 24-16,0-24 31,0 25-31,0 0 47,-50 74-1,50-99-46,0 25 0,0-25 0,0 25 0,0-25 0,0 0 0,0 0 0,0 25 0,0-25 0,0 0 0,0 0 0,0 0 0,0 24 0,0-24 0,0 0 0,0 0 0,0 0 0,0 0 0,0 0 0,0 0 0,0 0 0,0 0 0,0 0 0,0 0 0,0 0 0,0 0 0</inkml:trace>
  <inkml:trace contextRef="#ctx0" brushRef="#br0" timeOffset="133463.6337">24606 6400 0,'0'0'0,"0"0"0,0 0 0,0 0 15,0 0-15,0 0 0,0 0 0,0 0 0,0 0 16,0 0-16,0 0 0,0 0 0,0 0 0,0 0 16,0 24-16,0-24 0,0 0 0,0 0 0,0 25 0,-25-25 15,25 0-15,0 25 0,0-25 0,0 25 0,0-25 16,0 25-16,0-25 0,-24 24 0,24-24 0,0 25 0,0-25 15,0 0-15,-25 25 0,25-25 0,0 25 0,0-25 16,0 0-16,0 0 0,0 25 0,-25-25 0,25 0 16,0 0-16,0 0 0,0 0 0,0 0 0</inkml:trace>
  <inkml:trace contextRef="#ctx0" brushRef="#br0" timeOffset="134120.6712">25003 6152 0,'0'0'0,"0"0"0,0 0 16,0 0-16,0-25 0,0 25 0,0 0 0,0 0 0,0-25 15,0 25-15,0 0 0,0 0 0,0-25 0,0 25 16,25 0-16,-25 0 0,0 0 0,0-25 0,0 25 0,25 0 16,-25 0-16,0 0 0,0 0 0,25-24 0,-25 24 15,0 0-15,24 0 0,-24 0 0,0 0 0,25 0 16,-25 0-16,0 0 0,0 0 0,0 24 0,0-24 0,0 0 15,0 0-15,0 0 0,0 25 0,0-25 0,0 25 16,0-25-16,0 25 0,0-25 0,-25 25 0,25-25 16,0 24-16,0-24 0,-24 25 0,24-25 0,-25 0 0,25 25 15,0-25-15,-25 25 0,25-25 0,-25 0 0,25 25 16,0-25-16,-25 0 0,25 24 0,0-24 0,-24 0 0,24 0 15,0 25-15,0-25 0,0 0 0,-25 0 0,25 0 16,0 0-16,0 0 0,0 0 0,0 0 0,0 0 16,0 0-16,25 0 0,-25 0 0,0 0 0,0 0 0,24 0 15,-24 0-15,0 0 0,25 0 0,-25 0 0,0 0 16,25 0-16,-25 0 0,0 0 0,0 0 0,25 25 0,-25-25 15,0 0-15,0 0 0,0 0 0,25 25 0,-25-25 16,0 0-16,0 0 0,0 25 0,0-25 0,0 0 0,0 24 16,0-24-16,0 0 0,0 0 0,0 25 0,-25-25 15,25 0-15,0 25 0,0-25 0,0 0 0,0 0 0,-25 0 16,25 25-16,0-25 0,0 0 0,-25 0 0,25 0 15,0 0-15,0 0 0,-25 0 0,25 0 0,0 0 16,0 0-16,0 0 0,-24 0 0,24 0 0,0 0 0,0 0 16,0 0-16,0 0 0,0 0 0,0 0 0,0 0 15,0 0-15,0-25 0,0 25 0,0 0 0,24 0 16,-24 0-16,0-25 0,0 25 0,25 0 0,-25 0 0</inkml:trace>
  <inkml:trace contextRef="#ctx0" brushRef="#br0" timeOffset="134322.6828">25226 6474 0,'0'0'0,"0"0"0,0 0 0,0 25 16,0-25-16,0 0 0,0 0 0,0 0 0,0 0 0,0 0 16,0 0-16,0 25 0,0-25 0,0 0 0,0 0 15,0 24-15,0-24 0,0 0 0,0 25 0,0-25 0,0 0 16,0 25-16,-24-25 0,24 25 0,0-25 0,0 0 15,0 25-15,0-25 0,0 0 0,-25 24 0,25-24 16,0 0-16,0 0 0,0 25 0,0-25 0,0 0 0,0 0 16,0 0-16,0 0 0,0 0 0,0 0 0</inkml:trace>
  <inkml:trace contextRef="#ctx0" brushRef="#br0" timeOffset="134858.7134">25797 6226 0,'0'0'0,"-25"-25"0,25 25 0,0 0 16,0-25-16,0 25 0,0 0 0,0-24 0,-25 24 0,25 0 16,0 0-16,0 0 0,0-25 0,-25 25 0,25 0 15,0 0-15,0 0 0,0 0 0,-24 0 0,24 0 0,0 0 16,0 25-16,0-25 0,0 0 0,-25 0 0,25 24 15,0-24-15,0 0 0,-25 25 0,25-25 0,0 0 0,-25 25 16,25-25-16,0 25 0,-25-25 0,25 25 0,0-1 16,-24-24-16,24 25 0,0 0 0,0-25 0,0 25 15,0-25-15,0 25 0,0-25 0,0 24 0,0-24 0,0 25 16,0-25-16,0 25 0,24-25 0,-24 0 0,0 25 15,0-25-15,25 0 0,-25 0 0,0 0 0,25 0 0,-25 0 16,0 0-16,25 0 0,-25 0 0,0 0 0,25 0 16,-25 0-16,0 0 0,24-25 0,-24 25 0,25 0 15,-25-25-15,25 25 0,-25 0 0,0-25 0,25 25 0,-25 0 16,25-24-16,-25 24 0,0-25 0,24 0 0,-24 25 15,0-25-15,0 25 0,0-25 0,0 1 0,25 24 0,-25-25 16,0 25-16,0-25 0,0 25 0,0-25 0,0 25 16,0 0-16,0-25 0,0 25 0,0 0 0,0 0 15,0 0-15,0 0 0,0 0 0,0 0 0,0 0 0,0 0 16,0 0-16,0 0 0,-25 0 0,25 0 0,0 0 0,0 0 15,0 0-15,0 25 0,0-25 0,-24 0 0,24 0 16,0 25-16,0-25 0,0 0 0,0 0 0,0 25 16,-25-25-16</inkml:trace>
  <inkml:trace contextRef="#ctx0" brushRef="#br0" timeOffset="135100.7273">26020 6524 0,'0'0'0,"0"0"16,0 0-16,0 0 0,0 0 0,0 0 0,0 0 0,0 0 15,0 0-15,0 0 0,0 0 0,0 0 0,0 0 16,0 0-16,0 0 0,-25 0 0,25 0 0,0 24 16,0-24-16,0 0 0,0 25 0,0-25 0,0 25 0,0-25 15,-24 25-15,24-25 0,0 25 0,0-25 0,-25 24 16,25-24-16,0 25 0,-25-25 0,25 25 0,0-25 0,0 25 15,0-25-15,-25 25 0,25-25 0,0 0 0,0 24 16,-25-24-16,25 0 0,0 0 0,0 0 0,0 25 16,0-25-16,0 0 0,0 0 0,0 0 0</inkml:trace>
  <inkml:trace contextRef="#ctx0" brushRef="#br0" timeOffset="135703.7618">26491 6077 0,'0'-25'0,"0"25"0,0 0 16,0 0-16,0-24 0,0 24 0,0 0 0,0 0 15,0 0-15,25-25 0,-25 25 0,0 0 0,0 0 0,0 0 16,25 0-16,-25 0 0,0 0 0,0 0 0,25 0 16,-25 0-16,0 0 0,25 0 0,-25 0 0,0 25 15,0-25-15,24 0 0,-24 0 0,0 0 0,0 24 0,25-24 16,-25 0-16,0 0 0,0 25 0,0-25 0,0 0 15,0 25-15,0-25 0,0 0 0,0 25 0,-25-25 0,25 25 16,0-25-16,0 24 0,-24-24 0,24 25 0,-25-25 16,25 25-16,0-25 0,-25 25 0,25-25 0,-25 25 0,25-25 15,-25 24-15,1-24 0,24 0 0,-25 25 0,25-25 16,0 25-16,-25-25 0,25 25 0,-25-25 0,25 0 15,-25 25-15,25-25 0,0 0 0,0 0 0,-24 24 0,24-24 16,0 0-16,0 0 0,0 0 0,0 25 0,0-25 16,0 0-16,0 0 0,0 0 0,24 0 0,-24 0 0,0 25 15,0-25-15,25 0 0,-25 0 0,0 0 0,0 0 16,25 0-16,-25 25 0,25-25 0,-25 0 0,25 0 0,-25 0 15,0 0-15,24 0 0,-24 0 0,25 0 0,-25 0 16,25 0-16,-25 0 0,25 0 0,-25 0 0,25-25 16,-25 25-16,24 0 0,-24 0 0,25-25 0,0 25 0,-25 0 15,25 0-15</inkml:trace>
  <inkml:trace contextRef="#ctx0" brushRef="#br0" timeOffset="136094.7841">27062 5928 0,'0'0'0,"0"0"0,0 0 0,0 25 0,0-25 0,0 0 16,25 0-16,-25 0 0,0 0 0,0 0 0,0 0 0,25 0 16,-25 25-16,0-25 0,0 0 0,24 25 0,-24-25 15,0 25-15,0-1 0,25-24 0,-25 25 0,0 0 16,0-25-16,0 25 0,0 0 0,25-1 0,-25 1 0,0-25 15,0 25-15,0 0 0,0 0 0,0-1 0,-25-24 16,25 25-16,0 0 0,0 0 0,0-25 0,-25 25 0,25-25 16,-24 24-16,24-24 0,0 25 0,-25-25 0,25 25 15,-25-25-15,25 25 0,-25-25 0,25 0 0,-25 25 0,0-25 16,25 0-16,-24 0 0,24 24 0,-25-24 0,0 0 15,25 0-15,0 25 0,-25-25 0,25 0 0,-25 0 16,25 0-16,0 0 0,-24 0 0,24 0 0,0 0 0,0 0 16,0 0-16,0 0 0,0 0 0,0 0 0,0 0 15,24 0-15,-24 0 0</inkml:trace>
  <inkml:trace contextRef="#ctx0" brushRef="#br0" timeOffset="136407.8021">27707 6325 0,'0'0'0,"0"0"16,0 0-16,0 0 0,0-25 0,0 25 0,25 0 0,-25 0 15,0 0-15,24 0 0,-24 0 0,0 0 0,25 0 16,0 0-16,-25 0 0,25 0 0,-25 0 0,25 25 0,-1-25 15,-24 0-15,25 0 0,-25 0 0,25 0 0,0 0 16,-25 25-16,25-25 0,-25 0 0,24 0 0,-24 0 0,0 0 16,0 0-16,25 25 0,-25-25 0,-25 0 0,25 0 15,0 0-15,0 0 0</inkml:trace>
  <inkml:trace contextRef="#ctx0" brushRef="#br0" timeOffset="136581.812">27608 6573 0,'0'0'0,"0"0"0,-25 0 0,25 0 0,0 0 0,25 0 16,-25 0-16,0 0 0,0 0 0,24 0 15,-24 0-15,0 0 0,25 0 0,-25 0 0,25 0 0,0 0 16,-25 25-16,25-25 0,-1 0 0,-24 0 0,25 0 0,0 0 16,-25 0-16,25 0 0,0 0 0,-1 0 0,-24 0 15,25 0-15,0 0 0,0 0 0,-25 0 0,25 0 16,-25 0-16,24 0 0,1 0 0</inkml:trace>
  <inkml:trace contextRef="#ctx0" brushRef="#br0" timeOffset="137151.8446">28798 6003 0,'0'0'0,"0"0"16,0 0-16,0 0 0,0-25 0,-25 25 0,25 0 15,0 0-15,0 0 0,0 0 0,0 0 0,0 0 0,0 0 16,-24-25-16,24 50 0,0-25 0,0 0 0,-25 0 16,25 0-16,0 0 0,-25 25 0,25-25 0,0 25 15,-25-25-15,25 24 0,0 1 0,-25-25 0,25 25 0,0 0 16,-24-25-16,24 25 0,0-1 0,-25 1 0,25-25 15,0 25-15,0 0 0,-25 0 0,25-1 0,0-24 0,-25 25 16,25 0-16,0-25 0,0 25 0,0 0 0,-25-25 16,25 24-16,0-24 0,0 25 0,0-25 0,0 25 15,0 0-15,0-25 0,0 0 0,0 25 0,0-25 0,0 0 16,0 24-16,25-24 0,-25 0 0,0 0 0,0 0 15,25 25-15,-25-25 0,0 0 0,25 0 0,-25 0 16,25 0-16</inkml:trace>
  <inkml:trace contextRef="#ctx0" brushRef="#br0" timeOffset="137641.8726">29146 6152 0,'0'0'0,"0"-25"0,0 25 0,0 0 0,0 0 16,0 0-16,0 0 0,-25 0 0,25 0 0,0 0 15,0 0-15,0 0 0,0 0 0,0 0 0,0 0 0,0 0 16,-25 0-16,25 0 0,0 0 0,0 0 0,0 25 16,-25-25-16,25 0 0,0 0 0,0 24 0,-25-24 0,25 25 15,0-25-15,-25 25 0,25-25 0,0 25 0,0-25 16,-24 25-16,24-25 0,0 24 0,0-24 0,-25 25 0,25-25 15,0 25-15,0-25 0,0 25 0,0-25 0,0 25 16,0-25-16,0 24 0,0-24 0,0 0 0,0 25 16,0-25-16,0 0 0,0 0 0,25 25 0,-25-25 0,0 0 15,0 0-15,24 0 0,-24 0 0,0 0 0,25 0 16,-25 0-16,25 0 0,-25 0 0,0-25 0,25 25 15,-25 0-15,25 0 0,-25-25 0,0 25 0,25 0 0,-25-24 16,0 24-16,0-25 0,24 25 0,-24-25 0,0 25 16,0-25-16,25 25 0,-25-25 0,0 25 0,0-24 0,0 24 15,0-25-15,0 25 0,0-25 0,0 25 0,0 0 16,0-25-16,0 25 0,0 0 0,0 0 0,0 0 0,0 0 15,0-25-15,0 25 0,0 25 0,0-25 0,0 0 16,0 0-16,0 0 0,0 0 0,0 0 0,0 0 16,0 0-16,0 0 0,0 0 0</inkml:trace>
  <inkml:trace contextRef="#ctx0" brushRef="#br0" timeOffset="137889.8868">29369 6350 0,'0'0'16,"0"0"-16,0 25 0,-25-25 0,25 0 0,0 0 16,0 0-16,0 0 0,0 25 0,0-25 0,0 0 0,0 24 15,0-24-15,0 0 0,0 25 0,-25-25 0,25 0 16,0 25-16,0-25 0,-25 25 0,25-25 0,0 25 15,0-25-15,0 24 0,-24-24 0,24 25 0,0-25 0,0 0 16,-25 25-16,25-25 0,0 0 0,0 25 0,0-25 0,0 0 16,-25 25-16,25-25 0,0 0 0,0 0 0,0 0 15,0 0-15,0 0 0</inkml:trace>
  <inkml:trace contextRef="#ctx0" brushRef="#br0" timeOffset="138422.9173">29840 6152 0,'0'0'0,"0"-25"0,0 25 0,0 0 0,0 0 0,0-25 16,0 25-16,-25 0 0,25 0 0,0 0 0,0 0 16,0 0-16,0 0 0,0 0 0,0 0 0,0 0 15,0 0-15,0 0 0,0 0 0,0 0 0,-25 25 0,25-25 16,0 0-16,-24 25 0,24-25 0,0 24 0,-25-24 15,25 25-15,0-25 0,-25 25 0,25-25 0,0 25 16,0 0-16,-25-25 0,25 24 0,0-24 0,0 25 0,-25-25 16,25 25-16,0-25 0,0 25 0,0-25 0,0 0 15,0 25-15,-24-25 0,24 0 0,24 24 0,-24-24 0,0 0 16,0 0-16,0 0 0,0 0 0,0 0 0,0 0 15,25 0-15,-25 0 0,0 0 0,25 0 0,-25 0 16,0 0-16,25 0 0,-25 0 0,25-24 0,-25 24 94,24 0-94,-24 0 0,0-25 0,25 25 0,-25 0 0,25-25 0,-25 25 31,25-50-31,-25 26 0,25 24 0,-25-25 0,0 0 0,0 25 0,24-25 0,-24 25 0,0-25 0,0 25 0,0-24 0,0 24 0,0 0 0,0-25 0,0 25 0,0 0 0,0 0 47,0-25-47,0 25 0,0 0 0,0 0 0,0 0 0,0 0 0,-24 0 0,24 0 0,0 0 0,0 0 0,0 0 0,0 25 0,0-25 0,-25 0 0,25 0 0,0 0 0,0 0 0,0 0 0,0 0 0</inkml:trace>
  <inkml:trace contextRef="#ctx0" brushRef="#br0" timeOffset="138610.9281">30014 6276 0,'0'0'0,"0"0"15,0 0-15,0 0 0,0 24 0,0-24 0,0 0 16,0 0-16,-25 25 0,25-25 0,0 0 0,0 25 15,0-25-15,-25 0 0,25 25 0,0-25 0,0 25 0,-25-25 16,25 24-16,0-24 0,0 25 0,-25-25 0,25 0 16,0 25-16,0-25 0,-24 0 0,24 25 0,0-25 15,0 0-15,-25 0 0,25 25 0,0-25 0,0 0 0,0 0 16,0 0-16,0 0 0,0 0 0</inkml:trace>
  <inkml:trace contextRef="#ctx0" brushRef="#br0" timeOffset="139154.9592">30535 5978 0,'0'0'0,"0"0"0,-25 0 15,25 0-15,0 0 0,0 0 0,-25 0 0,25 0 16,0 0-16,0 0 0,-25 0 0,25 25 0,0-25 0,-25 0 16,25 0-16,0 25 0,-24-25 0,24 0 0,0 24 15,-25-24-15,25 0 0,0 25 0,-25-25 0,25 25 0,0 0 16,0-25-16,-25 25 0,25-25 0,0 24 0,0 1 15,0-25-15,-25 25 0,25-25 0,0 25 0,0 0 0,0-25 16,0 24-16,0-24 0,0 25 0,0-25 0,0 0 16,0 25-16,0-25 0,0 0 0,0 25 0,25-25 15,-25 0-15,0 0 0,0 25 0,0-25 0,0 0 0,25 0 16,-25 0-16,0 0 0,0 0 0,25 0 0,-25 0 15,0 0-15,25 0 0,-25 0 0,0-25 0,24 25 0,-24 0 16,0 0-16,25-25 0,-25 25 0,0 0 0,25-25 16,-25 25-16,0-25 0,0 25 0,25-24 0,-25-1 0,0 25 15,0-25-15,0 0 0,25 25 0,-25-25 0,0 1 16,0 24-16,0-25 0,0 25 0,0 0 0,0-25 15,0 25-15,0 0 0,0 0 0,0-25 0,0 25 0,0 0 16,0 0-16,0 0 0,0 0 0,0 0 0,0 0 0,0 0 16,-25 0-16,25 0 0,0 0 0,0 25 0,-25-25 15,25 0-15,0 0 0,0 0 0,0 0 0,-25 0 16,25 25-16,0-25 0,0 0 0</inkml:trace>
  <inkml:trace contextRef="#ctx0" brushRef="#br0" timeOffset="139388.9726">30609 6350 0,'0'0'15,"0"0"-15,0 0 0,0 0 0,0 25 0,0-25 0,0 0 16,0 0-16,0 25 0,0-25 0,0 0 0,0 24 0,-25-24 15,25 0-15,0 25 0,0-25 0,0 25 0,-25-25 16,25 25-16,0 0 0,-24-25 0,24 24 0,0-24 0,-25 25 16,25-25-16,0 0 0,-25 25 0,25-25 0,0 0 15,0 25-15,-25-25 0,25 0 0,0 0 0,0 0 16,-25 0-16,25 0 0,0 0 0</inkml:trace>
  <inkml:trace contextRef="#ctx0" brushRef="#br0" timeOffset="139917.0028">31204 6102 0,'0'0'15,"-25"0"-15,25 0 0,0-25 0,0 25 0,0 0 16,0 0-16,0 0 0,0 0 0,0 0 0,0 0 0,-24 0 15,24 0-15,0 0 0,0 0 0,0 0 0,0 0 0,-25 0 16,25 25-16,0-25 0,-25 0 0,25 0 0,0 25 16,-25-25-16,25 25 0,-25-25 0,25 0 0,0 24 15,-24 1-15,24-25 0,-25 25 0,25-25 0,-25 25 0,25 0 16,0-25-16,-25 24 0,25-24 0,0 25 0,0-25 0,-25 25 15,25-25-15,0 25 0,0-25 0,0 25 0,0-25 16,0 24-16,0-24 0,0 25 0,0-25 0,0 0 16,0 25-16,0-25 0,0 0 0,25 0 0,-25 0 0,0 25 15,0-25-15,25 0 0,-25 0 0,25 0 0,-25 0 0,0 0 16,25 0-16,-25 0 0,24-25 0,-24 25 0,25 0 15,-25 0-15,25-25 0,-25 25 0,0 0 0,25-25 16,-25 25-16,0-24 0,25 24 0,-25-25 0,0 25 0,24-25 16,-24 0-16,0 25 0,0-25 0,25 1 0,-25 24 0,0-25 15,0 25-15,0-25 0,0 25 0,0-25 0,0 25 16,0 0-16,0 0 0,0-25 0,0 25 0,0 0 0,0 0 15,0 0-15,0 0 0,0 0 0,0 0 0,0 0 16,0 0-16,0 0 0,0 0 0,-25 0 0,25 0 0,0 25 16,0-25-16,0 0 0,0 0 0,0 0 0,0 0 15,0 0-15,0 0 0</inkml:trace>
  <inkml:trace contextRef="#ctx0" brushRef="#br0" timeOffset="140293.0243">31750 5904 0,'0'0'0,"0"0"0,0 0 0,0 0 0,0 0 16,0 24-16,0-24 0,0 0 0,0 0 0,0 0 0,0 0 15,0 25-15,0-25 0,0 0 0,0 25 0,0-25 16,0 0-16,0 25 0,0-25 0,0 25 0,0-25 0,-25 24 15,25 1-15,0-25 0,0 25 0,0 0 0,-25-25 16,25 25-16,0-1 0,0-24 0,0 25 0,-24 0 16,24-25-16,0 25 0,0 0 0,-25-1 0,25-24 0,-25 25 0,25 0 15,0-25-15,-25 25 0,25 0 0,-25-1 0,25-24 16,-24 25-16,24 0 0,-25-25 0,25 25 0,-25 0 0,0-1 15,25-24-15,-25 25 0,25 0 0,-24-25 0,-1 25 0,0-25 16,25 25-16,-25-25 0,0 0 0,1 24 0,24-24 16,-25 0-16,0 0 0</inkml:trace>
  <inkml:trace contextRef="#ctx0" brushRef="#br0" timeOffset="142555.1537">7689 7417 0,'0'0'0,"0"0"0,0 0 0,0-25 0,0 25 0,0 0 16,0 0-16,-24 0 0,24 0 0,0 0 0,0 0 16,0-25-16,0 25 0,0 0 0,0 0 0,0 0 0,0 0 15,0 0-15,0 0 0,0 0 0,0 0 0,0 0 16,0 0-16,0 0 0,0 0 0,0 0 0,0 0 0,0 0 15,0 0-15,0 0 0,0 0 0,0 0 0,0 0 16,-25 0-16,25 0 0,0 0 0,0 0 0,0 0 16,0 0-16,0 0 0,-25 0 0,25 25 0,0-25 0,-25 0 15,25 25-15,0-25 0,-25 0 0,25 24 0,-24-24 16,24 25-16,0-25 0,-25 25 0,25-25 0,-25 25 0,25 0 15,0-25-15,-25 24 0,25 1 0,0-25 0,-25 25 16,25 0-16,0 0 0,0-25 0,0 24 0,-24 1 0,24 0 16,0-25-16,0 25 0,0 0 0,0-1 0,0-24 15,0 25-15,0-25 0,24 25 0,-24 0 0,0-25 16,0 25-16,0-25 0,0 24 0,25-24 0,-25 25 0,0-25 15,0 25-15,25-25 0,-25 0 0,25 25 0,-25-25 16,25 0-16,-25 0 0,24 0 0,-24 0 0,25 0 16,-25 0-16,25 0 0,-25 0 0</inkml:trace>
  <inkml:trace contextRef="#ctx0" brushRef="#br0" timeOffset="143317.1972">8037 7541 0,'0'0'46,"0"0"-14,0 0-32,0 0 0,0 0 0,0 0 0,0-25 0,0 25 0,0 0 0,0 0 0,0 0 0,0 0 0,0 0 0,0 0 0,-25-25 0,25 25 0,0 0 0,0 0 0,0 0 0,0 0 0,0 0 0,0 0 0,0-25 0,0 25 0,0 0 0,0 0 0,0 0 0,0 0 15,0 0-15,-25 0 0,25 0 0,0 0 0,0 0 0,0 0 47,0 0-47,-25 0 0,25 0 0,0 0 0,0 0 0,-25 0 0,25 0 0,0 0 0,-24 0 0,24 0 0,0 25 0,-25-25 0,25 0 0,-25 0 0,25 0 0,0 25 16,-25-25-16,25 0 0,-25 25 0,25-25 0,0 24 0,-24-24 15,24 25-15,0-25 0,0 25 0,-25-25 0,25 25 16,0 0-16,0-25 0,0 24 0,0-24 0,0 25 15,0 0-15,0-25 0,0 25 0,0-25 0,0 25 0,0-25 16,0 24-16,0-24 0,0 0 0,25 25 0,-25-25 16,0 0-16,0 25 0,24-25 0,-24 0 0,0 0 0,25 25 15,-25-25-15,25 0 0,-25 0 0,25 0 0,-25 0 16,25 0-16,-25 0 0,24 0 0,-24 0 0,25 0 15,-25-25-15,0 25 0,25 0 0,-25 0 0,0 0 0,25 0 16,-25-25-16,0 25 0</inkml:trace>
  <inkml:trace contextRef="#ctx0" brushRef="#br0" timeOffset="143704.2194">8012 7913 0,'0'0'0,"0"0"0,0 0 0,0 0 16,0 0-16,0 0 0,0 0 0,0 0 0,0 0 0,0 0 15,0 0-15,0 0 0,0 0 0,25 0 0,-25 0 16,0 0-16,0-25 0,0 25 0,25 0 0,-25 0 16,0-25-16,0 25 0,24 0 0,-24-25 0,0 25 0,0 0 15,0-25-15,25 25 0,-25 0 0,0-24 0,0 24 16,0 0-16,0-25 0,0 25 0,0 0 0,25 0 0,-25-25 15,0 25-15,0 0 0,0 0 0,0-25 0,0 25 16,0 0-16,0 0 0,0 0 0,0-25 0,0 25 0,0 0 16,0 0-16,0 0 0,0 0 0,0 0 0,0 0 15,0 0-15,0 0 0,0 0 0,0 0 0,0 25 16,0-25-16,0 0 0,0 0 0,0 0 0,0 25 0,0-25 15,0 25-15,0-25 0,0 0 0,-25 25 0,25-25 16,0 24-16,0-24 0,0 25 0,0-25 0,0 25 16,0-25-16,0 25 0,0-25 0,0 25 0,0-25 0,0 24 15,0-24-15,0 25 0,0-25 0,0 0 0,0 25 16,0-25-16,0 0 0,0 25 0,0-25 0,0 0 0,0 0 15,0 0-15,0 0 0,0 0 0,0 0 0,0 0 16,0 0-16</inkml:trace>
  <inkml:trace contextRef="#ctx0" brushRef="#br0" timeOffset="143941.2329">8310 7913 0,'0'0'0,"0"0"0,0 0 15,0 0-15,0 0 0,0 0 0,0 0 0,0 0 16,0 0-16,0 24 0,0-24 0,0 0 0,0 0 0,0 0 16,0 25-16,0-25 0,0 0 0,0 25 0,-25-25 15,25 25-15,0-25 0,0 0 0,0 25 0,0-25 16,0 25-16,0-25 0,0 24 0,-25-24 0,25 0 0,0 25 15,0-25-15,0 0 0,0 0 0,-25 25 0,25-25 0,0 0 16,0 0-16</inkml:trace>
  <inkml:trace contextRef="#ctx0" brushRef="#br0" timeOffset="144523.2662">8657 7615 0,'0'0'0,"0"0"0,0 0 16,0 0-16,0 0 0,0 0 0,0-25 0,0 25 15,0 0-15,0 0 0,0 0 0,0 0 0,0 0 0,0-25 16,25 25-16,-25 0 0,0 0 0,0 0 0,24 0 15,-24 0-15,0 0 0,25 0 0,-25-24 0,0 24 0,0 0 16,25 0-16,-25 24 0,0-24 0,0 0 0,0 0 16,0 0-16,0 0 0,0 25 0,0-25 0,0 0 0,0 25 15,0-25-15,0 25 0,0-25 0,0 25 0,0-25 16,0 24-16,0-24 0,0 25 0,-25-25 0,25 25 15,0-25-15,0 25 0,0-25 0,-25 25 0,25-25 0,0 24 16,-24-24-16,24 25 0,0-25 0,0 25 0,0-25 16,-25 25-16,25-25 0,0 0 0,0 25 0,0-25 0,0 24 15,-25-24-15,25 0 0,0 0 0,0 25 0,0-25 16,0 0-16,0 0 0,0 0 0,0 25 0,0-25 15,25 0-15,-25 0 0,0 0 0,0 0 0,0 0 0,25 0 16,-25 0-16,0 0 0,24 0 0,-24 0 0,25-25 16,-25 25-16,0 0 0,25 0 0,-25 0 0,25 0 0,-25-25 15,25 25-15,-25 0 0,24 0 0</inkml:trace>
  <inkml:trace contextRef="#ctx0" brushRef="#br0" timeOffset="144858.2854">9079 7665 0,'0'0'0,"0"-25"0,0 25 0,0 0 0,0-25 0,-25 25 0,25 0 0,0-25 0,0 25 0,0 0 0,0 0 0,0-25 0,0 25 0,0 0 0,-25 0 0,25 0 0,0 0 0,0 0 15,0 0-15,0 0 0,0 0 0,-25 0 0,25 0 0,0 25 16,0-25-16,0 0 0,-25 0 0,25 0 0,0 25 16,0-25-16,0 0 0,-25 25 0,25-25 0,0 25 0,0-25 15,-24 24-15,24-24 0,0 25 0,0-25 0,0 25 16,-25-25-16,25 25 0,0-25 0,0 25 0,0-25 0,0 24 15,0-24-15,0 25 0,0-25 0,0 0 0,0 25 16,0-25-16,0 25 0,0-25 0,0 0 0,0 0 16,0 25-16,0-25 0,0 0 0,25 0 0,-25 24 0,0-24 15,0 0-15,24 0 0,-24 0 0,0 0 0,0 0 16,25 0-16,-25 0 0,0 0 0,25 0 0,-25 0 0,0 0 15</inkml:trace>
  <inkml:trace contextRef="#ctx0" brushRef="#br0" timeOffset="145197.3048">9054 7987 0,'0'0'0,"0"0"0,0 0 0,0 0 0,0 0 16,0 0-16,0-25 0,0 25 0,25 0 0,-25 0 16,0 0-16,0 0 0,0 0 0,0-25 0,24 25 0,-24 0 15,0 0-15,0 0 0,25-24 0,-25 24 0,0 0 16,0-25-16,25 25 0,-25 0 0,0-25 0,0 25 0,0 0 15,0-25-15,0 25 0,25 0 0,-25 0 0,0-25 16,0 25-16,0 0 0,0 0 0,0-24 0,0 24 0,0 0 16,0 0-16,0 0 0,0-25 0,0 25 0,0 0 15,0 0-15,0 0 0,25 0 0,-25 0 0,0 0 16,0 0-16,0 0 0,0 0 0,0 0 0,0 0 0,0 25 15,0-25-15,0 0 0,0 0 0,0 24 0,0-24 16,0 0-16,0 25 0,0-25 0,0 0 0,-25 25 16,25-25-16,0 0 0,0 25 0,0-25 0,0 25 0,0-25 15,0 0-15,0 24 0,0-24 0,0 25 0,0-25 16,0 0-16,0 25 0,-25-25 0,25 0 0,0 25 0,0-25 15,0 0-15,0 0 0,0 25 0,0-25 0,0 0 16,0 0-16,0 0 0,0 0 0,0 0 0,0 0 0</inkml:trace>
  <inkml:trace contextRef="#ctx0" brushRef="#br0" timeOffset="145468.3203">9426 7987 0,'0'0'0,"0"0"0,0 0 15,0 0-15,0 0 0,0 0 0,0 0 0,25 0 16,-25 0-16,0 0 0,0 25 0,0-25 0,-25 0 0,25 0 15,0 25-15,0-25 0,0 0 0,0 25 0,0-25 16,0 24-16,-25-24 0,25 25 0,0-25 0,0 0 0,0 25 16,-25-25-16,25 25 0,0-25 0,0 25 0,0-25 15,-25 24-15,25-24 0,0 0 0,-24 0 0,24 25 0,0-25 16,0 0-16</inkml:trace>
  <inkml:trace contextRef="#ctx0" brushRef="#br0" timeOffset="146675.3893">9971 7590 0,'0'0'15,"0"0"-15,0 0 0,-24 0 0,24-25 0,0 25 16,0 0-16,0 0 0,0 0 0,0 0 0,0-24 15,0 24-15,0 0 0,0 0 0,0 0 0,0 0 16,0-25-16,0 25 0,0 0 0,0 0 0,0 0 0,0 0 16,0 0-16,0 0 0,0 0 0,0 0 0,0 0 0,0 0 15,24 0-15,-24 0 0,0 0 0,0 0 0,0 0 16,0 0-16,0 0 0,0 0 0,25 0 0,-25 0 15,0 0-15,0 0 0,0 0 0,25 0 0,-25 0 0,0 25 16,0-25-16,0 0 0,0 24 0,0-24 0,0 0 16,0 25-16,0-25 0,0 25 0,0-25 0,-25 25 15,25 0-15,0-25 0,0 24 0,0-24 0,-25 25 0,25-25 16,0 25-16,0-25 0,0 25 0,-24-25 0,24 25 0,0-25 15,0 0-15,-25 24 0,25-24 0,0 0 0,0 0 16,0 0-16,0 25 0,0-25 0,0 0 0,0 0 16,0 0-16,0 0 0,0 0 0,0 0 0,0 0 0,0 0 15,0 0-15,0 0 0,0 0 0,25 0 0,-25 0 16,0 0-16,0 0 0,24 0 0,-24 0 0,0 0 15,0 0-15,0 0 0,25 0 0,-25 0 0,0 0 0,0 0 16,0 25-16,0-25 0,25 0 0,-25 0 0,0 25 16,0-25-16,0 0 0,0 25 0,0-25 0,0 24 0,0-24 15,0 0-15,0 25 0,0-25 0,0 25 0,-25-25 16,25 0-16,0 25 0,0-25 0,0 0 0,0 0 0,0 25 15,-25-25-15,25 0 0,0 0 0,0 0 0,-24 0 16,24 0-16,0 25 0,0-25 0,0 0 0,-25 0 16,25 0-16,0 0 0,0 0 0,0 0 0,-25 0 0,25-25 15,0 25-15,0 0 0,0 0 0,0 0 0,0 0 16,0-25-16,0 25 0,0 0 0,0 0 0,0 0 0,0-25 15,0 25-15,0 0 0,0-25 0,0 25 0,25 0 16,-25-25-16,0 25 0,0 0 0</inkml:trace>
  <inkml:trace contextRef="#ctx0" brushRef="#br0" timeOffset="147063.4115">10393 7590 0,'0'0'0,"0"0"0,0 0 15,-25 0-15,25 0 0,0 0 0,0 0 0,-24 0 0,24 0 16,0-25-16,0 25 0,0 0 0,-25 25 0,25-25 16,0 0-16,0 0 0,-25 0 0,25 0 0,0 0 0,-25 0 15,25 25-15,0-25 0,0 0 0,0 25 0,-25-25 16,25 25-16,0-25 0,0 24 0,-24-24 0,24 25 0,0-25 15,0 25-15,0-25 0,0 25 0,0-25 0,0 25 16,0-25-16,0 24 0,0-24 0,0 25 0,0-25 0,0 25 16,0-25-16,0 0 0,0 25 0,0-25 0,0 0 15,0 25-15,24-25 0,-24 0 0,0 24 0,0-24 16,25 0-16,-25 0 0,0 0 0,0 0 0,25 0 0,-25 0 15,0 0-15,25 0 0,-25 0 0,0 0 0,25 0 16,-25 0-16,0 0 0</inkml:trace>
  <inkml:trace contextRef="#ctx0" brushRef="#br0" timeOffset="147397.4306">10418 8037 0,'0'0'0,"0"0"0,0 0 0,0 0 0,0 0 15,0 0-15,0 0 0,0 0 0,0 0 0,0 0 16,0 0-16,0 0 0,25-25 0,-25 25 0,0 0 0,0 0 15,25 0-15,-25 0 0,0-25 0,0 25 0,0 0 16,24 0-16,-24-25 0,0 25 0,0 0 0,0 0 0,25-25 16,-25 25-16,0 0 0,0-24 0,0 24 0,0 0 15,0-25-15,25 25 0,-25 0 0,0 0 0,0 0 16,0 0-16,0-25 0,0 25 0,0 0 0,0 0 0,0 0 15,0 0-15,0 0 0,0 0 0,0 25 0,0-25 16,0 0-16,0 0 0,0 0 0,0 25 0,0-25 0,0 0 16,0 0-16,0 24 0,0-24 0,-25 25 0,25-25 15,0 0-15,0 25 0,0-25 0,0 25 0,0-25 0,0 0 16,0 25-16,0-25 0,0 25 0,0-25 0,0 0 15,-25 24-15,25-24 0,0 0 0,0 25 0,0-25 16,0 0-16,0 0 0,0 0 0,0 0 0,0 0 0,0 0 16,0 0-16,0 0 0,0 0 0,25 0 0</inkml:trace>
  <inkml:trace contextRef="#ctx0" brushRef="#br0" timeOffset="147637.4443">10716 8037 0,'0'0'0,"0"0"0,0 0 0,0 0 0,0 0 16,0 0-16,0 0 0,24 25 0,-24-25 0,0 0 15,0 0-15,0 0 0,0 0 0,0 0 0,0 24 47,0-24-47,0 0 0,0 25 0,0-25 0,0 0 0,0 25 0,0-25 0,0 0 0,0 25 0,0-25 0,0 0 0,-24 25 0,24-25 0,0 0 0,0 24 0,-25-24 0,25 0 16,0 25-16,-25-25 0,25 0 0,0 0 0,-25 25 0,25-25 15,0 0-15</inkml:trace>
  <inkml:trace contextRef="#ctx0" brushRef="#br0" timeOffset="148168.4747">11162 7615 0,'0'0'0,"0"0"0,0 0 0,-25 0 0,25 0 16,0 0-16,0 0 0,0 0 0,0 0 0,0 0 16,0 0-16,-25 0 0,25 0 0,0 25 0,0-25 0,0 0 15,-24 0-15,24 25 0,0-25 0,0 0 0,-25 24 16,25-24-16,0 25 0,0-25 0,0 0 0,-25 25 15,25-25-15,0 0 0,0 25 0,-25-25 0,25 25 0,0-25 16,0 0-16,0 0 0,0 24 0,0-24 0,-25 0 16,25 0-16,0 25 0,0-25 0,0 0 0,0 0 0,0 0 15,0 0-15,0 0 0,0 0 0,0 0 0,0 0 16,0 0-16,0 25 0,0-25 0,0 0 0,25 0 0,-25 0 15,0 0-15,0 0 0,25 0 0,-25 0 0,0 0 16,25 0-16,-25 0 0,25 0 0,-25 0 0,0 0 16,24 0-16,-24 0 0,25 0 0,-25 0 0,25 0 0,-25 0 15,0 0-15,25 0 0,-25 0 0,0 0 0,25 0 16,-25 0-16,0 25 0,25-25 0,-25 0 0,0 0 0,0 0 15,24 0-15,-24 0 0,0 0 0,0 0 0,0 0 16,0 0-16,0 0 0,0 0 0,0 0 0,0 0 0,0 0 16,0 0-16</inkml:trace>
  <inkml:trace contextRef="#ctx0" brushRef="#br0" timeOffset="148404.4882">11237 7689 0,'0'0'0,"0"0"15,0 0-15,0 0 0,0 0 0,0 0 0,0 0 16,0 0-16,0 25 0,0-25 0,0 0 0,0 0 0,0 25 15,0-25-15,0 25 0,0-25 0,0 25 0,0-25 16,0 24-16,0-24 0,-25 25 0,25-25 0,0 25 0,0-25 16,0 25-16,0-25 0,0 25 0,0-25 0,0 24 15,0-24-15,0 25 0,0-25 0,-25 25 0,25-25 16,0 25-16,0-25 0,0 0 0,0 25 0,0-25 0,0 0 15,0 25-15,0-25 0,0 0 0,0 0 0,0 0 16,0 0-16,0 0 0,0 24 0,0-24 0,0 0 0,0 0 16,0 0-16,0 0 0</inkml:trace>
  <inkml:trace contextRef="#ctx0" brushRef="#br0" timeOffset="148762.5087">11683 7689 0,'0'0'0,"0"0"0,0-24 0,0 24 15,-25 0-15,25 0 0,0 0 0,0-25 0,0 25 0,0 0 16,0 0-16,-25-25 0,25 25 0,0 0 0,0 0 15,0 0-15,0 0 0,0 0 0,0 0 0,-24 0 16,24 0-16,0 0 0,0 0 0,0 0 0,0 0 0,0 0 16,-25 25-16,25-25 0,0 0 0,0 25 0,0-25 15,0 24-15,-25-24 0,25 25 0,0-25 0,0 25 16,0-25-16,-25 25 0,25-25 0,0 25 0,0-25 0,0 24 15,0 1-15,0-25 0,-25 25 0,25-25 0,0 25 16,0-25-16,0 25 0,0-25 0,0 0 0,0 24 0,25-24 16,-25 25-16,0-25 0,0 0 0,0 0 0,0 25 15,0-25-15,0 0 0,25 0 0,-25 0 0,0 0 0,0 0 16,25 0-16,-25 0 0,0 0 0,25 0 0,-25 0 15,24 0-15,-24 0 0</inkml:trace>
  <inkml:trace contextRef="#ctx0" brushRef="#br0" timeOffset="149101.5281">11757 8062 0,'0'0'0,"0"0"0,0 0 16,0 0-16,0 0 0,0 0 0,0 0 0,0 0 15,25 0-15,-25 0 0,0 0 0,0-25 0,0 25 0,0 0 16,0 0-16,25 0 0,-25 0 0,0-25 0,0 25 15,0 0-15,25 0 0,-25-25 0,0 25 0,0 0 16,25 0-16,-25-25 0,0 25 0,0 0 0,0-25 0,0 25 16,0 0-16,24 0 0,-24-24 0,0 24 0,0 0 0,0-25 15,0 25-15,0 0 0,0 0 0,0 0 0,0 0 16,0 0-16,0 0 0,0 0 0,0 0 0,0 0 15,0 0-15,0 0 0,0 0 0,0 25 0,0-25 0,0 0 16,0 24-16,0-24 0,0 25 0,0-25 0,0 0 16,0 25-16,0-25 0,0 0 0,0 25 0,0-25 0,-24 0 15,24 25-15,0-25 0,0 25 0,0-25 0,0 0 16,0 0-16,0 24 0,0-24 0,0 0 0,0 25 0,0-25 15,0 0-15,0 0 0,0 0 0,0 0 0,0 0 16,0 0-16,0 0 0,0 0 0,0 0 0,0 0 16,0 0-16</inkml:trace>
  <inkml:trace contextRef="#ctx0" brushRef="#br0" timeOffset="149541.5533">12179 7491 0,'0'0'0,"0"0"16,0 0-16,0 0 0,0 0 0,0 0 0,0 25 0,0-25 15,0 0-15,0 0 0,0 0 0,0 0 0,25 0 16,-25 25-16,0-25 0,0 0 0,0 0 0,0 24 16,25-24-16,-25 25 0,0-25 0,0 0 0,0 25 0,0 0 15,25-25-15,-25 25 0,0-25 0,0 24 0,0 1 16,0 0-16,0-25 0,0 25 0,0 0 0,0-1 0,0-24 15,0 25-15,0 0 0,0 0 0,-25-25 0,25 25 16,0-1-16,0-24 0,-25 25 0,25-25 0,-25 25 0,25 0 16,0-25-16,-25 25 0,25-25 0,0 0 0,-25 25 15,25-25-15,-24 24 0,24-24 0,0 0 0,-25 25 16,25-25-16,0 0 0,-25 0 0,25 0 0,-25 25 0,25-25 15,0 0-15</inkml:trace>
  <inkml:trace contextRef="#ctx0" brushRef="#br0" timeOffset="149972.5779">12626 7863 0,'0'0'16,"0"0"-16,0 0 0,0 0 0,0 0 0,0 0 0,0 0 16,0 0-16,0 0 0,0 0 0,0 0 0,0 0 15,0 0-15,0 0 0,0 0 0,24 0 0,-24 0 0,0 0 16,25 0-16,-25 0 0,25 0 0,-25 0 0,25 0 15,-25 0-15,25 0 0,-1 0 0,-24 25 0,25-25 16,-25 0-16,25 0 0,-25 0 0,25 0 0,-25 0 0,0 0 16,0 0-16,25-25 0,-25 25 0,0 0 0,0 0 15</inkml:trace>
  <inkml:trace contextRef="#ctx0" brushRef="#br0" timeOffset="150253.594">12799 7739 0,'0'0'0,"0"0"16,0 0-16,0 0 0,0 0 0,0 0 0,0 0 15,0 0-15,0 25 0,0-25 0,0 0 0,0 0 16,0 25-16,0-25 0,0 24 0,-25-24 0,25 25 0,0-25 16,0 25-16,0-25 0,0 25 0,0-25 0,0 25 15,0-1-15,-24-24 0,24 25 0,0-25 0,0 25 0,0-25 16,0 25-16,0-25 0,0 0 0,0 25 0,0-25 15,0 0-15,0 25 0,0-25 0,0 0 0,0 0 16</inkml:trace>
  <inkml:trace contextRef="#ctx0" brushRef="#br0" timeOffset="150594.6135">13568 7590 0,'0'-25'0,"0"25"0,0 0 0,0 0 15,-25 0-15,25 0 0,0 0 0,0 0 0,0 0 16,-24 0-16,24 0 0,0 0 0,0 0 0,-25 25 0,25-25 15,0 0-15,-25 25 0,25-25 0,0 25 0,-25-25 16,25 25-16,0-1 0,-25 1 0,25-25 0,0 25 16,-24 0-16,24 0 0,0-1 0,0 1 0,0-25 15,0 25-15,-25 0 0,25 0 0,0-1 0,0-24 0,0 25 16,0 0-16,0-25 0,0 25 0,0 0 0,0-25 0,25 25 15,-25-25-15,0 24 0,0-24 0,0 25 0,24-25 16,-24 0-16,0 25 0,25-25 0,-25 0 0,25 0 16,-25 25-16,25-25 0,-25 0 0,25 0 0,-25 0 0</inkml:trace>
  <inkml:trace contextRef="#ctx0" brushRef="#br0" timeOffset="151355.657">13915 7689 0,'-24'0'0,"24"0"16,0 0-16,0 0 0,0 0 0,0 0 0,-25 0 0,25 0 15,0 0-15,0 0 0,0 0 0,0 0 0,-25 0 16,25 0-16,0 0 0,0 0 0,0 0 0,0 0 0,-25 0 16,25 0-16,0 0 0,0 0 0,0 0 0,-25 25 15,25-25-15,0 0 0,0 25 0,0-25 0,-24 25 0,24-25 16,0 25-16,0-25 0,0 24 0,0-24 0,0 25 15,0-25-15,-25 25 0,25-25 0,0 25 0,0 0 16,0-25-16,0 24 0,25-24 0,-25 25 0,0-25 0,0 25 16,0-25-16,0 0 0,0 25 0,0-25 0,24 0 15,-24 25-15,0-25 0,0 0 0,0 0 0,25 25 16,-25-25-16,0 0 0,0 0 0,0 0 0,25 0 0,-25 0 15,0 0-15,0 0 0,25 0 0,-25 0 0,0-25 16,25 25-16,-25 0 0,24 0 0,-24-25 0,0 25 0,25 0 16,-25-25-16,25 25 0,-25-25 0,25 25 0,-25-25 15,25 25-15,-25-24 0,0 24 0,24-25 0,-24 0 0,0 25 16,0-25-16,25 25 0,-25-25 0,0 1 0,0 24 15,0-25-15,0 25 0,0-25 0,0 25 0,0-25 16,0 25-16,0 0 0,-25-25 0,25 25 0,0-24 0,0 24 16,0 0-16,0 0 0,0-25 0,-24 25 0,24 0 15,0 0-15,0 0 0,0 0 0,0 0 0,-25 0 0,25 0 16,0 0-16,0 0 0,0 0 0,-25 0 0,25 0 15,0 0-15,0 0 0,0 0 0,0 0 0,-25 25 0,25-25 16,0 0-16,0 0 0,0 0 0</inkml:trace>
  <inkml:trace contextRef="#ctx0" brushRef="#br0" timeOffset="151632.6729">14238 8012 0,'0'0'0,"0"0"0,0 0 0,0 25 0,0-25 0,0 0 16,0 0-16,0 25 0,0-25 0,0 24 0,-25-24 15,25 0-15,0 25 0,0-25 0,0 25 0,-25-25 16,25 25-16,0-25 0,-25 25 0,25-25 0,0 24 0,-24-24 16,24 25-16,0-25 0,-25 0 0,25 25 0,0-25 15,-25 0-15,25 25 0,0-25 0,-25 0 0,25 0 0,0 25 16,0-25-16,-25 0 0</inkml:trace>
  <inkml:trace contextRef="#ctx0" brushRef="#br0" timeOffset="152243.7078">14536 7665 0,'0'0'0,"0"0"16,0 0-16,0-25 0,0 25 0,0 0 0,0 0 0,0-25 16,0 25-16,0 0 0,0 0 0,24 0 0,-24-25 15,0 25-15,0 0 0,0 0 0,25 0 0,-25 0 16,0 0-16,0 0 0,25 0 0,-25 0 0,0 0 0,0 0 15,25 0-15,-25 0 0,0 0 0,0 0 0,25 0 16,-25 25-16,0-25 0,0 0 0,0 0 0,0 25 16,24-25-16,-24 0 0,0 25 0,0-25 0,0 24 0,-24-24 15,24 25-15,0-25 0,0 25 0,0-25 0,0 25 0,0-25 16,-25 25-16,25-25 0,0 24 0,0-24 0,-25 25 15,25-25-15,0 25 0,-25-25 0,25 25 0,0-25 16,-25 25-16,25-25 0,0 0 0,-24 24 0,24-24 0,0 0 16,0 25-16,-25-25 0,25 0 0,0 25 0,0-25 15,0 0-15,0 0 0,0 0 0,0 25 0,0-25 0,0 0 16,0 0-16,0 0 0,0 0 0,25 25 0,-25-25 15,0 0-15,24 0 0,-24 0 0,0 0 0,25 0 16,-25 0-16,25 0 0,-25 0 0,25 0 0,-25 0 0,25 0 16,-1 0-16,-24 0 0,25 0 0,0 0 0,0-25 15,-25 25-15,25 0 0,-1 0 0</inkml:trace>
  <inkml:trace contextRef="#ctx0" brushRef="#br0" timeOffset="152591.7277">15131 7689 0,'0'-24'0,"0"24"0,0 0 0,0-25 0,0 25 16,0 0-16,0-25 0,0 25 0,-25 0 0,25 0 15,0 0-15,0 0 0,0 0 0,0-25 0,-25 25 0,25 0 16,0 0-16,0 0 0,-25 25 0,25-25 0,0 0 15,-24 0-15,24 0 0,0 0 0,-25 25 0,25-25 16,-25 0 46,25 25-62,0-25 0,-25 24 0,25-24 0,0 25 16,-25 0-16,25-25 0,0 25 0,0-25 0,0 25 0,-24-1 0,24-24 0,0 25 0,0-25 0,0 25 0,0-25 0,0 25 0,0 0 0,0-25 0,0 0 0,0 24 0,24-24 0,-24 25 0,0-25 0,0 25 0,25-25 62,-25 0-62,0 25 0,0-25 0,25 0 0,-25 25 0,25-25 0,-25 0 0,0 0 0,25 25 0,-25-25 16,24 0-16,-24 0 0,25 0 0,-25 0 0,25 0 0,-25 24 0</inkml:trace>
  <inkml:trace contextRef="#ctx0" brushRef="#br0" timeOffset="152924.7468">15156 8136 0,'0'0'0,"0"0"0,0 0 0,0 0 16,0 0-16,0 0 0,0-25 0,0 25 0,0 0 0,0 0 15,0 0-15,0 0 0,0 0 0,0 0 0,0 0 16,0-25-16,0 25 0,0 0 0,24 0 0,-24 0 0,0 0 16,0 0-16,0 0 0,25 0 0,-25 0 0,0 0 15,0 0-15,0 0 0,25 0 0,-25 0 0,0 0 0,0 0 16,0 0-16,25 0 0,-25 0 0,0 0 0,0 0 15,0 0-15,0 0 0,0 0 0,0 25 0,0-25 16,0 0-16,0 0 0,0 25 0,0-25 0,-25 0 0,25 0 16,0 25-16,0-25 0,0 0 0,0 25 0,-25-25 0,25 0 15,0 0-15,0 24 0,-25-24 0,25 0 0,0 25 16,-24-25-16,24 0 0,0 0 0,0 25 0,-25-25 15,25 0-15,0 0 0,0 0 0,0 0 0,0 25 0,0-25 16,0 0-16,0 0 0,0 0 0,0 0 0,0 0 16,0 0-16,0 0 0,0 0 0,0 0 0,0 0 15,0 0-15,25 0 0,-25 0 0,0 0 0,0 0 0,24 0 16,-24 0-16,25 0 0,-25 0 0,25 0 0,0 0 0,-25 0 15,25 0-15,-25 0 0,24 0 0,1 0 16,-25 0-16,25 0 0,0 0 0,-25 0 0,25 0 0,0 0 16,-25 0-16</inkml:trace>
  <inkml:trace contextRef="#ctx0" brushRef="#br0" timeOffset="153310.7688">15602 8012 0,'0'0'0,"0"0"0,0 0 0,0 0 0,0 0 0,0 0 16,0 0-16,0 0 0,0 0 0,0 0 0,0 0 0,0 0 15,0 0-15,0 0 0,0 0 0,0 25 0,0-25 16,0 0-16,0 0 0,0 25 0,0-25 0,0 0 16,0 24-16,0-24 0,0 0 0,0 25 0,0-25 0,0 25 15,0-25-15,0 25 0,0-25 0,-25 0 0,25 25 16,0-25-16,-24 0 0,24 24 0,0-24 0,-25 0 15,25 25-15,0-25 0,-25 0 0,25 25 0,-25-25 0,25 0 16,0 0-16,-25 0 0,25 25 0,0-25 0,0 0 16</inkml:trace>
  <inkml:trace contextRef="#ctx0" brushRef="#br0" timeOffset="153928.8042">16098 7615 0,'0'0'0,"0"0"0,0 0 0,0 0 15,0-25-15,0 25 0,0 0 0,0 0 0,0 0 0,0 0 16,0 0-16,0 0 0,0-25 0,0 25 0,0 0 15,0 0-15,0 0 0,-25 0 0,25 0 0,0-24 16,0 24-16,0 0 0,0 0 0,0 0 0,0 0 0,-24 0 16,24 0-16,0 0 0,0 0 0,-25 0 0,25 0 15,0 0-15,-25 24 0,25-24 0,-25 0 0,25 0 0,0 25 16,-25-25-16,25 25 0,0-25 0,-24 25 0,24-25 15,0 25-15,0-1 0,0-24 0,0 25 0,-25 0 16,25-25-16,0 25 0,0 0 0,25-25 0,-25 24 0,0 1 16,0-25-16,0 25 0,0-25 0,0 0 0,24 25 15,-24-25-15,0 25 0,0-25 0,25 0 0,-25 24 0,0-24 16,25 0-16,-25 0 0,25 0 0,-25 0 0,25 0 15,-25 25-15,0-25 0,24 0 0,1-25 0,-25 25 16,0 0-16,25 0 0,-25 0 0</inkml:trace>
  <inkml:trace contextRef="#ctx0" brushRef="#br0" timeOffset="154302.8256">16197 7937 0,'0'0'0,"0"0"0,0 0 0,0 0 16,0 0-16,0 0 0,0 0 0,0 0 0,0 0 15,0 0-15,0 0 0,0 0 0,0 0 0,0 0 16,0 0-16,0 0 0,0 0 0,0 0 0,25 0 0,-25 0 16,0 0-16,0 0 0,0 0 0,25 0 0,-25 0 15,0 0-15,0 0 0,0 0 0,0 0 0,0 0 0,0 0 16,0 0-16,0 0 0,0 25 0,0-25 0,0 0 15,0 0-15,0 0 0,0 25 0,0-25 0,0 0 0,0 0 16,0 25-16,-25-25 0,25 0 0,0 25 0,0-25 16,0 0-16,-25 0 0,25 25 0,0-25 0,0 0 15,0 24-15,-24-24 0,24 0 0,0 25 0,0-25 0,-25 0 16,25 0-16,0 0 0,0 25 0,0-25 0,0 0 15,0 0-15,0 0 0,0 0 0,0 0 0,0 0 0,0 25 16,0-25-16,0 0 0,0 0 0,25 0 0,-25 0 16,0 0-16,24 0 0,-24 0 0,25 0 0,0 0 0,-25 0 15,25 0-15,0 0 0,-1 0 0,1 0 0,0 0 16,-25 0-16,25 0 0,0 0 0,0 0 0,-25 0 15,24 0-15,1 0 0,-25 0 0</inkml:trace>
  <inkml:trace contextRef="#ctx0" brushRef="#br0" timeOffset="154619.8437">16669 8012 0,'25'0'0,"-25"0"15,0 0-15,0 0 0,0 0 0,0 0 0,0 0 0,0 0 16,0 0-16,0 0 0,0 0 0,0 0 0,24 0 0,-24 0 15,0 0-15,0 0 0,0 25 0,0-25 0,0 0 16,0 0-16,0 25 0,0-25 0,0 0 0,0 24 16,0-24-16,0 25 0,0-25 0,0 0 0,-24 25 0,24-25 15,0 25-15,-25-25 0,25 0 0,-25 25 0,25-25 16,0 24-16,-25-24 0,0 0 0,25 25 0,-24-25 15,24 0-15,-25 25 0,25-25 0,0 0 0,-25 0 0</inkml:trace>
  <inkml:trace contextRef="#ctx0" brushRef="#br0" timeOffset="155341.885">17314 7565 0,'0'0'0,"0"0"0,0 0 0,0 0 15,0 0-15,0 0 0,0 0 0,0 0 0,0 0 0,0 0 16,0 0-16,0 0 0,0 0 0,0 0 0,0 0 16,0 0-16,0 0 0,0 0 0,-25 25 0,25-25 15,0 0-15,0 0 0,0 0 0,0 25 0,-25-25 0,25 0 16,0 25-16,0-25 0,-25 25 0,25-25 0,0 0 15,-25 24-15,25-24 0,-24 0 0,24 25 0,0-25 0,-25 25 16,25-25-16,0 0 0,-25 0 0,25 25 0,0-25 16,0 0-16,-25 0 0,25 25 0,0-25 0,0 0 0,0 0 15,0 0-15,0 0 0,0 0 0,0 0 0,0 0 16,0 0-16,0 0 0,25 24 0,-25-24 0,0 0 15,0 0-15,0 0 0,25 0 0,-25 0 0,0 0 0,25 0 16,-25 0-16,0 0 0,24 0 0,-24 0 0,0 0 0,25 0 16,-25 25-16,0-25 0,25 0 0,-25 0 0,25 0 15,-25 0-15,0 0 0,25 0 0,-25 0 0,24 0 16,-24 0-16,25 0 0,-25 0 0,0 0 0,25 0 0,-25 25 15,0-25-15,25 0 0,-25 0 0,0 0 0,0 0 16,0-25-16,25 25 0,-25 0 0,0 0 0,0 0 16,0 0-16</inkml:trace>
  <inkml:trace contextRef="#ctx0" brushRef="#br0" timeOffset="155578.8986">17438 7689 0,'0'0'0,"0"0"16,0 0-16,0 0 0,0 25 0,0-25 0,0 0 15,0 0-15,0 25 0,0-25 0,0 0 0,0 25 0,0-25 16,0 25-16,-25-25 0,25 24 0,0-24 0,0 25 16,0-25-16,0 25 0,0-25 0,-25 25 0,25-25 0,0 25 15,0-25-15,0 24 0,0-24 0,0 0 0,0 25 16,-25-25-16,25 25 0,0-25 0,0 0 0,0 25 15,0-25-15,0 25 0,0-25 0,0 0 0,0 0 0,0 25 16,0-25-16,0 0 0,0 0 0,0 0 0,0 0 0,0 0 16,0 0-16</inkml:trace>
  <inkml:trace contextRef="#ctx0" brushRef="#br0" timeOffset="155931.9188">17909 7689 0,'0'0'0,"0"-24"0,-25 24 15,25 0-15,0 0 0,0 0 0,0-25 0,0 25 16,0 0-16,0 0 0,-25 0 0,25 0 0,0 0 0,0 0 15,0-25-15,0 25 0,0 0 0,-24 25 0,24-25 16,0 0-16,0 0 0,-25 0 0,25 0 0,0 25 0,-25-25 16,25 0-16,0 24 0,-25-24 0,25 25 15,0-25-15,-25 25 0,25 0 0,0-25 0,0 25 0,-24-1 0,24-24 16,0 25-16,0-25 0,0 25 0,0-25 0,0 25 15,0 0-15,0-25 0,0 24 0,0-24 0,0 25 16,0-25-16,0 0 0,0 25 0,0-25 0,24 25 0,-24-25 16,0 0-16,0 0 0,25 25 0,-25-25 0,0 0 15,25 0-15,-25 25 0,25-25 0,-25 0 0,25 0 0,-25 0 16,24 0-16,-24 0 0</inkml:trace>
  <inkml:trace contextRef="#ctx0" brushRef="#br0" timeOffset="156252.9371">17959 8086 0,'0'0'0,"0"0"0,0 0 15,0 0-15,0-24 0,0 24 0,0 0 0,0 0 16,0 0-16,0 0 0,0 0 0,0 0 0,0 0 0,24 0 16,-24 0-16,0 0 0,0 0 0,0 0 0,0 0 15,25 0-15,-25 0 0,0 0 0,0 0 0,0 0 0,0 0 16,25 0-16,-25 0 0,0 0 0,0 0 0,0 0 15,0 0-15,0 0 0,0 24 0,0-24 0,0 0 0,0 0 16,-25 0-16,25 25 0,0-25 0,0 0 0,0 25 16,-25-25-16,25 0 0,0 0 0,0 25 0,-24-25 15,24 0-15,0 25 0,0-25 0,-25 0 0,25 0 0,0 24 16,0-24-16,-25 0 0,25 0 0,0 25 0,0-25 15,0 0-15,0 0 0,0 0 0,0 0 0,0 25 0,0-25 16,0 0-16,0 0 0,0 0 0,0 0 0,0 0 16,0 0-16,25 0 0,-25 0 0,0 0 0,25 0 0,-25 0 15,24 0-15,1 25 0,-25-25 0,25-25 0,0 25 16,-25 0-16,25 0 0,-1 0 0,1 0 0,0 0 15,-25 0-15,25 0 0,0-25 0</inkml:trace>
  <inkml:trace contextRef="#ctx0" brushRef="#br0" timeOffset="157476.0071">18504 7392 0,'0'0'0,"0"0"0,0 0 0,0 0 0,0 0 0,0 0 15,0 0-15,0 0 0,0 0 0,0 0 0,0 0 16,0 0-16,0 0 0,0 0 0,0 0 0,0 0 16,0 0-16,0 0 0,0 0 0,0 0 0,0 25 0,25-25 15,-25 0-15,0 0 0,0 0 0,0 0 0,25 24 0,-25-24 16,0 0-16,0 25 0,0-25 0,0 25 15,25-25-15,-25 25 0,0 0 0,0-25 0,0 24 0,0 1 16,0 0-16,0 0 0,0 0 0,25-25 0,-25 24 0,0 1 16,0 0-16,0 0 0,0 0 0,0-1 0,0-24 15,0 25-15,-25 0 0,25 0 0,0 0 0,0-25 0,0 24 16,0 1-16,-25 0 0,25-25 0,0 25 0,0 0 15,-25-25-15,25 25 0,0-1 0,0-24 0,-25 25 0,25-25 16,0 25-16,0-25 0,-25 0 0,25 25 0,0-25 16,-24 0-16,24 25 0,0-25 0,0 0 0,-25 0 15,25 0-15,0 0 0,0 0 0,0 0 0,0 0 0</inkml:trace>
  <inkml:trace contextRef="#ctx0" brushRef="#br0" timeOffset="157863.0292">18926 7739 0,'0'0'0,"0"0"0,0 0 0,0 0 0,25 0 0,-25 0 0,0 0 0,0 0 0,0 0 0,0 0 15,25 0-15,-25 25 0,0-25 0,24 0 0,-24 0 16,0 0-16,25 0 0,-25 0 0,25 0 0,-25 0 15,25 0-15,-25 0 0,25 25 0,-25-25 0,24 0 0,-24 0 16,25 0-16,-25 0 0,0 0 0,25 0 0,-25 0 16,0 0-16,0 0 0,25 0 0,-25 0 0,0 0 0,0 0 15,0-25-15,0 25 0,0 0 0,0 0 0</inkml:trace>
  <inkml:trace contextRef="#ctx0" brushRef="#br0" timeOffset="158060.0405">19124 7640 0,'0'0'0,"0"0"16,0 0-16,0 0 0,0 0 0,0 0 0,0 25 15,0-25-15,0 0 0,0 0 0,0 0 0,0 0 16,0 24-16,0-24 0,0 25 0,0-25 0,0 0 0,0 25 16,0-25-16,0 25 0,0 0 0,0-25 0,0 24 15,0-24-15,0 25 0,-24 0 0,24-25 0,0 25 16,0-25-16,-25 25 0,25-1 0,0-24 0,-25 25 15,25-25-15,0 25 0,0-25 0,-25 25 0,25-25 0,0 0 16,0 25-16,0-25 0</inkml:trace>
  <inkml:trace contextRef="#ctx0" brushRef="#br0" timeOffset="158614.0722">20017 7491 0,'0'0'0,"0"0"16,0 0-16,0 0 0,0-25 0,0 25 0,-24 0 15,24 0-15,0 0 0,0 0 0,0 0 0,0 0 0,-25 0 16,25 0-16,0 0 0,0 0 0,-25 0 15,25 25-15,0-25 0,0 0 0,-25 0 0,25 25 0,-25-25 0,25 25 16,-24-25-16,24 24 0,0 1 0,-25 0 0,25-25 16,-25 25-16,25 0 0,0-1 0,0 1 0,0 0 15,-25 0-15,25 0 0,0-1 0,0 1 0,0 0 0,0-25 16,0 25-16,0 0 0,0-1 0,0 1 0,0-25 15,0 25-15,0 0 0,25-25 0,-25 25 0,0-25 16,25 25-16,-25-25 0,0 24 0,25-24 0,-25 0 0</inkml:trace>
  <inkml:trace contextRef="#ctx0" brushRef="#br0" timeOffset="159265.1094">20340 7615 0,'0'0'0,"0"0"0,0 0 0,0 0 0,0 0 16,0 0-16,0 0 0,0 0 0,0 0 0,0 0 15,0 0-15,0 0 0,0 0 0,0 0 0,0 0 0,0 0 16,0 0-16,0 0 0,0 0 0,-25 0 0,25 0 15,0 0-15,0 0 0,0 0 0,0 0 0,-25 0 0,25 25 16,0-25-16,0 0 0,-25 0 0,25 0 0,0 25 16,-24-25-16,24 0 0,-25 0 0,25 24 0,0-24 0,-25 0 15,25 25-15,0-25 0,0 0 0,-25 0 0,25 25 16,0-25-16,-25 0 0,25 0 0,0 25 0,0-25 15,0 0-15,0 0 0,-24 0 0,24 25 0,0-25 0,0 0 16,0 0-16,0 0 0,0 0 0,0 0 0,0 24 16,0-24-16,24 0 0,-24 0 0,0 0 0,0 0 0,0 0 15,25 0-15,-25 0 0,0 0 0,25 25 0,-25-25 16,0 0-16,25 0 0,-25 0 0,25 0 0,-25 0 15,24 25-15,-24-25 0,25 0 0,-25 0 0,25 0 0,-25 0 16,0 0-16,25 0 0,-25 0 0,0 0 0,25 0 16,-25 0-16,0 0 0,24 0 0,-24 0 0,0 0 0,0 0 15,0 0-15,0 0 0,0-25 0</inkml:trace>
  <inkml:trace contextRef="#ctx0" brushRef="#br0" timeOffset="159508.1233">20414 7640 0,'-25'0'0,"25"0"0,0 0 0,0 0 0,0 25 16,0-25-16,0 0 0,0 0 0,0 0 0,0 24 16,0-24-16,0 0 0,0 25 0,0-25 0,0 25 0,0-25 15,0 25-15,0-25 0,-24 25 0,24-25 0,0 24 16,0-24-16,0 25 0,0 0 0,-25-25 0,25 25 0,0-25 15,0 25-15,0-25 0,0 24 0,-25 1 0,25-25 16,0 0-16,0 25 0,0-25 0,0 25 0,-25-25 16,25 25-16,0-25 0,0 0 0,0 25 0,-25-25 15,25 0-15,0 24 0,0-24 0,0 0 0,0 0 0,0 0 16,0 0-16</inkml:trace>
  <inkml:trace contextRef="#ctx0" brushRef="#br0" timeOffset="159847.1427">20762 7615 0,'0'0'0,"0"0"0,0 0 0,0 0 0,0 0 16,-25-25-16,25 25 0,0 0 0,0 0 0,0 0 16,0 0-16,0 0 0,0 0 0,-25 0 0,25 0 0,0 25 15,0-25-15,-25 0 0,25 0 0,0 25 0,-25-25 0,25 25 16,0-25-16,-25 24 0,25 1 0,0-25 0,-24 25 15,24 0-15,0-25 0,0 25 0,-25-1 0,25-24 16,0 25-16,0 0 0,0-25 0,0 25 0,-25-25 0,25 25 16,0-1-16,0-24 0,0 25 0,0-25 0,0 25 15,0-25-15,0 25 0,0-25 0,0 0 0,0 25 0,0-25 16,25 0-16,-25 0 0,0 25 0,0-25 0,25 0 15,-25 0-15,24 0 0,-24 0 0,0 0 0,25-25 0</inkml:trace>
  <inkml:trace contextRef="#ctx0" brushRef="#br0" timeOffset="160291.1681">20762 8062 0,'0'0'0,"-25"0"0,25 0 15,0 0-15,0 0 0,0-25 0,0 25 0,25 0 0,-25 0 16,0 0-16,0 0 0,0 0 0,0 0 0,0 0 15,24 0-15,-24 0 0,0 0 0,0 0 0,0 0 0,25 0 16,-25 0-16,0 0 0,0 0 0,0 0 0,0 0 16,25 0-16,-25 0 0,0 0 0,0 0 0,0 25 15,0-25-15,0 0 0,0 0 0,0 0 0,0 0 0,0 0 16,-25 24-16,25-24 0,0 0 0,0 0 0,0 25 15,-25-25-15,25 0 0,0 0 0,-24 25 0,24-25 0,0 0 16,0 25-16,-25-25 0,25 0 0,0 0 0,0 0 16,-25 25-16,25-25 0,0 0 0,0 0 0,0 0 0,0 0 15,0 0-15,0 24 0,0-24 0,0 0 0,0 0 16,0 0-16,0 0 0,0 0 0,25 0 0,-25 0 15,0 0-15,0 25 0,0-25 0,0 0 0,0 0 16,25 0-16,-25 25 0,0-25 0,0 0 0,0 0 0,0 0 16,0 25-16,0-25 0,0 0 0,0 25 0,0-25 15,0 0-15,0 0 0,-25 0 0,25 24 0,0-24 0,0 0 16,0 0-16,-25 0 0,25 0 0,0 25 0,0-25 15,-25 0-15,25 0 0,0 0 0,0 0 0,-25 0 0,25 0 16,0 0-16,0 0 0,0 0 0,0 0 0,-25 0 16,25 0-16,0 0 0,0 0 0,0 0 0,0 0 0,0 0 15,0-25-15,0 25 0,0 0 0,0 0 0,0 0 16,0-24-16,0 24 0</inkml:trace>
  <inkml:trace contextRef="#ctx0" brushRef="#br0" timeOffset="160533.1819">21084 8210 0,'0'0'0,"0"0"15,0 0-15,0 0 0,0 0 0,0 0 0,0 0 16,0 25-16,0-25 0,-25 0 0,25 0 0,0 0 15,0 0-15,0 25 0,0-25 0,0 0 0,0 25 0,-25-25 16,25 0-16,0 25 0,0-25 0,-24 0 0,24 24 16,0-24-16,0 0 0,0 25 0,0-25 0,-25 0 0,25 25 15,0-25-15,0 0 0,0 0 0,0 25 0,0-25 16,0 0-16,0 0 0,0 0 0,0 0 0,0 0 15</inkml:trace>
  <inkml:trace contextRef="#ctx0" brushRef="#br0" timeOffset="160926.2044">21530 7590 0,'-24'0'0,"24"0"16,0 0-16,-25 0 0,25 0 0,0 0 0,0 0 16,-25 25-16,25-25 0,0 0 0,-25 0 0,25 25 0,0-25 15,0 25-15,-25-25 0,25 24 0,0-24 0,0 25 16,-24 0-16,24-25 0,0 25 0,0 0 0,0-25 0,-25 24 15,25 1-15,0-25 0,0 25 0,0 0 0,0-25 16,0 25-16,0-25 0,0 24 0,0-24 0,0 25 16,0-25-16,0 0 0,25 25 0,-25-25 0,0 0 0,0 25 15,0-25-15,0 0 0,24 25 0,-24-25 0,0 0 16,25 0-16,-25 0 0,0 0 0,25 0 0,-25 0 0,25 0 15</inkml:trace>
  <inkml:trace contextRef="#ctx0" brushRef="#br0" timeOffset="161347.2285">21580 8037 0,'0'0'0,"0"0"0,25 0 0,-25 0 0,0 0 0,0 0 15,0-25-15,0 25 0,25 0 0,-25 0 0,0 0 0,0 0 16,0 0-16,24 0 0,-24 0 0,0 0 0,0 0 15,0 0-15,0 25 0,0-25 0,25 0 0,-25 0 16,0 0-16,0 0 0,-25 25 0,25-25 0,0 0 0,0 0 16,0 0-16,0 24 0,0-24 0,-24 0 0,24 0 15,0 25-15,0-25 0,-25 0 0,25 0 0,0 0 16,0 25-16,-25-25 0,25 0 0,0 0 0,-25 0 0,25 25 15,0-25-15,0 0 0,0 0 0,-25 0 0,25 25 16,0-25-16,0 0 0,0 0 0,0 0 0,0 0 16,0 0-16,0 0 0,0 0 0,0 0 0,0 24 0,0-24 15,25 0-15,-25 0 0,0 0 0,0 0 0,0 0 16,0 25-16,0-25 0,0 0 0,25 0 0,-25 25 0,0-25 15,0 0-15,0 0 0,0 25 0,0-25 0,0 0 16,0 25-16,-25-25 0,25 0 0,0 0 0,0 24 0,0-24 16,-25 0-16,25 0 0,0 0 0,-24 25 0,24-25 15,0 0-15,0 0 0,-25 0 0,25 0 0,0 25 16,-25-25-16,25 0 0,0 0 0,0 0 0,0 0 0,-25 0 15,25 0-15,0 0 0,0 0 0,0 0 0,0 0 0,0 0 16,0 0-16,0-25 0,0 25 0,0 0 0,0 0 16</inkml:trace>
  <inkml:trace contextRef="#ctx0" brushRef="#br0" timeOffset="161554.2403">21828 8186 0,'0'0'0,"0"0"16,0 0-16,0 24 0,0-24 0,0 0 0,0 0 0,0 0 15,0 0-15,0 0 0,0 25 0,0-25 0,0 0 0,0 0 16,0 25-16,-25-25 0,25 0 0,0 25 0,0-25 16,0 0-16,-24 25 0,24-25 0,0 24 0,-25-24 15,25 0-15,0 25 0,-25-25 0,25 0 0,0 0 0,-25 25 16,25-25-16,0 0 0,-25 0 0,25 0 0,0 0 15,0 0-15,-25 0 0</inkml:trace>
  <inkml:trace contextRef="#ctx0" brushRef="#br0" timeOffset="162050.2687">22523 7764 0,'0'-25'0,"0"25"0,0 0 0,0-25 16,0 25-16,0 0 0,0 0 0,0-25 0,0 25 15,0 0-15,0-24 0,0 24 0,0 0 0,0 0 16,-25 0-16,25 0 0,0-25 0,0 25 0,0 0 0,-25 0 16,25 0-16,0 0 0,0 25 0,-25-25 0,25 0 15,-25 0-15,25 0 0,-24 24 0,24-24 0,0 25 0,-25-25 16,25 25-16,-25-25 0,25 25 0,-25-25 0,25 25 15,0-25-15,-25 24 0,25-24 0,-24 25 0,24 0 0,0-25 16,0 25-16,-25-25 0,25 25 0,0-25 0,0 24 16,0 1-16,0-25 0,0 0 0,0 25 0,0-25 0,0 25 15,0-25-15,0 25 0,25-25 0,-25 0 0,0 25 16,24-25-16,-24 0 0,25 0 0,-25 24 0,0-24 15,25 0-15,-25 0 0,25 0 0,0 0 0,-25 0 0,24 0 16,-24 0-16,25 0 0,-25 0 0,25 0 0,-25 0 16,25 0-16</inkml:trace>
  <inkml:trace contextRef="#ctx0" brushRef="#br0" timeOffset="162454.2918">22523 8086 0,'0'0'0,"0"0"0,0 0 0,0 0 0,0 0 15,0 0-15,0 0 0,24 0 0,-24-24 0,0 24 16,0 0-16,0 0 0,25 0 0,-25 0 0,0 0 0,0 0 15,0 0-15,25 0 0,-25 0 0,0 0 0,0 0 16,0 0-16,0 0 0,0 0 0,0 0 0,0 24 16,0-24-16,0 0 0,0 0 0,0 0 0,0 0 0,0 25 15,0-25-15,-25 0 0,25 0 0,0 25 0,0-25 16,-25 0-16,25 0 0,0 25 0,-24-25 0,24 0 15,0 0-15,0 25 0,-25-25 0,25 0 0,0 0 0,0 24 16,0-24-16,0 0 0,0 0 0,-25 0 0,25 0 16,0 25-16,0-25 0,0 0 0,0 0 0,0 0 0,25 0 15,-25 0-15,0 0 0,0 25 0,0-25 0,0 0 16,0 0-16,0 0 0,25 0 0,-25 0 0,0 25 0,0-25 15,0 0-15,0 0 0,0 0 0,0 25 0,24-25 16,-24 0-16,-24 0 0,24 0 0,0 24 0,0-24 16,0 0-16,0 0 0,0 0 0,0 25 0,0-25 0,-25 0 15,25 0-15,0 0 0,0 0 0,-25 25 0,25-25 16,0 0-16,-25 0 0,25 0 0,0 0 0,-25 0 15,25 0-15,0 0 0,-24 0 0,24 0 0,0 0 0,0 0 16,-25 0-16,25 0 0,0 0 0,0 0 0,0-25 16,0 25-16,0 0 0,0 0 0,0 0 0,25-25 0,-25 25 15</inkml:trace>
  <inkml:trace contextRef="#ctx0" brushRef="#br0" timeOffset="162690.3053">22820 8186 0,'0'0'15,"0"0"-15,25 0 0,-25 0 0,0 0 0,0 0 16,0 0-16,0 0 0,0 0 0,0 0 0,0 24 16,0-24-16,0 0 0,0 0 0,0 25 0,0-25 15,0 0-15,0 25 0,0-25 0,-25 0 0,25 25 0,0-25 16,0 25-16,0-25 0,-24 0 0,24 24 0,0-24 0,-25 25 15,25-25-15,0 0 0,-25 25 0,25-25 0,0 0 16,0 25-16,-25-25 0,25 0 0,0 0 0,0 0 16,0 0-16,0 0 0,0 0 0,0 0 0,0 0 0,0 0 15,0 0-15</inkml:trace>
  <inkml:trace contextRef="#ctx0" brushRef="#br0" timeOffset="163204.3347">23292 7615 0,'0'0'0,"0"0"0,0 0 0,0 0 15,24-25-15,-24 25 0,0 0 0,0 0 0,0 0 16,0 0-16,0 0 0,25 0 0,-25 0 0,0 0 16,0-25-16,25 25 0,-25 0 0,25 0 0,-25 0 0,0 0 15,25 0-15,-25 0 0,0 25 0,24-25 0,-24 0 16,0 0-16,0 0 0,25 0 0,-25 0 0,0 0 0,0 25 15,0-25-15,0 0 0,0 0 0,0 25 0,0-25 16,0 0-16,-25 25 0,25-25 0,0 24 0,-24-24 0,24 25 16,-25-25-16,25 25 0,-25-25 0,25 25 0,-25 0 15,25-25-15,-25 24 0,1-24 0,24 25 0,-25-25 16,25 25-16,0-25 0,-25 0 0,25 25 0,0-25 0,-25 25 15,25-25-15,0 0 0,0 24 0,0-24 0,-25 0 0,25 0 16,0 25-16,0-25 0,0 0 0,0 0 0,0 25 16,25-25-16,-25 0 0,0 0 0,0 0 0,25 0 15,-25 0-15,0 25 0,25-25 0,0 0 0,-25 0 0,24 0 16,-24 0-16,25 0 0,0 0 0,0 0 0,-25 0 15,25 0-15,-1 0 0,-24 0 0,25 0 0,0 0 16,0-25-16</inkml:trace>
  <inkml:trace contextRef="#ctx0" brushRef="#br0" timeOffset="163499.3516">23837 7665 0,'-25'0'0,"25"0"0,0 0 0,0-25 16,0 25-16,0 0 0,0 0 0,0 0 0,-24 0 15,24-25-15,0 25 0,0 0 0,-25 25 0,25-25 0,0 0 16,0 0-16,-25 0 0,25 0 0,-25 0 0,25 25 16,0-25-16,-25 24 0,25-24 0,-24 25 0,24-25 0,0 25 15,-25-25-15,25 25 0,-25-25 0,25 25 0,0-25 16,-25 24-16,25 1 0,0-25 0,0 25 0,-25 0 15,25-25-15,0 25 0,0-25 0,0 24 0,0 1 0,0-25 16,0 25-16,0-25 0,0 25 0,0-25 0,0 25 16,0-25-16,0 0 0,25 25 0,-25-25 0,0 24 15,0-24-15,25 0 0,-25 0 0,0 0 0,25 25 0,-25-25 16,25 0-16,-25 0 0,0 0 0,24 0 0,-24 0 15</inkml:trace>
  <inkml:trace contextRef="#ctx0" brushRef="#br0" timeOffset="163979.3791">23788 8086 0,'0'-24'0,"0"24"16,0 0-16,0 0 0,0 0 0,0 0 0,0 0 16,0 0-16,24 0 0,-24 0 0,0 0 0,0 0 0,0 0 15,0 0-15,0 0 0,25 0 0,-25 0 0,0 0 16,0 24-16,0-24 0,0 0 0,0 0 0,0 0 15,0 0-15,0 0 0,0 0 0,0 25 0,0-25 0,0 0 16,0 0-16,-25 0 0,25 25 0,0-25 0,0 0 16,-24 0-16,24 0 0,0 25 0,0-25 0,-25 0 0,25 0 15,0 0-15,-25 0 0,25 25 0,0-25 0,-25 0 16,25 0-16,0 0 0,0 24 0,0-24 0,0 0 15,-25 0-15,25 0 0,0 0 0,0 25 0,0-25 0,0 0 16,0 0-16,25 0 0,-25 25 0,0-25 0,0 0 16,0 0-16,0 0 0,0 25 0,0-25 0,0 0 0,0 0 15,0 25-15,0-25 0,0 0 0,25 24 0,-50-24 16,25 0-16,0 25 0,0-25 0,0 0 0,0 0 0,0 25 15,0-25-15,-25 0 0,25 0 0,0 0 0,-24 25 16,24-25-16,0 0 0,0 0 31,-25 0-31,25 0 0,0 0 0,-25 0 0,25 0 0,0 0 0,0 0 16,-25 0-16,25 0 0,0 0 0,0 0 0,0 0 0,0 0 0,0 0 0,-25 0 93,25 0-93,25 0 0,-25-25 0,0 25 0,0 0 0,0-25 0,25 25 0,-25 0 0,0-25 0,25 25 0</inkml:trace>
  <inkml:trace contextRef="#ctx0" brushRef="#br0" timeOffset="164225.3931">24358 7665 0,'25'0'16,"-25"0"-16,0 0 0,0 0 0,0 0 0,25 24 0,-25-24 15,0 0-15,0 0 0,0 25 0,25-25 0,-25 0 16,0 25-16,0-25 0,0 25 0,0 0 0,0-25 0,0 24 15,0 1-15,0 0 0,0 0 0,-25-25 0,25 25 16,0-1-16,0 1 0,0 0 0,-25 0 0,25 0 16,0 0-16,-25-25 0,25 24 0,-25 1 0,25 0 0,-24 0 15,-1 0-15,25-25 0,-25 24 0,0-24 0,25 25 16,-25 0-16,1-25 0,-1 25 0,0-25 0,25 25 0,-25-25 15,0 0-15,1 24 0,24-24 0,-25 0 0,25 25 16,-25-25-16,25 0 0,-25 0 0</inkml:trace>
  <inkml:trace contextRef="#ctx0" brushRef="#br0" timeOffset="164855.4292">24978 7888 0,'25'0'0,"-25"0"0,0 0 0,0 0 0,0 0 0,0 0 15,25 0-15,-25 0 0,0 0 0,0 0 0,0 0 78,25 0-78,-25 0 16,0 0-16,25 0 0,-25 0 0,24 0 0,-24 0 0,0 0 0,25 0 0,-25 0 0,25 0 0,-25 0 0,25 0 0,-25 0 0,0 0 0,25 0 0,-25 0 0,24 0 0,-24 0 0,0 0 0,0 0 0,25 0 0,-25 0 0,0 0 0,0 0 0,0 0 0,0 0 0,0 0 0,0 0 0,0 0 0,0 0 0,0 0 16</inkml:trace>
  <inkml:trace contextRef="#ctx0" brushRef="#br0" timeOffset="165063.4411">25202 7789 0,'0'-25'0,"0"25"15,-25 0-15,25 0 0,0 0 0,0 0 0,0 0 16,0 0-16,0 0 0,0 0 0,0 0 0,0 0 0,0 25 15,0-25-15,0 0 0,0 24 0,0-24 0,-25 25 16,25-25-16,0 25 0,0-25 0,-25 25 0,25 0 16,0-25-16,-25 24 0,25 1 0,0-25 0,-24 25 0,24 0 15,0 0-15,-25-25 0,25 25 0,0-1 0,0 1 16,0-25-16,0 25 0,0-25 0,0 25 0,0-25 0,0 25 15,0-25-15</inkml:trace>
  <inkml:trace contextRef="#ctx0" brushRef="#br0" timeOffset="165645.4744">25995 7565 0,'0'0'0,"0"-24"0,0 24 0,0 0 16,0 0-16,0 0 0,0 0 0,-24 0 0,24 0 15,0 0-15,0 0 0,0 0 0,0 0 0,-25 0 16,25 0-16,0 24 78,-25-24-78,25 0 0,-25 25 0,25-25 0,-25 0 0,25 25 0,-25 0 0,25-25 0,-24 25 0,24-1 0,-25 1 0,25-25 0,-25 25 0,25 0 0,-25 0 0,25-1 0,0 1 0,-25 0 0,25-25 0,0 25 0,-24 0 0,24-1 0,0 1 0,0-25 0,0 25 0,-25 0 0,25 0 0,0-25 0,0 25 0,0-1 0,0-24 15,25 25-15,-25-25 0,0 25 0,0-25 0,24 25 16,-24-25-16,0 0 0,25 25 0,-25-25 0,25 0 0,0 0 16,-25 0-16,25 0 0,-25 0 0</inkml:trace>
  <inkml:trace contextRef="#ctx0" brushRef="#br0" timeOffset="166274.5103">26417 7615 0,'0'0'0,"0"0"15,0 0-15,0 0 0,0-25 0,0 25 0,-25 0 0,25 0 16,0 0-16,0 0 0,0 0 0,0-25 0,0 25 15,0 0-15,0 0 0,-25 0 0,25 0 0,0 0 16,0-24-16,0 24 0,0 0 0,-24 0 0,24 0 0,0 0 16,0 0-16,0 0 0,-25 0 0,25 0 0,0 0 0,0 0 15,-25 0-15,25 0 0,0 0 0,-25 0 0,25 0 16,0 24-16,-25-24 0,25 0 0,0 0 0,-24 25 15,24-25-15,0 25 0,-25-25 0,25 25 0,-25-25 0,25 25 16,0-1-16,-25 1 0,25-25 0,0 25 0,0 0 16,0-25-16,0 25 0,-25-25 0,25 24 0,0-24 0,0 25 15,25-25-15,-25 25 0,0-25 0,0 25 0,0-25 16,0 25-16,0-25 0,0 0 0,25 0 0,-25 24 0,0-24 15,0 0-15,0 0 0,25 0 0,-25 0 0,0 25 16,25-25-16,-25 0 0,0 0 0,24 0 0,-24 0 16,0 0-16,25 0 0,-25 0 0,0 0 0,0-25 0</inkml:trace>
  <inkml:trace contextRef="#ctx0" brushRef="#br0" timeOffset="166676.5333">26491 7888 0,'0'0'15,"0"0"-15,0 0 0,0 0 0,0 0 0,0 0 16,0 0-16,0 0 0,0-25 0,0 25 0,0 0 0,0 0 15,0 0-15,-24 0 0,24 0 0,0 0 0,0 0 16,0 0-16,0 25 0,0-25 0,-25 0 0,25 0 0,0 0 16,0 0-16,-25 0 0,25 0 0,0 25 0,-25-25 15,25 0-15,0 0 0,0 0 0,-25 24 0,25-24 0,0 0 16,-24 0-16,24 0 0,0 25 0,0-25 0,0 0 15,0 0-15,-25 0 0,25 0 0,0 25 0,0-25 16,0 0-16,0 0 0,0 0 0,0 0 0,0 0 0,0 0 16,0 0-16,0 25 0,0-25 0,0 0 0,0 0 15,0 0-15,25 0 0,-25 0 0,0 0 0,0 0 16,24 0-16,-24 0 0,0 25 0,25-25 0,-25 0 0,0 0 15,25 0-15,-25 0 0,25 0 0,-25 0 0,0 0 16,25 0-16,-25 25 0,24-25 0,-24 0 0,0 0 0,25 0 16,-25 0-16,0 0 0,25 0 0,-25 0 0,0 0 15,25 0-15,-25 0 0,0 0 0,0 24 0,25-24 0,-25 0 16,0 0-16,0 0 0,0-24 0,0 24 0,0 0 15,0 0-15,0 0 0,0 0 0,0 0 0</inkml:trace>
  <inkml:trace contextRef="#ctx0" brushRef="#br0" timeOffset="166913.5469">26615 7937 0,'0'0'0,"0"0"0,-24 0 0,24 0 16,0-24-16,0 24 0,0 0 0,0 0 0,0 0 16,0 0-16,0 0 0,0 0 0,0 0 0,0 0 15,0 0-15,0 0 0,0 0 0,0 0 0,0 0 0,0 0 16,-25 0-16,25 24 0,0-24 0,0 0 0,0 25 15,0-25-15,0 25 0,-25-25 0,25 25 0,0 0 16,0-25-16,-25 25 0,25-1 0,0-24 0,0 25 0,-25-25 16,25 25-16,0 0 0,0-25 0,0 25 0,-24-25 15,24 24-15,0 1 0,0-25 0,0 0 0,0 25 0,0-25 16,0 25-16,0-25 0,-25 0 0,25 25 0,0-25 15,25 0-15,-25 0 0,0 0 0,0 0 0,0 0 0</inkml:trace>
  <inkml:trace contextRef="#ctx0" brushRef="#br0" timeOffset="167178.562">26839 8037 0,'0'0'0,"0"0"0,24 0 0,-24 0 0,0 0 16,0 0-16,0 0 0,0 0 0,0 0 0,0 25 15,0-25-15,0 0 0,0 0 0,0 24 0,0-24 0,0 25 16,0-25-16,0 25 0,0-25 0,0 25 0,-24-25 0,24 25 15,0-25-15,-25 24 0,25-24 0,-25 25 0,25-25 16,0 25-16,-25-25 0,25 0 0,-25 25 0,25-25 0,-24 0 16,24 25-16,-25-25 0,25 0 0,0 0 0</inkml:trace>
  <inkml:trace contextRef="#ctx0" brushRef="#br0" timeOffset="168327.6278">27434 7491 0,'0'0'0,"0"0"16,0 0-16,0 0 0,0 0 0,0 0 0,0 0 0,0 0 15,0 0-15,0 0 0,0-25 0,0 25 0,0 0 16,0 0-16,0 0 0,0 0 0,0 0 0,0 0 0,0 0 15,0 0-15,0 0 0,0 0 0,0 0 0,0 0 16,0 0-16,0 0 0,0 0 0,0 0 0,0 0 0,0 0 16,0 0-16,0 0 0,0 0 0,0 0 15,0 0-15,0 0 0,0 0 0,0 0 0,-25-25 0,25 25 16,0 0-16,0 0 0,0 0 0,0 0 0,0 0 0,0 0 15,0 0-15,0 0 0,0 0 0,0 0 0,0-24 16,0 24-16,25 0 0,-25 0 0,0 0 0,0 0 0,0 0 16,0 0-16,25 0 0,-25 0 0,0 0 0,0 0 15,25 0-15,-25 0 0,0 0 0,0 0 0,0 0 16,0 0-16,24 0 0,-24 0 0,0 24 0,0-24 15,0 0-15,0 0 0,0 25 0,0-25 0,0 0 0,-24 25 16,24-25-16,0 0 0,0 25 0,-25-25 0,25 25 16,0-1-16,-25-24 0,25 25 0,0-25 0,-25 25 0,25-25 15,-25 25-15,25-25 0,-24 0 0,24 25 0,-25-25 16,25 24-16,0-24 0,-25 0 0,25 0 0,-25 25 0,25-25 15,0 0-15,0 0 0,0 0 0,-25 0 0,25 0 16,0 0-16,0 0 0,0 0 0,0 0 0,0 0 16,0 0-16,0 0 0,0 0 0,25 0 0,-25 0 0,0 0 15,0 0-15,0 0 0,25 25 0,-25-25 0,0 0 0,0 0 16,0 0-16,25 0 0,-25 0 0,0 0 0,0 0 15,0 0-15,25 0 0,-25 0 0,0 25 0,0-25 16,0 0-16,0 0 0,0 25 0,0-25 0,0 0 0,0 24 16,0-24-16,-25 0 0,25 25 0,0-25 0,0 25 15,0-25-15,0 0 0,-25 25 0,25-25 0,0 0 16,0 25-16,-25-25 0,25 0 0,0 24 0,0-24 0,-25 0 15,25 0-15,0 0 0,0 0 0,-24 0 0,24 25 16,0-25-16,0 0 0,-25 0 0,25 0 0,0 0 0,0 0 16,0 0-16,-25 0 0,25 0 0,0 0 0,0 0 15,0-25-15,0 25 0,0 0 0,0 0 0,0 0 0,0 0 16,0 0-16,0-24 0,0 24 0,0 0 0,0-25 15,25 25-15,-25 0 0,0 0 0,25-25 0,-25 25 16,24 0-16,-24 0 0,0-25 0</inkml:trace>
  <inkml:trace contextRef="#ctx0" brushRef="#br0" timeOffset="168702.6492">27831 7541 0,'-25'0'0,"25"0"0,0 0 15,0 0-15,0 0 0,0 0 0,0 0 0,0-25 0,-25 25 16,25 0-16,0 0 0,0 0 0,0 0 0,-25 0 15,25 0-15,0 0 0,0 0 0,-24 0 0,24 0 16,0 0-16,0 25 0,-25-25 0,25 0 0,0 0 0,-25 24 16,25-24-16,0 25 0,-25-25 0,25 0 0,0 25 15,-25-25-15,25 25 0,0 0 0,-24-25 0,24 24 0,0-24 16,0 25-16,-25 0 0,25-25 0,0 25 0,0-25 15,0 25-15,0-1 0,0-24 0,0 25 0,0-25 16,25 25-16,-25-25 0,0 25 0,0-25 0,0 25 0,0-25 16,24 0-16,-24 24 0,0-24 0,0 0 0,25 25 15,-25-25-15,25 0 0,-25 25 0,0-25 0,25 0 0,-25 0 16,25 0-16,-25 0 0,24 0 0,-24 0 0,25 0 15,-25 0-15,0 0 0,25 0 0</inkml:trace>
  <inkml:trace contextRef="#ctx0" brushRef="#br0" timeOffset="169077.6707">27930 7913 0,'0'0'0,"0"0"0,0 0 0,0 0 15,0 0-15,0 0 0,0 0 0,0 0 0,0 0 16,0 0-16,0 0 0,0 0 0,0 0 0,0 0 15,0 0-15,0 0 0,0 0 0,-25 0 0,25 0 0,0 24 16,0-24-16,-25 0 0,25 0 0,0 0 0,-24 0 16,24 25-16,0-25 0,-25 0 0,25 0 0,0 0 15,-25 25-15,25-25 0,0 0 0,-25 0 0,25 0 0,0 25 16,-25-25-16,25 0 0,0 0 0,0 0 0,-24 0 0,24 25 15,0-25-15,0 0 0,0 0 0,0 0 0,0 0 16,0 0-16,0 0 0,0 0 0,0 25 0,0-25 16,0 0-16,24 0 0,-24 0 0,0 0 0,25 0 0,-25 0 15,0 0-15,25 24 0,-25-24 0,25 0 0,-25 0 16,25 0-16,-25 0 0,0 0 0,24 25 0,-24-25 15,25 0-15,-25 0 0,25 0 0,-25 0 0,0 25 0,25-25 16,-25 0-16,0 0 0,25 0 0,-25 0 0,0 0 16,0 0-16,24 0 0,-24 0 0,0 0 0,0 0 0,0 0 15,0 0-15,0 0 0,0 0 0,0 0 0,25 0 16,-25-25-16,0 25 0,0 0 0</inkml:trace>
  <inkml:trace contextRef="#ctx0" brushRef="#br0" timeOffset="169330.6851">28004 7962 0,'0'0'0,"0"0"0,0 0 0,0 0 0,0 0 0,0 0 16,0 0-16,0 0 0,0 0 0,0 0 0,0 0 0,0 0 16,0 0-16,0 25 0,0-25 0,0 0 0,0 0 15,0 0-15,0 25 0,0-25 0,0 0 0,0 25 16,0-25-16,0 25 0,0-25 0,0 0 0,0 24 0,-24-24 15,24 25-15,0-25 0,0 25 0,0-25 0,-25 25 16,25-25-16,0 25 0,0-25 0,-25 24 0,25-24 0,0 0 16,-25 25-16,25-25 0,0 25 0,0-25 0,-25 25 15,25-25-15,0 0 0,0 25 0,0-25 0,-24 0 16,24 24-16,0-24 0,0 0 0,0 0 0,0 25 15,0-25-15,0 0 0,0 0 0,0 0 0,0 0 0</inkml:trace>
  <inkml:trace contextRef="#ctx0" brushRef="#br0" timeOffset="169641.7029">28228 8086 0,'0'0'16,"0"0"-16,0-24 0,0 24 0,0 0 0,25 0 0,-25 0 15,0 0-15,0 0 0,0 0 0,0 0 0,0 0 16,0 0-16,0 0 0,0 24 0,0-24 0,0 0 0,0 0 15,0 25-15,0-25 0,0 0 0,0 25 0,0-25 16,0 25-16,-25-25 0,25 0 0,0 25 0,0-25 0,0 0 16,-25 24-16,25-24 0,0 25 0,-25-25 0,25 0 15,0 25-15,-25-25 0,25 0 0,0 0 0,-24 25 0,24-25 16,0 0-16,-25 0 0,25 0 0,0 0 0,-25 0 15,25 0-15,0 0 0,0 0 0,0 0 0</inkml:trace>
  <inkml:trace contextRef="#ctx0" brushRef="#br0" timeOffset="170189.7343">28674 7640 0,'0'0'0,"0"0"0,0-25 16,0 25-16,0 0 0,0-25 0,0 25 0,0 0 15,0 0-15,0 0 0,0-25 0,0 25 0,0 0 16,0 0-16,0 0 0,0 0 0,0 0 0,0 0 0,0 0 16,0 0-16,0 0 0,-25 0 0,25 0 0,0 0 15,0 0-15,0 0 0,-24 0 0,24 0 0,0 25 0,0-25 16,-25 0-16,25 25 0,-25-25 0,25 25 0,0-25 15,-25 25-15,25-1 0,0-24 0,-25 25 0,25-25 16,0 25-16,0 0 0,-24-25 0,24 25 0,0-1 0,0-24 16,-25 25-16,25-25 0,0 25 0,0 0 0,0-25 15,0 25-15,0-25 0,0 0 0,0 24 0,0-24 16,0 25-16,0-25 0,0 0 0,0 25 0,25-25 0,-25 0 15,0 0-15,0 25 0,24-25 0,-24 0 0,0 0 16,0 0-16,25 0 0,-25 0 0,0 0 0,25-25 0,-25 25 16,25 0-16,-25 0 0,0-25 0,25 25 0,-25 0 15,0-25-15,0 25 0,24-24 0,-24 24 0,0-25 0,0 25 16,25-25-16,-25 25 0,0-25 0,0 25 0,0-25 15,25 1-15,-25 24 0,0-25 0,0 0 0,0 25 16,25-25-16,-25 25 0,0 0 0,0-25 0,0 25 0,0 0 16,0 0-16,0 0 0,0 0 0,0 0 0,0 0 15,0 0-15,0 0 0,0 0 0,0 0 0,0 0 0,0 0 16,0 0-16,-25 0 0,25 0 0,0 0 0,0 25 15,0-25-15,0 0 0,0 0 0,0 0 0,0 25 0</inkml:trace>
  <inkml:trace contextRef="#ctx0" brushRef="#br0" timeOffset="170409.7469">28798 7937 0,'0'0'0,"0"0"0,0 0 0,0 0 0,0 25 0,0-25 15,0 0-15,0 0 0,0 0 0,0 0 0,0 25 16,0-25-16,0 0 0,0 25 0,0-25 0,0 0 15,0 25-15,0-25 0,-25 25 0,25-25 0,0 24 0,0-24 16,-24 25-16,24-25 0,0 25 0,-25-25 0,25 25 16,0-25-16,-25 25 0,25-25 0,-25 24 0,25-24 15,0 0-15,-25 25 0,25-25 0,0 25 0,0-25 0,-24 0 16,24 0-16,0 25 0,0-25 0,0 0 0,24 0 15</inkml:trace>
  <inkml:trace contextRef="#ctx0" brushRef="#br0" timeOffset="170945.7775">29146 7739 0,'0'0'0,"0"-25"0,0 25 0,0 0 16,0-25-16,0 25 0,0 0 0,0 0 0,0-24 15,0 24-15,24 0 0,-24 0 0,0 0 0,0 0 16,0 0-16,0 0 0,25 0 0,-25 0 0,0 0 15,25 0-15,-25 0 0,0 0 0,25 0 0,-25 0 16,0 0-16,0 0 0,25 0 0,-25 24 0,0-24 0,0 0 16,0 0-16,0 25 0,0-25 0,0 25 0,0-25 0,0 0 15,0 25-15,-25-25 0,25 25 0,0-25 0,-25 24 16,25-24-16,-25 25 0,25 0 0,-25-25 0,25 25 15,-24-25-15,24 25 0,0-25 0,-25 24 0,25-24 0,-25 25 16,25-25-16,-25 25 0,25-25 0,-25 25 0,25-25 0,0 25 16,-25-25-16,25 0 0,0 25 0,0-25 0,-24 0 15,24 24-15,0-24 0,0 0 0,0 0 0,0 25 16,0-25-16,0 0 0,0 0 0,0 0 0,0 25 15,0-25-15,0 0 0,24 0 0,-24 0 0,0 0 0,25 0 16,-25 0-16,25 0 0,-25 25 0,25-25 0,-25 0 0,25 0 16,0 0-16,-25 0 0,24 0 0,1 0 0,-25-25 15,25 25-15,0 0 0,0 0 0,-25 0 0,24 0 16,1 0-16,-25-25 0</inkml:trace>
  <inkml:trace contextRef="#ctx0" brushRef="#br0" timeOffset="171309.7983">29716 7764 0,'0'0'0,"0"-25"0,0 25 0,0 0 0,0-25 15,0 25-15,0 0 0,0-25 0,0 25 0,0 0 16,0 0-16,-25 0 0,25-24 0,0 24 0,0 0 0,0 0 16,0 0-16,0 0 0,0 0 0,-25 0 0,25 0 15,0 0-15,0 0 0,0 0 0,-24 24 0,24-24 16,-25 0-16,25 0 0,0 25 0,-25-25 0,25 0 0,-25 25 15,25-25-15,-25 25 0,25-25 0,-24 25 0,24-25 16,0 24-16,-25-24 0,25 25 0,0-25 0,0 25 0,-25-25 16,25 25-16,0-25 0,0 25 0,0-25 0,0 24 15,0-24-15,0 25 0,0-25 0,0 25 0,0-25 16,0 0-16,0 25 0,0-25 0,25 25 0,-25-25 0,0 0 15,0 25-15,0-25 0,25 0 0,-25 0 0,0 24 16,24-24-16,-24 0 0,0 0 0,25 0 0,-25 0 0,0 0 16,25 0-16,-25 0 0,25 0 0</inkml:trace>
  <inkml:trace contextRef="#ctx0" brushRef="#br0" timeOffset="171683.8197">29716 8062 0,'0'0'0,"0"0"0,0 0 0,0 0 0,0 0 15,0 0-15,0 0 0,0 0 0,0 0 0,0 0 16,0 0-16,0 0 0,0 0 0,0 0 0,-25 0 0,25 24 16,0-24-16,0 0 0,0 0 0,0 0 0,0 0 15,-25 25-15,25-25 0,0 0 0,0 0 0,-24 0 0,24 0 16,0 25-16,0-25 0,-25 0 0,25 0 0,0 0 15,0 25-15,-25-25 0,25 0 0,0 0 0,0 0 16,0 0-16,-25 25 0,25-25 0,0 0 0,0 0 0,0 0 16,0 0-16,0 0 0,0 0 0,0 24 0,0-24 15,0 0-15,0 0 0,0 0 0,0 0 0,0 0 0,0 0 16,0 0-16,0 0 0,25 0 0,-25 0 0,0 0 15,0 25-15,25-25 0,-25 0 0,25 0 0,-25 0 0,0 0 16,24 0-16,-24 0 0,0 0 0,25 0 0,-25 0 16,25 0-16,-25 0 0,0 25 0,25-25 0,-25 0 15,0 0-15,0 0 0,25 0 0,-25 0 0,0 0 0,24 0 16,-24 0-16,0 0 0,0 0 0,0 0 0,0 0 15,0 0-15,25 0 0,-25 0 0,0 0 0,0 0 0,0 0 16,0 0-16,0 0 0,0 0 0</inkml:trace>
  <inkml:trace contextRef="#ctx0" brushRef="#br0" timeOffset="171896.8319">29840 8161 0,'0'0'0,"0"-25"16,0 25-16,0 0 0,0 0 0,0 0 0,0 0 15,0 0-15,0 0 0,0 0 0,0 0 0,0 0 0,0 0 16,0 0-16,0 0 0,0 0 0,0 25 0,0-25 15,-25 0-15,25 25 0,0-25 0,0 0 0,0 24 0,0-24 16,0 25-16,0-25 0,0 0 0,-25 25 0,25-25 16,0 25-16,0-25 0,0 25 0,0-25 0,0 0 15,0 24-15,-24-24 0,24 0 0,0 25 0,0-25 0,0 0 16,0 0-16,0 0 0,0 0 0,0 0 0,0 0 15,0 0-15,0 25 0</inkml:trace>
  <inkml:trace contextRef="#ctx0" brushRef="#br0" timeOffset="172460.8642">30510 7392 0,'25'0'0,"-25"0"0,0 0 0,0 0 0,0 0 16,0 25-16,0-25 0,0 0 0,0 0 0,0 0 0,0 0 15,0 24-15,0-24 0,0 0 0,24 0 0,-24 25 16,0-25-16,0 25 0,0-25 0,0 25 0,0 0 0,0-25 16,0 24-16,0 1 0,0 0 0,0-25 0,0 25 15,0 0-15,0-1 0,0 1 0,-24-25 0,24 25 0,0 0 16,0 0-16,-25-1 0,25-24 0,0 25 0,-25 0 15,25 0-15,0 0 0,-25-25 0,25 24 0,-25 1 0,25 0 16,-24-25-16,24 25 0,-25 0 0,0-25 0,25 25 16,-25-1-16,25-24 0,-25 25 0,25 0 0,-24-25 15,-1 25-15,25-25 0,-25 25 0,25-25 0,-25 24 0,0-24 16,25 0-16,-25 25 0,25-25 0,-24 0 0,24 25 15,-25-25-15,25 0 0,-25 0 0,25 0 0,-25 0 16,25 25-16,0-25 0,-25 0 0</inkml:trace>
  <inkml:trace contextRef="#ctx0" brushRef="#br0" timeOffset="173002.8952">31080 7937 0,'0'0'0,"25"0"0,-25 0 0,0 0 0,25 0 0,-25 0 0,25 0 0,-25 0 0,0 25 0,24-25 0,-24 0 0,0 0 0,0 0 0,25 0 0,-25 0 0,0 0 0,0 0 0</inkml:trace>
  <inkml:trace contextRef="#ctx0" brushRef="#br0" timeOffset="173165.9045">30857 8062 0,'0'0'0,"0"24"0,0-24 0,0 0 0,0 0 0,0 0 16,0 0-16,0 0 0,0 0 0,25 0 16,-25 0-16,0 0 0,25 0 0,-25 0 0,24 0 0,-24 0 0,25 0 15,-25 0-15,25 0 0,0 0 0,-25 0 0,25 0 16,-1 0-16,1 0 0,-25 0 0,25 0 0,0 0 0,-25 0 15,25 25-15,-1-25 0,-24 0 0,25 0 0,0 0 16,-25 0-16,25 0 0,-25 0 0,25 0 0</inkml:trace>
  <inkml:trace contextRef="#ctx0" brushRef="#br0" timeOffset="174185.9628">31626 7392 0,'0'0'0,"0"0"0,0 0 0,0 0 16,0 0-16,0 0 0,0 0 0,0 0 0,0 0 15,0 0-15,0 0 0,0 0 0,0 0 0,0 0 16,0 0-16,0 0 0,0 0 0,0 0 0,0 0 0,0 0 16,0 0-16,0 0 0,0 0 0,0 0 0,0 0 0,0 0 15,0 0-15,0 0 0,0 0 0,0 0 0,0 0 0,0 0 16,0 0-16,0 0 0,0 0 0,-25 0 0,25 0 15,0 0-15,0 0 0,0 0 0,-25 25 0,25-25 0,0 0 16,-24 0-16,24 24 0,0-24 0,-25 0 0,25 25 16,-25-25-16,25 0 0,0 25 0,-25-25 0,25 25 0,0-25 15,-25 25-15,25-25 0,-24 24 0,24 1 0,0-25 0,-25 25 16,25-25-16,0 25 0,0-25 0,-25 25 0,25-1 15,0-24-15,0 25 0,-25 0 0,25-25 0,0 25 0,0-25 16,0 25-16,-25-1 0,25-24 0,0 25 0,0-25 16,0 25-16,0 0 0,0-25 0,0 25 0,0-25 0,0 24 15,0-24-15,0 25 0,0-25 0,0 25 0,25-25 16,-25 25-16,0-25 0,0 0 0,0 25 0,0-25 0,25 0 15,-25 25-15,0-25 0,0 0 0,25 0 0,-25 24 16,0-24-16,0 0 0,25 0 0,-25 0 0,0 0 0</inkml:trace>
  <inkml:trace contextRef="#ctx0" brushRef="#br0" timeOffset="174828.9996">31800 7590 0,'-25'0'0,"25"0"0,0 0 0,0 0 0,0-25 0,0 25 16,0 0-16,0 0 0,0 0 0,0 0 0,0 0 0,0 0 16,0 0-16,-25 0 0,25 0 0,0 0 0,0 0 15,0 0-15,0 0 0,0 0 0,0 25 0,0-25 0,0 0 16,-25 0-16,25 0 0,0 25 0,0-25 0,0 0 15,-25 0-15,25 25 0,0-25 0,0 0 0,-24 25 0,24-25 16,0 24-16,0-24 0,0 25 0,-25-25 0,25 25 16,0-25-16,0 0 0,0 25 0,-25-25 0,25 25 0,0-25 15,0 24-15,0-24 0,0 25 0,0-25 0,0 25 0,0-25 16,0 0-16,0 25 0,0-25 0,0 0 0,0 25 15,0-25-15,0 0 0,0 0 0,0 24 0,0-24 0,0 0 16,0 0-16,0 0 0,25 0 0,-25 0 0,0 25 0,0-25 16,0 0-16,0 0 0,25 0 0,-25 0 0,0 0 15,24 0-15,-24 0 0,0-25 0,0 25 0,25 0 0,-25 0 16,0 0-16,25-24 0,-25 24 0,0 0 0,25-25 15,-25 25-15,0 0 0,25-25 0,-25 25 0,0-25 0,24 25 16,-24-25-16,0 25 0,25-24 0,-25 24 0,0-25 0,0 0 16,0 25-16,25-25 0,-25 25 0,0-25 0,0 25 15,0 0-15,0-24 0,0 24 0,0 0 0,0-25 0,0 25 16,0 0-16,0 0 0,0 0 0,25 0 0,-25 0 15,0 0-15,0 0 0,0 0 0,0 0 0,0 0 0,0 0 16,0 0-16,0 0 0,0 0 0,0 0 0,0 0 16,0 0-16,0 0 0,0 0 0,0 0 0,0 0 0,0 0 15,0 0-15,0 0 0</inkml:trace>
  <inkml:trace contextRef="#ctx0" brushRef="#br0" timeOffset="175109.0156">31849 7937 0,'0'0'0,"0"25"0,0-25 16,0 0-16,0 0 0,0 0 0,0 0 0,0 0 15,0 0-15,0 25 0,0-25 0,0 0 0,0 0 0,0 25 16,0-25-16,0 0 0,0 25 0,0-25 0,-25 0 16,25 25-16,0-25 0,0 0 0,0 24 0,-24-24 0,24 25 15,0-25-15,0 0 0,-25 25 0,25-25 0,0 0 0,0 25 16,-25-25-16,25 0 0,0 0 0,0 25 0,0-25 15,-25 0-15,25 0 0,0 0 0,0 0 0,0 0 0,0 0 16,0 0-16</inkml:trace>
  <inkml:trace contextRef="#ctx0" brushRef="#br0" timeOffset="175722.0507">32246 7689 0,'0'-24'0,"0"24"0,0 0 0,0 0 16,0 0-16,-25 0 0,25 0 0,0 0 0,0 0 0,0 0 16,-25 0-16,25 0 0,0 0 0,0 0 0,0 0 15,-24 0-15,24 0 0,0 0 0,0 24 0,-25-24 0,25 0 16,0 25-16,0-25 0,-25 0 0,25 25 0,0-25 0,-25 0 15,25 25-15,-25-25 0,25 25 0,0-25 0,0 24 16,-24-24-16,24 25 0,0-25 0,-25 25 0,25-25 0,0 25 16,0-25-16,0 25 0,-25-25 0,25 24 0,0-24 0,149-124 280,-149 124-280</inkml:trace>
  <inkml:trace contextRef="#ctx0" brushRef="#br0" timeOffset="175896.0607">32196 8037 0,'0'0'0,"25"0"0,-25 0 0,0 0 15,0 0-15,0 0 0,0 0 0,0 0 0,0 25 0,0-25 16,0 0-16,0 0 0,0 0 0,0 24 0,0-24 15,0 0-15,0 25 0,0-25 0,0 0 0,-25 25 0,25-25 16,0 0-16,0 25 0,-24-25 0,24 0 0,0 25 16,-25-25-16,25 0 0,0 24 0,-25-24 0,25 0 0,0 25 15,-25-25-15,25 0 0,0 0 0,-25 25 0,25-25 0,0 0 16,-24 0-16,24 0 0,0 0 0,0 25 0,0-25 15,0 0-15,0 0 0,0 0 0,0 0 0</inkml:trace>
  <inkml:trace contextRef="#ctx0" brushRef="#br0" timeOffset="177361.1444">32345 7714 0,'0'0'0,"0"0"0,0 0 0,0 0 0,0 0 0,0 0 16,0 0-16,0 0 0,0 0 0,-24 0 0,24 0 15,0 0-15,0 0 0,0 0 0,0 0 0,0 0 0,0 0 16,0 0-16,0 0 0,0 0 0,-25 0 0,25 0 0,0 0 16,0 0-16,0 0 0,0 0 0,0 0 0,-25 0 15,25 0-15,0 0 0,0 0 0,0 0 0,-25 0 0,25 0 16,0 0-16,0 0 0,-25 0 0,25 0 0,0 0 0,-25 0 15,25 25-15,0-25 0,0 0 0,0 0 0,-24 0 16,24 0-16,0 0 0,0 0 0,0 25 0,-25-25 0,25 0 16,0 0-16,0 0 0,-25 0 0,25 25 0,0-25 15,0 0-15,0 0 0,0 0 0,0 24 0,-25-24 0,25 0 16,75 348 249,-75-348-265,24 0 0,-24 0 0,0 0 0,0 0 0,25 0 0,-25 0 16,0-25-16,0 25 0,0 0 0,25 0 0,-25 0 0,0 0 0,0 0 0,25 0 0,-25 0 0,0 0 0,0 0 0,0-25 0,25 25 0,-25 0 0,0 0 0,0 0 0,25 0 0,-25 0 0,0-25 0,0 25 0,0 0 0,0 0 0,24 0 0,-24 0 0,0-24 0,0 24 0,0 0 0,0 0 0,0 0 0,0 0 0,0-25 0,25 25 15,-25 0-15,0 0 0,0 0 0,0 0 0,0-25 16,0 25-16,0 0 0,0 0 0,0-25 0,25 25 0,-25 0 15,0-25-15,0 25 0,0 0 0,0 0 0,0-25 0,0 25 16,0 0-16,0 0 0,0 0 0,25-24 0,-25 24 0,0 0 16,0 0-16,0 0 0,0 0 0,0 0 0,0 0 15,0 0-15,0-25 0,0 25 0,0 0 0,0 0 0,0 0 16,0 0-16,0 0 0,0 0 0,0 0 0,0 0 0,0 0 15,0-25-15,0 25 0,0 0 0,0 0 0,0 0 0,0 0 16,0 0-16,0-25 0,0 25 0,0 0 0,0 0 16,0 0-16,0 0 0,0 0 0,0 0 0,0 0 0,-25 0 15,25 0-15,0 0 0,0 0 0,0 0 0,0 0 0,0 0 16,0 0-16,-25 0 0,25 0 0,0 0 0,0 0 15,0 0-15,0 0 0,0 0 0,0 0 0</inkml:trace>
  <inkml:trace contextRef="#ctx0" brushRef="#br0" timeOffset="178055.1841">32395 8161 0,'0'0'0,"0"0"0,0 0 0,0 0 0,0 0 15,0 0-15,0 0 0,0 0 0,0 0 0,0 0 0,0 0 0,0 0 16,0 0-16,0 0 0,0 0 0,25 0 0,-25 0 16,0 0-16,0 0 0,0 0 0,0 0 0,0 0 0,0 25 15,0-25-15,0 0 0,0 0 0,0 0 0,0 0 16,0 24-16,0-24 0,0 0 0,0 0 0,0 0 0,-25 25 15,25-25-15,0 0 0,0 25 0,-25-25 0,25 0 0,0 0 16,0 25-16,-25-25 0,25 0 0,0 0 0,0 25 0,-24-25 16,24 0-16,0 0 0,-25 24 0,25-24 0,0 0 15,0 0-15,-25 0 0,25 0 0,0 0 0,0 0 0,0 0 16,0 0-16,-25 0 0,25 0 0,0 0 0,0 0 15,0 0-15</inkml:trace>
  <inkml:trace contextRef="#ctx0" brushRef="#br0" timeOffset="179739.2805">32792 7689 0,'0'0'0,"0"0"0,0 0 0,-25 0 16,25 0-16,0-24 0,0 24 0,0 0 0,0 0 16,0 0-16,0 0 0,0 0 0,0 0 0,0 0 0,0 0 15,0 0-15,0 0 0,0 0 0,0 0 0,0 0 16,0 0-16,0 0 0,0 0 0,0 24 0,-25-24 0,25 0 15,0 0-15,-25 0 0,25 25 0,0-25 0,-24 0 0,24 25 16,-25-25-16,25 0 0,0 25 0,-25-25 0,25 25 0,0-25 16,-25 24-16,25-24 0,0 25 0,-25-25 0,25 25 15,0 0 328</inkml:trace>
  <inkml:trace contextRef="#ctx0" brushRef="#br0" timeOffset="183969.5224">6995 6350 0,'0'0'0,"0"0"0,0 0 0,0 0 0,0 0 0,0 0 0,0 0 0,0 0 16,0 0-16,0 0 0,0 0 0,0 0 0,0 0 0,0 0 15,0 0-15,0 0 0,0 0 0,0 0 0,0 0 16,0 0-16,0 0 0,0 0 0,0 0 0,0 0 16,0 0-16,0 0 0,0 0 0,0 0 0,0 0 0,0 0 15,-25 0-15,25 0 0,0 0 0,0 0 0,0 0 16,0 0-16,0 0 0,0 0 0,0 0 0,0-25 0,0 25 15,0 0-15,0 0 0,0 0 0,0 0 0,0 0 16,0 0-16,0 0 0,0 0 0,0 0 0,0 0 0,0 0 16,0 0-16,0 0 0,0 0 0,0 0 0,0 0 15,0 0-15,0 0 0,0 0 0,0 0 0,0 0 16,0 0-16,0 0 0,0 0 0,0 0 0,0 0 15,0 0-15,0 0 0,0 0 0,0 0 0,0 0 0,0 0 16,0 0-16,0 0 0,0 0 0,0 0 0,0 0 0,0 0 16,0 0-16,0 0 0,0 0 0,0 0 0,0 0 15,0 0-15,0 0 0,0 0 0,0 0 0,0 0 0,0 0 16,0 25-16,0-25 0,0 0 0,0 0 0,0 0 15,0 0-15,0 0 0,-25 0 0,25 0 0,0 0 16,0 0-16,0 0 0,0 0 0,0 25 0,0-25 0,0 0 16,0 0-16,0 0 0,0 0 0,0 0 0,0 0 0,-24 0 15,24 25-15,0-25 0,0 0 0,0 0 0,0 0 16,0 0-16,0 24 0,0-24 0,0 0 0,0 0 15,0 0-15,0 0 0,0 0 0,0 25 0,0-25 0,0 0 16,0 0-16,0 0 0,0 25 0,0-25 0,0 0 16,0 0-16,0 0 0,0 0 0,0 0 0,0 0 15,0 25-15,0-25 0,0 0 0,0 0 0,0 0 0,0 0 16,0 25-16,0-25 0,0 0 0,0 0 0,0 0 0,0 0 15,0 0-15,0 0 0,0 0 0,0 24 0,24-24 16,-24 0-16,0 0 0,0 0 0,0 0 0,0 0 16,0 25-16,0-25 0,0 0 0,0 0 0,0 0 0,0 0 15,0 25-15,0-25 0,0 0 0,0 0 0,0 0 16,0 0-16,0 0 0,0 0 0,0 25 0,0-25 15,0 0-15,0 0 0,0 0 0,0 0 0,0 0 0,0 0 16,0 25-16,0-25 0,0 0 0,0 0 0,0 0 0,0 0 16,0 0-16,0 24 0,0-24 0,0 0 0,0 0 15,0 0-15,0 0 0,0 25 0,0-25 0,0 0 16,0 0-16,0 0 0,0 0 0,0 25 0,0-25 0,0 0 15,0 0-15,0 0 0,-24 0 0,24 0 0,0 25 16,0-25-16,0 0 0,0 0 0,0 0 0,0 0 16,0 25-16,0-25 0,0 0 0,0 0 0,0 0 0,0 0 15,0 0-15,-25 0 0,25 24 0,0-24 0,0 0 16,0 0-16,0 0 0,0 0 0,0 0 0,0 0 15,-25 0-15,25 0 0,0 0 0,0 0 0,0 0 0,0 25 16,0-25-16,-25 0 0,25 0 0,0 0 0,0 0 16,0 0-16,0 0 0,-25 0 0,25 0 0,0 0 0,0 0 15,0 0-15,0 0 0,0 0 0,0 0 0,0 0 16,0 0-16,-25 0 0,25 0 0,0 0 0,0 0 0,0 0 15,0 0-15,0 0 0,0 0 0,0 0 0,0 0 16,0 0-16,0 0 0,0 0 0,0 0 0,0 0 0,0 0 16,0-25-16,0 25 0,0 0 0,0 0 0,0 0 15,0 0-15,0 0 0,0 0 0,0 0 0,0 0 16,0 0-16,0 0 0,0 0 0,0 0 0,0 0 0,0 0 15,0 0-15,0 0 0,0 0 0,0 0 0,0 0 16,0 0-16,0 0 0,0 25 0,0-25 0,0 0 16,0 0-16,25 0 0,-25 0 0,0 0 0,0 0 0,0 25 15,0-25-15,0 0 0,0 0 0,0 25 0,25-25 16,-25 0-16,0 0 0,0 25 0,0-25 0,0 0 0,0 25 15,0-25-15,0 0 0,0 24 0,0-24 0,0 25 16,0-25-16,0 0 0,0 25 0,0-25 0,25 0 0,-25 25 16,0-25-16,0 0 0,0 25 0,0-25 0,0 0 15,-25 24-15,25-24 0,0 0 0,0 25 0,0-25 16,0 0-16,0 25 0,0-25 0,0 0 0,0 25 0,0-25 15,0 0-15,0 25 0,0-25 0,0 0 0,0 0 16,0 24-16,0-24 0,0 0 0,-25 0 0,25 25 0,0-25 16,0 0-16,0 25 0,0-25 0,0 0 0,0 25 15,0-25-15,0 25 0,0-25 0,0 0 0,0 24 16,0-24-16,0 0 0,0 25 0,0-25 0,-25 0 0,25 25 15,0-25-15,0 25 0,0-25 0,0 0 0,0 25 16,0-25-16,0 24 0,0-24 0,0 0 0,0 25 16,0-25-16,0 25 0,0-25 0,0 0 0,0 25 0,0-25 15,0 25-15,0-25 0,0 24 0,-24-24 0,24 25 16,0-25-16,0 25 0,0-25 0,0 25 0,0-25 0,0 25 15,0-25-15,0 24 0,0-24 0,-25 25 0,25-25 16,0 25-16,0-25 0,0 25 0,0-25 0,0 25 0,0-25 16,0 0-16,0 24 0,-25-24 0,25 25 0,0-25 0,0 25 15,0-25-15,0 0 0,0 25 0,0-25 0,0 0 16,0 25-16,0-25 0,0 0 0,0 24 0,0-24 15,0 0-15,0 0 0,0 25 0,0-25 0,-25 0 0,25 0 16,0 0-16,0 0 0,0 0 0,0 0 0,0 0 16,0 0-16,25 0 0,-25 0 0,0 0 0,0 0 15,0 0-15,0 0 0,0 0 0,0 0 0,0-25 0,0 25 16,0 0-16</inkml:trace>
  <inkml:trace contextRef="#ctx0" brushRef="#br0" timeOffset="185099.5871">3125 9872 0,'0'0'0,"0"0"0,0 0 16,0 0-16,0 0 0,0 0 0,0 0 0,0 0 0,0 0 16,-24 0-16,24 0 0,0 0 0,0-25 0,0 25 15,0 0-15,0 0 0,0 0 0,0 0 0,0 0 0,0 0 16,0 0-16,0 0 0,0 0 0,0 0 0,0 0 15,0 0-15,24 0 0,-24 0 0,0 0 0,0 0 16,0 0-16,0 0 0,0 0 0,25 0 0,-25 0 0,0 0 16,0 0-16,25 0 0,-25 0 0,0 25 0,25-25 15,-25 0-15,25 0 0,-25 0 0,0 0 0,24 0 0,-24 0 16,25 0-16,-25 0 0,25 0 0,-25 0 0,25 0 15,-25 0-15,25 0 0,-25 0 0,0 0 0,24 0 16,-24 0-16,0 0 0,0 0 0,0 0 0</inkml:trace>
  <inkml:trace contextRef="#ctx0" brushRef="#br0" timeOffset="185397.6041">3150 9947 0,'0'-25'16,"0"25"-16,0 0 0,0 0 0,0 0 0,0 0 0,0 0 15,0 0-15,0 0 0,0 0 0,0 0 0,0 0 16,0 0-16,0 0 0,0 0 0,0 0 0,0 0 0,0 0 15,0 0-15,0 0 0,0 0 0,25 0 0,-25 0 16,0 0-16,0 0 0,25 0 0,-25 0 0,0 0 0,25 0 16,-25 0-16,0 0 0,24 25 0,-24-25 0,25 0 15,-25 0-15,25 0 0,-25 0 0,0 0 0,25 0 0,-25 0 16,25-25-16,-25 25 0,0 0 0,24 0 0,-24 0 15,0 0-15,25 0 0,-25-25 0,0 25 0</inkml:trace>
  <inkml:trace contextRef="#ctx0" brushRef="#br0" timeOffset="186202.6502">3299 9723 0,'0'-24'0,"0"24"0,0 0 16,0 0-16,0 0 0,0 0 0,0 0 0,0 0 16,0 0-16,0 0 0,0 0 0,0 0 0,0 0 0,0 0 15,0 0-15,0 0 0,0 0 0,0 0 0,0 0 16,0 0-16,0 0 0,0 0 0,0 0 0,0 0 15,0 0-15,0 0 0,25 0 0,-25 0 0,0 0 0,0 24 16,0-24-16,0 0 0,25 0 0,-25 0 0,0 0 16,24 0-16,-24 0 0,0 0 0,25 0 0,-25 0 0,25 0 15,-25 0-15,25 25 0,-25-25 0,25 0 0,-25 0 16,24 0-16,-24 0 0,25 0 0,-25 25 0,25-25 0,-25 0 15,25 0-15,-25 25 0,0-25 0,25 0 16,-25 25-16,0-25 0,0 0 0,24 0 0,-24 24 0,0-24 16,0 0 93,-49 124-109,49-124 0,-25 0 0,25 25 0,-25-25 0,25 25 0,0-25 0,-25 25 0,25-25 0,0 25 0,0-25 0,-24 0 0,24 25 0,0-25 0,0 0 0,0 0 0,0 0 0,0 24 0,24-24 0,-24 0 15,0 0-15,0-24 0,0 24 0,25 0 0,-25 0 0</inkml:trace>
  <inkml:trace contextRef="#ctx0" brushRef="#br0" timeOffset="188536.7837">4192 9525 0,'0'0'0,"0"0"0,0 0 15,0 0-15,0 0 0,0 0 0,0 0 0,0-25 0,-25 25 16,25 0-16,0 0 0,0 0 0,0 0 0,0 0 15,0 0-15,0 0 0,0 0 0,0 0 0,0 0 16,0 0-16,0 0 0,0 0 0,0 0 0,0 0 0,0 0 16,0 0-16,-25 0 0,25 0 0,0 0 0,0 0 15,0 0-15,0 0 0,0 0 0,0 0 0,0 0 0,0 0 16,-24 0-16,24 0 0,0 0 0,0 0 0,0 0 15,0 0-15,0 0 0,0 0 0,0 0 0,0 0 0,0 0 16,0 0-16,0 0 0,0 0 0,0 0 0,0 0 16,0 0-16,0 0 0,0 0 0,0 25 0,0-25 15,0 0-15,0 0 0,0 0 0,0 0 0,0 0 0,0 0 16,0 0-16,0 0 0,0 0 0,0 25 0,0-25 0,0 0 15,0 0-15,0 0 0,0 0 0,0 0 0,0 0 16,24 25-16,-24-25 0,0 0 0,0 0 0,0 0 0,0 0 16,0 24-16,0-24 0,0 0 0,0 0 15,25 0-15,-25 25 0,0-25 0,0 0 0,0 0 0,0 0 16,0 25-16,0-25 0,25 0 0,-25 0 0,0 25 0,0-25 15,0 0-15,0 0 0,0 0 0,0 25 0,25-25 16,-25 0-16,0 0 0,0 0 0,0 0 0,0 24 16,0-24-16,0 0 0,0 0 0,0 0 0,25 0 0,-25 25 15,0-25-15,0 0 0,0 0 0,0 0 0,0 0 16,0 0-16,0 0 0,0 0 0,0 0 0,0 0 0,0 0 15,0 25-15,0-25 0,0 0 0,0 0 0,0 0 16,0 0-16,0 0 0,0 0 0,0 0 0,0 0 16,0 0-16,0 0 0,0 0 0,0 0 0,0 0 15,0 0-15,0 0 0,0 0 0,0 25 0,0-25 0,0 0 16,0 0-16,0 0 0,0 0 0,0 0 0,0 0 0,-25 25 15,25-25-15,0 0 0,0 0 0,0 0 0,0 0 16,0 24-16,0-24 0,0 0 0,0 0 0,0 25 0,0-25 16,0 0-16,0 0 0,0 25 0,-25-25 0,25 0 15,0 25-15,0-25 0,0 0 0,0 25 0,0-25 16,0 0-16,0 0 0,0 24 0,0-24 0,0 0 0,0 0 15,0 25-15,0-25 110,-50 100-79,50-100-31,0 0 15,0 24-15,0-24 0,0 0 0,0 0 0,0 0 0,-24 0 0,24 0 0,0 0 0,0 0 0,0 0 0,0 0 0,0 25 0,0-25 0,0 0 0,0 0 0,0 0 0,0 0 0,0 0 0,0 0 0,0 0 0,0 0 0,0 0 0,0 0 0,0 0 0,0 0 0,0 0 0,0 0 0,-25-25 0,25 25 0,0 0 0,0 0 0,0 0 0,0 0 0,0 0 0,0 0 16,0 0-16,0 0 0,0 0 0,0 0 0,0 0 0,0 0 16,0 0-16,0 0 0,0 0 0,0 0 0,0 0 15,0 0-15,0 0 0,0 0 0,0 0 0,0 0 16,0 0-16,0 0 0,0 0 0,0 0 0,0 0 0,0 0 15,0 0-15,0 0 0,0 0 0,0 0 0,0 0 0,0 25 16,0-25-16,0 0 0,0 0 0,0 0 0,0 0 16,0 0-16,0 0 0,25 25 0,-25-25 0,0 0 15,0 0-15,0 0 0,0 0 0,0 0 0,0 0 0,0 0 16,0 0-16,24 25 0,-24-25 0,0 0 0,0 0 15,0 0-15,0 0 0,0 25 0,25-25 0,-25 0 16,0 0-16,0 0 0,0 24 0,0-24 0,0 0 0,0 0 16,25 25-16,-25-25 0,0 0 0,0 0 0,0 25 15,0-25-15,0 0 0,0 0 0,0 25 0,0-25 0,0 0 16,0 25-16,0-25 0,0 0 0,0 0 0,0 24 15,0-24-15,0 0 0,0 25 0,25-25 0,-25 0 0,0 25 16,0-25-16,0 0 0,0 25 0,0-25 0,0 0 16,0 25-16,0-25 0,0 0 0,0 24 0,0-24 15,0 0-15,0 0 0,0 25 0,0-25 0,0 0 0,0 25 16,0-25-16,0 0 0,0 25 0,0-25 0,0 0 0,0 0 15,0 25-15,0-25 0,0 0 0,0 0 16,0 24-16,0-24 0,0 0 0,0 25 0,0-25 0,0 0 16,0 0-16,0 0 0,0 25 0,0-25 0,0 0 0,0 0 15,0 25-15,0-25 0,0 0 0,0 0 0,0 25 16,0-25-16,0 0 0,0 0 0,0 24 0,0-24 15,0 0-15,0 0 0,0 25 0,0-25 0,0 0 0,0 25 16,0-25-16,0 0 0,0 0 0,0 25 0,0-25 16,0 0-16,0 0 0,0 25 0,0-25 0,0 0 15,0 24-15,0-24 0,0 0 0,0 0 0,0 25 0,0-25 16,0 0-16,0 25 0,0-25 0,0 0 0,0 0 0,0 25 15,0-25-15,0 0 0,25 0 0,-25 25 0,0-25 16,0 0-16,0 0 0,0 24 0,0-24 0,0 0 16,0 0-16,0 25 0,0-25 0,0 0 0,0 25 0,0-25 15,0 0-15,0 25 0,0-25 0,0 0 0,0 0 16,-25 25-16,25-25 0,0 24 0,0-24 0,25 0 0,-25 25 15,0-25-15,0 25 0,0-25 0,0 25 0,0-25 16,0 25-16,0-25 0,0 25 0,0-25 0,0 24 0,0-24 16,0 0-16,0 25 0,0-25 0,0 25 0,0-25 15,0 0-15,0 25 0,0-25 0,0 25 0,0-25 16,0 0-16,0 24 0,0-24 0,0 25 0,0-25 0,0 25 15,0-25-15,0 0 0,0 25 0,0-25 0,0 25 16,0-25-16,0 0 0,0 24 0,24-24 0,-24 25 16,-24-25-16,24 0 0,0 25 0,0-25 0,0 25 0,0-25 15,0 0-15,0 25 0,0-25 0,0 24 0,0-24 16,0 0-16,0 25 0,0-25 0,0 25 0,0-25 0,0 0 15,0 25-15,0-25 0,0 25 0,0-25 0,0 0 16,0 24-16,0-24 0,0 0 0,0 25 0,0-25 0,0 25 16,0-25-16,0 0 0,0 25 0,0-25 0,0 0 15,0 25-15,0-25 0,0 24 0,0-24 0,0 0 16,0 25-16,0-25 0,0 0 0,0 25 0,0-25 0,0 25 15,0-25-15,0 0 0,0 25 0,0-25 0,0 24 16,0-24-16,0 25 0,0-25 0,0 0 0,0 25 0,0-25 16,0 25-16,0-25 0,0 25 0,0-25 0,0 0 15,0 24-15,0-24 0,0 25 0,0-25 0,0 25 0,0-25 16,0 25-16,0-25 0,0 25 0,0-25 0,0 0 15,0 25-15,0-25 0,0 24 0,0-24 0,0 25 16,0-25-16,0 25 0,0-25 0,0 25 0,0-25 0,0 25 16,0-25-16,0 24 0,0-24 0,0 0 0,0 25 15,0-25-15,0 25 0,0-25 0,0 0 0,0 25 16,0-25-16,0 0 0,0 25 0,-25-25 0,25 0 0,0 24 15,0-24-15,0 0 0,0 25 0,0-25 0,0 0 16,0 25-16,0-25 0,0 0 0,0 25 0,0-25 0,0 0 16,0 25-16,0-25 0,0 0 0,-25 24 0,25-24 15,0 0-15,0 25 0,0-25 0,0 0 0,0 25 0,0-25 16,0 25-16,0-25 0,0 0 0,-25 25 0,25-25 15,0 24-15,0-24 0,0 0 0,0 25 0,0-25 16,-25 0-16,25 25 0,0-25 0,0 25 0,0-25 0,0 0 16,0 25-16,0-25 0,0 0 0,0 24 0,0-24 15,-24 0-15,24 25 0,0-25 0,0 0 0,0 0 0,0 25 16,0-25-16,0 0 0,0 0 0,0 0 0,0 0 15,0 0-15,0 0 0,0 0 0,0 0 0,0 0 0,0 0 16,0 0-16,0 0 0,-25 0 0,25 0 0,0-25 16</inkml:trace>
  <inkml:trace contextRef="#ctx0" brushRef="#br0" timeOffset="189692.8498">4936 9376 0,'0'-25'0,"0"25"0,0 0 0,0 0 0,0 0 0,0 0 16,0-24-16,0 24 0,0 0 0,0 0 0,0 0 15,0-25-15,0 25 0,0 0 0,0 0 0,0-25 16,0 25-16,0 0 0,0 0 0,-25-25 0,25 25 0,0 0 15,0 0-15,0 0 0,0-25 0,0 25 0,0 0 0,0 0 16,-24 0-16,24-24 0,0 24 0,0 0 0,0 0 16,0 0-16,-25 0 0,25 0 0,0-25 0,0 25 15,0 0-15,-25 0 0,25 0 0,0 0 0,0 0 0,-25 0 16,25 0-16,0 0 0,0 0 0,-25 0 0,25 0 15,0 0-15,0 0 0,0 25 0,-25-25 0,25 0 16,0 0-16,0 24 0,0-24 0,-24 0 0,24 25 0,0-25 16,0 25-16,0-25 0,0 25 0,-25-25 0,25 25 15,0-25-15,0 24 0,0-24 0,0 25 0,0-25 0,0 25 16,0-25-16,0 25 0,0-25 0,0 25 0,0-25 15,0 24-15,0-24 0,0 0 0,25 25 0,-25-25 16,0 0-16,0 25 0,0-25 0,24 0 0,-24 0 0,0 25 16,0-25-16,25 0 0,-25 0 0,0 0 0,25 0 15,-25 0-15,25 0 0,-25 0 0,25 0 0,-25 0 0,25 0 16,-25 0-16,24-25 0,-24 25 0,25 0 0,-25 0 15,0 0-15,25 0 0,-25 0 0,0 0 0,25-25 16,-25 25-16</inkml:trace>
  <inkml:trace contextRef="#ctx0" brushRef="#br0" timeOffset="190032.8692">5060 9550 0,'0'0'16,"0"0"-16,0 0 0,0 0 0,0 0 0,0 0 15,0 0-15,0 0 0,0 0 0,0 0 0,0 0 0,0 0 16,0 0-16,0 0 0,25 0 0,-25-25 0,0 25 15,0 0-15,0 0 0,25 0 0,-25-25 0,0 25 0,0 0 16,0 0-16,0 0 0,25-25 0,-25 25 0,0 0 16,0 0-16,0-24 0,0 24 0,0 0 0,0-25 0,0 25 15,24 0-15,-24 0 0,0-25 0,0 25 0,0 0 16,0-25-16,0 25 0,0 0 0,0 0 0,0-25 15,0 25-15,0 0 0,0 0 0,0 0 0,0 0 0,0 0 16,0 0-16,0 0 0,0 0 0,0 0 0,0 0 0,0 0 16,0 25-16,0-25 0,0 0 0,0 25 0,0-25 15,0 25-15,0-25 0,0 25 0,0-1 0,-24-24 16,24 25-16,0 0 0,0-25 0,0 25 0,0-25 0,0 25 15,0-25-15,0 24 0,0 1 0,24-25 0,-24 25 16,0-25-16,0 0 0,0 25 0,0-25 0,0 0 16,0 0-16,25 25 0,-25-25 0,0 0 0,0 0 0</inkml:trace>
  <inkml:trace contextRef="#ctx0" brushRef="#br0" timeOffset="193271.0544">7640 9401 0,'0'0'0,"0"0"16,0 0-16,0 0 0,0 0 0,25 0 0,-25 0 0,0 0 16,0 0-16,0 0 0,0 0 0,0 0 0,0 0 15,0 0-15,0 0 0,0 0 0,0 0 0,0 0 0,0 0 16,0 0-16,0 0 0,0 0 0,0 0 0,0 0 15,0 0-15,0 0 0,0 0 0,0 0 0,0 0 0,0 0 16,0 0-16,0 0 0,0 0 0,0 0 0,0 0 16,0 0-16,0 0 0,0 0 0,24 0 0,-24 0 15,0 0-15,0 0 0,0 0 0,25 0 0,-25 0 0,0 0 16,25 0-16,-25 0 0,25 0 0,-25 0 0,25 0 15,-25 0-15,24 0 0,-24 0 0,25 0 0,-25 0 0,25 0 16,-25 0-16,25 0 0,-25 25 0,0-25 0,25 0 16,-25 0-16,0 0 0,0 0 0,24 0 0,-24 0 0,0 0 15,0 0-15,0 0 0,0 0 0,0 0 0,25 0 16,-25 0-16,0 0 0,0-25 0,0 25 0,0 0 15,0 0-15,0 0 0,0 0 0</inkml:trace>
  <inkml:trace contextRef="#ctx0" brushRef="#br0" timeOffset="193611.0739">7838 9203 0,'0'0'15,"0"0"-15,0 0 0,0 0 0,0 0 0,0 0 16,0 0-16,0 0 0,0 0 0,0 0 0,0 0 15,0 0-15,0 0 0,0 0 0,0 0 0,0 0 0,0 0 16,0 24-16,0-24 0,0 0 0,0 0 0,0 0 16,0 25-16,0-25 0,0 0 0,0 25 0,-25-25 0,25 25 15,0-25-15,0 25 0,0-25 0,0 24 0,0-24 16,0 25-16,0 0 0,0-25 0,0 25 0,0-25 15,-24 25-15,24-1 0,0-24 0,0 25 0,0-25 0,0 25 16,0 0-16,0-25 0,0 25 0,0-25 0,-25 0 16,25 24-16,0-24 0</inkml:trace>
  <inkml:trace contextRef="#ctx0" brushRef="#br0" timeOffset="194794.1416">8607 9252 0,'0'0'0,"0"0"0,0 0 0,0-25 15,0 25-15,0 0 0,0 0 0,0 0 0,0 0 16,0 0-16,0 0 0,0 0 0,0 0 0,0 0 16,0 0-16,0 0 0,0 0 0,0 0 0,0 0 0,0 0 15,0 0-15,0 0 0,0 0 0,0 0 0,0 0 0,0 0 16,0 0-16,0 0 0,0 0 0,0 0 0,-25 0 15,25 0-15,0 0 0,0 25 0,-24-25 0,24 0 16,0 0-16,0 0 0,-25 25 0,25-25 0,0 0 0,-25 0 16,25 25-16,0-25 0,0 0 0,-25 25 0,25-25 15,0 24-15,-25-24 0,25 0 0,0 25 0,-24-25 16,24 0-16,0 25 0,0-25 0,-25 0 0,25 0 0,0 0 15,0 25-15,0-25 0,0 0 0,0 0 0,0 0 16,0 0-16,0 0 0,0 0 0,0 25 0,0-25 16,0 0-16,0 0 0,0 0 0,0 0 0,0 0 0,25 0 15,-25 0-15,0 0 0,0 0 0,24 0 0,-24 0 0,0 0 16,0 0-16,25 0 0,-25 0 0,25 0 0,-25 0 15,0 0-15,25 0 0,-25 0 0,25 0 0,-25 0 16,0 0-16,24 0 0,-24 0 0,25 0 0,-25 0 0,25 0 16,-25 0-16,0 0 0,25 0 0,-25 0 0,25 0 15,-25 0-15,0 0 0,0 0 0,24 0 0,-24 0 16,0 0-16,0 0 0,25 0 0,-25 0 0,0 0 0,0 0 15,0 0-15,0 0 0,0 0 0,0 0 0,0 0 0,0 0 16,0 0-16,0 0 0,0 0 0,0 0 0,0 0 16,0 0-16,0 0 0,0 0 0,0 0 0,0 0 15,0 0-15</inkml:trace>
  <inkml:trace contextRef="#ctx0" brushRef="#br0" timeOffset="195061.1568">8731 9252 0,'0'-25'0,"0"25"0,0 0 0,-25 0 15,25 0-15,0 0 0,0 0 0,0 0 0,0 0 0,0 0 16,0 0-16,0 0 0,0 0 0,0 0 0,0 0 16,0 0-16,0 25 0,0-25 0,0 0 15,0 25-15,0-25 0,0 25 0,0-25 0,-24 25 0,24-25 0,0 24 16,0 1-16,0 0 0,0-25 0,0 25 0,0 0 15,0-25-15,0 24 0,0 1 0,0-25 0,0 25 0,0 0 16,0-25-16,0 25 0,0-25 0,-25 24 0,25-24 16,0 25-16,0-25 0,0 0 0,0 25 0,0-25 15,0 0-15,0 25 0,0-25 0,0 0 0,0 0 0,0 0 16,0 0-16,0 0 0,0 0 0,0 0 0,0 0 15,0 0-15</inkml:trace>
  <inkml:trace contextRef="#ctx0" brushRef="#br0" timeOffset="195469.1802">9227 9079 0,'0'0'0,"0"0"16,-24 0-16,24 0 0,0-25 0,0 25 0,-25 0 15,25 0-15,0 0 0,0 0 0,-25 0 0,25 0 0,0 0 16,0 0-16,0 0 0,-25 0 0,25 0 0,0 0 16,0 0-16,-25 25 0,25-25 0,0 0 0,0 0 0,0 24 15,-24-24-15,24 25 0,0-25 0,0 25 0,-25-25 16,25 25-16,0-25 0,0 25 0,-25-1 0,25-24 15,0 25-15,0 0 0,0 0 0,0-25 0,0 25 0,0-25 16,0 24-16,0 1 0,0-25 0,0 25 0,0-25 16,25 25-16,-25-25 0,0 0 0,0 25 0,0-25 0,25 0 15,-25 24-15,0-24 0,0 0 0,24 0 0,-24 0 16,0 0-16,25 0 0,-25 25 0,0-50 0,25 25 15,-25 0-15,25 0 0,-25 0 0,0 0 0,25 0 0,-25 0 16,0 0-16,24 0 0</inkml:trace>
  <inkml:trace contextRef="#ctx0" brushRef="#br0" timeOffset="196058.2139">9302 9401 0,'0'0'16,"0"0"-16,0 0 0,0 0 0,0-25 0,0 25 0,25 0 15,-25 0-15,0 0 0,0 0 0,0-25 0,0 25 16,0 0-16,0 0 0,24 0 0,-24 0 0,0 0 0,0 0 15,0 0-15,0 0 0,25 0 0,-25 0 0,0 0 16,0 0-16,0 0 0,0 0 0,0 0 0,0 0 16,0 0-16,0 0 0,0 0 0,25 0 0,-25 0 0,-25 25 15,25-25-15,0 0 0,0 0 0,0 25 0,0-25 0,0 0 16,0 0-16,0 25 0,-25-25 0,25 0 0,0 25 15,0-25-15,0 0 0,-24 0 0,24 24 0,0-24 16,0 0-16,0 0 0,-25 25 0,25-25 0,0 0 0,0 0 16,0 0-16,0 25 0,0-25 0,0 0 0,0 0 15,0 0-15,0 0 0,25 0 0,-25 0 0,0 0 16,0 0-16,0 0 0,0 0 0,24 0 0,-24 0 0,0 0 15,0 0-15,25 0 0,-25 25 0,0-25 0,0 0 16,0 0-16,25 0 0,-25 0 0,0 0 0,0 25 16,0-25-16,0 0 0,0 0 0,25 24 0,-25-24 0,0 0 15,0 25-15,0-25 0,0 0 0,-25 0 0,25 25 0,0-25 16,0 0-16,0 0 0,0 0 0,0 0 0,-25 0 15,25 25-15,0-25 0,0 0 0,-25 0 0,25 0 16,0 0-16,-24 0 0,24 0 0,0 0 0,0 0 16,-25 0-16,25 0 0,0 0 0,0 0 0,0 0 0,0 0 15,-25 0-15,25 0 0,0 0 0,0 0 0,0 0 0,0-25 16,0 25-16,0 0 0,0 0 0,0 0 0,0 0 15,0 0-15,0 0 0,0 0 0,0 0 0,0 0 0,25 0 16,-25-25-16,0 25 0,0 0 0,25 0 0,-25 0 125</inkml:trace>
  <inkml:trace contextRef="#ctx0" brushRef="#br0" timeOffset="196397.2333">9922 9376 0,'0'0'0,"25"0"15,-25 0-15,0 0 0,0 0 0,0 0 0,0 0 0,0 0 16,0 0-16,0 0 0,24 0 0,-24 0 0,0 0 15,25-25-15,-25 25 0,0 0 0,25 0 0,-25 0 0,25 0 16,-25 0-16,0 0 0,25 0 0,-25 0 0,25 0 16,-25 0-16,24 0 0,-24 0 0,25 0 0,-25 0 0,25 0 15,-25 0-15,25 0 0,-25 0 0,25 0 0,-25 0 16,0 0-16,24 0 0,-24 0 0,0 0 0,0 0 15,0 0-15,0 0 0,0 0 0,0 0 0,0 0 0</inkml:trace>
  <inkml:trace contextRef="#ctx0" brushRef="#br0" timeOffset="196633.2467">10096 9203 0,'0'0'0,"0"0"0,0 0 0,0 0 15,0 0-15,0 0 0,0 0 0,0 0 0,0 24 0,0-24 16,0 0-16,0 25 0,0-25 0,0 25 0,0-25 16,0 25-16,0-25 0,0 25 0,0-25 0,0 24 0,0-24 15,0 25-15,0 0 0,0-25 0,0 25 0,0-25 16,0 25-16,0-25 0,0 24 0,0-24 0,0 0 0,0 25 15,0-25-15,0 25 0,0-25 0,0 0 0,-25 25 16</inkml:trace>
  <inkml:trace contextRef="#ctx0" brushRef="#br0" timeOffset="197187.2784">10840 9103 0,'0'-24'0,"0"24"15,0 0-15,-25 0 0,25 0 0,0 0 0,0 0 16,0-25-16,-25 25 0,25 0 0,0 0 0,0 0 0,-25 0 15,25 0-15,0 0 0,0 0 0,-25-25 0,25 25 16,0 0-16,0 0 0,0 0 0,-24 0 0,24 0 16,0 0-16,0 25 0,0-25 0,-25 0 0,25 0 0,0 0 15,-25 25-15,25-25 0,0 0 0,0 24 0,0 1 16,-25-25-16,25 25 0,0-25 0,0 25 0,0 0 0,0-25 15,-25 24-15,25 1 0,0-25 0,25 25 0,-25 0 16,0-25-16,0 25 0,0-25 0,0 24 0,0-24 16,0 25-16,25-25 0,-25 25 0,0-25 0,0 0 0,0 0 15,25 25-15,-25-25 0,0 0 0,25 0 0,-25 25 16,0-25-16,0 0 0,24 0 0,-24 0 0,25 0 0,-25 0 15,0 0-15,25 0 0,-25 0 0,25-25 0,0 25 16,-25 0-16,24 0 0,-24-25 0</inkml:trace>
  <inkml:trace contextRef="#ctx0" brushRef="#br0" timeOffset="197590.3015">11063 9302 0,'0'0'0,"0"0"0,0 0 0,0 0 0,0 0 0,0 0 16,0 0-16,0 0 0,0 0 0,0 0 0,0 0 15,0 0-15,0 0 0,0 0 0,0 0 0,0 0 16,0 0-16,0 0 0,-25 0 0,25 25 16,0-25-16,0 0 0,-25 0 0,25 24 0,0-24 0,-25 0 0,25 0 15,0 25-15,-24-25 0,24 0 0,0 0 0,-25 25 16,25-25-16,0 0 0,-25 0 0,25 25 0,0-25 0,0 0 15,-25 0-15,25 25 0,0-25 0,0 0 0,0 0 0,0 0 16,-25 0-16,25 0 0,0 24 0,0-24 0,0 0 16,0 0-16,0 0 0,0 0 0,0 0 0,25 0 15,-25 0-15,0 0 0,0 0 0,0 0 0,25 0 0,-25 25 16,0-25-16,25 0 0,-25-25 0,0 25 0,25 0 15,-25 0-15,0 0 0,24 0 0,-24 0 0,0 0 0,25 0 16,-25 0-16,0 0 0,25 0 0,-25 0 0,0 0 16,25 0-16,-25 0 0,0 0 0,0 0 0,25 0 0,-25 0 15,0 0-15,24 0 0,-24 0 0,0 0 0,0 0 16,25 0-16,-25 0 0,0 0 0,25 0 0,-25 0 16,0 0-16,25 0 0,-25 0 0,0 0 0,0 0 0,0 0 15,0 0-15,0 0 0,0 0 0,0 0 0,0 0 16,0 0-16,0 0 0</inkml:trace>
  <inkml:trace contextRef="#ctx0" brushRef="#br0" timeOffset="197820.3146">11137 9376 0,'0'0'0,"0"-25"0,0 25 0,0 0 15,0 0-15,0 0 0,0 0 0,0 0 0,0 0 16,0 0-16,0 0 0,0 0 0,0 0 0,0 0 16,0 0-16,0 0 0,0 0 0,0 0 0,0 0 0,0 25 15,0-25-15,0 25 0,0-25 0,0 25 0,0-25 16,0 25-16,-25-25 0,25 24 0,0 1 0,0-25 0,0 25 15,0-25-15,0 25 0,0-25 0,0 25 0,-24-1 16,24-24-16,0 25 0,0-25 0,0 0 0,0 25 0,0-25 16,0 25-16,0-25 0,0 0 0,-25 25 0,25-25 15,0 0-15,0 0 0,0 24 0,0-24 0,0 0 16,0 0-16</inkml:trace>
  <inkml:trace contextRef="#ctx0" brushRef="#br0" timeOffset="198190.3358">11733 9327 0,'0'0'0,"0"-25"0,0 25 0,0 0 16,0 0-16,0 0 0,0 0 0,0 0 0,0 0 0,0 0 16,0 0-16,0 0 0,24 0 0,-24 0 0,0 0 15,25 0-15,-25 0 0,25 0 0,-25 0 0,25 0 16,-25 0-16,0 0 0,25 0 0,-25 0 0,24 0 0,-24 0 15,25 0-15,-25 0 0,25 0 0,-25 0 0,25 0 16,-25 0-16,0 0 0,25 0 0,-25 0 0,24 0 0,-24 25 16,0-25-16,0 0 0,25 0 0,-25 0 0</inkml:trace>
  <inkml:trace contextRef="#ctx0" brushRef="#br0" timeOffset="198397.3477">11757 9500 0,'0'0'0,"0"0"0,0 0 0,25 0 0,-25 0 16,0 0-16,0 0 0,0 0 0,25 0 0,-25 0 0,25 0 16,-25-25-16,25 25 0,-25 0 0,24 0 0,1 0 15,0 0-15,-25 0 0,25 0 0,0 0 0,-1 0 0,1 0 16,-25 0-16,25 0 0,0 0 0,0 0 0,-1 0 15,-24 0-15,25 0 0,0 0 0,0 0 0,-25 0 16,25 0-16</inkml:trace>
  <inkml:trace contextRef="#ctx0" brushRef="#br0" timeOffset="198950.3793">12700 9153 0,'0'0'0,"0"-25"0,0 25 0,0 0 0,0 0 16,0 0-16,0 0 0,0 0 0,0 0 0,0 0 0,-25 0 15,25 0-15,0 0 0,0 0 0,0 0 0,0 0 16,0 0-16,-25 0 0,25 0 0,0 0 0,0 0 16,0 0-16,-24 25 0,24-25 0,0 0 0,0 0 15,-25 0-15,25 25 0,0-25 0,0 0 0,0 25 0,-25-25 16,25 24-16,0-24 0,0 0 0,-25 25 0,25-25 0,0 25 15,0-25-15,0 25 0,-25-25 0,25 25 16,0-25-16,0 24 0,0-24 0,0 25 0,0 0 0,0-25 16,0 25-16,0-25 0,0 25 0,0-25 0,0 24 0,0-24 15,0 25-15,25 0 0,-25-25 0,0 0 0,0 25 16,0-25-16,25 25 0,-25-25 0,0 24 0,25-24 15,-25 0-15,0 0 0,25 25 0,-25-25 0,0 0 0,24 0 16,-24 0-16,25 0 0,-25 0 0,25 0 0,-25 0 16,25 0-16,0 0 0,-25 0 0,24 0 0,-24 0 0,25-25 15,-25 25-15,0 0 0,25-24 0,-25 24 0,25-25 16,-25 25-16,0-25 0,25 25 0,-25-25 0,0 25 0,0-25 15,0 1-15,24 24 0,-24-25 0,0 25 0,0-25 16,0 0-16,0 25 0,0-25 0,0 25 0,0-24 0,0 24 16,0 0-16,0-25 0,0 25 0,-24 0 0,24-25 15,0 25-15,0 0 0,0-25 0,0 25 0,0 0 16,0 0-16,-25 0 0,25-25 0,0 25 0,0 0 0,0 0 15,-25 0-15,25-24 0,0 24 0,0 0 0,-25 0 16,25 0-16,0-25 0,-25 25 0</inkml:trace>
  <inkml:trace contextRef="#ctx0" brushRef="#br0" timeOffset="201329.5154">4986 10740 0,'0'0'0,"0"0"16,0 0-16,0 0 0,0 0 0,0 0 0,0 0 15,0 0-15,0 0 0,0 0 0,0-24 0,-25 24 0,25 0 16,0 0-16,0 0 0,0 0 0,0 0 0,0 0 15,0 0-15,0 0 0,-25 0 0,25-25 0,0 25 0,0 0 16,0 0-16,0 0 0,0 0 0,0 0 0,0-25 16,-25 25-16,25 0 0,0 0 0,0 0 0,0 0 15,0-25-15,0 25 0,0 0 0,0 0 0,0 0 0,0 0 16,0 0-16,0 0 0,-24 0 0,24-25 0,0 25 15,0 0-15,0 0 0,24 0 0,-24 0 0,0 0 0,0 0 16,0 0-16,0 0 0,0 0 0,0-24 0,25 24 16,-25 0-16,0 0 0,25 0 0,-25 0 0,0 0 15,25-25-15,-25 25 0,0 0 0,25 0 0,-25 0 0,0 0 16,24 0-16,-24 0 0,0 0 0,0 0 0,25 0 15,-25 0-15,0 0 0,0 0 0,0 25 0,0-25 0,0 0 16,0 0-16,0 0 0,0 24 0,0-24 0,0 0 16,0 25-16,0-25 0,0 0 0,0 25 0,0-25 15,0 0-15,-25 25 0,25-25 0,0 25 0,0-25 0,0 24 16,-24-24-16,24 25 0,0-25 0,0 25 0,-25-25 0,25 0 15,0 25-15,-25-25 0,25 25 0,0-25 16,0 24-16,-25-24 0,25 0 0,0 25 0,-25-25 0,25 0 16,0 25-16,0-25 0,0 0 0,-24 0 0,24 25 0,0-25 15,0 0-15,0 0 0,0 0 0,0 0 0,0 0 16,0 0-16,0 0 0,0 0 0,0 0 0,0 0 0,0 25 15,0-25-15,0 0 0,0 0 0,0 0 0,0 0 16,0 0-16,0 0 0,0 0 0,24 0 0,-24 0 0,0 0 16,0 0-16,0 0 0,25 24 0,-25-24 0,0 0 15,0 0-15,25 0 0,-25 0 0,0 0 0,25 0 16,-25 0-16,25-24 0,-25 24 0,24 0 0,-24 0 0,25 0 15,-25 0-15,0 0 0,25 0 0,-25 0 0,25 0 16,-25 0-16,0 0 0,25 0 0,-25 0 0,0 0 16,0 0-16,0 0 0,24 0 0,-24 0 0,0 0 0,0 0 15,0 0-15,25 0 0,-25 0 0,0 0 0,0 0 16</inkml:trace>
  <inkml:trace contextRef="#ctx0" brushRef="#br0" timeOffset="201709.5371">5457 10666 0,'0'0'16,"0"0"-16,0 0 0,0-25 0,0 25 0,-25 0 0,25 0 15,0 0-15,0-25 0,0 25 0,0 0 0,0 0 16,0 0-16,-25 0 0,25 0 0,0-24 0,0 24 16,0 0-16,0 0 0,-24 0 0,24 0 0,0 0 15,0 0-15,0 0 0,-25 0 0,25 0 0,0 0 0,-25 24 16,25-24-16,0 0 0,-25 0 0,25 0 0,0 25 15,-25-25-15,25 0 0,0 25 0,-24-25 0,24 25 0,-25-25 16,25 25-16,0-1 0,-25-24 0,25 25 0,0 0 0,0-25 16,-25 25-16,25 0 0,0-25 0,0 24 0,0-24 15,0 25-15,0 0 0,0-25 0,0 25 0,0-25 0,0 25 16,0-25-16,25 0 0,-25 24 0,0-24 0,25 0 15,-25 25-15,0-25 0,25 0 0,-25 0 0,24 0 16,-24 0-16,25 0 0,-25 0 0,25 0 0,-25 0 0,25 0 16,-25 0-16,25-25 0,-25 25 0,24 0 0,-24 0 15,25-24-15,-25 24 0</inkml:trace>
  <inkml:trace contextRef="#ctx0" brushRef="#br0" timeOffset="202084.5585">5531 11038 0,'0'0'15,"0"0"-15,0 0 0,0 0 0,0 0 0,0 0 16,0 0-16,0 0 0,0 0 0,0 0 0,0 0 0,0 0 16,0 0-16,0 0 0,0 0 0,0 0 0,0 0 15,0 0-15,0-25 0,0 25 0,25 0 0,-25 0 0,0 0 16,0-25-16,0 25 0,25 0 0,-25 0 0,0-24 15,0 24-15,25 0 0,-25-25 0,0 25 0,0-25 16,0 25-16,0 0 0,0-25 0,0 25 0,25 0 0,-25-25 16,0 25-16,0 0 0,0-24 0,0 24 0,0 0 15,0 0-15,0-25 0,0 25 0,0 0 0,0 0 0,0 0 16,0 0-16,0 0 0,0 0 0,0 0 0,0 0 15,0 0-15,0 0 0,0 25 0,0-25 0,0 0 16,0 24-16,0-24 0,0 0 0,-25 25 0,25-25 0,0 25 16,0-25-16,0 25 0,0-25 0,0 25 0,0-1 15,0-24-15,0 25 0,0-25 0,0 25 0,0-25 0,-25 25 16,25-25-16,0 25 0,0-25 0,0 24 0,0-24 15,25 0-15,-25 25 0,0-25 0,0 0 0,0 25 0,0-25 16,0 0-16,0 0 0,0 25 0,0-25 0,0 0 16,0 0-16,-25 0 0</inkml:trace>
  <inkml:trace contextRef="#ctx0" brushRef="#br0" timeOffset="202772.5979">6325 10716 0,'0'0'0,"0"0"0,0 0 0,0 0 15,0 0-15,0 0 0,0 0 0,0 0 0,0 0 16,25 0-16,-25 0 0,0 0 0,0 0 0,0 24 0,25-24 16,-25 0-16,0 0 0,25 0 0,-25 0 0,24 0 15,-24 0-15,25 0 0,-25 0 0,25 0 0,-25 0 0,25 0 16,-25 0-16,25 0 0,-25 0 0,0 0 0,0 0 15,24 0-15,-24 0 0,0 0 0,0 0 0,0 0 16,0 0-16,0-24 0,0 24 0</inkml:trace>
  <inkml:trace contextRef="#ctx0" brushRef="#br0" timeOffset="202987.6102">6474 10616 0,'-25'0'0,"25"0"0,0 0 15,0 0-15,0 0 0,0 0 0,0 25 0,0-25 0,0 0 16,0 0-16,0 0 0,0 0 0,0 25 0,0-25 0,0 25 15,0-25-15,0 25 0,0-25 0,0 24 0,-25-24 16,25 25-16,0 0 0,0 0 0,0-25 0,0 25 0,0-25 16,0 24-16,0 1 0,0-25 0,0 25 0,0-25 15,0 25-15,0-25 0,0 0 0,0 25 0,0-25 16,0 0-16,0 24 0,0-24 0,0 0 0,0 0 0,0 0 15,0 0-15</inkml:trace>
  <inkml:trace contextRef="#ctx0" brushRef="#br0" timeOffset="203482.6385">6846 10641 0,'0'0'0,"0"0"0,0 0 15,-25 0-15,25-25 0,0 25 0,0 0 0,0 0 16,0 0-16,0 0 0,0 0 0,0 0 0,0 0 0,0 0 16,0 0-16,0-24 0,0 24 0,0 0 0,0 0 15,25 0-15,-25 0 0,0 0 0,0 0 0,0 0 16,0 0-16,25 0 0,-25 0 0,0 0 0,0 0 0,0 24 15,25-24-15,-25 0 0,0 0 0,0 0 0,0 0 0,0 25 16,0-25-16,0 0 0,0 25 0,0-25 0,0 0 16,0 25-16,0-25 0,0 25 0,0-25 0,0 24 15,0-24-15,0 25 0,0 0 0,-25-25 0,25 25 0,0-25 16,0 25-16,0-1 0,-25-24 0,25 25 0,0-25 15,0 25-15,-25-25 0,25 25 0,0-25 0,0 0 0,-25 25 16,25-25-16,0 24 0,0-24 0,0 0 0,0 0 16,-24 25-16,24-25 0,24 0 0,-24 0 0,0 0 15,0 0-15,0 0 0,0 0 0,25 0 0,-25 0 0,0 0 16,25 0-16,-25 0 0,0 0 0,25 0 0,-25 0 15,25 0-15,0 0 0,-25-25 0,24 25 0,-24 0 0,25-24 16,0 24-16,-25 0 0,25-25 0,0 25 0,-25 0 16</inkml:trace>
  <inkml:trace contextRef="#ctx0" brushRef="#br0" timeOffset="203885.6616">7317 10592 0,'0'0'0,"0"-25"0,0 25 0,0 0 0,0 0 16,-24 0-16,24 0 0,0 0 0,0 0 0,0 0 15,-25 0-15,25 0 0,0 0 0,0 0 0,0 0 0,-25 0 16,25 0-16,0 0 0,0 0 0,-25 0 0,25 0 15,0 0-15,0 25 0,-25-25 0,25 0 0,0 24 16,0-24-16,-24 25 0,24-25 0,0 25 0,0-25 0,-25 25 16,25-25-16,0 25 0,0-25 0,0 24 0,0 1 15,0-25-15,0 25 0,0 0 0,0-25 0,0 25 0,0-1 16,0-24-16,0 25 0,0-25 0,0 25 0,0-25 0,0 25 15,25-25-15,-25 25 0,0-25 0,0 0 0,24 24 16,-24-24-16,25 0 0,-25 0 0,0 0 0,25 0 16,-25 0-16,25 0 0,-25 0 0,25 0 0,-25 0 15,24 0-15,-24 0 0,25 0 78</inkml:trace>
  <inkml:trace contextRef="#ctx0" brushRef="#br0" timeOffset="204156.6771">7392 10988 0,'0'0'0,"0"-24"0,0 24 0,0 0 0,0 0 0,0 0 0,0 0 0,0 0 0,0 0 0,0 0 16,25-25-16,-25 25 0,0 0 0,0 0 0,0 0 0,0 0 16,0 0-16,0 0 0,24 0 0,-24 0 15,0 0-15,0 0 0,0 0 0,0 0 0,0 0 0,0 0 16,0 0-16,0 0 0,0 25 0,0-25 0,0 0 15,0 0-15,0 0 0,0 0 0,0 24 0,0-24 0,0 0 16,0 25-16,-24-25 0,24 0 0,0 25 0,0-25 16,-25 0-16,25 25 0,0-25 0,0 25 0,-25-25 0,25 0 15,0 24-15,-25-24 0,25 0 0,0 25 0,0-25 16,0 0-16,-25 25 0,25-25 0,0 0 0,0 0 0,0 25 15,0-25-15,0 0 0,0 0 0,0 0 0,25 0 16,-25 0-16,0 0 0,0 0 0,25 0 0,-25 0 0,25 0 16,-25 0-16,25 0 0,-25 0 0,24 0 0,1 0 15,-25 0-15,25 0 0,0 0 0,-25 0 0,25 0 16,-25 0-16,24 0 0,-24 0 0,25-25 0,-25 25 0,25 0 15,-25 0-15</inkml:trace>
  <inkml:trace contextRef="#ctx0" brushRef="#br0" timeOffset="205801.7712">8037 10790 0,'0'0'0,"0"0"16,0 0-16,0 0 0,0 0 0,0 0 0,0 0 15,0 0-15,0 0 0,0 0 0,0 0 0,0 0 0,0 0 16,0 0-16,0 0 0,0 0 0,0 0 0,25 0 15,-25 0-15,0 0 0,0 0 0,24 0 0,-24 0 0,25 0 16,-25 0-16,25 0 0,-25 0 0,25 0 0,-25 0 16,25 0-16,-25 0 0,24 0 0,-24 0 0,0 0 15,25 0-15,-25 0 0,25 0 0,-25 0 0,25 0 0,-25 0 16,0 0-16,25 0 0,-25 0 0,0 0 0,0 0 15,0 0-15,0 0 0,0 0 0,0 0 0</inkml:trace>
  <inkml:trace contextRef="#ctx0" brushRef="#br0" timeOffset="206037.7847">8186 10666 0,'0'0'0,"0"0"0,0 0 0,0 0 15,0 0-15,0 0 0,0 0 0,0 0 0,0 0 0,0 0 16,0 0-16,-25 0 0,25 0 0,0 25 0,0-25 15,0 0-15,0 25 0,0-25 0,0 24 0,0 1 16,0-25-16,0 25 0,0 0 0,0-25 0,-25 25 0,25-1 16,0 1-16,0-25 0,0 25 0,0 0 0,0-25 0,0 25 15,0-25-15,0 24 0,-25 1 0,25-25 0,0 0 16,0 25-16,0-25 0,0 25 0,0-25 0,25 0 15,-25 0-15,0 25 0,0-25 0,0 0 0,0 0 0</inkml:trace>
  <inkml:trace contextRef="#ctx0" brushRef="#br0" timeOffset="206449.8082">8979 10716 0,'-25'0'0,"25"0"0,0-25 0,0 25 0,0 0 16,-24 0-16,24 0 0,0 0 0,-25 0 0,25 0 16,0 0-16,-25 0 0,25 0 0,-25 0 0,25 0 0,0 0 15,-25 0-15,25 0 0,-24 25 0,24-25 0,-25 0 16,25 0-16,-25 0 0,25 24 0,-25-24 0,25 0 15,0 25-15,-25-25 0,25 25 0,0-25 0,-24 25 0,24-25 16,0 25-16,0-25 0,0 24 0,0-24 0,0 25 0,0 0 16,0-25-16,0 25 0,0-25 0,24 25 0,-24-25 15,0 0-15,25 24 0,-25-24 0,25 25 0,-25-25 16,25 0-16,0 0 0,-25 0 0,24 25 0,-24-25 0,25 0 15,0 0-15,-25 0 0,25 0 0,-25 0 0,25 0 16,-25 0-16,24 0 0,-24-25 0,0 25 0,25 0 0,-25 0 16</inkml:trace>
  <inkml:trace contextRef="#ctx0" brushRef="#br0" timeOffset="206913.8348">9029 10939 0,'0'0'0,"0"0"0,0 0 0,0 0 0,0 0 0,0 0 15,0 0-15,0 0 0,0 0 0,0 0 0,0 0 16,0 0-16,0 0 0,0 0 0,0 0 0,25 0 0,-25 0 16,0 0-16,0 0 0,0 0 0,0 0 0,25 0 15,-25 0-15,0 0 0,0 0 0,0 0 0,0 25 0,0-25 16,24 0-16,-24 0 0,0 0 0,0 24 0,0-24 15,0 0-15,0 0 0,0 0 0,-24 25 0,24-25 16,0 0-16,0 25 0,0-25 0,0 0 0,-25 0 0,25 25 16,0-25-16,0 0 0,-25 0 0,25 0 0,0 25 15,0-25-15,0 0 0,0 0 0,-25 0 0,25 0 16,0 0-16,0 24 0,0-24 0,0 0 0,0 0 0,0 0 15,0 0-15,0 0 0,0 0 0,0 0 0,25 0 16,-25 0-16,0 0 0,0 0 0,0 0 0,0 0 0,25 0 16,-25 25-16,0-25 0,0 0 0,0 0 0,0 0 15,25 0-15,-25 0 0,0 0 0,0 25 0,0-25 16,24 0-16,-24 0 0,0 0 0,0 25 0,0-25 0,0 0 15,0 0-15,0 25 0,0-25 0,0 0 0,0 0 16,0 0-16,0 25 0,0-25 0,0 0 0,0 0 0,-24 0 16,24 0-16,0 24 0,0-24 0,-25 0 0,25 0 15,0 0-15,-25 0 0,25 0 0,0 0 0,-25 25 0,25-25 16,0 0-16,-25 0 0,25 0 0,0 0 0,0 0 15,-25-25-15,25 25 0,0 0 0,0 0 0,0 0 16,0 0-16,0 0 0,0 0 0,0-24 0,0 24 0,0 0 16</inkml:trace>
  <inkml:trace contextRef="#ctx0" brushRef="#br0" timeOffset="210920.0639">9475 10864 0,'0'0'0,"0"0"0,0 0 15,0 0-15,0 0 0,0 0 0,0 0 0,0 0 16,0 0-16,0 0 0,0 0 0,0 0 0,0 0 0,0 0 15,0 0-15,0 0 0,0 0 0,0 0 0,0 0 16,0 0-16,0 0 0,0 0 0,0 0 0,0 0 16,25 0-16,-25 0 0,0 0 0,0 0 0,25 0 0,-25 0 15,0 0-15,25 0 0,-25 0 0,25 0 0,-25 0 16,24 0-16,-24 0 0,25 0 0,-25 0 0,25 0 15,-25 0-15,25 0 0,-25 25 0,25-25 0,-25 0 0,24 0 16,-24 0-16,25 0 0,-25 0 0,0 0 0,0 0 16,25 0-16,-25 0 0,0 0 0,0 0 0,0 0 0,0 0 15,0 0-15,0-25 0,0 25 0,0 0 0</inkml:trace>
  <inkml:trace contextRef="#ctx0" brushRef="#br0" timeOffset="211138.0764">9649 10740 0,'0'0'0,"0"0"0,0 0 0,0 0 0,0 0 15,0 0-15,0 0 0,0 0 0,0 0 0,0 0 16,0 0-16,0 0 0,0 0 0,0 25 0,0-25 16,0 0-16,0 0 0,0 25 0,0-25 0,0 0 0,0 25 15,0-25-15,-25 25 0,25-25 0,0 24 0,0-24 16,0 25-16,0-25 0,0 25 0,0-25 0,0 25 0,-25-25 15,25 25-15,0-25 0,0 24 0,0-24 0,-24 0 16,24 25-16,0-25 0,0 25 0,0-25 0,-25 25 16,25-25-16,0 0 0,0 0 0,0 25 0,0-25 0</inkml:trace>
  <inkml:trace contextRef="#ctx0" brushRef="#br0" timeOffset="211806.1146">10195 10765 0,'0'0'0,"0"0"15,0 0-15,-25-25 0,25 25 0,0 0 0,0 0 0,0 0 16,0-24-16,0 24 0,25 0 0,-25 0 0,0 0 16,0 0-16,0-25 0,0 25 0,0 0 0,25 0 15,-25 0-15,0 0 0,0 0 0,24 0 0,-24 0 0,0 0 16,25 0-16,-25 0 0,0 0 0,25 0 0,-25 0 15,0 0-15,0 0 0,25 0 0,-25 0 0,0 25 0,0-25 16,0 0-16,0 0 0,0 24 0,0-24 0,0 0 16,0 25-16,0-25 0,0 25 0,0-25 0,-25 0 15,25 25-15,0-25 0,-25 25 0,25-25 0,0 24 0,-25-24 16,25 0-16,0 25 0,-24-25 0,24 25 0,-25-25 15,25 0-15,0 0 0,-25 25 0,25-25 0,0 0 0,0 0 16,0 0-16,0 25 0,-25-25 0,25 0 16,0 0-16,0 0 0,0 0 0,0 0 0,0 0 0,0 0 15,25 0-15,-25 0 0,0 0 0,0 0 0,0 0 0,0 0 16,25 0-16,-25 0 0,0 0 0,25 0 0,-25 0 15,0 0-15,0 0 0,24 24 0,-24-24 0,0 0 0,0 0 16,0 0-16,25 0 0,-25 0 0,0 25 0,0-25 16,0 0-16,0 0 0,0 0 0,0 25 0,0-25 0,0 0 15,0 0-15,0 25 0,0-25 0,-25 0 0,25 0 16,0 0-16,0 25 0,0-25 0,-24 0 0,24 0 15,0 0-15,-25 0 0,25 24 0,0-24 0,0 0 0,-25 0 16,25 0-16,0 0 0,0 0 0,-25 0 0,25 0 16,0 0-16,0 0 0,0 0 0,0 0 0,-25 0 0,25 0 15,0 0-15,0 0 0,0 0 0,0 0 0,25 0 16,-25-24-16,0 24 0,0 0 0,0 0 0,25-25 15,-25 25-15,25 0 0,-25-25 0,25 25 0</inkml:trace>
  <inkml:trace contextRef="#ctx0" brushRef="#br0" timeOffset="212135.1334">10765 10765 0,'0'0'0,"0"0"0,0-25 0,0 25 0,-25 0 0,25 0 15,0-24-15,0 24 0,0 0 0,0 0 0,-24 0 16,24 0-16,0 0 0,0 0 0,0-25 0,-25 25 16,25 0-16,0 25 0,0-25 0,0 0 0,-25 0 0,25 0 15,0 0-15,0 24 0,0-24 0,-25 0 0,25 25 16,0-25-16,0 25 0,0-25 0,-25 25 0,25-25 15,0 25-15,0-25 0,0 24 0,0-24 0,0 25 0,0-25 16,0 25-16,0-25 0,0 25 0,0-25 0,0 0 16,0 25-16,0-25 0,0 24 0,0-24 0,25 0 0,-25 25 15,0-25-15,0 0 0,0 25 0,25-25 0,-25 0 16,0 0-16,25 25 0,-25-25 0,0 0 0,25 0 0,-25 0 15,24 0-15,-24 0 0,25 0 0,-25 0 0,25 0 16,-25 0-16,25 0 0,-25-25 0,25 25 0</inkml:trace>
  <inkml:trace contextRef="#ctx0" brushRef="#br0" timeOffset="212481.1532">11038 11013 0,'0'-25'15,"0"25"-15,0 0 0,0 0 0,25 0 0,-25 0 0,0 0 16,0 0-16,0 0 0,0 0 0,0 0 0,0 0 15,0 0-15,0 0 0,-25 0 0,25 0 0,0 0 16,0 25-16,0-25 0,0 0 0,0 0 0,-25 0 16,25 0-16,0 0 0,0 25 0,-25-25 0,25 0 0,0 0 15,0 25-15,-24-25 0,24 0 0,-25 0 0,25 25 16,0-25-16,0 0 0,-25 0 0,25 24 0,0-24 0,0 0 15,0 0-15,0 0 0,-25 25 0,25-25 0,0 0 16,0 0-16,0 0 0,0 0 0,0 0 0,0 25 0,0-25 16,25 0-16,-25 0 0,0 0 0,0 0 0,0 0 15,25 0-15,-25 0 0,0 0 0,25 0 0,-25 25 16,24-25-16,-24 0 0,25 0 0,-25 0 0,25 0 0,-25 0 15,25 0-15,-25 0 0,25 0 0,-25 0 0,24 0 16,1 0-16,-25 0 0,0 0 0,25 0 0,-25 0 0,25 0 16,-25 0-16,0 0 0,0-25 0,0 25 0,0 0 15,25 0-15,-25 0 0,0 0 0,0 0 0,0 0 0</inkml:trace>
  <inkml:trace contextRef="#ctx0" brushRef="#br0" timeOffset="212701.1658">11137 11038 0,'0'0'0,"0"0"0,0 0 0,0 0 0,0 0 0,0 0 15,0 0-15,0 0 0,0 0 0,0 0 0,0 0 0,0 0 16,0 0-16,0 25 0,0-25 0,0 0 0,0 0 16,0 25-16,0-25 0,0 24 0,0-24 0,0 25 15,0-25-15,0 25 0,0-25 0,0 25 0,-25-25 0,25 25 16,0-25-16,0 25 0,0-25 0,0 24 0,0-24 15,0 25-15,0-25 0,0 25 0,0-25 0,-24 0 0,24 25 16,0-25-16,0 25 0,0-25 0,0 0 0,0 24 16,0-24-16,-25 0 0,25 0 0,0 0 0,0 0 0</inkml:trace>
  <inkml:trace contextRef="#ctx0" brushRef="#br0" timeOffset="213057.1861">11708 10864 0,'0'0'15,"0"0"-15,0 0 0,0 0 0,0 0 0,0 0 16,0 0-16,0 0 0,0 0 0,0 0 0,0 0 15,0 0-15,0 0 0,0 0 0,0 0 0,0 0 0,25 0 16,-25 0-16,24 0 0,-24 0 0,0 0 0,25 0 16,-25 0-16,25 0 0,-25 0 0,25 0 0,-25 0 0,25 0 15,-25 0-15,24 0 0,-24 0 0,0 0 0,25 0 16,-25 0-16,0 0 0,25 0 0,-25 25 0,0-25 15,0 0-15,0 0 0,0 0 0,0 0 0,0 0 0</inkml:trace>
  <inkml:trace contextRef="#ctx0" brushRef="#br0" timeOffset="213242.1967">11633 11013 0,'0'25'0,"0"-25"0,-24 0 0,24 0 16,0 0-16,0 0 0,0 0 0,24 0 0,-24 0 0,0 0 15,0 0-15,0 0 0,25 0 0,-25 0 0,25 0 16,-25 0-16,25 0 0,-25 0 0,25 0 0,-25 0 15,24 0-15,1 0 0,0 0 0,-25 0 0,25 0 0,0 0 16,-1 0-16,-24 0 0,25-25 0,0 25 0,0 0 16,-25 0-16,25 0 0,-1 0 0,1 0 0</inkml:trace>
  <inkml:trace contextRef="#ctx0" brushRef="#br0" timeOffset="213743.2254">12477 10740 0,'0'0'0,"0"0"0,0-24 16,0 24-16,0 0 0,0-25 0,0 25 0,0 0 0,0 0 15,0 0-15,0-25 0,0 25 0,0 0 0,0 0 16,0 0-16,0 0 0,0 0 0,-25 0 0,25 0 0,0 0 15,0 0-15,0 0 0,0 0 0,0 0 0,-25 0 16,25 0-16,0 0 0,0 0 0,-25 0 0,25 0 16,0 0-16,-24 0 0,24 0 0,0 0 0,0 25 0,-25-25 15,25 0-15,0 0 0,-25 25 0,25-25 0,0 0 16,-25 24-16,25-24 0,0 0 0,0 25 0,-25-25 0,25 25 15,0 0-15,0-25 0,0 25 0,0-25 0,-24 24 16,24-24-16,0 25 0,0 0 0,0-25 0,0 25 0,24-25 16,-24 25-16,0-25 0,0 0 0,0 24 0,0-24 15,0 25-15,25-25 0,-25 0 0,0 25 0,25-25 16,-25 0-16,0 25 0,25-25 0,-25 0 0,0 0 0,25 0 15,-25 0-15,0 25 0,24-25 0,-24 0 0,25 0 16,-25 0-16,25-25 0,-25 25 0,25 0 0,-25 0 16,0 0-16,25 0 0,-25-25 0,24 25 0,-24-25 0,0 25 15,25 0-15,-25-25 0,0 25 0,0-24 0,25 24 16,-25-25-16,0 25 0,0-25 0,0 0 0,0 25 0,0-25 15,0 25-15,0-24 0,0 24 0,0-25 0,0 25 16,0 0-16,0-25 0,0 25 0,0 0 0,-25 0 0,25 0 16,0 0-16,0 0 0,0 0 0,-25-25 0,25 25 15,0 0-15,0 0 0,-24 0 0,24 0 0,0 0 16,-25 0-16,25 0 0,0 0 0,-25 0 0,25 0 0</inkml:trace>
  <inkml:trace contextRef="#ctx0" brushRef="#br0" timeOffset="216130.3619">5035 11807 0,'0'0'0,"0"0"15,0 0-15,0 0 0,0 0 0,0-25 0,0 25 0,0 0 16,0 0-16,0 0 0,0 0 0,0 0 0,0 0 16,0 0-16,0 0 0,0 0 0,0 0 0,0 0 0,0 0 15,0 0-15,0 0 0,0 0 0,0 0 0,0 0 16,0-25-16,0 25 0,0 0 0,25 0 0,-25 0 15,0 0-15,0 0 0,0 0 0,0 0 0,0 0 0,0 0 16,0 0-16,25-24 0,-25 24 0,0 0 0,0 0 16,0 0-16,0 0 0,25 0 0,-25 0 0,0 0 0,0 0 15,25 0-15,-25 0 0,0 0 0,0 0 0,0 0 16,0 0-16,0 0 0,24 0 0,-24 0 0,0 0 0,0 24 15,0-24-15,0 0 0,0 0 0,0 25 0,0-25 16,0 0-16,-24 25 0,24-25 0,0 25 0,0-25 0,0 0 16,-25 25-16,25-25 0,0 24 0,0-24 0,-25 25 15,25-25-15,0 0 0,0 25 0,-25-25 0,25 0 16,0 25-16,0-25 0,0 0 0,-25 0 0,25 0 0,0 25 15,0-25-15,0 0 0,0 0 0,0 0 0,0 0 16,0 0-16,0 0 0,0 0 0,0 0 0,0 0 16,0 0-16,0 0 0,0 0 0,0 0 0,0 0 0,25 0 15,-25 0-15,0 0 0,0 0 0,0 0 0,0 0 16,25 0-16,-25 0 0,0 0 0,0 0 0,0 24 15,25-24-15,-25 0 0,0 0 0,0 0 0,0 25 0,0-25 16,25 0-16,-25 25 0,0-25 0,0 0 0,0 25 16,0-25-16,0 0 0,-25 0 0,25 25 0,0-25 0,0 0 15,0 24-15,0-24 0,0 0 0,0 0 0,-25 0 16,25 25-16,0-25 0,0 0 0,0 0 0,-25 0 0,25 0 15,0 25-15,0-25 0,-25 0 0,25 0 0,0 0 0,0 0 16,0 0-16,-24 0 0,24-25 0,0 25 0,0 0 16,0 0-16,0 0 0,0 0 0,-25 0 0,25 0 15,0 0-15,0 0 0,0-25 0,0 25 0,0 0 16,0 0-16,0 0 0,0 0 0,0 0 0,0 0 0,0 0 15,0 0-15,0 0 0,0-24 0,0 24 0,0 0 16,0 0-16,0 0 0,25 0 0,-25 0 0,0 0 0,0 0 16,24 0-16,-24 0 0,0 0 0</inkml:trace>
  <inkml:trace contextRef="#ctx0" brushRef="#br0" timeOffset="216503.3833">5606 11931 0,'0'0'0,"0"0"0,0 0 15,0 0-15,0-25 0,0 25 0,0 0 0,-25 0 16,25 0-16,0 0 0,0-25 0,0 25 0,0 0 0,0 0 15,0 0-15,-25 0 0,25 0 0,0 0 0,0 0 16,0 0-16,0 0 0,-25 0 0,25 0 0,0 0 0,0 0 16,0 25-16,-24-25 0,24 0 0,0 0 0,0 0 15,-25 25-15,25-25 0,0 0 0,-25 25 0,25-25 0,0 0 16,0 25-16,-25-25 0,25 24 0,0-24 0,0 25 15,-25-25-15,25 25 0,0-25 0,0 25 0,0-25 16,0 25-16,0-25 0,0 0 0,0 24 0,0-24 16,0 0-16,0 25 0,25-25 0,-25 0 0,0 25 0,0-25 15,25 0-15,-25 0 0,0 0 0,25 25 0,-25-25 0,25 0 47,-25 0-47,24 0 0,-24 0 0,25 0 0,0 0 0,-25 0 0,25 0 0,-25 0 0,25 0 0,-1-25 0,-24 25 0,25 0 0,0 0 0,-25 0 0</inkml:trace>
  <inkml:trace contextRef="#ctx0" brushRef="#br0" timeOffset="216854.4033">5779 12278 0,'0'0'15,"0"0"-15,0 0 0,0 0 0,0 0 0,0 0 0,0 0 16,0 0-16,0 0 0,0 0 0,0 0 0,0 0 15,25 0-15,-25-24 0,0 24 0,0 0 0,25 0 0,-25-25 16,0 25-16,0 0 0,25 0 0,-25-25 0,0 25 16,0 0-16,25-25 0,-25 25 0,0-25 0,0 25 0,0 0 15,0-25-15,25 25 0,-25-24 0,0 24 0,0 0 16,0-25-16,0 25 0,0 0 0,0 0 0,0-25 15,0 25-15,0 0 0,0 0 0,0 0 0,0 0 16,0 0-16,0 0 0,0 0 0,0 0 0,0 0 0,0 0 16,0 0-16,0 0 0,0 25 0,0-25 0,0 0 15,0 0-15,0 25 0,0-25 0,0 24 0,0-24 0,0 25 16,0-25-16,-25 25 0,25-25 0,0 25 0,0-25 15,0 25-15,0-25 0,0 25 0,0-25 0,0 24 0,0-24 16,-25 25-16,25-25 0,0 25 0,0-25 0,0 25 16,0-25-16,25 0 0,-25 0 0,0 25 0,0-25 0,0 0 15,0 0-15,0 0 0,0 0 0,0 0 0,0 0 16,25 0-16</inkml:trace>
  <inkml:trace contextRef="#ctx0" brushRef="#br0" timeOffset="217797.4573">6375 12154 0,'0'0'0,"0"0"16,0 0-16,0 0 0,0 0 0,0 0 0,0 0 15,0 0-15,0 0 0,0 0 0,0 0 0,0 0 16,0 0-16,0 0 0,0 0 0,0 0 0,0 0 0,0 0 15,0 0-15,0 0 0,0 0 0,0 0 0,0 0 16,0 0-16,0 0 0,0 0 0,0 0 0,0 0 0,0 0 16,0 0-16,0 0 0,0 0 0,0 0 0,25 0 15,-25 0-15,0 0 0,0 0 0,0 0 0,24 0 16,-24 0-16,0 0 0,25 0 0,-25 0 0,25 0 15,-25 0-15,0 0 0,25 0 0,-25 0 0,25-25 0,-25 25 16,0 0-16,24 0 0,-24 0 0,25 0 0,-25 0 16,25 0-16,-25 0 0,25 0 0,-25 0 0,0 0 0,25 0 15,-25 0-15,0 0 0,0 0 0,0 0 0,0 0 16,0 0-16,0-24 0,0 24 0</inkml:trace>
  <inkml:trace contextRef="#ctx0" brushRef="#br0" timeOffset="218014.4697">6474 12030 0,'0'0'0,"0"0"0,0 0 0,0 0 16,0 0-16,0 25 0,0-25 0,0 0 0,0 0 15,0 0-15,0 25 0,0-25 0,0 0 0,0 25 16,0-25-16,0 0 0,-25 24 0,25-24 0,0 25 0,0-25 15,0 25-15,0-25 0,0 25 0,0-25 0,0 25 16,0-25-16,0 25 0,0-25 0,0 24 0,0-24 0,0 0 16,0 25-16,0-25 0,0 0 0,0 25 0,0-25 15,0 0-15,0 0 0,0 0 0</inkml:trace>
  <inkml:trace contextRef="#ctx0" brushRef="#br0" timeOffset="218447.4945">7169 12030 0,'0'0'15,"0"0"-15,0 0 0,0 0 0,-25 0 0,25-25 16,0 25-16,0 0 0,0 0 0,0 0 0,0 0 0,-25-24 15,25 24-15,0 0 0,0 0 0,0 0 0,0 0 16,0 0-16,0 0 0,-25 0 0,25 0 0,0 0 0,0 0 16,0 0-16,0 0 0,-25 0 0,25 0 0,0 0 15,0 0-15,-24 0 0,24 24 0,0-24 0,0 0 0,0 25 16,-25-25-16,25 0 0,0 25 0,0-25 0,0 25 15,0-25-15,0 25 0,0-25 0,0 24 0,0-24 16,0 25-16,0-25 0,0 0 0,0 25 0,0-25 0,0 25 16,25-25-16,-25 25 0,0-25 0,0 0 0,24 25 0,-24-25 15,25 0-15,-25 24 0,0-24 0,25 0 16,-25 0-16,25 25 0,-25-25 0,25 0 0,-25 0 0,24 0 15,-24 0-15,25 0 0,0-25 0,-25 25 0,25 0 16,-25 0-16,0 0 0</inkml:trace>
  <inkml:trace contextRef="#ctx0" brushRef="#br0" timeOffset="218827.5162">7392 12154 0,'0'0'0,"0"0"15,0 0-15,0 0 0,0 0 0,0 0 0,0-25 16,0 25-16,0 0 0,0 0 0,0 0 0,0 0 15,0 0-15,0 0 0,0 0 0,0 0 0,25 0 0,-25 0 16,0 0-16,0 0 0,0 0 0,0 0 0,24 0 16,-24 0-16,0 0 0,0 0 0,0 0 0,0 0 15,0 0-15,0 0 0,25 25 0,-25-25 0,0 0 0,0 0 16,0 0-16,0 25 0,-25-25 0,25 0 0,0 0 15,0 25-15,0-25 0,0 0 0,-24 25 0,24-25 16,0 0-16,0 25 0,-25-25 0,25 0 0,0 24 0,0-24 16,-25 0-16,25 25 0,0-25 0,0 0 0,-25 25 0,25-25 15,0 0-15,0 0 0,0 25 0,0-25 0,0 0 16,0 0-16,-25 0 0,25 0 0,0 25 0,0-25 15,25 0-15,-25 0 0,0 0 0,0 0 0,0 0 0,0 0 16,0 0-16,25 0 0,-25 0 0,0 0 0,0 24 16,25-24-16,-25-24 0,25 24 0,-25 0 0,0 0 15,24 0-15,-24 0 0,25 0 0,-25 0 0,25 0 0,-25 0 16,25 0-16,-25 0 0,25 0 0,-25 0 0,24 0 15,-24 0-15,25-25 0,-25 25 0,0 0 0</inkml:trace>
  <inkml:trace contextRef="#ctx0" brushRef="#br0" timeOffset="219318.5443">7937 12204 0,'0'0'0,"0"0"0,0 0 16,0 0-16,0 0 0,0 0 0,0 0 0,0 0 15,0 0-15,0 0 0,0 0 0,0 0 0,25 0 0,-25 0 16,0 0-16,0 0 0,25 0 0,-25 0 0,0 0 16,25 0-16,-25 0 0,0 0 0,25 0 0,-25 0 0,25 0 15,-25 0-15,0 0 0,24 0 0,-24 0 0,25 0 16,-25 0-16,25 0 0,-25 0 0,0 0 0,25 0 0,-25-25 15,0 25-15,25 0 0,-25 0 0,0 0 0,0 0 16,0 0-16,24 0 0,-24 0 0,0 0 0,0 0 16,-24-25-16</inkml:trace>
  <inkml:trace contextRef="#ctx0" brushRef="#br0" timeOffset="219549.5575">8037 12080 0,'0'0'0,"0"0"15,0 0-15,0 0 0,0 0 0,0 0 16,0 0-16,0 0 0,0 0 0,0 25 0,0-25 0,0 0 16,0 0-16,0 0 0,0 24 0,0-24 0,0 0 0,0 25 15,0-25-15,0 0 0,0 25 0,0-25 0,0 25 16,0-25-16,-25 25 0,25-25 0,0 25 0,0-25 0,0 24 15,0-24-15,0 25 0,0-25 0,-25 25 0,25-25 16,0 25-16,0-25 0,0 0 0,0 25 0,0-25 0</inkml:trace>
  <inkml:trace contextRef="#ctx0" brushRef="#br0" timeOffset="243782.9436">8954 12055 0,'0'0'0,"0"0"15,0 0-15,0 0 0,0 0 0,25 0 0,-25 0 0,0 0 16,0 0-16,0 0 0,0 0 0,0 0 0,0 0 15,0 0-15,0 0 0,0 0 0,0 0 0,0 0 0,0 0 16,0 0-16,0 0 0,0 0 0,0 0 0,0 0 16,0 0-16,0 0 0,0 0 0,0 0 0,0 0 15,0 0-15,0 0 0,0 0 0,0-25 0,0 25 0,0 0 16,0 0-16,0 0 0,0 0 0,0 0 0,0 0 15,0 0-15,0 0 0,0 0 0,0 0 0,0 0 0,0-25 16,0 25-16,0 0 0,0 0 0,0 0 0,-25 0 16,25 0-16,0 0 0,0 0 0,0-24 0,0 24 15,0 0-15,0 0 0,0 0 0,0 0 0,-24 0 0,24 0 16,0 0-16,0 0 0,0 0 0,0 0 0,0 0 15,0 0-15,0 0 0,-25 0 0,25 0 0,0 0 0,0 0 16,0 0-16,-25 0 0,25 0 0,0 0 0,0 0 16,-25 0-16,25 0 0,0 0 0,0 24 0,-25-24 0,25 0 15,0 0-15,0 0 0,-24 25 0,24-25 0,0 0 16,0 25-16,-25-25 0,25 0 0,0 25 0,0-25 15,-25 25-15,25-25 0,0 24 0,0-24 0,0 25 0,-25-25 16,25 25-16,0-25 0,0 25 0,0-25 0,-25 25 16,25-25-16,0 25 0,0-25 0,0 24 0,0 1 15,0-25-15,0 0 0,0 25 0,0-25 0,0 25 0,0-25 16,0 25-16,0-25 0,0 0 0,0 24 0,0-24 15,0 0-15,0 0 0,25 0 0,-25 25 0,0-25 0,25 0 16,-25 0-16,0 0 0,25 0 0,-25 0 0,25 0 16,-25 0-16,24-25 0,-24 25 0,25 0 0,-25 0 0,25 0 15,-25 0-15,0 0 0,25-24 0,-25 24 0,0 0 16,25 0-16,-25 0 0,0 0 0,0 0 0,24 0 15,-24 0-15,0 0 0,0 0 0,0 0 0,25 0 0,-25-25 16,0 25-16,0 0 0,0 0 0,0 0 0,0 0 16,25 0-16,-25-25 0</inkml:trace>
  <inkml:trace contextRef="#ctx0" brushRef="#br0" timeOffset="244644.9929">9079 12353 0,'-25'0'0,"25"0"16,0 0-16,0 0 0,0 0 0,0 0 0,0 0 16,0 0-16,0 0 0,0 0 0,0 0 0,0 0 0,0 0 15,0 0-15,0 0 0,0 0 0,0 0 0,0 0 16,0 0-16,0 0 0,0-25 0,0 25 0,0 0 0,0 0 15,25 0-15,-25 0 0,0 0 0,0 0 0,0 0 16,24 0-16,-24-25 0,0 25 0,0 0 0,0 0 16,0 0-16,0 0 0,0 0 0,25 0 0,-25 0 0,0 0 15,0 0-15,0 0 0,0 0 0,0 0 0,0 0 16,0 0-16,0 0 0,25 0 0,-25 0 0,0 25 15,0-25-15,0 0 0,0 0 0,-25 25 0,25-25 0,0 0 16,0 25-16,0-25 0,0 0 0,0 0 0,-25 24 16,25-24-16,0 0 0,0 25 0,0-25 0,-24 0 0,24 0 15,0 25-15,0-25 0,-25 0 0,25 0 0,0 25 16,0-25-16,0 0 0,0 0 0,-25 0 0,25 0 0,0 25 15,0-25-15,0 0 0,0 0 0,0 0 0,0 0 16,0 0-16,0 0 0,0 0 0,25 0 0,-25 0 16,0-25-16,0 25 0,0 0 0,25 0 0,-25 0 0,0 0 15,24 0-15,-24 0 0,0 0 0,25 0 0,-25 0 16,0 0-16,0 0 0,25 0 0,-25 0 0,0 0 15,0 0-15,25 0 0,-25 0 0,0 0 0,0 25 0,0-25 16,0 0-16,0 0 0,0 0 0,0 24 0,0-24 16,0 0-16,0 25 0,0-25 0,0 0 0,0 25 0,0-25 15,0 0-15,-25 25 0,25-25 0,0 25 0,0-25 16,0 0-16,-25 24 0,25-24 0,0 0 0,0 0 15,0 25-15,-25-25 0,25 0 0,0 0 0,0 25 0,-24-25 16,24 0-16,0 0 0,-25 0 0,25 0 0,0 25 78,0-25-78,-25 0 0,25 0 0,0 0 0,0 0 0,-25-25 0,25 25 0,0 0 0,0 0 0,0 0 0,-25 0 0,25 0 0,0 0 0,0-25 0,0 25 0,0 0 0,0 0 0,0 0 0,0 0 0,0 0 0,0 0 0,0 0 0,0 0 0,0 0 0,0 0 0,0 0 0,0 0 0,0 0 16,0 0-16,0 0 0,0 0 0,0 0 0,0-25 78,0 25-78,0 0 0,0 0 0,0 0 0,0 0 0,0 0 0,0 0 0,25 0 0,-25 0 0,0 25 0</inkml:trace>
  <inkml:trace contextRef="#ctx0" brushRef="#br0" timeOffset="248437.2098">11782 12328 0,'0'0'0,"0"0"0,0 0 0,0 0 0,0 0 15,0 0-15,0 0 0,0 0 0,0 0 0,0 0 16,0 0-16,0 0 0,0 0 0,0 0 0,0 0 0,0 0 16,0 0-16,0 0 0,0 0 0,0 0 0,0 0 15,0 0-15,0-25 0,0 25 0,0 0 0,0 0 16,0 0-16,0 0 0,0 0 0,0 0 0,25 0 0,-25 0 15,0 0-15,0 0 0,25 0 0,-25 25 0,25-25 16,-25 0-16,0-25 0,24 25 0,-24 0 0,25 0 0,-25 0 16,0 0-16,25 0 0,-25 0 0,25 0 0,-25 0 15,0 0-15,25 0 0,-25 0 0,0 25 0,0-25 0,0 0 16,24 0-16,-24 0 0,0 0 0,0 0 0,0 0 15,0 0-15,0 0 0,0 0 0,0 0 0</inkml:trace>
  <inkml:trace contextRef="#ctx0" brushRef="#br0" timeOffset="248691.2243">11782 12526 0,'-25'0'0,"25"0"0,0 0 0,0 0 0,0 0 15,0 0-15,0 0 0,0 0 0,0 0 0,0 0 0,0 25 16,0-25-16,0 0 0,25 0 0,-25 0 0,0 0 16,0 0-16,25 0 0,-25 0 0,0 0 0,25 0 15,-25 0-15,25 0 0,-25 0 0,24 0 0,-24 0 0,25 0 16,0 0-16,-25 0 0,25 0 0,-25 0 0,25 0 15,-1 0-15,-24 0 0,25 0 0,-25 0 0,25 0 0,-25 0 16,25 0-16,-25 0 0,25 0 0,-25 0 0,24 0 16</inkml:trace>
  <inkml:trace contextRef="#ctx0" brushRef="#br0" timeOffset="249350.262">12650 12303 0,'0'0'0,"0"0"0,0-25 0,0 25 15,0 0-15,0 0 0,0 0 0,0-24 0,0 24 16,0 0-16,-24 0 0,24 0 0,0 0 0,0-25 16,0 25-16,0 0 0,0 0 0,0 0 0,0 0 0,0 0 15,-25 0-15,25 0 0,0 0 0,0 0 0,0 0 16,0 0-16,0-25 0,0 25 0,0 0 0,-25 25 0,25-25 15,0 0-15,0 0 0,0 0 0,0 0 0,-25 0 16,25 0-16,0 0 0,0 0 0,-25 25 0,25-25 16,0 0-16,0 0 0,0 0 0,-24 24 0,24-24 0,0 0 15,0 25-15,0-25 0,-25 0 0,25 25 0,0-25 16,0 25-16,0-25 0,0 0 0,0 25 0,0-25 156,0 223-156,0-223 0,0 25 0,0-25 0,0 0 0,0 24 0,25-24 0,-25 0 0,0 0 0,0 25 15,0-25-15,0 0 0,0 0 0,24 0 0,-24 0 0,0 0 0,0 0 0,25 0 0,-25 0 0,0 0 0,25 0 0,-25 0 0,0-25 0,25 25 0,-25 0 0,25 0 0,-25-24 0,24 24 0,-24 0 0,25-25 0,-25 25 16,25-25-16,-25 25 0,25 0 0,-25-25 0,25 25 0,-25-25 0,0 25 0,24-24 0,-24 24 0,25-25 0,-25 25 0,0-25 0,25 25 0,-25 0 0,0-25 16,0 25-16,0-25 0,25 25 0,-25-24 0,0 24 0,0 0 15,0-25-15,0 25 0,0-25 0,0 25 0,0-25 16,0 25-16,0 0 0,0-25 0,0 25 0,-25 0 0,25-24 15,0 24-15,0 0 0,0 0 0,0-25 0,0 25 16,0 0-16,-25 0 0,25 0 0,0-25 0,0 25 0,-25 0 16,25 0-16,0 0 0,0 0 0,-24 0 0,24 0 15,0 0-15,-25 0 0,25 0 0,0 0 0,-25 0 16,25 0-16</inkml:trace>
  <inkml:trace contextRef="#ctx0" brushRef="#br0" timeOffset="251956.4111">5234 13122 0,'0'0'0,"0"0"0,0 0 0,0 0 0,0 0 15,0 0-15,0 0 0,0 0 0,0 0 0,0 0 16,0 0-16,0 0 0,0 0 0,0 0 0,0 0 0,0 0 15,0 0-15,0 0 0,0 0 0,0 0 0,0 0 16,0 0-16,0 0 0,0 0 0,0 0 0,0 0 16,0 0-16,0 0 0,0 0 0,0 0 0,0 0 0,0 0 15,0 0-15,0 0 0,0 0 0,0 0 0,0 0 16,0 0-16,0 0 0,0 0 0,0 0 0,0 0 0,0 0 15,0 0-15,0 0 0,0 0 0,0 0 0,0 0 16,0 0-16,0 0 0,0 0 0,0 0 0,0 0 0,0 0 16,0 0-16,0 0 0,0 0 0,0 0 0,0 0 15,-25 0-15,25 0 0,0 0 0,0 0 0,0 0 16,0 0-16,-25 24 0,25-24 0,0 0 0,0 0 0,0 0 15,-25 0-15,25 0 0,0 25 0,0-25 0,-24 0 156,-76 75-156,100-75 0,0 25 0,-24-25 0,24 0 0,0 0 0,0 0 0,0 0 0,0 0 0,0 0 0,0 0 0,0 24 0,0-24 0,0 0 0,0 0 0,0 0 0,0 0 0,0 0 0,0 0 16,0 0-16,0 0 0,0 0 0,0 0 0,0 0 0,0 0 0,0 0 0,0 0 0,0 0 0,0 0 0,0 0 0,0 0 0,24 0 0,-24 0 16,0 0-16,0 0 0,0 0 0,0 0 0,25 25 0,-25-25 0,0 0 0,0 0 0,0 0 0,25 0 0,-25 0 0,0 0 0,25 0 0,-25 0 15,25 0-15,-25 0 0,0 0 0,24 0 0,-24 0 16,0 0-16,25 0 0,-25 0 0,0 0 0,25 0 0,-25 0 15,25 0-15,-25 0 0,0 0 0,25 0 0,-25 0 16,24 0-16,-24 0 0,0 0 0,25 0 0,-25 0 0,0 0 16,25 0-16,-25 0 0,0 0 0,0 0 0,25 0 15,-25 0-15,0 0 0,0 0 0,0 0 0,25 0 0,-25 0 16,0 0-16,0 0 0,0 0 0,0 0 0,0 0 15,0 0-15,0 0 0,0 0 0,0 0 0,0 0 16,-25 0-16,25 0 0</inkml:trace>
  <inkml:trace contextRef="#ctx0" brushRef="#br0" timeOffset="252249.4278">5259 13171 0,'0'0'0,"0"0"0,0 0 16,0 0-16,0 0 0,0 0 0,0 0 0,0 0 15,0 0-15,0 0 0,0 0 0,0 0 0,0 0 16,0 0-16,0 0 0,0 0 0,0 0 0,0 25 0,0-25 16,0 0-16,0 0 0,0 25 0,0-25 0,24 0 0,-24 25 15,0-25-15,-24 25 0,24-25 0,0 24 0,0-24 16,0 0-16,0 25 0,0-25 0,0 25 0,0 0 15,0-25-15,0 25 0,-25-25 0,25 24 0,0-24 0,0 25 16,0-25-16,0 25 0,-25-25 0,25 25 0,0-25 16,0 25-16,0-25 0,0 24 0,0-24 0,0 0 0,-25 25 15,25-25-15,0 0 0,0 0 0,0 25 0,0-25 16,0 0-16,0 0 0,0 0 0,0 0 0,0 0 15,0 0-15</inkml:trace>
  <inkml:trace contextRef="#ctx0" brushRef="#br0" timeOffset="252658.4512">5705 13271 0,'0'-25'0,"0"25"0,0 0 16,0 0-16,0-25 0,0 25 0,0 0 0,0 0 0,0 0 15,0 0-15,0-25 0,0 25 0,0 0 0,-25 0 16,25 0-16,0 0 0,0 0 0,0 0 0,0 0 15,0 0-15,0 0 0,0 0 0,0 0 0,-25 0 0,25 0 16,0 0-16,0 0 0,0 0 0,-24 25 0,24-25 16,0 0-16,0 0 0,-25 0 0,25 25 0,0-25 0,-25 0 15,25 0-15,0 25 0,-25-25 0,25 0 0,0 24 16,0-24-16,-25 25 0,25-25 0,0 0 0,0 25 0,0-25 15,0 25-15,0-25 0,0 25 0,0-25 0,0 0 16,0 24-16,0-24 0,0 25 0,0-25 0,0 0 16,0 25-16,25-25 0,-25 0 0,0 25 0,0-25 0,25 0 15,-25 0-15,0 25 0,25-25 0,-25 0 0,0 0 16,25 0-16,-25 0 0,24 0 0,-24 24 0,25-24 0,-25 0 15,25 0-15,0 0 0,-25 0 0,25 0 0,-25 0 16,24 0-16,-24 0 0</inkml:trace>
  <inkml:trace contextRef="#ctx0" brushRef="#br0" timeOffset="253004.471">5854 13643 0,'0'0'0,"0"0"0,0 0 0,0 0 0,0 0 0,0 0 15,0 0-15,0 0 0,0 0 0,0 0 0,0 0 0,0-25 0,0 25 0,0 0 16,0 0-16,0 0 0,25 0 0,-25 0 0,0 0 0,0-25 15,0 25-15,25 0 0,-25 0 0,0-25 0,0 25 16,24 0-16,-24 0 0,0-25 0,0 25 0,25 0 16,-25 0-16,0-24 0,0 24 0,0 0 0,25 0 0,-25-25 15,0 25-15,0 0 0,0-25 0,0 25 0,25 0 16,-25-25-16,0 25 0,0 0 0,0 0 0,0 0 0,0-25 15,0 25-15,0 0 0,0 0 0,0 0 0,0 0 16,0 0-16,0 0 0,0 0 0,0 0 0,0 0 0,0 0 16,0 25-16,0-25 0,0 0 0,0 0 0,0 25 15,0-25-15,0 0 0,0 25 0,0-25 0,0 25 16,-25-25-16,25 0 0,0 24 0,0-24 0,0 25 0,0-25 15,0 25-15,0-25 0,-25 25 0,25-25 0,0 25 16,0-25-16,0 0 0,0 24 0,0-24 0,0 0 0,0 25 16,0-25-16,0 0 0,0 0 0,0 0 0,0 25 15,0-25-15,0 0 0,0 0 0</inkml:trace>
  <inkml:trace contextRef="#ctx0" brushRef="#br0" timeOffset="253357.4912">6573 13395 0,'0'0'0,"0"0"0,0 0 15,0 0-15,0 0 0,0 0 0,0 0 0,25 0 16,-25 0-16,0 0 0,0 0 0,0 0 0,25 0 0,-25 0 15,0 0-15,25 0 0,-25 0 0,24 0 0,-24 0 16,25 0-16,-25 0 0,25 0 0,-25 0 0,25 0 0,-25 0 16,25 0-16,-25 0 0,24 0 0,-24 0 0,25 0 15,-25 0-15,25 0 0,-25 0 0,0 0 0,25 0 16,-25 0-16,0 0 0,25 0 0,-25 0 0,0 0 0,0 0 15,0 0-15,0 0 0,0 0 0,0 0 0,0 0 16,0-25-16</inkml:trace>
  <inkml:trace contextRef="#ctx0" brushRef="#br0" timeOffset="253570.5034">6772 13246 0,'0'0'16,"0"0"-16,0 0 0,0 0 0,0 0 0,0 0 0,0 0 15,0 0-15,0 0 0,0 0 0,0 0 0,0 0 16,0 0-16,0 25 0,0-25 0,0 0 15,0 0-15,0 24 0,0-24 0,0 25 0,0-25 0,0 25 0,0-25 16,0 25-16,0-25 0,0 25 0,0-25 0,0 24 16,-25 1-16,25-25 0,0 25 0,0-25 0,0 25 0,-25 0 15,25-25-15,0 24 0,-25 1 0,25-25 0,0 25 16,-25-25-16,25 25 0,0-25 0,-24 25 0</inkml:trace>
  <inkml:trace contextRef="#ctx0" brushRef="#br0" timeOffset="255293.6019">7863 13196 0,'0'0'0,"0"0"0,0 0 16,0 0-16,0 0 0,0 0 0,0 0 0,0 0 0,-25 0 15,25 0-15,0-25 0,0 25 0,0 0 0,0 0 16,0 0-16,0 0 0,0 0 0,0 0 0,0 0 0,0 0 16,0 0-16,0 0 0,0 0 0,0 0 0,0 0 0,0 0 15,0 25-15,0-25 0,0 0 0,0 0 0,0 0 16,-25 0-16,25 0 0,0 0 0,0 25 0,0-25 15,-24 0-15,24 0 0,0 25 0,0-25 0,-25 0 0,25 0 16,0 25-16,0-25 0,-25 0 0,25 0 0,0 24 16,-25-24-16,25 0 0,0 0 0,0 25 0,-25-25 15,25 0-15,0 0 0,0 0 0,-24 0 0,24 25 0,0-25 16,0 0-16,0 0 0,0 0 0,0 0 0,0 0 15,0 0-15,0 0 0,0 0 0,0 25 0,0-25 0,0 0 16,0 0-16,0 0 0,0 0 0,0 0 0,0 0 16,0 0-16,0 0 0,24 0 0,-24 0 0,0 0 0,0 0 15,0 0-15,25 0 0,-25 25 0,0-25 0,0 0 16,25 0-16,-25 0 0,25 0 0,-25 0 0,0 0 15,25 0-15,-25 0 0,24 0 0,-24 0 0,25 0 0,-25 0 16,0 0-16,25 0 0,-25 24 0,25-24 0,-25 0 16,0 0-16,25 0 0,-25 0 0,0 0 0,24 0 0,-24 0 15,0 0-15,25 0 0,-25 0 0,0-24 0,0 24 16,0 0-16,0 0 0,0 0 0,0 0 0,0 0 0,0 0 15,0-25-15</inkml:trace>
  <inkml:trace contextRef="#ctx0" brushRef="#br0" timeOffset="255547.6165">7913 13246 0,'0'0'0,"0"0"16,0 0-16,0 0 0,0 0 0,0 0 0,0 0 0,0 0 16,0 0-16,0 0 0,0 0 0,0 0 0,-25 0 15,25 0-15,0 0 0,0 0 0,0 25 0,0-25 16,0 0-16,0 24 0,0-24 0,0 25 0,0-25 0,0 25 15,0-25-15,0 25 0,0-25 0,0 25 0,0-25 16,0 24-16,0-24 0,0 25 0,0 0 0,0-25 16,0 25-16,-25-25 0,25 25 0,0-25 0,0 24 15,0-24-15,0 0 0,0 25 0,-25-25 0,25 25 0,0-25 16,0 0-16,0 25 0,0-25 0,0 0 0,-25 25 0,25-25 15,0 0-15,0 0 0,0 0 0,0 0 0,0 0 16,0 0-16,25 0 0,-25 0 0</inkml:trace>
  <inkml:trace contextRef="#ctx0" brushRef="#br0" timeOffset="255899.6366">8260 13345 0,'0'0'0,"0"-25"0,0 25 0,0 0 16,0 0-16,0-25 0,0 25 0,0 0 0,0-24 0,0 24 16,0 0-16,0 0 0,0-25 0,0 25 0,0 0 15,0 0-15,-25 0 0,25 0 0,0 0 0,0 0 16,0 0-16,0 0 0,0 0 0,0 0 0,0 0 0,-25 25 15,25-25-15,0 0 0,0 0 0,0 24 0,0-24 16,0 0-16,-24 25 0,24-25 0,0 25 0,0-25 0,0 25 16,-25-25-16,25 25 0,0-25 0,0 24 0,0 1 15,0-25-15,0 25 0,0-25 0,0 25 0,0-25 0,0 0 16,0 25-16,0-25 0,0 24 0,0-24 0,25 0 15,-25 25-15,0-25 0,0 0 0,24 0 0,-24 25 16,0-25-16,25 0 0,-25 0 0,0 0 0,25 0 0,-25 25 16,25-25-16,-25 0 0,25 0 0,-25 0 0,24 0 15,-24 0-15,25 0 0,-25 0 0,25 0 0,-25 0 16,0 0-16</inkml:trace>
  <inkml:trace contextRef="#ctx0" brushRef="#br0" timeOffset="256394.6649">8434 13568 0,'0'0'15,"0"0"-15,0 0 0,0 0 0,0 0 0,0-25 16,0 25-16,0 0 0,0 0 0,0 0 0,0 0 0,0 0 16,0 0-16,0 0 0,0-24 0,24 24 0,-24 0 15,0 0-15,0 0 0,0 0 0,25 0 0,-25 0 16,0 0-16,0 0 0,25 0 0,-25 0 0,0 0 0,0 0 15,25 0-15,-25 0 0,0 0 0,0 0 0,0 0 16,0 0-16,0 0 0,25 0 0,-25 24 0,0-24 0,-25 0 16,25 0-16,0 0 0,0 25 0,0-25 0,0 0 15,0 0-15,0 25 0,-25-25 0,25 25 0,0-25 0,0 0 16,-25 25-16,25-25 0,0 0 0,-25 24 0,25-24 15,-24 0-15,24 25 0,0-25 0,-25 0 0,25 25 16,0-25-16,0 0 0,-25 25 0,25-25 0,0 0 0,0 0 16,-25 0-16,25 0 0,0 25 0,0-25 0,0 0 15,0 0-15,0 0 0,25 0 0,-25 0 0,0 0 0,0 0 16,0 0-16,25 24 0,-25-24 0,0 0 0,25 0 15,-25 0-15,0 0 0,24 0 0,1 0 0,-25 0 16,25 0-16,-25 0 0,25 0 0,0 0 0,-25 0 0,24 0 16,1 0-16,-25 0 0,25 0 0,-25 0 0,25-24 15,-25 24-15,25 0 0,-25 0 0,24 0 0,-24 0 0</inkml:trace>
  <inkml:trace contextRef="#ctx0" brushRef="#br0" timeOffset="257371.7208">9178 13345 0,'0'0'0,"0"0"15,0 0-15,0 0 0,0 0 0,0 0 0,0 0 0,0 0 16,0 0-16,0 0 0,0 0 0,0 0 0,0 0 15,0 0-15,0 0 0,0 0 0,25 0 0,-25 0 16,0 0-16,0 0 0,0 0 0,24 0 0,-24 0 0,0 0 16,0-25-16,25 25 0,-25 0 0,0 0 0,0 0 15,25 0-15,-25 0 0,0 0 0,25 0 0,-25 0 0,0 0 16,25 25-16,-25-25 0,0 0 0,0 0 0,24 0 15,-24 0-15,0 0 0,0 0 0,0 0 0,0 0 0,25 0 16,-25 0-16,0 0 0,0 0 0,0 0 0,0 0 16,0 0-16,0 0 0,0 0 0,0 0 0,0 0 15,0 0-15,0 0 0,0 0 0</inkml:trace>
  <inkml:trace contextRef="#ctx0" brushRef="#br0" timeOffset="257660.7373">9302 13221 0,'0'0'16,"0"0"-16,0 0 0,0-25 0,0 25 0,0 0 15,0 0-15,0 0 0,0 0 0,0 0 0,0 0 0,0 0 16,0 0-16,0 0 0,0 0 0,0 0 0,0 0 0,0 25 15,0-25-15,0 0 0,0 0 0,0 25 0,0-25 16,0 0-16,0 25 0,0-25 0,0 24 0,0-24 16,0 0-16,0 25 0,0-25 0,0 25 0,-25-25 0,25 25 15,0-25-15,0 25 0,0-25 0,0 24 0,0-24 16,0 25-16,-25-25 0,25 25 0,0-25 0,0 25 0,0-25 15,0 25-15,-25-25 0,25 0 0,0 24 0,0-24 16,0 0-16,0 25 0,0-25 0,0 0 0,-24 0 0</inkml:trace>
  <inkml:trace contextRef="#ctx0" brushRef="#br0" timeOffset="258519.7865">9847 13345 0,'0'-25'0,"0"25"0,-24 0 0,24 0 0,0 0 0,0 0 16,0 0-16,0 0 0,0-25 0,0 25 0,0 0 0,0 0 15,0 0-15,0 0 0,0 0 0,24-24 0,-24 24 16,0 0-16,0 0 0,0 0 0,0 0 0,0 0 16,0 0-16,0-25 0,25 25 0,-25 0 0,0 0 15,0 0-15,0 0 0,25 0 0,-25 0 0,0 0 0,0 0 16,0 0-16,25 0 0,-25 0 0,0 0 0,0 0 0,25 0 15,-25 0-15,0 0 0,0 0 0,24 0 0,-24 0 16,0 0-16,0 0 0,25 0 0,-25 25 0,0-25 16,0 0-16,0 0 0,0 0 0,0 24 0,0-24 0,0 0 15,0 25-15,0-25 0,-25 25 0,25-25 0,0 0 16,0 25-16,-24 0 0,24-25 0,0 24 0,-25-24 0,25 25 15,-25-25-15,25 25 0,-25-25 0,25 25 0,0-25 16,-25 25-16,25-25 0,-24 24 0,24-24 0,-25 0 16,25 25-16,0-25 0,-25 0 0,25 25 0,0-25 0,-25 0 15,25 0-15,0 25 0,0-25 0,0 0 0,0 0 16,0 0-16,0 0 0,0 0 0,0 0 0,0 0 0,0 0 15,0 25-15,0-25 0,0 0 0,0 0 0,25 0 16,-25 0-16,0 0 0,0 0 0,25 0 0,-25 0 0,25 0 16,-25 0-16,0 0 0,24 0 0,-24 0 0,25 0 15,-25 0-15,25 0 0,-25 0 0,25 0 0,-25 0 16,25 0-16,-25 0 0,24 0 0,-24 0 0,25 0 0,-25 0 15,0 0-15,25 0 0,-25 0 0,0 0 0,25 0 16,-25 0-16,0 0 0,0 0 0,25-25 0,-25 25 16,0 0-16</inkml:trace>
  <inkml:trace contextRef="#ctx0" brushRef="#br0" timeOffset="258958.8116">10393 13370 0,'-25'-25'0,"25"25"0,0 0 0,0 0 0,0-25 0,0 25 16,0 0-16,0 0 0,0 0 0,0 0 0,-24 0 15,24 0-15,0 0 0,0-25 0,0 25 0,0 0 16,0 0-16,-25 0 0,25 0 0,0 0 0,0 25 0,-25-25 15,25 0-15,0 0 0,0 0 0,0 0 0,-25 25 16,25-25-16,0 0 0,-25 25 0,25-25 0,0 0 0,-24 25 16,24-25-16,0 24 0,-25-24 0,25 25 0,0-25 15,0 25-15,-25-25 0,25 25 0,0-25 0,0 25 16,0-25-16,0 24 0,0-24 0,0 0 0,0 25 0,0-25 15,0 0-15,0 25 0,0-25 0,0 0 0,0 25 16,25-25-16,-25 0 0,0 0 0,0 25 0,25-25 0,-25 0 16,0 0-16,24 0 0,-24 0 0,25 24 0,-25-24 15,25 0-15,-25 0 0,0 0 0,25 0 0,-25 0 0,25 0 16,-25 0-16,24 0 0,-24 0 0,0-24 0,25 24 15,-25 0-15</inkml:trace>
  <inkml:trace contextRef="#ctx0" brushRef="#br0" timeOffset="259517.8435">10542 13543 0,'0'0'16,"0"0"-16,0 0 0,0 0 0,25 0 0,-25 0 0,0 0 16,0 0-16,0 0 0,0 0 0,0 0 0,25 0 15,-25 0-15,0 0 0,0 0 0,0 0 0,24 0 0,-24-24 16,0 24-16,0 0 0,0 0 0,25 0 0,-25 24 15,0-24-15,0 0 0,25 0 0,-25 0 0,0 0 16,0 0-16,0 0 0,0 0 0,0 0 0,0 0 0,0 0 16,0 0-16,0 25 0,0-25 0,0 0 0,0 0 15,0 0-15,0 0 0,0 25 0,0-25 0,-25 0 0,25 0 16,0 0-16,0 25 0,-25-25 0,25 0 0,0 0 15,0 0-15,-24 25 0,24-25 0,0 0 0,0 0 0,-25 0 16,25 24-16,0-24 0,0 0 0,0 0 0,0 0 16,-25 0-16,25 0 0,0 25 0,0-25 0,0 0 15,0 0-15,0 0 0,0 0 0,0 0 0,0 0 0,25 0 16,-25 0-16,0 0 0,25 0 0,-25 0 0,0 0 15,24 0-15,-24 0 0,0 0 0,25 0 0,-25 0 16,25 0-16,-25 0 0,0 0 0,25 0 0,-25 0 0,0 25 16,0-25-16,0 0 0,25 0 0,-25 0 0,0 0 15,0 0-15,0 0 0,0 0 0,0 25 0,0-25 0,0 0 16,0 0-16,0 0 0,0 0 0,-25 25 0,25-25 15,0 0-15,0 0 0,0 0 0,0 0 0,-25 0 0,25 0 16,0 24-16,0-24 0,-25 0 0,25 0 0,0 0 16,-25 0-16,25 0 0,-24 0 0,24 0 0,0 0 15,-25 0-15,25 0 0,0 0 0,-25 0 0,25 0 0,-25 0 16,25 0-16,0 0 0,0 0 0,-25 0 0,25 0 15,0 0-15,0 0 0,0-24 0,0 24 0,0 0 0,0 0 16</inkml:trace>
  <inkml:trace contextRef="#ctx0" brushRef="#br0" timeOffset="260036.8732">11088 13543 0,'0'0'0,"0"0"0,0 0 0,0 0 16,0 0-16,0 0 0,0 0 0,0 0 0,24 0 16,-24 0-16,0 0 0,0 0 0,0 0 0,25 0 15,-25 0-15,0 0 0,0-24 0,25 24 0,-25 0 0,0 0 16,25 0-16,-25 0 0,0 0 0,25 0 0,-25 0 16,25 0-16,-25 0 0,24 0 0,-24 0 0,0 0 0,25 0 15,-25 24-15,25-24 0,-25 0 0,0 0 0,0 0 16,25 0-16,-25 0 0,0 0 0,0 0 0,0 0 0,0 0 15,0 0-15,0 0 0,0 0 0,0 0 0,0 0 16,0 0-16,0-24 0</inkml:trace>
  <inkml:trace contextRef="#ctx0" brushRef="#br0" timeOffset="260261.8861">11261 13419 0,'0'0'0,"0"0"0,0-24 0,0 24 0,0 0 15,0 0-15,0 0 0,0 0 0,0 0 0,0 0 16,0 0-16,0 0 0,0 0 0,0 0 0,0 24 0,0-24 15,0 0-15,0 0 0,0 25 0,0-25 0,0 25 16,0-25-16,0 25 0,0-25 0,0 25 0,0-25 16,0 24-16,0-24 0,-24 25 0,24-25 0,0 25 0,0-25 15,0 25-15,-25-25 0,25 25 0,0-25 0,0 24 0,0-24 16,-25 25-16,25-25 0,0 25 0,0-25 0,0 0 15,0 25-15,-25-25 0,25 0 0,0 0 0</inkml:trace>
  <inkml:trace contextRef="#ctx0" brushRef="#br0" timeOffset="260901.9227">11832 13469 0,'0'0'0,"0"0"16,0-25-16,0 25 0,0 0 0,0 0 0,0-25 15,0 25-15,0 0 0,0 0 0,0 0 0,25-24 0,-25 24 16,0 0-16,0 0 0,0 0 0,0-25 0,0 25 15,0 0-15,0 0 0,24 0 0,-24 0 0,0 0 0,0-25 16,0 25-16,25 0 0,-25 0 0,0 0 0,0 0 16,25 0-16,-25 0 0,0 0 0,25 0 0,-25 0 15,0 0-15,0 0 0,25 0 0,-25 0 0,0 0 0,0 25 16,24-25-16,-24 0 0,0 0 0,0 0 0,0 0 15,0 25-15,0-25 0,0 0 0,0 24 0,0-24 0,-24 25 16,24-25-16,0 25 0,0-25 0,-25 0 0,25 25 16,0 0-16,-25-25 0,25 0 0,0 24 0,-25-24 0,25 25 15,0-25-15,-25 25 0,25-25 0,0 25 0,-24-25 16,24 0-16,0 25 0,0-25 0,-25 0 0,25 24 15,0-24-15,0 0 0,0 25 0,0-25 0,0 0 0,0 0 16,0 0-16,0 25 0,0-25 0,0 0 0,0 0 16,25 0-16,-25 0 0,0 25 0,0-25 0,24 0 0,-24 0 15,0 0-15,25 0 0,-25 0 0,25 0 0,-25 0 16,25 0-16,-25 0 0,25 0 0,-1 0 0,-24 0 15,25 0-15,-25 0 0,25 0 0,0-25 0,-25 25 0,25 0 16,-25 0-16,24-25 0,-24 25 0,25 0 0</inkml:trace>
  <inkml:trace contextRef="#ctx0" brushRef="#br0" timeOffset="261236.9419">12427 13419 0,'0'0'0,"0"0"0,0 0 0,-25 0 15,25-24-15,0 24 0,0 0 0,0 0 16,0 0-16,0 0 0,0 0 0,-24-25 0,24 25 0,0 0 16,0 0-16,0 0 0,-25 0 0,25 0 0,0 0 0,0 0 15,0 0-15,-25 0 0,25 0 0,0 0 0,0 0 16,-25 25-16,25-25 0,0 0 0,0 0 0,-25 24 15,25-24-15,0 0 0,0 25 0,-24-25 0,24 25 0,0-25 16,0 0-16,0 25 0,0-25 0,0 25 0,0-25 0,0 24 16,0-24-16,0 0 0,0 25 0,0-25 0,0 25 15,0-25-15,0 0 0,0 25 0,24-25 0,-24 0 16,0 25-16,0-25 0,25 0 0,-25 0 0,0 0 0,0 24 15,25-24-15,-25 0 0,0 0 0,25 0 0,-25 0 16,25 0-16,-25 25 0,24-25 0,-24 0 0,25 0 16,-25-25-16,25 25 0,-25 0 0,25 0 0,-25 0 0,0 0 15,25 0-15</inkml:trace>
  <inkml:trace contextRef="#ctx0" brushRef="#br0" timeOffset="261593.9623">12576 13618 0,'0'0'0,"0"0"0,0 0 15,0 0-15,0 0 0,0 0 0,0 0 0,0 0 0,0 0 16,0 0-16,0 0 0,0 0 0,0 0 0,0 0 15,0 0-15,0 0 0,0 0 0,0 0 0,0 0 16,0 0-16,0 0 0,0 0 0,0 0 0,0 0 0,0 25 16,-25-25-16,25 0 0,0 0 0,0 0 0,0 0 15,-25 24-15,25-24 0,0 0 0,-24 0 0,24 0 0,0 25 16,0-25-16,-25 0 0,25 0 0,0 0 0,0 25 15,-25-25-15,25 0 0,0 0 0,0 0 0,-25 25 16,25-25-16,0 0 0,0 0 0,0 0 0,0 0 0,0 0 16,-25 25-16,25-25 0,0 0 0,0 0 0,25 0 15,-25 0-15,0 0 0,0 0 0,0 0 0,0 24 16,0-24-16,25 0 0,-25 0 0,0 0 0,0 0 0,25 0 15,-25 0-15,0 0 0,25 0 0,-25 0 0,0 25 16,24-25-16,-24 0 0,25 0 0,-25 0 0,25 0 0,-25 0 16,0 0-16,25 0 0,-25 0 0,25 0 0,-25 0 15,0 0-15,24 0 0,-24 0 0,0 0 0,0 0 0,25 0 16,-25 0-16,0 0 0,0 0 0,0 0 0,0 0 15,25-25-15,-25 25 0,0 0 0,0 0 0,0-24 16,0 24-16</inkml:trace>
  <inkml:trace contextRef="#ctx0" brushRef="#br0" timeOffset="261801.9742">12725 13643 0,'0'0'0,"0"0"15,0 0-15,0 0 0,0 0 0,0 0 0,0 0 0,-25 0 16,25 0-16,0 0 0,0 0 0,0 0 16,0 0-16,0 24 0,0-24 0,0 0 0,0 0 0,0 0 15,0 25-15,0-25 0,0 0 0,0 25 0,-25-25 0,25 25 16,0-25-16,0 25 0,0-25 0,0 24 0,0-24 15,-25 0-15,25 25 0,0-25 0,0 25 0,0-25 0,-24 25 16,24-25-16,0 25 0,0-25 0,0 0 0,-25 24 16,25-24-16,0 0 0,0 0 0,-25 25 0,25-25 0,0 0 15,0 0-15,0 25 0,-25-25 0,25 0 0,0 0 16,0 0-16,0 0 0</inkml:trace>
  <inkml:trace contextRef="#ctx0" brushRef="#br0" timeOffset="262131.9931">13221 13568 0,'0'0'16,"0"0"-16,0 0 0,0 0 0,0 0 0,0 0 15,0 0-15,0 0 0,0 0 0,0 0 0,0 0 0,0 0 16,0 0-16,25 0 0,-25 0 0,0 0 0,25 0 15,-25 0-15,24 0 0,-24 0 0,0 0 0,25 0 0,-25 0 16,25 0-16,-25 0 0,25 0 0,-25 0 0,25 0 16,-25 0-16,24 0 0,-24 0 0,25 25 0,-25-25 0,0 0 15,0 0-15,25 0 0,-25 0 0,0 0 0,0 0 16,0 0-16,0 0 0,-25 0 0,25 0 0,0 0 15,0 0-15,-25 0 0,25 25 0</inkml:trace>
  <inkml:trace contextRef="#ctx0" brushRef="#br0" timeOffset="262312.0034">13221 13692 0,'-25'25'0,"25"-25"0,0 0 0,0 0 0,0 0 15,0 0-15,0 0 0,0 0 0,0 0 0,0 0 0,0 0 16,0 0-16,0 0 0,0 0 0,25 0 0,-25 25 16,0-25-16,0 0 0,25 0 0,-25 0 0,25 0 0,-25 0 15,24 0-15,-24 0 0,25 0 0,0 0 0,-25 0 16,25 0-16,0 0 0,-25 0 0,24 0 0,1 0 15,0 0-15,-25 0 0,25 0 0,0 0 0,-25 0 0,24-25 16,1 25-16,-25 0 0,25 0 0,-25 0 0,25 0 16</inkml:trace>
  <inkml:trace contextRef="#ctx0" brushRef="#br0" timeOffset="262656.023">13841 13494 0,'0'0'0,"0"0"0,0-25 0,0 25 0,0 0 0,0 0 15,0 0-15,0-25 0,0 25 0,0 0 0,0 0 16,0 0-16,0 0 0,0 0 0,0 0 0,0 0 15,0 0-15,-25 0 0,25 0 0,0 0 0,0 0 0,-25 0 16,25 25-16,0-25 0,0 0 0,-24 25 0,24-25 16,0 25-16,-25-25 0,25 24 0,0-24 0,-25 25 0,25 0 15,0-25-15,0 25 0,-25-25 0,25 25 0,0-25 16,0 24-16,0-24 0,0 25 0,0-25 0,0 25 0,0-25 15,0 0-15,0 25 0,0-25 0,0 0 0,0 0 16,25 25-16,-25-25 0,0 0 0,25 0 0,-25 0 16,0 0-16,25 0 0,-25 0 0,24 0 0,1 0 0,-25 0 15,25-25-15,-25 25 0,25 0 0,0-25 0,-25 25 0,24 0 16,-24-25-16,0 25 0,25-25 0,-25 25 0,0-24 15,0-1-15,25 25 0,-25-25 0,0 25 0,-25-25 16,25 25-16,0-25 0,0 25 0,0-24 0,-25 24 16,25 0-16,0 0 0,-24-25 0,24 25 0,-25 0 0,25 0 15,-25 0-15,25-25 0,-25 25 0,25 0 0,-25 0 16,25 0-16</inkml:trace>
  <inkml:trace contextRef="#ctx0" brushRef="#br0" timeOffset="263506.0717">17041 11286 0,'0'0'0,"25"0"0,-25-25 15,0 25-15,0 0 0,0 0 0,24 0 0,-24 0 16,0 0-16,0 0 0,25 0 0,-25 0 0,0 0 15,0 0-15,25 0 0,-25 0 0,0 0 0,25 0 0,-25 0 16,0 0-16,25 0 0,-25 0 0,0 0 0,24 0 16,-24 0-16,0 0 0,0 0 0,25 0 0,-25 0 0,0 0 15,0 0-15,0 0 0,0 0 0</inkml:trace>
  <inkml:trace contextRef="#ctx0" brushRef="#br0" timeOffset="263742.0852">17066 11435 0,'0'0'0,"0"0"16,0 0-16,0 0 0,0 0 0,0 0 0,0 0 0,0 0 15,0 0-15,0 0 0,24 0 0,-24-25 0,0 25 16,0 0-16,25 0 0,-25 0 0,25 0 0,-25 0 15,0 0-15,25 0 0,-25 0 0,25 0 0,-25 0 0,24 0 16,-24 0-16,25 0 0,-25 0 0,25 0 0,-25 0 16,25 0-16,-25-25 0,0 25 0,25 0 0,-25 0 0,0 0 15,0 0-15,24 0 0,-24 0 0,0-24 0</inkml:trace>
  <inkml:trace contextRef="#ctx0" brushRef="#br0" timeOffset="263996.0997">17388 11261 0,'0'0'0,"0"0"0,0 0 0,0 0 0,25 0 0,-25 0 16,0 0-16,0 0 0,0 0 0,0 0 0,0 0 16,0 0-16,0 0 0,0 0 0,0 0 0,25 25 0,-25-25 15,0 0-15,0 0 0,-25 25 0,25-25 0,0 0 16,0 25-16,0-25 0,0 0 0,0 25 0,-25-25 15,25 24-15,0-24 0,-25 0 0,25 25 0,-25-25 0,25 25 16,0-25-16,-24 0 0,24 25 0,-25-25 0,25 0 16,-25 0-16,25 25 0,-25-25 0,25 0 0,-25 0 0,25 0 15,-24 0-15,24 0 0,0 0 0,-25 0 0,25 0 16,0 0-16,-25 0 0,25 0 0,0 0 0,-25 0 0,25-25 15</inkml:trace>
  <inkml:trace contextRef="#ctx0" brushRef="#br0" timeOffset="264198.1112">16991 11112 0,'0'0'0,"0"0"0,0 0 0,0 0 16,-25 0-16,25 0 0,0 0 0,0 0 0,0 0 0,-24 25 15,24-25-15,0 0 0,0 25 0,0-25 0,0 0 16,0 25-16,-25-25 0,25 25 0,0-25 0,0 25 15,25-25-15,-25 24 0,0 1 0,0-25 0,0 25 0,0-25 16,0 25-16,0-25 0,24 25 0,-24-1 0,0-24 0,0 25 16,25-25-16,-25 25 0,0-25 0,25 0 0,-25 25 15</inkml:trace>
  <inkml:trace contextRef="#ctx0" brushRef="#br0" timeOffset="317327.15">18628 11038 0,'0'0'0,"0"0"0,0 0 0,0 0 0,0 0 15,0 0-15,25 0 0,-25 0 0,0 0 0,0 0 16,0 0-16,0 0 0,0 0 0,0 0 0,0 0 0,0 0 16,0 0-16,0-25 0,0 25 0,0 0 0,0 0 15,0 0-15,0 0 0,0 0 0,0 0 0,0 0 0,0 0 16,0 0-16,0 0 0,0 0 0,0 0 0,0 0 15,0 0-15,0 0 0,0 0 0,0 0 0,0 0 0,0 0 16,0 0-16,0 0 0,0 0 0,0 0 0,0 0 16,0 0-16,0 0 0,0 0 0,0 0 0,0 0 15,0 0-15,0 0 0,0 0 0,0-25 0,0 25 0,0 0 16,-25 0-16,25 0 0,0 0 0,0 0 0,0 0 15,0 0-15,0 0 0,0 0 0,0 0 0,0 0 0,0 0 16,0 0-16,-24-24 0,24 24 0,0 0 0,0 0 16,0 0-16,-25 0 0,25 0 0,0 0 0,-25 0 0,25 0 15,0 0-15,-25 0 0,25-25 0,0 25 0,-25 0 16,25 0-16,0 0 0,0 0 0,-25 0 0,25 0 15,0 0-15,-24 0 0,24 0 0,0 0 0,0 0 0,-25 0 16,25 25-16,0-25 0,0 0 0,-25 0 0,25 0 16,0 0-16,0 0 0,-25 24 0,25-24 0,0 0 15,0 0-15,0 0 0,-25 25 0,25-25 0,0 0 0,0 25 16,0-25-16,0 0 0,0 25 0,-24-25 0,24 25 15,0-25-15,0 0 0,0 24 0,0-24 0,-25 25 0,25 0 16,0-25-16,0 25 0,0-25 0,0 25 0,0-25 16,-25 25-16,25-25 0,0 24 0,0-24 0,0 0 0,0 25 15,0-25-15,25 25 0,-25-25 0,0 0 0,0 25 16,0-25-16,0 0 0,0 0 0,0 25 0,25-25 15,-25 0-15,0 0 0,0 0 0,24 0 0,-24 0 0,25 0 16,-25 24-16,25-24 0,-25-24 0,0 24 0,25 0 16,0 0-16,-25 0 0,0 0 0,24 0 0,-24 0 0,25 0 15,-25 0-15,25 0 0,-25 0 0,0 0 0,25 0 16,-25 0-16,0 0 0,25-25 0,-25 25 0,0 0 15,25 0-15,-25 0 0,0 0 0,0 0 0</inkml:trace>
  <inkml:trace contextRef="#ctx0" brushRef="#br0" timeOffset="317799.177">18653 11485 0,'0'0'0,"0"0"0,0 0 0,0 0 15,0 0-15,0 0 0,0 0 0,0 0 0,0 0 16,0 0-16,0 0 0,0 0 0,0 0 0,0 0 15,25 0-15,-25 0 0,0 0 0,0 0 0,0 0 0,0-25 16,0 25-16,0 0 0,25 0 0,-25 0 0,0-25 16,0 25-16,0 0 0,25 0 0,-25-25 0,0 25 0,0 0 15,24 0-15,-24-25 0,0 25 0,0 0 0,25-24 16,-25 24-16,0 0 0,0 0 0,0-25 0,0 25 0,0 0 15,0 0-15,0 0 0,25 0 0,-25-25 0,0 25 16,0 0-16,0 0 0,0 0 0,0 0 0,0 0 16,0 0-16,0 0 0,0 0 0,0 0 0,0 0 0,0 25 15,0-25-15,-25 0 0,25 0 0,0 0 0,0 25 0,0-25 16,0 0-16,0 24 0,0-24 0,0 0 0,0 25 15,0-25-15,-25 25 0,25-25 0,0 0 0,0 25 16,0-25-16,0 0 0,0 25 0,0-25 0,-24 24 0,24-24 16,0 0-16,0 25 0,0-25 0,0 0 0,0 25 15,0-25-15,0 0 0,0 25 0,0-25 0,-25 0 16,25 0-16,0 0 0,0 0 0,0 0 0,0 0 0,0 0 15,0 0-15,0 0 0,0 0 0,0 0 0,0 0 16</inkml:trace>
  <inkml:trace contextRef="#ctx0" brushRef="#br0" timeOffset="318313.2064">19273 11137 0,'0'0'0,"0"0"0,0 0 0,0 0 0,0 0 0,0 0 16,0 0-16,0 0 0,0 0 0,0 0 0,0 0 16,0 0-16,0 0 0,0 0 0,25 0 0,-25 0 0,0 0 15,0 0-15,0 0 0,25 25 0,-25-25 0,0 0 16,0 0-16,25 0 0,-25 0 0,0 0 0,24 0 0,-24 0 15,25 0-15,-25 0 0,0 0 0,25 0 0,-25 0 16,0 0-16,25 0 0,-25 0 0,0 0 0,0 0 16,25 0-16,-25 0 0,0 0 0,0 0 0,0 0 0,0 0 15,0 0-15,0 0 0,0 0 0,0 0 0,0 0 16</inkml:trace>
  <inkml:trace contextRef="#ctx0" brushRef="#br0" timeOffset="318551.2201">19224 11385 0,'-25'25'0,"25"-25"0,0 0 16,0 0-16,0 0 0,0 0 0,0 0 0,0 0 16,0 0-16,0 0 0,0 0 0,0 0 0,0 0 0,0 0 15,0 0-15,0 0 0,0 0 0,0 0 0,0 0 0,0 0 16,25 0-16,-25 0 0,24 0 0,-24 0 15,0 0-15,25 0 0,0 0 0,-25 0 0,25 0 0,-25 0 16,25 0-16,-25 0 0,24 0 0,-24 0 0,25 0 16,0 0-16,-25 0 0,25 0 0,-25 0 0,25 0 0,-1 0 15,-24 0-15,25 0 0,-25 0 0,25 0 0,-25 0 16,25 0-16</inkml:trace>
  <inkml:trace contextRef="#ctx0" brushRef="#br0" timeOffset="319107.2519">20489 11088 0,'0'0'0,"0"0"0,0 0 0,0-25 0,0 25 0,0 0 16,0 0-16,0 0 0,0-25 0,0 25 0,0 0 15,-25 0-15,25 0 0,0-25 0,0 25 0,0 0 0,0 0 16,0 0-16,0 0 0,-25 0 0,25 0 0,0 0 16,0-25-16,0 25 0,0 0 0,0 0 0,-25 0 0,25 0 15,0 0-15,-25 25 0,25-25 0,0 0 0,0 0 16,-24 0-16,24 0 0,0 0 0,-25 25 0,25-25 15,-25 0-15,25 25 0,-25-25 0,25 25 0,0-25 0,-25 24 16,25-24-16,-24 25 0,24-25 0,0 25 0,0-25 16,0 25-16,0-25 0,0 25 0,0-25 0,0 25 0,0-25 15,0 24-15,0-24 0,0 0 0,0 25 0,0-25 16,0 0-16,24 25 31,-24-25 16,0 0-47,0 25 0,25-25 0,-25 0 0,0 0 0,25 0 0,-25 25 0,25-25 0,-25 0 0,25 0 0,-25 0 0,24 0 0,-24 0 0,25 0 0,-25 0 0,25 24 0,-25-24 0,25 0 0,-25 0 0,25 0 0</inkml:trace>
  <inkml:trace contextRef="#ctx0" brushRef="#br0" timeOffset="319491.2738">20563 11410 0,'0'-25'16,"0"25"-16,0 0 0,0 0 0,0 0 0,0 0 16,0 0-16,0 0 0,0 0 0,0 0 0,0 0 0,25 0 15,-25 0-15,0 0 0,0 0 0,0 0 0,25 0 16,-25 0-16,0 0 0,0 0 0,24 0 0,-24 0 0,0 0 15,25 0-15,-25 0 0,0 0 0,0 0 0,0 0 16,25 0-16,-25 0 0,0 0 0,0 0 0,0 0 16,0 0-16,0 25 0,0-25 0,0 0 0,0 0 0,-25 0 15,25 25-15,0-25 0,0 0 0,0 0 0,-25 25 16,25-25-16,0 0 0,-24 0 0,24 25 0,-25-25 0,25 0 15,-25 24-15,25-24 0,0 0 0,-25 0 0,25 25 16,0-25-16,-25 0 0,25 25 0,0-25 0,-24 0 16,24 0-16,0 25 0,0-25 0,0 0 0,0 0 0,-25 0 15,50 25-15,-25-25 0,0 0 0,0 0 0,0 0 16,0 0-16,0 0 0,0 0 0,0 24 0,24-24 0,-24 0 15,0 0-15,0 0 0,25 0 0,-25 0 0,0 0 16,25 0-16,-25 0 0,25 0 0,-25 0 0,25 0 0,-25 0 16,24 0-16,-24 0 0,25 0 0,-25 0 0,25 0 15,-25 0-15,25 0 0,-25 0 0,25 0 0,-25 0 16,25 0-16,-25-24 0,0 24 0</inkml:trace>
  <inkml:trace contextRef="#ctx0" brushRef="#br0" timeOffset="320196.3142">21307 11088 0,'0'0'16,"0"0"-16,0 0 0,0 0 0,0 0 0,0 0 0,0 24 15,0-24-15,0 0 0,0 0 0,0 0 0,0 0 16,0 0-16,0 0 0,0 0 0,0 0 0,0 0 0,25 0 16,-25 0-16,0 0 0,0 0 0,0 0 0,25 0 15,-25 0-15,0 0 0,25 0 0,-25 0 0,0 0 16,24 0-16,-24 0 0,25 0 0,-25 0 0,0 0 0,25 0 15,-25 0-15,25 0 0,-25 0 0,25 0 0,-25 0 16,24 0-16,-24 0 0,25 25 0,-25-25 0,25 0 16,-25 0-16,25 0 0,-25 0 0,0 0 0,25 0 0,-25 0 15,0 0-15,24 0 0,-24 0 0,0 0 0,0 0 16,0 0-16,0 0 0,0 0 0,0 0 0</inkml:trace>
  <inkml:trace contextRef="#ctx0" brushRef="#br0" timeOffset="320492.3311">21282 11361 0,'0'0'0,"0"0"0,0 0 0,0 0 16,0 24-16,0-24 0,0 0 0,0 0 0,0 0 0,0 0 16,0 0-16,0 0 0,0 0 0,25 0 0,-25 0 15,0 0-15,25 0 0,-25 0 0,0 0 0,25 0 16,-25 0-16,25 0 0,-25 0 0,24 0 0,-24 0 0,25 0 15,0 0-15,-25 0 0,25 0 0,-25 0 0,25 0 0,-1 0 16,1 0-16,-25 0 0,25 25 0,-25-25 0,25 0 16,0 0-16,-25 0 0,24 0 0,1 0 0,-25 0 15,25 0-15,-25 0 0,0 0 0</inkml:trace>
  <inkml:trace contextRef="#ctx0" brushRef="#br0" timeOffset="321100.3659">22473 11112 0,'0'-24'0,"0"24"0,0 0 16,0 0-16,0 0 0,0 0 0,0 0 0,0 0 0,0-25 15,0 25-15,0 0 0,0 0 0,0 0 0,0 0 16,0-25-16,-25 25 0,25 0 0,0 0 0,0 0 0,0 0 16,0 0-16,-25 0 0,25 0 0,0-25 0,0 25 15,0 0-15,-24 0 0,24 0 0,0 0 0,0 0 16,-25 25-16,25-25 0,0 0 0,-25 0 0,25 0 0,0 0 15,-25 0-15,25 0 0,-25 0 0,25 25 0,-24-25 16,24 0-16,-25 25 0,25-25 0,0 0 0,-25 24 16,25-24-16,0 25 0,-25-25 78,25 0-78,0 25 0,0-25 0,-25 25 0,25-25 0,0 25 0,0-25 0,0 25 0,0-25 0,0 24 0,0-24 0,0 0 0,0 25 0,0-25 0,0 0 0,25 25 0,-25-25 0,0 0 0,0 0 0,0 25 0,25-25 0,-25 0 0,0 0 0,25 0 0,-25 25 0,0-25 0,25 0 0,-25 0 0,24 0 0,-24 0 15,25 0 48,-25 0-63,25 0 0,-25 0 0,25 0 0,-25 0 0,25 0 0,-1 0 0,-24 0 0,0 0 0,25-25 0,-25 25 0,25 0 0,-25 0 0</inkml:trace>
  <inkml:trace contextRef="#ctx0" brushRef="#br0" timeOffset="321709.4007">22547 11385 0,'0'0'0,"0"0"0,0 0 0,0 0 0,0 0 16,0 0-16,0 0 0,0-24 0,0 24 0,0 0 15,0 0-15,25 0 0,-25 0 0,0 0 0,0 0 0,0 0 16,0 0-16,0 0 0,25 0 0,-25 0 0,0 0 15,0-25-15,0 25 0,25 0 0,-25 0 0,0 0 16,0 0-16,0 0 0,25 0 0,-25 0 0,0 0 0,0 25 16,0-25-16,0 0 0,0 0 0,24 0 0,-24 0 15,0 0-15,0 0 0,0 0 0,0 0 0,0 0 16,0 0-16,0 0 0,0 24 0,0-24 0,0 0 0,0 0 15,0 0-15,0 0 0,0 25 0,0-25 0,0 0 0,0 0 16,0 0-16,-24 0 0,24 25 0,0-25 0,0 0 16,-25 0-16,25 0 0,0 25 0,-25-25 0,25 0 15,0 0-15,0 0 0,-25 0 0,25 0 0,0 25 0,-25-25 16,25 0-16,0 0 0,0 0 0,0 0 0,0 0 15,-24 0-15,24 24 0,0-24 0,0 0 0,0 0 16,0 0-16,0 0 0,0 0 0,0 0 0,0 0 0,0 0 16,0 0-16,0 0 0,24 0 0,-24 0 0,0 0 15,0 0-15,0 0 0,0 25 0,25-25 0,-25 0 16,0 0-16,0 0 0,0 0 0,0 0 0,25 0 0,-25 0 15,0 0-15,0 25 0,25-25 0,-25 0 0,0 0 0,0 0 16,25 25-16,-25-25 0,0 0 0,0 0 0,0 25 16,0-25-16,0 0 0,0 0 0,0 24 0,0-24 15,0 0-15,0 0 0,0 0 0,0 25 0,0-25 0,0 0 16,-25 0-16,25 0 0,0 25 0,0-25 0,-25 0 15,25 0-15,0 0 0,0 0 0,-25 0 0,25 0 0,-25 0 16,25 0-16,0 0 0,-24 0 0,24 0 0,0 25 16,0-25-16,-25 0 0,25 0 0,0-25 0,0 25 15,0 0-15,0 0 0,-25 0 0,25 0 0,0 0 0,0 0 16,0 0-16,0 0 0,0 0 0,0-25 0,0 25 15,0 0-15,0 0 0,0 0 0,0 0 0,0-25 0,0 25 16,0 0-16,25 0 0,-25 0 0</inkml:trace>
  <inkml:trace contextRef="#ctx0" brushRef="#br0" timeOffset="322374.4387">23564 11212 0,'0'0'0,"0"0"0,0 0 15,0 0-15,0 0 0,0 0 0,0 0 0,0 0 16,0 0-16,0 0 0,0 0 0,0 0 0,0 0 0,0 0 16,0 0-16,0 0 0,0 0 0,0 0 0,25 0 15,-25 0-15,0 0 0,25 0 0,-25 0 0,0 0 16,25 0-16,-25 0 0,25 0 0,-25 0 0,24 0 0,-24 0 15,25 0-15,-25 0 0,25 0 0,-25 0 0,0 0 0,25 0 16,-25 0-16,25 0 0,-25 0 0,0 0 0,24 0 16,-24 0-16,0 0 0,0 0 0,25 0 0,-25 0 15,0 0-15,0 0 0,0 0 0,0 0 0,0 0 16,0 25-16,0-25 0</inkml:trace>
  <inkml:trace contextRef="#ctx0" brushRef="#br0" timeOffset="322610.4522">23614 11435 0,'0'0'0,"0"25"0,0-25 0,0 0 0,0 0 16,0 0-16,0 0 0,0 0 0,0 0 0,0 0 15,0 0-15,0 0 0,0 0 0,0 0 0,0 0 0,25 0 16,-25 0-16,0 0 0,0 0 0,25 0 0,-25 0 16,24 0-16,-24 0 0,25 0 0,-25 0 0,25 0 15,-25 0-15,25 0 0,-25 0 0,25 0 0,-25 0 0,24 0 16,-24 0-16,25 0 0,-25 0 0,25 25 0,-25-25 15,25 0-15,-25 0 0,25 0 0,-25 0 0,25 0 16,-25 0-16,24 0 0,-24 0 0</inkml:trace>
  <inkml:trace contextRef="#ctx0" brushRef="#br0" timeOffset="323106.4806">24705 11261 0,'0'0'16,"0"0"-16,-24 0 0,24 0 0,0-24 0,0 24 15,0 0-15,0 0 0,0 0 0,0 0 0,0-25 0,0 25 16,-25 0-16,25 0 0,0 0 0,0 0 0,0 0 0,0 0 15,-25-25-15,25 25 0,0 0 0,0 0 0,0 0 16,-25 0-16,25 0 0,0 0 0,0 0 0,0 0 16,-25 0-16,25 0 0,0 0 0,0 0 0,-24 25 0,24-25 15,0 0-15,0 0 0,-25 0 0,25 25 0,0-25 16,0 0-16,-25 0 0,25 24 0,0-24 0,0 25 15,0-25-15,-25 0 0,25 25 0,0-25 0,0 25 0,0-25 16,0 25-16,0-25 0,0 24 0,0-24 0,0 25 16,0-25-16,25 0 0,-25 25 0,0-25 0,0 25 15,0-25-15,0 0 0,25 25 0,-25-25 0,0 0 0,0 24 16,0-24-16,0 0 0,25 0 0,-25 0 0,0 25 0,0-25 15,24 0-15,-24 0 0,0 0 0,25 0 0,-25 0 16,25 0-16,-25 0 0,0 0 0,25 0 0,-25 0 0,25 0 16,-25 0-16,24 0 0,-24 0 0,0 0 0,25 0 15,-25-25-15</inkml:trace>
  <inkml:trace contextRef="#ctx0" brushRef="#br0" timeOffset="323521.5043">24929 11460 0,'0'0'0,"0"0"0,0 0 0,0 0 15,0 0-15,0 0 0,0 0 0,0 0 0,0 0 16,0 0-16,0 0 0,0 0 0,0 0 0,0 0 0,0 0 16,0 0-16,0 0 0,0 0 0,0 0 0,-25 0 15,25 0-15,0 0 0,0 0 0,0 25 0,-25-25 16,25 0-16,0 0 0,0 0 0,-25 0 0,25 24 0,0-24 15,-25 0-15,25 0 0,0 25 0,0-25 0,-24 0 16,24 0-16,0 0 0,0 0 0,-25 25 0,25-25 0,0 0 16,0 0-16,-25 0 0,25 25 0,0-25 0,0 0 15,0 0-15,0 0 0,0 0 0,0 0 0,-25 0 0,25 0 16,0 0-16,0 25 0,25-25 0,-25 0 0,0 0 15,0 0-15,0 0 0,0 0 0,0 0 0,0 0 16,0 0-16,25 24 0,-25-24 0,0 0 0,0 0 16,25 0-16,-25 0 0,0 0 0,0 0 0,24 0 0,-24 0 15,25 0-15,-25 0 0,0 0 0,25 25 0,-25-25 16,25 0-16,-25 0 0,25 0 0,-25 0 0,0 0 0,25 0 15,-25 0-15,24 0 0,-24 0 0,0 0 0,25 0 16,-25 0-16,0 0 0,0 0 0,0 0 0,25 0 0,-25 0 16,0 0-16,0 0 0,0 0 0,0 0 0,0 0 15,0 0-15,0 0 0,0 0 0,0 0 0,0-25 0,0 25 16,0 0-16,0 0 0,0 0 0,0-24 0</inkml:trace>
  <inkml:trace contextRef="#ctx0" brushRef="#br0" timeOffset="323729.5162">25028 11460 0,'0'0'0,"0"0"0,0 0 15,0 0-15,0 0 0,0 0 0,0 0 0,0 0 16,0 0-16,0 0 0,0 0 0,0 0 0,0 25 0,-25-25 16,25 0-16,0 0 0,0 24 0,0-24 0,0 25 15,0-25-15,0 25 0,0-25 0,-25 25 0,25 0 0,0-25 16,0 24-16,0-24 0,-24 25 0,24-25 0,0 25 15,0 0-15,0-25 0,0 25 0,0-25 0,-25 24 16,25-24-16,0 25 0,0-25 0,0 25 0,-25-25 0,25 0 16,0 25-16,-25-25 0,25 0 0,0 25 0,0-25 15,-25 0-15</inkml:trace>
  <inkml:trace contextRef="#ctx0" brushRef="#br0" timeOffset="324290.5483">25921 11162 0,'0'0'0,"0"0"0,0 0 0,-25 0 0,25 0 0,0 0 15,0 0-15,0 0 0,0 0 0,0 0 0,0 0 0,0 0 16,25 0-16,-25 0 0,0 0 0,0 0 0,0 0 16,0 0-16,0 0 0,0 0 0,25 0 0,-25 0 15,0 0-15,0 0 0,25 0 0,-25 0 0,0 0 16,24 0-16,-24 0 0,0 0 0,25 0 0,-25 0 0,25 0 15,-25 0-15,0 0 0,25 0 0,-25-25 0,25 25 16,-25 0-16,0 0 0,24 0 0,-24 0 0,25 0 0,-25 25 16,0-25-16,0 0 0,25 0 0,-25 0 0,0 0 15,0 0-15,0 0 0,0 0 0,0 0 0,0 0 0,0 0 16</inkml:trace>
  <inkml:trace contextRef="#ctx0" brushRef="#br0" timeOffset="324533.5622">25797 11435 0,'0'0'0,"0"0"0,0 0 0,0 0 0,0 0 15,0 0-15,0 0 0,0 0 0,25 0 0,-25 0 0,0 0 16,0 0-16,24 0 0,-24 0 0,0 0 0,25 0 15,-25 0-15,0 0 0,25 0 0,-25 0 0,25 0 16,-25 0-16,25 0 0,-25 0 0,25 25 0,-25-25 0,24 0 16,1 0-16,-25 0 0,25 0 0,-25 0 0,25 0 15,0 0-15,-25 0 0,24 0 0,-24 0 0,25 0 0,-25 25 16,25-25-16,0 0 0,-25 0 0</inkml:trace>
  <inkml:trace contextRef="#ctx0" brushRef="#br0" timeOffset="325259.6038">26715 11038 0,'0'-25'0,"-25"25"0,25 0 16,0 0-16,0 0 0,0 0 0,0 0 0,0 0 0,0 0 15,0 0-15,0 0 0,0 0 0,0 0 0,0 0 16,0 0-16,0 0 0,0 0 0,0 0 0,-25 0 16,25 0-16,0 0 0,0 0 0,0 0 0,0 0 0,0 0 15,0 0-15,0 0 0,-25 25 0,25-25 0,0 0 16,0 0-16,0 0 0,0 0 0,-25 25 0,25-25 15,0 0-15,0 0 0,0 25 0,-24-25 0,24 0 0,0 0 16,0 24-16,-25-24 0,25 0 0,0 25 0,0-25 16,0 25-16,-25-25 0,25 0 0,0 25 0,0-25 0,0 25 15,0-25-15,-25 25 0,25-25 0,0 24 0,0-24 16,0 25-16,0-25 0,0 0 0,0 25 0,0-25 0,0 25 15,0-25-15,0 25 0,0-25 0,0 0 0,0 24 16,0-24-16,25 25 0,-25-25 0,0 0 0,25 25 16,-25-25-16,0 25 0,25-25 0,-25 0 0,0 25 0,24-25 15,-24 0-15,25 0 0,-25 24 0,25-24 0,-25 0 16,0 0-16,25 0 0,-25 25 0,25-25 0,-25 0 0,0 0 15,24 0-15,-24 0 0,0 0 0,25 0 0,-25 0 16,0-25-16,25 25 0,-25 0 0,0 0 0,25 0 16,-25 0-16,0-24 0,0 24 0,25 0 0,-25-25 0,0 25 15,24-25-15,-24 25 0,0-25 0,0 25 0,25-25 16,-25 25-16,0-24 0,25 24 0,-25-25 0,0 25 0,0 0 15,0-25-15,0 25 0,25-25 0,-25 25 0,0-25 16,0 25-16,0-24 0,0 24 0,0 0 0,0-25 16,0 25-16,0-25 0,0 25 0,25 0 0,-25-25 0,0 25 15,-25-25-15,25 25 0,0 0 0,0-25 0,0 25 16,0-24-16,0 24 0,0 0 0,0-25 0,0 25 0,-25 0 15,25 0-15,0-25 0,0 25 0,0 0 0,0 0 16,0-25-16,0 25 0,0 0 0,-25 0 0,25-25 0,0 25 16,0 0-16,0 0 0,0-24 0,0 24 0,0 0 15,0 0-15,-25 0 0,25 0 0,0-25 0,0 25 16,0 0-16,0 0 0,0 0 0,0 0 0,-24 0 0,24 0 15,0 0-15,0 0 0,-25 0 0,25 0 0,0 0 16,-25 0-16</inkml:trace>
  <inkml:trace contextRef="#ctx0" brushRef="#br0" timeOffset="399446.847">17363 13469 0,'0'0'0,"0"-25"15,0 25-15,0 0 0,0 0 0,0 0 0,0 0 0,0 0 16,0 0-16,0 0 0,0 0 0,0 0 0,0 0 0,0 0 16,0 0-16,0 0 0,0 0 0,0 0 0,25 25 15,-25-25-15,0 0 0,0 0 0,0 0 0,25 0 16,-25 0-16,0 0 0,0 0 0,25 0 0,-25 0 15,24 0-15,-24 0 0,0 0 0,25 0 0,-25 0 0,25 0 16,-25 0-16,25 0 0,-25 0 0,25 0 0,-25 25 16,25-25-16,-25 0 0,0 0 0,24 0 0,-24 0 0,25 0 15,-25 0-15,0 0 0,0 0 0,25 0 0,-25 0 16,0 0-16,0 0 0,0 0 0,0 0 0,0 0 15,0 0-15,0 0 0,-25 0 0,25 0 0,0 0 0</inkml:trace>
  <inkml:trace contextRef="#ctx0" brushRef="#br0" timeOffset="399828.8689">17264 13593 0,'0'0'0,"0"0"0,-25 0 15,25 0-15,0 0 0,0 0 0,-25 0 0,25 0 16,0 0-16,0 0 0,0 0 0,0 0 0,0 0 0,0 0 15,0 0-15,0 0 0,0 0 0,0 0 0,0 0 16,0 0-16,0 0 0,0 0 0,0 0 0,0 0 0,0 0 16,0 0-16,0 0 0,25 0 0,-25 0 0,0 0 15,0 0-15,25 0 0,-25 0 0,0 0 0,25 25 0,-25-25 16,25 0-16,-25 0 0,24 0 0,-24 0 0,25 0 15,-25 0-15,25 0 0,-25 0 0,25 0 0,-25 0 16,0 0-16,25 0 0,-25 0 0,24 25 0,-24-25 0,0 0 16,25 0 15,-25 0-31,0 0 0,0 0 0,0 0 0,25 0 0,-25 0 15,0 0-15,0 0 0,0 0 0,0 0 0,0 0 0,0 0 0,0 0 0,0 0 0,25-25 0,-25 25 0</inkml:trace>
  <inkml:trace contextRef="#ctx0" brushRef="#br0" timeOffset="400448.9043">17562 13370 0,'0'0'0,"0"0"0,0 0 16,0-25-16,0 25 0,0 0 0,0 0 0,0 0 0,0 0 16,0 0-16,0 0 0,0 0 0,0 0 0,0 0 15,0 0-15,0 0 0,0 0 0,0 0 0,0 0 0,0 0 16,0 0-16,0 0 0,0 0 0,0 0 0,0 0 15,0 0-15,0 0 0,0 0 0,0 0 0,0 0 16,0 0-16,0 0 0,0 0 0,0 0 0,0 0 0,0 0 16,0 0-16,0 0 0,0 0 0,0 0 0,0 0 15,0 0-15,0 0 0,0 0 0,0 0 0,0 0 0,25 0 16,-25 0-16,0 25 0,0-25 0,0 0 0,0 0 15,0 0-15,0 0 0,0 0 0,0 0 0,0 0 0,24 0 16,-24 0-16,0 25 0,0-25 0,0 0 0,0 0 16,0 0-16,0 0 0,0 0 0,25 0 0,-25 0 15,0 0-15,25 24 0,-25-24 0,0 0 0,0 0 0,25 0 16,-25 0-16,0 25 0,0-25 0,25 0 0,-25 0 15,0 0-15,24 25 0,-24-25 0,0 0 0,25 0 16,-25 25-16,25-25 0,-25 0 0,0 0 0,0 25 0,25-25 16,-25 0-16,0 0 0,25 0 0,-25 24 0,0-24 15,0 0-15,0 0 0,0 0 0,0 0 0,0 25 0,0-25 16,0 0-16,0 0 0,0 25 0,0-25 0,0 0 15,0 0-15,0 25 0,-25-25 78,-124 124-15,149-124-63,0 0 0,0 0 0,0 25 0,0-25 0,0 0 0,0 0 0,0 0 0,0 0 0,0 0 0,0 0 0,0-25 0,0 25 15,0 0-15,0 0 0,0 0 0,0 0 0</inkml:trace>
  <inkml:trace contextRef="#ctx0" brushRef="#br0" timeOffset="402711.0337">18628 13419 0,'0'0'16,"0"0"-16,0 0 0,0 0 0,0 0 0,0 0 0,0 0 16,0 0-16,0 0 0,0 0 0,0 0 0,0 0 0,0 0 15,0-24-15,0 24 0,25 0 0,-25 0 0,0 0 16,0 0-16,0 0 0,0 0 0,0 0 0,0 0 15,0 0-15,0 0 0,0 0 0,0 0 0,0 0 0,25-25 16,-25 25-16,0 0 0,0 0 0,0 0 0,0 0 16,0 0-16,0 0 0,0 0 0,0 0 0,0 0 15,0 0-15,0 0 0,0 0 0,0 0 0,25 0 0,-25 0 16,0 0-16,0 0 0,0-25 0,0 25 0,0 0 15,0 0-15,0 0 0,0 0 0,0 0 0,0 0 0,-25 0 16,50 0-16,-25-25 0,0 25 0,0 0 0,0 0 16,-25 0-16,25 0 0,0 0 0,0 0 0,0 0 0,0 0 15,0 0-15,0-25 0,0 25 0,0 0 0,0 0 16,-25 0-16,25 0 0,0 0 0,0 0 0,0 0 0,0 0 15,-25 0-15,25 0 0,0 0 0,0 0 0,0 0 16,0 0-16,0 0 0,-24 0 0,24 0 0,0 0 16,0 0-16,0 0 0,0 0 0,-25 0 0,25 0 0,0 0 15,0 0-15,0 0 0,0 0 0,-25 0 0,25 0 0,0 0 16,0 25-16,0-25 0,0 0 0,0 0 0,0 0 15,0 0-15,0 0 0,0 0 0,-25 25 0,25-25 16,0 0-16,0 0 0,0 0 0,0 25 0,0-25 16,0 0-16,0 0 0,0 25 0,25-25 0,-25 0 0,0 24 15,0-24-15,0 0 0,0 0 0,0 25 0,0-25 16,0 0-16,0 0 0,25 25 0,-25-25 0,0 0 0,0 0 15,0 25-15,0-25 0,0 0 0,0 0 0,25 25 16,-25-25-16,0 0 0,0 0 0,24 24 0,-24-24 16,0 0-16,0 0 0,25 25 0,-25-25 0,0 0 0,0 0 15,0 25-15,25-25 0,-25 0 0,0 0 0,0 25 0,25-25 16,-25 0-16,0 0 0,0 0 0,0 25 0,0-25 15,25 0-15,-25 0 0,0 24 0,0-24 0,0 0 16,0 0-16,0 25 0,0-25 0,0 0 0,0 0 0,0 25 16,0-25-16,0 0 0,0 0 0,0 25 0,0-25 15,0 0-15,0 0 0,-25 25 0,25-25 0,0 0 0,0 0 16,0 0-16,-25 24 0,25-24 0,0 0 0,0 0 15,-25 25-15,25-25 0,0 0 0,0 0 0,-25 0 16,25 0-16,0 25 0,0-25 0,-24 0 0,24 0 16,0 0-16,0 0 0,0 0 0,0 0 0,-25 0 0,25 0 15,0 0-15,0 0 0,0 0 0,0 0 0,0 0 0,0-25 16,-25 25-16,25 0 0,0 0 0,0 0 0,0-25 15,0 25-15,0 0 0,0-24 0,0 24 0,0 0 16,0 0-16,0-25 0,0 25 0,0 0 0,0-25 0,0 25 16,0 0-16,0 0 0,0 0 0,-25 0 0,25 0 15,0 0-15,0 0 0,0 0 0,0 0 0,25 0 0,-25 0 16,0 0-16,0 0 0,0 0 0,0 0 0,0 0 15,0 0-15,0 0 78,25 0-78,-25 0 0,0 0 0</inkml:trace>
  <inkml:trace contextRef="#ctx0" brushRef="#br0" timeOffset="403642.087">19769 13593 0,'0'0'16,"0"0"-16,0 0 0,0 0 0,-24 0 0,24-25 15,0 25-15,0 0 0,0 0 0,0 0 0,0 0 0,0 0 16,-25-25-16,25 25 0,0 0 0,0 0 0,0 0 16,0 0-16,0 0 0,0 0 0,0 0 0,0 0 0,-25 0 15,25-24-15,0 24 0,0 0 0,0 0 0,0 0 16,0 0-16,-25 0 0,25 0 0,0 0 0,0 0 0,0 0 15,-25 0-15,25 0 0,0 0 0,0 0 0,-24 0 16,24 0-16,0 0 0,0 0 0,-25 0 0,25 0 16,0 24-16,0-24 0,-25 0 0,25 0 0,0 0 0,0 0 15,0 0-15,-25 0 0,25 25 0,0-25 0,0 0 0,0 0 16,0 25-16,0-25 0,0 0 0,-25 0 0,25 25 15,0-25-15,0 0 0,0 0 0,0 25 0,0-25 16,0 0-16,0 24 0,0-24 0,0 0 0,0 0 16,25 25-16,-25-25 0,0 0 0,0 0 0,0 25 0,0-25 15,0 0-15,25 0 0,-25 0 0,0 0 0,0 0 16,25 25-16,-25-25 0,0 0 0,25 0 0,-25 0 15,0 0-15,0 0 0,24 0 0,-24 0 0,0 0 0,0-25 16,0 25-16,25 0 0,-25 0 0,0 0 0,0 0 16,0-25-16,25 25 0,-25 0 0,0 0 0,0-25 0,25 25 15,-25 0-15,0-24 0,0 24 0,0 0 0,25-25 0,-25 25 16,0-25-16,0 0 0,24 25 0,-24-25 15,0 1-15,0 24 0,25-25 0,-25 0 0,0 25 0,0-25 16,0 0-16,25 25 0,-25-24 0,0-1 0,0 0 0,0 25 16,0-25-16,0 0 0,0 25 0,0-24 0,0 24 15,0-25-15,0 25 0,0-25 0,0 25 0,0 0 0,0-25 16,0 25-16,0 0 0,0 0 0,0-25 0,0 25 15,0 0-15,0 0 0,0 0 0,0 0 0,0-25 16,0 25-16,0 0 0,0 0 0,0 0 0,0 0 0,0 0 16,0 0-16,0 0 0,0 0 0,0 25 0,0-25 15,0 0-15,0 0 0,0 25 0,0-25 0,0 25 16,0-25-16,0 25 0,0-25 0,0 25 0,-25-25 15,25 24-15,0-24 0,0 25 0,0 0 0,0-25 0,0 25 16,0 0-16,0-25 0,-25 24 0,25 1 0,0 0 0,0-25 16,0 25-16,0 0 0,0-1 0,0-24 0,0 25 15,0 0-15,0-25 0,0 25 0,0-25 0,0 25 0,-24-25 16,24 0-16,0 24 0,0-24 0,0 25 0,0-25 15,0 0-15,0 0 0,0 25 0,0-25 0,0 0 0,0 0 16,0 0-16,0 0 0,0 0 0,0 0 0,0 0 16,0 0-16,0 0 0,24 0 0,-24 0 0,0 0 15,0 0-15,0 0 0,0 0 0,0-25 0,0 25 0,25 0 16,-25 0-16,0-25 0,0 25 0</inkml:trace>
  <inkml:trace contextRef="#ctx0" brushRef="#br0" timeOffset="404051.1104">20017 13494 0,'0'0'0,"0"0"16,0 0-16,-24 0 0,24 0 0,0 0 0,0-25 16,0 25-16,0 0 0,0 0 0,-25 0 0,25 0 15,0 0-15,0 0 0,0 0 0,0 0 0,0 0 0,0 0 16,-25 0-16,25 0 0,0 0 0,0 0 0,0 25 15,0-25-15,0 0 0,0 25 0,0-25 0,0 0 0,0 24 16,0-24-16,-25 25 0,25-25 0,0 25 0,0-25 16,0 25-16,25-25 0,-25 25 0,0-25 0,0 24 0,0-24 15,0 25-15,0-25 0,0 0 0,0 25 0,0-25 16,0 0-16,0 0 0,0 0 0,0 25 0,25-25 15,-25 0-15,0 0 0,0 0 0,0 0 0,0 0 16,0 0-16,25-25 0,-25 25 0,0 0 0,0 0 0,24-25 16,-24 25-16,0 0 0,0-25 0,25 25 0,-25-24 15,0 24-15,0-25 0,0 25 0,25-25 0,-25 25 0,0-25 16,0 25-16,0-25 0,0 25 0,0-24 0,0 24 15,0 0-15,0-25 0,0 25 0,0 0 0,0 0 0,0 0 16,0 0-16,0 0 0,0 0 0,0 0 0,0 0 16,0 0-16,-25 0 0,25 0 0,0 0 0,0 0 0,0 25 15,0-25-15,0 0 0,0 0 0,0 0 0,0 24 16,-25-24-16,25 0 0,0 0 0,0 25 0,0-25 15,0 0-15,0 0 0,0 0 0,0 25 0,0-25 0</inkml:trace>
  <inkml:trace contextRef="#ctx0" brushRef="#br0" timeOffset="404471.1344">20340 13568 0,'0'0'0,"0"0"0,0 0 0,0 0 0,0-25 0,-25 25 16,25 0-16,0 0 0,0 0 0,0 0 0,0 0 16,0 0-16,0 0 0,0-24 0,0 24 0,0 0 0,0 0 15,0 0-15,0 0 0,0 0 0,0 0 0,0 0 16,0 0-16,0 0 0,-25 0 0,25 24 0,0-24 15,0 0-15,0 0 0,0 25 0,0-25 0,0 0 0,0 25 16,0-25-16,0 25 0,-25-25 0,25 25 0,0-25 16,0 0-16,0 24 0,0-24 0,0 25 0,0-25 15,0 25-15,0-25 0,0 25 0,0-25 0,0 0 0,0 25 16,0-25-16,0 0 0,0 0 0,0 24 0,0-24 15,0 0-15,0 0 0,25 0 0,-25 0 0,0 0 0,0 0 16,0 25-16,0-25 0,25 0 0,-25 0 0,0 0 16,0 0-16,25 0 0,-25-25 0,0 25 0,25 0 46,-25 0-46,0 0 0,24-24 0,-24 24 0,0 0 0,0 0 32,25-25-17,-25 25-15,0 0 0,0-25 0,0 25 0,0 0 0,0-25 0</inkml:trace>
  <inkml:trace contextRef="#ctx0" brushRef="#br0" timeOffset="404737.1496">20092 13295 0,'0'0'0,"0"0"16,0-24-16,0 24 0,0 0 0,0 0 0,0-25 0,0 25 15,0 0-15,0 0 0,0-25 0,0 25 0,0 0 16,0 0-16,0 0 0,0-25 0,25 25 0,-25 0 16,0 0-16,0 0 0,24-25 0,-24 25 0,0 0 0,25 0 15,-25 0-15,0-25 0,25 25 0,-25 0 0,0 0 16,25 0-16,-25 0 0,0 0 0,25 0 0,-25 0 15,0 0-15,24 0 0,-24 0 0,0 0 0,25 25 0,-25-25 16,0 0-16,0 0 0,0 25 0,0-25 0,0 25 16,0-25-16,0 0 0,0 25 0,0-25 0,0 25 0,0-25 15,0 24-15,0-24 0,0 25 0,-25 0 0,25-25 16,0 25-16,0-25 0,-24 25 0,24-1 0,0-24 0</inkml:trace>
  <inkml:trace contextRef="#ctx0" brushRef="#br0" timeOffset="404980.1635">19893 14163 0,'0'25'0,"0"-25"0,0 0 0,0 0 0,0 0 0,0 0 15,0 0-15,0 0 0,0 0 0,0 0 0,0 0 16,0 0-16,0 0 0,0 0 0,0 0 0,0 0 16,0 0-16,0 0 0,0 0 0,0 0 0,0 0 0,0 0 15,25 0-15,-25 0 0,0 0 0,0-25 0,0 25 0,0 0 16,0 0-16,0 0 0,0-24 0,0 24 0,0 0 15,0-25-15,0 25 0</inkml:trace>
  <inkml:trace contextRef="#ctx0" brushRef="#br0" timeOffset="405206.1764">19670 13295 0,'0'0'16,"0"-24"-16,0 24 0,0 0 0,0 0 0,0 0 15,0 0-15,0 0 0,25 0 0,-25 0 0,0 0 0,25 0 16,-25 0-16,25 0 0,-1 0 0,1-25 0,-25 25 16,25 0-16,0 0 0,0 0 0,-1 0 0,1 25 0,0-25 15,-25 0-15,25 0 0,0 0 0,-1 0 0,-24 0 16,25 0-16,-25 0 0,25 0 0,-25 0 0,25 0 15</inkml:trace>
  <inkml:trace contextRef="#ctx0" brushRef="#br0" timeOffset="405870.2144">21208 13742 0,'0'0'0,"0"0"16,0 0-16,0 0 0,0 0 0,0-25 0,0 25 15,0 0-15,25 0 0,-25 0 0,0 0 0,0 0 0,25-25 16,-25 25-16,0 0 0,24 0 0,-24-25 0,25 25 16,-25-24-16,25 24 0,-25 0 0,25-25 0,-25 25 15,25-25-15,-1 25 0,-24-25 0,25 25 0,-25-25 0,25 25 16,0-24-16,-25 24 0,25-25 0,-25 0 0,24 25 15,-24-25-15,25 0 0,-25 25 0,25-24 0,-25 24 0,0-25 16,25 0-16,-25 25 0,0-25 0,25 25 16,-25-25-16,0 25 0,0-24 0,0 24 0,0-25 0,0 25 15,0 0-15,0-25 0,0 25 0,0-25 0,0 25 0,-25 0 16,25 0-16,0-25 0,0 25 0,0 0 0,-25 0 15,25 0-15,0 0 0,0 0 0,0-25 0,-25 25 0,25 0 16,0 0-16,0 0 0,0 25 0,-25-25 0,25 0 16,0 0-16,0 0 0,0 0 0,0 0 0,0 25 0,0-25 15,0 0-15,0 0 0,0 25 0,0-25 16,0 25-16,0-25 0,-24 25 0,24-25 0,0 24 0,0-24 15,0 25-15,0 0 0,0-25 0,0 25 0,0 0 0,0-25 16,0 24-16,0 1 0,0 0 0,-25-25 0,25 25 16,0 0-16,0-1 0,0-24 0,0 25 0,0-25 0,-25 25 15,25 0-15,0-25 0,0 25 0,0-25 0,0 24 16,0-24-16,0 0 0,0 25 0,0-25 0,0 0 15,0 25-15,0-25 0,0 0 0,0 25 0,0-25 16,0 0-16,0 0 0,25 0 0,-25 0 0,0 0 0,25 0 16,-25 0-16,24 0 0,-24 0 0</inkml:trace>
  <inkml:trace contextRef="#ctx0" brushRef="#br0" timeOffset="406677.2606">21903 13568 0,'0'0'0,"-25"0"0,25-25 15,0 25-15,-25 0 0,25 0 0,0 0 0,-25-24 0,25 24 16,0 0-16,-25 0 0,25 0 0,0 0 0,-24 0 16,24 0-16,0 0 0,0 0 0,-25 0 0,25 0 0,0 0 15,0 0-15,0 0 0,-25 24 0,25-24 0,0 0 16,0 25-16,0-25 0,0 25 0,-25-25 0,25 25 15,0-25-15,0 25 0,0-25 0,0 24 0,0-24 0,0 25 16,0-25-16,-25 25 0,25-25 0,0 0 0,0 25 16,25-25-16,-25 0 0,0 25 0,0-25 0,0 0 15,0 0-15,0 24 0,0-24 0,0 0 0,25 0 0,-25 0 16,0 0-16,0 0 0,0 0 0,25 0 0,-25 0 0,0 0 15,0-24-15,25 24 0,-25 0 0,0 0 0,0 0 16,24-25-16,-24 25 0,0 0 0,0-25 0,25 25 16,-25 0-16,0-25 0,0 25 109,25-49-109,-25 49 0,0 0 0,0-25 0,0 25 0,0 0 0,0 0 0,0 0 0,0 0 0,0 0 0,0 0 0,0 0 0,0 0 0,0 0 0,0 0 0,0 0 0,0 0 0,0 0 0,0 0 0,0 25 0,0-25 0,-25 0 0,25 24 0,0-24 0,0 0 0,0 25 0,0-25 0,0 25 0,0-25 0,0 25 0,0-25 0,0 0 0,0 25 0,0-25 0,0 24 0,0-24 0,0 0 0,0 25 15,0-25-15,0 0 0,0 25 0,0-25 0,0 0 16,0 0-16,0 0 0,0 0 0,0 0 0,0 0 16,25 0-16,-25 0 0,0 0 0,0 0 0,0 0 0,25 0 15,-25 0-15,0 0 0,25-25 0,-25 25 0,0 0 16,24 0-16,-24-25 0,0 25 0,25-24 0,-25 24 15,0 0-15,25-25 0,-25 25 0,0-25 0,25 25 0,-25-25 16,0 0-16,0 25 0,0-24 0,25 24 0,-25-25 16,0 25-16,0-25 0,0 25 0,0-25 0,0 25 0,0-25 15,0 25-15,0 0 0,0 0 0,0-24 0,0 24 16,0 0-16,0 0 0,0 0 0,0 0 0,0 0 0,0 0 15,24 0-15,-24 0 0,0 24 0,0-24 0,-24 0 16,24 25-16,0-25 0,0 25 0,0-25 0,0 25 16,0-25-16,0 25 0,0-1 0,0-24 0,-25 25 0,25 0 15,0 0-15,0 0 0,0-25 0,0 24 0,0 1 16,0 0-16,0 0 0,0 0 0,0-1 0,0-24 0,0 25 15,0 0-15,-25 0 0,25-25 0,0 25 0,0-25 16,0 24-16,0 1 0,0-25 0,0 25 0,0-25 0,0 25 16,0-25-16,0 25 0,0-25 0,0 24 0,0-24 15,0 25-15,0-25 0,0 0 0,0 25 0,0-25 16,0 25-16,-25-25 0,25 0 0,0 25 0,0-25 0,0 0 15,0 24-15,0-24 0,0 0 0,0 0 0,0 0 16,0 0-16,0 25 0,0-25 0,0 0 0,0 0 16,0 0-16,-25 0 0,25 0 0,0-25 0,0 25 0,0 0 15,0 0-15,0 0 0,0-24 0,0 24 0,0 0 16,0-25-16,0 25 0</inkml:trace>
  <inkml:trace contextRef="#ctx0" brushRef="#br0" timeOffset="407018.2801">22126 13519 0,'0'0'0,"0"0"0,25 0 0,-25-25 0,0 25 16,0 0-16,0 0 0,0 0 0,24 0 0,-24 0 0,0 0 15,0 0-15,25 0 0,-25 0 0,25 0 0,-25 0 16,0 0-16,25 0 0,-25 25 0,0-25 0,0 0 0,25 24 16,-25-24-16,0 0 0,0 25 0,24-25 0,-24 0 15,0 25-15,0-25 0,0 0 0,0 25 0,0-25 16,0 0-16,0 25 0,0-25 0,0 0 0,0 24 0,0-24 15,-24 0-15,24 25 0,0-25 0,0 0 0,0 0 0,-25 25 16,25-25-16,0 0 0,0 0 0,-25 25 0,25-25 16,0 0-16,-25 0 0,25 25 0,-25-25 0,25 0 15,0 0-15,-24 0 0,24 0 0,-25 24 0,25-24 0,0 0 16,-25 0-16,25 0 0,-25 0 0,25 0 0,0-24 15,-25 24-15,25 0 0,-24 0 0,24-25 0,0 25 16,-25-25-16</inkml:trace>
  <inkml:trace contextRef="#ctx0" brushRef="#br0" timeOffset="407261.294">21853 13345 0,'0'-25'0,"0"25"0,0 0 0,0 0 15,0-25-15,0 25 0,0 0 0,0 0 0,0-24 16,25 24-16,-25 0 0,0 0 0,0 0 0,25 0 0,-25-25 15,0 25-15,24 0 0,-24 0 0,0 0 0,25 0 0,-25 0 16,25 0-16,-25 0 0,0 0 0,25 0 0,-25 0 16,25 0-16,-25 0 0,0 0 0,24 0 0,-24 0 15,0 0-15,0 25 0,25-25 0,-25 0 0,0 24 0,0-24 16,0 25-16,0-25 0,0 25 0,-25-25 0,25 25 15,0 0-15,0-1 0,-24 1 0,24 0 0,0 0 16,-25 0-16,25-1 0,-25 1 0,25 0 0</inkml:trace>
  <inkml:trace contextRef="#ctx0" brushRef="#br0" timeOffset="407451.3049">21704 14213 0,'0'0'0,"0"0"0,0 0 0,0 0 0,0 0 16,0 0-16,0 0 0,0 0 0,0 0 0,0 0 15,0 0-15,0-25 0,0 25 0,0 0 0,0 0 0,0 0 16,0 0-16,0 0 0,25 0 0,-25 0 0,0-25 16,0 25-16,0 0 0,0 0 0,25 0 0,-25 0 15,0 0-15,0-24 0,0 24 0,25 0 0,-25 0 16</inkml:trace>
  <inkml:trace contextRef="#ctx0" brushRef="#br0" timeOffset="407942.3329">23192 13171 0,'0'0'16,"0"0"-16,0 0 0,0 0 0,0 0 0,0 0 15,0 0-15,0 0 0,0 0 0,0 0 0,0 0 0,0 0 16,0 0-16,0 0 0,0 0 0,0 0 0,0 25 15,0-25-15,0 0 0,0 25 0,0 0 0,0-25 0,0 25 16,0-1-16,0-24 0,0 25 0,0 0 0,0 0 16,0 0-16,0-1 0,-24 1 0,24 0 0,0 0 15,0 0-15,0-1 0,-25 1 0,25 0 0,0 0 16,0 0-16,-25-1 0,25 1 0,0-25 0,0 25 0,0 0 15,-25 0-15,25-25 0,0 24 0,0 1 0,0-25 0,0 25 16,0-25-16,-25 25 0,25-25 0,0 25 0,0-25 16,0 0-16,0 0 0,0 24 0,0-24 0,0 0 15,0 0-15,0 0 0,0 0 0,0 0 0,0 0 16,0 0-16,0 0 0,0 0 0,-24 0 0,24-24 0,0 24 15,0-25-15,0 25 0</inkml:trace>
  <inkml:trace contextRef="#ctx0" brushRef="#br0" timeOffset="408122.3432">22969 13643 0,'0'-25'0,"0"25"0,0 0 0,0 0 15,0 0-15,0 0 0,0 0 0,0 0 0,25 0 0,-25 25 16,0-25-16,0 0 0,25 0 0,-25 0 0,0 0 16,25 0-16,-25 0 0,24 0 0,-24 0 0,25 0 15,-25 0-15,25 24 0,-25-24 0,25 0 0,-25 0 0,25 0 16,-1 0-16,-24 0 0,25 0 0,-25 0 0,25 0 15,-25-24-15,25 24 0,0 0 0,-25 0 0,24 0 0,-24 0 16,0-25-16,25 25 0,-25 0 0,25 0 0</inkml:trace>
  <inkml:trace contextRef="#ctx0" brushRef="#br0" timeOffset="408536.3669">23540 13246 0,'0'-25'0,"0"25"0,0 0 16,0 0-16,0 0 0,0-25 0,0 25 0,0 0 16,0 0-16,0 0 0,0 0 0,24 0 0,-24 0 0,0 0 15,0-25-15,0 25 0,25 0 0,-25 0 0,0 0 16,0 0-16,25 0 0,-25 0 0,0 0 0,0 0 15,0 0-15,25 0 0,-25 0 0,0 25 0,0-25 0,0 0 16,0 0-16,0 0 0,25 25 0,-25-25 0,0 0 16,0 0-16,0 25 0,0-25 0,0 0 0,-25 0 0,25 25 15,0-25-15,0 24 0,-25-24 0,25 0 0,0 25 16,0-25-16,-25 0 0,25 25 0,0-25 0,-25 25 0,25-25 15,0 0-15,-24 25 0,24-25 0,0 24 0,-25-24 16,25 0-16,0 0 0,0 25 0,-25-25 0,25 0 16,0 25-16,0-25 0,0 0 0,0 0 0,0 0 0,0 25 15,0-25-15,25 0 0,-25 0 0,0 0 0,0 0 16,25 0-16,-25 25 0,24-25 0,-24 0 0,25 0 15,-25 0-15,25 0 0,0 0 0,0 0 0,-1 24 0,1-24 16,0 0-16,0 0 0,0 0 0,-1 0 0,1 0 16,-25 0-16,25 0 0,0 0 0,0 0 0,-25 0 0,25 0 15,-25 0-15,24 0 0</inkml:trace>
  <inkml:trace contextRef="#ctx0" brushRef="#br0" timeOffset="418401.9312">1786 14734 0,'0'0'0,"0"0"0,0-25 0,0 25 0,0 0 16,0 0-16,0 0 0,0 0 0,0 0 0,0 0 0,0 0 16,0 0-16,0 0 0,0 0 0,0 0 0,0 0 15,0 0-15,0 0 0,0 0 0,0 0 0,0 0 0,0 0 16,0 0-16,0 0 0,0 0 0,0 0 0,0 0 15,0 0-15,0 0 0,0 0 0,0 0 0,0 0 16,0 0-16,0 0 0,0 0 0,0 0 0,0 0 0,0 0 16,0 0-16,0 0 0,0 0 0,0 0 0,0 0 0,0 0 15,0 0-15,0 0 0,0 0 0,25 0 0,-25 0 0,0 0 16,0 0-16,0 0 0,0 0 0,0 0 0,0 0 15,0 0-15,0 0 0,0 0 0,0 0 0,0 0 0,0 0 16,0 25-16,-25-25 0,25 0 0,0 0 0,0 0 16,0 0-16,0 25 0,0-25 0,0 0 0,0 25 0,0-25 15,0 0-15,0 24 0,0-24 0,0 25 0,0-25 0,0 25 16,0-25-16,0 25 0,0-25 0,0 25 0,0-25 15,0 24-15,0-24 0,0 25 0,0-25 0,0 25 0,-25-25 16,25 0-16,0 25 0,0-25 0,0 25 0,0-25 16,0 24-16,0-24 0,0 0 0,0 25 0,0-25 0,0 0 15,0 25-15,0-25 0,0 0 0,0 25 0,0-25 0,0 0 16,0 0-16,0 0 0,0 0 0,0 25 0,0-25 15,0 0-15,0 0 0,0 0 0,0 0 0,0 0 0,0 0 16,0 0-16,0 0 0,0 0 0,0 0 0,-25 0 16,25 0-16,0 0 0,0-25 0,0 25 0,0 0 0</inkml:trace>
  <inkml:trace contextRef="#ctx0" brushRef="#br0" timeOffset="419097.971">1736 14784 0,'0'0'0,"0"-25"0,0 25 0,0 0 0,0 0 15,0 0-15,0 0 0,0 0 0,0 0 0,0 0 0,0-25 16,0 25-16,0 0 0,0 0 0,0 0 0,0 0 16,0 0-16,0 0 0,0 0 0,0 0 0,25 0 0,-25 0 15,0 0-15,0 0 0,0 0 0,0-25 0,0 25 0,25 0 16,-25 0-16,0 0 0,0 0 0,0 0 0,25 0 15,-25 0-15,0 0 0,25 0 0,-25 0 0,0 0 0,0 0 16,24 25-16,-24-25 0,0 0 0,25 0 0,-25 0 16,0 0-16,0 0 0,0 25 0,25-25 0,-25 0 0,0 0 15,0 25-15,0-25 0,0 0 0,0 0 0,0 0 0,0 24 16,0-24-16,0 0 0,0 25 0,0-25 0,0 0 15,0 25-15,-25-25 0,25 0 0,0 25 0,0-25 0,0 0 16,0 0-16,-25 25 0,25-25 0,0 0 0,0 0 16,0 24-16,0-24 0,-24 0 0,24 0 0,0 0 0,0 25 15,0-25-15,0 0 0,0 0 0,0 0 0,0 0 0,0 0 16,0 0-16,0 0 0,0 0 0,0 0 0,0 0 15,0 0-15,0 0 0,0 0 0,0 0 0,0 0 0,0 0 16,0 0-16,0-25 0,0 25 0,24 0 0,-24 0 16,0 0-16,0 0 0,0 0 0,0 0 0,25 0 0,-25 0 15,0 0-15,0 0 0,0 0 0,25 0 16,-25 0-16,0 0 15,0 0-15,25 0 0,-25 25 0,0-25 0,0 0 0,25 0 0,-25 25 0,0-25 0,0 0 0,0 0 0,24 25 16,-24-25-16,0 0 0,0 25 0,0-25 0,0 0 16,0 24-16,0-24 0,0 0 0,0 25 0,0-25 0,0 0 15,0 25-15,0-25 0,0 0 0,0 25 0,0-25 0,-24 0 16,24 25-16,0-25 0,0 0 0,0 0 0,0 24 15,-25-24-15,25 0 0,0 0 0,0 25 0,0-25 0,-25 0 16,25 0-16,0 0 0,0 0 0,0 0 0,0 0 16,-25 0-16,25 0 0,0 0 0,0 0 0,0 0 0,0 0 15,-25 0-15,25 0 0,0-25 0,0 25 0,0 0 0,0 0 16,0 0-16,-24 0 0,24 0 0,0-24 0,0 24 15,0 0-15,0 0 0,0 0 0,0 0 0,0 0 0,0 0 16,0 0-16,0-25 0,0 25 0,0 0 0,0 0 16,0 0-16,24 0 0,-24-25 0</inkml:trace>
  <inkml:trace contextRef="#ctx0" brushRef="#br0" timeOffset="419410.9889">2108 14858 0,'0'0'0,"0"0"0,0 0 16,0 0-16,0 0 0,0 0 0,0 0 0,0 0 16,0 0-16,0 0 0,0 0 0,0 0 0,0 0 0,0 25 15,0-25-15,0 0 0,0 0 0,0 0 0,0 25 0,0-25 16,0 0-16,0 24 0,0-24 0,25 25 0,-25-25 15,0 0-15,0 25 0,0-25 0,0 25 0,0-25 0,0 25 16,0-25-16,0 24 0,25-24 0,-25 25 0,0-25 16,0 25-16,0-25 0,0 25 0,0-25 0,0 25 0,-25-25 15,25 24-15,0-24 0,0 0 0,0 25 0,0-25 16,0 0-16,0 25 0,0-25 0,0 0 0,0 0 0,0 0 15,0 0-15,-25 25 0,25-25 0,0 0 0,0 0 0,0 0 16,0-25-16,-24 25 0,24 0 0,0 0 0,0 0 16,-25-25-16,25 25 0,0 0 0</inkml:trace>
  <inkml:trace contextRef="#ctx0" brushRef="#br0" timeOffset="419616.0006">2034 14808 0,'25'0'0,"0"0"0,-25 0 0,24-24 0,-24 24 0,25 0 0,-25 0 0,25 0 0,0 0 0,-25 0 0,25 0 0,-25 0 0,24 0 0,-24 0 0,25 0 0,-25 0 0,25 0 0,-25 0 0,25 0 0,-25 0 0,0 24 0,25-24 0,-25 0 0</inkml:trace>
  <inkml:trace contextRef="#ctx0" brushRef="#br0" timeOffset="419915.0177">2555 14858 0,'0'0'0,"0"0"0,0 0 0,0 0 16,-25 0-16,25 0 0,0 0 0,0 0 0,0 0 15,0 0-15,0 0 0,0 0 0,0 25 0,-25-25 0,25 0 16,0 0-16,0 25 0,0-25 0,0 0 0,-25 24 15,25-24-15,0 0 0,0 25 0,0-25 0,0 25 0,-24-25 16,24 25-16,0-25 0,0 0 0,0 25 0,0-25 16,-25 24-16,25-24 0,0 25 0,0-25 0,0 0 0,0 25 15,0-25-15,0 0 0,0 25 0,-25-25 0,25 0 0,0 0 16,0 0-16,0 25 0,0-25 0,0 0 0,0 0 15,0 0-15,0 0 0,0 0 0,0 0 0,0 0 16,0 0-16,0 0 0,0 0 0,0 0 0,0 0 0,0 0 16,0 0-16,0 0 0,0-25 0,0 25 0,0 0 15,0 0-15,-25 0 0,50-25 0,-25 25 0,0 0 0,0-25 0,0 25 16,0 0-16,0-25 0,0 25 0,0-24 0</inkml:trace>
  <inkml:trace contextRef="#ctx0" brushRef="#br0" timeOffset="420187.0333">2505 14833 0,'0'0'0,"0"0"0,0-25 0,0 25 16,0 0-16,25 0 0,-25 0 0,0 0 0,0-24 0,0 24 15,0 0-15,25 0 0,-25 0 0,0 0 0,0 0 16,0 0-16,0 24 0,25-24 0,-25 0 0,0 0 0,0 0 16,0 25-16,24-25 0,-24 0 0,0 0 0,0 25 15,0-25-15,0 0 0,25 25 0,-25-25 0,0 25 0,0-25 16,0 0-16,0 24 0,25-24 0,-25 25 0,0-25 15,0 25-15,0-25 0,0 25 0,0-25 0,0 25 0,0-25 16,25 24-16,-25-24 0,0 25 0,0-25 0,0 0 16,0 25-16,0-25 0,0 0 0,0 25 0,0-25 0,0 0 15,0 25-15,0-25 0,0 0 0,0 24 0,0-24 0,0 0 16,0 0-16,0 0 0,0 25 0,0-25 15,0 0-15,0 0 0,0 0 0,0 0 0,-25 0 0,25 0 16,0 0-16,0 0 0,0 0 0,0 0 0,0 0 0,-25 0 16,25-25-16</inkml:trace>
  <inkml:trace contextRef="#ctx0" brushRef="#br0" timeOffset="420390.0449">2505 15032 0,'-25'0'0,"25"0"0,0-25 16,0 25-16,0 0 0,0 0 0,0 0 0,0 0 0,0 0 15,-24 0-15,24 0 0,0 0 0,0 0 0,0 0 0,24 0 16,-24 0-16,0 0 0,0 0 0,0 0 0,25 0 15,-25 0-15,0 0 0,25 0 0,-25 0 16,25 0-16,-25 0 0,0 0 0,25 25 0,-25-25 0,24 0 0,-24 0 16,0 0-16,25 0 0,-25 0 0,25 0 0,-25 0 0,0 0 15,25 0-15,-25 0 0,25 0 0,-25 0 0,0 0 16,25 0-16,-25 0 0,0 0 0,24 0 0,-24 0 0,0 0 15,0 0-15</inkml:trace>
  <inkml:trace contextRef="#ctx0" brushRef="#br0" timeOffset="420707.063">2729 14833 0,'0'0'0,"0"0"0,0 0 0,0 0 0,0 0 0,0 0 15,0 0-15,0 0 0,0 0 0,0 0 0,0 0 16,0 25-16,0-25 0,0 0 0,0 0 0,0 0 0,0 25 15,0-25-15,0 0 0,24 25 0,-24-25 0,0 24 16,0-24-16,0 25 0,0-25 0,0 25 0,0-25 0,0 25 16,0-25-16,0 25 0,0-25 0,25 24 0,-25-24 15,0 25-15,0-25 0,0 25 0,-25-25 0,25 0 0,0 25 16,0-25-16,0 25 0,0-25 0,0 0 0,0 24 15,0-24-15,0 25 0,0-25 0,0 0 0,0 0 0,0 25 16,0-25-16,0 0 0,0 0 0,0 0 0,0 25 16,0-25-16,0 0 0,0 0 0,0 0 0,0 0 0,-24 0 15,24 0-15,0 0 0,0-25 0,0 25 0,0 0 0,0 0 16,-25 0-16,25-25 0,0 25 0,0 0 0,0-25 15,0 25-15,0 0 0,0-24 0</inkml:trace>
  <inkml:trace contextRef="#ctx0" brushRef="#br0" timeOffset="421098.0854">2679 14833 0,'25'0'0,"-25"0"16,0 0-16,0-25 0,0 25 0,0 0 0,0 0 0,0 0 15,0-24-15,0 24 0,0 0 0,25 0 0,-25 0 0,0 0 16,0-25-16,0 25 0,24 0 0,-24 0 0,0 0 15,0 0-15,25 0 0,-25 0 0,0 0 0,25 0 16,-25 0-16,0 0 0,25 0 0,-25 0 0,0 0 0,25 0 16,-25 0-16,24 25 0,-24-25 0,0 0 0,25 0 0,-25 24 15,0-24-15,25 0 0,-25 25 0,0-25 0,0 25 16,25-25-16,-25 0 0,0 25 0,0-25 0,0 25 15,25-25-15,-25 24 0,0-24 0,0 0 0,0 25 0,0-25 16,0 25-16,0-25 0,0 0 0,0 25 0,0-25 16,0 25-16,0-25 0,0 0 0,0 24 0,-25-24 0,25 0 15,0 25-15,0-25 0,0 0 0,0 25 0,-25-25 0,25 0 16,0 25-16,0-25 0,-25 0 0,25 25 0,0-25 15,0 0-15,-25 0 0,25 24 0,0-24 0,-24 0 0,24 0 16,0 0-16,0 25 0,-25-25 0,25 0 0,0 0 16,-25 0-16,25 0 0,0 0 0,0 0 0,0 0 15,-25 0-15,25 0 0,0 0 0,0 0 0,-25 0 0,25 0 16,0 0-16,0 0 0,0 0 0,-24 0 15,24 0-15,0 0 0,0 0 0,0 0 0,-25 0 0</inkml:trace>
  <inkml:trace contextRef="#ctx0" brushRef="#br0" timeOffset="421642.1165">1860 15478 0,'0'0'0,"0"0"0,0 0 0,0 0 0,0 0 16,0 0-16,0 0 0,0 0 0,0 0 0,0 0 16,0 0-16,0 0 0,0 0 0,0 0 0,0 0 0,0 0 15,0 0-15,0 0 0,0 0 0,25 0 0,-25 0 16,0 0-16,0 0 0,0 0 0,0 0 0,0 0 0,0 0 15,0 0-15,25 0 0,-25 0 0,0 0 0,0 0 0,0 0 16,25 0-16,-25 0 0,0 0 0,0 0 0,25 0 16,-25 0-16,0 0 0,24 0 0,-24 0 0,25 0 0,-25 0 15,25 0-15,-25 0 0,25 0 0,0 25 0,-25-25 16,24 0-16,1 0 0,0 0 0,0-25 0,-25 25 0,25 0 15,-1 0-15,1 0 0,0 0 0,0 0 0,0 0 0,-1 0 16,1 0-16,0 0 0,0 0 0,0 0 0,-1 0 16,1 0-16,0 0 0,0 0 0,-25 0 0,25 0 0,-1 0 15,-24 0-15,25 0 0,-25 0 0,25 0 0,-25 0 16,25 0-16,-25 0 0,25 0 0,-25 0 0,0 0 15,25 0-15,-25 0 0,0 25 0,0-25 0,24 0 0,-24 0 16,0 0-16,0 0 0,0 0 0,0 0 0,0 0 0,0 0 16,0 0-16,0 0 0,0 0 0,0 0 0,0 0 15,0 0-15,0 0 0,0 0 0,0 0 0,25 0 16,-25-25-16,0 25 0,0 0 0,0 0 0,0 0 0,25 0 15,-25-25-15,0 25 0,0 0 0</inkml:trace>
  <inkml:trace contextRef="#ctx0" brushRef="#br0" timeOffset="422726.1785">4366 14808 0,'0'0'0,"0"0"0,0 0 16,0 0-16,0 0 0,0 0 0,0 0 0,0 0 16,0 0-16,0 25 0,0-25 0,0 0 0,0 0 0,0 0 15,0 0-15,0 0 0,0 0 0,0 25 0,24-25 16,-24 0-16,0 25 0,0-25 0,0 25 0,0-25 0,25 24 15,-25-24-15,0 25 0,0-25 0,0 25 0,0-25 16,0 25-16,0-25 0,0 25 0,25-25 0,-25 24 0,0-24 16,0 25-16,0-25 0,0 25 0,0-25 0,0 0 15,0 25-15,0-25 0,0 25 0,0-25 0,0 0 16,0 24-16,0-24 0,0 0 0,0 25 0,0-25 0,0 0 15,0 25-15,0-25 0,0 0 0,0 0 0,0 25 0,0-25 16,0 0-16,0 0 0,0 25 0,0-25 0,0 0 16,0 0-16,0 0 0,0 0 0,0 0 0,0 0 15,0 0-15,0 0 0,0 0 0,0 0 0,0 0 16,0 0-16,0 0 0,0-25 0,-25 25 0,25 0 0,0 0 15</inkml:trace>
  <inkml:trace contextRef="#ctx0" brushRef="#br0" timeOffset="423418.2181">4390 14883 0,'0'-25'0,"0"25"0,0 0 0,0 0 0,0 0 15,0 0-15,0 0 0,0-25 0,0 25 0,0 0 0,0 0 16,0 0-16,0 0 0,0 0 0,0 0 16,0 0-16,0-25 0,0 25 0,0 0 0,0 0 0,0 0 0,25 0 15,-25 0-15,0 0 0,0 0 0,0 0 16,25 0-16,-25-24 0,0 24 0,25 0 0,-25 0 0,0 24 15,25-24-15,-25 0 0,0 0 0,24 0 0,-24 0 0,0 0 16,25 0-16,-25 25 0,0-25 0,25 0 0,-25 0 16,0 0-16,0 25 0,25-25 0,-25 0 0,0 0 15,0 0-15,0 25 0,0-25 0,0 0 0,0 0 0,0 25 16,0-25-16,0 0 0,0 24 0,0-24 0,0 0 15,0 0-15,-25 25 0,25-25 0,0 0 0,0 25 0,-25-25 16,25 0-16,0 0 0,0 25 0,0-25 0,-25 0 16,25 0-16,0 25 0,0-25 0,0 0 0,0 0 0,0 0 15,-24 0-15,24 0 0,0 0 0,0 0 0,0 0 16,0 0-16,0 0 0,0 0 0,0 0 0,0 0 15,0 0-15,0 0 0,0 0 0,0 0 0,24 0 0,-24 0 16,0 0-16,0 0 0,0 0 0,0 0 0,0 0 16,25 0-16,-25 0 0,0 0 0,0 0 0,0 0 0,25 0 15,-25 0-15,0 0 0,25 0 0,-25 0 0,0 0 16,0 0-16,25 0 0,-25 24 0,0-24 0,24 0 15,-24 0-15,0 0 0,0 25 0,0-25 0,25 0 0,-25 25 16,0-25-16,0 0 0,0 25 0,0-25 0,0 0 16,0 25-16,0-25 0,0 0 0,0 24 0,0-24 0,0 0 15,0 25-15,0-25 0,-25 0 0,25 25 0,0-25 16,0 0-16,0 25 0,-24-25 0,24 0 0,0 0 15,-25 25-15,25-25 0,0 0 0,0 0 0,-25 24 0,25-24 16,0 0-16,0 0 0,-25 0 0,25 0 0,0 25 16,0-25-16,0 0 0,-25 0 0,25 0 0,0 0 0,0 0 15,0-25-15,0 25 0,0 0 0,-24 0 0,24 0 16,0 0-16,0 0 0,0 0 0,0-24 0,0 24 15,0 0-15,0 0 0,0 0 0,0 0 0,-25 0 0,25 0 16,0 0-16,0-25 0,0 25 0,0 0 0,0 0 16,0 0-16,25 0 0,-25 0 0,0 0 0,0 0 0,0 0 15,0 0-15,0 0 0,0 0 0,0 0 0,24-25 16,-24 25-16,0 0 0</inkml:trace>
  <inkml:trace contextRef="#ctx0" brushRef="#br0" timeOffset="423835.242">5035 14957 0,'0'0'0,"0"0"0,0 0 0,0 0 0,0 0 0,0 0 15,0 0-15,0 0 0,0 0 0,0 0 0,0 0 16,0 0-16,25 0 0,-25 0 0,0 0 0,0 0 15,0 0-15,25 0 0,-25 0 0,0 0 0,25 0 0,-25 0 16,25 0-16,-25 0 0,24 0 0,-24 0 0,25 0 16,-25 0-16,25 0 0,-25 0 0,0 0 0,25 0 15,-25 0-15,25 0 0,-25 0 0,24 0 0,-24 0 0,0 0 16,25 0-16,-25 0 0,0 0 0,25 0 0,-25 0 15,0 0-15,0 0 0,0 0 0,0 0 0,0 25 0,0-25 16</inkml:trace>
  <inkml:trace contextRef="#ctx0" brushRef="#br0" timeOffset="424077.2558">5159 15205 0,'0'0'0,"0"0"16,0 25-16,0-25 0,0 0 0,0 0 0,0 0 0,0 0 15,0 0-15,0 0 0,0 0 0,0-25 0,0 25 16,0 0-16,25 0 0,-25 0 0,0 0 0,25 0 16,-25 0-16,25 0 0,-25 0 0,0 0 0,25 0 0,-25 0 15,24 0-15,-24 0 0,25 0 0,-25 0 0,25 0 16,-25 0-16,25 0 0,-25 0 0,0 0 0,25 0 15,-25 0-15,24 0 0,-24 0 0,25 0 0,-25 0 0,25 0 16,-25 0-16,0 0 0,25 0 0</inkml:trace>
  <inkml:trace contextRef="#ctx0" brushRef="#br0" timeOffset="424780.296">5854 14610 0,'0'-25'0,"0"25"0,0 0 0,-25 0 0,25 0 15,0-25-15,-25 25 0,25 0 0,0 0 0,0 0 0,-25 0 16,25 0-16,0 0 0,0 0 0,0 0 0,-24 0 16,24 0-16,0 0 0,0 0 0,0 0 0,0 0 15,0 0-15,0 0 0,0 0 0,0 0 0,0 0 16,0 0-16,0 0 0,0 0 0,24 0 0,-24 25 0,0-25 15,0 0-15,0 0 0,0 0 0,0 25 0,0-25 0,25 0 16,-25 25-16,0-25 0,0 0 0,0 25 0,0-25 16,25 0-16,-25 24 0,0-24 0,0 25 0,0-25 15,25 0-15,-25 25 0,0-25 0,0 25 0,0-25 0,25 0 16,-25 25-16,0-25 0,0 0 0,0 24 0,25-24 15,-25 25-15,0-25 0,0 0 0,0 0 0,0 25 16,0-25-16,0 0 0,0 25 0,0-25 0,0 0 0,0 0 16,0 25-16,0-25 0,0 0 0,-25 0 0,25 24 15,0-24-15,0 0 0,-25 0 0,25 0 0,0 0 0,0 25 16,-25-25-16,25 0 0,0 0 0,0 0 0,0 0 15,-25 0-15,25 0 0,0 0 0,0 0 0,0 0 0,0 0 16,0 0-16,-25 0 0,25 0 0,0 0 0,0 0 16,0 0-16,0 0 0,0 0 0,0 0 0,0 0 15,0 0-15,0 0 0,0 0 0,0 0 0,0 0 0,25 0 16,-25 0-16,0 0 0,0 0 0,0 0 0,25 0 15,-25 0-15,0 25 0,25-25 0,-25 0 0,0 0 0,0 0 16,25 0-16,-25 25 0,0-25 0,0 0 0,0 25 16,25-25-16,-25 24 0,0-24 0,0 25 0,0-25 15,24 25-15,-24-25 0,0 25 0,0-25 0,0 25 16,0-25-16,0 0 0,0 24 0,0-24 0,-24 25 0,24-25 15,0 25-15,0-25 0,0 0 0,0 25 0,0-25 0,0 0 16,-25 25-16,25-25 0,0 0 0,0 0 0,0 24 16,0-24-16,0 0 0,0 0 0,0 0 0,0 25 15,0-25-15,0 0 0,0 0 0,0 0 0,0 0 0,0 0 16,0 0-16,0 0 0,0 0 0,0 0 0,0 0 0,0 0 15,0 0-15,0 0 0,0 0 0,0 0 0,0 0 16,0 0-16,0 0 0,0 0 0,25 0 0</inkml:trace>
  <inkml:trace contextRef="#ctx0" brushRef="#br0" timeOffset="425791.3538">6325 14932 0,'0'0'0,"0"0"0,0 0 15,0 0-15,0 0 0,0 0 0,0-24 0,0 24 16,0 0-16,-25 0 0,25 0 0,0 0 0,0 0 0,0 0 15,0 0-15,0 0 0,0 0 0,0 0 0,0 0 16,0 0-16,0 0 0,0 0 0,0 0 0,0 0 0,0 0 16,0 0-16,0 0 0,0 0 0,0 0 0,0 0 15,0 0-15,0 0 0,0 0 0,0 0 0,0 0 16,0 0-16,0 0 0,0 0 0,0 0 0,0 0 0,0 0 15,25 0-15,-25 24 0,-25-24 0,25 0 0,25 0 16,-25 0-16,0 25 0,0-25 0,0 0 0,0 0 0,0 0 16,0 25-16,0-25 0,0 0 0,0 25 0,0-25 15,0 0-15,0 25 0,0-25 0,0 0 0,0 24 16,0-24-16,0 25 0,0-25 0,0 0 0,0 25 0,0-25 15,0 25-15,0-25 0,0 0 0,0 25 0,0-25 16,0 24-16,25-24 0,-25 0 0,0 25 0,0-25 0,0 0 16,0 0-16,0 25 0,0-25 0,25 0 0,-25 0 15,0 0-15,0 25 0,0-25 0,0 0 0,0 0 0,0 0 16,0 0-16,0 0 0,25 0 0,-25 0 0,0 0 15,0 0-15,0 0 0,0 0 0,0 0 0,24 0 16,-24 0-16,0 0 0,0 0 0,0 0 0,0-25 0,25 25 16,-25 0-16,0 0 0,0-25 0,0 25 0,25 0 15,-25-25-15,0 25 0,0 0 0,0-24 0,25 24 16,-25-25-16,0 25 0,0-25 0,0 25 0,0 0 0,0-25 15,25 25-15,-25-25 0,0 25 0,0-24 0,0 24 16,0-25-16,0 25 0,0-25 0,0 25 0,0-25 0,0 25 16,0-25-16,0 25 0,0 0 0,0-24 0,0 24 15,0 0-15,0-25 0,0 25 0,0 0 0,0 0 16,0-25-16,0 25 0,0 0 0,0 0 0,0 0 0,0 0 15,0 0-15,0 0 0,0 0 0,0 0 0,0 0 16,0 0-16,0 0 0,0 0 0,0 0 0,0 25 0,0-25 16,0 0-16,0 0 0,0 25 0,0-25 0,0 0 0,0 24 15,0-24-15,0 0 0,0 25 0,0-25 0,0 25 16,0-25-16,0 25 0,0-25 0,0 25 0,0-25 15,0 24-15,0-24 0,0 25 0,0 0 0,0-25 16,0 25-16,0-25 0,0 25 0,0-25 0,0 0 0,0 24 16,0-24-16,0 25 0,0-25 0,0 0 0,0 25 15,0-25-15,0 0 0,0 25 0,0-25 0,0 0 0,0 0 16,0 0-16,0 25 0,0-25 0,0 0 0,0 0 15,0 0-15,0 0 0,0 0 0,0 0 0,0 0 16,0 0-16,0 0 0,0 0 0</inkml:trace>
  <inkml:trace contextRef="#ctx0" brushRef="#br0" timeOffset="426321.3842">6772 15354 0,'0'0'0,"0"25"0,0-25 15,0 0-15,0 0 0,0 0 0,0 0 0,0 0 16,0 0-16,0 0 0,0 0 0,0 0 0,0 0 15,0 0-15,0 0 0,0 0 0,0 0 0,0 0 0,0-25 16,24 25-16,-24 0 0,0 0 0,0 0 0,0-25 16,0 25-16,0 0 0,0 0 0,25-25 0,-25 25 0,0 0 15,0-24-15,0 24 0,0-25 0,0 25 0,0 0 16,0-25-16,25 25 0,-25-25 0,0 25 0,0 0 15,0-25-15,0 25 0,0-24 0,0 24 0,0 0 0,0 0 16,0 0-16,0-25 0,0 25 0,0 0 0,0 0 16,0 0-16,0 0 0,0 0 0,0 25 0,0-25 0,0 0 15,0 0-15,25 0 0,-25 24 0,0-24 0,0 25 16,0-25-16,0 0 0,0 25 0,0-25 0,0 25 15,0-25-15,0 0 0,0 25 0,0-25 0,0 24 0,0-24 16,0 25-16,0-25 0,0 0 0,0 25 0,0-25 16,0 0-16,0 25 0,0-25 0,0 0 0,0 25 0,0-25 15,0 0-15,0 0 0,0 25 0,0-25 0,0 0 16,0 0-16,0 0 0,0 0 0,0 0 0,0 0 0,0 0 15,0 0-15,0 0 0</inkml:trace>
  <inkml:trace contextRef="#ctx0" brushRef="#br0" timeOffset="426585.3993">7069 15131 0,'-24'0'0,"24"0"0,0 0 15,0 0-15,0 0 0,0 0 0,0-25 0,0 25 0,0 0 0,0 0 16,0 0-16,0 0 0,0 0 0,0 0 0,24 0 0,-24 0 16,0 0-16,0 0 0,25 0 0,-25 0 0,0 0 15,25 0-15,-25 0 0,25 0 0,-25 0 0,0 0 16,25 0-16,-25 0 0,24 0 0,-24 0 0,0 0 0,25 25 15,-25-25-15,0 0 0,25 0 0,-25 0 0,0 0 16,0 0-16,25 0 0,-25 0 0,0 0 0,0 0 16,0 0-16,0 0 0,0 0 0</inkml:trace>
  <inkml:trace contextRef="#ctx0" brushRef="#br0" timeOffset="426787.4108">7045 15280 0,'0'0'15,"0"0"-15,0 0 0,0 0 0,0 0 0,0 0 16,0 0-16,0 0 0,0 0 0,0 0 0,0 0 0,24 0 15,-24 0-15,0 0 0,0 0 0,25 0 0,-25 0 16,25 0-16,-25 0 0,0 0 0,25-25 0,0 25 16,-25 0-16,24 0 0,-24 0 0,25 0 0,-25 0 0,25 0 15,-25 0-15,25 0 0,-25 0 0,25 0 0,-1 0 16,-24 0-16,25 0 0,-25 0 0,25 0 0,-25 0 0,25 0 15,-25 0-15,25 0 0</inkml:trace>
  <inkml:trace contextRef="#ctx0" brushRef="#br0" timeOffset="427158.432">8037 14932 0,'0'0'0,"0"-24"0,0 24 0,-25 0 0,25 0 0,0-25 15,0 25-15,-25 0 0,25 0 0,0 0 0,0 0 16,0 0-16,-25 0 0,25 0 0,0 0 0,0 0 0,0 0 16,0 0-16,0 0 0,-25 0 0,25 0 0,0 25 15,0-25-15,0 0 0,0 24 0,-24-24 0,24 25 0,0-25 16,0 25-16,0-25 0,-25 25 0,25 0 0,0-25 15,0 24-15,0 1 0,0 0 0,0-25 0,0 25 16,0 0-16,0-25 0,0 24 0,0 1 0,0-25 0,25 25 16,-25-25-16,0 25 0,24-25 0,-24 25 0,25-25 15,-25 0-15,25 0 0,-25 24 0,25-24 0,-25 0 16,25 0-16</inkml:trace>
  <inkml:trace contextRef="#ctx0" brushRef="#br0" timeOffset="429402.5604">8210 15280 0,'0'0'0,"0"0"0,25 0 15,-25 0-15,0-25 0,0 25 0,0 0 0,0 0 0,0 0 16,0 0-16,0-25 0,25 25 0,-25 0 0,0 0 16,0-25-16,25 25 0,-25 0 0,0-25 0,0 25 0,25 0 15,-25-24-15,0 24 0,24-25 0,-24 25 0,0 0 16,0-25-16,25 25 0,-25-25 0,0 25 0,25 0 0,-25-25 15,0 25-15,0-24 0,0 24 0,0 0 0,0-25 16,0 25-16,25 0 0,-25-25 0,0 25 0,0 0 16,0 0-16,0-25 0,0 25 0,0 0 0,0 0 15,0 0-15,-25 0 0,25 0 0,0 0 0,0 0 0,0 0 16,0 0-16,0 0 0,0 0 0,0 0 0,0 0 0,0 0 15,25 0-15,-25 0 0,0 0 0,0 0 0,0 25 16,0-25-16,0 0 0,0 25 0,0-25 0,0 0 16,0 25-16,0-25 0,0 24 0,25-24 0,-25 25 15,0-25-15,0 25 0,0-25 0,0 25 0,0-25 0,24 25 16,-24-25-16,0 24 0,0-24 0,0 0 0,0 25 0,-24-25 15,24 25-15,0-25 0,0 0 0,0 25 0,0-25 16,0 0-16,0 25 0,0-25 0,0 0 0,0 0 0,0 24 16,24-24-16,-24 0 0,0 0 0,0 0 0,0 0 15</inkml:trace>
  <inkml:trace contextRef="#ctx0" brushRef="#br0" timeOffset="429680.5763">8657 15304 0,'0'0'0,"0"-24"0,0 24 0,0 0 16,0 24-16,25-24 0,-25 0 0,0 0 0,0 0 0,0 0 16,0 0-16,0 0 0,24 0 0,-24 25 0,0-25 15,0 0-15,0 0 0,0 25 0,0-25 0,0 0 16,0 25-16,25-25 0,-25 0 0,-25 25 0,25-25 0,0 0 15,0 25-15,0-25 0,0 0 78,0 24-78,0-24 0,0 0 0,-24 25 0,24-25 0,0 0 0,0 0 0,0 25 0,0-25 0,-25 0 0,25 0 0,0 0 16,0 0-16,0 0 0</inkml:trace>
  <inkml:trace contextRef="#ctx0" brushRef="#br0" timeOffset="430095.6">8855 15354 0,'0'-25'0,"0"25"0,0 0 15,0 0-15,0 0 0,0 0 0,0-25 0,0 25 16,25 0-16,-25 0 0,0-24 0,0 24 0,0 0 0,0-25 16,25 25-16,-25 0 0,0-25 0,0 25 0,25-25 15,-25 25-15,0-25 0,0 25 0,24-24 0,-24 24 0,0-25 16,0 25-16,25-25 0,-25 0 0,0 25 0,0-25 15,0 25-15,0-24 0,25 24 0,-25-25 0,0 25 16,0 0-16,0-25 0,0 25 0,0 0 0,0 0 0,0 0 16,0 0-16,0 0 0,0-25 0,0 25 0,0 0 15,0 0-15,0 0 0,0 0 0,0 0 0,0 0 16,0 25-16,0-25 0,0 0 0,0 0 0,0 25 0,25-25 15,-25 0-15,0 25 0,0-25 0,0 24 0,0-24 16,0 25-16,0-25 0,0 25 0,0-25 0,0 25 0,0-25 16,25 0-16,-25 25 0,0-25 0,0 24 0,0-24 15,0 0-15,0 25 0,0-25 0,0 0 0,0 25 0,0-25 16,0 25-16,0-25 0,0 0 0,0 0 0,0 25 15,0-25-15,0 0 0,0 0 0,0 24 0,0-24 0,0 0 16,0 0-16,-25 0 0,25 0 0,0 0 0,0 0 16,0 25-16,0-25 0</inkml:trace>
  <inkml:trace contextRef="#ctx0" brushRef="#br0" timeOffset="430367.6156">9227 15280 0,'25'0'0,"-25"0"0,0 0 0,0 0 15,0 0-15,0 0 0,0 0 0,25 0 0,-25 0 0,0 0 16,0 0-16,0 24 0,0-24 0,0 0 0,0 0 15,25 0-15,-25 25 0,0-25 0,0 0 0,0 25 16,0-25-16,0 0 0,0 25 0,0-25 0,-25 0 0,25 0 16,0 25-16,0-25 0,0 0 0,0 25 0,0-25 15,0 0-15,-25 0 0,25 24 0,0-24 0,0 0 0,0 0 16,0 0-16,-25 0 0,25 0 0,0 0 0</inkml:trace>
  <inkml:trace contextRef="#ctx0" brushRef="#br0" timeOffset="430833.6422">9500 15304 0,'0'-24'0,"0"24"0,0 0 0,0 0 0,0 0 16,0 0-16,0 0 0,0 0 0,0 0 0,25-25 15,-25 25-15,0 0 0,0-25 0,0 25 0,25 0 0,-25-25 16,0 25-16,0 0 0,25-25 0,-25 25 0,0 0 0,0-24 15,24 24-15,-24-25 0,0 25 0,0-25 0,0 25 16,25-25-16,-25 25 0,0 0 0,0-25 0,0 25 16,0 0-16,0-24 0,0 24 0,0 0 0,0 0 0,0-25 15,0 25-15,0 0 0,0 0 0,0 0 0,0 0 16,0 0-16,0 0 0,0 0 0,0 0 0,0 0 0,0 0 15,0 0-15,0 0 0,0 0 0,0 0 0,0 0 16,0 0-16,0 0 0,0 0 0,0 0 0,0 0 16,0 0-16,25 0 0,-25 0 0,0 25 0,0-25 15,0 0-15,0 24 0,0-24 0,0 0 0,0 25 0,0-25 16,0 25-16,0-25 0,25 25 0,-25-25 0,0 25 0,0-25 15,0 24-15,0-24 0,0 25 0,0-25 0,0 0 16,0 25-16,0-25 0,0 0 0,0 25 0,0-25 16,0 0-16,0 25 0,0-25 0,0 0 0,0 0 0,0 24 15,0-24-15,0 0 0,0 0 0,0 0 0,0 0 16,0 0-16,0 0 0,0 0 0,0 0 0</inkml:trace>
  <inkml:trace contextRef="#ctx0" brushRef="#br0" timeOffset="431139.6597">9897 15280 0,'0'0'0,"0"0"0,0 0 0,0-25 16,0 25-16,25 0 0,-25 0 0,0 0 0,0 0 0,0 0 16,0 25-16,0-25 0,25 0 0,-25 0 0,0 0 15,0 0-15,0 24 0,24-24 0,-24 0 0,0 0 16,0 25-16,0-25 0,0 0 0,0 25 0,0-25 0,0 0 15,0 25-15,0-25 0,0 0 0,0 25 16,0-25-16,0 0 0,0 0 0,0 25 0,-24-25 0,24 0 16,0 0-16,0 24 0,0-24 0,0 0 0,0 0 0,-25 0 15,25 0-15,0 25 0,0-25 0,0 0 0,-25 0 16,25 0-16,0 0 0</inkml:trace>
  <inkml:trace contextRef="#ctx0" brushRef="#br0" timeOffset="431605.6864">10195 15329 0,'0'0'15,"0"0"-15,0 0 0,0 0 0,0 0 0,25 0 16,-25-25-16,0 25 0,0 0 0,0 0 0,0-24 0,0 24 16,24 0-16,-24 0 0,0-25 0,0 25 0,0-25 15,25 25-15,-25 0 0,0-25 0,25 25 0,-25 0 16,0-25-16,0 25 0,25-24 0,-25 24 0,0-25 0,0 25 15,0-25-15,0 25 0,0-25 0,0 25 0,25 0 16,-25-25-16,0 25 0,0 0 0,0-24 0,0 24 0,0 0 16,0-25-16,0 25 0,0 0 0,0 0 0,0 0 15,0 0-15,0 0 0,0 0 0,0 0 0,0 0 0,0 0 16,0 0-16,0 0 0,0 0 0,0 0 0,0 0 15,0 0-15,0 0 0,0 0 0,0 0 0,0 25 16,0-25-16,0 0 0,24 24 0,-24-24 0,0 25 0,0-25 16,0 25-16,0-25 0,0 25 0,0-25 0,0 25 15,0-25-15,0 24 0,0-24 0,0 25 0,0-25 0,0 25 16,0-25-16,-24 25 0,24-25 0,0 0 0,0 25 15,0-25-15,0 24 0,0-24 0,0 0 0,0 25 0,0-25 16,0 0-16,0 0 0,0 25 0,0-25 0,0 0 16,0 0-16,0 0 0,0 0 0,0 0 0,0 0 15,0 0-15,0 0 0,0 0 0,0 0 0,24-25 0,-24 25 16,0 0-16</inkml:trace>
  <inkml:trace contextRef="#ctx0" brushRef="#br0" timeOffset="431951.7062">10567 14808 0,'0'0'0,"0"0"0,0 0 0,25 0 0,-25 0 0,0 0 0,0 0 0,24 0 0,-24 25 0,0-25 0,25 0 0,-25 25 0,0-25 0,25 25 0,-25-25 0,0 0 0,25 25 0,-25-1 0,25-24 0,-25 25 0,0-25 0,24 25 0,-24 0 0,0-25 0,0 25 0,25-25 0,-25 24 0,0 1 0,0 0 0,0-25 0,0 25 0,0-25 0,0 25 0,0-1 0,0-24 0,0 25 0,0 0 16,0-25-16,0 25 0,-25-25 0,25 25 0,0-25 15,0 24-15,-24-24 0,24 25 0,0-25 0,-25 0 0,25 25 16,0-25-16,-25 25 0,25-25 0,-25 0 0,25 0 0,0 0 15,-25 25-15,25-25 0,-24 0 0,24 0 0,0 0 16,0 0-16,-25 0 0</inkml:trace>
  <inkml:trace contextRef="#ctx0" brushRef="#br0" timeOffset="432708.7495">11361 15205 0,'0'0'0,"0"0"0,0 0 0,0 0 16,0 0-16,0 0 0,0 0 0,0 0 0,0 25 0,0-25 15,0 0-15,0 0 0,0 0 0,0 0 0,0 25 16,0-25-16,24 0 0,-24 0 0,0 25 0,0-25 0,0 0 15,0 24-15,0-24 0,25 25 0,-25-25 0,0 0 16,0 25-16,0-25 0,0 0 0,0 25 0,0-25 16,-25 0-16,25 25 0,0-25 0,0 0 0,0 25 0,-24-25 15,24 0-15,0 0 0,-25 24 0,25-24 0,0 0 16,0 0-16,-25 0 0,25 25 0,0-25 0,0 0 0</inkml:trace>
  <inkml:trace contextRef="#ctx0" brushRef="#br0" timeOffset="433643.803">11981 14957 0,'0'0'0,"0"0"16,0 0-16,0 0 0,0 0 0,0 0 0,0 0 15,0 0-15,24 0 0,-24 0 0,0 0 0,0 0 16,0 0-16,0 0 0,0 0 0,0 0 0,0 0 0,0 0 16,0 0-16,0 0 0,0 0 0,0 0 0,0 0 0,0 0 15,0 0-15,0 0 0,0 25 0,0-25 0,0 0 16,0 25-16,0-25 0,0 25 0,0-25 0,0 24 15,0-24-15,0 25 0,0-25 0,0 25 0,0-25 0,0 25 16,0-25-16,0 25 0,0-1 0,0-24 0,0 25 16,0-25-16,0 25 0,0-25 0,0 25 0,0-25 15,0 25-15,0-25 0,0 0 0,0 24 0,0-24 0,0 0 16,0 25-16,0-25 0,0 0 0,0 0 0,0 25 15,0-25-15,0 0 0,0 0 0,25 0 0,-25 0 0,0 0 16,0 0-16,0 0 0,0 0 0,0 0 0,25 0 16,-25 0-16,0 0 0,0-25 0,25 25 0,-25 0 0,0 0 15,0-25-15,0 25 0,25 0 0,-25-24 0,0 24 16,0-25-16,0 25 0,24-25 0,-24 25 0,0-25 15,0 25-15,0-25 0,0 25 0,25-24 0,-25-1 0,0 25 16,0-25-16,0 0 0,25 25 0,-25-25 0,0 1 16,0 24-16,0-25 0,0 25 0,0-25 0,0 25 15,0-25-15,0 25 0,0-25 0,0 25 0,0 0 0,0 0 16,0 0-16,0-24 0,0 24 0,0 0 0,0 0 15,0 0-15,0 0 0,0 0 0,0 0 0,0 0 0,0 0 16,0 0-16,0 24 0,0-24 0,0 0 0,25 0 16,-25 25-16,0-25 0,0 25 0,0-25 0,0 25 15,0-25-15,-25 25 0,25-25 0,0 24 0,0 1 0,0-25 16,0 25-16,0-25 0,0 25 0,0-25 0,0 25 15,0-25-15,0 0 0,0 24 0,0-24 0,0 25 0,0-25 16,0 0-16,0 25 0,0-25 0,0 0 0,0 25 0,0-25 16,0 0-16,0 25 0,0-25 0,0 0 0,25 0 15,-25 0-15,0 24 0,0-24 0,0 0 0,0 0 16,0 0-16,0 0 0,0 25 0,0-25 0,0 0 15</inkml:trace>
  <inkml:trace contextRef="#ctx0" brushRef="#br0" timeOffset="434041.8257">12353 15379 0,'0'0'0,"0"-25"0,0 25 0,0 0 0,0 0 0,0 0 15,0 0-15,0 0 0,0 0 0,0 0 0,0 0 16,0 0-16,0 0 0,0 0 0,0 0 0,25 0 16,-25 0-16,0 0 0,0 0 0,0 0 0,24 0 0,-24 0 15,0 0-15,0 0 0,0 0 0,0 0 0,25 0 16,-25 0-16,0 0 0,0 0 0,0 0 0,0 25 0,0-25 15,0 0-15,0 0 0,0 0 0,0 25 0,0-25 16,0 0-16,0 0 0,0 25 0,0-25 0,0 0 0,0 0 16,0 24-16,-25-24 0,25 0 0,0 25 15,0-25-15,0 0 0,0 25 0,-24-25 0,24 0 0,0 0 16,0 25-16,0-25 0,0 0 0,0 0 0,0 25 15,0-25-15,0 0 0,0 0 0,0 0 0,0 24 0,0-24 16,0 0-16,0 0 0,0 0 0,24 0 0,-24 0 0,0 0 16,0 0-16,25 0 0,-25 0 0,0 0 0,25 0 15,-25 0-15,25 0 0,-25 0 0,0 0 0,25 0 16,-25 0-16,24 0 0,-24-24 0,25 24 0,-25 0 0,25 0 15,0 0-15,-25 0 0</inkml:trace>
  <inkml:trace contextRef="#ctx0" brushRef="#br0" timeOffset="434349.8434">12874 15180 0,'0'0'0,"0"0"16,0 0-16,0 0 0,0 0 0,0 0 0,0 25 15,0-25-15,0 0 0,24 0 0,-24 0 0,0 0 0,0 0 16,0 0-16,25 0 0,-25 0 0,0 0 0,25 0 16,-25 0-16,0 0 0,25 0 0,-25 0 0,0 0 0,25 0 15,-25 0-15,24 0 0,-24 0 0,0 0 0,0 25 16,25-25-16,-25 0 0,0 0 0,0 0 0,0 0 15,0 0-15</inkml:trace>
  <inkml:trace contextRef="#ctx0" brushRef="#br0" timeOffset="434568.8559">12923 15379 0,'0'0'0,"0"0"0,0 0 0,0 0 15,0 0-15,0 0 0,0 0 0,0 0 0,0 0 16,0 0-16,0 0 0,25 0 0,-25 0 0,0 0 15,0 0-15,0 0 0,25 0 0,-25 0 0,0 0 0,25 0 16,-25 0-16,24 0 0,-24 0 0,25 0 0,0 0 0,-25 0 16,25 0-16,-25 0 0,25 0 0,-25 0 0,24 0 15,1 0-15,-25 0 0,25 0 0,-25 0 0,25-25 16,-25 25-16</inkml:trace>
  <inkml:trace contextRef="#ctx0" brushRef="#br0" timeOffset="434949.8777">13643 14883 0,'0'0'0,"0"-25"16,0 25-16,0 0 0,0 0 0,0 0 0,-25 0 15,25 0-15,0 0 0,0 0 0,0 0 0,0 0 16,0 0-16,0 0 0,0 25 0,-25-25 0,25 0 0,0 0 16,0 25-16,0-25 0,0 24 0,0-24 0,-25 25 15,25-25-15,0 25 0,0 0 0,0-25 0,0 25 0,0-1 16,-25 1-16,25-25 0,0 25 0,0 0 0,0 0 15,0-1-15,0-24 0,0 25 0,0 0 0,0-25 0,0 25 16,0 0-16,0-1 0,0-24 0,0 25 0,-24-25 16,24 25-16,24-25 0,-24 25 0,0-25 0,0 25 15,0-25-15,0 0 0,25 0 0</inkml:trace>
  <inkml:trace contextRef="#ctx0" brushRef="#br0" timeOffset="438664.0901">13791 15131 0,'0'0'0,"0"0"0,0 0 0,0 0 15,0 0-15,0 0 0,0 0 0,-24 0 0,24 0 0,0 0 16,0 0-16,0 0 0,0 0 0,0 0 0,0 0 15,0 0-15,0 0 0,0 0 0,0-25 0,0 25 16,0 0-16,0 0 0,0 0 0,0 0 0,0 0 0,0 0 16,0 0-16,0 0 0,0 0 0,0 0 0,0 0 15,0-25-15,0 25 0,24 0 0,-24 0 0,0 0 16,0 0-16,0 0 0,0 0 0,0-25 0,0 25 0,0 0 15,0 0-15,0 0 0,0 0 0,25 0 0,-25-24 16,0 24-16,0 0 0,0 0 0,0 0 0,25 0 16,-25 0-16,0 0 0,0 0 0,0 0 0,0 0 0,0 0 15,25 0-15,-25 0 0,0 0 0,0 0 0,0 0 0,0 0 16,0 0-16,0 0 0,25 24 0,-25-24 0,0 0 15,0 0-15,0 0 0,0 25 0,0-25 0,0 0 16,0 25-16,0-25 0,24 0 0,-24 25 0,0-25 0,-24 0 16,24 0-16,0 25 0,0-25 0,0 0 0,0 24 15,-25-24-15,25 0 0,0 25 0,0-25 0,0 0 16,-25 25-16,25-25 0,0 25 0,-25-25 0,25 0 0,0 25 15,-25-25-15,25 0 0,0 0 0,0 24 0,-24-24 16,24 0-16,0 0 0,0 25 0,0-25 0,-25 0 0,25 0 16,0 0-16,0 0 0,0 0 0,0 0 0,0 0 15,0 0-15,0 0 0,0 0 0,0 0 0,0 0 0,0 0 16,0 0-16,25 0 0,-25 0 0,0 25 0,0-25 15,0 0-15,0 0 0,24 0 0,-24 0 0,0 0 16,0 0-16,25 0 0,-25 0 0,0 0 0,25 0 16,-25 0-16,25 0 0,-25 0 0,0 0 0,0 0 0,25 0 15,-25 0-15,0 0 0,24 0 0,-24 0 0,0 0 0,25 0 16,-25 0-16,0 0 0,0 0 0,25 0 0,-25 0 15,0 0-15,0 0 0,0 0 0,0 0 0,0 0 0,25 0 16,-25 0-16,0 0 0,0 0 0</inkml:trace>
  <inkml:trace contextRef="#ctx0" brushRef="#br0" timeOffset="438906.104">14089 15354 0,'0'0'0,"0"0"0,0 0 16,0 0-16,0 0 0,0 25 0,25-25 0,-25 0 15,0 0-15,0 0 0,0 0 0,0 0 0,0 0 0,0 25 16,0-25-16,25 0 0,-25 0 0,0 25 0,0-25 16,0 0-16,0 0 0,0 24 0,0-24 0,0 25 15,0-25-15,0 0 0,0 0 0,0 25 0,0-25 0,0 0 16,0 25-16,-25-25 0,25 0 0,0 25 0,0-25 15,0 0-15,0 0 0,0 24 0,-25-24 0,25 0 16,0 0-16,0 0 0,0 25 0,0-25 0,0 0 0,0 0 16,0 0-16</inkml:trace>
  <inkml:trace contextRef="#ctx0" brushRef="#br0" timeOffset="439386.1314">14511 15379 0,'0'0'0,"0"0"0,0 0 0,0 0 0,0-25 16,0 25-16,0 0 0,0 0 0,0 0 0,0 0 16,25-25-16,-25 25 0,0 0 0,0 0 0,0-25 0,0 25 15,24 0-15,-24-24 0,0 24 0,0 0 0,0-25 0,25 25 16,-25-25-16,0 25 0,0-25 0,0 25 0,25-25 15,-25 25-15,0 0 0,0-24 0,0 24 0,0-25 16,0 25-16,0 0 0,0-25 0,0 25 0,0 0 0,0-25 16,0 25-16,0 0 0,0 0 0,0-25 0,0 25 15,0 0-15,0 0 0,0 0 0,0 0 0,0 0 0,0 0 16,0 0-16,25 0 0,-25 0 0,0 0 0,0 0 15,0 25-15,0-25 0,0 0 0,0 0 0,0 25 16,0-25-16,0 25 0,0-25 0,0 25 0,0-25 0,0 24 16,0-24-16,0 25 0,0-25 0,0 25 0,0-25 15,0 25-15,0-25 0,0 25 0,0-25 0,0 24 0,0-24 16,0 0-16,0 25 0,0-25 0,0 0 0,0 25 15,0-25-15,0 0 0,0 0 0,25 25 0,-25-25 16,0 0-16,0 0 0,0 0 0,0 0 0,0 0 0,0 25 16,0-25-16,0 0 0,0 0 0,0 0 0,24 0 15</inkml:trace>
  <inkml:trace contextRef="#ctx0" brushRef="#br0" timeOffset="439623.145">14883 15354 0,'0'0'0,"0"0"0,0 0 16,0 0-16,0 0 0,0 0 0,0 0 0,0 0 16,25 0-16,-25 0 0,0 0 0,0 25 0,0-25 15,0 0-15,0 0 0,0 25 0,0-25 0,0 0 16,0 0-16,0 25 0,0-25 0,0 0 0,0 24 0,0-24 15,0 0-15,0 25 0,0-25 0,0 0 0,0 25 0,0-25 16,0 0-16,0 25 0,0-25 0,0 0 0,-25 0 16,25 0-16,0 25 0,0-25 0,0 0 0,0 0 15,0 0-15</inkml:trace>
  <inkml:trace contextRef="#ctx0" brushRef="#br0" timeOffset="440262.1815">15304 15131 0,'0'-25'16,"0"25"-16,0 0 0,0 0 0,0 0 0,0 0 15,0 0-15,0-25 0,0 25 0,0 0 0,25 0 0,-25 0 16,0 0-16,0 0 0,0 0 0,25 0 0,-25 0 16,0 0-16,0-25 0,25 25 0,-25 0 0,0 0 0,25 0 15,-25 0-15,0 0 0,0 0 0,25 0 0,-25 0 16,0 0-16,0 0 0,24 0 0,-24 0 0,0 0 15,0 0-15,0 0 0,0 0 0,0 0 0,0 0 0,0 25 16,0-25-16,0 0 0,0 25 0,0-25 0,0 0 16,-24 25-16,24-25 0,0 0 0,0 25 0,-25-25 0,25 24 15,0-24-15,-25 0 0,25 25 0,0-25 0,0 0 16,-25 25-16,25-25 0,0 0 0,0 0 0,0 0 15,0 25-15,0-25 0,0 0 0,0 0 0,0 0 0,0 0 16,0 0-16,0 0 0,0 0 0,0 0 0,0 0 16,0 0-16,25 0 0,-25 0 0,0 0 0,0 25 0,0-25 15,25 0-15,-25 0 0,0 0 0,0 0 0,0 0 16,25 0-16,-1 49 109,-24-49-109,0 0 0,0 0 0,0 25 0,0-25 0,0 0 0,0 25 0,0-25 0,0 0 0,0 0 0,0 25 0,-24-25 0,24 0 0,0 0 0,0 0 0,0 25 0,-25-25 0,25 0 0,0 0 0,0 0 0,-25 0 0,25 24 16,0-24-16,0 0 0,-25 0 0,25 0 0,0 0 0,0 0 0,0 0 0,-25 0 0,25 0 0,0 0 0,0 0 0,0 0 0,0 0 0,0 0 0,0 0 0,0 0 0,0-24 15,0 24-15,0 0 0,0 0 0,0 0 0,0-25 16,0 25-16</inkml:trace>
  <inkml:trace contextRef="#ctx0" brushRef="#br0" timeOffset="440510.1957">15776 15404 0,'0'0'15,"0"0"-15,0 0 0,0 0 0,0 0 0,0 0 0,0 25 16,0-25-16,0 0 0,0 0 0,0 0 0,0 24 15,0-24-15,0 0 0,0 25 0,0-25 0,0 0 16,0 0-16,0 25 0,-25-25 0,25 0 0,0 25 16,0-25-16,0 0 0,0 0 0,0 25 0,-25-25 0,25 0 15,0 0-15,0 0 0,0 24 0,0-24 0,0 0 0,0 0 16,0 0-16,-25 0 0,25 0 0,0 0 0,0 0 15</inkml:trace>
  <inkml:trace contextRef="#ctx0" brushRef="#br0" timeOffset="441069.2277">16148 15056 0,'0'0'0,"0"0"15,0 0-15,0-24 0,0 24 0,0 0 0,0 0 0,0 0 16,0 0-16,0 0 0,0 0 0,0 0 0,0 0 16,0 0-16,0 0 0,0 0 0,0 0 0,0 0 15,0 0-15,0 24 0,0-24 0,0 0 0,0 0 0,0 0 16,0 0-16,0 25 0,0-25 0,0 0 0,-25 25 15,25-25-15,0 0 0,0 25 0,0-25 0,0 0 0,0 25 16,-25-25-16,25 0 0,0 24 0,0-24 0,0 0 16,-25 25-16,25-25 0,0 0 0,0 25 0,0-25 15,0 0-15,0 0 0,-24 25 0,24-25 0,0 0 16,0 0-16,0 0 0,0 0 0,0 25 0,0-25 0,0 0 15,24 0-15,-24 0 0,0 0 0,0 0 0,0 0 0,0 0 16,0 0-16,0 0 0,25 0 0,-25 0 0,0 0 16,0 0-16,25 0 0,-25 0 0,0 0 0,25 0 15,-25 0-15,25 0 0,-25 0 0,24 0 0,-24 0 0,0 0 16,25 0-16,0 0 0,-25 0 0,25 0 0,-25 0 15,25 0-15,-25 0 0,0 0 0,24 0 0,-24 0 0,25 0 16,-25 0-16,25 0 0,-25 0 0,0 0 0,25 0 16,-25 0-16,0 0 0,0 0 0,25 0 0,-25 0 0,0 0 15,0 0-15,0 0 0,0 0 0,0 0 0,25 0 16,-25-25-16,0 25 0,0 0 0,0 0 0,-25 0 15,25-25-15,0 25 0,0 0 0,0 0 0,0 0 0</inkml:trace>
  <inkml:trace contextRef="#ctx0" brushRef="#br0" timeOffset="441318.2419">16346 15106 0,'0'0'16,"0"0"-16,0 0 0,0 0 0,0 0 0,0 25 16,0-25-16,0 0 0,0 0 0,0 0 0,0 0 0,0 0 15,0 0-15,0 25 0,0-25 0,0 0 0,25 0 16,-25 24-16,0-24 0,0 25 0,0-25 0,0 0 15,0 25-15,0-25 0,0 25 0,0-25 0,0 25 0,0-25 16,0 0-16,0 24 0,0-24 0,0 25 0,0-25 16,0 25-16,0-25 0,0 0 0,0 25 0,0-25 15,0 0-15,0 25 0,0-25 0,0 0 0,0 25 0,0-25 16,0 0-16,0 0 0,0 0 0,-25 0 0,25 24 15,0-24-15,0 0 0,0 0 0,0 0 0,0 0 0,0 0 16,0 0-16,0 0 0,0 0 0,0-24 0</inkml:trace>
  <inkml:trace contextRef="#ctx0" brushRef="#br0" timeOffset="441733.2657">16619 14808 0,'0'0'0,"0"0"0,0 0 0,0 0 0,0 0 16,0 0-16,0 0 0,0 0 0,0 0 0,0 0 15,0 0-15,0 0 0,25 0 0,-25 0 0,0 25 0,0-25 16,25 0-16,-25 0 0,0 0 0,0 25 0,25-25 16,-25 25-16,0-25 0,24 0 0,-24 25 0,0-25 0,0 24 15,25 1-15,-25-25 0,0 25 0,0-25 0,0 25 16,0 0-16,0-25 0,25 24 0,-25-24 0,0 25 0,0 0 15,0-25-15,0 25 0,0 0 0,0-25 0,-25 24 16,25 1-16,0-25 0,0 25 0,0 0 0,0-25 16,0 25-16,0-25 0,-25 24 0,25 1 0,0-25 0,0 25 15,-24-25-15,24 0 0,0 25 0,-25-25 0,25 25 16,0-25-16,-25 0 0,25 25 0,0-25 0,-25 0 0,25 24 15,0-24-15,0 0 0,-25 0 0,25 0 0,0 25 16,0-25-16,-24 0 0,24 0 0,0 0 0,0 0 0,0 0 16,0 0-16,-25 0 0,25 0 0,0 0 0,0 0 15,0 0-15,0 0 0</inkml:trace>
  <inkml:trace contextRef="#ctx0" brushRef="#br0" timeOffset="442136.2887">17041 15131 0,'0'0'0,"0"0"0,0 0 15,0 0-15,0 0 0,0 0 0,0 0 0,0 0 16,0 0-16,0 0 0,0 0 0,0 0 0,0 0 0,0 0 15,0 0-15,0 0 0,0 0 0,0 0 0,0 0 0,0 0 16,0 0-16,0 0 0,25 0 0,-25 0 0,0 0 16,0 0-16,0 0 0,0 0 0,0 25 0,0-25 15,0 0-15,0 0 0,0 0 0,0 0 0,0 0 16,0 24-16,-25-24 0</inkml:trace>
  <inkml:trace contextRef="#ctx0" brushRef="#br0" timeOffset="442356.3013">17066 15379 0,'0'0'0,"0"0"0,0 25 16,0-25-16,0 0 0,24 25 0,-24-25 0,0 0 15,0 0-15,0 24 0,0-24 0,0 0 0,25 25 0,-25-25 16,0 0-16,0 25 0,0-25 0,0 0 0,0 0 15,0 25-15,0-25 0,0 0 0,0 0 0,0 25 0,0-25 16,-25 0-16,25 0 0,0 24 0,0-24 0,-24 0 16,24 0-16,0 0 0,-25 25 0,25-25 0,0 0 15,-25 0-15,25 0 0</inkml:trace>
  <inkml:trace contextRef="#ctx0" brushRef="#br0" timeOffset="443164.3475">17661 14932 0,'0'0'0,"0"0"0,0 0 16,0 0-16,0 0 0,0 0 0,0 0 0,0 0 0,0 25 15,0-25-15,0 0 0,0 0 0,0 0 0,0 25 16,0-25-16,0 0 0,0 25 0,0-25 0,0 25 0,0-25 16,0 24-16,0-24 0,0 25 0,0 0 0,0-25 15,0 25-15,0 0 0,0-25 0,-25 24 0,25 1 16,0-25-16,0 25 0,0 0 0,0-25 0,0 25 0,0-25 15,0 24-15,0-24 0,0 25 0,0-25 0,0 25 16,0-25-16,0 0 0,0 0 0,0 25 0,0-25 16,0 0-16,0 0 0,25 0 0,-25 0 0,0 0 0,0 0 15,0 0-15,0 0 0,25 0 0,-25 0 0,0 0 16,0 0-16,25 0 0,-25 0 0,0-25 0,0 25 0,24 0 15,-24 0-15,0-25 0,0 25 0,25-25 0,-25 25 16,0 0-16,0-24 0,0 24 0,25-25 0,-25 0 16,0 25-16,0-25 0,25 25 0,-25-25 0,0 1 0,0 24 15,25-25-15,-25 0 0,0 25 0,0-25 0,0 25 16,24-25-16,-24 25 0,0-24 0,0 24 0,0 0 0,0 0 15,0-25-15,0 25 0,0 0 0,0 0 0,0 0 0,0 0 16,0 0-16,0 0 0,0 0 0,25 0 0,-25 0 16,-25 25-16,25-25 0,0 0 0,0 0 0,0 24 15,0-24-15,0 0 0,0 25 0,0-25 0,0 25 0,0-25 16,0 25-16,0-25 0,0 25 0,0-25 0,0 24 15,0-24-15,0 25 0,0 0 0,0-25 0,-24 25 16,24-25-16,0 0 0,0 25 0,0-25 0,0 24 0,0-24 16,0 0-16,0 0 0,0 25 0,0-25 0,0 0 15,0 0-15,0 25 0,0-25 0,0 0 0,0 0 16,0 0-16,0 0 0,0 0 0,0 0 0,0 0 0,24 0 15,-24 0-15</inkml:trace>
  <inkml:trace contextRef="#ctx0" brushRef="#br0" timeOffset="443676.3768">18033 15453 0,'0'-24'0,"0"24"0,0 0 0,0 0 16,0 0-16,0 0 0,0 0 0,0-25 0,0 25 16,0 0-16,0 0 0,0 0 0,0 0 0,25 0 15,-25 0-15,0 0 0,0 0 0,0 0 0,25 0 0,-25 0 16,0 0-16,24 0 0,-24 0 0,0 0 0,0 0 15,25 0-15,-25 0 0,0 0 0,0 0 0,0 0 0,25 0 16,-25 25-16,0-25 0,0 0 0,0 0 0,0 0 16,0 24-16,-25-24 0,25 0 0,0 0 0,0 25 0,0-25 15,-25 0-15,25 0 0,0 25 0,0-25 0,-24 0 16,24 0-16,0 25 0,0-25 0,-25 0 0,25 0 15,0 25-15,0-25 0,0 0 0,0 0 0,0 0 0,0 0 16,0 24-16,0-24 0,0 0 0,0 0 0,0 0 16,0 0-16,0 0 0,25 0 0,-25 25 0,0-25 0,0 0 15,24 0-15,-24 0 0,0 0 0,0 0 0,25 25 16,-25-25-16,0 0 0,25 0 0,-25 0 0,0 25 0,0-25 15,0 0-15,25 0 0,-25 25 0,0-25 0,0 0 16,0 0-16,0 0 0,0 24 0,0-24 0,-25 0 16,25 0-16,0 0 0,0 0 0,-25 25 0,25-25 0,0 0 15,-25 0-15,25 0 0,0 0 0,-24 0 0,24 0 16,0 0-16,-25 0 0,25 0 0,0 0 0,0 0 15,-25 0-15,25 0 0,0 0 0,-25 0 0,25 0 0,0 0 16,0 0-16,0 0 0,-25 0 0,25 0 0,0-25 16,0 25-16,0 0 0,0 0 0,0-24 0,0 24 0,0 0 15</inkml:trace>
  <inkml:trace contextRef="#ctx0" brushRef="#br0" timeOffset="443959.393">18405 15255 0,'0'0'0,"0"0"0,0 0 0,0 0 0,0 0 0,0 0 15,0 0-15,25 0 0,-25 0 0,0 0 0,0 25 16,25-25-16,-25 0 0,0 0 0,24 0 0,-24 0 16,25 0-16,-25 0 0,25 0 0,-25 0 0,0 0 0,25 0 15,-25 0-15,25 0 0,-25 24 0,25-24 0,-25-24 16,24 24-16,-24 0 0,25 0 0,-25 0 0,25 0 0,-25 0 15,0 0-15,0 0 0,0 0 0,0 0 0,0 0 16,0 0-16</inkml:trace>
  <inkml:trace contextRef="#ctx0" brushRef="#br0" timeOffset="444155.4042">18455 15453 0,'0'0'0,"0"0"0,0 0 0,0 0 15,0 25-15,0-25 0,24 0 0,-24 0 0,0 0 16,0 0-16,0-25 0,25 25 0,-25 0 0,0 0 0,25 0 15,-25 0-15,25 0 0,-25 0 0,25 0 0,-25 0 16,25 0-16,-1 0 0,-24 0 0,25 0 0,-25-24 16,25 24-16,-25 0 0,25 0 0,-25 0 0,25 0 0,-1 0 15,-24-25-15,25 25 0,-25 0 0,25 0 0</inkml:trace>
  <inkml:trace contextRef="#ctx0" brushRef="#br0" timeOffset="444618.4307">19323 14858 0,'0'0'0,"0"0"16,0 0-16,0 0 0,0 0 0,0 0 0,0 0 16,-25 0-16,25 0 0,0 0 0,0 0 0,0 0 0,0 0 15,0 0-15,0 0 0,0 0 0,-25 0 0,25 0 16,0 25-16,0-25 0,0 0 0,0 0 0,0 25 0,-25-25 15,25 24-15,0-24 0,0 25 0,0-25 0,-24 25 0,24 0 16,0-25-16,0 25 0,0-1 0,-25 1 0,25-25 16,0 25-16,0 0 0,0 0 0,-25-1 0,25-24 15,0 25-15,0 0 0,0 0 0,0 0 0,-25-25 0,25 24 16,0 1-16,0 0 0,0-25 0,0 25 0,0 0 15,0-25-15,0 25 0,25-25 0,-25 24 0,0-24 0,0 25 16,0-25-16,25 0 0,-25 25 0,0-25 0,25 0 16,-25 0-16,24 25 0,-24-25 0,0 0 0,25 0 15,-25 0-15,0 0 0</inkml:trace>
  <inkml:trace contextRef="#ctx0" brushRef="#br0" timeOffset="449052.6843">19472 15354 0,'0'0'0,"0"0"0,0 0 0,0 0 16,0 0-16,0 0 0,0 0 0,0 0 0,0 0 0,0 0 16,0 0-16,0 0 0,-25 0 0,25 0 0,0 0 15,0 0-15,0 0 0,0 0 0,25-25 0,-25 25 0,0 0 16,0 0-16,0 0 0,0 0 0,24 0 0,-24 0 15,0 0-15,0 0 0,25 0 0,-25 0 0,0 0 0,25 0 16,-25 0-16,25 0 0,-25 0 0,0 0 0,25 0 16,-25 0-16,25 0 0,-25 0 0,0 0 0,24 0 15,-24 0-15,25 25 0,-25-25 0,0 0 0,25 0 0,-25 0 16,0 0-16,25 0 0,-25 0 0</inkml:trace>
  <inkml:trace contextRef="#ctx0" brushRef="#br0" timeOffset="449525.7114">19769 15453 0,'0'0'0,"0"0"0,0 0 15,0 0-15,0 0 0,0 0 0,0 0 0,0 0 0,0 0 16,0 0-16,0 0 0,0 0 0,0 0 0,0 0 16,0 0-16,0 0 0,0-24 0,0 24 0,0 0 0,25 0 15,-25 0-15,0-25 0,0 25 0,0 0 0,25 0 16,-25-25-16,0 25 0,0 0 0,0-25 0,25 25 15,-25 0-15,0-25 0,0 25 0,0 0 0,0-25 0,25 25 16,-25 0-16,0-24 0,0 24 78,24-75-31,1 50-47,-25 25 0,0 0 0,0-24 0,0 24 0,0 0 0,0 0 0,0 0 0,0-25 0,0 25 0,0 0 0,0 0 0,0 0 0,0 0 0,0 0 0,0 0 0,0 0 0,0 0 0,0 0 0,0 0 0,0 0 0,0 0 0,0 0 0,0 0 0,0 25 0,0-25 0,0 0 0,0 24 0,0-24 0,0 25 0,-25-25 0,25 25 0,0-25 0,0 25 0,0 0 0,0-25 15,0 24-15,0 1 0,0-25 0,0 25 0,0-25 0,0 25 16,0-25-16,0 25 0,0-25 0,0 25 0,0-25 16,0 0-16,0 24 0,0-24 0,0 0 0,0 25 15,0-25-15,0 0 0,0 0 0,0 25 0,0-25 0,0 0 16,0 0-16,0 0 0,0 0 0,0 0 0,0 0 15</inkml:trace>
  <inkml:trace contextRef="#ctx0" brushRef="#br0" timeOffset="450345.7583">20365 15205 0,'0'0'0,"0"0"0,0 0 0,0 0 0,0 0 0,0 0 16,0 0-16,0 0 0,0 0 0,0 0 0,0 0 16,0 0-16,0 0 0,0 0 0,0 0 0,0 0 15,0 0-15,0 0 0,0 0 0,0 0 0,0 0 0,0 0 16,0-25-16,0 25 0,0 0 0,0 0 0,0 0 15,24 0-15,-24 0 0,0 0 0,0 0 0,0 0 0,0 0 16,0 0-16,0 0 0,0 0 0,0 0 0,0 0 16,0 0-16,0 0 0,0 0 0</inkml:trace>
  <inkml:trace contextRef="#ctx0" brushRef="#br0" timeOffset="450599.7728">20365 15404 0,'0'0'0,"0"0"15,0 0-15,0 0 0,0 0 0,0 0 0,0 0 16,0 0-16,0 0 0,0 25 0,0-25 0,0 0 0,0 0 16,0 0-16,0 0 0,0 24 0,0-24 0,0 0 15,0 0-15,0 25 0,0-25 0,0 0 0,0 0 16,0 25-16,0-25 0,0 0 0,24 0 0,-24 25 15,0-25-15,0 0 0,0 0 0,0 25 0,-24-25 0,24 0 16,0 0-16,0 24 0,0-24 0,0 0 0,-25 0 0,25 0 16,0 25-16,0-25 0,-25 0 0,25 0 0,0 0 15,-25 25-15,25-25 0,0 0 0,0 0 0</inkml:trace>
  <inkml:trace contextRef="#ctx0" brushRef="#br0" timeOffset="452689.8924">20786 15081 0,'0'0'0,"0"0"0,-24 0 0,24 0 15,0 0-15,0 0 0,0 0 0,0 0 0,0-25 0,0 25 16,0 0-16,0 0 0,0 0 0,-25 0 0,25 0 15,0 0-15,0 0 0,0 0 0,0 0 0,0 0 16,0 0-16,0 0 0,0 0 0,0 0 0,0 0 0,0 0 16,0 0-16,0 0 0,0 0 0,0 0 0,0 0 15,0 0-15,0 0 0,0 0 0,0 0 0,0 0 0,0 0 16,0 0-16,0 0 0,0 0 0,-25 0 0,25 0 15,0 0-15,0 0 0,0 0 0,0 0 0,0 25 0,0-25 16,-25 0-16,25 0 0,0 0 0,0 25 0,0-25 16,0 0-16,0 0 0,-25 25 0,25-25 0,0 25 15,0-25-15,0 0 0,0 24 0,0-24 0,0 25 0,0-25 16,0 25-16,0 0 0,0-25 0,0 25 0,-25-25 15,25 24-15,25-24 0,-25 25 0,0-25 0,0 25 0,0-25 16,0 0-16,0 25 0,0-25 0,0 25 0,25-25 16,-25 0-16,0 25 0,0-25 0,25 0 0,-25 0 15,0 0-15,25 0 0,-25 24 0,0-24 0,25 0 0,-25 0 16,0 0-16,24 0 0,-24 0 0,0-24 0,25 24 15,-25 0-15,25 0 0,-25 0 0,0-25 0,25 25 16,-25 0-16,0-25 0,25 25 0,-25-25 0,0 25 0,0 0 16,24-25-16,-24 25 0,0-25 0,0 1 0,0 24 15,0-25-15,0 25 0,0-25 0,0 25 0,0-25 0,0 25 16,0-25-16,0 1 0,0 24 0,0-25 0,0 25 15,0-25-15,0 25 0,0-25 0,0 25 0,0 0 0,0-25 16,-24 25-16,24 0 0,0-24 0,0 24 0,0 0 16,0 0-16,-25 0 0,25 0 0,0 0 0,0-25 0,0 25 15,-25 0-15,25 0 0,0 0 0,0 0 0,0 0 16,0 0-16,-25 0 0,25 0 0,0 0 0,0 0 15,0 25-15,0-25 0,0 0 0,-25 0 0,25 0 0,0 0 16,0 0-16,0 24 0,0-24 0,0 0 0,0 0 16,0 0-16,0 0 0,0 0 0,0 25 0</inkml:trace>
  <inkml:trace contextRef="#ctx0" brushRef="#br0" timeOffset="452948.9072">21307 15280 0,'0'0'0,"0"-25"16,0 25-16,0 0 0,0 0 0,0 0 0,0 0 15,0 0-15,0 0 0,0 0 0,0 0 0,0 0 0,0 0 16,0 0-16,0 0 0,0 0 0,0 0 0,0 0 16,0 0-16,0 0 0,0 0 0,0 0 0,0 0 0,0 0 15,0 0-15,0 0 0,25 0 0,-25 0 0,0 0 16,0 0-16,0 0 0</inkml:trace>
  <inkml:trace contextRef="#ctx0" brushRef="#br0" timeOffset="453166.9196">21332 15453 0,'0'0'16,"0"0"-16,0 0 0,0 0 0,0 25 0,0-25 16,25 0-16,-25 0 0,0 0 0,0 25 0,0-25 0,0 0 15,0 0-15,0 25 0,0-25 0,0 0 0,0 0 16,0 25-16,0-25 0,0 0 0,0 0 0,-25 24 0,25-24 15,0 0-15,0 0 0,0 25 0,0-25 0,0 0 16,-25 0-16,25 25 0,0-25 0,0 0 0,0 25 16,0-25-16,0 0 0,0 0 0,0 0 0,-25 25 0,25-25 15,0 0-15,0 0 0</inkml:trace>
  <inkml:trace contextRef="#ctx0" brushRef="#br0" timeOffset="453733.9521">21853 15205 0,'0'0'0,"0"0"0,0-25 0,0 25 16,0 0-16,0 0 0,0 0 0,0-24 0,0 24 15,0 0-15,0 0 0,0 0 0,0 0 0,0 0 16,0-25-16,0 25 0,0 0 0,0 0 0,25 0 0,-25 0 16,0 0-16,0 0 0,25-25 0,-25 25 0,0 0 15,0 0-15,24 0 0,-24 0 0,0 0 0,25 0 0,-25 0 16,0 0-16,0 0 0,0 0 0,25 0 0,-25 0 15,0 0-15,0 0 0,0 0 0,0 0 0,0 25 16,0-25-16,0 0 0,0 0 0,0 0 0,0 25 16,0-25-16,0 0 0,0 24 0,0-24 0,0 0 0,0 25 15,0-25-15,-25 25 0,25-25 0,0 25 0,-25-25 0,25 0 16,0 25-16,-24-25 0,24 24 0,-25-24 0,25 25 15,0-25-15,-25 25 0,25-25 0,0 25 0,-25-25 16,25 0-16,0 25 0,0-25 0,0 0 0,-25 25 16,25-25-16,0 0 0,0 0 0,0 24 0,0-24 0,0 0 15,0 0-15,0 0 0,0 0 0,25 0 0,-25 25 0,0-25 16,0 0-16,0 0 0,0 0 0,25 0 0,-25 0 15,0 0-15,25 0 0,-25 0 0,0 25 0,25-25 0,-25 0 16,24 0-16,-24 0 0,25 0 0,-25 0 0,25 0 16,-25 0-16,25 0 0,-25 0 0,25 0 0,-25 0 15,24-25-15,-24 25 0,0 0 0,25 0 0,-25 0 0,0 0 16,0 0-16,25 0 0,-25 0 0</inkml:trace>
  <inkml:trace contextRef="#ctx0" brushRef="#br0" timeOffset="454283.9835">22399 15230 0,'0'0'0,"0"0"0,0 0 0,0 0 16,0 0-16,0 0 0,0 0 0,0 0 0,0 0 15,0 0-15,0 0 0,0 0 0,0 0 0,0 0 16,0 0-16,0 0 0,0 0 0,0 0 0,0 0 0,0 0 16,0 0-16,0 0 0,0 0 0,0 0 0,0 0 15,0 0-15,0 0 0,0 0 0,0 0 0,0 0 0,0 0 16,0 0-16,0 0 0,0 25 0,0-25 0</inkml:trace>
  <inkml:trace contextRef="#ctx0" brushRef="#br0" timeOffset="454518.997">22423 15404 0,'0'0'0,"0"0"0,0 0 0,0 25 0,0-25 15,0 0-15,0 0 0,0 0 0,0 0 0,25 24 0,-25-24 16,0 0-16,0 0 0,0 0 15,0 25-15,0-25 0,0 0 0,0 25 0,0-25 0,0 0 0,0 0 16,0 25-16,0-25 0,0 0 0,0 25 0,0-25 0,0 0 16,-25 24-16,25-24 0,0 0 0,0 0 0,0 0 15,0 25-15,0-25 0,0 0 0,0 0 0,0 0 0,-24 25 16,24-25-16,0 0 0,0 0 0,0 0 0,0 0 15</inkml:trace>
  <inkml:trace contextRef="#ctx0" brushRef="#br0" timeOffset="455776.0689">22969 15131 0,'0'0'0,"0"0"0,0 0 0,-25 0 0,25 0 15,0-25-15,0 25 0,0 0 0,0 0 0,0 0 16,0 0-16,0 0 0,0 0 0,0 0 0,0 0 0,0 0 15,0 0-15,0 0 0,0 0 0,0 0 0,0-25 16,0 25-16,0 0 0,0 0 0,25 0 0,-25 0 16,0 0-16,0 0 0,0 0 0,0 0 0,0 0 0,0 0 15,0 0-15,0 0 0,0 0 0,0 0 0,0 0 0,25 0 16,-25 0-16,0 0 0,0 0 0,0 0 0,0 0 15,0 0-15,0 0 0,0 0 0,25 0 0,-25 0 16,0 0-16,0 0 0,0 0 0,0 0 0,0 0 16,25 25-16,-25-25 0,0 0 0,0 0 0,0 0 15,0 25-15,0-25 0,0 0 0,0 0 0,0 25 0,0-25 16,0 0-16,-25 24 0,25-24 0,0 0 0,0 25 0,0-25 15,-25 0-15,25 25 0,0-25 0,0 0 0,0 0 16,-25 0-16,25 25 0,0-25 0,0 0 0,0 0 16,0 25-16,0-25 0,-25 0 0,25 0 0,0 0 0,0 0 15,0 0-15,0 0 0,0 0 0,0 0 0,0 0 0,0 0 16,0 0-16,0 24 0,0-24 0,25 0 0,-25 0 15,0 0-15,0-24 0,0 24 0,0 0 0,25 0 16,-25 0-16,0 0 0,0 0 0,25 0 0,-25 0 16,0 0-16,0 0 0,0 24 0,25-24 0,-25 0 0,0 0 15,0 0-15,0 0 0,0 0 0,0 0 0,0 0 0,0 25 16,0-25-16,0 0 0,0 0 0,0 25 0,0-25 15,0 0-15,0 25 0,0-25 0,0 25 0,0-25 0,0 0 16,0 0-16,-25 25 0,25-25 0,0 0 0,-25 0 16,25 24-16,0-24 0,-25 0 0,25 0 0,0 0 15,-25 25-15,25-25 0,0 0 0,-24 0 0,24 0 0,0 0 16,0 0-16,-25 25 0,25-25 0,0 0 0,-25 0 15,25 0-15,0 0 0,0 0 0,-25 0 0,25 0 16,0 0-16,0 0 0,0 0 0,0-25 0,0 25 0,0 0 16,0 0-16,0 0 0,0 0 0,0 0 0,0 0 15,0-25-15,0 25 0,0 0 0,0 0 0,0 0 0,0-24 16,0 24-16,25 0 0,-25-25 0,0 25 0,0 0 15,0-25-15,25 25 0,-25 0 0</inkml:trace>
  <inkml:trace contextRef="#ctx0" brushRef="#br0" timeOffset="456221.0943">23267 14883 0,'0'0'0,"0"0"0,0 0 0,25 0 15,-25-25-15,0 25 0,0 0 0,0 0 0,0 0 0,24 0 16,-24 0-16,0 0 0,0 0 0,25 0 15,-25 0-15,0 0 0,0 0 0,25 0 0,-25 0 0,0 25 16,0-25-16,25 0 0,-25 0 0,0 0 0,25 0 16,-25 25-16,0-25 0,0 0 0,24 24 0,-24-24 0,0 25 15,0-25-15,25 25 0,-25-25 0,0 25 0,0-25 16,0 25-16,0-25 0,0 24 0,0 1 0,0-25 0,0 25 15,0-25-15,0 25 0,-25 0 0,25-25 0,0 24 16,0 1-16,0-25 0,-24 25 0,24-25 0,0 25 16,0 0-16,-25-25 0,25 24 0,0-24 0,0 25 0,-25-25 15,25 0-15,0 25 0,0-25 0,-25 25 0,25-25 0,0 0 16,-25 25-16,25-25 0,0 25 0,-24-25 0,24 0 15,0 0-15,-25 24 0,25-24 0,0 0 0,-25 0 16,25 25-16,0-25 0,0 0 0,-25 0 0,25 0 0,0 0 16,0 0-16,0 25 0,-25-25 0,25 0 0,0 0 15,0 0-15,0 0 0,0-25 0,0 25 0,0 0 0,0 0 16</inkml:trace>
  <inkml:trace contextRef="#ctx0" brushRef="#br0" timeOffset="456540.1126">23788 15280 0,'0'0'0,"0"0"0,0 0 0,24 0 0,-24 0 16,0 0-16,0 0 0,0 0 0,0 0 0,0 0 15,0 0-15,0 0 0,0 0 0,0 0 0,0 0 0,0 0 16,0 0-16,0 0 0,0 0 0,0 0 0,0 0 16,0 0-16,0 0 0,0 0 0,25 0 0,-25 0 0,0 0 15,0 0-15,0 0 0,0 0 0,0 24 0,-25-24 16,25 0-16,0 0 0,0 25 0</inkml:trace>
  <inkml:trace contextRef="#ctx0" brushRef="#br0" timeOffset="456769.1257">23763 15577 0,'0'0'0,"0"0"0,0 0 0,0 0 0,25 25 16,-25-25-16,0 0 0,0 0 0,0 25 0,0-25 0,0 0 15,0 25-15,0-25 0,0 0 0,0 25 0,0-25 16,24 0-16,-24 0 0,0 24 0,0-24 0,0 0 0,0 25 15,0-25-15,0 0 0,0 25 0,0-25 0,-24 0 16,24 25-16,0-25 0,0 0 0,0 0 0,-25 25 16,25-25-16,0 0 0,-25 24 0,25-24 0,-25 0 0,25 0 15,-25 25-15,25-25 0,-24 0 0,24 0 0,0 0 16,-25 25-16,25-25 0</inkml:trace>
  <inkml:trace contextRef="#ctx0" brushRef="#br0" timeOffset="457370.16">24581 14932 0,'0'0'16,"0"0"-16,0 0 0,0 0 0,0 0 0,-24 0 15,24 0-15,0 0 0,0 0 0,0 0 0,0 0 0,-25 0 16,25 0-16,0 0 0,0 0 0,0 25 0,0-25 15,-25 0-15,25 25 0,0-25 0,0 25 0,0-25 0,-25 25 16,25-1-16,0-24 0,0 25 0,-25 0 0,25 0 16,0-25-16,0 25 0,0-1 0,-24 1 0,24 0 0,0-25 15,0 25-15,0 0 0,0-1 0,0 1 0,0-25 16,0 25-16,0 0 0,0 0 0,0-25 0,0 25 15,0-1-15,0-24 0,0 25 0,24-25 0,-24 25 0,0-25 16,0 25-16,0-25 0,25 0 0,-25 25 0,0-25 16,0 0-16,25 24 0,-25-24 0,0 0 0</inkml:trace>
  <inkml:trace contextRef="#ctx0" brushRef="#br0" timeOffset="462701.465">24829 15007 0,'0'0'0,"0"0"0,0 0 0,0 0 0,0 0 16,0 0-16,0-25 0,0 25 0,0 0 0,0 0 0,0 0 15,0 0-15,0 0 0,0 0 0,0 0 0,0 0 16,0 0-16,0 0 0,0 0 0,0 0 0,0 0 0,0 0 15,0 0-15,0 0 0,0 0 0,0 0 0,0 0 16,0 0-16,0 0 0,0 0 0,0 0 0,0 0 0,0 0 16,0 0-16,0 0 0,0 0 0,0 0 0,0 0 15,0 0-15,0 0 0,0 0 0,0 0 0,0 0 16,0 0-16,0 0 0,0 0 0,0-25 0,0 25 0,0 0 15,0 0-15,0 0 0,0 0 0,0 0 0,0 0 16,0 0-16,0 0 0,0 0 0,0 0 0,0 0 0,0 0 16,0 0-16,0 0 0,0 0 0,0 0 0,0 0 15,0 0-15,0 0 0,0 0 0,0 0 0,0 0 16,0 0-16,0 0 0,0 0 0,0 0 0,0 0 0,0 0 15,0 0-15,0 25 0,0-25 0,0 0 0,0 0 16,0 0-16,0 0 0,0 0 0,0 25 0,0-25 0,0 0 156,-24 99-140,24-74-16,0-25 0,0 0 0,0 0 0,0 0 0,0 0 0,0 0 0,0 0 0,0 0 0,24 0 0,-24 0 0,0 0 0,0 0 0,0 0 0,0 0 0,25 0 0,-25 0 0,0 0 0,0 0 0,25 0 15,-25 0-15,0 0 0,0 0 0,25 0 0,-25 0 0,0 0 0,0 0 0,25 0 0,-25 0 0,0 25 0,0-25 0,0 0 0,25 0 0,-25 0 0,0 0 0,0 0 0,0 0 0,0 24 0,0-24 0,0 0 0,0 0 0,0 25 16,0-25-16,0 0 0,0 25 0,0-25 0,0 0 15,0 25-15,0-25 0,0 25 0,0-25 0,0 0 16,0 24-16,0-24 0,0 0 0,-25 25 0,25-25 0,0 0 16,0 25-16,0-25 0,0 0 0,-25 0 0,25 25 0,0-25 15,0 0-15,-25 0 0,25 0 0,0 25 0,0-25 16,-25 0-16,25 0 0,0 0 0,0 0 0,-25 0 15,25 0-15,0 0 0,0 0 0,-24 0 0,24 0 0,0 0 16,0 0-16,-25 0 0,25 0 0,0 0 0,0-25 16,0 25-16,-25 0 0,25 0 0,0-25 0,0 25 0,0 0 15,0 0-15,0-25 0,0 25 0,0-25 0,0 25 16,-25-24-16,25 24 0,0 0 0</inkml:trace>
  <inkml:trace contextRef="#ctx0" brushRef="#br0" timeOffset="462910.4769">24829 15032 0,'0'0'0,"0"0"0,0 0 0,0 0 0,0-25 0,0 25 16,25 0-16,-25 0 0,0 0 0,0 0 0,0 0 0,25 0 16,-25 0-16,0 0 0,25 25 0,-25-25 0,25 0 15,-25 0-15,0 0 0,25 0 0,-1 0 0,-24 0 16,25 0-16,-25 0 0,25 0 0,-25 24 0,25-24 0,-25 0 15,25 0-15,-25 0 0,0 0 0,24 0 0,-24 0 16,0 25-16,25-25 0,-25 0 0,0 0 0,0 0 16,0 0-16</inkml:trace>
  <inkml:trace contextRef="#ctx0" brushRef="#br0" timeOffset="463365.503">25251 15404 0,'0'0'0,"0"0"16,0 0-16,0 0 0,0 0 0,0 0 0,0 0 0,0 0 15,0 0-15,0 0 0,0 0 0,0 0 0,0 0 16,0 0-16,0 0 0,0 0 0,0 0 0,0 0 0,0 0 15,0 0-15,0 0 0,0 0 0,0 0 0,0 0 16,0 0-16,0 25 0,0-25 0,0 0 0,0 0 0,0 24 16,0-24-16,0 0 0,0 25 0,0-25 0,-25 0 15,25 25-15,0-25 0,0 0 0,0 25 0,0-25 16,0 0-16,0 0 0,0 25 0,-24-25 0,24 0 0,0 0 15,0 0-15,0 24 0,0-24 0,0 0 0,-25 0 16,25 0-16,0 0 0,0 0 0,0 0 0,0 0 16,0 0-16</inkml:trace>
  <inkml:trace contextRef="#ctx0" brushRef="#br0" timeOffset="464028.5409">25524 15205 0,'0'0'0,"0"0"0,0 0 0,0 0 16,0-25-16,0 25 0,0 0 0,0 0 0,0 0 0,0 0 15,0-24-15,0 24 0,0 0 0,0 0 16,0 0-16,0 0 0,0 0 0,0-25 0,25 25 0,-25 0 15,0 0-15,0 0 0,0 0 0,25 0 0,-25-25 16,0 25-16,0 0 0,24 0 0,-24 0 0,0 0 0,0 0 16,25 0-16,-25 0 0,0 0 0,0 0 0,0 0 15,0 0-15,25 25 0,-25-25 0,0 0 0,0 0 16,0 0-16,0 25 0,0-25 0,0 0 0,0 24 0,0-24 15,0 0-15,0 25 0,0-25 0,0 25 0,-25-25 16,25 0-16,0 25 0,0-25 0,-25 0 0,25 0 0,0 25 16,0-25-16,-24 0 0,24 24 0,0-24 0,-25 0 0,25 0 15,0 0-15,0 25 0,-25-25 0,25 0 0,0 0 16,0 0-16,0 0 0,0 0 0,0 0 0,0 0 15,0 0-15,0 25 0,0-25 0,0 0 0,0 0 0,0 0 16,0 0-16,0 0 0,0 0 0,0 0 0,25 0 16,-25 0-16,0 0 0,0 0 0,0 0 0,25 25 0,-25-25 15,0 0-15,0 0 0,24 0 0,-24 0 0,0 25 16,0-25-16,0 0 0,0 0 0,25 25 0,-25-25 0,0 0 15,0 0 48,0 24-63,0-24 0,0 0 0,0 25 0,0-25 0,0 0 0,0 25 0,0-25 15,0 0-15,-25 0 0,25 25 0,0-25 0,0 0 0,0 0 0,-24 0 0,24 25 0,0-25 0,0 0 0,-25 0 0,25 0 0,0 0 0,0 0 0,-25 24 0,25-24 0,0 0 0,-25 0 0,25 0 0,0 0 0,0 0 0,-25 0 0,25 0 16,0 0-16,0 0 0,0 0 0,0 0 0,0 0 16,0 0-16,0 0 0,0-24 0,0 24 0,0 0 0,0 0 15,0 0-15,0-25 0,0 25 0,0 0 0,0 0 16,0-25-16,25 25 0,-25 0 0</inkml:trace>
  <inkml:trace contextRef="#ctx0" brushRef="#br0" timeOffset="464292.556">25921 15478 0,'0'0'0,"0"0"0,0 0 0,0 0 0,0 0 15,0 0-15,0 0 0,0 0 0,0 0 0,0 0 16,0 0-16,0 25 0,0-25 0,0 0 0,0 0 0,0 0 15,0 0-15,0 25 0,0-25 0,0 0 0,0 0 16,0 25-16,-25-25 0,25 0 0,0 0 0,0 24 16,0-24-16,0 0 0,0 0 0,0 25 0,-25-25 0,25 0 15,0 0-15,0 0 0,0 25 0,0-25 0,-25 0 16,25 0-16,0 0 0,0 0 0,0 0 0,0 0 15,0 0-15</inkml:trace>
  <inkml:trace contextRef="#ctx0" brushRef="#br0" timeOffset="464733.5812">26318 15156 0,'0'0'0,"0"0"0,0 0 0,0 0 16,0 0-16,0 0 0,0 0 0,0 0 0,0 0 15,0-25-15,0 25 0,0 0 0,0 0 0,0 0 16,0 0-16,0 0 0,0 0 0,0 0 0,0 0 0,0 0 15,0 0-15,0 25 0,0-25 0,0 0 0,-25 0 16,25 0-16,0 0 0,0 24 0,0-24 0,-25 0 0,25 0 16,0 25-16,-25-25 0,25 0 0,0 25 0,-24-25 15,24 25-15,0-25 0,-25 0 0,25 25 0,0-25 16,-25 0-16,25 24 0,0-24 0,0 25 0,-25-25 0,25 0 15,0 0-15,0 25 0,0-25 0,0 0 0,-25 0 16,25 25-16,0-25 0,0 0 0,0 0 0,25 0 0,-25 0 16,0 0-16,0 25 0,0-25 0,0 0 0,0 0 15,25 0-15,-25 0 0,0 0 0,25 0 0,-25 0 16,0 25-16,25-25 0,-25 0 0,0 0 0,24 0 0,-24 0 15,25 0-15,-25 0 0,0 0 0,25 0 0,-25 0 16,25 0-16,-25 0 0,25 0 0,-25 0 0,0 0 0,24 0 16,-24 0-16,25 0 0,-25 0 0,0-25 0,0 25 15,25 0-15,-25 0 0,0 0 0,0-25 0,0 25 0,0 0 16,25 0-16,-25-25 0,0 25 0</inkml:trace>
  <inkml:trace contextRef="#ctx0" brushRef="#br0" timeOffset="465047.5992">26392 15205 0,'0'0'0,"0"0"0,0 0 0,-25 0 15,25 0-15,0 0 0,0 0 0,0 0 0,0 0 16,0 0-16,0 0 0,0 0 0,0 0 0,0 0 0,25 0 16,-25 0-16,0 0 0,0 25 0,0-25 0,0 0 15,0 0-15,0 25 0,0-25 0,25 25 0,-25-25 0,0 0 16,0 24-16,0-24 0,0 25 0,0 0 0,0-25 15,0 25-15,0-25 0,0 25 0,0-25 0,-25 25 16,25-25-16,0 24 0,0-24 0,0 0 0,0 25 0,0-25 16,0 25-16,-25-25 0,25 0 0,0 25 0,0-25 15,0 0-15,0 0 0,0 25 0,0-25 0,0 0 0,-24 0 16,24 0-16,0 0 0,0 0 0,0 24 0,0-24 15,0 0 17,0 0-1,0 0-31,0 0 0,0 0 0</inkml:trace>
  <inkml:trace contextRef="#ctx0" brushRef="#br0" timeOffset="465261.6114">26640 15404 0,'25'-25'0,"-25"25"0,0 0 0,0 0 0,0 0 16,0 0-16,0 0 0,0 0 0,0 0 0,0 0 15,0 0-15,0 0 0,0 0 0,0 0 0,0 0 16,0 0-16,0 0 0,0 0 0,0 0 0,0 0 0,0 0 0,0 0 15,0 0-15,0 0 0,0 0 0,0 0 0,0 25 16,0-25-16,0 0 0,0 0 0,25 0 0,-25 0 16,0 0-16,0 0 0,0 0 0,0 0 0,0 0 0,0 0 15,0 0-15,-25 0 0,25 0 0</inkml:trace>
  <inkml:trace contextRef="#ctx0" brushRef="#br0" timeOffset="465515.6259">26640 15553 0,'0'0'0,"0"0"0,0 0 0,0 24 15,0-24-15,0 0 0,0 0 0,25 0 0,-25 25 16,0-25-16,0 0 0,0 0 0,0 25 0,0-25 0,0 0 15,0 25-15,0-25 0,0 0 0,0 25 16,0-25-16,0 0 0,0 24 0,0-24 0,0 0 0,-25 25 0,25-25 16,0 0-16,0 0 0,-25 0 0,25 25 15,0-25-15,0 0 0,-24 0 0,24 0 0,0 25 0,-25-25 16,25 0-16,0 0 0,0 0 0,0 0 0,-25 0 0</inkml:trace>
  <inkml:trace contextRef="#ctx0" brushRef="#br0" timeOffset="466023.655">26963 15478 0,'0'0'0,"0"0"0,0 0 0,0-25 0,24 25 16,-24 0-16,0 0 0,0-24 0,0 24 0,0 0 15,0 0-15,25-25 0,-25 25 0,0 0 0,25-25 0,-25 25 16,0 0-16,0-25 0,25 25 0,-25-25 0,0 25 16,25-25-16,-25 25 0,0 0 0,25-24 0,-25 24 15,0-25-15,0 25 0,0-25 0,24 25 0,-24 0 0,0-25 16,0 25-16,0 0 0,25-25 0,-25 25 0,0 0 0,0-24 15,0 24-15,0 0 0,0 0 0,0-25 16,0 25-16,0 0 0,25 0 0,-25 0 0,0-25 0,0 25 16,0 0-16,0 0 0,0 0 0,0 0 0,0 0 0,0-25 15,0 25-15,0 0 0,0 0 0,0 0 0,0 25 16,0-25-16,0 0 0,0 0 0,0 25 0,0-25 15,0 0-15,0 25 0,0-25 0,0 24 0,0 1 0,0-25 16,0 25-16,-25-25 0,25 25 0,0 0 0,0-25 16,0 24-16,0-24 0,0 25 0,-25 0 0,25-25 0,0 25 15,0-25-15,0 25 0,0-25 0,0 0 0,0 25 16,0-25-16,0 0 0,0 24 0,-24-24 0,24 0 0,0 0 15,0 0-15,0 0 0,0 25 0,0-25 0,0 0 16,0 0-16,0 0 0,0 0 0,0 0 0,0 0 16,0-25-16,0 25 0,0 0 0</inkml:trace>
  <inkml:trace contextRef="#ctx0" brushRef="#br0" timeOffset="466427.6781">27360 14982 0,'0'0'0,"0"0"15,0-25-15,24 25 0,-24 0 0,0 0 0,0 0 16,0 0-16,0 0 0,0 0 0,0 0 0,0 0 15,25 0-15,-25 0 0,0 0 0,0 0 0,0 0 0,25 25 16,-25-25-16,0 0 0,0 0 0,25 25 0,-25-25 16,0 0-16,0 25 0,0-25 0,25 24 0,-25-24 0,0 25 15,0 0-15,0-25 0,0 25 0,0-25 0,0 25 16,0-1-16,0-24 0,0 25 0,0 0 0,0-25 0,-25 25 15,25 0-15,0-25 0,0 24 0,0 1 0,-25-25 16,25 25-16,0 0 0,0-25 0,-25 25 0,25 0 16,0-25-16,-25 24 0,25-24 0,0 25 0,-24-25 0,24 0 15,0 25-15,0-25 0,-25 25 0,25-25 0,0 0 16,0 0-16,-25 0 0,25 25 0,0-25 0,-25 0 0,25 0 15,0 0-15,0 0 0,-25 0 0,25 0 0,0 0 16,0 0-16,0 0 0,-24 0 0,24 0 0,0 0 0,0 0 16,0 0-16,0 0 0,0 0 0,0-25 0,0 25 15,0 0-15,0 0 0</inkml:trace>
  <inkml:trace contextRef="#ctx0" brushRef="#br0" timeOffset="466734.6957">27856 15255 0,'0'0'0,"0"0"0,0 0 0,0 0 0,0 0 0,0 0 16,0 0-16,0 0 0,0 0 0,0 0 0,0 0 0,24 0 15,-24 0-15,0 0 0,0 0 0,25 0 0,-25 0 16,0 0-16,25 0 0,-25 0 0,25 0 0,-25 25 15,25-25-15,-25 0 0,0 0 0,24 0 0,-24 0 0,25 0 16,-25 0-16,0 0 0,25 0 0,-25 0 0,0 0 16,0 0-16,25 0 0,-25 0 0,0 0 0,0 0 0,0 0 15</inkml:trace>
  <inkml:trace contextRef="#ctx0" brushRef="#br0" timeOffset="466942.7076">27806 15503 0,'0'0'16,"0"25"-16,0-25 0,-25 0 0,25 0 0,0 0 0,0 0 15,0 0-15,0 0 0,0 0 0,0 0 0,0 0 16,0 0-16,25 0 0,-25 0 0,0 0 0,25 0 0,-25 0 16,0 25-16,25-25 0,-25 0 0,24 0 0,1 0 15,-25 0-15,25 0 0,0-25 0,-25 25 0,25 0 16,-1 0-16,-24 0 0,25 0 0,0 0 0,-25 0 0,25-25 15,-25 25-15,25 0 0,0 0 0,-25 0 0,24 0 16,-24-25-16,25 25 0</inkml:trace>
  <inkml:trace contextRef="#ctx0" brushRef="#br0" timeOffset="467536.7415">28550 15056 0,'0'0'0,"0"0"0,0 0 0,0 0 0,0 0 0,0 0 15,0 0-15,0-24 0,0 24 0,0 0 0,0 0 16,0 0-16,0 0 0,0 0 0,0 0 0,0 0 0,0 0 15,0 24-15,0-24 0,0 0 0,0 0 0,0 0 16,0 25-16,0-25 0,0 25 0,0-25 0,0 25 0,0-25 16,-25 25-16,25-25 0,0 24 0,0-24 0,0 25 15,-24-25-15,24 25 0,0-25 0,0 25 0,0-25 16,-25 25-16,25-25 0,0 24 0,0-24 0,0 25 0,0-25 15,0 25-15,0-25 0,0 0 0,25 0 0,-25 25 16,0-25-16,0 0 0,0 0 0,0 0 0,0 0 0,0 0 16,24 25-16,-24-25 0,0 0 0,0 0 0,0 0 15,25 0-15,-25-25 0,0 25 0,0 0 0,25 0 0,-25 0 16,0 0-16,0-25 0,25 25 0,-25 0 0,0-25 15,0 25-15,25-25 0,-25 25 0,24-24 0,-24 24 16,0-25-16,25 25 0,-25-25 0,0 25 0,25-25 0,-25 25 16,25-25-16,-25 1 0,0 24 0,0 0 0,25-25 15,-25 25-15,0-25 0,0 25 0,0 0 0,0-25 16,24 25-16,-24 0 0,0 0 0,0 0 0,0 0 0,0 0 15,0 0-15,0 0 0,0 0 0,0 0 0,0 0 16,0 0-16,0 25 0,0-25 0,0 0 0,0 0 16,0 25-16,-24-25 0,24 0 0,0 25 0,0-25 0,0 24 15,0-24-15,-25 0 0,25 25 0,0-25 0,0 25 16,-25-25-16,25 25 0,0-25 0,0 25 0,-25-25 0,25 24 15,0-24-15,0 0 0,0 25 0,0-25 0,-25 25 16,25-25-16,0 0 0,0 25 0,0-25 0,0 0 0,-24 0 16,24 25-16,0-25 0,0 0 0,0 25 0,0-25 15,0 0-15,0 0 0,0 0 0,0 0 0,0 0 16,0 0-16,24 24 0,-24-24 0</inkml:trace>
  <inkml:trace contextRef="#ctx0" brushRef="#br0" timeOffset="467957.7656">28897 15503 0,'0'0'0,"0"0"0,0 0 0,0 0 0,0-25 16,0 25-16,0 0 0,0 0 0,0 0 0,0 0 15,0 0-15,0 0 0,0 0 0,0 0 0,0 0 0,0 0 16,0 0-16,0 0 0,0 0 0,0 0 0,0 25 16,0-25-16,0 0 0,-24 0 0,24 0 0,0 0 15,0 0-15,0 0 0,0 25 0,0-25 0,-25 0 0,25 0 16,0 0-16,0 25 0,0-25 0,-25 0 0,25 0 15,0 0-15,0 24 0,0-24 0,-25 0 0,25 0 16,0 0-16,0 0 0,0 25 0,0-25 0,0 0 0,0 0 16,0 0-16,0 0 0,0 0 0,0 0 0,0 25 15,0-25-15,0 0 0,0 0 0,0 0 0,0 0 0,0 0 16,0 0-16,0 25 0,0-25 0,25 0 0,-25 0 15,0 0-15,0 0 0,25 0 0,-25 25 0,0-25 0,25 0 16,-25 0-16,0 0 0,24 0 0,-24 0 0,25 0 16,-25 0-16,25 0 0,-25 0 0,0 0 0,25 0 15,-25 0-15,0 0 0,25 0 0,-25 24 0,0-24 0,0 0 16,0 0-16,24-24 0,-24 24 0,0 0 0,0 0 0,0 0 15,0 0-15,0 0 0,0 0 0,0 0 0,0 0 16,0 0-16,0-25 0</inkml:trace>
  <inkml:trace contextRef="#ctx0" brushRef="#br0" timeOffset="468192.7791">29021 15553 0,'0'0'0,"0"0"0,0 0 16,0 0-16,0 0 0,0 0 0,0 0 0,0 0 15,0 0-15,0 0 0,0 0 0,0 0 0,0 0 0,0 0 16,0 0-16,-24 24 0,24-24 0,0 0 0,0 0 0,0 25 15,0-25-15,0 25 0,0-25 0,0 0 0,-25 25 16,25-25-16,0 25 0,0-25 0,0 24 0,0-24 16,-25 0-16,25 25 0,0-25 0,0 25 0,0-25 0,0 0 15,0 25-15,0-25 0,-25 0 0,25 25 0,0-25 16,0 0-16,0 0 0,0 24 0,0-24 0,0 0 0,-25 0 15,25 0-15,0 0 0,0 0 0,0 0 0,0 0 16,0 0-16,0 0 0,0 0 0</inkml:trace>
  <inkml:trace contextRef="#ctx0" brushRef="#br0" timeOffset="469127.8325">29493 14784 0,'0'0'0,"0"0"15,0 0-15,0 0 0,0 0 0,0 0 0,0 0 0,0 0 16,0 0-16,0 0 0,0 0 0,0 0 0,0 0 0,0 0 16,0 0-16,0 24 0,0-24 0,0 0 0,0 0 15,0 0-15,0 25 0,0-25 0,0 0 0,0 25 16,0-25-16,0 25 0,0-25 0,0 0 0,0 25 0,0-25 15,0 24-15,0-24 0,-25 0 0,25 25 0,0-25 16,0 25-16,0-25 0,0 0 0,0 25 0,0-25 16,0 25-16,0-25 0,0 0 0,0 24 0,0-24 0,0 0 15,0 25-15,0-25 0,0 0 0,0 25 0,0-25 16,0 0-16,0 0 0,0 25 0,25-25 0,-25 0 15,0 0-15,0 0 0,0 0 0,0 25 0,0-25 0,25 0 16,-25 0-16,0 0 0,0 0 0,0 0 0,0 0 0,24 0 16,-24 0-16,0 0 0,0 0 0,0 0 0,0 0 15,0 0-15,0 0 0,0 0 0,0 0 0,0-25 16,0 25-16,0 0 0,0 0 0,0 0 0,0 0 0,0 0 15,0 0-15,0 0 0,0 0 0,0 0 0,0 0 16,0 0-16,0 0 0,0 0 0,0 0 0,0 0 0,0 0 16,0 0-16,0 0 0,0 0 0,0 0 0,0 0 15,0 0-15,0 0 0,-24 0 0,24 0 0,0 0 16,0 0-16,0 0 0,0 25 0,0-25 0,0 0 15,0 0-15,0 0 0,0 0 0,0 0 0,0 0 0,0 0 16,0 0-16,0 0 0,0 0 0,0 0 0,0 0 0,0 0 16,0 0-16,0 0 0,0 0 0,0 0 0,0 0 15,0 0-15,0 0 0,0 0 0,0 0 0,0 0 16,0 0-16,0 0 0,0 0 0,0 0 0,0 0 15,0 0-15,0 0 0,0 0 0,0 0 0,0 0 0,0 0 16,0 0-16,0 0 0,0 0 0,0 0 0,0 0 0,0 0 16,0 0-16,0 0 0,0 0 0,0 0 0,0 0 15,0 0-15,0 0 0,0 0 0,0 0 0,0 0 0,0 0 16,0 0-16,0 0 0,0 0 0,0 0 15,0 0-15,0 0 0,0 0 0,0 0 0,0 0 0,0 0 16,0 0-16,0 0 0,0 0 0,0 0 0,0 0 0,0 0 16,0 0-16,0 0 0,0 0 0,0 0 0,0 0 15,0 0-15,0 0 0,0 0 0,0 0 0,0 0 16,0 0-16,0 0 0,0 0 0,0 0 0,0 0 15,0 0-15,0 0 0,0 0 0,0 0 0,24 0 0,-24 0 16,0 0-16,0 0 0,0 0 0,0 0 0,0 0 0,0 0 16,0 0-16,0 0 0,0 0 0,0-25 0,0 25 15,0 0-15,0 0 0,0 0 0,0 0 0,0 0 0,0 0 16,0 0-16,0 0 0,0 0 0,0 0 0,-24 0 15,24 0-15,0-25 0,0 25 0,0 0 0,0 0 16,0 0-16,0 0 0,0-25 0</inkml:trace>
  <inkml:trace contextRef="#ctx0" brushRef="#br0" timeOffset="469716.8662">29146 14858 0,'0'0'0,"0"0"0,0 0 0,0 0 15,0 0-15,0 0 0,0 0 0,0 0 0,0 0 0,0 0 16,0 0-16,0 0 0,0 0 0,24 0 0,-24 0 15,0 0-15,0 0 0,0 0 0,0 0 0,0 0 16,0 0-16,25 25 0,-25-25 0,0 0 0,0 0 0,0 0 16,0 0-16,25 0 0,-25 25 0,0-25 0,0 0 15,0 0-15,25 0 0,-25 24 0,0-24 0,0 0 0,0 0 16,0 25-16,0-25 0,0 0 0,0 25 0,0-25 15,0 0-15,0 25 0,0-25 0,0 25 0,0-25 0,0 24 16,0-24-16,0 25 0,0-25 0,0 25 0,0-25 16,0 25-16,0 0 0,0-25 0,0 24 0,0-24 46,0 25-46,0-25 0,0 25 0,0-25 0,0 25 0,0 0 0,0-25 0,0 24 0,0-24 0,0 25 0,0-25 0,0 25 0,0-25 0,0 25 0,-25 0 0,25-25 16,0 25-16,0-25 0,0 24 0,-25-24 0,25 25 0,0-25 16,0 25-16,0-25 0,0 0 0,-25 25 0,25-25 15,0 0-15,0 25 0,0-25 0,-24 0 0,24 24 16,0-24-16,-25 0 0,25 25 0,0-25 0,0 0 0,-25 0 15,25 25-15,0-25 0,-25 0 0,25 0 0,0 25 0,-25-25 16,25 0-16,0 0 0,0 0 0,-25 0 0,25 25 16,0-25-16,0 0 0,0 0 0,0 0 0,0 0 15,0 0-15,0 0 0,0 0 0,0 0 0,0 0 0,0 0 16,0 0-16</inkml:trace>
  <inkml:trace contextRef="#ctx0" brushRef="#br0" timeOffset="470823.9296">29493 15205 0,'0'0'0,"0"0"16,0 0-16,0 0 0,0 0 0,0 0 0,0 0 15,0 0-15,0 0 0,0 0 0,0 0 0,0 0 0,0 0 16,0 25-16,0-25 0,0 0 0,0 0 0,0 0 15,0 0-15,0 0 0,0 0 0,0 0 0,0 0 16,0 0-16,0 0 0,0 0 0,0 0 0,0 0 0,0 0 16,0 0-16,0 0 0,0 0 0,0 0 0,0 0 15,0 0-15,0 0 0,0 25 0,0-25 0,0 0 0,0 0 16,0 0-16,0 25 0,0-25 0,0 0 0,0 0 15,0 0-15,0 24 0,0-24 0,0 0 0,0 0 16,0 25-16,0-25 0,0 0 0,0 25 0,0-25 0,0 0 16,0 0-16,0 25 0,0-25 0,0 0 0,0 0 15,0 25-15,0-25 0,0 0 0,0 0 0,0 25 0,0-25 16,0 0-16,0 0 0,0 0 0,0 0 0,0 24 125,25-24-125,-25 0 0,24 25 0,-24-25 0,0 0 0,0 0 0,25 0 0,-25 0 0,0 0 0,0 0 0,25 0 0,-25 0 0,0 0 0,0 0 0,0 0 0,25 0 0,-25-25 0,0 25 0,0 0 0,0 0 0,0 0 0,0 0 0,0 0 0,0 0 0,0 0 0,0 0 0,0 0 0,0-24 0,0 24 0,0 0 15,-25 0-15,25 0 0,0 0 0,0 0 0,0 0 0,0 0 0,0 0 0,0-25 0,0 25 0,-25 0 0,25 0 16,0 0-16,0 25 0,0-25 0,0 0 0,-25 0 0,25 0 15,0 0-15,0 0 0,0 0 0,0 0 0,0 24 0,-24-24 16,24 0-16,0 0 0,0 25 0,0-25 0,-25 0 16,25 25-16,0-25 0,0 0 0,0 25 0,0-25 15,0 0-15,0 25 0,-25-25 0,25 24 0,0-24 0,0 25 16,0-25-16,0 25 0,0-25 0,-25 0 0,25 25 15,0-25-15,0 25 0,0-25 0,0 24 0,0-24 16,0 0-16,0 25 0,0-25 0,0 25 0,0-25 0,-25 0 16,25 25-16,0-25 0,0 25 0,0-25 0,0 24 0,0-24 15,0 25-15,0-25 0,0 0 0,0 25 0,-24-25 16,24 0-16,0 0 0,0 25 0,0-25 0,0 0 15,0 0-15,0 0 0,-25 0 0,25 25 0,0-25 0,0 0 16,-25 0-16,25 0 0,0 0 0,-25 0 0,25 0 0,0 0 16,-25 0-16,25 0 0,0 0 0,0 0 0,-24 0 15,24 0-15,0 0 0,0 0 0,-25 0 0,25 0 0,0 0 16,0 0-16,-25 0 0,25 0 0,0-25 0,0 25 15,-25 0-15</inkml:trace>
  <inkml:trace contextRef="#ctx0" brushRef="#br0" timeOffset="472484.0245">4539 16148 0,'0'0'0,"0"0"0,0 0 0,0 0 0,0 0 0,0-25 0,0 25 0,0 0 0,0 0 0,0 0 0,0 0 0,0 0 0,0 0 0,0 0 0,0 0 0,0 0 0,0 0 0,0 0 0,0 0 0,0 0 0,0 0 0,0 0 0,0 0 0,0 0 0,0 0 0,0 0 0,0 0 0,0 0 0,0 0 0,0 0 0,0 0 15,0 0-15,0 25 0,0-25 0,0 0 0,0 0 16,0 0-16,0 25 0,0-25 0,0 0 0,0 24 0,0-24 16,0 25-16,0-25 0,0 25 0,0-25 0,0 25 15,0-25-15,0 25 0,0-25 0,0 24 0,0-24 0,0 25 16,0-25-16,0 25 0,0-25 0,0 25 0,0-25 15,0 0-15,0 25 0,0-25 0,-25 25 0,25-25 0,0 0 16,0 0-16,0 24 0,0-24 0,0 0 0,0 0 16,0 0-16,0 25 0,0-25 0,0 0 0,0 0 15,0 0-15,0 0 0,0 0 0,0 0 0,0 0 0,0 0 16,0 0-16,0 0 0,0 0 0,0 0 0,-24 0 0,24 0 15,0 0-15,0 0 0,0 0 0,0 0 0,0-25 16,0 25-16,0 0 0,0 0 0,0-24 0</inkml:trace>
  <inkml:trace contextRef="#ctx0" brushRef="#br0" timeOffset="473056.0572">4539 16173 0,'0'-25'0,"0"25"16,0 0-16,0 0 0,0-25 0,0 25 0,0 0 15,0 0-15,0 0 0,0-25 0,0 25 0,0 0 16,25 0-16,-25 0 0,0 0 0,25 0 0,-25-25 0,0 25 16,25 0-16,-25 0 0,0 0 0,24 0 0,-24 0 15,25 0-15,-25 0 0,0 25 0,0-25 0,25 0 0,-25 0 16,0 25-16,0-25 0,0 0 0,25 25 0,-25-25 15,0 25-15,0-25 0,0 0 0,0 24 0,0-24 0,0 25 16,0-25-16,-25 0 0,25 25 0,0-25 0,0 25 16,0-25-16,-25 0 0,25 25 0,0-25 0,0 24 0,-25-24 15,25 0-15,0 0 0,0 25 0,-24-25 0,24 0 16,0 0-16,0 0 0,0 25 0,0-25 0,-25 0 0,25 0 15,0 0-15,0 0 0,0 0 0,0 0 0,0 0 0,0 0 16,0 0-16,0 0 0,0 0 0,0 0 0,25 0 16,-25 0-16,0 0 0,0 0 0,0 0 0,24 0 15,-24 0-15,0 0 0,0 0 0,25 0 0,-25 0 0,0 0 16,25 0-16,-25 0 0,0 25 0,25-25 0,-25 0 15,0 0-15,0 0 0,25 0 0,-25 25 0,0-25 0,0 0 16,0 0-16,0 25 0,0-25 0,0 0 0,0 0 16,0 24-16,0-24 0,0 0 0,0 25 0,0-25 0,0 0 15,0 0-15,-25 0 0,25 25 0,0-25 0,0 0 0,-25 25 16,25-25-16,0 0 0,-25 0 0,25 25 0,0-25 15,-25 0-15,25 0 0,-24 24 0,24-24 0,0 0 0,-25 0 16,25 0-16,-25 0 0,25 0 0,0 25 0,-25-25 16,25 0-16,0 0 0,0 0 0,0 0 0,0-25 0,-25 25 15,25 0-15,0 0 0,0 0 0,0 0 0,0 0 0,0 0 16,0-24-16,0 24 0,0 0 0,0 0 0,0 0 15,0 0-15,0-25 0,0 25 0,0 0 0,25 0 16,-25 0-16,0 0 0,0 0 0,0 0 0,0 0 0,0 0 16,25 0-16,-25 0 0,0-25 0,0 25 0,0 0 15,25 0-15,-25 0 0</inkml:trace>
  <inkml:trace contextRef="#ctx0" brushRef="#br0" timeOffset="473334.0731">5060 16421 0,'0'0'0,"0"0"0,0 0 0,0 0 0,0 0 15,0 0-15,0 0 0,25 0 0,-25 0 0,0 0 0,0 0 16,0 0-16,25 0 0,-25 0 0,0 0 0,25 0 16,-25 0-16,0 0 0,24 0 0,-24 25 0,0-25 0,25 0 15,-25 0-15,25 0 0,-25 0 0,25 0 0,-25 0 0,25 0 16,-25 0-16,24 24 0,-24-24 0,0 0 0,25 0 15,-25 0-15,0 0 0,0 0 0,25 0 0,-25 0 16,0 0-16</inkml:trace>
  <inkml:trace contextRef="#ctx0" brushRef="#br0" timeOffset="473583.0874">5085 16669 0,'0'0'0,"0"0"0,0 0 16,0 0-16,0 0 0,0 0 0,25 0 0,-25 0 15,0 0-15,0 0 0,0 0 0,25 0 0,-25 0 0,0 0 16,24 0-16,-24 0 0,0 0 0,25 0 0,-25 0 0,0 0 16,25 0-16,-25 0 0,25 0 0,-25 0 0,25 0 15,-25 0-15,0 0 0,24 0 0,-24 0 0,25 0 0,-25 0 16,25 0-16,-25 0 0,25 0 0,-25 0 47,25 0-47,-25 0 0</inkml:trace>
  <inkml:trace contextRef="#ctx0" brushRef="#br0" timeOffset="474243.1251">6028 15999 0,'0'0'0,"-25"0"16,25 0-16,0 0 0,0 0 0,0 0 16,0 0-16,0 0 0,0 0 0,-25 0 0,25 0 0,0 0 0,0 0 15,0 0-15,0 25 0,0-25 0,0 0 0,0 0 0,0 25 16,0-25-16,0 0 0,0 0 0,25 24 0,-25-24 15,0 0-15,0 25 0,0-25 0,0 0 0,0 25 0,25-25 16,-25 0-16,0 25 0,0-25 0,24 0 0,-24 25 16,0-25-16,0 0 0,0 24 0,25-24 0,-25 0 0,0 0 15,0 25-15,0-25 0,25 0 0,-25 0 0,0 25 16,0-25-16,0 0 0,0 0 0,0 25 0,25-25 0,-25 0 15,0 0-15,0 0 0,0 25 0,0-25 0,-25 0 16,25 0-16,0 0 0,0 24 0,0-24 0,0 0 16,-25 0-16,25 0 0,0 25 0,0-25 0,-25 0 0,25 0 15,0 0-15,0 0 0,-24 0 0,24 25 0,0-25 0,0 0 16,-25 0-16,25 0 0,0 0 0,0 0 0,0 0 15,-25 0-15,25 0 0,0 0 0,0 0 0,0 0 16,0 0-16,0 0 0,0 0 0,0 0 0,0 0 0,0 0 16,0 0-16,0 0 0,25 0 0,-25 0 0,0 0 0,0 0 15,0 0-15,0 0 0,0 0 0,25 0 0,-25 0 16,0 0-16,0 0 0,0 25 0,0-25 0,0 0 0,24 0 15,-24 0-15,0 25 0,0-25 0,0 0 0,0 25 16,0-25-16,25 0 0,-25 24 0,0-24 0,0 25 0,0-25 16,0 25-16,0-25 0,0 25 0,0-25 0,0 25 15,0-25-15,0 24 0,-25-24 0,25 25 0,0-25 0,0 25 16,0-25-16,0 0 0,0 25 0,0-25 0,0 0 15,0 0-15,0 25 0,0-25 0,0 0 0,0 0 0,-24 24 16,24-24-16,0 0 0,0 0 0,0 0 0,0 0 0,0 0 16,0 0-16,0 25 0,0-25 0,0 0 0,0 0 15,-25 0-15,25 0 0,0 0 0,0 0 0,0 0 0,0 0 16,-25 0-16,25 0 0</inkml:trace>
  <inkml:trace contextRef="#ctx0" brushRef="#br0" timeOffset="483708.6665">6524 16321 0,'0'0'0,"0"0"0,0 0 0,0 0 0,0 0 0,0 0 16,0 0-16,0 0 0,0 0 0,0 0 0,0 0 15,0 0-15,0 0 0,0-24 0,0 24 0,0 0 0,0 0 16,0 0-16,0 0 0,0 0 0,0 0 0,0 0 0,0 0 15,0 0-15,0 0 0,0 0 0,0 0 0,0 0 16,0 0-16,0 0 0,0 0 0,0 0 0,0 0 0,0 0 16,0 0-16,0 0 0,0 0 0,0 0 0,0 0 15,0 0-15,0 0 0,0 0 0,0 0 0,0 0 16,0 0-16,0 0 0,0 0 0,0 0 0,0 0 0,0 0 15,0 0-15,0 0 0,0 0 0,0 0 0,0 0 0,0 0 16,0 0-16,0 0 0,0 0 0,0 0 0,0 0 16,0 0-16,0 0 0,0 0 0,0 0 0,0 0 15,0 0-15,0 0 0,0 0 0,0 0 0,0 0 0,0 0 16,0 0-16,0 0 0,0 0 0,0 0 0,0 0 0,0 0 15,0 0-15,0 0 0,0 0 0,0 0 0,0 0 16,0 0-16,0 0 0,0 24 0,0-24 0,0 0 16,0 0-16,0 0 0,0 0 0,0 0 0,0 0 0,0 0 15,0 25-15,0-25 0,0 0 0,0 0 0,0 25 0,0-25 16,-25 0-16,25 25 0,0-25 0,0 0 0,0 25 15,0-25-15,0 25 0,0-25 0,0 0 0,0 24 16,0-24-16,0 0 0,0 25 0,0-25 0,0 25 0,0-25 16,0 0-16,0 25 0,0-25 0,-25 25 0,25-25 15,0 0-15,0 24 0,0-24 0,0 0 0,0 25 0,0-25 16,0 0-16,0 25 0,0-25 0,0 0 0,0 0 0,25 0 15,-25 0-15,0 25 0,0-25 0,0 0 0,0 0 16,25 0-16,-25 0 0,0 0 0,0 0 0,24 0 0,-24 0 16,0 0-16,0 0 0,25 0 0,-25 0 0,25 0 0,-25-25 15,0 25-15,25 0 0,-25 0 0,0 0 0,25-25 16,-25 25-16,0 0 0,24 0 0,-24-25 0,0 25 0,0 0 15,25-24-15,-25 24 0,0 0 0,0-25 0,0 25 16,0 0-16,0-25 0,0 25 0,0 0 0,25-25 0,-25 25 16,0-25-16,0 25 0,0 0 0,0-24 0,0 24 15,0-25-15,0 25 0,0 0 0,-25-25 0,25 25 0,25 0 16,-25-25-16,0 25 0,0 0 0,0-25 0,0 25 15,0 0-15,0 0 0,0-25 0,0 25 0,-25 0 0,25 0 16,0 0-16,0 0 0,0 0 0,0 0 0,0 0 16,0 0-16,0 0 0,0 0 0,0 0 0,0 0 0,0 0 15,0 0-15,0 25 0,0-25 0,0 0 0,0 0 16,0 25-16,0-25 0,0 25 0,0-25 0,0 25 0,0-25 15,0 25-15,-25-25 0,25 24 0,0 1 0,0-25 16,0 25-16,0-25 0,0 0 0,0 25 0,0-25 0,0 25 16,0-25-16,0 0 0,0 24 0,0-24 0,0 0 15,0 0 63,0 25-78,0-25 0,0 0 0,0 0 0,0 0 0,0 25 0,0-25 0,0 0 0,0 0 0,0 0 0,0 0 0,0 0 0,0 0 0,0 0 0,0 0 0,0 0 0,0 0 0,0 0 0</inkml:trace>
  <inkml:trace contextRef="#ctx0" brushRef="#br0" timeOffset="484081.6879">6772 16892 0,'0'0'0,"0"0"0,0 0 0,0 25 15,0-25-15,0 0 0,0 0 0,0 0 0,0 0 16,0 0-16,0 0 0,0 0 0,0 0 0,0-25 0,0 25 16,0 0-16,0 0 0,0 0 15,0 0-15,24-25 0,-24 25 0,0 0 0,0 0 0,0-25 0,25 25 0,-25 0 16,0 0-16,0-24 0,0 24 0,0 0 0,0 0 0,0-25 15,0 25-15,25 0 0,-25-25 0,0 25 0,0 0 16,0 0-16,0-25 0,0 25 0,0 0 0,0 0 0,0 0 16,0 0-16,0 0 0,0-25 0,0 25 0,0 0 15,0 0-15,0 0 0,0 0 0,0 25 0,0-25 0,0 0 16,0 0-16,0 0 0,0 0 0,0 25 0,0-25 0,0 0 15,0 25-15,0-25 0,0 25 0,0-25 0,0 0 16,0 24-16,0-24 0,0 25 0,0-25 0,0 0 16,0 25-16,0-25 0,0 25 0,0-25 0,0 0 0,0 25 15,0-25-15,0 0 0,0 0 0,0 24 0,0-24 0,0 0 16,0 0-16,0 25 0,0-25 0,0 0 0,0 0 15,0 0-15,0 0 0,0 0 0,0 0 0,0 0 0,0 0 16,0 0-16,0 0 0,0 0 0,0 0 0,0 0 0,0 0 16</inkml:trace>
  <inkml:trace contextRef="#ctx0" brushRef="#br0" timeOffset="484431.7079">7193 16545 0,'0'0'0,"0"0"16,0 0-16,0-25 0,0 25 0,0 0 0,0 0 0,0 0 15,25 0-15,-25 0 0,0 0 0,0 0 0,25 0 16,-25 0-16,0 0 0,0 0 0,25 0 0,-25 0 15,25 0-15,-25 0 0,0 0 0,24 0 0,-24 0 0,25 0 16,-25 0-16,25 0 0,-25 0 0,0 0 0,25 0 0,-25 0 16,0 0-16,25 0 0,-25 25 0,0-25 0,0 0 15,24 0-15,-24 0 0,0 0 0,0 0 0,0 0 0,0 0 16,0 0-16,0 0 0</inkml:trace>
  <inkml:trace contextRef="#ctx0" brushRef="#br0" timeOffset="484649.7203">7243 16644 0,'0'0'0,"0"25"16,0-25-16,0 0 0,0 0 0,0 0 0,0 0 16,0 0-16,0 0 0,0 0 0,0 0 0,25 0 0,-25 0 15,0 0-15,0 0 0,25 0 0,-25 0 0,24 0 16,-24 0-16,25 0 0,-25 0 0,25 0 0,-25 0 15,0 0-15,25 0 0,-25 0 0,25 0 0,-25 0 0,24 0 0,-24 0 16,25 0-16,-25 0 0,25 0 0,-25 0 0,25 0 16,-25 0-16,25 0 0,-25 0 0,24 0 0,-24 0 0,25 0 15,-25 0-15,25 0 0</inkml:trace>
  <inkml:trace contextRef="#ctx0" brushRef="#br0" timeOffset="484992.74">7987 16247 0,'0'-25'0,"0"25"0,-25 0 0,25 0 0,0 0 0,0 0 16,0 0-16,0 0 0,0 0 0,0 0 0,0 25 0,-25-25 15,25 0-15,0 0 0,0 25 0,0-25 0,0 25 16,-24-25-16,24 24 0,0-24 0,0 25 0,0 0 15,0-25-15,0 25 0,-25 0 0,25-25 0,0 25 0,0-1 16,0-24-16,0 25 0,0 0 0,0-25 0,0 25 0,0-25 16,0 25-16,0-25 0,0 24 0,0-24 0,0 0 15,0 25-15,25-25 0,-25 0 0,0 25 0,0-25 0,0 0 16,24 0-16,-24 0 0,0 0 0,0 25 0,25-25 15,-25 0-15,25 0 0,-25 0 0</inkml:trace>
  <inkml:trace contextRef="#ctx0" brushRef="#br0" timeOffset="485492.7686">8310 16644 0,'0'0'0,"0"0"0,0 0 0,0 0 0,0 0 16,0 0-16,0 0 0,0-25 0,0 25 0,24 0 15,-24 0-15,0 0 0,0 0 0,0 0 0,0-25 0,25 25 16,-25 0-16,0 0 0,0 0 0,0-24 0,0 24 0,25 0 16,-25 0-16,0-25 0,0 25 0,0 0 0,25 0 15,-25-25-15,0 25 0,0 0 0,0-25 0,25 25 16,-25-25-16,0 25 0,0 0 0,0 0 0,0-24 0,0 24 15,0 0-15,0-25 0,0 25 0,0 0 0,0 0 16,0-25-16,0 25 0,0 0 0,0 0 0,24 0 0,-24-25 16,0 25-16,0 0 0,0 0 0,0 0 0,0 0 15,0 0-15,0 0 0,0 0 0,0 0 0,0 0 0,0 0 16,0 0-16,0 0 0,0 0 0,0 25 0,0-25 15,0 0-15,0 25 0,0-25 0,0 25 0,0-25 0,0 24 16,0-24-16,0 25 0,-24-25 0,24 25 0,0 0 16,0-25-16,0 25 0,0-25 0,0 24 0,0-24 0,0 0 15,0 25-15,0-25 0,0 25 0,0-25 0,0 0 16,0 0-16,0 25 0,0-25 0,0 0 0,0 0 0,0 25 15,0-25-15,0 0 0,0 0 0,0 0 0,0 0 0,0 0 16,0 0-16,0 0 0,0 0 0,0 0 0,24 0 16,-24 0-16,0 0 0,0-25 0</inkml:trace>
  <inkml:trace contextRef="#ctx0" brushRef="#br0" timeOffset="485721.7817">8682 16570 0,'0'0'0,"0"0"0,0 0 0,0 24 0,0-24 15,0 0-15,0 0 0,0 0 0,0 0 0,0 0 16,0 25-16,0-25 0,0 0 0,0 0 0,0 25 0,0-25 16,0 0-16,0 25 0,0-25 0,0 0 0,0 0 0,-25 25 15,25-25-15,0 0 0,0 24 0,0-24 0,0 0 16,0 0-16,0 25 0,0-25 0,0 0 0,0 0 0,0 0 15,0 25-15,0-25 0,0 0 0,0 0 0,0 0 16,0 0-16,0 0 0,0 0 0,0 0 0,0 0 0,0 0 16,0 0-16</inkml:trace>
  <inkml:trace contextRef="#ctx0" brushRef="#br0" timeOffset="486251.812">9128 16446 0,'0'-25'0,"0"25"0,0 0 0,0 0 0,0-25 16,0 25-16,0 0 0,0 0 0,0-25 0,0 25 0,0 0 15,0 0-15,0 0 0,0-25 0,0 25 0,0 0 16,25 0-16,-25 0 0,0 0 0,0 0 0,0 0 15,25-25-15,-25 25 0,0 0 0,0 0 0,0 0 0,25 0 16,-25 0-16,0 0 0,0 0 0,24 0 0,-24 0 0,0 0 16,0 25-16,25-25 0,-25 0 0,0 0 0,0 0 15,0 0-15,0 25 0,0-25 0,25 0 0,-25 25 0,0-25 16,0 0-16,0 25 0,0-25 0,0 0 0,0 25 15,0-25-15,0 0 0,-25 24 0,25-24 0,0 25 0,0-25 16,-25 25-16,25-25 0,0 0 0,-24 25 0,24-25 16,0 25-16,-25-25 0,25 24 0,0-24 0,0 0 0,-25 25 15,25-25-15,0 0 0,0 25 0,0-25 0,0 0 0,0 0 16,-25 25-16,25-25 0,0 0 0,0 0 0,0 0 15,0 25-15,0-25 0,0 0 0,0 0 0,0 0 16,0 0-16,25 0 0,-25 0 0,0 0 0,0 0 0,0 24 16,25-24-16,-25 0 0,0 0 0,25 0 0,-25 0 15,0 0-15,24 0 0,-24 0 0,0 0 0,25-24 0,-25 24 16,25 0-16,-25 0 0,0 0 0,25 0 0,-25 0 0,25 0 15,-25 0-15,24-25 0,-24 25 0,25 0 0,-25 0 16,0 0-16</inkml:trace>
  <inkml:trace contextRef="#ctx0" brushRef="#br0" timeOffset="486479.825">9525 16619 0,'0'0'0,"0"0"0,0 0 0,0 0 0,0 0 0,0 0 15,0 0-15,0 0 0,0 0 0,0 0 0,0 0 16,0 0-16,0 25 0,0-25 0,0 0 0,0 0 0,0 0 15,0 0-15,0 25 0,0-25 0,0 0 0,0 0 16,0 25-16,0-25 0,0 0 0,0 24 0,0-24 0,0 0 16,-25 0-16,25 25 0,0-25 0,0 0 0,0 25 15,0-25-15,-25 0 0,25 25 0,0-25 0,0 0 0,0 0 16,0 0-16,-24 25 0,24-25 0,0 0 0,0 0 15,0 0-15,0 0 0,0 0 0,0 0 0,0 0 0</inkml:trace>
  <inkml:trace contextRef="#ctx0" brushRef="#br0" timeOffset="487132.8624">9996 16321 0,'0'-24'0,"0"24"0,0 0 0,0 0 0,0 0 16,0 0-16,0-25 0,0 25 0,0 0 0,0 0 15,25 0-15,-25 0 0,0 0 0,0 0 0,0 0 0,0-25 16,25 25-16,-25 0 0,0 0 0,0 0 0,0 0 15,25 0-15,-25 0 0,0 0 0,0 25 0,0-25 0,25 0 16,-25 0-16,0 0 0,0 0 0,0 0 0,24 25 16,-24-25-16,0 0 0,0 0 0,0 24 0,0-24 0,0 0 15,0 25-15,0-25 0,0 0 0,0 25 0,0-25 16,-24 0-16,24 25 0,0-25 0,0 25 0,-25-25 0,25 0 15,0 25-15,-25-25 0,25 0 0,0 24 0,-25-24 16,25 0-16,0 25 0,-25-25 0,25 0 0,0 0 0,0 25 16,0-25-16,0 0 0,-25 0 0,25 0 0,0 0 15,0 25-15,0-25 0,0 0 0,0 0 0,0 0 0,25 0 16,-25 0-16,0 0 0,0 0 0,0 0 0,0 0 15,0 0-15,0 0 0,25 0 0,-25 0 0,0 0 0,0 0 16,25 0-16,-25 0 0,0 0 0,25 0 0,-25 0 16,0 25-16,25-25 0,-25 0 0,0 0 0,24 0 0,-24 24 15,0-24-15,0 0 0,25 0 0,-25 25 0,0-25 0,0 0 16,0 0-16,0 25 0,0-25 0,0 0 0,0 0 15,0 0-15,0 25 0,0-25 0,0 0 0,0 0 0,0 0 16,0 25-16,0-25 0,0 0 0,-25 0 0,25 0 16,0 0-16,0 0 0,0 0 0,-24 24 0,24-24 0,0 0 15,0 0-15,0 0 0,0 0 0,-25 0 0,25 0 16,0 0-16,0 0 0,-25 0 0,25 0 0,0 0 0,0 0 15,0-24-15,-25 24 0,25 0 0,0 0 0,0 0 0,0 0 16,0 0-16,0 0 0,0-25 0,0 25 0,0 0 0,0 0 16,0-25-16,25 25 0,-25 0 0</inkml:trace>
  <inkml:trace contextRef="#ctx0" brushRef="#br0" timeOffset="487819.9017">10542 16446 0,'0'0'0,"0"0"0,0 0 15,0 0-15,0-25 0,0 25 0,0 0 0,0 0 16,0 0-16,0 0 0,0 0 0,0 0 78,0 0-78,0 0 0,0 0 0,0 0 0,0 0 0,0 0 0,0 0 0,0 0 0,0 25 0,0-25 0,0 0 0,0 0 0,0 0 0,25 0 0,-25 0 0,0 0 0,0 0 0,0 0 0,0 0 0,0 0 0,0 0 0</inkml:trace>
  <inkml:trace contextRef="#ctx0" brushRef="#br0" timeOffset="488063.9156">10592 16619 0,'0'25'0,"0"-25"0,0 0 0,0 0 16,0 0-16,0 0 0,0 0 0,0 25 0,0-25 0,24 0 15,-24 0-15,0 25 0,0-25 0,0 0 0,0 0 0,0 24 16,0-24-16,0 0 0,0 25 0,0-25 0,0 0 16,0 0-16,25 25 0,-25-25 0,-25 0 0,25 25 0,0-25 15,0 0-15,0 25 0,0-25 0,0 0 0,0 0 16,0 24-16,0-24 0,-24 0 0,24 0 0,0 25 0,0-25 15,0 0-15,0 0 0,-25 0 0,25 0 0,0 25 0,0-25 16,0 0-16,0 0 0,0 0 0,0 0 0,0 0 16,0 0-16,0 0 0</inkml:trace>
  <inkml:trace contextRef="#ctx0" brushRef="#br0" timeOffset="488627.9479">11212 16321 0,'0'-24'0,"0"24"0,0 0 16,0 0-16,0 0 0,0 0 0,0 0 0,0 0 15,0 0-15,0 0 0,25 0 0,-25 0 0,0 0 0,0 0 16,0 0-16,24 0 0,-24 0 0,0 0 0,0 0 16,25 0-16,-25 0 0,0 0 0,0 0 0,0 0 15,25 0-15,-25 24 0,0-24 0,0 0 0,0 0 0,0 0 16,25 25-16,-25-25 0,0 0 0,0 25 0,0-25 15,0 0-15,-25 0 0,25 25 0,0-25 0,0 25 0,0-25 16,-25 0-16,25 25 0,0-25 0,0 24 0,-25-24 16,25 0-16,0 25 0,-24-25 0,24 0 0,-25 25 0,25-25 15,0 25-15,-25-25 0,25 0 0,0 25 0,0-25 0,-25 0 16,25 24-16,0-24 0,-25 0 0,25 0 0,0 25 15,0-25-15,0 0 0,0 0 0,0 25 0,0-25 0,0 0 16,0 0-16,0 0 0,0 25 0,0-25 0,0 0 16,0 0-16,0 0 0,0 0 0,0 25 0,0-25 0,25 0 15,-25 0-15,0 0 0,0 0 0,25 0 0,-25 0 0,0 24 16,0-24-16,25 0 0,-25 0 0,0 0 0,25 0 15,-25 0-15,24 0 0,-24 0 0,0 0 0,25-24 0,-25 24 16,25 0-16,-25 0 0,0 0 0,25 0 0,-25 0 16,0-25-16,25 25 0,-25 0 0,0 0 0,24 0 0,-24-25 15,0 25-15,25 0 0,-25 0 0</inkml:trace>
  <inkml:trace contextRef="#ctx0" brushRef="#br0" timeOffset="488999.9692">11584 16247 0,'0'25'16,"0"-25"-16,0 0 0,0 0 0,0 0 0,25 0 15,-25 0-15,0 25 0,0-25 0,0 0 0,0 0 0,24 24 16,-24-24-16,0 25 0,0-25 0,0 25 0,0-25 16,0 0-16,0 25 0,0 0 0,25-25 0,-25 25 0,0-25 15,0 24-15,0-24 0,0 25 0,0-25 0,0 25 16,0 0-16,-25-25 0,25 25 0,0-25 0,0 24 15,0-24-15,0 25 0,0-25 0,-24 25 0,24-25 0,0 25 0,0-25 16,0 25-16,-25-25 0,25 0 0,0 24 0,0-24 16,-25 0-16,25 25 0,0-25 0,-25 0 0,25 0 0,0 25 15,0-25-15,-25 0 0,25 0 0,0 25 0,0-25 16,-24 0-16,24 0 0,0 0 0,0 0 0,0 0 0,-25 0 15,25 0-15,0 0 0,0 0 0,0 0 0,0 0 0,0 0 16,0 0-16,0 0 0,0 0 0,-25-25 0,25 25 16,25 0-16,-25 0 0</inkml:trace>
  <inkml:trace contextRef="#ctx0" brushRef="#br0" timeOffset="489200.9807">11857 16743 0,'0'0'0,"0"0"0,0 0 0,0 0 0,0 0 0,0 0 16,0 0-16,0 0 0,0 0 0,0 0 0,0 0 16,0 0-16,0 0 0,0 0 0,0 0 0,0 0 0,0 0 15,0 0-15,0 0 0,0 0 0,0 0 0,0 0 16,0 0-16,0 0 0,0 0 0,0 0 0,0 25 0,0-25 15,0 0-15</inkml:trace>
  <inkml:trace contextRef="#ctx0" brushRef="#br0" timeOffset="489410.9927">11906 16867 0,'0'0'0,"25"0"0,-25 25 0,0-25 15,0 0-15,0 0 0,0 0 0,0 25 0,0-25 0,0 0 16,0 0-16,0 25 0,0-25 0,0 0 0,0 0 16,0 24-16,0-24 0,0 0 0,0 0 0,0 0 0,0 25 15,-25-25-15,25 0 0,0 0 0,0 0 0,0 25 16,0-25-16,0 0 0,0 0 0,0 25 0,-25-25 0,25 0 15,0 0-15,0 0 0,-24 25 0,24-25 0,0 0 0,-25 0 16,25 24-16,-25-24 0,25 0 0,-25 0 0,25 0 16,0 25-16,-25-25 0,25 0 0,0 0 0</inkml:trace>
  <inkml:trace contextRef="#ctx0" brushRef="#br0" timeOffset="490302.0436">12750 16173 0,'0'0'0,"0"0"15,0 0-15,0 0 0,0 0 0,0 0 0,-25 0 16,25 0-16,0 0 0,0 0 0,0 0 0,0 0 0,0 24 16,0-24-16,0 0 0,0 0 0,0 25 0,-25-25 15,25 25-15,0-25 0,0 25 0,0 0 0,-25-1 0,25-24 16,0 25-16,0 0 0,0 0 0,0 0 0,0 0 15,-25-1-15,25 1 0,0-25 0,0 25 0,0 0 0,0 0 16,0-25-16,0 24 0,0 1 0,0-25 0,-24 25 16,24 0-16,0-25 0,0 25 0,0-25 0,0 0 0,0 24 15,24-24-15,-24 0 0,0 25 0,0-25 0,0 0 0,0 0 16,0 25-16,0-25 0,0 0 0,0 0 0,0 0 15,0 0-15,0 0 0,0 0 0,25 0 0,-25 0 0,0 0 16,0-25-16,0 25 0,25 0 0,-25 0 0,0 0 16,25-25-16,-25 25 0,0 0 0,0-24 0,25 24 0,-25 0 15,0-25-15,0 25 0,24-25 0,-24 25 0,0-25 0,25 25 16,-25-25-16,0 1 0,0 24 0,0-25 0,25 25 15,-25-25-15,0 25 0,0-25 0,0 25 0,0-25 0,0 25 16,25 0-16,-25 0 0,0-24 0,0 24 0,0 0 16,0 0-16,0 0 0,0 0 0,0 0 0,0 0 0,0 0 15,0 24-15,0-24 0,0 0 0,0 0 0,0 25 16,0-25-16,0 25 0,0-25 0,0 25 0,0-25 15,0 25-15,0-25 0,-25 24 0,25-24 0,0 25 0,0-25 16,0 25-16,0-25 0,0 25 0,0-25 0,0 25 0,-25-25 16,25 24-16,0-24 0,0 0 0,0 25 0,0-25 0,0 0 15,0 0-15,0 25 0,-25-25 0,25 0 0,0 0 16,0 0-16,0 0 0,0 25 0,0-25 0,0 0 0,0 0 15,0 0-15,0 0 0,0 0 0,0 0 0</inkml:trace>
  <inkml:trace contextRef="#ctx0" brushRef="#br0" timeOffset="490708.0669">12923 16892 0,'0'0'0,"0"0"15,0 0-15,0 0 0,0 0 0,0 0 0,0 0 0,0 0 16,0 0-16,0 0 0,25 0 0,-25 0 0,0-25 0,0 25 16,0 0-16,0 0 0,0 0 0,25 0 0,-25 0 15,0 0-15,0 25 0,0-25 0,25 0 0,-25 0 0,0 0 16,0 0-16,0 0 0,0 0 0,24 0 0,-24 25 15,0-25-15,0 0 0,0 0 0,0 25 0,0-25 0,0 0 16,-24 0-16,24 24 0,0-24 0,0 0 0,0 25 0,0-25 16,-25 0-16,25 25 0,0-25 0,0 0 0,-25 25 15,25-25-15,0 0 0,-25 0 0,25 25 0,0-25 0,0 0 16,0 24-16,-25-24 0,25 0 0,0 0 0,0 0 15,0 25-15,0-25 0,0 0 0,0 0 0,0 0 0,0 0 16,0 0-16,0 0 0,0 25 0,0-25 0,0 0 0,0 0 16,0 0-16,25 0 0,-25 0 0,0 0 0,25 0 0,-25 0 15,25 0-15,-25 0 0,25 0 0,-25 0 0,24 0 16,1 0-16,-25 0 0,25 0 0,-25 0 0,25 0 15,-25 0-15,25 0 0,-1 0 0,-24 0 0,25 0 0,-25 0 16,25 0-16,0 0 0,-25 0 0,25-25 0,0 25 0</inkml:trace>
  <inkml:trace contextRef="#ctx0" brushRef="#br0" timeOffset="490938.08">13519 16842 0,'0'0'0,"0"-24"0,0 24 0,0 0 16,0 0-16,0 0 0,0 0 0,0 0 0,24 0 0,-24 0 16,0 0-16,0 0 0,0 0 0,25 0 0,-25 0 15,0 0-15,25 0 0,-25 0 0,0 0 0,25 0 0,-25 0 16,0 0-16,25 0 0,-25 0 0,0 0 0,24 24 15,-24-24-15,0 0 0,25 0 0,-25 0 0,0 0 0,0 0 16,0 0-16,0 0 0,0 0 0</inkml:trace>
  <inkml:trace contextRef="#ctx0" brushRef="#br0" timeOffset="491132.0911">13543 16917 0,'0'0'15,"0"0"-15,0 25 0,0-25 0,0 0 0,0 0 0,0 0 16,25 0-16,-25 0 0,0 0 0,25 0 0,-25 0 15,0 0-15,25 0 0,-25 0 0,25 0 0,-25 0 16,24 0-16,-24 0 0,25 0 0,0 0 0,-25 0 0,25 0 16,0 0-16,-25 0 0,24 0 0,1 0 0,-25 0 0,25 0 15,0 0-15,-25 0 0,25 0 0,-1 0 0,1 0 0,0 0 16</inkml:trace>
  <inkml:trace contextRef="#ctx0" brushRef="#br0" timeOffset="491423.1078">14486 16644 0,'0'0'0,"0"0"0,-25-25 0,25 25 0,0 0 16,0 0-16,0 0 0,0 0 0,0 0 0,0 0 15,0 0-15,0 0 0,-25 0 0,25 0 0,0 0 0,0 0 16,0 25-16,-24-25 0,24 25 0,0-25 0,0 25 16,-25-25-16,25 24 0,0-24 0,0 25 0,-25 0 0,25-25 15,0 25-15,-25 0 0,25-25 0,0 24 0,0 1 0,-25-25 16,25 25-16,0 0 0,0-25 0,0 25 0,0-25 15,0 24-15,0 1 0,0-25 0,0 25 0,0-25 0,0 0 16,0 25-16,0-25 0,0 0 0,25 25 0,-25-25 16,0 0-16,25 0 0,-25 0 0,0 0 0</inkml:trace>
  <inkml:trace contextRef="#ctx0" brushRef="#br0" timeOffset="492173.1507">15280 16545 0,'0'0'0,"0"0"16,0 0-16,0 0 0,0 0 0,-25-25 0,25 25 0,0 0 15,0 0-15,0 0 0,0 0 0,0 0 0,0 0 16,0 0-16,0-25 0,0 25 0,0 0 0,0 0 16,0 0-16,-25 0 0,25 0 0,0 0 0,0 0 0,0 0 15,0 0-15,0 25 0,0-25 0,-25 0 0,25 0 0,0 0 16,0 25-16,0-25 0,-25 0 0,25 25 0,0-25 15,0 24-15,0-24 0,-24 25 0,24-25 0,0 25 0,0-25 16,0 25-16,0-25 0,0 25 0,0-25 0,0 24 16,-25-24-16,25 25 0,25-25 0,-25 0 0,0 25 0,0-25 15,0 0-15,0 25 0,0-25 0,24 0 0,-24 0 0,0 25 16,0-25-16,25 0 0,-25 0 0,0 0 0,25 0 15,-25 0-15,0 0 0,0 0 0,25 0 0,-25-25 0,0 25 16,25 0-16,-25 0 0,0-25 0,24 25 0,-24 0 16,0-25-16,25 25 0,-25 0 0,0-25 0,0 25 0,25-24 15,-25 24-15,0-25 0,0 25 0,0-25 0,0 25 16,0-25-16,0 25 0,0-25 0,0 25 0,0-24 0,0 24 15,0-25-15,0 25 0,0-25 0,0 25 0,0 0 0,0 0 16,0-25-16,0 25 0,0 0 0,0 0 0,0 0 16,-25 0-16,25 0 0,0 0 0,0 25 0,0-25 0,0 0 15,0 0-15,0 0 0,-25 25 0,25-25 0,0 0 16,0 25-16,0-25 0,0 0 0,0 24 0,0-24 0,-24 0 15,24 0-15,0 25 0,0-25 0,0 0 0</inkml:trace>
  <inkml:trace contextRef="#ctx0" brushRef="#br0" timeOffset="492413.1644">15453 16768 0,'0'0'0,"0"0"15,0 0-15,0 0 0,0 0 0,0 0 0,0 0 16,0 0-16,0 25 0,0-25 0,0 0 0,0 0 15,0 0-15,0 0 0,0 0 0,0 0 0,0 25 0,0-25 16,0 0-16,0 0 0,0 24 0,0-24 0,0 0 0,0 25 16,-24-25-16,24 25 0,0-25 0,0 0 0,0 25 0,0-25 15,0 0-15,0 25 0,-25-25 0,25 0 0,0 24 16,0-24-16,0 0 0,-25 25 0,25-25 0,0 0 0,0 25 15,0-25-15,-25 0 0,25 0 0,0 0 0,0 25 16,0-25-16</inkml:trace>
  <inkml:trace contextRef="#ctx0" brushRef="#br0" timeOffset="492853.1896">15801 17066 0,'0'0'0,"0"0"0,0 0 0,0 0 16,0-25-16,0 25 0,0 0 0,0 0 0,0 0 15,0-25-15,0 25 0,0 0 0,24 0 0,-24 0 0,0-25 16,0 25-16,0 0 0,0 0 0,25-25 0,-25 25 15,0 0-15,0-24 0,0 24 0,25 0 0,-25-25 0,0 25 16,0 0-16,25-25 0,-25 25 0,0 0 0,0-25 0,25 25 16,-25 0-16,0-25 0,0 25 0,0 0 0,24-24 15,-24 24-15,0 0 0,0-25 0,0 25 0,0-25 0,25 25 16,-25 0-16,0-25 0,0 25 0,0 0 0,0-25 15,0 25-15,25 0 0,-25 0 0,0 0 0,0-24 0,0 24 16,0 0-16,0 0 0,0 0 0,0 0 0,0 24 0,0-24 16,0 0-16,0 0 0,0 0 0,0 25 0,0-25 15,0 0-15,0 25 0,0-25 0,0 25 0,0-25 0,-25 25 16,25-25-16,0 0 0,0 24 0,0-24 0,0 25 15,-25-25-15,25 25 0,0-25 0,0 0 0,0 25 0,0-25 16,0 0-16,-24 25 0,24-25 0,0 0 0,0 24 0,0-24 16,0 0-16,-25 25 0,25-25 0,0 0 0,0 0 15,0 25-15,0-25 0,0 0 0,0 0 0,0 0 0,0 0 16,0 0-16,0 0 0</inkml:trace>
  <inkml:trace contextRef="#ctx0" brushRef="#br0" timeOffset="493098.2036">16197 17115 0,'0'0'0,"0"0"0,0 0 15,0 0-15,0 0 0,0 25 0,0-25 0,0 0 0,0 0 16,0 0-16,0 25 0,0-25 0,0 0 0,-24 0 15,24 25-15,0-25 0,0 0 0,0 24 0,0-24 0,0 0 16,0 25-16,0-25 0,-25 0 0,25 25 0,0-25 0,0 0 16,0 0-16,0 25 0,-25-25 0,25 0 0,0 0 15,0 25-15,0-25 0,0 0 0,0 0 0,0 0 0,0 24 16,-25-24-16,25 0 0,0 0 0,0 0 0,0 0 15,0 0-15</inkml:trace>
  <inkml:trace contextRef="#ctx0" brushRef="#br0" timeOffset="493406.2212">16594 16842 0,'0'0'15,"0"-24"-15,0 24 0,0 0 0,0 0 0,25-25 0,-25 25 16,0 0-16,0 0 0,0 0 0,0 0 0,25-25 15,-25 25-15,0 0 0,25 0 0,-25 0 0,0 0 0,25 0 16,-25 0-16,24 0 0,-24 0 0,25 0 0,-25 0 0,25 0 16,-25 0-16,25 0 0,-25 0 0,25 0 0,-25 0 15,0 0-15,24 0 0,-24 0 0,25 0 0,-25 0 0,25 0 16,-25 0-16,0 0 0,25 0 0,-25 0 0</inkml:trace>
  <inkml:trace contextRef="#ctx0" brushRef="#br0" timeOffset="493807.2441">17214 16694 0,'0'0'15,"0"-25"-15,0 25 0,0 0 0,0 0 0,0 0 0,0 0 16,0 0-16,0 0 0,0 0 0,0 0 0,0 0 15,0 0-15,0 0 0,0 0 0,0 0 0,0 0 0,0 0 16,0 0-16,0 0 0,-24 0 0,24 0 0,0 0 16,0 0-16,-25 0 0,25 0 0,0 25 0,0-25 0,-25 0 15,25 0-15,0 0 0,-25 24 0,25-24 0,0 0 16,-25 0-16,25 25 0,0-25 0,0 0 0,0 0 0,-24 0 15,24 25-15,0-25 0,0 0 0,0 0 0,0 0 0,0 0 16,0 25-16,0-25 0,0 0 0,0 0 0,0 0 16,0 0-16,0 25 0,0-25 0,0 0 0,0 0 0,0 0 15,0 0-15,0 0 0,0 24 0,0-24 0,0 0 16,24 0-16,-24 0 0,0 0 0,0 0 0,25 0 0,-25 0 15,0 25-15,0-25 0,25 0 0,-25 0 0,0 0 0,25 0 16,-25 0-16,0 0 0,25 0 0,-25 0 0,0 0 16,24 25-16,-24-25 0,0 0 0,25 0 0,-25 0 0,0 0 15,0 0-15,25 0 0,-25-25 0,0 25 0,0 0 16,0 0-16,0 0 0,25 0 0,-25 0 0,0-25 0,0 25 15,0 0-15,0 0 0,0 0 0</inkml:trace>
  <inkml:trace contextRef="#ctx0" brushRef="#br0" timeOffset="494053.2582">17239 16718 0,'0'0'0,"0"-24"0,0 24 0,0 0 0,0 0 0,0 0 16,0 0-16,0 0 0,0 0 0,0 0 0,0 0 0,0 0 16,0 0-16,0 0 0,0 0 0,0 0 0,0 24 15,0-24-15,0 0 0,0 25 0,0-25 0,0 25 0,-25-25 16,25 25-16,0-25 0,0 25 0,0-1 0,0-24 15,0 25-15,-24-25 0,24 25 0,0 0 0,0-25 0,0 25 16,0-25-16,-25 24 0,25-24 0,0 25 0,0-25 0,0 25 16,0-25-16,-25 0 0,25 25 0,0-25 0,0 0 15,0 25-15,0-25 0,0 0 0,-25 0 0,25 24 16,0-24-16,0 0 0,0 0 0,0 0 0,0 0 0,0 0 15,0 0-15,0 0 0,0 0 0,0 0 0,0 0 0,0 0 16,0 0-16</inkml:trace>
  <inkml:trace contextRef="#ctx0" brushRef="#br0" timeOffset="494231.2684">17388 16942 0,'0'0'0,"0"0"0,0 0 15,0-25-15,25 25 0,-25 0 0,0 0 0,0 0 16,0 0-16,0 0 0,0 0 0,0 0 0,0 0 0,0 0 15,0 0-15,0 0 0,0 0 0,0 0 0,0 0 0,0 0 16,0 0-16,0 0 0,0 0 0,0 0 0,0 0 16,-25 0-16,25 0 0,0 25 0,0-25 0</inkml:trace>
  <inkml:trace contextRef="#ctx0" brushRef="#br0" timeOffset="494427.2796">17438 17041 0,'0'0'0,"0"0"0,0 0 15,-25 25-15,25-25 0,0 0 0,0 24 0,0-24 16,0 0-16,0 25 0,0-25 0,0 0 0,0 25 0,0-25 15,0 25-15,0-25 0,0 0 0,0 25 0,-25-25 0,25 0 16,0 24-16,0-24 0,0 0 0,0 0 0,0 25 16,0-25-16,0 0 0,-25 0 0,25 25 0,0-25 0,0 0 15,-25 0-15,25 0 0,-24 0 0,24 25 0,0-25 16,-25 0-16,25 0 0,-25 0 0,25 0 0,0 0 0,-25 0 15,25 0-15</inkml:trace>
  <inkml:trace contextRef="#ctx0" brushRef="#br0" timeOffset="495343.332">18256 16570 0,'0'-25'0,"0"25"15,0 0-15,0 0 0,0 0 0,0 0 0,0-25 16,0 25-16,0 0 0,0 0 0,25 0 0,-25 0 0,0 0 16,0 0-16,0-25 0,0 25 0,0 0 0,0 0 15,0 0-15,0 0 0,25 0 0,-25 0 0,0 0 0,0 0 16,25 0-16,-25 0 0,24 0 0,-24 0 0,0 0 15,25 0-15,-25 0 0,25 0 0,-25 0 0,0 0 0,25 0 16,-25 0-16,0 25 0,0-25 0,25 0 0,-25 0 16,0 0-16,0 25 0,0-25 0,0 0 0,0 0 0,0 25 15,0-25-15,0 0 0,0 24 0,-25-24 0,25 25 0,0-25 16,-25 0-16,25 25 0,-25-25 0,25 0 0,-25 25 15,25-25-15,-24 0 0,24 0 0,-25 25 0,25-25 0,-25 0 16,25 0-16,-25 24 0,25-24 0,-25 0 0,25 0 16,0 0-16,0 25 0,0-25 0,-24 0 0,24 0 0,0 0 15,0 0-15,0 0 0,0 0 0,24 0 0,-24 25 16,0-25-16,0 0 0,0 0 0,0 0 0,25 0 0,-25 0 15,0 0-15,0 25 0,25-25 0,-25 0 0,0 0 0,25 0 16,-25 25-16,0-25 0,0 0 0,25 0 0,-25 24 16,0-24-16,0 0 0,24 0 0,-24 25 0,0-25 0,0 0 15,0 25-15,0-25 0,0 0 0,0 25 0,0-25 16,0 0-16,0 0 0,0 25 0,-24-25 0,24 0 0,0 0 15,0 24-15,-25-24 0,25 0 0,0 0 0,-25 0 16,25 0-16,0 0 0,-25 0 0,25 25 0,0-25 0,-25 0 16,25 0-16,0 0 0,-24 0 0,24 0 0,0 0 0,0 0 15,-25 0-15,25 0 0,0 0 0,0 0 0,0 0 16,-25 0-16,25 0 0,0-25 0,0 25 0,0 0 78,0 0-78,0 0 0,0-24 0,0 24 0</inkml:trace>
  <inkml:trace contextRef="#ctx0" brushRef="#br0" timeOffset="495586.3459">18752 16446 0,'0'0'0,"0"0"0,25 0 0,-25 0 0,0 0 16,0 0-16,0 0 0,0-25 0,25 50 0,-25-25 0,0 0 15,0 0-15,25 0 0,-25 0 0,0 0 0,0 24 16,0-24-16,25 0 0,-25 25 0,0-25 0,0 25 0,0-25 15,0 25-15,0 0 0,0-25 0,0 24 0,0-24 0,0 25 16,0 0-16,0-25 0,0 25 0,0-25 0,0 25 16,0-1-16,0-24 0,-25 25 0,25 0 0,0-25 0,0 25 15,0-25-15,-25 25 0,25-1 0,0-24 0,-25 25 16,25 0-16,0-25 0,-25 25 0,25-25 0,0 25 0,-24-25 15,24 24-15,0-24 0,-25 25 0,25-25 0,-25 0 0,25 25 16,0-25-16,-25 0 0,25 0 0,-25 25 0,25-25 16,0 0-16,-24 0 0,24 0 0,0 0 0,-25 0 0,25 0 15,0 0-15,0 0 0,-25 0 0,25 0 0,0 0 16,0 0-16,0 0 0,0 0 0</inkml:trace>
  <inkml:trace contextRef="#ctx0" brushRef="#br0" timeOffset="496032.3714">19348 16743 0,'0'-25'0,"0"25"0,0 0 0,0 0 0,0 0 0,0 0 16,0 0-16,0 0 0,0 0 0,0 0 0,0 0 15,0 0-15,0 0 0,0 0 0,0 0 0,0 0 0,0 0 16,0 0-16,0 0 0,0 0 0,0 0 0,0 25 0,0-25 16,0 0-16,-25 0 0,25 0 0,0 0 0,0 25 0,0-25 15</inkml:trace>
  <inkml:trace contextRef="#ctx0" brushRef="#br0" timeOffset="496277.3854">19323 17016 0,'0'0'0,"0"0"15,0 25-15,0-25 0,0 0 0,0 25 0,0-25 16,0 24-16,0-24 0,0 0 0,0 25 0,0-25 0,0 0 16,0 25-16,0-25 0,0 0 0,0 25 0,0-25 15,0 25-15,0-25 0,0 0 0,0 24 0,0-24 0,0 0 16,0 25-16,-25-25 0,25 0 0,0 0 0,0 25 0,-25-25 15,25 0-15,0 25 0,-25-25 0,25 0 0,0 0 16,-24 25-16,24-25 0,0 0 0,-25 0 0,25 24 16,0-24-16,-25 0 0,25 0 0,0 0 0,-25 25 0,25-25 15,0 0-15,-25 0 0,25 0 0,0 0 0,0 0 0</inkml:trace>
  <inkml:trace contextRef="#ctx0" brushRef="#br0" timeOffset="497204.4384">20340 16694 0,'0'0'0,"0"-25"0,0 25 0,0 0 0,0 0 16,0 0-16,0-25 0,0 25 0,0 0 0,0 0 16,25 0-16,-25 0 0,0-25 0,0 25 0,0 0 0,0 0 15,0 0-15,0 0 0,0 0 0,0 0 0,0 0 0,0 0 16,0 0-16,0 0 0,-25 0 0,25 0 0,0 0 15,0 0-15,0 25 0,0-25 0,0 0 0,0 0 0,-25 25 16,25-25-16,0 25 0,0-25 0,0 0 0,0 24 16,0-24-16,0 25 0,-25-25 0,25 25 0,0 0 0,0-25 15,0 25-15,-25-25 0,25 24 0,0 1 0,0-25 0,0 25 16,-24 0-16,24-25 0,0 25 0,0-25 0,0 24 15,0-24-15,0 25 0,0-25 0,0 0 0,0 25 0,0-25 16,0 0-16,0 0 0,0 25 0,0-25 0,0 0 16,0 0-16,0 0 0,24 0 0,-24 0 0,0 0 0,0 0 15,0 0-15,25 0 0,-25 0 0,0 0 0,0 0 0,25 0 16,-25 0-16,0 0 0,25 0 0,-25 0 0,0 0 15,25-25-15,-25 25 0,0 0 0,0 0 0,24-25 0,-24 25 16,0 0-16,25-25 0,-25 25 0,0 0 0,25-24 16,-25 24-16,0-25 0,25 25 0,-25-25 0,0 0 0,25 25 15,-25-25-15,0 25 0,0-24 0,24 24 0,-24-25 0,0 25 16,0-25-16,0 25 0,25-25 0,-25 25 0,0 0 15,0-25-15,0 25 0,0 0 0,0-24 0,0 24 16,0 0-16,0 0 0,0 0 0,0 0 0,0-25 0,25 25 16,-25 0-16,0 0 0,-25 0 0,25 0 0,0 0 0,0 0 15,0 0-15,0 0 0,0 25 0,0-25 0,0 0 16,0 0-16,0 0 0,0 24 0,0-24 0,0 25 0,0-25 15,0 25-15,0-25 0,-25 25 0,25-25 0,0 25 0,0-25 16,0 24-16,0-24 0,-24 25 0,24-25 0,0 25 16,0-25-16,0 25 0,0-25 0,0 25 0,-25-25 0,25 0 15,0 24-15,0-24 0,0 25 0,0-25 0,0 0 16,0 25-16,0-25 0,0 0 0,-25 0 0,25 25 0,0-25 15,0 0-15,0 0 0,0 0 0,0 0 0,0 25 0,0-25 16,0 0-16,0 0 0,0 0 0,0 0 0,0 0 16,0 0-16,0 0 0,0 0 0,0 0 0,0 0 0,0 0 15,0 0-15</inkml:trace>
  <inkml:trace contextRef="#ctx0" brushRef="#br0" timeOffset="497740.4691">20563 17165 0,'0'0'0,"0"0"0,0 0 0,0-25 0,0 25 0,0 0 15,25 0-15,-25 0 0,0 0 0,0 0 0,0 0 0,0 0 16,0 0-16,0 0 0,0 0 0,25 0 0,-25 0 15,0 0-15,0 0 0,0 0 0,0 0 0,24 0 0,-24 0 16,0 0-16,0 0 0,0 0 0,25 0 0,-25 0 16,0 25-16,0-25 0,0 0 0,25 0 0,-25 0 0,0 25 15,0-25-15,0 0 0,0 0 0,0 0 0,0 24 0,0-24 16,0 0-16,0 0 0,0 25 0,0-25 0,-25 0 15,25 0-15,0 25 0,0-25 0,0 0 0,-25 0 16,25 0-16,0 25 0,0-25 0,-24 0 0,24 0 0,0 0 16,0 25-16,-25-25 0,25 0 0,0 0 0,0 0 0,0 0 15,-25 0-15,25 0 0,0 24 0,0-24 0,0 0 0,0 0 16,0 0-16,0 0 0,25 0 0,-25 0 0,0 25 15,0-25-15,0 0 0,0 0 0,0 0 0,25 0 0,-25 25 16,0-25-16,0 0 0,0 0 0,0 0 0,24 25 16,-24-25-16,0 0 0,0 0 0,0 0 0,0 25 0,25-25 15,-25 0-15,0 0 0,0 24 0,0-24 0,0 0 16,0 0-16,0 0 0,0 25 0,0-25 0,0 0 0,0 0 0,0 0 15,0 0-15,0 0 0,0 25 0,-25-25 0,25 0 16,0 0-16,0 0 0,-24 0 0,24 0 0,0 0 0,0 0 16,-25 0-16,25 0 0,0 0 0,0 0 0,-25 0 0,25 0 15,0 0-15,0 0 0,0 0 0,-25 0 0,25 0 0,0 0 16,0 0-16,0 0 0,0-25 0,0 25 0,0 0 0,0 0 15,0 0-15,0 0 0,0-25 0,0 25 0,0 0 16,0 0-16,0-24 0,0 24 0,0 0 0,0-25 0,0 25 16,0-25-16,25 25 0,-25 0 0</inkml:trace>
  <inkml:trace contextRef="#ctx0" brushRef="#br0" timeOffset="498036.486">21134 16991 0,'0'0'0,"0"0"0,0 0 0,0 0 0,0 0 16,0 0-16,0 0 0,0 0 0,0-25 0,24 25 0,-24 0 15,0 0-15,0 0 0,0 0 0,0 0 0,25 0 16,-25 0-16,0 0 0,0 0 0,25 0 0,-25 0 0,25 0 16,-25 0-16,0 0 0,25 0 0,-25 0 0,0 0 0,24 25 15,-24-25-15,0 0 0,0 0 0,25 0 16,-25 0-16,0 0 0,0 0 0,25 0 0,-25 0 0,0 0 0,0 0 15,0 0-15,0 0 0,0 0 0,0 0 0,0 0 16,0 0-16,0 0 0,0 0 0</inkml:trace>
  <inkml:trace contextRef="#ctx0" brushRef="#br0" timeOffset="498242.4978">21084 17140 0,'0'0'0,"-25"0"0,25 0 0,0 0 0,0 25 15,0-25-15,0 0 0,25 0 0,-25 0 0,0 0 0,0 0 16,0 0-16,0 0 0,25 0 0,-25 0 0,0 0 15,25 25-15,-25-25 0,0 0 0,24 0 0,-24 0 0,25 0 16,-25 0-16,25 0 0,-25 0 0,0 0 0,25 0 0,-25 0 16,25 0-16,-25 0 0,0 0 0,24 0 0,-24 0 15,25 0-15,-25 0 0,25 0 0,-25 0 0,25 0 16,-25 0-16,0 0 0,25 0 0,-25 0 0,24 0 0</inkml:trace>
  <inkml:trace contextRef="#ctx0" brushRef="#br0" timeOffset="498633.5202">21878 16594 0,'0'0'0,"-25"0"0,25-24 0,0 24 16,0 0-16,0 0 0,0-25 0,0 25 0,-25 0 0,25 0 15,0 0-15,0-25 0,0 25 0,0 0 0,-25 0 16,25 0-16,0 0 0,0 25 0,-24-25 0,24 0 0,0 0 16,-25 25-16,25-25 0,0 24 0,-25-24 0,25 25 0,-25-25 15,25 25-15,0 0 0,-25 0 0,25-25 0,0 24 16,-25 1-16,25 0 0,0-25 0,-24 25 0,24 0 0,0-1 15,0 1-15,0 0 0,0 0 0,-25-25 0,25 25 16,0-1-16,0 1 0,0-25 0,25 25 0,-25-25 0,0 25 16,0-25-16,0 25 0,0-25 0,0 24 0,24-24 0,-24 0 15,0 25-15,0-25 0,25 0 0,-25 25 0,0-25 16,25 0-16,-25 0 0,25 0 0,-25 0 0,0 0 0</inkml:trace>
  <inkml:trace contextRef="#ctx0" brushRef="#br0" timeOffset="499416.565">22597 16545 0,'0'0'0,"0"0"0,0 0 0,0 0 0,0 0 0,0 0 15,0 0-15,0 0 0,0 0 0,0 0 0,0 0 16,0 0-16,0 0 0,0 0 0,0 0 0,0 0 0,0 0 15,-25 0-15,25 0 0,0 0 0,0 0 0,0 0 16,0 0-16,0 25 0,0-25 0,0 0 0,-25 0 0,25 0 16,0 24-16,0-24 0,0 0 0,0 25 0,-24-25 0,24 0 15,0 0-15,0 25 0,0-25 0,0 0 0,0 25 16,0-25-16,-25 0 0,25 25 0,0-25 0,0 0 0,0 24 15,0-24-15,0 0 0,0 25 0,0-25 0,0 25 16,0-25-16,0 0 0,0 25 0,0-25 0,0 0 0,0 25 16,0-25-16,25 0 0,-25 24 0,0-24 0,0 0 0,0 25 15,0-25-15,0 0 0,24 25 0,-24-25 0,0 0 16,0 25-16,25-25 0,-25 0 0,0 25 0,0-25 0,25 0 15,-25 24-15,0-24 0,0 0 0,0 25 0,25-25 16,-25 0-16,0 0 0,0 25 0,0-25 0,0 0 0,0 0 16,0 25-16,0-25 0,0 0 0,0 0 0,0 0 15,0 25-15,0-25 0,0 0 0,0 0 0,0 0 0,0 0 16,0 0-16,0 0 0,0 0 0,-25 0 0,25 24 0,0-24 15,0 0-15,-25 0 0,25 0 0,0 0 0,0 0 16,-25 0-16,25 0 0,0 0 0,0 0 0,-24 0 0,24-24 16,0 24-16,-25 0 0,25 0 0,0 0 0,0 0 0,-25 0 15,25-25-15,0 25 0,0 0 0,0 0 0,0-25 16,0 25-16,0 0 0,0-25 0,0 25 0,0-25 0,0 25 15</inkml:trace>
  <inkml:trace contextRef="#ctx0" brushRef="#br0" timeOffset="499618.5765">22622 16669 0,'0'-25'0,"0"25"0,0 0 0,0 0 0,0 0 0,0 0 16,25 0-16,-25-25 0,0 25 0,0 0 0,24 0 0,-24 0 15,0 0-15,25 0 0,-25 0 0,25 0 0,-25 0 16,0 25-16,25-25 0,0 0 0,-25 0 0,25 0 0,-25 0 15,24 0-15,-24 25 0,25-25 0,-25 0 0,25 0 16,-25 0-16,25 25 0,-25-25 0,25 0 0,-25 0 0,24 0 16,-24 0-16,0 24 0,25-24 0,-25 0 0,0 0 0</inkml:trace>
  <inkml:trace contextRef="#ctx0" brushRef="#br0" timeOffset="499808.5874">22969 16743 0,'0'0'0,"0"0"0,0 0 16,0 0-16,0 0 0,0 0 0,0 0 0,0 0 15,0 0-15,0 0 0,0 0 0,0 0 0,0 0 0,0 0 16,0 0-16,0 0 0,0 0 0,0 0 0,0 0 0,25 0 16,-25 0-16,0 0 0,0 0 0,0 0 0,0 25 15,0-25-15,0 0 0,0 0 0,0 0 0,0 0 16,0 25-16,0-25 0,0 0 0,0 0 0,0 25 0,-25-25 15,25 0-15</inkml:trace>
  <inkml:trace contextRef="#ctx0" brushRef="#br0" timeOffset="500038.6005">22994 17165 0,'0'0'0,"0"0"16,0 0-16,0 0 0,0 0 0,0 25 0,0-25 0,0 0 16,0 0-16,0 0 0,0 0 0,0 0 0,0 24 15,0-24-15,0 0 0,0 0 0,0 25 0,0-25 0,0 0 16,0 0-16,0 25 0,0-25 0,0 25 0,0-25 0,-25 0 15,25 25-15,0-25 0,0 24 0,0-24 0,0 0 16,0 25-16,0-25 0,0 0 0,-25 25 0,25-25 0,0 0 16,0 25-16,0-25 0,-24 0 0,24 0 0,0 25 15,0-25-15,0 0 0,-25 0 0,25 0 0,0 0 0,0 0 0,0 0 16,0 0-16,0 0 0,0 0 0,0 24 0,0-24 0</inkml:trace>
  <inkml:trace contextRef="#ctx0" brushRef="#br0" timeOffset="500572.6311">23440 16867 0,'0'0'0,"0"0"16,0-25-16,0 25 0,0 0 0,0 0 0,0 0 0,0-24 15,0 24-15,0 0 0,0 0 0,0 0 0,0 0 16,0 0-16,0 0 0,25 0 0,-25-25 0,0 25 0,0 0 16,25 0-16,-25 0 0,0 0 0,25 0 0,-25 0 15,0 0-15,25 0 0,-25 0 0,0 0 0,24 0 0,-24 0 16,0 0-16,0 25 0,25-25 0,-25 0 0,0 0 0,0 0 15,0 0-15,0 0 0,0 0 0,0 24 0,0-24 16,0 0-16,0 25 0,-25-25 0,25 25 0,0-25 0,0 0 16,-24 25-16,24-25 0,0 25 0,-25-25 0,25 24 15,-25-24-15,25 0 31,0 25 1,-25-25-32,25 25 0,-25-25 0,25 25 0,-24-25 0,24 25 0,0-25 0,-25 0 0,25 24 0,0-24 0,0 0 0,-25 25 0,25-25 0,0 0 0,0 0 0,0 25 0,0-25 0,0 0 0,0 0 0,0 25 0,0-25 15,0 0-15,0 0 0,0 25 0,0-25 0,0 0 0,0 0 0,25 0 0,-25 24 0,0-24 0,0 0 16,0 0-16,25 0 0,-25 0 0,0 25 0,0-25 0,24 0 15,-24 0-15,0 0 0,25 0 0,-25 0 0,0 0 16,25 0-16,-25 0 0,0 0 0,25 0 0,-25 0 0,0 0 16,25 0-16,-25 0 0,0 0 0,24 0 0,-24 0 15,25 0-15,-25 0 0,0-25 0,25 25 0,-25 0 0,0 0 16,25-24-16</inkml:trace>
  <inkml:trace contextRef="#ctx0" brushRef="#br0" timeOffset="500816.645">23837 17140 0,'0'0'0,"0"0"15,0 0-15,0 0 0,0 0 0,0 0 0,0 0 16,0 0-16,0 0 0,0 0 0,0 0 0,0 0 0,0 0 16,0 0-16,0 0 0,0 0 0,0 25 0,0-25 15,0 0-15,0 0 0,0 0 0,0 0 0,0 0 0,0 0 16,25 0-16,-25 0 0,0 25 0,0-25 0,0 0 0,0 0 15,0 0-15,0 0 0,0 24 0</inkml:trace>
  <inkml:trace contextRef="#ctx0" brushRef="#br0" timeOffset="500975.6541">23937 17338 0,'0'0'0,"0"0"0,0 0 0,0 0 0,0 0 0,0 0 0,0 0 0,0 25 0,0-25 0,0 0 15,0 0-15,-25 0 0,25 25 0,0-25 0,0 0 0,0 0 16,0 0-16,0 25 0,0-25 0,0 0 0,0 25 0,-25-25 15,25 0-15,0 24 0,0-24 0,0 0 0,-25 25 0,25-25 16,0 0-16,0 0 0,-25 25 0,25-25 0,0 0 0,0 0 16,-25 25-16,25-25 0,0 0 0,0 0 0,0 0 15,-24 0-15,24 25 0,0-25 0,0 0 0,0 0 0,0 0 16,0 0-16,0 0 0,0 0 0,0 0 0</inkml:trace>
  <inkml:trace contextRef="#ctx0" brushRef="#br0" timeOffset="501452.6814">24457 17214 0,'0'0'0,"0"0"0,0-24 0,25 24 0,-25 0 16,0-25-16,25 25 0,-25 0 0,0-25 0,25 25 15,-25-25-15,0 25 0,25-25 0,-25 25 0,24-24 0,-24 24 16,25-25-16,-25 25 0,25-25 0,-25 25 0,25-25 0,-25 25 15,25-25-15,-25 25 0,0 0 0,24-24 0,-24 24 16,25 0-16,-25-25 0,0 25 0,0 0 0,25 0 0,-25-25 16,0 25-16,0 0 0,0 0 0,0 0 0,25-25 15,-25 25-15,0 0 0,0 0 0,0 0 0,0 0 0,0 0 16,0 0-16,0 0 0,0-25 0,0 25 0,0 0 15,0 0-15,0 0 0,0 0 0,0 0 0,0 0 0,0 0 16,0 0-16,0-24 0,0 24 0,0 0 0,0 0 0,0 24 16,0-24-16,0 0 0,-25 0 0,25 0 0,0 25 15,0-25-15,0 25 0,0-25 0,0 25 0,0-25 0,0 25 16,-25-1-16,25-24 0,0 25 0,0-25 0,0 25 0,0-25 15,0 25-15,-25-25 0,25 25 0,0-25 0,0 0 16,0 24-16,0-24 0,0 25 0,0-25 0,0 0 0,0 25 16,0-25-16,-24 0 0,24 0 0,0 25 0,0-25 15,0 0-15,0 0 0,0 0 0,0 0 0,0 0 0,0 0 16,0 0-16,0 0 0,0 0 0,0 0 0,0 0 0,0 0 15,0 0-15,0 0 0,0 0 0</inkml:trace>
  <inkml:trace contextRef="#ctx0" brushRef="#br0" timeOffset="501670.6939">25003 17016 0,'0'0'0,"0"0"0,0 0 0,0 0 0,0 0 0,0 0 15,0 0-15,0 0 0,0 0 0,0 0 0,0 0 16,0 0-16,0 0 0,0 0 0,0 0 0,0 0 0,0 0 16,0 0-16,0 0 0,0 0 0,0 0 0,0 0 15,0 0-15,25 0 0,-25 25 0,0-25 0,0 0 0,0 0 16,0 0-16,0 0 0,0 25 0</inkml:trace>
  <inkml:trace contextRef="#ctx0" brushRef="#br0" timeOffset="501879.7058">25003 17289 0,'0'0'0,"0"0"0,0 25 0,0-25 0,0 0 16,-25 24-16,25-24 0,0 0 0,0 25 0,0-25 15,-24 0-15,24 25 0,0-25 0,0 0 0,-25 25 0,25-25 16,0 0-16,0 25 0,-25-25 0,25 0 0,0 24 0,0-24 15,-25 0-15,25 0 0,0 25 0,-25-25 0,25 0 0,0 0 16,-25 25-16,25-25 0,0 0 0,-24 0 0,24 0 16,0 0-16,0 0 0,-25 0 0,25 25 0,0-25 0,0 0 15</inkml:trace>
  <inkml:trace contextRef="#ctx0" brushRef="#br0" timeOffset="502777.7572">25846 16867 0,'0'-25'15,"0"25"-15,0 0 0,0-24 0,0 24 0,0 0 0,0-25 16,0 25-16,0 0 0,0-25 0,0 25 0,0 0 0,-24-25 15,24 25-15,0 0 0,0 0 0,0 0 0,0-25 16,0 25-16,0 0 0,0 0 0,0 0 0,-25-24 0,25 24 16,0 0-16,0 0 0,0 0 0,0 0 0,0 0 15,-25 0-15,25 0 0,0 0 0,0 0 0,0 0 0,-25 0 16,25 0-16,0 0 0,0 0 0,-25 0 0,25 0 0,0 0 15,-24 24-15,24-24 0,0 0 0,0 0 0,-25 0 16,25 25-16,0-25 0,-25 0 0,25 0 0,0 25 0,0-25 16,0 0-16,-25 25 0,25-25 0,0 0 0,0 0 15,0 25-15,0-25 0,0 0 0,0 0 0,0 24 0,0-24 16,0 0-16,0 0 0,0 0 0,0 25 0,0-25 15,0 0-15,0 0 0,0 0 0,25 0 0,-25 25 0,0-25 16,0 0-16,25 0 0,-25 0 0,0 0 0,0 0 0,25 0 16,-25 0-16,0 0 0,24 0 0,-24 0 0,0 0 15,25 0-15,-25-25 0,0 25 0,25 0 0,-25 0 0,0 0 16,0 0-16,25 0 0,-25-25 0,0 25 0,0 0 15,25 0-15,-25-24 0,0 24 0,0 0 0,0 0 0,24-25 16,-24 25-16,0 0 0,0 0 0,0-25 0,0 25 16,0 0-16,0 0 0,25 0 0,-25 0 0,0 0 0,0 0 15,0 0-15,0 0 0,0 0 0,0 0 0,0 0 0,0 0 16,0 0-16,0 0 0,0 0 0,0 25 0,0-25 15,-25 0-15,25 0 0,0 25 0,0-25 0,0 0 0,0 24 16,0-24-16,0 25 0,0-25 0,0 25 0,0-25 0,0 25 16,0-25-16,-24 25 0,24-25 0,0 24 0,0-24 15,0 25-15,0-25 0,0 25 0,0-25 0,0 25 16,0-25-16,-25 0 0,25 25 0,0-25 0,0 24 0,0-24 15,0 0-15,-25 25 0,25-25 0,0 0 0,0 0 0,0 25 16,0-25-16,-25 0 0,25 0 0,0 25 0,0-25 0,0 0 16,-25 0-16,25 0 0,0 0 0,-24 25 0,24-25 15,0 0-15,0 0 0,-25 0 0,25 0 0,-25 0 0,25 0 16,0 0-16,-25 0 0,25 0 0,0 0 0,-25 0 15,25 0-15,0-25 0,0 25 0,-24 0 0,24 0 0,0 0 16,0 0-16,0 0 0,-25 0 0,25 0 0,0 0 0,0-25 16,0 25-16,0 0 0,0 0 0,0 0 0,0 0 15,0 0-15,0-25 0,0 25 0,0 0 0,25 0 0,-25 0 16,0-25-16,0 25 0,24 0 0,-24-24 0,0 24 15,25 0-15,-25-25 0,25 25 0</inkml:trace>
  <inkml:trace contextRef="#ctx0" brushRef="#br0" timeOffset="503367.791">26318 16644 0,'0'0'0,"0"0"0,0 0 0,0 0 0,0-25 0,0 25 16,0 0-16,0 0 0,0 0 0,0 0 0,0 0 15,0 0-15,0 0 0,0 0 0,25 0 0,-25 0 16,0 0-16,0 0 0,0 0 0,0 0 0,0 0 0,0 0 15,0 0-15,0 0 0,0 0 0,0 0 0,0 0 0,0 25 16,0-25-16,0 0 0,0 0 0,0 25 0,0-25 0,0 0 78,0 25 0,-75 198-78,75-198 0,0-25 0,0 24 0,-25-24 0,25 25 0,0 0 0,0-25 0,-24 25 0,24-25 0,0 25 0,-25-25 0,25 24 0,0-24 0,0 25 0,-25-25 0,25 25 0,0-25 16,-25 0-16,25 25 0,0-25 0,-25 25 0,25-25 0,0 0 0,-24 24 0,24-24 0,0 0 0,0 25 0,-25-25 0,25 0 0,0 25 0,-25-25 0,25 0 0,0 0 0,0 25 0,-25-25 0,25 0 0,0 0 0,-25 0 0,25 25 0,0-25 0,0 0 15,-24 0-15,24 0 0,0 0 0,0 0 0,-25 0 0,25 0 16,0 0-16,0 0 0,0 0 0,0 0 0,-25 0 15,25 0-15,0 0 0,0 0 0,0 0 0,0 0 0,0 0 16,0-25-16,0 25 0,0 0 0,0 0 0,25 0 0,-25-25 16,0 25-16,0 0 0,0 0 0,25 0 0,-25-25 15,0 25-15,0 0 0</inkml:trace>
  <inkml:trace contextRef="#ctx0" brushRef="#br0" timeOffset="504544.8583">26814 16272 0,'0'0'0,"0"-25"0,0 25 0,0 0 0,0 0 15,0 0-15,0 0 0,0 0 0,0 0 0,0 0 16,0 0-16,0 0 0,0 0 0,0 0 0,0 0 0,0 0 16,0 0-16,0 0 0,0 0 0,0 0 0,0 0 15,0 0-15,0 0 0,0 0 0,0 25 0,0-25 0,0 0 16,0 0-16,-25 0 0,25 0 0,0 0 0,0 0 15,0 0-15,0 0 0,0 0 0,0 0 0,0 0 0,0 0 16,0 0-16,0 25 0,0-25 0,-25 0 0,25 0 0,0 0 16,0 0-16,0 24 0,0-24 0,0 0 0,0 0 15,-25 25-15,25-25 0,0 0 0,0 0 0,0 25 16,-24-25-16,24 25 0,0-25 0,0 0 0,0 25 0,0-25 15,0 0-15,0 25 0,0-25 0,-25 24 0,25-24 0,0 0 16,0 25-16,0-25 0,0 0 0,0 0 0,0 25 16,25-25-16,-25 0 0,0 0 0,0 25 0,0-25 0,0 0 15,0 0-15,0 0 0,24 25 0,-24-25 0,0 0 16,0 0-16,0 0 0,25 0 0,-25 24 0,0-24 0,0 0 15,0 0-15,25 0 0,-25 0 0,0 0 0,0 0 0,0 0 16,0 0-16,0 0 0,25 25 0,-25-25 0,0 0 16,0 0-16,0 0 0,0 0 0,0 0 0,0 0 15,25 0-15,-25 0 0,0-25 0,0 25 0,0 0 0,0 0 16,0 0-16,0 0 0,0 0 0,0 0 0,0 0 15,0 0-15,0 0 0,0 0 0,0 0 0,0 0 0,0 25 16,0-25-16,-25 0 0,25 0 0,0 0 0,0 0 0,0 0 16,-25 0-16,25 0 0,0 0 0,0 0 0,0 0 15,-25 0-15,25 0 0,0 0 0,0 0 0,0 0 0,-25 0 16,25 0-16,0 0 0,0 0 0,0 0 0,0 25 0,-24-25 15,24 0-15,0 0 0,0 25 0,0-25 0,0 0 16,0 0-16,0 25 0,-25-25 0,25 0 0,0 24 0,0-24 16,0 25-16,0-25 0,0 0 0,0 25 0,0-25 15,-25 25-15,25-25 0,0 0 0,0 25 0,0-25 0,0 24 16,-25-24-16,25 25 0,0-25 0,0 25 0,0-25 0,-25 25 15,25 0-15,0-25 0,0 24 0,0-24 0,-24 25 16,24-25-16,0 0 0,0 25 0,0-25 0,-25 25 0,25-25 16,0 25-16,0-25 0,0 24 0,-25-24 0,25 0 15,0 25-15,0-25 0,-25 25 0,25-25 0,0 0 0,0 25 16,-25-25-16,25 0 0,0 0 0,0 25 0,-24-25 0,24 0 15,0 0-15,0 24 0,-25-24 0,25 0 0,0 0 16,0 0-16,-25 0 0,25 25 0,0-25 0,0 0 0,0 0 16,-25 0-16,25 0 0,0 0 0,0 0 0,0 0 0,0 0 15,0 0-15,0 0 0,-25 0 0,25 0 0,0 0 16,0 0-16,0 0 0,0 0 0,0 0 0,0 0 0,0 0 15,0 0-15,0 0 0,0-25 0,0 25 0,0 0 0,-24 0 16,24 0-16,0 0 0,0-24 0,0 24 0,0 0 16,0 0-16,0 0 0,0 0 0,0-25 0,0 25 0,-25 0 15,25 0-15,0 0 0,0 0 0,0-25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28.34025" units="1/cm"/>
          <inkml:channelProperty channel="Y" name="resolution" value="28.33948" units="1/cm"/>
          <inkml:channelProperty channel="T" name="resolution" value="1" units="1/dev"/>
        </inkml:channelProperties>
      </inkml:inkSource>
      <inkml:timestamp xml:id="ts0" timeString="2021-10-26T02:20:24.182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2704 1587 0,'0'0'0,"0"0"0,0 0 0,0 0 15,0 0-15,0 0 0,0 0 0,-25 0 0,25 0 16,0 0-16,0 0 0,0 0 0,0 0 0,0 0 0,0 0 16,0 0-16,0 0 0,0 0 0,0 0 0,0 0 15,-25 0-15,25 0 0,0 0 0,0 0 0,0 0 0,0 0 16,-25 0-16,25 0 0,0 0 0,0 0 0,0 0 0,0 0 15,0 0-15,0 0 0,0 0 0,0 0 0,0 0 16,0 0-16,0 0 0,-25 0 0,25 0 0,0 0 0,0 0 16,0 0-16,0 0 0,0 0 0,0 0 0,0 0 0,0 0 15,0 0-15,0 0 0,0 0 0,0 0 0,0 0 16,0 0-16,0 0 0,0 0 0,0 0 0,0 0 0,0 0 15,0 0-15,0 0 0,25 0 0,-25 0 0,0 0 0,0 0 16,0 0-16,0 0 0,0 0 0</inkml:trace>
  <inkml:trace contextRef="#ctx0" brushRef="#br0" timeOffset="295.0168">2679 1587 0,'0'25'0,"0"-25"0,0 0 0,-25 0 0,25 0 0,0 0 0,0 0 0,0 0 0,0 0 0,0 0 0,0 0 0,0 0 0,0 0 0,0 0 0,0 0 0,0 0 0,0 0 0,0 0 0,0 0 0,0 0 0,0 0 0,0 0 0,0 0 0,0 0 0,0 25 0,0-25 0,0 0 0,0 0 0,0 25 0,0-25 0,0 25 0,0-25 0,0 25 0,0-25 0,0 24 0,-25-24 0,25 25 16,0-25-16,0 0 0,0 25 0,0-25 0,0 25 0,0-25 15,0 0-15,-25 25 0,25-25 0,0 0 0,0 24 16,0-24-16,0 0 0,0 0 0,0 25 0,0-25 0,0 0 16,0 25-16,0-25 0,-24 0 0,24 0 0,0 25 0,0-25 15,0 0-15,0 25 0,0-25 0,0 0 0,0 0 16,0 0-16,0 0 0,0 0 0,0 0 0,-25 0 0,25 0 15,0 0-15,0 0 0,0 0 0</inkml:trace>
  <inkml:trace contextRef="#ctx0" brushRef="#br0" timeOffset="563.0322">2530 1761 0,'0'-25'0,"0"25"16,0 0-16,0 0 0,0 0 0,0 0 0,0 0 0,0 0 15,0 0-15,0 0 0,0 0 0,0 0 0,0 0 0,0 0 16,0 0-16,0 0 0,0 0 0,0 0 0,0 0 0,0 0 15,0 25-15,0-25 0,0 0 0,25 0 0,-25 0 16,0 25-16,0-25 0,25 0 0,-25 0 0,0 25 0,24-25 16,-24 0-16,0 25 0,0-25 0,25 0 0,-25 24 15,0-24-15,0 0 0,25 25 0,-25-25 0,0 0 0,0 0 16,0 25-16,25-25 0,-25 0 0,0 25 0,0-25 0,0 0 15,0 25-15,0-25 0,0 0 0,25 0 0,-25 24 0,0-24 16,0 0-16,0 0 0,0 0 0,0 0 0,0 0 0,0 0 16,0 0-16,0 0 0,0 0 0</inkml:trace>
  <inkml:trace contextRef="#ctx0" brushRef="#br0" timeOffset="792.0453">2505 1836 0,'-25'0'0,"25"0"16,0 0-16,0 0 0,0 0 0,0-25 0,0 25 15,0 0-15,0 0 0,0 0 0,0 0 0,0 0 0,0 0 16,0 0-16,0 0 0,0 0 0,0 0 0,0 0 0,25 0 16,-25 0-16,25 0 0,-25 0 0,0 0 0,25 0 15,0-25-15,-25 25 0,24 0 0,-24 0 0,25 0 0,-25 0 16,25 0-16,-25 0 0,25 0 0,0 0 0,-25 0 0,25 0 15,-25 0-15,24 0 0,-24 0 0,25 0 0,-25 0 0,0-25 16,25 25-16,-25 0 0,0 0 0,25 0 0,-25 0 16,0 0-16,0 0 0</inkml:trace>
  <inkml:trace contextRef="#ctx0" brushRef="#br0" timeOffset="1432.0819">2753 1513 0,'0'0'0,"-24"0"0,24 0 0,0-25 0,0 25 0,-25 0 16,25 0-16,0-25 0,0 25 0,0 0 0,-25 0 15,25 0-15,0 0 0,0 0 0,-25-24 0,25 24 0,0 0 16,-25 0-16,25 0 0,0 0 0,0 0 0,0 0 0,-25 0 15,25 0-15,0 0 0,0 0 0,-24 0 0,24 0 0,0 0 16,-25 0-16,25 0 0,0 0 0,0 0 0,-25 0 0,25 24 16,0-24-16,-25 0 0,25 0 0,0 0 0,-25 0 15,25 0-15,-24 0 0,24 0 0,0 0 0,-25 0 0,25 25 16,0-25-16,-25 0 0,25 0 0,0 25 0,-25-25 0,25 0 15,0 25-15,-25-25 0,25 0 0,0 25 0,0-25 0,-24 0 16,24 0-16,0 24 0,0-24 0,-25 0 0,25 25 0,0-25 16,0 0-16,0 25 0,-25-25 0,25 25 0,0-25 15,0 0-15,0 25 0,0-25 0,0 25 0,0-25 0,0 24 16,0-24-16,0 25 0,0-25 0,0 25 0,0-25 0,0 25 15,0-25-15,0 25 0,25-25 0,-25 24 0,0-24 16,0 25-16,0-25 0,25 25 0,-25-25 0,0 25 0,24-25 16,-24 25-16,25-1 0,-25-24 0,0 25 0,25-25 0,-25 25 15,25-25-15,-25 25 0,25-25 0,-25 0 0,24 25 0,-24-25 16,25 24-16,0-24 0,-25 0 0,25 25 0,-25-25 0,25 0 15,-1 25-15,-24-25 0,25 0 0,0 0 0,-25 0 16,25 0-16,-25 0 0,25 0 0,0 0 0,-25 0 16,24 0-16,1 0 0,-25 0 0,25 0 0,-25 0 0,25-25 15,0 25-15,-25-25 0,24 25 0,-24-24 0,25 24 0,-25-25 16,25 25-16,-25-25 0,0 0 0,25 25 0,-25-25 0,0 1 15,0-1-15,0 25 0,0-25 0,0 0 0,0 25 16,0-25-16,0 1 0,0-1 0,0 0 0,0 0 0,0 25 16,-25-25-16,25 1 0,0-1 0,0 0 0,0 25 0,-25-25 15,25 0-15,0 25 0,-25-25 0,25 25 0,0-24 16,0 24-16,-24-25 0,24 25 0,0 0 0,-25 0 0,25 0 15,0-25-15,0 25 0,-25 0 0,25 0 0,0 0 0,0 0 16,-25 0-16,25 0 0,0 0 0,0 0 0,0 0 0,-25 0 16,25 0-16,0 0 0,0 0 0,0 0 0,0 0 15,0-25-15,25 25 0</inkml:trace>
  <inkml:trace contextRef="#ctx0" brushRef="#br0" timeOffset="2130.1218">4192 1662 0,'0'0'0,"0"0"0,0 0 15,-25 0-15,25 0 0,0 0 0,0-25 0,0 25 0,-25 0 16,25 0-16,0 0 0,0 0 0,0-25 0,-24 25 15,24 0-15,0 0 0,0 0 0,0 0 0,-25 0 0,25 0 16,0 0-16,0 0 0,0 25 0,0-25 0,-25 0 0,25 0 16,0 0-16,0 0 0,0 0 0,-25 0 0,25 25 15,0-25-15,0 0 0,0 0 0,-25 25 0,25-25 0,0 0 16,0 25-16,-24-25 0,24 24 0,0-24 0,0 25 15,0-25-15,0 25 0,0 0 0,0-25 0,0 25 0,0-1 16,0-24-16,0 25 0,0-25 0,0 0 0,0 25 0,0-25 16,0 25-16,0-25 0,0 25 0,24-25 0,-24 24 15,0-24-15,25 0 0,-25 25 0,0-25 0,25 0 0,-25 0 16,25 0-16,-25 0 0,0 0 0,25 0 0,-25 0 15,24 0-15,1 0 0,-25 0 0,25 0 0,-25-25 0,25 25 16,0 0-16,-25 0 0,24 0 0,1 0 0,-25 0 0,25-24 16,-25 24-16,25 0 0,0-25 0,-25 25 0,24 0 15</inkml:trace>
  <inkml:trace contextRef="#ctx0" brushRef="#br0" timeOffset="3790.2168">4415 1860 0,'0'0'0,"0"0"0,0 0 15,-25 0-15,25 0 0,0 0 0,0 0 0,0 0 0,0 0 16,0 0-16,0 0 0,0 0 0,0 0 0,0 0 15,0 0-15,0-24 0,0 24 0,0 0 0,25 0 0,-25-25 16,0 25-16,0 0 0,25-25 0,-25 25 0,0 0 0,25-25 16,-25 25-16,25 0 0,-25-25 0,0 25 0,24-24 15,-24 24-15,25-25 0,-25 25 0,25-25 0,-25 25 0,0-25 16,25 25-16,-25-25 0,0 0 0,25 25 0,-25-24 15,0 24-15,0-25 0,0 25 0,0-25 0,0 25 0,0 0 16,0-25-16,0 25 0,0-25 0,-25 25 0,25 0 0,0 0 16,0-24-16,0 24 0,-25 0 0,25 0 0,0-25 15,0 25-15,-25 0 0,25 0 0,0-25 0,-25 25 16,25 0-16,0 0 0,-24 0 0,24 0 0,0 0 0,0 0 15,0 0-15,-25 0 0,25 0 0,0 0 0,0 0 0,0 0 16,0 0-16,0 0 0,0 0 0,0 25 0,0-25 16,-25 0-16,25 0 0,0 0 0,0 0 0,0 25 15,0-25-15,25 0 0,-25 0 0,0 24 0,0-24 0,0 25 16,0-25-16,0 25 0,0-25 0,0 25 0,0-25 0,0 25 15,0-1-15,0-24 0,0 25 0,0 0 0,0-25 0,25 25 16,-25 0-16,0-25 0,0 25 0,0-1 0,0-24 16,0 25-16,0 0 0,0-25 0,0 25 0,0-25 0,0 25 156,24 123-156,-24-148 0,0 0 0,0 0 0,0 0 0,0 0 0,0 0 0,0 0 0,0 0 0,25 0 0,-25 0 0,0 0 0,0-24 0,0 24 0,0 0 0,0-25 0,25 25 0,-25 0 0,0-25 0,0 25 0,0-25 0,25 25 0,-25-25 0,0 25 0,25 0 0,-25-24 0,0 24 0,0-25 0,24 25 0,-24 0 0,0 0 0,0-25 0,0 25 0,25 0 0,-25 0 0,0 0 0,0 0 0,0 0 15,0-25-15,0 25 0,0 0 0,0 0 0,0 0 16,0 0-16,0 0 0,0 25 0,0-25 0,0 0 0,0 0 15,0 0-15,25 25 0,-25-25 0,0 0 0,0 0 0,0 25 16,0-25-16,0 0 0,0 24 0,0-24 0,0 0 16,0 25-16,0-25 0,0 25 0,0-25 0,0 0 0,25 25 15,-25-25-15,0 0 0,0 25 0,0-25 0,0 24 16,0-24-16,0 0 0,25 25 0,-25-25 0,0 25 0,0-25 15,0 0-15,24 0 0,-24 25 0,0-25 0,0 0 0,0 0 16,25 0-16,-25 0 0,0 0 0,25 0 0,-25 0 16,0-25-16,0 25 0,25 0 0,-25 0 0,0 0 0,25 0 15,-25 0-15,25-25 0,-25 25 0,0 0 0,24 0 16,-24-25-16,0 25 0,25 0 0,-25-24 0,0 24 0,0-25 15,25 25-15,-25-25 0,0 25 0,0 0 0,0-25 0,0 25 16,0-25-16,0 25 0,0 0 0,0 0 0,0-24 16,0 24-16,-25 0 0,25 0 0,0-25 0,0 25 0,0 0 15,0 0-15,0 0 0,0 0 0,0-25 0,0 25 16,0 0-16,0 0 0,0 0 0,0 0 0,0 0 0,0 0 15,0 0-15,0 0 0,0 0 0,0 0 0,0 0 0,0 25 16,0-25-16,0 0 0,0 0 0,0 0 0,0 0 16,0 25-16,0-25 0,0 0 0,0 24 0,0-24 0,0 25 15,0-25-15,0 25 0,0-25 0,0 25 0,0-25 16,0 25-16,0-25 0,0 0 0,25 24 0,-25-24 0,0 25 15,0-25-15,0 0 0,0 25 0,25-25 0,-25 0 0,0 0 16,0 0-16,0 25 0,0-25 0,25 0 0,-25 0 16,0 0-16,0 25 0,24-25 0,-24 0 0,0 0 0,25 0 15,-25 0-15,0 0 0,25 0 0,-25 0 0,0-25 16,25 25-16,-25 0 0,0-25 0,25 25 0,-25 0 0,0-25 15,0 25-15,24 0 0,-24-25 0,0 25 0,0-24 0,0 24 16,25-25-16,-25 25 0,0 0 0,0-25 0,0 25 16,0-25-16,0 25 0,0 0 0,0-25 0,0 25 0,0 0 15,0 0-15,0-24 0,0 24 0,0 0 0,0 0 16,0-25-16,0 25 0,0 0 0,0-25 0,0 25 0,0 0 15,0 0-15,-25 0 0,25 0 0,0-25 0,0 25 0,0 0 16,0 0-16,0 0 0,0 0 0,0 0 0,0 0 16,0 0-16,0 25 0,0-25 0,0 0 0,0 0 0,0 0 15,0 0-15,0 0 0,0 25 0,0-25 0,0 0 16,0 25-16,0-25 0,0 24 0,0-24 0,0 25 15,0-25-15,25 25 0,-25-25 0,0 25 0,0-25 0,0 25 0,0-25 16,0 0-16,0 24 0,25-24 0,-25 25 0,0-25 16,0 0-16,0 0 0,0 25 0,0-25 0,25 0 0,-25 0 15,0 0-15,0 0 0,25 0 0,-25 0 0,0 0 16,0 0-16,24 0 0,-24 0 0,0 0 0,25 0 0,-25 0 15,25 0-15,-25 0 0,0 0 0,25 0 0,-25-25 0,0 25 16,0 0-16,25 0 0,-25-25 0,0 25 0,24 0 16,-24 0-16,0-24 0,0 24 0,0 0 0,25-25 0,-25 25 15,0-25-15,0 25 0,0 0 0,0-25 0,0 25 16,0-25-16,0 25 0,0-24 0,0-1 0,0 25 0,0-25 15,0 25-15,0 0 0,0-25 0,0 25 0,0 0 0,0 0 16,0 0-16,0 0 0,0 0 0,0-25 0,0 25 16,0 0-16,0 0 0,0 0 0,0 0 0,0 0 15,0 0-15,0 0 0,0 0 0,0 25 0,0-25 0,0 0 16,0 25-16,0-25 0,0 25 0,0-25 0,0 0 0,0 25 15,0-25-15,0 24 0,0-24 0,25 0 0,-25 25 16,0-25-16,0 25 0,0-25 0,0 25 0,0-25 0,0 25 16,0-25-16,0 0 0,0 24 0,0-24 0,0 0 15,0 25-15,0-25 0,0 0 0,0 0 0,0 0 0,0 25 16,0-25-16,0 0 0,0 0 0,0 0 0,0 0 0,0 0 15,0 0-15,0 0 0,0 0 0,0 0 0,25-25 0,-25 25 16,0 0-16,0 0 0,0-25 0,0 25 0,0 0 16,0-24-16,25 24 0,-25 0 0,0-25 0,0 25 15,24-25-15,-24 25 0,0-25 0,0 25 0,25-25 0,-25 25 16,0 0-16,25 0 0,-25-24 0,0 24 0,0 0 0,0 0 15,25 0-15,-25 0 0,0 0 0,0 0 0,25 0 16,-25 0-16,0 0 0,0 0 0,0 0 0,24 24 0,-24-24 16,0 0-16,0 0 0,0 25 0,0-25 0,0 0 15,0 25-15,0-25 0,0 0 0,0 25 0,0-25 0,0 25 16,25-25-16,-25 0 0,0 24 0,0-24 0,0 0 0,0 0 15,0 25-15,0-25 0,0 0 0,0 0 0,0 25 16,0-25-16,0 0 0,0 0 0,25 0 0,-25 0 0,0 25 16,0-25-16,25 0 0,-25 0 0,0 0 0,25 0 15,-25-25-15,24 25 0,-24 0 0,25 0 0,-25 0 0,25-25 16,-25 25-16,25 0 0,-25-25 0</inkml:trace>
  <inkml:trace contextRef="#ctx0" brushRef="#br0" timeOffset="4301.246">6003 1761 0,'0'0'0,"-25"0"16,25 0-16,0-25 0,0 25 0,0 0 0,-25 0 0,25 0 15,0 0-15,0 0 0,-25 0 0,25 0 0,0 0 16,0 0-16,-24 0 0,24 25 0,0-25 0,0 0 0,0 0 16,-25 25-16,25-25 0,0 25 0,0-25 0,0 25 15,0-25-15,0 0 0,0 24 0,-25-24 0,25 25 0,0-25 16,0 0-16,25 25 0,-25-25 0,0 25 0,0-25 0,0 0 15,0 25-15,0-25 0,0 0 0,25 0 0,-25 24 16,0-24-16,0 0 0,0 0 0,24 0 0,-24 25 0,0-25 16,25 0-16,-25 0 0,0 0 0,25 0 0,-25-25 15,0 25-15,25 0 0,-25 0 0,25 0 0,-25-24 0,0 24 16,24 0-16,-24-25 0,25 25 0,-25 0 0,0-25 0,0 25 15,0 0-15,25-25 0,-25 25 0,0-25 0,0 25 16,0-24-16,0 24 0,0 0 0,0-25 0,0 25 0,0 0 16,25 0-16,-25 0 0,0-25 0,0 25 0,0 0 15,0 0-15,0 25 0,0-25 0,0 0 0,0 0 0,0 25 16,0-25-16,0 0 0,0 24 0,0-24 0,0 25 0,0-25 15,0 25-15,0 0 0,0-25 0,0 25 0,0-1 16,0 1-16,0-25 0,0 25 0,0 0 0,0 0 0,0-1 16,0 1-16,0 0 0,0 0 0,0 0 0,0-1 15,0 1-15,25 0 0,-25-25 0,0 25 0,0 0 0,0-1 16,0-24-16,0 25 0,0-25 0,0 25 0,0-25 15,0 25-15,0-25 0,0 0 0,0 25 0,-25-25 0,25 0 16,0 0-16,0 24 0,0-24 0,0 0 0,-25 0 16,25 0-16,0 0 0,0 25 0,-25-50 0,25 25 0,0 0 15,-25 0-15,25 0 0,0 0 0,-24 0 0,24 0 16,0-24-16,-25 24 0,25 0 0,-25 0 0,25 0 0,-25 0 15,25-25-15,0 25 0,-25-25 0,25 25 0,-24-25 16,24 25-16,-25 0 0,25-25 0,-25 25 0,25-24 0,-25-1 16,25 25-16</inkml:trace>
  <inkml:trace contextRef="#ctx0" brushRef="#br0" timeOffset="4686.268">5085 1414 0,'0'0'0,"0"-25"0,0 25 0,0 0 0,0 0 0,0 0 16,0-25-16,-25 25 0,25 0 0,0 0 0,0 0 16,0 0-16,0 0 0,0 0 0,0 0 0,25 0 0,-25 0 15,0 0-15,0 0 0,0 0 0,25-25 0,-25 25 16,0 0-16,25 0 0,-25 0 0,0 25 0,24-25 0,-24 0 15,0 0-15,0 0 0,25 0 0,-25 0 0,0 25 0,0-25 16,25 0-16,-25 0 0,0 25 0,0-25 0,0 0 0,0 25 16,0-25-16,0 24 0,0-24 0,0 0 0,0 25 15,0-25-15,0 25 0,-25-25 0,25 0 0,0 25 0,0-25 16,-25 0-16,25 0 0,0 25 0,-24-25 0,24 0 15,0 0-15,0 0 0,-25 0 0,25 0 0,0 0 0,0 0 16,0 0-16,-25 0 0,25 0 0,0 0 0,0 0 0</inkml:trace>
  <inkml:trace contextRef="#ctx0" brushRef="#br0" timeOffset="4879.279">5383 1116 0,'0'0'0,"0"0"0,24-25 0,-24 25 0,0 0 16,0 0-16,0 0 0,0 0 0,0 0 0,0 0 15,0 25-15,0-25 0,0 0 0,0 0 0,0 0 0,0 25 16,0-25-16,0 0 0,0 25 0,0-25 0,-24 25 0,24-1 16,0-24-16,0 25 0,0 0 0,0-25 0,-25 25 0,25 0 15,0-25-15,0 24 0,0-24 0,0 25 0,0-25 16,0 25-16,-25-25 0</inkml:trace>
  <inkml:trace contextRef="#ctx0" brushRef="#br0" timeOffset="5856.3349">6871 1811 0,'0'0'0,"0"0"0,0 0 15,0 0-15,0 0 0,0 0 0,0 0 0,0 0 0,0 0 16,0 0-16,0 0 0,0 0 0,0 0 0,0 0 15,0 0-15,0 0 0,0 0 0,0 25 0,0-25 0,0 0 16,25 0-16,-25 24 0,0-24 0,0 25 0,0-25 0,0 25 16,0-25-16,25 0 0,-25 25 0,0-25 0,0 0 15,0 25-15,0-25 0,0 0 0,0 24 0,0-24 0,0 25 16,0-25-16,0 0 0,0 25 0,0-25 0,0 0 15,0 25-15,0-25 0,0 0 0,-25 25 0,25-25 0,0 0 16,0 0-16,0 0 0,0 0 0,0 0 0,0 24 0,0-24 16,0 0-16,0 0 0,0 0 0,0 0 0,0 0 15,0 0-15,0 0 0,0-24 0,0 24 0,0 0 0,0 0 16,0-25-16,0 25 0,0-25 0,0 25 0,0-25 15,0 25-15,25-25 0,-25 25 0,0-24 0,0 24 0,0-25 16,0 25-16,24-25 0,-24 25 0,0-25 0,0 25 0,25-25 16,-25 25-16,0-24 0,0 24 0,25 0 0,-25 0 15,0 0-15,0 0 0,25-25 0,-25 25 0,0 0 0,0 0 16,25 25-16,-25-25 0,0 0 0,0 0 0,24 0 47,-24 0-47,0 0 0,0 0 0,0 24 0,25-24 0,-25 0 0,0 25 0,0-25 0,0 0 0,0 25 0,0-25 0,0 25 0,0-25 0,0 0 0,0 25 0,0-25 0,0 24 15,0-24-15,0 0 109,0 50-109,0-50 0,0 0 0,0 0 0,0 0 0,0 0 0,0 25 0,0-25 0,0 0 0,0 0 0,0 0 0,0 0 0,0-25 0,0 25 0,0 0 0,0 0 0,0 0 0,0 0 0,0-25 0,0 25 0,0 0 0,25-25 0,-25 25 0,0 0 0,0-24 0,0 24 0,25-25 0,-25 25 0,0-25 0,0 25 0,0-25 0,25 25 0,-25 0 0,0-25 0,24 25 0,-24 0 0,0-24 0,0 24 16,25 0-16,-25 0 0,0 0 0,0-25 0,25 25 0,-25 0 16,0 0-16,0 0 0,25 0 0,-25 0 0,0 0 15,0 0-15,25 0 0,-25 25 0,0-25 0,0 0 0,0 24 16,0-24-16,0 0 0,0 25 0,24-25 0,-24 0 15,0 25-15,0-25 0,0 25 0,0-25 0,0 25 0,0-25 16,0 0-16,0 24 0,0-24 0,0 0 0,0 25 0,0-25 16,0 0-16,0 0 0,0 0 0,0 0 0,0 25 15,0-25-15,0 0 0,0 0 0,0 0 0,0 0 16,0 25-16,0-25 0,25 0 0,-25 0 0,0 0 0,0 0 15,0 0-15,0 0 0,25 0 0,-25 0 0,0 0 0,0 0 16,0 0-16,25 0 0,-25-25 0,0 25 0,25 0 16</inkml:trace>
  <inkml:trace contextRef="#ctx0" brushRef="#br0" timeOffset="6564.3754">7516 1761 0,'0'0'0,"0"0"0,0 0 0,0 0 0,0 0 0,0 0 16,0 0-16,0 0 0,0 0 0,0 0 0,0 0 0,0 0 15,0 0-15,0 0 0,0 0 0,0 0 0,0 0 16,0 0-16,0 0 0,0 0 0,0 0 0,0 0 0,0 25 16,0-25-16,0 0 0,0 25 0,0-25 0,0 25 15,0-25-15,0 24 0,0-24 0,0 25 0,0-25 0,0 25 16,0-25-16,0 0 0,0 25 0,0-25 0,0 25 0,0-25 15,0 0-15,0 24 0,0-24 0,0 25 0,25-25 16,-25 25-16,0-25 0,0 0 0,0 25 0,0-25 0,24 0 16,-24 0-16,0 0 0,0 0 0,25 0 0,-25 0 15,0 0-15,25 0 0,-25-25 0,0 25 0,25 0 0,-25 0 16,0 0-16,25 0 0,-25-25 0,0 25 0,24 0 0,-24 0 15,0-25-15,0 25 0,25 0 0,-25-24 0,0 24 16,0-25-16,25 25 0,-25 0 0,0-25 0,0 25 0,0-25 16,0 25-16,0-25 0,0 25 0,0 0 0,0-24 15,0 24-15,0-25 0,0 25 0,0 0 0,0-25 0,0 25 16,0 0-16,0-25 0,0 25 0,0 0 0,0 0 0,0 0 15,0 0-15,0 0 0,0 0 0,0 0 0,0 0 16,0 0-16,0 0 0,0 0 0,0 0 0,0 25 0,25-25 16,-25 0-16,0 0 0,0 25 0,0-25 0,0 25 15,0-25-15,0 24 0,0-24 0,0 0 0,0 25 0,0-25 16,0 25-16,0-25 0,0 0 0,0 25 0,0-25 0,0 0 15,0 25-15,0-25 0,0 0 0,25 24 0,-25-24 16,0 0-16,0 0 0,0 25 0,0-25 0,0 0 0,0 0 16,0 0-16,0 0 0,0 0 0,0 0 0,0 0 15,0 0-15,0 0 0,0 0 0,24 0 0,-24 0 0,0 0 16,0 0-16,0 0 0,25-25 0,-25 25 0,0 0 0,25-24 15,-25 24-15,0 0 0,25-25 0,-25 25 0,0-25 16,25 25-16,-25 0 0,0-25 0,0 25 0,24 0 0,-24-25 16,0 25-16,0 0 0,25-24 0,-25 24 0,0 0 15,0 0-15,0 0 0,0 0 0,0 0 0,25 0 0,-25 0 16,0 0-16,0 0 0,0 24 0,0-24 0,0 0 0,0 0 15,0 25-15,0-25 0,0 0 0,0 25 0,0-25 16,0 0-16,0 25 0,0-25 0,0 25 0,0-25 0,0 0 16,0 24-16,0-24 0,0 25 0,0-25 0,0 0 15,0 25-15,0-25 0,0 0 0,0 0 0,25 0 0,-25 25 16,0-25-16,0 0 0,0 0 0,0 0 0,25 0 0,-25-25 15,0 25-15,25 0 0,-25 0 0,0 0 0,24 0 16,-24-25-16,0 25 0,25 0 0,-25 0 0,25-25 0,-25 25 16,0-24-16,25 24 0</inkml:trace>
  <inkml:trace contextRef="#ctx0" brushRef="#br0" timeOffset="7151.409">8062 1761 0,'-25'0'0,"25"0"0,0 0 0,0 0 0,0 0 0,-25 0 16,25 0-16,0 0 0,0 0 0,0 0 0,0 0 0,0 0 15,0 0-15,0 0 0,0 0 0,25-25 0,-25 25 16,0 0-16,0 0 0,25-24 0,-25 24 0,0 0 0,24 0 16,-24-25-16,25 25 0,-25-25 0,25 25 0,-25 0 15,25-25-15,-25 25 0,25 0 0,-25-25 0,24 25 0,-24-25 16,0 25-16,25-24 0,-25 24 0,25 0 0,-25-25 15,25 25-15,-25-25 0,0 25 0,0 0 0,25-25 0,-25 25 16,0-25-16,0 25 0,0 0 0,0-24 0,0 24 16,0-25-16,0 25 0,0 0 0,0-25 0,0 25 0,-25 0 15,25 0-15,0-25 0,0 25 0,-25 0 0,25 0 0,0 0 16,0 0-16,-25 0 0,25 0 0,0 0 0,0 0 15,-25 0-15,25-25 0,0 25 0,0 0 0,0 25 0,0-25 16,0 0-16,0 0 0,0 0 0,0 0 0,0 0 16,0 25-16,0-25 0,0 25 0,0-25 0,0 0 0,0 25 15,0-25-15,0 24 0,0 1 0,0-25 0,0 25 0,0-25 16,0 25-16,0-25 0,0 25 0,0-1 0,0-24 15,0 25-15,0 0 0,0-25 0,0 25 0,0 0 0,0-25 16,0 25-16,0-1 0,0-24 0,0 25 0,0-25 16,0 25-16,0-25 0,0 0 0,0 25 0,0-25 0,0 25 15,0-25-15,0 0 0,0 24 0,0-24 0,0 0 16,0 0-16,0 0 0,0 25 0,25-25 0,-25 0 0,0 0 15,0 0-15,0 0 0,0 0 0,0 0 0,25 0 0,-25 0 16,0 0-16,0-25 0,0 25 0,25 0 0,-25-24 16,0 24-16,0 0 0,25 0 0,-25 0 0,0-25 0,0 25 15,0 0-15,24 0 0,-24 0 0,0 0 0,0 25 0,0-25 16,0 0-16,0 0 0,0 0 0,0 24 0,25-24 15,-25 0-15,0 25 0,0-25 0,0 0 0,0 25 0,-25-25 16,25 25-16,0-25 0,0 25 0,0-25 0,0 0 16,0 24-16,-24-24 0,24 25 0,0-25 0,0 0 0,0 0 15,0 0-15,-25 25 0,25-25 0,0 0 0,0 0 0,-25 0 16,25 0-16,0 0 0,-25 0 0,25 0 0,0-25 15</inkml:trace>
  <inkml:trace contextRef="#ctx0" brushRef="#br0" timeOffset="7342.4199">7665 1439 0,'0'-25'0,"0"25"0,0 0 0,0 0 0,0 0 0,0 0 15,0 0-15,0 0 0,0 0 0,0 0 0,0 0 0,0 0 16,0 0-16,0 0 0,0 0 0,0 0 0,0 0 15,0 0-15,0 0 0,0 0 0,0 0 0,0 0 0,24 0 16,-24 0-16,0 0 0,0 0 0,0 25 0,0-25 16,0 0-16</inkml:trace>
  <inkml:trace contextRef="#ctx0" brushRef="#br0" timeOffset="8670.4959">9178 1836 0,'0'-25'0,"0"25"0,0 0 0,0 0 0,0 0 15,25 0-15,-25 0 0,0 0 0,0 0 0,0 0 16,0 0-16,0 0 0,0 0 0,0 0 0,0 0 0,0 0 16,0 0-16,24 0 0,-24 0 0,0 0 0,0 25 0,0-25 15,0 0-15,0 24 0,0-24 0,0 0 0,0 25 16,0-25-16,25 25 0,-25-25 0,0 0 0,0 25 0,0-25 15,0 25-15,0-25 0,0 0 0,0 24 0,0-24 47,0 0-47,0 25 0,0-25 0,0 0 0,0 25 0,0-25 0,0 0 0,0 0 0,0 0 0,0 0 0,0 0 0,0 0 0,0 25 0,0-25 0,0 0 0,0 0 0,0 0 16,0 0-16,0 0 109,0-50-109,0 50 0,0 0 0,0-25 0,0 25 0,0 0 0,0-24 0,0 24 0,0-25 0,0 25 0,0-25 0,25 25 0,-25-25 0,0 25 0,0-25 0,25 25 0,-25-24 0,0 24 0,0-25 0,25 25 0,-25 0 0,0 0 0,24-25 0,-24 25 0,0 0 0,0 0 0,25 0 0,-25 0 0,0 0 0,25 0 0,-25 0 0,0 25 0,0-25 0,0 0 0,25 25 0,-25-25 0,0 0 16,0 24-16,0-24 0,0 0 0,0 25 0,0-25 15,25 25-15,-25-25 0,0 25 0,0-25 0,0 0 0,0 25 16,0-25-16,0 24 0,0-24 0,0 0 0,0 25 15,0-25-15,0 0 0,0 0 0,0 0 0,0 25 0,0-25 16,0 0-16,0 0 0,0 0 0,0 0 0,0 0 0,0 0 16,0 0-16,0 0 0,0 0 0,0 0 0,0 0 15,0 0-15,24 0 0,-24-25 0,0 25 0,0 0 0,25 0 16,-25-25-16,0 25 0,0-24 0,25 24 0,-25-25 15,0 25-15,25-25 0,-25 25 0,0-25 0,25 0 0,-25 25 16,0-24-16,24 24 0,-24-25 0,0 25 0,25-25 0,-25 25 16,0 0-16,25 0 0,-25-25 0,0 25 0,0 0 15,0 25-15,0-25 0,0 0 0,0 0 0,0 0 0,0 0 16,0 0-16,0 25 0,0-25 0,0 0 0,0 0 15,0 25-15,0-25 0,0 0 0,0 24 0,0-24 0,0 0 16,0 25-16,0-25 0,0 0 0,0 25 0,0-25 0,0 0 16,0 25-16,0-25 0,0 0 0,0 25 0,0-25 15,0 0-15,0 24 0,0-24 0,0 25 0,0-25 0,0 25 16,0-25-16,0 0 0,0 25 0,0-25 0,25 0 15,-25 0-15,0 25 0,0-25 0,0 0 0,0 0 0,0 0 16,25 0-16,-25 0 0,0 0 0,0 0 0,0 0 16,24 0-16,-24 0 0,0-25 0,0 25 0,25 0 0,-25 0 15,0 0-15,25-25 0,-25 25 0,0 0 0,25-25 16,-25 25-16,0 0 0,0-25 0,0 25 0,25 0 0,-25-24 15,0 24-15,0-25 0,0 25 0,0 0 0,0 0 0,24-25 16,-24 25-16,0 0 0,0 0 0,0-25 0,0 25 16,0 0-16,0 0 0,0-25 0,0 25 0,0 0 0,0 0 15,0 0-15,0 0 0,0 0 0,0 0 0,0 0 16,0 0-16,0 0 0,0 0 0,0 0 0,0 0 0,0 25 15,0-25-15,0 0 0,0 25 0,0-25 0,0 0 0,0 25 16,0-25-16,0 0 0,0 25 0,0-25 0,0 0 16,25 24-16,-25-24 0,0 25 0,0-25 0,0 0 0,0 0 15,0 25-15,0-25 0,25 0 0,-25 25 0,0-25 16,0 0-16,0 0 0,25 25 0,-25-25 0,0 0 0,0 0 15,25 0-15,-25 0 0,0 0 0,0 0 0,24 0 16,-24 0-16,0 0 0,25-25 0,-25 25 0,0-25 0,0 25 16,25 0-16,-25-25 0,0 25 0,0-25 0,0 25 15,0-24-15,0 24 0,0-25 0,0 25 0,0 0 0,-25-25 16,25 25-16,0-25 0,0 25 0,0-25 0,0 25 0,-25 0 15,25-24-15,0 24 0,0 0 0,0 0 0,0-25 16,0 25-16,-24 0 0,24 0 0,0 0 0,0 0 0,-25 0 16,25 0-16,0 0 0,0 0 0,-25 25 0,25-25 15,0 0-15,0 24 0,0-24 0,0 0 0,-25 25 0,25-25 16,0 0-16,0 0 0,0 0 0,0 25 0,0-25 0,0 0 15,0 0-15,0 0 0,0 0 0,0 0 0,0 0 16,0 0-16,0 0 0,0 0 0,0 0 0,0 0 0,25 0 16,-25 0-16,0 0 0</inkml:trace>
  <inkml:trace contextRef="#ctx0" brushRef="#br0" timeOffset="9000.5148">10220 1488 0,'0'0'0,"0"0"0,0 0 0,0 0 0,0 0 0,0 0 0,0 0 15,0 25-15,0-25 0,0 0 0,0 0 0,0 0 16,0 0-16,0 25 0,0-25 0,0 25 0,0-25 0,0 24 15,0-24-15,24 25 0,-24 0 0,0-25 0,0 25 16,0 0-16,0 0 0,0-25 0,0 24 0,0 1 0,0 0 16,0-25-16,0 25 0,0-25 0,0 25 0,0-1 15,0-24-15,0 25 0,0-25 0,0 25 0,0-25 0,0 0 16,0 25-16,0-25 0,0 25 0,0-25 0,0 0 0,0 24 15,0-24-15,0 25 0,0-25 0,0 0 0,0 0 16,0 0-16,0 25 0,0-25 0,0 0 0,0 0 16,0-25-16,0 25 0,-24 0 0,24 0 0,0 0 0,0 0 15,0-25-15,0 25 0,0 0 0</inkml:trace>
  <inkml:trace contextRef="#ctx0" brushRef="#br0" timeOffset="9161.524">10195 1885 0,'0'0'0,"0"0"0,0 0 0,0 0 0,0 0 16,0 0-16,0 0 0,0 0 0,0 0 0,0 0 15,25 0-15,-25-25 0,0 25 0,0 0 0,0 0 0,24 0 16,-24 0-16,0 0 0,25 0 0,-25 0 0,0 0 0,25-24 15,-25 24-15,25 0 0,-25 0 0,0 0 0,25 0 0,-25 0 16,0 0-16,24-25 0,-24 25 0,0 0 16,0 0-16,25 0 0,-25-25 0,0 25 0,0 0 0,0 0 0,0-25 15,0 25-15,0 0 0,0 0 0,0 0 0</inkml:trace>
  <inkml:trace contextRef="#ctx0" brushRef="#br0" timeOffset="9452.5406">9847 1612 0,'0'0'0,"0"-25"0,0 25 16,0 0-16,0 0 0,0 0 0,0-24 0,0 24 16,0 0-16,0 0 0,0 0 0,25-25 0,-25 25 0,0 0 15,25 0-15,-25 0 0,0 0 0,25-25 0,-25 25 0,25 0 16,-25 0-16,0 0 0,24 0 0,-24 0 0,25 0 0,-25 0 15,0 0-15,25 0 0,-25 0 78,25 74-46,-25-74-32,25 25 0,-25-25 0,0 25 0,0 0 0,0-25 0,-25 25 0,25 0 0</inkml:trace>
  <inkml:trace contextRef="#ctx0" brushRef="#br0" timeOffset="9557.5466">10021 2356 0,'0'0'0,"0"25"0,0-25 16,-25 0-16,25 25 0,0-25 0,0 0 0,0 0 0,0 0 15,0 0-15,0 0 0,0 0 0,0 0 0,0 0 16,0 0-16,0 0 0,0 0 0,25 0 0,-25 0 16,0 0-16,0-25 0,0 25 0,0 0 0,0 0 0,0-25 15,0 25-15,0 0 0,25-24 0,-25 24 0,0 0 0,0 0 16</inkml:trace>
  <inkml:trace contextRef="#ctx0" brushRef="#br0" timeOffset="10905.6237">11112 2108 0,'-24'0'0,"24"0"0,0 0 16,0 0-16,0-24 0,0 24 0,0 0 0,0 0 16,0 0-16,0 0 0,0 0 0,0 0 0,0 0 0,0 0 15,0 0-15,0 0 0,0 0 0,0 0 0,0 0 0,24 0 16,-24 0-16,0 0 0,0-25 0,0 25 0,25 0 15,-25-25-15,0 25 0,25-25 0,-25 25 0,0 0 0,25-25 16,-25 25-16,25-24 0,-25 24 0,0-25 0,25 25 16,-25-25-16,24 25 0,-24-25 0,25 25 0,-25-25 0,25 25 15,-25-24-15,25 24 0,-25-25 0,25 25 0,-25-25 16,0 0-16,24 25 0,-24-25 0,0 1 0,25 24 0,-25-25 15,0 25-15,0-25 0,0 25 0,0-25 0,0 0 0,0 25 16,0-25-16,0 25 0,0-24 0,-25 24 0,25-25 16,0 25-16,0-25 0,0 25 0,0 0 0,-24 0 0,24 0 15,0-25-15,0 25 0,0 0 0,0 0 0,-25 0 0,25 0 16,0 0-16,0 0 0,0 0 0,-25 25 0,25-25 15,0 0-15,0 0 0,0 0 0,0 0 0,0 0 0,0 0 16,0 0-16,0 0 0,0 0 0,0 0 0,0 25 16,0-25-16,0 0 0,0 25 0,0-25 0,0 24 0,0-24 15,0 25-15,0 0 0,0-25 0,0 25 0,0-25 0,0 25 16,0 0-16,0-1 0,0-24 0,0 25 0,0 0 15,0-25-15,0 25 0,0 0 0,0-1 0,0-24 0,0 25 16,0 0-16,0 0 0,0-25 0,0 25 0,0-1 16,0-24-16,0 25 0,0 0 0,0-25 0,0 25 15,0-25-15,0 25 0,0-25 0,0 0 0,0 24 0,0-24 16,0 0-16,0 0 0,0 0 0,0 0 0,0 0 15,0 0-15,0 0 0,0 0 0,0 25 0,0-25 0,0 0 16,0 0-16,0-25 0,0 25 0,0 0 0,0 0 0,25-24 16,-25 24-16,0 0 0,0-25 0,0 25 0,25-25 0,-25 25 15,0-25-15,0 25 0,0-25 0,24 25 0,-24-24 16,0 24-16,0 0 0,25-25 0,-25 25 0,0-25 0,25 25 15,-25 0-15,0-25 0,0 25 0,25 0 0,-25-25 16,0 25-16,0 0 0,0 0 0,0 0 0,0 0 0,0 0 16,0 0-16,0 0 0,0 0 0,0 0 0,0 0 15,0 0-15,0 0 0,0 0 0,25 0 0,-25 0 0,0 0 16,0 25-16,0-25 0,0 0 0,0 25 0,0-25 15,0 25-15,0-25 0,0 0 0,0 25 0,0-25 0,0 24 16,0-24-16,0 25 0,0-25 0,0 0 0,0 25 0,0-25 16,0 25-16,0-25 0,0 0 0,0 25 0,0-25 15,0 0-15,24 0 0,-24 24 0,0-24 0,0 0 16,0 0-16,0 0 0,25 0 0,-25 0 0,0 0 0,0 0 15,0 0-15,25 0 0,-25 0 0,0 0 0,0 0 0,25 0 16,-25-24-16,0 24 0,25 0 0,-25 0 0,0-25 16,0 25-16,24-25 0,-24 25 0,0-25 0,0 25 0,0 0 15,25-25-15,-25 1 0,0 24 0,0 0 0,0-25 0,0 25 16,0-25-16,0 25 0,0-25 0,25 25 0,-25-25 15,0 25-15,0 0 0,0-24 0,0 24 0,0 0 0,0 0 16,0 0-16,0 0 0,0 0 0,0 0 0,0 0 16,0 0-16,0 0 0,0 0 0,0 0 0,-25 0 0,25 0 15,0 0-15,0 24 0,0-24 0,0 0 0,0 0 16,0 25-16,0-25 0,0 0 0,0 25 0,0-25 0,0 0 15,0 0-15,0 25 0,0-25 0,0 0 0,0 25 16,0-25-16,0 0 0,0 24 0,0-24 0,25 0 0,-25 25 16,0-25-16,0 25 0,0-25 0,0 25 0,0-25 0,0 25 15,25-25-15,-25 0 0,0 24 0,0-24 0,0 0 16,25 0-16,-25 0 0,0 0 0,0 0 0,24 0 0,-24 0 15,0 0-15,0-24 0,0 24 0,25 0 0,-25-25 16,0 25-16,0 0 0,25-25 0,-25 25 0,0-25 0,25 25 16,-25-25-16,0 25 0,0-24 0,25 24 0,-25-25 0,0 25 15,0-25-15,0 25 0,0-25 0,0 25 0,0-25 16,0 25-16,-25-24 0,25 24 0,0-25 0,0 25 0,0-25 15,0 25-15,0 0 0,0-25 0,0 25 0,0-25 0,-25 25 16,25 0-16,0 0 0,0 0 0,0 0 0,0 0 16,0 0-16,0 0 0,0 0 0,0 0 0,0 0 0,0 0 15,-25 0-15,25 25 0,0-25 0,0 0 0,0 0 16,-25 25-16,25-25 0,0 0 0,-24 25 0,24-25 0,0 0 15,0 25-15,-25-25 0,25 24 0</inkml:trace>
  <inkml:trace contextRef="#ctx0" brushRef="#br0" timeOffset="11092.6344">11658 2356 0,'0'0'0,"0"25"0,0-25 0,0 0 15,0 0-15,25 0 0,-25 25 0,0-25 0,0 0 16,0 0-16,0 0 0,0 0 0,0 0 0,0 0 0,0 0 15,0 0-15,0-25 0,0 25 0,0 0 0,0 0 16,0 0-16,0 0 0,0-25 0,25 25 0,-25 0 0,0 0 16,0-24-16,0 24 0,0 0 0</inkml:trace>
  <inkml:trace contextRef="#ctx0" brushRef="#br0" timeOffset="11614.6643">12576 1761 0,'0'0'0,"0"0"0,0-25 16,0 25-16,0 0 0,0 0 0,0 0 0,0 0 0,0 0 15,0 0-15,0 0 0,0 0 0,0 0 0,0 0 0,0 0 16,0 0-16,0 0 0,0 0 0,0 0 0,0 0 16,0 0-16,0 25 0,25-25 0,-25 0 0,0 25 0,0-25 15,0 25-15,0-25 0,0 25 0,25-25 0,-25 24 0,0-24 16,0 25-16,0-25 0,24 25 0,-24 0 0,0-25 15,0 25-15,0-25 0,0 24 0,0-24 0,25 0 0,-25 25 16,0-25-16,0 0 0,0 0 0,0 25 0,0-25 16,0 0-16,25 0 0,-25 0 0,0 0 0,0 0 0,0 0 15,0 0-15,0 0 0,0 0 0,0 0 0,0 0 0,0 0 16,25 0-16,-25-25 0,0 25 0,0 0 0,0-25 15,25 25-15,-25-24 0,0 24 0,0-25 0,24 25 0,-24-25 16,0 25-16,0-25 0,25 25 0,-25-25 0,0 25 16,0-24-16,0 24 0,25-25 0,-25 25 0,0 0 0,0-25 15,0 25-15,0 0 0,0 0 0,0 0 0,0 0 0,0 0 16,0 0-16,0 0 0,0 0 0,0 0 0,0 0 15,0 0-15,25 0 0,-25 0 0,0 0 0,0 0 0,0 0 16</inkml:trace>
  <inkml:trace contextRef="#ctx0" brushRef="#br0" timeOffset="12016.6873">12923 1984 0,'0'25'16,"0"-25"-16,0 0 0,0 0 31,0 0 16,0 0-47,0 0 0,0 0 0,0 0 0,0 0 0,0 0 0,0 0 0,0 0 0,25 0 0,-25 0 0,0-25 0,0 25 0,25 0 0,-25-24 0,0 24 0,25 0 0,-25-25 0,0 25 0,24 0 0,-24 0 0,0-25 0,25 25 0,-25 0 0,0-25 0,25 25 0,-25 0 0,0 0 0,25-25 0,-25 25 16,0 0-16,0 0 0,0-24 0,0 24 0,0 0 0,0 0 15,0-25-15,0 25 0,0 0 0,0 0 0,0 0 16,0 0-16,0 0 0,-25 0 0,25 0 0,0-25 0,0 25 15,0 0-15,-25 0 0,25 0 0,0 0 0,0 0 0,0 0 16,0 0-16,-25 0 0,25 0 0,0 0 0,0 0 16,0 25-16,-24-25 0,24 0 0,0 0 0,0 0 0,0 0 15,-25 0-15,25 25 0,0-25 0,0 0 0,0 24 0,0-24 16,0 0-16,0 25 0,-25-25 0,25 0 0,0 25 15,0-25-15,0 25 0,0-25 0,0 0 0,0 25 0,0-25 16,25 24-16,-25-24 0,0 25 0,0-25 0,0 0 16,0 25-16,25-25 0,-25 0 0,0 25 0,0-25 0,24 0 15,-24 25-15,0-25 0,25 0 0,-25 0 0,0 0 16,25 0-16,-25 0 0,0 0 0,25 0 0,-25 0 0,25 0 15,-25 0-15,24 0 0,-24-25 0,25 25 0,-25 0 0,25 0 16,-25 0-16,25 0 0,-25-25 0,25 25 0</inkml:trace>
  <inkml:trace contextRef="#ctx0" brushRef="#br0" timeOffset="12357.7068">13494 1910 0,'0'0'0,"0"-25"0,0 25 0,0 0 16,0 0-16,0 0 0,0 0 0,-25-25 0,25 25 0,0 0 15,0 0-15,0 0 0,0 0 0,0-24 0,-25 24 16,25 0-16,0-25 0,0 25 0,0 0 0,0 0 0,-25 0 15,25-25-15,0 25 0,0 0 0,0 0 0,0 0 16,0 0-16,0-25 0,0 25 0,0 0 0,0 0 0,-24 0 16,24 0-16,0 0 0,0 0 0,0 25 0,0-25 15,-25 0-15,25 0 0,0 25 0,0-25 0,0 0 0,0 25 16,0-25-16,0 24 0,0-24 0,0 25 0,0 0 15,0-25-15,0 25 0,0-25 0,0 25 0,0-25 0,0 24 16,0 1-16,25-25 0,-25 25 0,0-25 0,0 25 16,0-25-16,24 0 0,-24 0 0,0 25 0,25-25 0,-25 0 0,0 0 15,25 0-15,-25 0 0,0 0 0,25 0 0,0-25 16,-25 25-16,24 0 0,-24 0 0,25 0 0,-25-25 0,25 25 15,-25 0-15,25 0 0,-25-25 0,25 25 0,-25 0 16,24-25-16,-24 25 0,25-24 0,-25 24 0,25-25 0,-25 25 16,25-25-16,0 25 0,-25-25 0,0 0 0,24 1 0,-24-1 15,25 25-15,-25-25 0,0 0 0</inkml:trace>
  <inkml:trace contextRef="#ctx0" brushRef="#br0" timeOffset="13021.7448">13866 1513 0,'0'0'0,"0"0"0,0-25 0,0 25 0,0 0 0,0-25 16,0 25-16,0 0 0,0 0 0,0 0 0,0 0 0,0 0 15,0 0-15,0 0 0,0 0 0,0 25 0,0-25 16,0 0-16,-25 0 0,25 25 0,0-25 0,0 25 15,0-25-15,0 25 0,0-1 0,0-24 0,0 25 0,0 0 16,0-25-16,0 25 0,0 0 0,0 0 0,0-1 0,0-24 16,0 25-16,0 0 0,0 0 0,0-25 0,0 25 15,0-1-15,0-24 0,0 25 0,-25 0 0,25-25 0,0 25 16,0 0-16,0-25 0,0 24 0,0-24 0,0 25 15,0-25-15,0 0 0,0 25 0,0-25 0,0 0 0,0 0 16,-25 0-16,25 0 0,0 25 0,0-25 0,0 0 0,-24-25 16,24 25-16,0 0 0,0 0 0,0-25 0,0 25 15,-25 0-15,25-25 0,0 25 0,0 0 0,0-24 0,0 24 16,0 0-16,0-25 0,0 25 0,0 0 0,0-25 15,0 25-15,0-25 0,0 25 0,0 0 0,0-25 0,0 25 16,0 0-16,0 0 0,25-24 0,-25 24 0,0 0 0,0 0 16,24-25-16,-24 25 0,0 0 0,25 0 0,-25 0 15,0-25-15,25 25 0,-25 0 0,0 0 0,25 0 0,-25-25 16,0 25-16,0 0 0,25 0 0,-25 0 0,0 0 15,24 0-15,-24 0 0,0 0 0,25 0 0,-25 0 0,25 0 16,-25 25-16,0-25 0,0 0 0,25 0 0,-25 25 16,0-25-16,0 0 0,0 25 0,0-25 0,25 0 0,-25 24 15,0-24-15,0 0 0,0 25 0,0-25 0,0 25 0,0-25 16,0 0-16,0 25 0,0-25 0,0 25 0,0-25 15,0 0-15,0 24 0,0-24 0,24 0 0,-24 0 0,0 25 16,0-25-16,0 0 0,0 0 0,0 0 0,0 25 0,25-25 16,-25 0-16,0 0 0,0 0 0,25 0 0,-25 0 15,0 0-15,25 0 0,-25 0 0,0 0 0,25-25 0,-25 25 16,0 0-16,24-25 0,-24 25 0,0 0 0,25-24 15,-25 24-15,0-25 0,0 25 0,25-25 0,-25 25 0,0-25 16,0 25-16,0-25 0,0 1 0,0 24 0,0-25 16,0 25-16,0 0 0,-25-25 0,25 25 0,0 0 0,0-25 15,0 25-15,0 0 0,-25 0 0,25 0 0,0 0 0,0-25 16,0 25-16,-24 0 0,24 0 0,0 0 0,0 0 15,-25 0-15,25 0 0,0 0 0,-25 0 0,25 0 0,0 0 16,0 0-16,-25 0 0,25 0 0,0 0 0,0 0 16,-25 0-16,25 0 0,0 0 0,0 0 0,0 0 0,-24 0 15,24-24-15,0 24 0,0 0 0,0 0 0,0 0 0,0 0 16</inkml:trace>
  <inkml:trace contextRef="#ctx0" brushRef="#br0" timeOffset="13194.7547">14064 1463 0,'0'0'0,"0"0"0,25 0 0,-25 0 0,0 0 0,0 0 15,0 0-15,0 0 0,25 0 0,-25 0 0,0 0 0,0 0 16,25 0-16,-25 0 0,24 25 0,-24-25 0,0 0 16,25 0-16,-25 0 0,0 25 0,25-25 0,-25 0 0,0 0 15,0 0-15,25 25 0,-25-25 0,0 0 0,0 25 16,0-25-16,0 0 0,0 24 0,0-24 0,-25 0 0,25 0 15,0 25-15,-25-25 0,25 0 0,-25 25 0,25-25 0,-24 0 16,24 25-16,-25-25 0,25 25 0,-25-25 0,25 0 16,-25 25-16,0-25 0</inkml:trace>
  <inkml:trace contextRef="#ctx0" brushRef="#br0" timeOffset="13858.7926">14957 2009 0,'0'25'15,"0"-25"-15,-25 0 0,25 0 0,0 0 0,0 0 16,0 0-16,0 0 0,0 25 0,0-25 0,0 0 0,0 0 15,0 0-15,25 0 0,-25 0 0,0-25 0,0 25 0,25 0 16,-25 0-16,0-25 0,25 25 0,-25 0 0,25-25 16,-25 25-16,24-24 0,-24 24 0,25-25 0,-25 25 0,25-25 15,0 25-15,-25-25 0,25 0 0,-25 25 0,24-24 16,1-1-16,-25 25 0,25-25 0,0 0 0,-25 0 0,25 25 15,-25-24-15,24-1 0,1 25 0,-25-25 0,25 0 0,-25 0 16,25 0-16,-25 1 0,25 24 0,-25-25 0,0 0 16,0 25-16,0-25 0,0 25 0,25 0 0,-25-25 0,0 25 15,-25-24-15,25 24 0,0 0 0,0-25 0,0 25 16,-25 0-16,25 0 0,0-25 0,-25 25 0,25 0 0,0 0 15,-25 0-15,25 0 0,0 0 0,-25-25 0,25 25 0,0 0 16,-24 0-16,24 0 0,0-25 0,0 25 0,0 0 16,0 0-16,0 0 0,0 0 0,0 25 0,0-25 0,0 0 15,0 0-15,0 0 0,0 25 0,0-25 0,0 0 16,0 0-16,0 0 0,-25 25 0,25-25 0,0 0 0,0 25 15,0-25-15,0 24 0,25 1 0,-25-25 0,0 25 0,0 0 16,0 0-16,0-1 0,0 1 0,0 0 0,0 0 16,0-25-16,0 25 0,0 0 0,0-1 0,0 1 0,0 0 15,0-25-15,0 25 0,0 0 0,0-1 0,-25 1 16,25-25-16,0 25 0,0 0 0,0 0 0,0-25 0,0 24 15,0-24-15,0 25 0,0-25 0,25 0 0,-25 25 0,0-25 16,0 0-16,0 0 0,0 25 0,0-25 0,0 0 16,24 0-16,-24 0 0,0 0 0,25 0 0,-25 0 15,25 0-15,-25 0 0,25 0 0,-25-25 0,25 25 16,-25 0-16,25-25 0,-1 25 0,-24 0 0,25-25 0,-25 25 15</inkml:trace>
  <inkml:trace contextRef="#ctx0" brushRef="#br0" timeOffset="14250.8151">15577 1910 0,'25'0'16,"-25"0"-16,0 0 0,0 0 0,0-25 0,0 25 15,0 0-15,0 0 0,0 0 0,0 0 0,-25-25 0,25 25 16,0 0-16,0 0 0,0 0 0,0-24 0,0 24 0,0 0 15,-24 0-15,24-25 0,0 25 0,0 0 0,0 0 16,0 0-16,0-25 0,0 25 0,0 0 0,-25 0 0,25 0 16,0 0-16,0 0 0,0 0 0,0 25 0,0-25 15,0 0-15,-25 0 0,25 0 0,0 25 0,0-25 0,0 0 16,-25 24-16,25-24 0,0 25 0,0-25 0,0 25 0,0-25 15,0 25-15,0-25 0,0 25 0,0-1 0,0-24 16,0 25-16,0-25 0,0 25 0,0-25 0,0 0 0,0 25 16,0-25-16,0 0 0,0 0 0,0 0 0,0 0 15,0 0-15,0 0 0,25 0 0,-25 0 0,0 0 0,0 0 16,0 0-16,0 0 0,0 0 0,25 0 0,-25 0 15,0 0-15,25 0 0,-25-25 0,0 25 0,0 0 0,24 0 16,-24-25-16,0 25 0,25-25 0,-25 25 0,0-24 16,0 24-16,25 0 0,-25 0 0,0-25 0,0 25 0,0 0 15,0 0-15,0 25 0,0-25 0,0 0 0,0 0 0,0 0 16,0 24-16,0-24 0,0 0 0,0 25 0,0-25 15,0 0-15,0 25 0,0-25 0,0 0 0,0 25 0,0-25 16,0 0-16,0 25 0,0-25 0,0 24 0,0-24 16,0 0-16,0 0 0,0 25 0,0-25 0,0 0 0,0 0 15,0 0-15,0 0 0,0 0 0,0 0 0,0 0 16,0-25-16,0 25 0,0 0 0,0-24 0,0 24 0,-25-25 15</inkml:trace>
  <inkml:trace contextRef="#ctx0" brushRef="#br0" timeOffset="14439.8259">15553 1587 0,'0'0'0,"0"0"16,0 0-16,0 0 0,0 0 0,0 0 0,0 0 0,0 0 16,0 0-16,0 0 0,24 0 0,-24 0 0,0 0 0,25 25 15,-25-25-15,25 0 0,-25 0 0,25 0 0,-25 0 16,25 0-16,-1 0 0,-24 0 0,25 0 0,0 0 15,-25 25-15,25-25 0,-25 0 0,25 0 0,-1 0 0,-24 25 16,25-25-16,-25 0 0,25 0 0,0 0 0,-25 25 0</inkml:trace>
  <inkml:trace contextRef="#ctx0" brushRef="#br0" timeOffset="15160.8671">16619 1662 0,'0'-25'0,"0"25"0,0 0 0,-25 0 16,25 0-16,0-25 0,-24 25 0,24 0 0,0 0 0,0 0 16,-25 0-16,25 0 0,0 0 0,0 0 0,0 0 15,0 0-15,0 25 0,0-25 0,-25 0 0,25 25 0,0-25 16,0 25-16,0-25 0,0 25 0,0-25 0,0 24 15,0-24-15,0 25 0,0 0 0,0-25 0,0 25 0,0-25 16,0 25-16,0-1 0,0-24 0,0 25 0,0 0 0,0-25 16,0 25-16,25-25 0,-25 0 0,0 25 0,0-25 15,25 0-15,-25 24 0,0-24 0,0 0 0,24 25 0,-24-25 16,0 0-16,0 0 0,25 0 0,-25 0 0,0 0 15,0 0-15,25 0 0,-25 0 0,0 0 0,25 0 0,-25-25 16,25 25-16,-25 0 0,24-24 0,-24 24 0,25-25 0,-25 25 16,0 0-16,25-25 0,-25 25 0,25 0 0,-25-25 15,0 25-15,25-25 0,-25 25 0,0 0 0,0-24 0,24 24 16,-24-25-16,0 25 0,0-25 0,25 25 0,-25-25 15,0 25-15,0 0 0,0-25 0,0 25 0,0-24 0,0 24 16,0 0-16,-25 0 0,25-25 0,0 25 0,0 0 16,0 0-16,0 0 0,0 25 0,0-25 0,0 0 0,0 0 15,0 0-15,0 0 0,-24 0 0,24 24 0,0-24 0,0 0 16,0 0-16,0 25 0,0-25 0,-25 25 0,25-25 15,0 0-15,0 25 0,0-25 0,0 25 0,0-1 0,0-24 16,0 0-16,0 25 0,0-25 0,0 25 0,0 0 0,25-25 16,-25 25-16,0-25 0,0 0 0,0 24 0,0-24 15,0 0-15,24 0 0,-24 25 0,0-25 0,0-25 0,0 25 16,0 0-16,0 0 0,25 0 0,-25 0 0,0 0 15,25-24-15,-25 24 0,0 0 0,25 0 0,-25 0 0,25 0 16,-25-25-16,0 25 0,24 0 0,-24 0 0,0-25 16,0 25-16,0-25 0,25 25 0,-25-25 0,0 25 0,0-24 15,0-1-15,0 25 0,0-25 0,-25 25 0,25-25 0,0 25 16,0-25-16,0 25 0,0 0 0,0-24 0,-24 24 15,24 0-15,0 0 0,0 0 0,0 0 0,0-25 0,-25 25 16,25 0-16,0 0 0,0 0 0,-25 0 0,25 0 0,0 0 16,-25 0-16,25 0 0,0 0 0,0 0 0,-25-25 15,25 25-15,0 0 0</inkml:trace>
  <inkml:trace contextRef="#ctx0" brushRef="#br0" timeOffset="15378.8796">16892 1414 0,'0'0'0,"0"0"0,25 0 0,-25 0 15,0 0-15,0 0 0,0 0 0,0 0 0,25 0 0,-25 0 16,0 0-16,0 0 0,24 0 0,-24 0 0,0 0 16,25 0-16,-25 0 0,25 0 0,-25 25 0,0-25 0,25 0 15,-25 0-15,25 24 0,-25-24 0,24 0 0,-24 0 16,0 25-16,0-25 0,0 0 0,0 25 0,0-25 0,-24 0 15,24 25-15,0-25 0,-25 0 0,25 25 0,-25-25 16,25 0-16,-25 24 0,0-24 0,25 25 0,-24-25 0,-1 0 16,25 25-16,-25-25 0</inkml:trace>
  <inkml:trace contextRef="#ctx0" brushRef="#br0" timeOffset="15891.9089">17909 1687 0,'0'0'16,"0"0"-16,0-25 0,0 25 0,0-25 0,0 25 0,-25 0 16,25 0-16,0-25 0,0 25 0,0 0 0,0 0 0,-25-25 15,25 25-15,0 0 0,0 0 0,0 0 0,0 0 16,0 0-16,-24 0 0,24 0 0,0 0 0,0 0 0,0 25 15,-25-25-15,25 0 0,0 0 0,0 25 0,0-25 16,0 0-16,0 25 0,0-25 0,0 25 0,0-25 0,0 0 16,0 25-16,0-25 0,25 24 0,-25-24 0,0 25 0,0-25 15,24 25-15,-24-25 0,0 25 0,25-25 0,-25 25 16,0-25-16,25 24 0,-25-24 0,25 0 0,-25 25 0,0-25 15,25 25-15,-25-25 0,0 0 0,24 25 0,-24-25 16,0 0-16,0 0 0,25 25 0,-25-25 0,0 0 0,0 24 16,0-24-16,0 0 0,0 0 0,0 25 0,0-25 0,-25 0 15,25 0-15,0 0 0,0 0 0,0 0 0,0 0 16,-24 0-16,24 0 0,0 0 0,0 0 0,-25 0 0,25 0 15,0 25-15,-25-25 0,25 0 0,-25 0 0,25 0 16,0 0-16,-25-25 0,25 25 0,0 0 0,0 0 0,-24 0 16,24 0-16,0 0 0,0 0 0,0 0 0,0 0 0,0 0 15,0 0-15,0-25 0,24 25 0,-24 0 0,0 0 16,0 0-16,0-24 0,25 24 0,-25 0 0,25-25 0,-25 25 15,25 0-15</inkml:trace>
  <inkml:trace contextRef="#ctx0" brushRef="#br0" timeOffset="16303.9325">18256 1761 0,'0'0'0,"0"0"0,0 0 0,0-25 0,0 25 16,0 0-16,0-24 0,0 24 0,-25 0 0,25-25 0,0 25 16,0 0-16,0 0 0,0 0 0,0 0 0,0-25 0,0 25 15,-24 0-15,24 0 0,0 0 0,0 0 0,0 0 16,0 0-16,0 0 0,-25 0 0,25 0 0,0 0 0,0 25 15,0-25-15,0 0 0,-25 0 0,25 25 0,0-25 16,0 24-16,-25-24 0,25 25 0,0-25 0,0 25 0,0-25 16,-25 25-16,25 0 0,0-25 0,0 24 0,0 1 0,0-25 15,0 25-15,0-25 0,0 25 0,0 0 0,0-25 16,25 24-16,-25-24 0,0 25 0,0-25 0,25 0 0,-25 25 15,0-25-15,0 0 0,25 0 0,-25 0 0,0 0 16,0 0-16,25 0 0,-25 0 0,0 0 0,0-25 0,24 25 16,-24 0-16,0 0 0,25 0 0,-25 0 0,0-25 0,25 25 15,-25 0-15,25-24 0,-25 24 0,0-25 0,0 25 16,0-25-16,25 25 0,-25-25 0,0 25 0,0-25 0,0 25 15,0-24-15,0 24 0,-25-25 0,25 25 0,0-25 16,0 25-16,0 0 0,0-25 0,0 25 0,0 0 0,0-25 16,0 25-16,0 0 0,0 0 0,0 0 0,0-24 0,0 24 15,-25 0-15,25 0 0,0 0 0,0 0 0,0 0 16,0 0-16,-25 0 0,25 0 0,0 0 0,0 0 0,0 0 15,0 0-15,-25 0 0,25 0 0,0 0 0,0 0 16,0-25-16,0 25 0,-24 0 0,24 0 0</inkml:trace>
  <inkml:trace contextRef="#ctx0" brushRef="#br0" timeOffset="16576.9481">18331 1265 0,'0'0'0,"0"0"0,0 0 0,0 0 0,0 0 16,24-25-16,-24 25 0,0 0 0,0 0 0,0 0 0,0 0 16,25 0-16,-25 0 0,0 0 0,25 0 0,-25 0 0,0 25 15,25-25-15,-25 0 0,25 0 0,-25 0 0,0 25 16,24-25-16,-24 0 0,0 0 0,0 25 0,0-25 0,25 0 15,-25 0-15,0 0 0,0 24 0,0-24 0,0 0 0,0 0 16,0 25-16,-25-25 0,25 0 0,0 0 0,0 25 16,-24-25-16,24 0 0,-25 25 0,25-25 0,0 0 0,-25 0 15,25 0-15,-25 0 0,25 0 0,-25 0 0,25 0 16,0 0-16</inkml:trace>
  <inkml:trace contextRef="#ctx0" brushRef="#br0" timeOffset="16834.9629">18529 893 0,'0'0'0,"0"0"0,25 0 0,-25 0 0,0 0 16,0-25-16,25 25 0,-25 0 0,0 0 0,25 0 15,-25 0-15,24 0 0,-24 25 0,25-25 0,-25 0 0,25 0 16,-25 0-16,25 0 0,-25 0 0,0 25 0,25-25 0,-25 0 16,0 25-16,0-25 0,0 24 0,0-24 0,0 25 15,0 0-15,0-25 0,-25 25 0,25-25 0,0 25 0,-25-25 16,25 0-16,-25 24 0,0-24 0,25 0 0,-24 25 0,-1-25 15,0 0-15,0 25 0,0-25 0,0 0 0</inkml:trace>
  <inkml:trace contextRef="#ctx0" brushRef="#br0" timeOffset="21639.2377">2828 3249 0,'25'0'0,"-25"0"0,0 0 16,0 0-16,0 0 0,0 0 0,-25-24 0,25 24 15,0 0-15,0 0 0,0 0 0,0 0 0,0 0 0,0 0 16,0-25-16,0 25 0,0 0 0,0 0 0,0 0 0,0 0 15,0 0-15,0 0 0,0 0 0,0 0 0,0 0 16,0 0-16,0 0 0,0 0 0,0 0 0,0 0 0,0 0 16,0 0-16,0 0 0,0 0 0,0 0 0,0 0 15,0 0-15,0 0 0,0 0 0,0 0 0,0 0 0,0 0 16,0 0-16,0 0 0,0-25 0,-25 25 0,25 0 15,0 0-15,0 0 0,0 0 0,0 0 0,0 0 0,0 0 16,-25 0-16,25 0 0,0 0 0,0 0 0,0 0 16,0 0-16,0 0 0,-25 0 0,25 0 0,0 0 0,0 0 15,0 0-15,-24 25 0,24-25 0,0 0 0,-25 0 16,25 0-16,0 0 0,0 0 0,-25 0 0,25 0 0,0 0 15,0 25-15,-25-25 0,25 0 0,0 0 0,0 0 16,0 24-16,-25-24 0,25 0 0,0 0 0,0 25 0,0-25 16,0 0-16,0 25 0,0-25 0,0 25 0,0-25 15,0 25-15,0-25 0,0 24 0,0-24 0,0 25 0,0-25 16,0 25-16,0-25 0,0 25 0,0-25 0,25 0 15,-25 25-15,0-25 0,0 0 0,0 24 0,25-24 0,-25 0 16,0 0-16,0 25 0,0-25 0,25 0 0,-25 0 16,0 0-16,0 0 0,25 0 0,-25 0 0,0 0 0,0 0 15,24 0-15,-24-25 0,0 25 0,25 0 0,-25 0 16,25-24 15,-25 24-31,0 0 0,25-25 0,-25 25 0,0-25 0,25 25 0,-25-25 0,0 25 0,0-25 0,24 25 0,-24 0 0,0-24 0,0 24 0,0-25 0,0 25 0,0 0 16,0-25-16,0 25 0,0 0 0,0 0 0,0-25 15,0 25-15,0 0 0,0-25 0,0 25 0,0 0 0,0 0 16,0-24-16,0 24 0,0 0 0,0 0 0,0 0 15,0 0-15,0 0 0,0 0 0,0 0 0,0 0 0,0 0 16,0 0-16,0 24 0,0-24 0,0 0 0,0 0 16,0 25-16,0-25 0,0 25 0,0-25 0,0 0 0,0 25 15,0-25-15,0 25 0,0-25 0,0 0 0,25 24 16,-25-24-16,0 0 0,0 0 0,0 25 0,0-25 0,0 0 15,25 25-15,-25-25 0,0 0 0,0 0 0,25 0 16,-25 0-16,0 25 0,0-25 0,25 0 0,-25 0 0,0 0 16,24 0-16,-24 0 0,0 0 0,0 0 0,25 0 15,-25-25-15,0 25 0,25 0 0,-25 0 0</inkml:trace>
  <inkml:trace contextRef="#ctx0" brushRef="#br0" timeOffset="21957.2558">3076 3051 0,'0'0'0,"0"0"0,0 0 16,0 0-16,0 0 0,0 0 0,0 0 0,0 0 15,0 0-15,0 0 0,0 0 0,25 25 0,-25-25 0,0 0 16,0 0-16,24 0 0,-24 25 0,0-25 0,25 0 15,-25 24-15,0-24 0,25 25 0,-25-25 0,0 25 16,0-25-16,25 25 0,-25 0 0,0-25 0,0 24 0,25 1 16,-25-25-16,0 25 0,0 0 0,0 0 0,0-25 15,0 24-15,0 1 0,0-25 0,0 25 0,0-25 0,-25 25 16,25 0-16,0-25 0,0 24 0,-25-24 0,25 25 0,0-25 15,0 25-15,-25 0 0,25-25 0,0 0 0,-25 25 16,25-25-16,0 0 0,-24 24 0,24-24 0,0 0 0,0 0 16,-25 25-16,25-25 0,0 0 0,0 0 0,0 0 15,0 0-15,0 0 0,0 0 0,0 0 0,0 0 16,0 0-16</inkml:trace>
  <inkml:trace contextRef="#ctx0" brushRef="#br0" timeOffset="23548.3469">4167 3274 0,'0'0'16,"0"0"-16,0-25 0,0 25 0,0 0 0,0 0 0,-25 0 15,25 0-15,0-24 0,0 24 0,0 0 0,0 0 16,0 0-16,0-25 0,0 25 0,0 0 0,0 0 0,-24 0 16,24 0-16,0 0 0,0 0 0,0 0 0,0 0 15,0 0-15,0 0 0,0-25 0,0 25 0,0 0 16,0 0-16,-25 0 0,25 0 0,0 0 0,0 0 0,0 0 15,0 0-15,0 0 0,-25 0 0,25 0 0,0 0 16,0 0-16,0 0 0,-25 0 0,25 0 0,0 0 0,0 25 16,0-25-16,-25 0 0,25 0 0,0 25 0,0-25 15,0 24-15,0-24 0,0 25 0,0 0 0,0-25 0,0 25 16,0-25-16,0 25 0,0-25 0,0 24 0,25 1 15,-25-25-15,0 25 0,0-25 0,0 25 0,0-25 16,0 25-16,0-25 0,25 24 0,-25-24 0,0 0 0,0 25 16,25-25-16,-25 0 0,0 25 0,0-25 0,25 0 15,-25 0-15,24 0 0,-24 0 0,0 0 0,25 0 16,-25 0-16,25 0 0,-25 0 0,0 0 0,25 0 0,-25 0 15,25 0-15,-25-25 0,0 25 0,24 0 0,-24 0 16,25-25-16,-25 25 0,0 0 0,25 0 0,-25-24 0,0 24 16,0 0-16,25-25 0,-25 25 0,0 0 0,0-25 15,0 25-15,25-25 0,-25 25 0,0 0 0,0-25 0,0 25 16,0-24-16,0 24 0,0-25 0,0 25 0,0 0 15,0-25-15,0 25 0,0-25 0,24 25 0,-24-25 16,0 25-16,0 0 0,0 0 0,0 0 0,0 0 0,0 0 16,0 0-16,0 0 0,0 0 0,0 0 0,0 0 15,0 0-15,0 0 0,0 0 0,-24 0 0,24 0 0,0 0 16,0 0-16,0 0 0,0 25 0,0-25 0,0 0 15,0 25-15,0-25 0,0 0 0,0 25 0,0-25 0,0 25 16,0-25-16,0 0 0,0 24 0,24-24 0,-24 25 16,0-25-16,0 25 0,0-25 0,0 25 0,0-25 15,25 0-15,-25 25 0,0-25 0,0 0 0,0 24 0,25-24 16,-25 0-16,0 0 0,0 0 0,25 25 0,-25-25 15,0 0-15,0 0 0,25 0 0,-25 0 0,0 0 16,0-25-16,24 25 0,-24 0 0,0 0 0,25 0 0,-25-24 16,0 24-16,0 0 0,25 0 0,-25-25 0,0 25 15,0-25-15,0 25 0,0 0 0,0-25 0,0 25 0,0 0 16,0-25-16,0 25 0,0-24 0,0 24 0,0 0 15,-25-25-15,25 25 0,0 0 0,0-25 0,0 25 0,-25 0 16,25-25-16,0 25 0,0 0 0,0 0 0,0 0 16,-24-25-16,24 25 0,0 0 0,0 0 0,0 0 15,0 0-15,-25 0 0,25 0 0,0 0 0,0 0 0,0 0 16,0 0-16,0 0 0,0 0 0,0 0 0,0 0 15,-25 0-15,25 0 0,0 0 0,0 0 0,0-24 0,0 24 16</inkml:trace>
  <inkml:trace contextRef="#ctx0" brushRef="#br0" timeOffset="23768.3594">4440 3026 0,'0'0'0,"0"0"0,0 0 0,0 0 0,0 0 0,0 0 0,0 0 0,0-25 0,0 25 0,0 0 0,0 0 0,0 0 0,0 0 0,25 0 0,-25 0 0,0 0 0,25-24 0,-25 24 0,24 0 0,-24 0 0,0 0 0,25 0 0,-25 24 0,25-24 0,-25 0 0,0 0 16,0 0-16,25 25 0,-25-25 0,0 0 0,0 25 0,0-25 15,0 25-15,0-25 0,0 0 0,-25 25 0,25-25 16,0 0-16,-25 24 0,25-24 0,0 25 0,-25-25 15,25 0-15</inkml:trace>
  <inkml:trace contextRef="#ctx0" brushRef="#br0" timeOffset="24384.3947">5482 3225 0,'0'-25'0,"0"25"15,0-25-15,0 25 0,-25 0 0,25-25 0,0 25 16,0-25-16,0 25 0,0 0 0,0-24 0,0 24 15,-25 0-15,25 0 0,0-25 0,0 25 0,0 0 0,0 0 16,0 0-16,0 0 0,-25 0 0,25 0 0,0 0 0,0 0 16,0 0-16,0 0 0,0 0 0,-24 25 0,24-25 15,0 0-15,0 0 0,0 0 0,0 24 0,0-24 16,0 0-16,0 25 0,0-25 0,0 25 0,0-25 0,0 25 15,0-25-15,0 25 0,0-25 0,0 24 0,0-24 16,24 25-16,-24-25 0,0 25 0,25-25 0,-25 0 16,25 25-16,-25-25 0,0 25 0,25-25 0,-25 24 0,25-24 15,-25 0-15,24 25 0,-24-25 0,0 0 0,25 25 16,-25-25-16,0 0 0,25 0 0,-25 0 0,0 25 16,25-25-16,-25 0 0,0 0 0,0 0 0,0 25 0,0-25 15,0 0-15,0 0 0,0 0 0,0 0 0,0 0 0,0 0 16,0 0-16,0 0 0,0 0 0,-25 0 0,25 0 15,0 24-15,-25-24 0,25 0 0,0 0 0,-25 0 16,25 0-16,0 0 0,-24 0 0,24 25 0,0-25 16,-25 0-16,25 0 0,0 0 0,0 0 0,-25 0 0,25 0 0,0 0 15,0 0-15,0 0 0,0 0 0,0 0 0,0 0 16,0 0-16,0 0 0,0 0 0,0 0 0,25 0 15,-25-25-15,0 25 0,0 0 0,25 0 0,-25 0 0,24-24 16,-24 24-16,0 0 0,25-25 0</inkml:trace>
  <inkml:trace contextRef="#ctx0" brushRef="#br0" timeOffset="24782.4174">5854 3225 0,'0'0'15,"-25"0"-15,25 0 0,0 0 0,0 0 0,0-25 0,0 25 16,-25 0-16,25 0 0,0 0 0,0 0 0,0 0 15,-25 0-15,25 0 0,0 0 0,0 0 0,-24 0 0,24 25 16,0-25-16,0 0 0,0 0 0,-25 24 0,25-24 16,0 0-16,0 0 0,0 25 0,-25-25 0,25 25 15,0-25-15,0 25 0,0-25 0,0 0 0,0 25 0,0-25 16,0 24-16,0-24 0,0 25 0,0-25 0,25 25 15,-25-25-15,0 25 0,0-25 0,25 25 0,-25-25 0,0 0 16,0 24-16,24-24 0,-24 0 0,0 0 0,0 0 16,25 25-16,-25-25 0,0 0 0,0 0 0,0 0 15,25 0-15,-25 0 0,0 0 0,0-25 0,0 25 0,25 0 16,-25 0-16,0-24 0,0 24 0,0 0 0,0-25 15,0 25-15,25 0 0,-25-25 0,0 25 0,0-25 0,0 25 16,0 0-16,0-25 0,0 25 0,0-24 0,0 24 16,0-25-16,0 25 0,0 0 0,0-25 0,-25 25 15,25 0-15,0 0 0,0-25 0,0 25 0,0 0 0,0 0 16,0 0-16,0 0 0,-25 0 0,25 0 0,0 0 0,0 0 15,0 0-15,0 0 0,0-25 0,0 25 0,-25 0 16,25 0-16,0 0 0,0 0 0,0 0 0,0 0 16,0 0-16</inkml:trace>
  <inkml:trace contextRef="#ctx0" brushRef="#br0" timeOffset="25031.4317">5804 2977 0,'0'0'0,"0"0"15,0 0-15,0 0 0,0 0 0,0 0 0,0-25 16,0 25-16,0 0 0,0 0 0,0 0 0,0 0 16,0 0-16,25 0 0,-25 0 0,0 0 0,0 0 0,25 0 15,-25 0-15,0 0 0,0 0 0,25 0 0,-25 0 16,0 25-16,0-25 0,25 0 0,-25 24 0,0-24 15,0 0-15,0 0 0,0 25 0,0-25 0,0 0 0,24 25 16,-48-25-16,24 25 0,0-25 0,0 0 0,0 25 16,0-25-16,-25 0 0,25 0 0,0 0 0,-25 0 0,25 24 15</inkml:trace>
  <inkml:trace contextRef="#ctx0" brushRef="#br0" timeOffset="25256.4445">5928 2902 0,'0'0'0,"25"0"0,-25 0 0,0 0 16,0 0-16,25 0 0,-25-25 0,0 25 0,0 0 16,25 0-16,-25 25 0,0-25 0,0 0 0,25 0 0,-25 0 15,0 0-15,24 0 0,-24 25 0,0-25 0,25 0 16,-25 0-16,0 25 0,0-25 0,0 0 0,25 0 0,-25 25 15,0-25-15,0 24 0,0-24 0,-25 0 0,25 25 16,0-25-16,0 25 0,-25-25 0,25 25 0,-24-25 16,24 25-16,-25-25 0,25 24 0</inkml:trace>
  <inkml:trace contextRef="#ctx0" brushRef="#br0" timeOffset="27082.549">6796 3125 0,'0'0'0,"0"0"0,0 0 16,0-24-16,-24 24 0,24 0 0,0 0 0,0 0 16,-25 0-16,25 0 0,0 0 0,0 0 0,-25 0 0,25 0 15,0 0-15,0 0 0,0 0 0,-25 0 0,25 0 16,0 0-16,0 0 0,0 24 0,0-24 0,-25 0 0,25 0 15,0 25-15,0-25 0,-24 25 0,24-25 0,0 0 16,0 25-16,0 0 0,0-25 0,0 24 0,0-24 16,0 25-16,0 0 0,0-25 0,0 25 0,0-25 0,0 25 15,0-1-15,0-24 0,24 25 0,-24-25 0,0 25 0,0-25 16,0 0-16,25 25 0,-25-25 0,25 0 0,-25 0 15,0 0-15,25 0 0,-25 0 0,25 0 0,-1 0 0,-24 0 16,25 0-16,-25-25 0,25 25 0,-25 0 0,25 0 16,-25-25-16,25 25 0,-25 0 0,0-25 0,25 25 15,-25 0-15,24-24 0,-24 24 0,0 0 0,0 0 0,0-25 16,25 25-16,-25 0 0,0 0 0,0 0 0,0 0 15,0 0-15,0 0 0,0 0 0,-25-25 0,25 25 0,0 0 16,0 0-16,0 0 0,0 0 0,0 0 0,0 0 16,0 0-16,0 0 0,0 0 0,0 0 0,0 0 15,0 0-15,0 0 0,0 0 0,25 0 0,-25 0 0,0 0 16,0 0-16,0-25 0,0 25 0,25 0 0,-25-25 15,0 25-15,25 0 0,-25-24 0,25 24 0,-25-25 0,0 25 16,24-25-16,-24 25 0,25-25 0,-25 0 0,25 25 16,-25-24-16,25 24 0,-25-25 0,0 0 0,25 25 15,-25-25-15,24 25 0,-24-25 0,0 1 0,0 24 0,0-25 16,0 25-16,0-25 0,25 25 0,-50 0 0,25-25 15,0 25-15,0-25 0,0 25 0,0 0 0,-24-24 78,24 24-78,0 0 0,-25 0 0,25-25 0,0 25 0,-25 0 0,25 0 0,0 0 0,-25 0 0,25 0 0,-25 0 0,25 0 0,0 0 0,0 0 0,-24 0 16,24 0-16,0 0 0,0 0 0,0 0 0,-25 0 0,25 0 0,0 0 0,0 0 0,0 25 0,0-25 0,0 0 0,0 0 0,0 0 0,0 24 0,0-24 0,0 25 0,0-25 0,25 0 16,-25 25-16,0 0 0,0-25 0,0 25 0,0-25 0,0 24 15,0 1-15,24-25 0,-24 25 0,0 0 0,0-25 16,0 25-16,0-1 0,0 1 0,0-25 0,0 25 0,25 0 15,-25 0-15,0-1 0,0-24 0,0 25 0,0 0 16,0 0-16,0-25 0,0 25 0,0-25 0,0 24 16,0-24-16,0 25 0,0-25 0,0 0 0,0 25 0,0-25 15,0 0-15,0 0 0,0 25 0,0-25 0,0 0 16,0 0-16,0 0 0,0 0 0,0 0 0,0 0 0,0 0 15,0 0-15,0 0 0,0 0 0,0 0 0,0 0 16,0 0-16,25 0 0,-25 0 0,0-25 0,0 25 16,0 0-16,0-25 0,25 25 0,-25-25 0,0 25 0,0 0 15,25-24-15,-25 24 0,24-25 0,-24 25 0,0 0 16,25-25-16,-25 25 0,0 0 0,0-25 0,0 25 0,25 0 15,-25 0-15,0 0 0,0 0 0,0 0 0,0 0 16,0 0-16,0 0 0,0 0 0,25 0 0,-25 0 16,0 0-16,0 0 0,0 0 0,0 25 0,0-25 0,0 0 15,0 0-15,0 0 0,0 25 0,0-25 0,0 25 16,0-25-16,0 0 0,0 24 0,0-24 0,0 25 0,25-25 15,-25 0-15,0 25 0,0-25 0,0 25 0,0-25 16,0 0-16,0 25 0,0-25 0,0 0 0,24 0 0,-24 0 16,0 0-16,0 24 0,0-24 0,25 0 0,-25 0 15,0 0-15,0 0 0,25 0 0,-25 0 0,0 0 16,25 0-16,-25 0 0,0 0 0,25-24 0,-25 24 0,0 0 15,24 0-15,-24 0 0,0-25 0,0 25 0,25 0 16,-25 0-16,0-25 0,25 25 0,-25 0 0,0-25 16,0 25-16,0 0 0,0-25 0,25 25 0,-25-24 0,0 24 15,0 0-15,0-25 0,0 25 0,0-25 0,0 25 16,0 0-16,0-25 0,0 25 0,0-25 0,0 25 15,0-24-15,0 24 0,0 0 0,0-25 0,0 25 0,0 0 16,0 0-16,0 0 0,0 0 0,0 0 0,0 0 16,0 0-16,0 0 0,0 0 0,-25 0 0,25 0 0,0 0 15,0 0-15,0 0 0,0 25 0,0-25 0,0 0 16,0 24-16,25-24 0,-25 0 0,0 25 0,0-25 0,-25 0 15,25 25-15,0-25 0,0 25 0,0-25 0,0 25 16,0-25-16,0 24 0,25-24 0,-25 0 0,0 25 0,0-25 16,0 25-16,0-25 0,0 0 0,0 25 0,25-25 15,-25 0-15,0 25 0,0-25 0,0 0 0,0 0 16,0 0-16,0 0 0,24 0 0,-24 24 0,0-24 0,0-24 15,0 24-15,25 0 0,-25 0 0,0 0 0,25 0 16,-25 0-16,0 0 0,25 0 0,-25 0 0,0-25 0,0 25 16,25 0-16,-25-25 0,0 25 0,0 0 0,24 0 15,-24-25-15,0 25 0,0-25 0,0 25 0,0 0 16,0-24-16,0 24 0,0 0 0,0-25 0,0 25 0,0 0 15,0-25-15,0 25 0,0 0 0,0-25 0,0 25 0,0-25 16,0 25-16,0 0 0,0 0 0,0 0 0,0-24 16,0 24-16,0 0 0,0 0 0,0 0 0,0 0 15,0 0-15,0 0 0,0 0 0,25 0 0,-25 0 0,0 0 16,0 24-16,0-24 0,0 0 0,25 0 0,-25 25 15,0-25-15,0 0 0,0 25 0,0-25 0,0 0 0,0 25 16,0-25-16,0 0 0,0 25 0,0-25 0,0 0 16,0 24-16,0-24 0,0 25 0,0-25 0,0 0 15,0 25-15,0-25 0,0 0 0,0 0 0,0 0 0,0 0 16,0 0-16,0 0 0,0 0 0,0 0 0,0 0 15,0 0-15,0 0 0,0 0 0,25 0 0,-25 0 16,0 0-16,0 0 0,25 0 0,-25 0 0,0 0 0,24-25 16,-24 25-16,25 0 0,-25-25 0,0 25 0,25-24 15,-25 24-15,25 0 0,-25-25 0,0 25 0,25 0 0,-25-25 16,0 25-16,0 0 0,0 0 0,0 0 15,0 0-15,24 0 0,-24 0 0,0 0 0,0 0 0,0 0 0,0 0 16,0 0-16,0 25 0,0-25 0,0 0 0,0 0 16,0 25-16,0-25 0,0 24 0,0-24 0,0 0 0,0 25 15,0-25-15,0 0 0,0 25 0,0-25 0,0 25 16,25-25-16,-25 0 0,0 25 0,0-25 0,0 0 15,0 0-15,25 24 0,-25-24 0,0 0 0,0 0 0,25 0 16,-25 0-16,0 0 0,0 0 0,25 0 0,-25 0 16,0 0-16,25 0 0,-25 0 0,0-24 0,24 24 15,-24 0-15,25-25 0,-25 25 0,0 0 0,0-25 0,25 25 16,-25-25-16,0 0 0,0 25 0</inkml:trace>
  <inkml:trace contextRef="#ctx0" brushRef="#br0" timeOffset="27446.5698">8235 2877 0,'0'0'0,"0"0"15,-25 0-15,25 0 0,0 0 0,0 0 0,0 0 0,0 0 16,0 25-16,0-25 0,0 0 0,25 25 0,-25-25 16,0 25-16,0-25 0,0 25 0,0-25 0,0 24 0,0 1 15,0-25-15,0 25 0,0 0 0,0 0 0,0-25 16,0 24-16,0 1 0,0 0 0,0 0 0,0-25 15,0 25-15,0-1 0,0 1 0,0-25 0,0 25 0,0-25 16,0 25-16,0-25 0,0 0 0,0 0 0,0 25 16,0-25-16,0 0 0,0 0 0,0 24 0,25-24 0,-25 0 15,0 0-15,0 0 0,0 0 0,0 0 0,0 0 16,0 0-16,0-24 0,25 24 0,-25 0 0,0 0 15,25 0-15,-25-25 0,0 25 0,24 0 0,-24 0 0,25-25 16,-25 25-16,0 0 0,25 0 0,-25 0 0,0 0 16,25 0-16,-25 0 0,0 0 0,25 0 0,-25 0 0,0 0 15,0 25-15,24-25 0,-24 0 0,0 25 0,0-25 16,0 0-16,0 24 0,0-24 0,0 25 0,0-25 0,0 0 15,0 25-15,0-25 0,-24 0 0,24 0 0,0 25 16,0-25-16,-25 0 0,25 0 0,0 0 0,-25 0 16,25 0-16,0 0 0,-25 0 0,25-25 0,-25 25 0</inkml:trace>
  <inkml:trace contextRef="#ctx0" brushRef="#br0" timeOffset="27652.5816">7838 2803 0,'0'0'0,"0"0"0,0 0 0,0 0 0,0 25 16,0-25-16,0 0 0,0 25 0,0-25 0,0 0 15,-25 24-15,25-24 0,0 25 0,0 0 0,0-25 16,0 25-16,-24-25 0,24 25 0,0-25 0,0 24 0,-25 1 15,25-25-15,0 25 0,0-25 0,0 25 0,0-25 16,0 25-16</inkml:trace>
  <inkml:trace contextRef="#ctx0" brushRef="#br0" timeOffset="28190.6124">9153 2778 0,'0'0'0,"0"0"15,0 0-15,0 25 0,0-25 0,0 0 0,0 25 16,0-25-16,0 0 0,0 25 0,0-25 0,0 24 16,0 1-16,0-25 0,0 25 0,0 0 0,0 0 0,0-1 15,0 1-15,0 0 0,0-25 0,0 25 0,25 0 16,-25-1-16,0 1 0,0 0 0,0-25 0,0 25 0,0 0 15,0-1-15,0-24 0,0 25 0,0 0 0,0-25 16,0 25-16,0-25 0,0 25 0,0-25 0,0 24 0,0-24 16,0 25-16,0-25 0,0 0 0,0 25 0,0-25 15,0 0-15,-25 0 0,25 0 0,0 0 0,0 0 16,0 0-16,0 0 0,-25-25 0,25 25 0,0 0 0,0-25 15,-25 25-15,25 0 0,0-24 0</inkml:trace>
  <inkml:trace contextRef="#ctx0" brushRef="#br0" timeOffset="28346.6213">9079 3274 0,'0'0'0,"0"-25"0,0 25 0,24 0 0,-24-24 0,0 24 15,0 0-15,0 0 0,0 0 0,25 0 0,-25 0 0,0 0 16,0 0-16,25 0 0,-25 0 0,0 0 0,25 0 15,-25 0-15,0 0 0,25 0 0,-25 0 0,24 0 16,-24 0-16,25 0 0,-25 0 0,25 0 0,0 0 16,-25 0-16,25 0 0,-25 0 0,24 24 0,-24-24 0,25 0 15,0 0-15,-25 0 0,25 0 0,-25 0 0,25 25 16,-1-25-16,-24 0 0,25 0 0,-25 0 0,25 0 0,-25 0 15,25 0-15,-25 0 0,0 0 0</inkml:trace>
  <inkml:trace contextRef="#ctx0" brushRef="#br0" timeOffset="28807.6477">9599 3225 0,'0'0'0,"0"0"16,0 0-16,0-25 0,0 25 0,0 0 15,-24 0-15,24-25 0,0 25 0,0 0 0,-25 0 0,25 0 0,0-25 16,0 25-16,0 0 0,-25 0 0,25-25 0,0 25 16,0 0-16,-25 0 0,25 0 0,0 0 0,0 0 15,0 0-15,0 0 0,-25 0 0,25 0 0,0 0 0,0 25 16,-24-25-16,24 0 0,0 0 0,0 25 0,0-25 15,0 0-15,-25 25 0,25-25 0,0 25 0,0-25 0,0 0 16,0 24-16,0 1 0,0-25 0,0 25 0,0-25 16,0 25-16,0 0 0,0-25 0,0 24 0,25-24 15,-25 25-15,0-25 0,0 25 0,0-25 0,0 0 0,0 25 16,0-25-16,0 0 0,24 0 0,-24 0 0,0 0 15,0 0-15,0 0 0,0 25 0,0-25 0,0 0 16,25-25-16,-25 25 0,0 0 0,0 0 0,25 0 0,-25-25 16,0 25-16,0 0 0,25-25 0,-25 25 0,0 0 15,0-25-15,0 25 0,25 0 0,-25-24 0,0 24 0,0-25 16,0 25-16,0 0 0,0-25 0,0 25 0,24-25 15,-24 25-15,0 0 0,0 0 0,0-25 0,0 25 0,0 0 16,0 0-16,0-24 0,0 24 0,0 0 0,0 0 16,0 0-16,0 0 0,0 0 0,0 24 0,0-24 0,0 0 15,0 0-15,0 25 0,0-25 0,0 0 0,0 25 16,0-25-16,0 25 0,0-25 0,0 0 0,0 25 15,0-25-15,0 24 0,0-24 0,25 25 0,-25-25 0,0 0 16,0 25-16,0-25 0,0 25 0,0-25 0,0 0 16,0 0-16,25 0 0,-25 25 0,0-25 0,0 0 0,0 0 15,25 0-15,-25 0 0,25 0 0,-25 0 0,0-25 16,24 25-16,-24 0 0,25 0 0,-25 0 0,25-25 15,-25 25-15</inkml:trace>
  <inkml:trace contextRef="#ctx0" brushRef="#br0" timeOffset="29095.6641">9897 3225 0,'0'0'0,"0"0"0,0 0 0,0-25 15,0 25-15,0 0 0,0 0 0,0 0 0,0 0 16,0 0-16,-25 0 0,25-25 0,0 25 0,0 0 16,0 0-16,0 0 0,0 0 0,0 0 0,0 0 0,0 25 15,0-25-15,-25 0 0,25 0 0,0 0 0,0 0 16,0 0-16,-24 25 0,24-25 0,0 0 0,0 24 15,0-24-15,0 25 0,0-25 0,0 25 0,0-25 0,0 25 16,0-25-16,0 25 0,0-25 0,0 24 0,0-24 16,0 25-16,0-25 0,0 25 0,0-25 0,0 25 0,0-25 15,0 0-15,0 25 0,24-25 0,-24 0 0,0 24 16,0-24-16,25 0 0,-25 0 0,0 0 0,0 0 0,25 0 15,-25 0-15,0 0 0,25 0 0,-25 0 0,0-24 16,25 24-16,-25 0 0,0 0 0,24-25 0,-24 25 16,0-25-16,25 25 0,-25 0 0,0-25 0,0 25 0,0-25 15,25 25-15,-25-24 0,0-1 0</inkml:trace>
  <inkml:trace contextRef="#ctx0" brushRef="#br0" timeOffset="29360.6793">9475 2853 0,'0'0'0,"0"0"0,0 0 0,0 0 0,0 0 0,-24 0 15,24 0-15,0 0 0,0 0 0,0 0 0,0 0 16,0 0-16,0 24 0,0-24 0,24 0 0,-24 0 0,0 0 15,0 0-15,0 0 0,25 25 0,-25-25 0,0 0 16,0 0-16,25 0 0,-25 0 0,0 0 0,0 25 0,25-25 16,-25 0-16,0 0 0,0 0 0,25 0 0,-25 0 15,0 25-15,24-25 0,-24 0 0,0 0 0,25-25 16,-25 25-16,25 0 0,-25 0 0,25-25 0,-25 25 0,25-25 15,-1 25-15,-24-24 0,25 24 0</inkml:trace>
  <inkml:trace contextRef="#ctx0" brushRef="#br0" timeOffset="29503.6875">9897 2629 0,'0'0'0,"0"0"0,0 0 15,0 0-15,0 0 0,0 0 0,0 0 0,0 25 16,0-25-16,0 0 0,-25 0 0,25 25 0,0-25 0,0 25 16,0-25-16,0 25 0,0-25 0,-25 24 0,25 1 0,0-25 15,0 25-15,-24-25 0,24 25 0,0 0 0,0-25 16,-25 24-16,25-24 0,0 25 0,0-25 0</inkml:trace>
  <inkml:trace contextRef="#ctx0" brushRef="#br0" timeOffset="33168.8971">10815 3299 0,'0'0'0,"0"0"0,0 0 16,0-25-16,0 25 0,0 0 0,0 0 0,0 0 16,0 0-16,0 0 0,0 0 0,0 0 0,0 0 0,0 0 15,0 0-15,0 0 0,0 0 0,0-25 0,0 25 16,0 0-16,0 0 0,-25 0 0,25 0 0,0 0 0,0 0 15,0 0-15,0 0 0,0 0 0,0 0 0,0 0 16,0 0-16,0 0 0,0 0 0,0 0 0,0 0 0,0 0 16,0 0-16,-25 0 0,25 0 0,0 0 0,0 0 15,0 0-15,0 0 0,-25 0 0,25 0 0,0 0 16,0 0-16,-24 0 0,24 0 0,0 0 0,0 0 0,0 0 15,-25 0-15,25 0 0,0 0 0,0 25 0,0-25 16,0 0-16,-25 0 0,25 0 0,0 0 0,0 25 0,0-25 16,0 0-16,0 25 0,0-25 0,0 0 0,0 25 15,0-25-15,0 24 0,0-24 0,0 0 0,0 25 16,0-25-16,25 25 0,-25-25 0,0 25 0,0-25 15,0 25-15,25-25 0,-25 24 0,0-24 0,0 25 0,24-25 16,-24 25-16,0-25 0,25 0 0,-25 25 0,0-25 0,0 0 16,25 0-16,-25 0 0,25 0 0,-25 0 0,0 0 15,25 0-15,-25 0 0,0 0 0,24 0 0,-24 0 16,0 0-16,25-25 0,-25 25 0,0 0 0,25 0 0,-25-25 15,0 25-15,0 0 0,25-25 0,-25 25 0,0 0 16,0-24-16,0 24 0,0-25 0,25 25 0,-25-25 0,0 25 16,0 0-16,0-25 0,0 25 0,0 0 0,0-25 15,0 25-15,0-24 0,0 24 0,0 0 0,0-25 0,0 25 16,0 0-16,0-25 0,0 25 0,0 0 0,0-25 15,0 25-15,0 0 0,0 0 0,0 0 0,0 0 16,0 0-16,0-25 0,0 25 0,0 0 0,0 0 0,0 25 16,0-25-16,0 0 0,0 0 0,-25 0 0,25 0 15,0 25-15,0-25 0,0 0 0,0 25 0,0-25 16,0 25-16,0-25 0,0 0 0,0 24 0,0-24 0,0 25 15,0-25-15,0 25 0,0-25 0,0 25 0,0-25 16,0 25-16,25-25 0,-25 24 0,0-24 0,0 25 0,0-25 16,0 0-16,24 25 0,-24-25 0,0 0 0,0 0 15,0 25-15,0-25 0,25 0 0,-25 0 0,0 0 0,0 0 16,0 0-16,25 0 0,-25 0 0,0 0 0,0 0 15,25 0-15,-25 0 0,0-25 0,0 25 0,0 0 16,25-25-16,-25 25 0,0 0 0,0-25 0,0 25 0,24-24 16,-24 24-16,0 0 0,0-25 0,0 25 0,0-25 0,0 25 15,0 0-15,0-25 0,0 25 0,0-25 0,0 25 16,0-24-16,0 24 0,0 0 0,0-25 0,0 25 15,0 0-15,0 0 0,0 0 0,0-25 0,0 25 0,0 0 16,0 0-16,0 0 0,0 0 0,0 0 0,0 0 16,0 25-16,0-25 0,0 0 0,0 0 0,0 25 0,0-25 15,0 24-15,0-24 0,0 25 0,0-25 0,0 0 16,0 25-16,0-25 0,0 25 0,0-25 0,0 0 15,0 25-15,0-25 0,0 0 0,0 24 0,0-24 0,0 0 16,25 25-16,-25-25 0,0 0 0,0 0 0,0 0 16,25 0-16,-25 0 0,0 25 0,25-25 0,-25 0 0,25 0 15,-25 0-15,25 0 0,-25-25 0,24 25 0,-24 0 16,25 0-16,0 0 0,-25 0 0,25-25 0</inkml:trace>
  <inkml:trace contextRef="#ctx0" brushRef="#br0" timeOffset="33584.9209">11509 3373 0,'0'0'0,"0"0"15,-24 0-15,24 0 0,0-24 0,0 24 0,0 0 16,0 0-16,-25 0 0,25-25 0,0 25 0,0 0 16,0 0-16,-25 0 0,25 0 0,0 0 0,0 0 0,0 0 15,0-25-15,0 25 0,0 0 0,0 0 0,0 25 16,0-25-16,0 0 0,-25 0 0,25 0 0,0 25 15,0-25-15,0 0 0,0 24 0,0-24 0,-25 25 0,25 0 16,0-25-16,0 25 0,0-25 0,0 25 0,0-25 16,0 24-16,0-24 0,0 25 0,0-25 0,0 25 0,0-25 15,0 0-15,0 25 0,0-25 0,25 0 0,-25 0 16,0 25-16,0-25 0,0 0 0,0 0 0,0 0 0,0 0 15,25 0-15,-25 0 0,0 0 0,0 0 0,0-25 16,0 25-16,25 0 0,-25 0 0,0 0 0,0 0 16,25-25-16,-25 25 0,0 0 0,0-25 0,24 25 0,-24 0 15,0-25-15,0 25 0,0 0 0,25-24 0,-25 24 16,0 0-16,0 0 0,0 0 0,0-25 0,0 25 0,0 0 15,0 0-15,0 25 0,0-25 0,0 0 0,0 0 16,0 0-16,0 0 0,0 24 0,0-24 0,0 0 0,0 0 16,0 25-16,0-25 0,0 0 0,0 25 0,25-25 15,-25 0-15,0 25 0,0-25 0,0 0 0,0 0 16,0 0-16,0 0 0,0 25 0,0-25 0,0 0 0,0 0 15,0 0-15,-25 0 0,25-25 0,0 25 0,0 0 16,0 0-16,0 0 0</inkml:trace>
  <inkml:trace contextRef="#ctx0" brushRef="#br0" timeOffset="33837.9354">11559 2977 0,'0'-25'0,"0"25"0,0 0 0,0 0 16,0 0-16,0-25 0,0 25 0,0 0 0,0 0 0,25 0 15,-25 0-15,0-25 0,0 25 0,0 0 0,25 0 16,-25 0-16,0 0 0,24 25 0,-24-25 0,0 0 16,25 0-16,-25 0 0,0 0 0,25 0 0,-25 25 0,0-25 15,25 0-15,-25 0 0,0 25 0,0-25 0,0 0 16,0 24-16,0-24 0,0 0 0,0 25 0,0-25 0,-25 0 15,25 25-15,0-25 0,-25 0 0,25 25 0,0-25 16,-25 0-16,25 25 0,-24-25 0,24 0 0,0 0 16,-25 24-16,25-24 0,-25 0 0,25 0 0</inkml:trace>
  <inkml:trace contextRef="#ctx0" brushRef="#br0" timeOffset="34346.9645">12378 3547 0,'0'0'0,"0"0"0,0 0 0,0 0 15,0 0-15,0 0 0,0 0 0,0 0 0,0 0 16,0 0-16,24-25 0,-24 25 0,0 0 0,0 0 0,0 0 15,25-25-15,-25 25 0,0-24 0,0 24 0,25 0 16,-25-25-16,0 25 0,25-25 0,-25 25 0,0-25 0,25 25 16,-25-25-16,0 25 0,0-24 0,24 24 0,-24-25 15,0 0-15,0 25 0,25-25 0,-25 25 0,0-25 16,0 25-16,0-24 0,25 24 0,-25-25 0,0 25 0,0-25 15,0 25-15,0 0 0,0-25 0,0 25 0,0 0 16,0 0-16,0 0 0,0 0 0,0 0 0,0 0 0,0 0 16,0 0-16,25 0 0,-25 0 0,0 25 0,0-25 15,0 25-15,0-25 0,0 25 0,0-1 0,0-24 16,0 25-16,0 0 0,0-25 0,0 25 0,0-25 0,0 25 15,0-25-15,0 24 0,0 1 0,0-25 0,25 25 16,-25-25-16,0 25 0,0-25 0,0 25 0,0-25 0,0 0 16,0 24-16,0-24 0,0 25 0,0-25 0,-25 0 15,25 0-15,0 25 0,0-25 0,0 0 0,0 0 16,0 0-16,0 0 0,0 25 0,0-25 0,0 0 0,0 0 15,0 0-15</inkml:trace>
  <inkml:trace contextRef="#ctx0" brushRef="#br0" timeOffset="34755.9879">13395 3076 0,'0'0'0,"-25"0"0,25 0 0,0-25 16,0 25-16,0 0 0,0 0 0,0 0 0,-25 0 15,25-25-15,0 25 0,0 0 0,0 0 0,0 0 16,0 0-16,0 0 0,0 0 0,0 25 0,0-25 0,0 0 16,0 0-16,25 25 0,-25-25 0,0 0 0,0 25 15,0-1-15,0-24 0,0 25 0,0 0 0,0-25 0,0 25 16,0 0-16,25-25 0,-25 24 0,0 1 0,0-25 15,0 25-15,0 0 0,0-25 0,0 25 0,0-25 16,0 24-16,0-24 0,0 25 0,0-25 0,0 25 0,0-25 16,0 25-16,0-25 0,0 0 0,0 25 0,0-25 15,24 0-15,-24 24 0,0-24 0,0 0 0,0 0 0,0 0 16,0 0-16,0 0 0,0 0 0,0 0 0,0 0 15,0 0-15,0 0 0,0 0 0,25 0 0,-25 0 16,0-24-16,0 24 0,25 0 0</inkml:trace>
  <inkml:trace contextRef="#ctx0" brushRef="#br0" timeOffset="35051.0048">13717 3175 0,'0'-25'0,"0"25"0,0 0 0,0-25 15,0 25-15,0 0 0,0 0 0,0-24 0,0 24 0,-25 0 16,25 0-16,0 0 0,0-25 0,-25 25 0,25 0 15,0 0-15,0 0 0,-24 0 0,24 0 0,0 0 16,0 0-16,-25 0 0,25 0 0,-25 0 0,25 0 0,0 25 16,-25-25-16,25 0 0,0 24 0,-25-24 0,25 25 15,0-25-15,0 25 0,-24-25 0,24 25 0,0-25 0,0 25 16,0-25-16,-25 24 0,25 1 0,0-25 0,0 25 15,0-25-15,0 25 0,0 0 0,0-25 0,0 24 0,0-24 16,0 25-16,0-25 0,25 25 0,-25-25 0,0 0 16,24 0-16,-24 25 0,25-25 0,-25 0 0,25 0 15,0 0-15,-25 0 0,25 0 0,-25 0 0,24 0 0,1 0 16,-25 0-16,25 0 0,0 0 0,0 0 0,-25 0 0,24-25 15,1 25-15</inkml:trace>
  <inkml:trace contextRef="#ctx0" brushRef="#br0" timeOffset="35569.0344">14287 3125 0,'0'-24'0,"0"24"0,0-25 0,0 25 0,-24 0 0,24-25 16,0 25-16,0 0 0,-25 0 0,25-25 0,0 25 0,0 0 15,-25 0-15,25 0 0,0 0 0,0-25 0,-25 25 16,25 0-16,0 0 0,-25 0 0,25 0 0,0 0 16,0 0-16,-24 0 0,24 0 0,0 0 0,0 25 0,-25-25 15,25 0-15,0 0 0,-25 25 0,25-25 0,0 25 16,0-25-16,0 25 0,-25-25 0,25 24 0,0 1 15,0-25-15,0 25 0,0 0 0,0 0 0,0-1 0,0-24 16,0 25-16,0 0 0,0-25 0,0 25 0,0-25 16,0 25-16,0-25 0,0 24 0,0-24 0,0 25 15,25-25-15,-25 25 0,0-25 0,0 25 0,0-25 0,25 0 16,-25 0-16,0 0 0,0 25 0,0-25 0,25 0 0,-25 0 15,0 0-15,0 0 0,0-25 0,24 25 0,-24 0 16,0 0-16,0 0 0,25 0 0,-25-25 0,0 25 16,0 0-16,25 0 0,-25-25 0,0 25 0,0 0 0,25-25 15,-25 25-15,0 0 0,0-24 0,0 24 0,0 0 16,0-25-16,25 25 0,-25 0 0,0 0 0,0 0 0,0 0 15,0 0-15,0 0 0,0 0 0,0 0 0,0 0 16,0 0-16,0 0 0,0 25 0,0-25 0,0 0 16,0 24-16,0-24 0,0 25 0,0-25 0,0 25 0,0-25 15,0 25-15,0-25 0,0 0 0,0 25 0,0-25 16,0 0-16,0 24 0,0-24 0,0 0 0,0 25 15,0-25-15,0 0 0,0 0 0,0 25 0,0-25 0,0 0 16,0 0-16,0 0 0,0 0 0,0 0 0,0 0 16,0 0-16,-25 0 0,25 0 0,0 0 0,0-25 0,0 25 15,0 0-15,-25 0 0,25-25 0</inkml:trace>
  <inkml:trace contextRef="#ctx0" brushRef="#br0" timeOffset="35725.0433">14163 3398 0,'0'0'0,"0"0"0,0-25 0,0 25 0,0 0 0,0 0 16,0 0-16,0 0 0,0 0 0,0 0 0,0 0 15,0 0-15,0 0 0,25 0 0,-25 0 0,0 0 16,25 0-16,-25 0 0,25 0 0,-25-24 0,25 24 0,-25 0 15,24 0-15,1 0 0,-25 0 0,25 0 0,-25 0 16,25 0-16,0 0 0,-25 0 0,25 0 0,-25 0 0,24 0 16,1 0-16,-25 0 0,0 0 0,25-25 0,-25 25 15,25 0-15,-25 0 0,0 0 0</inkml:trace>
  <inkml:trace contextRef="#ctx0" brushRef="#br0" timeOffset="36124.0661">14560 3150 0,'0'-25'0,"0"25"0,0 0 15,0-24-15,-24 24 0,24 0 0,0 0 0,0-25 16,0 25-16,0 0 0,0 0 0,0 0 0,0 0 0,0 0 15,0 0-15,0 0 0,0 0 0,0 0 0,0 0 16,0 0-16,0 0 0,24 0 0,-24 0 0,0 0 0,0 25 16,0-25-16,0 0 0,0 24 0,0-24 0,0 25 15,0-25-15,0 25 0,0 0 0,25-25 0,-25 25 0,0-1 16,0-24-16,0 25 0,0 0 0,0-25 0,0 25 15,0-25-15,0 25 0,0-25 0,0 24 0,0-24 16,0 25-16,25-25 0,-25 25 0,0-25 0,0 0 0,0 25 16,25-25-16,-25 0 0,0 25 0,0-25 0,0 0 15,25 0-15,-25 0 0,0 0 0,0 0 0,0 0 0,24 0 16,-24 0-16,0 0 0,0-25 0,25 25 0,-25 0 15,0-25-15,25 25 0,-25 0 0,0-25 0,0 25 16,0-25-16,25 25 0,-25-24 0,0 24 0,0-25 0,0 25 16,0-25-16,25 0 0,-25 25 0,0-25 0,0 1 15,0 24-15,0-25 0,24 0 0,-24 25 0,0-25 0,0 0 16,0 25-16,0 0 0,0-24 0,0 24 0,0 0 15,0 0-15,0 0 0,0 0 0,0 0 0,0 24 16,0-24-16,0 0 0,0 0 0,0 0 0,0 0 0,0 0 16,0 0-16,0 25 0,0-25 0,0 0 0,0 0 15,25 0-15,-25 0 0,0 0 0,0 0 0,0 25 0,25-25 16</inkml:trace>
  <inkml:trace contextRef="#ctx0" brushRef="#br0" timeOffset="36387.0812">15032 3175 0,'0'-25'0,"0"25"0,0 0 0,0 0 16,0-25-16,0 25 0,0 0 0,0 0 0,0-24 15,0 24-15,-25 0 0,25 0 0,0 0 0,0 0 16,0 0-16,0 0 0,0 0 0,0 0 0,0 0 0,0 0 16,0 0-16,0 0 0,0 24 0,0-24 0,0 25 15,0-25-15,0 25 0,0 0 0,0-25 0,0 25 0,0-25 16,0 24-16,0 1 0,0-25 0,0 25 0,0 0 15,0-25-15,0 25 0,0-1 0,0-24 0,0 25 0,0 0 16,0-25-16,0 25 0,0-25 0,0 0 0,0 25 16,0-25-16,0 0 0,0 0 0,0 0 0,0 24 15,0-24-15,0 0 0,0 0 0,0 0 0,-25 0 0,25 0 16,0 0-16,0 0 0,0 0 0,0 0 0,0-24 15,0 24-15,0-25 0,-25 25 0,25 0 0,0-25 0,0 25 16</inkml:trace>
  <inkml:trace contextRef="#ctx0" brushRef="#br0" timeOffset="36560.0911">14858 3150 0,'0'-25'0,"0"25"0,0-24 0,0 24 15,0 0-15,0-25 0,0 25 0,0 0 0,0 0 0,0 0 16,25 0-16,-25 0 0,0 0 0,0 0 0,0 0 16,25 0-16,-25 0 0,0 0 0,24 0 0,-24 0 15,25 0-15,-25 0 0,25 0 0,0 0 0,0 0 0,-1 25 16,-24-25-16,25 0 0,0 0 0,0 0 0,0 0 15,-1 0-15,1 0 0,0 24 0,0-24 0,0 0 16,-1 0-16,-24 0 0,25 0 0,0 0 0,-25 0 0,25 0 16,0 0-16</inkml:trace>
  <inkml:trace contextRef="#ctx0" brushRef="#br0" timeOffset="40044.2904">16446 3398 0,'0'0'0,"0"0"0,0 0 0,0 0 0,0-25 0,0 25 16,0 0-16,0 0 0,0 0 0,0 0 0,0 0 0,0 0 16,0 0-16,0-24 0,0 24 0,0 0 0,0 0 15,0 0-15,0 0 0,0 0 0,0 0 0,-25-25 16,25 25-16,0 0 0,0 0 0,0 0 0,0 0 15,0-25-15,0 25 0,0 0 0,0 0 0,0 0 0,0 0 16,0-25-16,-25 25 0,25 0 0,0 0 0,0 0 16,0-25-16,0 25 0,0 0 0,-25 0 0,25 0 0,0 0 15,0-24-15,0 24 0,-25 0 0,25 0 0,0 0 16,-25 0-16,25 0 0,0 0 0,0 0 0,0 0 15,-24 0-15,24 0 0,0 0 0,0 0 0,-25 0 0,25 0 16,0 0-16,-25 24 0,25-24 0,0 0 0,0 0 0,-25 0 16,25 0-16,0 25 0,-25-25 0,25 0 0,0 0 15,0 25-15,0-25 0,-24 0 0,24 25 0,0-25 16,0 0-16,0 25 0,0-25 0,0 0 0,0 24 15,0-24-15,0 25 0,0-25 0,0 0 0,0 25 0,0-25 16,0 0-16,0 0 0,0 25 0,0-25 0,24 0 0,-24 0 16,0 0-16,25 0 0,-25 25 0,0-25 0,25 0 15,-25 0-15,25 0 0,-25 0 0,25 0 0,-25 0 16,24-25-16,1 25 0,-25 0 0,25-25 0,-25 25 0,25 0 93,-25-25-93,25 25 0,-25-25 0,0 25 0,25 0 0,-25-24 0,0 24 0,0-25 0,0 25 0,0-25 47</inkml:trace>
  <inkml:trace contextRef="#ctx0" brushRef="#br0" timeOffset="40192.2988">16495 3001 0,'0'-24'0,"0"24"0,0-25 0,0 25 0,0-25 0,0 25 0,0 0 0,0 0 0,0 0 0,0-25 0,0 25 0,0 0 0,0 0 0,0 0 0,0 0 0,0 0 0,0 0 0,0 0 0,0 0 0,0 25 0,0-25 0,0 0 0,0 0 0,0 25 0,0-25 0,0 25 0,0-25 0,0 24 0,0-24 0,0 25 0,0-25 0,0 25 0,0 0 0,-25-25 0,25 25 0,0-1 16,0 1-16,0 0 0,0-25 0,0 25 0,0 0 15,0-1-15,0-24 0,0 25 0,0 0 0,0-25 16,0 25-16,0 0 0,0-25 0,25 24 0,-25 1 0,0-25 15,0 25-15,0-25 0,0 25 0,0-25 0,0 25 0,0-25 16,0 0-16,0 24 0,0-24 0,0 0 0,0 0 16,0 0-16,0 25 0,0-25 0,0 0 0,0 0 15,0 0-15,0 0 0,0 0 0,0-25 0,0 25 0,0 0 16,0 0-16,0-24 0,0 24 0,0 0 0,0-25 15</inkml:trace>
  <inkml:trace contextRef="#ctx0" brushRef="#br0" timeOffset="41242.3589">16867 3225 0,'0'0'0,"0"0"0,0 0 0,0 0 16,0 0-16,0-25 0,0 25 0,0 0 0,0 0 15,0 0-15,0-25 0,0 25 0,0 0 0,0 0 0,0 0 16,0 0-16,0-25 0,0 25 0,0 0 0,-25 0 16,25 0-16,0 0 0,0 0 0,0 0 0,0-25 0,0 25 15,0 0-15,0 0 0,0 0 0,-24 0 0,24 0 16,0 0-16,0 0 0,-25 0 0,25 0 0,0 0 15,0 0-15,-25 0 0,25 25 0,0-25 0,0 0 0,-25 0 16,25 0-16,0 25 0,0-25 0,-25 0 0,25 0 16,0 0-16,0 25 0,-24-25 0,24 0 0,0 25 15,0-25-15,0 0 0,0 24 0,-25-24 0,25 25 0,0-25 16,0 25-16,0-25 0,0 25 0,0-25 0,0 0 15,25 25-15,-25-25 0,0 24 0,0-24 0,0 25 0,0-25 16,0 0-16,24 25 0,-24-25 0,0 0 0,0 25 16,0-25-16,25 0 0,-25 0 0,0 25 0,0-25 0,0 0 15,25 0-15,-25 0 0,0 0 0,0 0 0,25 0 16,-25 0-16,0 0 0,0 0 0,25 0 0,-25 0 15,0-25-15,0 25 0,24 0 0,-24 0 0,0 0 0,0 0 16,0-25-16,25 25 0,-25 0 0,0-25 0,0 25 16,0 0-16,0-25 0,0 25 0,0 0 0,0-24 0,0 24 15,0 0-15,25-25 0,-25 25 0,-25 0 0,25-25 16,0 25-16,0-25 0,0 25 0,0 0 0,0 0 0,0 0 15,0-25-15,0 25 0,0 0 0,0 0 0,0 0 16,0 0-16,0 0 0,0 0 0,0 0 0,0 0 16,0 0-16,0 0 0,0 0 0,0 0 0,0 25 0,25-25 15,-25 0-15,0 0 0,0 0 0,0 25 0,0-25 16,0 0-16,0 25 0,0-25 0,0 0 0,0 25 15,0-25-15,0 24 0,0-24 0,0 25 0,0-25 0,0 0 16,25 25-16,-25-25 0,0 0 0,0 25 0,0-25 0,25 0 16,-25 25-16,0-25 0,0 0 0,0 0 15,0 24-15,0-24 0,0 0 0,0 0 0,24 0 0,-24 0 16,0 0-16,0 0 0,0 0 0,25 0 0,-25-24 0,0 24 15,0 0-15,25 0 0,-25-25 0,0 25 0,0 0 16,0-25-16,25 25 0,-25 0 0,0-25 0,0 25 16,0 0-16,0-25 0,0 25 0,0-24 0,25 24 0,-25-25 15,0 25-15,0-25 0,0 25 0,0-25 0,0 25 16,0 0-16,0-25 0,0 25 0,0 0 0,0-24 0,0 24 15,0 0-15,0 0 0,0 0 0,0 0 0,0 0 16,0 0-16,0 0 0,0 0 0,0 0 0,0 0 0,0 0 16,0 24-16,0-24 0,0 0 0,0 0 0,0 25 15,24-25-15,-24 25 0,0-25 0,0 0 0,0 25 16,0-25-16,0 25 0,0-25 0,0 0 0,0 24 15,0-24-15,0 0 0,0 25 0,0-25 0,25 0 0,-25 0 16,0 25-16,0-25 0,0 0 0,0 25 0,0-25 0,0 0 16,0 0-16,0 0 0,-25 0 0,25 0 0,0 0 15,0 0-15,0 0 0,0 0 0,25 0 0,-25 0 0,0 0 16,0 0-16,0 0 0,0 0 0,0 0 0,0-25 15,0 25-15,0 0 0,0 0 0,0-25 0,0 25 16,0 0-16,0-25 0,25 25 0,-25-24 0,0 24 0,0 0 16,25-25-16,-25 25 0,0-25 0,25 25 0,-25 0 15,0-25-15,24 25 0,-24 0 0,0-25 0,0 25 16,0 0-16,25 0 0,-25 0 0,0 0 0,0 25 0,0-25 15,0 0-15,0 0 0,25 0 0,-25 25 0,0-25 0,0 0 16,0 0-16,0 25 0,0-25 0,0 0 0,25 25 16,-25-25-16,0 0 0,0 24 0,0-24 0,0 25 15,0-25-15,0 0 0,0 0 0,0 25 0,25-25 0,-25 0 16,0 0-16,0 25 0,0-25 0,0 0 0,0 0 15,24 0-15,-24 0 0,0 0 0,0 0 0,25 0 16,-25 0-16,25 0 0,-25 0 0,25 0 0,-25 0 0,25-25 16,-25 25-16</inkml:trace>
  <inkml:trace contextRef="#ctx0" brushRef="#br0" timeOffset="41709.3856">17611 3200 0,'0'0'0,"-24"0"0,24 0 16,0 0-16,0 0 0,0-25 0,0 25 0,0 0 15,0 0-15,0 0 0,0 0 0,0 0 0,0 0 0,0 0 16,-25 25-16,25-25 0,0 0 0,0 0 0,0 25 15,0-25-15,-25 24 0,25-24 0,0 0 0,0 25 0,0 0 16,0-25-16,0 0 0,-25 25 0,25-25 0,0 25 16,0-25-16,0 24 0,0-24 0,0 0 0,0 0 15,0 25-15,25-25 0,-25 0 0,0 0 0,0 0 16,0 25-16,0-25 0,0 0 0,25 0 0,-25 0 0,0 0 15,0 0-15,25 0 0,-25 0 0,0-25 0,0 25 16,0 0-16,24 0 0,-24 0 0,0-25 0,0 25 0,25 0 16,-25 0-16,0-24 0,0 24 0,0 0 0,25-25 15,-25 25-15,0 0 0,0-25 0,0 25 0,0 0 0,0-25 16,0 25-16,0 0 0,0 0 0,0-25 0,0 25 15,0 0-15,0 0 0,0 0 0,0 0 0,0 0 16,-25 0-16,25 25 0,0-25 0,0 0 0,25 0 0,-25 25 16,0-25-16,0 25 0,-25-25 0,25 25 0,0-25 0,0 24 15,0-24-15,0 25 0,0 0 0,0-25 0,0 25 16,0 0-16,0-25 0,25 24 0,-25 1 0,0-25 15,0 25-15,0 0 0,0-25 0,0 25 0,0-25 16,25 24-16,-25-24 0,0 25 0,0-25 0,0 25 0,0-25 16,0 0-16,0 25 0,0-25 0,0 25 0,0-25 15,0 0-15,-25 0 0,25 0 0,0 25 0,0-25 0,0 0 16,0 0-16,0 0 0,-25 0 0,25 0 0,0 24 15,-25-24-15,25 0 0,-24 0 0,24 0 0,-25 25 0,25-25 16,-25 0-16,0 0 0,25 0 0,-25 0 0,0 0 16,1 0-16</inkml:trace>
  <inkml:trace contextRef="#ctx0" brushRef="#br0" timeOffset="41888.3958">16842 3994 0,'0'0'0,"0"0"0,0-25 0,25 25 16,-25 0-16,0 0 0,0 0 0,0 0 0,0 0 15,0-25-15,0 25 0,0 0 0,0 0 0,25 0 0,-25 0 16,0 0-16,0 0 0,0 0 0,0 0 0,0 0 16,0 0-16,0 0 0,0 0 0,0 0 0,0 0 0,0 0 15,0 0-15,0-25 0,0 25 0</inkml:trace>
  <inkml:trace contextRef="#ctx0" brushRef="#br0" timeOffset="42892.4533">18405 2729 0,'0'0'16,"0"0"-16,0 0 0,0 0 0,0 0 0,-25 0 0,25 0 16,0 0-16,0 0 0,0 0 0,0 0 0,0 0 15,0 0-15,0 0 0,0 0 0,0 0 0,0 0 0,-25 0 16,25 0-16,0 0 0,0 0 0,0 0 0,0 0 15,0 0-15,0 0 0,0 0 0,0 0 0,0 0 0,0 24 16,0-24-16,-24 0 0,24 0 0,0 0 0,0 0 16,0 25-16,0-25 0,0 0 0,0 0 0,0 25 0,-25-25 15,25 0-15,0 25 0,0-25 0,0 0 0,0 25 0,0-25 16,0 0-16,0 24 0,0-24 0,0 0 0,25 0 15,-25 25-15,0-25 0,0 0 0,0 0 0,24 25 16,-24-25-16,0 0 0,25 25 0,-25-25 0,0 0 16,25 0-16,-25 25 0,0-25 0,25 0 0,-25 24 0,0-24 15,0 25-15,25-25 0,-25 0 0,0 0 0,24 25 16,-24-25-16,0 0 0,0 25 0,0-25 0,25 0 0,-25 0 15,0 25-15,0-25 0,0 0 0,0 0 0,0 24 16,0-24-16,0 0 0,0 0 0,0 25 0,0-25 16,0 0-16,-25 0 0,25 25 0,0-25 0,0 0 0,-24 0 15,24 0-15,0 25 0,0-25 0,-25 0 0,25 0 16,0 0-16,0 0 0,0 0 0,-25 0 0,25 0 0,0 0 15,0 0-15,0 0 0,0 0 0,0 0 0,0 0 16,0 0-16,0 0 0,0 0 0,0 0 0,0 0 16,0-25-16,0 25 0,0 25 0,0-25 0,0 0 0,0 0 15,0 0-15,25 0 0,-25 25 0,0-25 0,0 0 16,0 24-16,0-24 0,0 25 0,0-25 0,0 25 0,0-25 15,0 25-15,25-25 0,-25 25 0,0-25 0,0 24 16,0 1-16,0-25 0,0 25 0,0-25 0,0 25 16,0-25-16,0 25 0,0-25 0,0 24 0,0-24 0,0 25 15,0-25-15,0 25 0,0-25 0,0 0 0,0 25 0,0-25 16,0 0-16,0 0 0,0 25 0,0-25 0,0 0 15,0 0-15,0 0 0,0 0 0,0 0 0,0 0 16,0 0-16,0 0 0,0 0 0,0 0 0,0 0 0,0 0 16,0 0-16,0 0 0,0 0 0,0 0 0,0 0 15</inkml:trace>
  <inkml:trace contextRef="#ctx0" brushRef="#br0" timeOffset="43491.4875">18802 3299 0,'0'0'16,"0"0"-16,0 25 0,0-25 0,0 0 0,0 0 15,0 0-15,0 0 0,0 0 0,0 0 0,25 0 0,-25 0 16,0 0-16,0 0 0,0 0 0,25 0 0,-25-25 15,0 25-15,24 0 0,-24 0 0,0 0 0,25 0 16,-25-25-16,25 25 0,-25 0 0,0 0 0,25-25 0,-25 25 16,25 0-16,-25 0 0,24-24 0,-24 24 0,0 0 15,25 0-15,-25-25 0,0 25 0,25 0 0,-25 0 156,-25-149-156,25 149 16,0-25-16,-25 25 0,25 0 0,0 0 0,0 0 0,-24 0 0,24 0 0,0 0 0,-25 0 0,25 25 0,0-25 0,0 0 0,-25 0 0,25 0 0,0 0 0,0 0 0,-25 25 0,25-25 0,0 0 15,0 0-15,-25 25 0,25-25 0,0 0 0,0 24 0,0-24 0,-24 25 0,24-25 0,0 25 0,0-25 0,0 25 0,0-25 0,0 25 0,0-1 0,0-24 0,0 25 0,0-25 0,0 25 0,0-25 0,0 25 0,0-25 0,0 25 0,0-25 0,0 24 16,24-24-16,-24 25 0,0-25 0,0 0 0,0 25 16,0-25-16,25 0 0,-25 25 0,0-25 0,0 0 15,0 0-15,25 0 0,-25 0 0,0 0 0,25 0 0,-25 0 16,0 0-16,25 0 0,-25 0 0,0 0 0,24 0 15,-24 0-15,0 0 0,25 0 0,-25 0 0,25 0 0,-25 0 16,25 0-16,-25 0 0</inkml:trace>
  <inkml:trace contextRef="#ctx0" brushRef="#br0" timeOffset="43976.5153">19124 3597 0,'0'0'0,"0"0"0,0 0 0,0 0 0,0 0 0,0 0 16,0 0-16,0 0 0,0 0 0,0 0 0,0 0 15,0 0-15,25 0 0,-25 0 0,0 0 0,0 0 16,0 0-16,0 0 0,0 0 0,0 0 0,0 0 0,0 0 16,0 0-16,0 0 0,0 0 0,0 0 0,0 0 0,0 0 15,0 0-15,0 0 0,0 0 0,0 0 0,0 0 16,0-25-16,0 25 0,0 0 0,0 0 0,25 0 15,-25-25-15,0 25 0,0 0 0,0 0 0,0 0 0,0 0 16,0-25-16,0 25 0,0 0 0,25 0 0,-25 0 16,0-25-16,0 25 0,0 0 0,0 0 0,0-24 0,0 24 15,0 0-15,0 0 0,25-25 0,-25 25 0,0 0 16,0-25-16,0 25 0,0 0 0,0-25 0,0 25 0,0 0 15,0-25-15,0 25 0,24 0 0,-24 0 0,0 0 16,0 0-16,0 0 0,0 0 0,0 0 0,0 0 16,0 0-16,0 0 0,0 0 0,0 0 0,0 0 0,0 0 15,0 0-15,0 0 0,0 25 0,0-25 0,0 0 16,0 0-16,0 25 0,0-25 0,0 0 0,0 25 15,0-25-15,0 25 0,0-25 0,0 24 0,0-24 0,0 25 16,0-25-16,0 25 0,0-25 0,0 25 0,0-25 16,0 25-16,0-25 0,0 24 0,0-24 0,0 25 15,0-25-15,0 0 0,0 25 0,0-25 0,0 0 0,0 0 16,0 25-16,0-25 0,0 0 0,-24 0 0,24 25 15,0-25-15,0 0 0,0 0 0,0 0 0,0 0 0,0 0 16,0 0-16,0 0 0,0 0 0,0 0 0,0 0 16,0-25-16,0 25 0,-25 0 0</inkml:trace>
  <inkml:trace contextRef="#ctx0" brushRef="#br0" timeOffset="44418.5406">19546 3225 0,'0'0'0,"0"0"0,0 0 16,0 0-16,0 0 0,0 0 0,0 0 0,0 0 16,0 0-16,0 0 0,0 0 0,0 0 0,0 0 0,0 0 15,0 0-15,0 0 0,0 0 0,25 0 0,-25 0 16,0 0-16,0 0 0,0 0 0,25 0 0,-25 0 15,0 0-15,0 0 0,25 0 0,-25 0 0,24 0 0,-24 0 16,0 0-16,25 0 0,-25 0 0,0 0 0,25 0 16,-25 0-16,25 0 0,-25 0 0,25 0 0,-25 0 15,0 0-15,24 0 0,-24 0 0,25 0 0,-25 0 0,0 0 16,25 0-16,-25 0 0,0 0 0,0 24 0,25-24 15,-25 0-15,0 0 0,-25 0 0,25 0 0</inkml:trace>
  <inkml:trace contextRef="#ctx0" brushRef="#br0" timeOffset="44629.5526">19596 3448 0,'0'0'0,"0"0"0,0 0 0,0 0 62,0 0-62,0 0 0,0 0 0,0 0 0,0 0 0,0 0 0,25 0 0,-25 0 0,0 0 0,0 0 0,0 0 0,24 0 0,-24 0 0,0 0 0,25 0 0,-25 0 0,0 0 0,25 0 0,-25 0 47,25 0-47,-25 0 0,25 0 0,-25 0 0,24 0 0,-24 0 0,25 0 0,-25 0 0,25 0 0,-25 0 0,0 0 0,25 0 0,-25 0 0,25 0 0,-25 0 0,24 0 0,-24-25 0,25 25 0,-25 0 0,0 0 16,25 0-16,-25 0 0</inkml:trace>
  <inkml:trace contextRef="#ctx0" brushRef="#br0" timeOffset="44999.5738">20340 3026 0,'-25'-25'0,"25"25"15,0 0-15,0 0 0,0 0 0,0 0 0,0 0 0,0 0 16,0-24-16,0 24 0,0 0 0,0 0 0,0 0 16,-25 24-16,25-24 0,0 0 0,0 0 0,0 0 0,0 0 15,-25 0-15,25 0 0,0 25 0,0-25 0,-24 0 16,24 25-16,0-25 0,0 25 0,0-25 0,-25 25 15,25-25-15,0 24 0,0-24 0,0 25 0,0-25 0,0 25 16,-25 0-16,25-25 0,0 25 0,0-1 0,0-24 16,0 25-16,0-25 0,0 25 0,0 0 0,0-25 0,0 25 15,0-25-15,0 24 0,0-24 0,0 25 0,25-25 0,-25 25 16,0-25-16,0 0 0,0 25 0,0-25 0,0 0 15,25 0-15,-25 25 0,0-25 0,0 0 0,0 0 16,24 0-16,-24 0 0,0 0 0,0 0 0,25 0 16,-25 0-16,0 0 0,25 0 0,-25 0 0,0 0 0,25 0 15</inkml:trace>
  <inkml:trace contextRef="#ctx0" brushRef="#br0" timeOffset="45407.5971">20489 3497 0,'0'0'0,"0"0"0,0 0 0,0 0 0,0 0 15,0 0-15,0 0 0,0-24 0,0 24 0,0 0 16,0 0-16,0 0 0,0 0 0,0 0 0,24-25 0,-24 25 16,0 0-16,0 0 0,0-25 0,25 25 0,-25 0 15,0-25-15,0 25 0,25 0 0,-25-25 0,0 25 0,0-24 16,25 24-16,-25-25 0,0 25 0,0-25 0,0 25 15,0-25-15,0 25 0,0-25 0,0 25 0,0-24 0,25 24 16,-25-25-16,0 25 0,0-25 0,0 25 0,0-25 16,0 25-16,0 0 0,24 0 0,-24 0 0,0 0 15,0-25-15,0 25 0,0 0 0,0 0 0,0 0 0,0 0 16,0 0-16,0 0 0,0 0 0,0 0 0,0 0 15,0 0-15,0 25 0,0-25 0,0 0 0,0 0 16,0 0-16,0 25 0,0-25 0,0 0 0,0 0 0,0 25 16,0-25-16,0 25 0,0-25 0,0 0 0,25 24 15,-25-24-15,0 25 0,0-25 0,0 25 0,0-25 0,0 25 16,0-25-16,0 0 0,0 25 0,0-25 0,0 0 15,0 24-15,0-24 0,0 25 0,0-25 0,0 0 0,0 25 16,0-25-16,-25 0 0,25 0 0,0 25 16,0-25-16,0 0 0,0 25 0,0-25 0,0 0 0,0 0 15,0 0-15,0 24 0,0-24 0,0 0 0,0 0 0,0 0 16,0 0-16</inkml:trace>
  <inkml:trace contextRef="#ctx0" brushRef="#br0" timeOffset="45644.6107">20786 3448 0,'0'0'16,"0"0"-16,0 25 0,0-25 0,0 0 0,0 0 0,0 0 16,0 0-16,25 0 0,-25 24 0,0-24 0,0 0 15,0 0-15,25 0 0,-25 0 0,0 25 0,0-25 0,0 0 16,25 25-16,-25-25 0,0 25 0,0-25 0,0 0 15,0 25-15,0-25 0,0 0 0,0 0 0,0 24 0,-25-24 16,25 0-16,0 25 0,0-25 0,0 0 0,-25 0 16,25 0-16,0 25 0,0-25 0,0 0 0,-25 0 15,25 0-15,0 25 0,0-25 0,0 0 0,0-25 0,0 25 16,0 0-16,0 0 0</inkml:trace>
  <inkml:trace contextRef="#ctx0" brushRef="#br0" timeOffset="46140.6391">21134 3150 0,'0'-25'0,"0"25"0,-25 0 0,25 0 15,0 0-15,0 0 0,0-24 0,0 24 0,0 0 0,0 0 16,0 0-16,0 0 0,0 0 0,0-25 0,0 25 16,0 0-16,0 0 0,0 25 0,-25-25 0,25 0 15,0 0-15,0 0 0,0 24 0,0-24 0,0 0 0,0 25 16,0-25-16,0 25 0,-25-25 0,25 0 0,0 25 15,0-25-15,0 25 0,0-25 0,0 24 0,0 1 0,0-25 16,0 25-16,0-25 0,-25 25 0,25 0 0,0-25 16,0 24-16,0-24 0,0 25 0,0-25 0,0 25 0,0-25 15,0 25-15,0-25 0,0 25 0,25-25 0,-25 0 16,0 0-16,0 0 0,0 0 0,0 0 0,25 0 15,-25 0-15,0 0 0,0 0 0,25 0 0,-25 0 0,0 0 16,25 0-16,-25 0 0,24 0 0,-24-25 0,25 25 16,-25 0-16,25-25 0,-25 25 0,0 0 0,25-25 0,-25 25 15,0-25-15,25 25 0,-25 0 0,0-24 0,0 24 16,0-25-16,24 25 0,-24-25 0,0 0 0,0 25 15,0-25-15,0 25 0,0-24 0,0-1 0,0 25 0,0-25 16,0 25-16,0 0 0,0-25 0,0 25 0,0 0 16,0 0-16,-24 0 0,24-25 0,0 25 0,0 25 0,0-25 15,0 0-15,0 0 0,0 0 0,0 25 0,0-25 16,-25 0-16,25 0 0,0 0 0,0 0 0,0 0 15,0 0-15,-25 0 0,25 0 0,0 25 0,0-25 0,0 0 16,0 0-16</inkml:trace>
  <inkml:trace contextRef="#ctx0" brushRef="#br0" timeOffset="46382.6529">21406 3398 0,'0'0'0,"0"0"0,0 0 15,0 0-15,0 0 0,0 25 0,25-25 0,-25 0 16,0 0-16,0 25 0,0-25 0,0 0 0,0 0 0,0 25 16,0-25-16,-25 0 0,25 24 0,0-24 0,0 25 15,0-25-15,0 0 0,0 25 0,0 0 0,-24-25 16,24 25-16,0-25 0,0 0 0,-25 24 0,25-24 15,0 0-15,0 25 0,0-25 0,0 0 0,-25 0 0,25 0 16,0 0-16,0 0 0,0 0 0,0 0 0</inkml:trace>
  <inkml:trace contextRef="#ctx0" brushRef="#br0" timeOffset="46929.6842">21729 3076 0,'0'0'0,"0"0"0,0 0 0,0 0 16,0 0-16,0 0 0,-25 0 0,25 0 0,0 0 15,0 0-15,0 0 0,0 0 0,0 0 0,0 0 16,0 0-16,0 25 0,-25-25 0,25 0 0,0 0 0,0 24 15,0-24-15,-25 0 0,25 25 0,0-25 0,0 0 0,0 25 16,0-25-16,-24 25 0,24-25 0,0 25 0,0-25 16,0 24-16,0 1 0,0-25 0,0 25 0,0 0 15,0-25-15,0 25 0,0-25 0,0 24 0,0-24 16,0 25-16,0-25 0,0 0 0,0 25 0,0-25 0,0 0 15,0 25-15,24-25 0,-24 0 0,0 25 0,0-25 16,0 0-16,25 0 0,-25 0 0,0 0 0,0 0 0,25 0 16,-25 0-16,0 0 0,0 0 0,25 0 0,-25-25 15,0 25-15,0 0 0,25 0 0,-25-25 0,0 25 16,25 0-16,-25-25 0,0 25 0,0-25 0,0 25 0,0 0 15,24-24-15,-24-1 0,0 25 0,0-25 0,0 25 0,0-25 16,0 25-16,0-25 0,0 25 0,0-24 0,0 24 16,25 0-16,-25 0 0,0-25 0,0 25 0,0 0 15,0 0-15,0 0 0,0 0 0,-25 0 0,25 0 0,0 0 16,0 0-16,0 0 0,0 0 0,0 0 0,0 0 15,0 25-15,-24-25 0,24 0 0,0 0 0,0 0 0,0 0 16,0 0-16,0 0 0,0 0 0,0 24 0</inkml:trace>
  <inkml:trace contextRef="#ctx0" brushRef="#br0" timeOffset="47160.6974">21878 3448 0,'0'0'0,"0"25"0,0-25 0,0 0 16,25 0-16,-25 24 0,0-24 0,0 0 0,0 25 15,24-25-15,-24 0 0,0 25 0,0-25 0,25 0 0,-25 0 16,0 25-16,0-25 0,0 25 0,0-25 0,0 0 16,0 24-16,0-24 0,0 25 0,-25-25 0,25 25 0,0-25 15,0 0-15,0 0 0,-24 25 0,24-25 0,0 0 16,0 25-16,-25-25 0,25 0 0,0 0 0,0 25 15,0-25-15,0 0 0,0 0 0,0 0 0,0 0 0,0 0 16,0 0-16,0 0 0,0-25 0</inkml:trace>
  <inkml:trace contextRef="#ctx0" brushRef="#br0" timeOffset="47380.71">22151 3373 0,'0'0'0,"0"0"15,0 0-15,0 0 0,0 0 0,0 0 0,0 0 0,0 0 16,0 0-16,0 0 0,0 0 0,0 0 0,0 0 16,0 0-16,0 0 0,0 0 0,0 0 0,0 0 0,0 0 15,0 0-15,0 0 0,0 0 0,0 0 0,0 0 16,0 0-16,0 0 0,24 0 0,-24 0 0,0 0 15,0 0-15,0 0 0,25 0 0,-25 0 0</inkml:trace>
  <inkml:trace contextRef="#ctx0" brushRef="#br0" timeOffset="47541.7192">22324 3398 0,'0'0'0,"0"0"0,0 0 0,0 0 16,0 0-16,0 0 0,0 0 0,0 0 0,0 0 16,0 0-16,0 0 0,0 0 0,0 0 0,0 0 0,0 0 15,0 0-15,0 0 0,0 0 0,0 0 0,0 0 16,0 0-16,25 0 0,-25-25 0,0 25 0,0 0 0,25 0 15,-25 0-15,0 0 0,25 0 0,-25 0 0,24 0 16</inkml:trace>
  <inkml:trace contextRef="#ctx0" brushRef="#br0" timeOffset="47703.7285">22572 3398 0,'0'0'0,"0"0"0,0 0 0,0 0 0,0 0 16,0 0-16,0 0 0,0 0 0,0 0 0,0 0 0,0 0 15,0 0-15,0 0 0,0 0 0,0 0 0,0 0 16,0 0-16,25 0 0,-25 0 0,0 0 0,0 0 0,25 0 15,-25 0-15,0 0 0,25 0 0,-25 0 0,0 0 16,24 0-16,-24 0 0</inkml:trace>
  <inkml:trace contextRef="#ctx0" brushRef="#br0" timeOffset="47844.7365">22746 3398 0,'0'0'0,"0"0"0,0 0 0,0 0 0,0 0 15,0 0-15,0 0 0,0 0 0,0 0 0,0 0 16,0 0-16,0 0 0,0 0 0,0 0 0,0 0 16,0 0-16,0 0 0,0 0 0,0-25 0,0 25 0,0 0 15,0 0-15,0 0 0,0 0 0,0 0 0,0 0 16,0 0-16,0 0 0,25 0 0,-25 0 0,0 0 0,0 0 15,0 0-15</inkml:trace>
  <inkml:trace contextRef="#ctx0" brushRef="#br0" timeOffset="48278.7614">22994 2803 0,'0'0'0,"0"0"15,0 0-15,0 25 0,0-25 0,0 0 0,0 0 16,0 0-16,0 0 0,0 0 0,0 0 0,0 0 0,0 0 15,0 0-15,0 0 0,0 0 0,25 0 0,-25 0 16,0 25-16,0-25 0,0 0 0,0 0 0,25 24 0,-25-24 16,0 0-16,0 25 0,0-25 0,24 25 0,-24 0 15,0-25-15,0 25 0,0-1 0,0 1 0,0 0 16,0 0-16,25 0 0,-25-1 0,0 1 0,0 0 0,0 0 15,0 0-15,0-1 0,0 1 0,0 0 0,0 0 0,0 0 16,0-1-16,0 1 0,0-25 0,-25 25 0,25 0 16,0 0-16,0-1 0,0-24 0,-24 25 0,24 0 15,0-25-15,-25 25 0,25 0 0,0-25 0,0 0 16,-25 24-16,25-24 0,0 25 0,0-25 0,-25 0 0,25 25 15,0-25-15,-25 0 0,25 25 0,0-25 0,0 0 16,-24 0-16,24 0 0,0 25 0,0-50 0,0 25 0,-25 0 16,25 0-16,0 0 0,0 0 0,0-25 0,0 25 15,0 0-15,0 0 0</inkml:trace>
  <inkml:trace contextRef="#ctx0" brushRef="#br0" timeOffset="49066.8064">23366 3324 0,'0'0'0,"0"0"0,0 0 0,0 0 0,0 0 0,0 0 15,0-25-15,0 25 0,0 0 0,0 0 0,0 0 16,0 0-16,0 0 0,0 0 0,0 0 0,0 0 0,0 0 15,0 0-15,0 0 0,25 0 0,-25 0 0,0 0 16,0 0-16,0 0 0,0 0 0,0 0 0,25 0 0,-25 0 16,0 0-16,0 0 0,0 0 0,0 0 0,0 0 15,0 0-15,0 0 0,0 25 0,0-25 0</inkml:trace>
  <inkml:trace contextRef="#ctx0" brushRef="#br0" timeOffset="49308.8203">23391 3696 0,'0'0'0,"0"0"0,0 0 0,0 25 0,25-25 0,-25 0 0,0 0 0,0 0 0,0 25 0,0-25 0,0 0 0,24 0 0,-24 24 0,0-24 0,0 0 0,0 25 16,25-25-16,-25 0 0,0 25 0,0-25 0,0 0 0,0 25 15,0-25-15,0 0 0,0 25 0,0-25 0,0 24 16,0-24-16,-25 0 0,25 25 0,0-25 0,0 0 16,-24 25-16,24-25 0,0 0 0,-25 25 0,25-25 0,-25 0 15,25 25-15,0-25 0,-25 0 0,25 0 0,0 24 16,-25-24-16,25 0 0</inkml:trace>
  <inkml:trace contextRef="#ctx0" brushRef="#br0" timeOffset="50001.8599">23887 3324 0,'0'0'16,"0"0"-16,0 0 0,0 0 0,0 0 0,0 0 0,0 0 15,0 0-15,0 0 0,0 0 0,0 0 0,25 0 16,-25 0-16,0 0 0,0 0 0,25 0 0,-25-25 15,0 25-15,24 0 0,-24 0 0,0 0 0,0 0 0,25 0 16,-25-25-16,0 25 0,25 0 0,-25 0 0,0 0 16,25-25-16,-25 25 0,0 0 0,0-24 0,25 24 0,-25 0 15,0 0-15,24-25 0,-24 25 0,0 0 0,0 0 16,0-25-16,25 25 0,-25 0 0,0-25 0,0 25 15,0-25-15,0 25 0,0 0 0,0-24 0,0 24 0,0-25 16,0 25-16,-25 0 0,25-25 0,0 25 0,0 0 16,0 0-16,0-25 0,-24 25 0,24 0 0,0 0 0,0 0 15,-25 0-15,25 0 0,0 0 0,-25 0 0,25 0 16,0 0-16,-25 25 0,25-25 0,0 0 0,-25 0 0,25 0 15,0 25-15,0-25 0,-24 0 0,24 0 0,0 25 16,0-25-16,0 24 0,0-24 0,0 0 0,-25 25 16,25-25-16,0 25 0,0-25 0,0 25 0,0-25 0,0 25 15,0-25-15,0 24 0,0-24 0,25 25 0,-25-25 16,0 25-16,0-25 0,0 0 0,0 25 0,24-25 0,-24 0 15,0 25-15,0-25 0,25 0 0,-25 24 0,0-24 16,0 25-16,25-25 0,-25 0 0,0 25 0,0-25 0,25 0 16,-25 25-16,0-25 0,25 0 0,-25 0 0,24 0 15,-24 0-15,0 0 0,25 0 0,-25 0 0</inkml:trace>
  <inkml:trace contextRef="#ctx0" brushRef="#br0" timeOffset="50365.8807">24309 3522 0,'-25'0'15,"25"0"-15,0 0 0,0 0 0,0 0 0,0-25 16,0 25-16,0 0 0,0 0 0,0 0 0,0 0 0,0 0 16,0 0-16,25 0 0,-25 0 0,0 0 0,0 0 15,0 0-15,0 0 0,0 0 0,0 0 0,24 0 16,-24 0-16,0 0 0,0 0 0,0 0 0,25 0 0,-25 0 15,0 0-15,0 25 0,0-25 0,0 0 0,0 25 16,0-25-16,0 0 0,0 0 0,0 25 0,-25-25 0,25 0 16,0 0-16,0 25 0,0-25 0,0 0 0,-24 24 15,24-24-15,0 0 0,0 25 0,-25-25 0,25 0 16,0 25-16,-25-25 0,25 0 0,0 25 0,0-25 0,0 0 15,0 0-15,-25 25 0,25-25 0,0 0 0,0 0 16,0 0-16,0 25 0,0-25 0,0 0 0,0 0 16,0 0-16,25 0 0,-25 0 0,0 0 0,0 0 0,25 0 15,-25 0-15,0 0 0,25 0 0,-25 0 0,24 0 16,-24 0-16,25 0 0,-25 0 0,25 0 0,0 0 0,-25 0 15,25 0-15,-1 0 0,-24 0 0,25 0 0,0 0 16,0-25-16,-25 25 0,25 0 0,-1 0 0,-24-25 0,25 25 16</inkml:trace>
  <inkml:trace contextRef="#ctx0" brushRef="#br0" timeOffset="50618.8952">24631 3249 0,'-25'0'16,"25"0"-16,0 0 0,0 0 0,0 0 0,0 0 16,0 0-16,0 0 0,0 0 0,0 0 0,0 0 0,25 0 15,-25 0-15,0 0 0,25 0 0,-25 0 0,0 0 0,25 0 16,-25 0-16,24 0 0,-24 0 0,25 0 0,-25 0 15,25 0-15,-25 0 0,25 0 0,-25 0 0,25 0 16,-25 0-16,24 0 0,-24 0 0,0 0 0,25 0 0,-25 0 16,0 0-16,25 0 0,-25 0 0,0 0 0,0 0 0,0 0 15,0 0-15</inkml:trace>
  <inkml:trace contextRef="#ctx0" brushRef="#br0" timeOffset="50791.9051">24681 3423 0,'0'0'0,"0"0"0,0 0 15,0 0-15,0 0 0,0 0 0,0 0 0,0 0 16,0 0-16,24 0 0,-24 0 0,0 0 0,25 0 0,-25 0 16,25 0-16,-25 0 0,25 0 0,-25 0 0,25-25 0,-1 25 15,-24 0-15,25 0 0,-25 0 0,25 0 0,0 0 16,-25 0-16,25 0 0</inkml:trace>
  <inkml:trace contextRef="#ctx0" brushRef="#br0" timeOffset="51211.9291">25450 2952 0,'0'0'0,"0"0"0,0 0 0,0-25 16,-25 25-16,25 0 0,0 0 0,0 0 0,-25 0 16,25 0-16,0 0 0,0 0 0,0 0 0,-25 0 0,25 0 15,0 0-15,0 25 0,-25-25 0,25 0 0,0 0 16,0 25-16,-24-25 0,24 0 0,0 24 0,0-24 0,0 25 15,-25 0-15,25-25 0,0 25 0,0 0 0,0-25 16,-25 24-16,25 1 0,0 0 0,0-25 0,0 25 16,0 0-16,0-25 0,0 24 0,0-24 0,0 25 0,0 0 15,0-25-15,0 25 0,0-25 0,0 25 0,0-25 16,0 24 93,25 26-109,-25-25 0,25-25 0,-25 0 0,0 0 0,0 0 0,24 25 0,-24-25 0,25 0 0,-25 0 0,25 0 0,-25-25 0,25 25 0</inkml:trace>
  <inkml:trace contextRef="#ctx0" brushRef="#br0" timeOffset="51639.9536">25747 3150 0,'0'0'0,"0"-25"0,-25 25 0,25 0 16,0 0-16,0-24 0,0 24 0,-24 0 0,24 0 16,0-25-16,0 25 0,0 0 0,-25 0 0,25 0 0,0 0 15,0 0-15,0 0 0,0 0 0,0 0 0,0 0 16,0 0-16,0 0 0,-25 0 0,25 0 0,0 0 0,0 25 15,0-25-15,0 0 0,-25 24 0,25-24 0,0 25 16,0-25-16,0 25 0,0-25 0,0 25 0,0-25 16,0 25-16,-25-1 0,25-24 0,0 25 0,0-25 0,0 25 15,0-25-15,0 25 0,0-25 0,0 25 0,0-25 16,0 24-16,0-24 0,0 0 0,25 0 0,-25 25 0,0-25 15,0 0-15,0 0 0,25 0 0,-25 0 0,0 0 16,0 25-16,25-25 0,-25 0 0,0 0 0,25 0 0,-25 0 16,0 0-16,24-25 0,-24 25 0,0 0 0,25 0 15,-25 0-15,0 0 0,0-25 0,25 25 0,-25 0 16,0-24-16,25 24 0,-25-25 0,0 25 0,0-25 0,25 25 15,-25-25-15,0 25 0,0-25 0,0 25 0,24-24 16,-24 24-16,0-25 0,0 25 0,0-25 0,0 0 0,0 25 16,0-25-16,0 25 0,0 0 0,0-24 0,0 24 15,0 0-15,0 0 0,0-25 0,0 25 0,0 0 16,0 0-16,0 0 0,-24 0 0,24 0 0,0 0 0,0 0 15,0 0-15,0 0 0,-25 0 0,25 0 0,0 0 16,0 0-16,0 0 0,0 0 0,-25 0 0,25 0 0,0 0 16,0 0-16,0 0 0,0 0 0,0 0 0,0 0 15,0 0-15,0 0 0,0 0 0,0 0 0</inkml:trace>
  <inkml:trace contextRef="#ctx0" brushRef="#br0" timeOffset="51898.9684">25971 3274 0,'0'25'0,"24"-25"0,-24 0 15,0 0-15,0 0 0,0 0 0,0 25 0,0-25 16,0 0-16,0 0 0,0 0 0,0 0 0,0 25 0,0-25 15,0 0-15,0 24 0,0-24 0,0 25 0,0-25 16,0 25-16,0-25 0,0 25 0,-24-25 0,24 25 0,0-25 16,0 24-16,-25 1 0,25-25 0,0 0 0,0 25 15,-25-25-15,25 25 0,0-25 0,-25 25 0,25-25 0,0 0 16,-25 24-16,25-24 0,0 0 0,0 0 0,0 0 15,-25 0-15,25 0 0</inkml:trace>
  <inkml:trace contextRef="#ctx0" brushRef="#br0" timeOffset="53185.042">26318 3125 0,'0'-24'0,"0"24"0,0 0 15,0 0-15,-25 0 0,25 0 0,0-25 0,0 25 16,0 0-16,0 0 0,0 0 0,0 0 0,-25 0 0,25-25 16,0 25-16,0 0 0,0 0 0,0 0 0,0 0 0,0 0 15,-25 25-15,25-25 0,0 0 0,0 0 0,0 25 16,0-25-16,-24 0 0,24 0 0,0 24 0,0-24 15,0 25-15,0-25 0,0 25 0,-25-25 0,25 25 16,0-25-16,0 25 0,0-25 0,0 24 0,0-24 0,0 0 16,0 25-16,0-25 0,0 0 0,0 25 0,0-25 0,0 0 15,0 25-15,0-25 0,0 0 0,0 0 0,0 0 16,0 25-16,0-25 0,0 0 0,0 0 0,0 0 0,0 0 15,0 0-15,0 0 0,0 0 0,0 0 0,0 0 16,0 0-16,0 0 0,0 0 0,0 0 0,0 0 16,0 0-16,0 0 0,0 0 0,0 0 0,0 0 0,0 0 15,0 0-15,0 0 0,0 0 0,0 0 0,0 0 16,0 0-16,0 0 0,0 0 0,0 0 0,0 0 15,0 0-15,0 0 0,0 0 0,0 0 0,0 0 0,0 0 16,0 0-16,0 0 0,0 0 0,0 0 0,0 0 16,0 0-16,0-25 0,0 25 0,0 0 0,0 0 0,0 0 15,0 0-15,0 0 0,0 0 0,0 0 0,0 0 16,0 0-16,0 0 0,0 0 0,0 0 0,0 0 0,0 0 15,0 0-15,0 0 0,0 0 0,0 0 0,0-25 16,0 25-16,0 0 0,0 0 0,0 0 0,0 0 16,0 0-16,0 0 0,0 0 0,0 0 0,0 0 0,0 0 15,0 0-15,0-25 0,0 25 0,0 0 0,0 0 16,0 0-16,25 0 0,-25 0 0,0-25 0,0 25 15,0 0-15,0 0 0,0 0 0,0 0 0,0 0 0,24-24 16,-24 24-16,0 0 0,0 0 0,0-25 0,25 25 16,-25 0-16,0-25 0,0 25 0,25-25 0,-25 25 0,0 0 15,0-25-15,25 25 0,-25 0 0,0-24 0,0 24 16,25-25-16,-25 25 0,0 0 0,24-25 0,-24 25 0,0 0 15,0-25-15,25 25 0,-25 0 0,0-25 0,0 25 16,0 0-16,0 0 0,0 0 0,0 0 0,0 0 16,25 0-16,-25 0 0,0 0 0,0 0 0,0 0 0,0 0 15,0 0-15,0 0 0,0-24 0,0 24 0,0 0 16,0 0-16,0 0 0,0 0 0,0 0 0,0 0 0,0 24 15,0-24-15,0 0 0,0 0 0,0 0 0,0 0 16,0 0-16,0 0 0,0 0 0,0 0 0,0 0 0,0 0 16,0 0-16,0 0 0,0 0 0,0 25 0,0-25 15,0 0-15,0 0 0,0 25 0,0-25 0,0 0 16,0 25-16,0-25 0,0 0 0,0 0 0,0 25 0,0-25 15,0 0-15,0 24 0,-25-24 0,25 0 0,0 25 16,0-25-16,0 25 0,0-25 0,0 25 0,0-25 16,0 25-16,0-25 0,0 24 0,0-24 0,0 25 0,0-25 15,0 0-15,0 25 0,0-25 0,0 25 0,0-25 16,0 25-16,0-25 0,-25 0 0,25 24 0,0-24 0,0 0 15,0 25-15,0-25 0,0 0 0,0 0 0,0 25 16,0-25-16,0 0 0,0 0 0,0 25 0,0-25 0,0 0 16,0 0-16,0 0 0,0 0 0,0 0 0,0 25 15,0-25-15,0 0 0,0 0 0,0 24 0,0-24 16,0 0-16,-24 0 0,24 25 0,0-25 0,0 0 0,0 0 15,0 25-15,0-25 0,0 0 0,0 0 0,0 25 16,-25-25-16,25 0 0,0 0 0,0 0 0,0 25 0,0-25 16,0 0-16,0 0 0,0 0 0,-25 0 0</inkml:trace>
  <inkml:trace contextRef="#ctx0" brushRef="#br0" timeOffset="53387.0535">26219 3621 0,'0'0'0,"0"0"0,0 0 0,0 0 0,-25 0 0,25 0 16,0 0-16,0 0 0,0 0 0,0 0 0,0 0 15,0 0-15,0 0 0,0 0 0,0 0 0,0 0 16,25 0-16,-25 0 0,0 0 0,0 0 0,0 0 0,0 0 15,24 0-15,-24 0 0,0 0 0,25 0 0,-25 0 16,0 0-16,25 0 0,-25 0 0,25 0 0,-25 0 0,25 0 16,-25 0-16,24 0 0,-24 0 0,25 0 0,-25 0 15,0 0-15,25 0 0,-25 0 0,0 0 0,25 0 0,-25 0 16,0 0-16,0 0 0,0 0 0,25 0 0,-25 0 15,0 0-15,0-24 0,0 24 0,0 0 0</inkml:trace>
  <inkml:trace contextRef="#ctx0" brushRef="#br0" timeOffset="53625.0671">26615 3547 0,'0'0'0,"0"0"0,0 0 16,0 0-16,0 0 0,0-25 0,0 25 0,0 0 15,0 0-15,0 0 0,0 0 0,25 0 0,-25 0 0,0 0 16,0 0-16,0 0 0,0 0 0,25 25 0,-25-25 15,0 0-15,0 0 0,0 25 0,0-25 0,25 25 16,-25-25-16,0 0 0,0 24 0,0-24 0,-25 0 0,25 25 16,0-25-16,0 0 0,0 0 0,-25 25 0,25-25 0,-25 25 15,25-25-15,-24 0 0,24 0 0,0 25 0,-25-25 16,25 0-16,0 0 0,-25 25 0,25-25 0,0 0 15,0 0-15,-25 0 0,25 0 0,0 0 0,0 0 16</inkml:trace>
  <inkml:trace contextRef="#ctx0" brushRef="#br0" timeOffset="54102.0944">26938 2977 0,'0'0'0,"-25"-25"0,25 25 0,0 0 0,0 0 0,0 0 16,0 0-16,0 0 0,0 0 0,-25 0 0,25 0 15,0 0-15,0 0 0,0 0 0,0 0 0,0 0 16,-25 25-16,25-25 0,0 0 0,0 24 0,0-24 0,-24 25 16,24-25-16,0 25 0,0-25 0,-25 25 0,25 0 0,0-25 15,0 24-15,0 1 0,-25 0 0,25 0 0,0 0 16,0-25-16,0 24 0,0 1 0,0 0 0,0-25 15,0 25-15,0-25 0,0 25 0,0-25 0,0 24 0,25-24 16,-25 0-16,0 25 0,0-25 0,0 0 0,25 0 16,-25 0-16,0 25 0,0-25 0,24 0 0,-24 0 0,0 0 15,25 0-15,-25 0 0,0 0 0,0 0 0,25 0 16,-25-25-16,0 25 0,25 0 0,-25 0 0,0-25 15,0 25-15,25-24 0,-25 24 0,0-25 0,0 25 16,24-25-16,-24 25 0,0-25 0,0 0 0,25 25 0,-25-24 16,0-1-16,0 25 0,0-25 0,25 25 0,-25-25 15,0 25-15,0-25 0,0 25 0,0 0 0,0 0 0,0 0 16,0 0-16,0 0 0,-25 0 0,25 0 0,0 0 15,0 0-15,0 0 0,0 25 0,0-25 0,0 0 0,-25 0 16,25 0-16,0 25 0,0-25 0</inkml:trace>
  <inkml:trace contextRef="#ctx0" brushRef="#br0" timeOffset="54321.107">27161 3497 0,'0'0'16,"0"0"-16,0 25 0,0-25 0,0 0 0,0 0 15,-25 25-15,25-25 0,0 0 0,0 25 0,0-25 0,0 0 16,0 0-16,0 25 0,0-25 0,0 0 0,-24 24 16,24-24-16,0 0 0,0 25 0,0-25 0,0 0 15,0 0-15,0 0 0,-25 25 0,25-25 0,0 0 0,0 0 16,0 0-16,0 0 0,0 0 0,0 0 0,0 0 0,0 0 15,0 0-15,0 0 0,0 0 0</inkml:trace>
  <inkml:trace contextRef="#ctx0" brushRef="#br0" timeOffset="54483.1162">27335 3473 0,'0'0'0,"0"0"0,0 0 16,0 0-16,0 0 0,0 0 0,0-25 0,0 25 15,0 0-15,0 0 0,0 0 0,0 0 0,0 0 0,0 0 16,25 0-16,-25 0 0,0 0 0,0 0 0,24 0 0,-24 0 15,0 25-15,0-25 0,25 0 0,-25 0 0,25 0 16</inkml:trace>
  <inkml:trace contextRef="#ctx0" brushRef="#br0" timeOffset="54638.1251">27657 3473 0,'0'0'0,"0"0"16,0 0-16,0 0 0,0 0 0,0 0 0,0 0 15,0 0-15,0 0 0,0 0 0,0 0 0,0 0 16,0 0-16,0 0 0,25 0 0,-25 0 0,0 0 0,0-25 15,0 25-15,25 0 0,-25 0 0,0 25 0,0-25 16</inkml:trace>
  <inkml:trace contextRef="#ctx0" brushRef="#br0" timeOffset="54765.1323">27806 3497 0,'0'0'0,"-25"0"0,25 0 15,0 0-15,0 0 0,0 0 0,0 0 0,0 0 16,0 0-16,0 0 0,0 0 0,0 0 0,-25 0 0,25 0 16,0-24-16,0 24 0,0 0 0,0 0 0,0 0 15,0 0-15,25 0 0,-25 0 0,0 0 0,0 0 16,0 0-16</inkml:trace>
  <inkml:trace contextRef="#ctx0" brushRef="#br0" timeOffset="55164.1552">28079 3497 0,'0'0'0,"0"0"0,0 0 0,0 0 16,0 0-16,0 0 0,0 0 0,0 0 0,0 0 16,0 25-16,0-25 0,0 0 0,0 0 0,0 0 15,0 25-15,0-25 0,0 0 0,0 0 0,0 25 0,0-25 16,0 0-16,0 25 0,0-25 0,0 0 0,0 24 15,0-24-15,0 25 0,0-25 0,0 25 0,0-25 0,0 0 16,0 25-16,-25-25 0,25 25 0,0-25 0,0 0 16,-25 25-16,25-25 0,-25 0 0,25 0 0,0 24 0,0-24 15,-24 0-15,24 0 0,0 0 0,-25 0 0,25 0 16,0 0-16,0 0 0,0 0 0,0 0 0</inkml:trace>
  <inkml:trace contextRef="#ctx0" brushRef="#br0" timeOffset="55672.1842">28401 3051 0,'0'0'0,"0"0"0,0-25 0,0 25 16,0 0-16,-24-25 109,24 1-109,0 24 0,0 0 0,0 0 0,0 0 0,0 24 0,0-24 0,0 0 0,0 0 0,-25 0 0,25 0 0,0 0 0,0 0 0,-25 25 0,25-25 0,0 0 16,-25 25-16,25-25 0,0 25 0,-25-25 0,25 25 0,0-25 0,-24 24 0,24 1 0,0 0 0,-25-25 0,25 25 0,0 0 0,0-1 0,0-24 0,-25 25 0,25 0 0,0 0 0,0-25 0,0 25 0,0-1 0,0-24 0,0 25 0,25-25 16,-25 25-16,0-25 0,0 25 0,0-25 0,0 25 15,25-25-15,-25 0 0,0 24 0,0-24 0,24 0 0,-24 0 16,0 0-16,25 0 0,-25 0 0,0 0 0,25 0 15,-25 0-15,0-24 0,25 24 0,-25 0 0,0-25 0,25 25 16,-25 0-16,0-25 0,24 25 0,-24-25 0,0 25 16,25 0-16,-25-25 0,0 25 0,0-24 0,25-1 15,-25 25-15,0-25 0,0 25 0,0-25 0,0 25 0,25-25 16,-25 25-16,0-24 0,0 24 0,0-25 0,0 25 15,0 0-15,0 0 0,0-25 0,0 25 0,-25 0 0,25 0 16,0 0-16,0-25 0,0 25 0,0 0 0,0 0 16,-25 0-16,25 0 0,0 0 0,0 0 0,0 0 15,0 0-15,0 0 0,0 0 0,0-25 0,0 25 0,0 0 16,0 0-16</inkml:trace>
  <inkml:trace contextRef="#ctx0" brushRef="#br0" timeOffset="56080.2076">28749 2729 0,'0'0'0,"0"0"16,0 0-16,0 0 0,0 0 0,0 0 0,0 24 0,0-24 15,0 0-15,0 0 0,0 0 0,0 0 0,0 0 0,24 25 16,-24-25-16,0 0 0,0 25 0,0-25 0,0 25 15,0-25-15,0 0 0,0 25 0,25-25 0,-25 24 16,0-24-16,0 25 0,0-25 0,0 25 0,0-25 0,0 25 16,0-25-16,0 25 0,0-1 0,0 1 0,0 0 15,-25 0-15,25 0 0,0-25 0,0 24 0,0 1 0,-24 0 16,24 0-16,0 0 0,0-1 0,0 1 0,-25 0 15,25-25-15,0 25 0,-25 0 0,25-1 0,0-24 0,-25 25 16,25 0-16,0-25 0,-25 25 0,25 0 0,-24-25 16,24 24-16,0-24 0,-25 25 0,25-25 0,-25 25 15,25-25-15,-25 25 0,25-25 0,-25 0 0,25 25 0,-24-25 16,24 0-16,-25 24 0,25-24 0,0 0 0,-25 0 15,25 0-15,-25 0 0</inkml:trace>
  <inkml:trace contextRef="#ctx0" brushRef="#br0" timeOffset="56635.2393">29046 3324 0,'0'0'0,"0"0"16,-25 0-16,25-25 0,0 25 0,0 0 0,0 0 0,0 0 16,0 0-16,0 0 0,0 0 0,0 0 0,0 0 15,0 0-15,0 0 0,0 0 0,0 0 0,0 0 16,0 0-16,0 0 0,0 0 0,0 0 0,0 0 0,0 0 15,25 25-15,-25-25 0,-25 0 0,25 0 0,0 0 16</inkml:trace>
  <inkml:trace contextRef="#ctx0" brushRef="#br0" timeOffset="56866.2525">28997 3646 0,'0'0'0,"0"25"0,0-25 0,0 0 0,0 0 16,0 25-16,0-25 0,0 0 0,24 25 0,-24-25 15,0 0-15,0 25 0,0-25 0,0 0 0,0 24 16,0-24-16,0 0 0,0 25 0,0-25 0,0 25 0,0-25 16,0 0-16,0 25 0,-24-25 0,24 0 0,0 25 15,0-25-15,-25 0 0,25 24 0,0-24 0,-25 0 16,25 0-16,0 25 0,0-25 0,-25 0 0,25 0 0,0 0 15,0 0-15,0 0 0,0 0 0,0 0 0</inkml:trace>
  <inkml:trace contextRef="#ctx0" brushRef="#br0" timeOffset="57502.2889">29592 3175 0,'0'0'16,"0"0"-16,0 0 0,0 0 0,0 0 0,0 0 15,0 0-15,0 0 0,0 0 0,0 0 0,0 0 0,0 0 16,0 0-16,0 0 0,0 0 0,25 0 0,-25 0 0,0 0 16,0 0-16,25 0 0,-25 0 0,24 0 0,-24 0 15,0-25-15,25 25 0,-25 0 0,0 0 0,25 0 16,-25-25-16,0 25 0,0 0 0,25 0 0,-25 0 0,0 0 15,0 0-15,25-24 0,-25 24 0,0 0 0,0 0 16,0-25-16,0 25 0,0 0 0,0-25 0,0 25 16,0-25-16,0 25 0,0 0 0,0-25 0,0 25 0,0 0 15,0 0-15,0-24 0,0 24 0,-25 0 0,25 0 0,0 0 16,0 0-16,-25-25 0,25 25 0,0 0 0,0 0 15,0 0-15,-25 0 0,25 0 0,0 0 0,0 25 16,-25-25-16,25 0 0,0 0 0,0 24 0,-24-24 0,24 0 16,0 0-16,-25 25 0,25-25 0,0 0 0,-25 25 15,25-25-15,0 0 0,0 25 0,-25 0 0,25-25 16,0 24-16,0-24 0,-25 25 0,25 0 0,0-25 0,0 25 15,0 0-15,0-25 0,0 24 0,0 1 0,0-25 16,0 25-16,0 0 0,0-25 0,0 25 0,0-25 0,0 24 16,0-24-16,0 0 0,0 0 0,25 25 0,-25-25 15,0 0-15,0 0 0,25 25 0,-25-25 0,0 0 0,25 0 16,-25 25-16,0-25 0,25 0 0,-25 0 15,24 0-15,-24 0 0,0 0 0,25-25 0,-25 25 0,25 0 16,-25 0-16,0 0 0,25 0 0</inkml:trace>
  <inkml:trace contextRef="#ctx0" brushRef="#br0" timeOffset="58009.3179">29840 3473 0,'0'0'0,"0"0"0,0 0 0,0 0 0,0-25 15,0 25-15,0 0 0,0 0 0,0 0 0,0 0 16,0-25-16,0 25 0,0 0 0,25 0 0,-25 0 0,0 0 16,0 0-16,0 0 0,25 0 0,-25 0 0,0 0 15,0 0-15,0 0 0,0 0 0,0 0 0,24 0 0,-24 0 16,0 0-16,0 0 0,0 0 0,0 0 0,25 0 15,-25 25-15,0-25 0,0 0 0,0 25 0,0-25 16,0 0-16,0 0 0,0 24 0,0-24 0,-25 0 0,25 25 16,0-25-16,0 0 0,0 0 0,-24 25 0,24-25 15,0 0-15,0 25 0,-25-25 0,25 0 0,0 25 0,-25-25 16,25 0-16,0 0 0,-25 24 0,25-24 0,0 0 15,-25 0-15,25 0 0,0 25 0,0-25 0,0 0 16,0 0-16,0 0 0,0 0 0,0 0 0,0 0 0,0 25 16,0-25-16,0 0 0,25 0 0,-25 0 0,0 0 15,0 0-15,0 0 0,25 0 0,-25 0 0,0 0 0,0 0 16,25 0-16,-25 0 0,0 25 0,0-25 0,0 0 15,25 0-15,-25 0 0,0 25 0,0-25 0,0 0 0,0 0 16,0 0-16,0 25 0,0-25 0,0 0 0,0 0 16,0 24-16,-25-24 0,25 0 0,0 25 0,0-25 15,0 0-15,-25 0 0,25 0 0,0 25 0,0-25 0,-25 0 16,25 0-16,0 0 0,0 0 0,0 0 0,-25 0 15,25 0-15,0 0 0,0 0 0,-24 0 0,24 0 0,0 0 16,0-25-16,0 25 0,0 0 0,0 0 16,-25 0-16,25-25 0,0 25 0,0 0 0,0-24 0,25 24 15,-25 0-15,0 0 0,0-25 0,0 25 0,24-25 0,-24 25 16</inkml:trace>
  <inkml:trace contextRef="#ctx0" brushRef="#br0" timeOffset="58269.3328">30187 3249 0,'0'0'16,"0"0"-16,0 0 0,0 0 0,0 0 0,0 0 15,0 0-15,0-24 0,0 24 0,25 0 0,-25 0 0,0 0 16,0 0-16,0 0 0,25 0 0,-25 0 0,0 0 16,25 0-16,-25 24 0,25-24 0,-25 0 0,24 0 15,-24 0-15,25 0 0,-25 0 0,0 0 0,25 25 0,-25-25 16,25 0-16,-25 0 0,0 0 0,0 0 0,25 0 15,-25 0-15,0 25 0,0-25 0,0 0 0</inkml:trace>
  <inkml:trace contextRef="#ctx0" brushRef="#br0" timeOffset="58511.3466">30113 3423 0,'0'0'0,"0"0"0,0 25 0,0-25 0,0 0 0,0 0 16,0 0-16,0 0 0,0 0 0,0 0 0,0 0 15,0 0-15,0 0 0,25 0 0,-25 0 0,0 0 0,24 0 16,-24 0-16,0 0 0,0 0 0,25 0 0,-25 0 16,0 0-16,0 0 0,0 0 0,0 0 0,0 0 0,0 0 15,0 0-15,0 0 0,0 0 0,25 0 0,-25 0 16,0 0-16,0 0 0,0 0 0,0 0 0,0 0 15,0 0-15,0 0 0,0 0 0,0 0 0,0 0 0,0 0 16,0 0-16</inkml:trace>
  <inkml:trace contextRef="#ctx0" brushRef="#br0" timeOffset="60006.4321">30659 2853 0,'0'0'0,"0"0"0,0 0 16,0 0-16,0 0 0,0 0 0,0-25 0,0 25 16,-25 0-16,25 0 0,0 0 0,0 0 0,0 0 0,0 0 15,0 0-15,0 0 0,0 0 0,0-25 0,0 25 0,0 0 16,0 0-16,0 0 0,0 0 0,0-25 0,0 25 15,0 0-15,0 0 0,0 25 0,0-25 0,0 0 0,0 0 16,0 0-16,-25 25 0,25-25 0,0 0 0,0 25 16,-25-25-16,25 24 0,0 1 0,-25-25 0,25 25 0,0 0 15,-24-25-15,24 25 0,0-1 0,-25 1 0,25-25 16,0 25-16,-25 0 0,25-25 0,0 25 0,-25-1 15,25 1-15,0 0 0,0 0 0,0-25 0,0 25 0,0-1 16,0 1-16,0-25 0,0 25 0,0 0 0,0 0 16,0-25-16,0 24 0,0 1 0,0-25 0,0 25 0,0 0 15,0-25-15,0 25 0,0-25 0,25 0 0,-25 24 16,0-24-16,0 25 0,25-25 0,-25 0 0,0 25 0,0-25 15,0 0-15,25 0 0,-25 0 0,0 0 0,0 0 16,0 0-16,24 0 0,-24 0 0,0 0 0,0 0 0,25-25 16</inkml:trace>
  <inkml:trace contextRef="#ctx0" brushRef="#br0" timeOffset="60504.4606">30907 3076 0,'0'0'0,"0"0"0,0-25 0,0 25 15,0 0-15,-25 0 0,25-25 0,0 25 0,0 0 16,0 0-16,0 0 0,-25 0 0,25 0 0,0 0 15,0 0-15,0 0 0,0 0 0,0 0 0,0 0 0,0 0 16,-25 0-16,25 0 0,0 0 0,0 0 0,0 25 16,-25-25-16,25 0 0,0 25 0,0-25 0,-24 25 0,24-25 15,0 24-15,-25-24 0,25 25 0,0-25 0,0 25 0,0 0 16,-25-25-16,25 25 0,0-25 0,0 24 0,0 1 15,0-25-15,0 25 0,0 0 0,-25-25 0,25 25 16,0-25-16,0 24 0,25-24 0,-25 25 0,0-25 0,0 25 16,0-25-16,0 0 0,0 0 0,0 25 0,25-25 0,-25 0 15,0 0-15,0 0 0,0 0 0,0 0 0,25 0 16,-25 0-16,0 0 0,0 0 0,24 0 0,-24 0 15,0 0-15,25-25 0,-25 25 0,0 0 0,0 0 0,25 0 16,-25-25-16,0 25 0,25 0 0,-25-25 0,0 25 16,0-24-16,0 24 0,25-25 0,-25 25 0,0-25 0,0 25 15,0-25-15,0 0 0,0 25 0,24-24 0,-24 24 0,0-25 16,0 25-16,0 0 0,0-25 0,0 25 0,0 0 15,0 0-15,0 0 0,0 0 0,0 0 0,0 0 0,0 0 16,0 0-16,0 0 0,0 0 0,-24 0 0,24 0 16,0 25-16,0-25 0,0 0 0,0 0 0,0 25 0,0-25 15,-25 0-15,25 0 0,0 0 0,0 24 0,0-24 16</inkml:trace>
  <inkml:trace contextRef="#ctx0" brushRef="#br0" timeOffset="60736.4739">31006 3373 0,'0'0'0,"0"0"16,0 0-16,0 0 0,0 0 0,0 25 0,0-25 16,25 0-16,-25 0 0,0 25 0,0-25 0,0 0 0,0 25 15,0-25-15,0 0 0,0 25 0,0-25 0,0 0 0,0 24 16,0-24-16,0 25 0,-25-25 0,25 25 0,0-25 15,0 25-15,0-25 0,-25 25 0,25-25 0,0 0 0,0 24 16,-25-24-16,25 25 0,0-25 0,-25 0 0,25 25 16,0-25-16,0 0 0,0 0 0,-24 25 0,24-25 15,0 0-15,0 0 0,0 0 0,0 0 0,0 0 0</inkml:trace>
  <inkml:trace contextRef="#ctx0" brushRef="#br0" timeOffset="61219.5015">31353 3051 0,'0'0'0,"0"-25"0,0 25 15,0 0-15,0-25 0,0 25 0,0 0 0,0 0 16,0-24-16,0 24 0,0 0 0,-25 0 0,25 0 0,0 0 16,0 0-16,0 0 0,0 0 0,0 0 0,0 0 0,0 0 15,-24 0-15,24 24 0,0-24 0,0 0 0,-25 25 16,25-25-16,0 25 0,0 0 0,-25-25 0,25 25 15,0-1-15,-25-24 0,25 25 0,0 0 0,0-25 0,-25 25 16,25 0-16,0-25 0,0 24 0,0 1 0,0-25 0,0 25 16,-25 0-16,25-25 0,0 25 0,0-25 0,0 24 15,0-24-15,25 25 0,-25-25 0,0 25 0,0-25 0,0 0 16,0 0-16,0 25 0,0-25 0,25 0 0,-25 0 15,0 0-15,0 0 0,0 0 0,25 0 0,-25 0 0,0 0 16,0 0-16,25-25 0,-25 25 0,0 0 0,25 0 16,-25 0-16,0-25 0,24 25 0,-24 0 0,0-25 0,25 25 15,-25-24-15,0 24 0,25-25 0,-25 25 0,0-25 16,0 25-16,25-25 0,-25 25 0,0-25 0,0 25 0,0-24 15,0 24-15,0-25 0,0 25 0,0 0 0,0-25 0,0 25 16,0 0-16,0 0 0,0 0 0,0 0 0,0 0 16,0 0-16,0 0 0,0 0 0,-25 0 0,25 0 0,0 0 15,0 0-15,-25 25 0,25-25 0,0 0 0,0 0 16,0 0-16,-25 0 0,25 25 0,0-25 0,0 0 0</inkml:trace>
  <inkml:trace contextRef="#ctx0" brushRef="#br0" timeOffset="61436.5139">31428 3398 0,'0'0'0,"0"0"0,0 0 16,0 0-16,0 0 0,0 0 0,0 0 0,0 25 0,0-25 15,0 0-15,0 0 0,0 25 0,0-25 0,0 0 16,0 25-16,0-25 0,0 0 0,0 24 0,0-24 0,-25 25 15,25-25-15,0 0 0,0 25 0,0-25 0,0 0 0,-25 25 16,25-25-16,0 0 0,0 0 0,0 25 0,0-25 16,0 0-16,0 24 0,0-24 0,-25 0 0,25 25 0,0-25 15,0 0-15,0 0 0,0 0 0,25 25 0</inkml:trace>
  <inkml:trace contextRef="#ctx0" brushRef="#br0" timeOffset="61848.5375">31552 3522 0,'0'0'16,"0"0"-16,24 0 0,-24 0 0,0-25 0,0 25 0,0 0 15,0 0-15,0 0 0,25-24 0,-25 24 0,0 0 16,0-25-16,25 25 0,-25 0 0,0-25 0,0 25 0,25 0 15,-25-25-15,0 25 0,0-25 0,25 25 0,-25 0 0,0-24 16,24 24-16,-24-25 0,0 25 0,25-25 0,-25 25 16,0-25-16,25 25 0,-25-25 0,0 25 0,0-24 0,0 24 15,0 0-15,0-25 0,25 25 0,-25 0 0,0 0 0,0-25 16,0 25-16,0 0 0,0 0 0,0 0 0,0 0 15,0-25-15,0 25 0,0 0 0,0 0 0,25 0 0,-25 0 16,0 0-16,0 0 0,0 0 0,0 0 0,0 0 16,0 0-16,0 0 0,-25 0 0,25 0 0,0 25 0,0-25 15,0 0-15,0 25 0,0-25 0,0 0 0,0 25 0,0-25 16,0 24-16,0-24 0,0 25 0,0-25 0,0 25 15,-25 0-15,25-25 0,0 25 0,0-25 0,0 24 0,0-24 16,0 25-16,0-25 0,0 25 0,0-25 0,0 25 16,0-25-16,-25 0 0,25 25 0,0-25 0,0 0 0,0 24 15,0-24-15,0 25 0,-25-25 0,25 0 0,0 25 0,0-25 16,0 0-16,0 0 0,0 25 0,0-25 0,0 0 15,0 0-15</inkml:trace>
  <inkml:trace contextRef="#ctx0" brushRef="#br0" timeOffset="62067.55">31849 3547 0,'0'0'0,"0"0"0,0 0 0,0 0 0,0 0 15,0 0-15,0 25 0,0-25 0,0 0 0,0 0 16,0 25-16,0-25 0,0 0 0,0 24 0,0-24 0,0 25 15,-25-25-15,25 25 0,0-25 0,0 0 0,0 25 0,-24-25 16,24 0-16,0 25 0,0-25 0,-25 0 0,25 0 16,0 25-16,0-25 0,-25 0 0,25 0 0,0 0 0,0 0 15,0 0-15,0 0 0,0 0 0,0 0 0,0 0 16,0 0-16</inkml:trace>
  <inkml:trace contextRef="#ctx0" brushRef="#br0" timeOffset="62574.579">32172 3101 0,'0'0'0,"0"0"16,0 0-16,0 0 0,0 0 0,0 0 0,0 0 0,0 0 16,0 0-16,0 0 0,0 0 0,0 0 0,0 0 0,0 0 15,0 0-15,0 0 0,0 0 0,-25 0 0,25 24 16,0-24-16,0 25 0,-25-25 0,25 0 0,0 25 15,-25-25-15,25 25 0,0 0 0,0-25 0,-25 24 0,25-24 16,0 25-16,-24 0 0,24-25 0,0 25 0,-25-25 16,25 25-16,0-25 0,0 24 0,0 1 0,-25-25 0,25 25 15,0-25-15,0 25 0,0-25 0,0 25 0,0-25 0,0 0 16,0 24-16,0-24 0,0 0 0,25 25 0,-25-25 0,0 0 15,0 0-15,25 25 0,-25-25 0,0 0 0,24 0 16,-24 0-16,25 0 0,-25 0 0,25 0 0,-25 0 0,25 0 16,-25 0-16,25 0 0,-25 0 0,24 0 0,-24 0 0,0-25 15,25 25-15,-25 0 0,25 0 0,-25-25 0,0 25 16,25-24-16,-25 24 0,0-25 0,0 25 0,0-25 0,25 0 15,-25 25-15,0-25 0,0 1 0,25-1 0,-25 25 0,0-25 16,0 0-16,0 25 0,0-25 0,0 25 0,0 0 16,24-24-16,-24 24 0,0 0 0,0 0 0,0 0 0,0-25 15,0 25-15,-24 0 0,24 0 0,0 0 0,0 0 0,0 0 16,0 0-16,-25 0 0,25 25 0,0-25 0,0 0 0,-25 0 15,25 0-15,0 0 0,0 0 0,0 0 0,-25 0 16,25 0-16,0 0 0,0 24 0,0-24 0</inkml:trace>
  <inkml:trace contextRef="#ctx0" brushRef="#br0" timeOffset="62804.5922">32296 3522 0,'0'0'0,"0"0"0,0 25 0,0-25 15,0 0-15,0 0 0,0 25 0,0-25 0,0 0 0,0 0 16,0 25-16,0-25 0,0 0 0,0 24 0,0-24 0,0 25 16,-25-25-16,25 0 0,0 25 0,0-25 0,0 0 0,-25 25 15,25-25-15,0 25 0,0-25 0,-25 0 0,25 25 16,0-25-16,0 0 0,0 24 0,-25-24 0,25 0 0,0 0 15,0 0-15,0 0 0,0 25 0,0-25 0,0 0 0,0 0 16,-24-25-16,24 25 0</inkml:trace>
  <inkml:trace contextRef="#ctx0" brushRef="#br0" timeOffset="62985.6025">32445 3497 0,'0'0'0,"0"0"16,0 0-16,0 0 0,0 0 0,0 0 0,0 0 0,0 0 15,0 0-15,0 0 0,0 0 0,0 0 0,0 0 0,0 0 16,0 0-16,0 0 0,0 0 0,0 0 0,0 0 16,0 0-16,24 0 0,-24 0 0,0 0 0,0 0 0,0 0 15</inkml:trace>
  <inkml:trace contextRef="#ctx0" brushRef="#br0" timeOffset="63138.6113">32593 3522 0,'0'0'0,"0"0"15,0 0-15,0 0 0,-24 0 0,24 0 0,0 0 16,0 0-16,0 0 0,0 0 0,0 0 0,0 0 0,0 0 15,0 0-15,0 0 0,0 0 0,0 0 0,0 0 0,0 0 16,0 0-16,24 0 0,-24 0 0,0 0 0,0 0 16,25 0-16,-25 0 0,0 0 0,0 0 0,25 0 0</inkml:trace>
  <inkml:trace contextRef="#ctx0" brushRef="#br0" timeOffset="63753.6465">32817 3150 0,'0'0'0,"0"0"15,0 0-15,0 0 0,0 0 0,0 0 0,0 0 0,0-25 16,0 25-16,0 0 0,0 0 0,0 0 0,0 0 0,0 0 16,0 0-16,0 0 0,0 0 0,0 0 0,0 0 0,0 0 15,0 25-15,-25-25 0,25 0 0,0 0 0,0 0 16,0 0-16,-25 0 0,25 25 0,0-25 0,0 0 0,-25 0 15,25 25-15,0-25 0,0 0 0,0 25 0,-25-25 0,25 24 16,0-24-16,0 25 0,0-25 0,-24 25 0,24-25 16,0 25-16,0-25 0,0 0 0,0 25 0,0-25 0,0 24 15,0-24-15,-25 25 0,25-25 0,0 25 0,0-25 0,0 0 16,25 25-16,-25-25 0,0 25 0,0-25 0,0 0 15,0 0-15,0 24 0,0-24 0,0 0 0,24 0 0,-24 0 16,0 25-16,0-25 0,0 0 0,0 0 0,0 0 0,25 0 16,-25 0-16,0-25 0,0 25 0,0 0 0,25 0 0,-25 0 15,0-24-15,0 24 0,0 0 0,25 0 0,-25-25 16,0 25-16,0 0 0,25-25 0,-25 25 0,0 0 0,0-25 15,24 25-15,-24-25 0,0 25 0,25-24 0,-25 24 0,0-25 16,25 25-16,-25-25 0,0 25 0,25-25 0,-25 25 16,0 0-16,0-25 0,0 25 0,0 0 0,0 0 0,0-24 15,0 24-15,0 0 0,0 0 0,0 0 0,0 0 16,0 0-16,0-25 0,0 25 0,0 0 0,-25 0 0,25-25 15,0 25-15,0 0 0,0 0 0,0 0 0,-25 0 0,25-25 16,0 25-16,0 0 0,0 0 0,0 0 0,0 0 0,0 0 16,0 0-16</inkml:trace>
  <inkml:trace contextRef="#ctx0" brushRef="#br0" timeOffset="64360.6812">32693 2753 0,'0'0'0,"0"0"0,0 0 0,0 0 0,0 0 16,0-24-16,0 24 0,0 0 0,24 0 0,-24 0 0,0 0 0,0 0 15,0 0-15,0 0 0,0 0 0,25 0 0,-25 0 16,0 0-16,0 0 0,0 0 0,25 0 0,-25 0 0,0 24 15,0-24-15,0 0 0,25 0 0,-25 0 0,0 0 0,0 0 16,25 0-16,-25 25 0,0-25 0,0 0 0,24 0 0,-24 25 16,0-25-16,0 25 0,25-25 0,-25 25 0,0-25 15,0 24-15,25-24 0,-25 25 0,0 0 0,0 0 0,25 0 16,-25-1-16,0-24 0,0 25 0,25 0 0,-25 0 0,0 0 15,0-1-15,0 1 0,0 0 0,0 0 0,0 0 0,0-25 16,0 24-16,0 1 0,0 0 0,-25 0 0,25 0 16,0-1-16,-25 1 0,25-25 0,-25 25 0,0 0 0,1 0 15,24-25-15,-25 24 0,0 1 0,0 0 0,0-25 16,1 25-16,-1 0 0,0-1 0,25-24 0,-25 25 0,0-25 15,1 25-15,-1-25 0,25 25 0,-25-25 0,25 0 0,-25 25 16,25-25-16</inkml:trace>
  <inkml:trace contextRef="#ctx0" brushRef="#br0" timeOffset="65930.771">3473 4961 0,'0'0'0,"-25"0"0,25 0 16,0 0-16,0 0 0,0 0 0,0 0 0,0 0 16,0 0-16,0 0 0,0 0 0,0 0 0,0 0 0,0 0 15,0 0-15,0 0 0,0 0 0,0 0 0,0 0 16,0 0-16,25 0 0,-25 0 0,0 0 0,0-25 0,24 25 15,-24 0-15,0 0 0,25 0 0,-25 0 0,25 0 16,-25 0-16,0 0 0,25 0 0,-25 0 0,25 0 0</inkml:trace>
  <inkml:trace contextRef="#ctx0" brushRef="#br0" timeOffset="66105.781">3746 4986 0,'0'0'0,"0"0"0,0 0 0,0 0 15,0 0-15,0 0 0,0 0 0,0 0 0,0 0 16,0 0-16,0 0 0,0 0 0,0 0 0,0 0 0,0 0 15,0 0-15,0 0 0,0 0 0,0 0 0,0 0 16,0 0-16,24 0 0,-24 0 0,0 0 0,25-25 0,-25 25 16,25 0-16,-25 0 0,25 0 0,-25-25 0,25 25 15</inkml:trace>
  <inkml:trace contextRef="#ctx0" brushRef="#br0" timeOffset="66264.7901">4043 4961 0,'0'0'0,"0"0"0,0 0 0,0 0 0,0 0 0,-25 0 0,25 0 0,0 0 0,0 0 0,0 0 0,0 0 0,0 0 0,0 0 0,0 0 0,0 0 0,0 0 0,0 0 0,0 0 0,0 0 0,25 0 0,-25 0 0,0 0 0,25 0 0,-25 0 0,0 0 0,25 0 0,-25 0 0,25 0 0,-25-25 0</inkml:trace>
  <inkml:trace contextRef="#ctx0" brushRef="#br0" timeOffset="66959.8298">5135 4762 0,'0'0'0,"0"0"0,0 0 15,-25 0-15,25 0 0,0 0 0,0 0 0,0 0 16,0 0-16,0 0 0,0 0 0,0 0 0,0 0 0,25 0 15,-25 0-15,0 0 0,0 0 0,0 0 0,24 0 16,-24 0-16,0 0 0,25 0 0,-25-24 0,0 24 16,25 0-16,-25 0 0,25 0 0,-25-25 0,25 25 0,-25 0 15,24 0-15,-24-25 0,0 25 0,25 0 0,-25 0 16,25-25-16,-25 25 0,0 0 0,25 0 0,-25-25 0,0 25 15,0 0-15,0 0 0,0-24 0,0 24 0,0 0 16,0 0-16,0 0 0,0-25 0,0 25 0,0 0 0,0 0 16,0 0-16,0 0 0,-25-25 0,25 25 0,0 0 15,0 0-15,-25 0 0,25-25 0,0 25 0,-25 0 16,25 0-16,0 0 0,-24 0 0,24 0 0,-25 0 0,25 0 15,0 0-15,-25 0 0,25 0 0,-25 0 0,25 0 16,-25 0-16,25 0 0,0 0 0,-24 0 0,24 0 0,0 25 16,-25-25-16,25 0 0,0 0 0,0 25 0,-25-25 15,25 0-15,0 25 0,0-25 0,0 24 0,0-24 16,0 25-16,0 0 0,0-25 0,0 25 0,0 0 0,0-25 15,0 24-15,25 1 0,-25 0 0,0-25 0,0 25 16,0 0-16,25-25 0,-25 25 0,0-25 0,24 24 0,-24 1 16,0-25-16,25 25 0,-25-25 0,0 25 0,25-25 15,-25 25-15,0-25 0,0 0 0,25 24 0,-25-24 16,0 25-16,25-25 0,-25 0 0,0 0 0,0 25 0,24-25 15,-24 0-15,0 0 0,25 0 0,-25 0 0,25 0 16,-25 0-16,25 0 0,-25 0 0,25 0 0,-25 0 16,24-25-16,-24 25 0,0 0 0,25-25 0,-25 25 0</inkml:trace>
  <inkml:trace contextRef="#ctx0" brushRef="#br0" timeOffset="67385.8542">5581 4911 0,'0'0'0,"0"0"0,0 0 0,0 0 0,-25 0 15,25 0-15,0 0 0,0 0 0,0 0 0,0 0 16,0 0-16,0 0 0,0 0 0,0 0 0,0 0 0,0 0 15,0 0-15,0 0 0,0 25 0,0-25 0,0 0 16,0 0-16,25 25 0,-25-25 0,0 0 0,0 25 0,0-25 16,0 0-16,0 25 0,0-25 0,0 24 0,0-24 15,0 0-15,0 25 0,0-25 0,0 25 0,0-25 0,0 0 16,0 25-16,0-25 0,0 0 0,0 0 0,0 0 15,0 25-15,0-25 0,0 0 0,0 0 0,0 0 16,0 0-16,0 0 0,0 0 0,0 0 0,0 0 0,0 0 16,0 0-16,0 0 0,0 0 0,0 0 0,0 0 0,25-25 15,-25 25-15,0 0 0,0 0 0,25-25 0,-25 25 16,0-25-16,24 25 0,-24 0 0,0-25 0,0 25 15,25-24-15,-25 24 0,0 0 0,25 0 0,-25 0 0,0-25 16,0 25-16,0 0 0,0 0 0,0 0 0,0 0 16,0 0-16,25 0 0,-25 0 0,0 0 0,0 25 15,0-25-15,0 0 0,0 0 0,0 24 0,0-24 0,0 25 16,0-25-16,0 25 0,0-25 0,0 25 0,0-25 15,0 25-15,25-25 0,-25 0 0,0 24 0,0-24 16,0 25-16,0-25 0,0 25 0,0-25 0,0 0 0,0 0 16,0 25-16,0-25 0,24 0 0,-24 0 0,0 0 0,0 0 15,0 0-15,25 0 0,-25 0 0,25 0 0,-25-25 16,25 25-16,-25 0 0,25 0 0,-25-25 0,25 25 15,-25-25-15</inkml:trace>
  <inkml:trace contextRef="#ctx0" brushRef="#br0" timeOffset="67599.8665">6077 4862 0,'0'-25'0,"0"25"16,0 0-16,-25 0 0,25 0 0,0 0 0,0 0 0,0 0 15,0 0-15,0 0 0,0 0 0,0 0 0,0 0 16,0 0-16,0 0 0,0 0 0,25 0 0,-25 0 15,0 0-15,25 0 0,-25 0 0,25 0 0,-25 0 0,25 25 16,-1-25-16,-24 0 0,25 0 0,0 0 0,-25 0 16,25 0-16,-25 0 0,25 0 0,-25 25 0,24-25 15,-24 0-15,0 0 0,0 0 0,0 0 0,25 0 0</inkml:trace>
  <inkml:trace contextRef="#ctx0" brushRef="#br0" timeOffset="67778.8767">6102 5060 0,'0'0'16,"0"0"-16,0 0 0,0 0 0,0 0 0,0 0 15,0 0-15,0 0 0,0 0 0,25 0 0,-25 0 0,0 0 16,25 0-16,-25 0 0,24 0 0,1 0 0,-25 0 16,25 0-16,0 0 0,-25 0 0,25 0 0,-1 0 0,1 0 15,-25 0-15,25 0 0,0 0 0,0 0 0,-1 0 16,1 0-16,-25 0 0,25 0 0,0 0 0,0 0 0,-1 0 15,1 0-15</inkml:trace>
  <inkml:trace contextRef="#ctx0" brushRef="#br0" timeOffset="68100.8951">7417 4514 0,'0'0'0,"-25"0"0,25-24 0,0 24 0,-25 0 0,25 0 16,0 24-16,0-24 0,-25 0 0,25 0 0,0 0 0,-25 0 15,25 25-15,0-25 0,-24 0 0,24 25 0,0-25 16,0 0-16,-25 25 0,25 0 0,0-25 0,0 24 0,0 1 15,0-25-15,0 25 0,-25 0 0,25 0 0,0-1 16,0-24-16,0 25 0,0 0 0,0 0 0,0-25 0,0 25 16,0 0-16,0-25 0,0 24 0,25-24 0,-25 25 15,0-25-15,0 25 0,0-25 0,0 0 0,25 25 16,-25-25-16,0 0 0,0 0 0,24 0 0,-24 0 0,25 0 15,-25 0-15,0 0 0,25 0 0,-25 0 0,25 0 16</inkml:trace>
  <inkml:trace contextRef="#ctx0" brushRef="#br0" timeOffset="68553.921">7640 4688 0,'0'-25'0,"0"25"0,0 0 0,0 0 0,0 0 15,0-25-15,0 25 0,-25 0 0,25 0 0,0 0 16,0-24-16,0 24 0,0 0 0,0 0 0,-25 0 0,25 0 15,0-25-15,0 25 0,0 0 0,0 0 0,0 0 16,0 25-16,0-25 0,0 0 0,-25 0 0,25 0 0,0 24 16,0-24-16,0 0 0,0 25 0,0-25 0,0 25 15,0-25-15,0 25 0,0-25 0,0 25 0,0-1 0,0-24 16,0 25-16,0 0 0,0 0 0,25-25 0,-25 25 15,0-25-15,0 25 0,25-25 0,-25 24 0,0-24 16,25 0-16,-25 25 0,0-25 0,25 0 0,-25 25 0,0-25 16,24 0-16,-24 0 0,0 0 0,0 0 0,25 0 15,-25 0-15,0 0 0,25 0 0,-25-25 0,0 25 16,25 0-16,-25-25 0,0 25 0,0 0 0,25-24 0,-25 24 15,0-25-15,24 25 0,-24-25 0,0 25 0,0-25 16,0 25-16,0-25 0,0 0 0,0 25 0,0-24 0,0-1 16,0 25-16,0-25 0,-24 25 0,24-25 0,0 25 15,0-25-15,0 25 0,0 0 0,0 0 0,0 0 16,0 0-16,0 0 0,0 0 0,0 0 0,0 0 0,0 0 15,-25 0-15,25 0 0,0 0 0,0 0 0,0 25 16,0-25-16,0 0 0,0 0 0,0 25 0,0-25 0,0 0 16,0 0 30,0 25-46,0-25 0</inkml:trace>
  <inkml:trace contextRef="#ctx0" brushRef="#br0" timeOffset="68730.9311">8086 4862 0,'0'0'0,"0"0"16,25 0-16,-25 0 0,0 0 0,0 25 0,25-25 15,-25 0-15,0 0 0,0 0 0,0 0 0,0 24 16,25-24-16,-25 0 0,0 0 0,0 25 0,0-25 0,0 0 16,0 25-16,0-25 0,0 25 0,-25-25 0,25 0 0,0 25 15,0-25-15,0 24 0,-25-24 0,25 0 16,0 25-16,0-25 0,-25 25 0,25-25 0,0 25 0,-24-25 15,24 0-15,-25 25 0,25-25 0,0 24 0,-25-24 0,25 0 16,-25 25-16</inkml:trace>
  <inkml:trace contextRef="#ctx0" brushRef="#br0" timeOffset="69416.9704">5060 5184 0,'0'0'0,"0"0"15,0-25-15,0 25 0,0 0 0,0 0 0,0 0 0,0 0 16,0 0-16,0 0 0,0 0 0,0 0 0,0 0 15,0 0-15,0 0 0,0-24 0,0 24 0,0 0 16,0 0-16,0 0 0,0 0 0,0 0 0,0 0 0,0 0 16,0 0-16,0 0 0,0 0 0,0 0 0,0 0 15,0 0-15,0 0 0,0 0 0,0 0 0,0 0 0,0 24 16,0-24-16,0 0 0,0 0 0,0 25 0,0-25 15,0 0-15,0 25 0,0-25 0,0 25 0,0-25 16,0 25-16,-25-1 0,25-24 0,0 25 0,0-25 0,0 25 16,-24 0-16,24-25 0,0 25 0,0-25 0,0 24 15,-25-24-15,25 25 0,0-25 0,-25 25 0,25-25 0,-25 25 16,25-25-16,-25 25 0,25-25 0,-24 0 0,24 0 15,-25 24-15,0-24 0</inkml:trace>
  <inkml:trace contextRef="#ctx0" brushRef="#br0" timeOffset="70705.0441">8483 4614 0,'0'0'0,"0"0"15,0 0-15,0-25 0,0 25 0,0 0 0,0 0 0,-25-25 16,25 25-16,0 0 0,0 0 0,0 0 0,0-25 15,0 25-15,0 0 0,0 0 0,0 0 0,0 0 16,0 0-16,0 0 0,0 0 0,0 0 0,0 0 0,0 0 16,0 0-16,0 0 0,0 0 0,0 0 0,0 0 15,0 0-15,-24 0 0,24 0 0,0 0 0,0 0 16,0 25-16,0-25 0,0 0 0,-25 0 0,25 25 0,0-25 15,0 25-15,-25-25 0,25 24 0,0-24 0,0 25 16,0-25-16,-25 25 0,25 0 0,0-25 0,0 25 0,0-25 16,0 24-16,0 1 0,0-25 0,25 25 0,-25 0 15,0-25-15,0 25 0,0-25 0,25 25 0,-25-25 0,0 24 16,0-24-16,25 25 0,-25-25 0,0 0 0,24 0 15,-24 25-15,0-25 0,25 0 0,-25 0 0,25 0 16,-25 0-16,0 0 0,25 0 0,-25 0 0,25 0 0,-25 0 16,24 0-16,-24 0 0,0 0 0,25-25 0,-25 25 15,25-25-15,-25 25 0,25 0 0,-25-24 0,0 24 0,25-25 16,-25 25-16,0-25 0,0 25 0,0-25 0,0 25 15,0-25-15,0 25 0,0-25 0,0 1 0,0 24 0,0-25 16,0 0-16,0 0 0,-25 25 0,25-25 0,0 1 16,0 24-16,-25-25 0,25 25 0,0-25 0,0 25 15,-25 0-15,25-25 0,0 25 0,0 0 0,0 0 0,0 0 16,0 0-16,0 0 0,0 0 0,0 0 0,0 0 15,-25 0-15,25 0 0,0 0 0,0 0 0,0 0 16,0 0-16,0 0 0,0 0 0,0 0 0,0 25 0,0-25 16,0 0-16,0 0 0,0 25 0,0-25 0,0 0 15</inkml:trace>
  <inkml:trace contextRef="#ctx0" brushRef="#br0" timeOffset="71000.0609">9004 4961 0,'0'0'15,"0"0"-15,0 0 0,0 0 0,0 0 0,0 0 16,0 0-16,0 0 0,0 0 0,25 0 0,-25 0 0,0 0 15,0 0-15,0 25 0,0-25 0,0 0 0,25 0 0,-25 0 16,0 25-16,0-25 0,0 0 0,0 0 0,0 24 16,0-24-16,25 25 0,-25-25 0,-25 0 0,25 25 15,0-25-15,0 25 0,0-25 0,0 25 0,0-25 0,-25 0 16,25 24-16,0-24 0,0 0 0,0 25 0,-25-25 0,25 0 15,0 25-15,0-25 0,0 0 0,0 0 0,0 0 16,0 0-16,0 0 0,0 0 0,-25 0 0</inkml:trace>
  <inkml:trace contextRef="#ctx0" brushRef="#br0" timeOffset="71392.0834">9426 4936 0,'0'0'0,"0"0"16,0 0-16,0 0 0,0 0 0,0 0 0,0 0 0,0 0 15,0 0-15,0 0 0,0 0 0,0 0 0,0-25 16,0 25-16,0 0 0,0 0 0,25 0 0,-25 0 0,0 0 15,0 0-15,0 0 0,0 0 0,24 0 0,-24 0 16,0 0-16,25 0 0,-25-24 0,0 24 0,25 0 0</inkml:trace>
  <inkml:trace contextRef="#ctx0" brushRef="#br0" timeOffset="71565.0933">9748 4887 0,'0'0'0,"0"0"0,0 0 0,0 0 0,0 0 16,0 0-16,0 0 0,0 0 0,0 0 0,0 0 0,0 0 15,0 0-15,0 0 0,0 0 0,0 0 0,25 0 16,-25 0-16,0 0 0,0 0 0,25 0 0,-25 0 0,0 0 16,25 0-16,-25 0 0,0 0 0,24-25 0,-24 25 15</inkml:trace>
  <inkml:trace contextRef="#ctx0" brushRef="#br0" timeOffset="71952.1154">10393 4961 0,'0'0'16,"0"0"-16,0 0 0,0 0 0,0 0 0,0 0 0,0 0 15,0 0-15,0 0 0,25 0 0,-25 0 0,0 0 16,0 0-16,0 0 0,0 25 0,0-25 0,0 0 0,0 0 16,0 0-16,0 0 0,0 25 0,0-25 0,25 24 15,-25-24-15,0 25 0,-25-25 0,25 25 0,0-25 16,0 25-16,0 0 0,0-25 0,0 24 0,-25-24 0,25 25 15,0-25-15,0 25 0,0-25 0,-25 25 0,25-25 16,0 0-16,-24 25 0,24-25 0,0 24 0,-25-24 0,25 0 16,0 25-16,-25-25 0,25 0 0,0 0 0</inkml:trace>
  <inkml:trace contextRef="#ctx0" brushRef="#br0" timeOffset="72743.1606">10864 5011 0,'0'0'0,"0"0"15,-24 0-15,24 0 0,0 0 0,0 0 0,0 0 16,0 0-16,0 0 0,0 0 0,0 0 0,0 0 0,0 0 15,0 0-15,0 0 0,0 0 0,24-25 0,-24 25 16,0 0-16,0 0 0,0 0 0,0 0 0,25-25 0,-25 25 16,0 0-16,25 0 0,-25-25 0,0 25 0,25-25 15,-25 25-15,25-24 0,-25 24 0,0-25 0,24 25 0,-24-25 16,0 0-16,25 25 0,-25-25 0,0 25 0,0-25 15,25 1-15,-25 24 0,0-25 0,0 25 0,0-25 16,0 25-16,25-25 0,-25 25 0,0-25 0,0 25 0,0-24 16,0 24-16,0 0 0,0 0 0,0 0 0,-25 0 15,25-25-15,0 25 0,0 0 0,0 0 0,0 0 0,0 0 16,0 0-16,0 0 0,0 25 0,0-25 0,0 0 0,0 0 15,0 0-15,0 0 0,0 24 0,0-24 16,0 25-16,0-25 0,0 25 0,0 0 0,0-25 0,0 25 16,0-1-16,0 1 0,25 0 0,-25-25 0,0 25 0,0 0 15,0-25-15,0 25 0,0-1 0,0-24 0,0 25 16,0-25-16,25 25 0,-25-25 0,0 25 0,0-25 15,0 25-15,0-25 0,0 0 0,0 0 0,0 24 0,0-24 16,0 0-16,0 0 0,0 0 0,0 0 0,0 0 16,0 0-16,0 0 0,24 0 0,-24 0 0,0-24 15,0 24-15,0 0 0,0 0 0</inkml:trace>
  <inkml:trace contextRef="#ctx0" brushRef="#br0" timeOffset="73135.1831">11261 4390 0,'0'0'0,"0"0"0,0 0 0,0 0 0,0 0 0,0 0 15,0 0-15,0 0 0,0 0 0,0 0 0,0 0 16,0 25-16,25-25 0,-25 0 0,0 0 0,0 0 16,25 0-16,-25 25 0,0-25 0,25 0 0,-25 25 0,0-25 15,25 25-15,-25-25 0,24 24 0,-24-24 0,25 25 16,-25 0-16,25-25 0,-25 25 0,25 0 0,-25-1 15,0 1-15,25-25 0,-25 25 0,0 0 0,0 0 0,24-1 16,-24-24-16,0 25 0,0 0 0,0 0 0,0 0 0,0-25 16,0 25-16,-24-1 0,24-24 0,0 25 15,0-25-15,0 25 0,0-25 0,-25 25 0,25-25 0,0 25 16,-25-25-16,25 0 0,0 24 0,-25-24 0,25 0 0,0 25 15,0-25-15,0 0 0,-25 25 0,25-25 0,0 0 16,0 0-16,0 0 0,0 0 0,-24 0 0,24 0 16,0 0-16,0 0 0,0 0 0,0 0 0,0 0 0,0 0 15,0-25-15,24 25 0,-24 0 0</inkml:trace>
  <inkml:trace contextRef="#ctx0" brushRef="#br0" timeOffset="74016.2334">11906 4242 0,'0'0'0,"0"0"15,0 0-15,0-25 0,0 25 0,0 0 0,0 0 0,0 0 16,0 0-16,0 0 0,0 0 0,0-25 0,0 25 15,0 0-15,0 0 0,0 0 0,0 0 0,0 0 16,0 0-16,0 0 0,0 0 0,0 0 0,0 0 0,0 0 16,0 0-16,0 0 0,0 0 0,0 0 0,0 0 15,0 0-15,25 0 0,-25 0 0,0 0 0,0 0 16,0 0-16,0 25 0,25-25 0,-25 0 0,0 0 0,0 25 15,0-25-15,0 0 0,0 24 0,0-24 0,0 25 16,0-25-16,0 25 0,0-25 0,0 25 0,0-25 0,0 25 16,0-25-16,0 24 0,0-24 0,0 25 0,0-25 15,0 0-15,0 25 0,0-25 0,0 25 0,0-25 0,0 0 16,0 25-16,0-25 0,0 24 0,0-24 0,0 0 15,0 25-15,0-25 0,0 0 0,25 25 0,-25-25 16,0 0-16,0 0 0,0 25 0,0-25 0,24 0 0,-24 0 16,0 0-16,0 0 0,25 0 0,-25 0 0,25 0 15,-25 0-15,25 0 0,-25 0 0,25 0 0,-25 0 0,0 0 16,24 0-16,-24 0 0,25-25 0,-25 25 0,0 0 15,0 0-15,0 0 0,25 0 0,-25 0 0,0 0 0,0 0 16,0 0-16,0-25 0,0 25 0,0 0 0,-25 0 16,25 0-16,0 0 0,0 0 0,0 0 0,0 0 15,0 0-15,0 0 0,-25 0 0,25 0 0,0 25 0,0-25 16,0 0-16,0 0 0,-24 0 0,24 0 0,0 0 15,0 0-15,-25 25 0,25-25 0,0 0 0,-25 25 16,25-25-16,0 24 0,0-24 0,-25 25 0,25-25 0,0 25 16,0-25-16,0 25 0,0 0 0,0-25 0,0 24 15,0 1-15,0-25 0,0 25 0,0 0 0,0-25 0,0 25 16,0-25-16,0 25 0,0-1 0,25-24 0,-25 25 15,0-25-15,0 25 0,0-25 0,0 25 0,0-25 0,0 0 16,25 25-16,-25-25 0,0 24 0,0-24 0,0 25 16,0-25-16,-25 0 0,25 25 0,0-25 0,0 0 15,0 25-15,0-25 0,0 0 0,0 0 0,0 0 0,0 25 16,0-25-16,0 0 0,0 0 0,0 0 0,-25 0 47,25 0-47,0 0 0,0 0 0,0 0 0,0 0 0,0 0 0,-25 0 0,25 0 0,0 0 0,0 0 0,0 0 0,-24 0 0,24 0 0,0 0 0,0 0 46,0 0-46,-25-25 0,25 25 0</inkml:trace>
  <inkml:trace contextRef="#ctx0" brushRef="#br0" timeOffset="78757.5046">2877 5854 0,'0'0'0,"0"0"16,0 0-16,-24 0 0,24-25 0,0 25 0,0 0 15,0 0-15,0 0 0,0 0 0,-25 0 0,25 0 0,0 0 16,0 0-16,0 0 0,0-25 0,0 25 0,0 0 0,0 0 16,0 0-16,0 0 0,0 0 0,0 0 0,0 0 15,0 0-15,0 0 0,0 0 0,0 0 0,0 0 0,0 0 16,0 0-16,-25 0 0,25 0 0,0 25 0,0-25 15,0 0-15,0 0 0,0 0 0,0 25 0,0-25 0,0 0 16,0 25-16,0-25 0,0 25 0,0-25 0,0 24 16,0 1-16,0-25 0,0 25 0,0 0 0,25-25 0,-25 25 15,0-1-15,0-24 0,0 25 0,0 0 0,0-25 16,0 25-16,0 0 0,0-25 0,0 24 0,0-24 0,0 25 15,0-25-15,0 25 0,0-25 0,0 25 0,0-25 16,0 25-16,0-25 0,0 0 0,0 24 0,0-24 0,0 0 16,0 25-16,0-25 0,0 0 0,0 0 0,0 0 15,0 0-15,0 0 0,0 0 0,0 0 0,0 0 0,0 0 16,0 0-16,0 0 0,0 0 0,0 0 0,0 0 15,0 0-15,0 0 0,0 0 0,0 0 0,0 0 0,0 0 16,0 0-16,0 0 0,0 0 0,0 0 0,0-25 16,25 25-16,-25 0 0,0-24 0,0 24 0,0 0 15,0-25-15,0 25 0,24 0 0,-24 0 0,0-25 0,0 25 16,0 0-16,25 0 0,-25-25 0,0 25 0,0 0 15,0 0-15,25 0 0,-25 0 0,0 0 0,0 0 0,0 0 16,25 0-16,-25 0 0,0 0 0,0 25 0,25-25 0,-25 0 16,0 0-16,0 0 0,24 25 0,-24-25 0,0 0 15,0 25-15,0-25 0,0 0 0,0 24 0,0-24 0,0 0 16,25 25-16,-25-25 0,0 0 0,0 25 0,0-25 15,-25 0-15,25 25 0,0-25 0,0 0 0,0 0 0,0 25 16,0-25-16,-24 0 0,24 0 0,0 0 0,0 24 16,0-24-16,-25 0 0,25 0 0,0 0 0,0 0 0,-25 0 15,25 0-15,0 0 0,0 0 0,-25 0 0,25 0 0,0 0 16,0 0-16,0 0 0,0 0 0,-25 0 0,25 0 15,0 0-15,0 0 0,0 0 0,0 0 0,0 0 16,0-24-16,0 24 0,0 0 0,0 0 0,-24 0 0,48 0 16,-24 0-16,0-25 0,0 25 0,0 0 0,0 0 15,0-25-15,0 25 0,25 0 0,-25-25 0,0 25 0,0 0 16</inkml:trace>
  <inkml:trace contextRef="#ctx0" brushRef="#br0" timeOffset="79036.5206">3026 6077 0,'0'-25'16,"0"25"-16,0 0 0,0 0 0,0 0 0,0 0 16,0 0-16,0 0 0,0 0 0,0 0 0,25 0 0,-25 0 15,0 0-15,0 0 0,0 0 0,25 0 0,-25 0 0,25 0 16,-25 0-16,0 0 0,24 25 0,-24-25 0,25 0 15,-25 25-15,25-25 0,-25 0 0,0 25 0,25-25 0,-25 25 16,0-25-16,25 24 0,-25-24 0,0 25 0,0-25 16,0 25-16,0 0 0,0-25 0,0 25 0,0-1 15,0-24-15,0 25 0,0 0 0,0-25 0,-25 25 0,25 0 16,0-25-16,-25 24 0,25-24 0,-25 25 0,0 0 15,25 0-15,-24-25 0,24 25 0,-25-25 0,0 24 0,25 1 16,-25-25-16,25 25 0,-25-25 0,25 0 0,-24 25 0</inkml:trace>
  <inkml:trace contextRef="#ctx0" brushRef="#br0" timeOffset="79715.5594">3994 6052 0,'0'0'0,"0"0"0,0 0 16,0 0-16,0-24 0,0 24 0,-25 0 0,25 0 15,0 0-15,0-25 0,0 25 0,0 0 0,0 0 0,-25 0 16,25 0-16,0 0 0,0 0 0,0-25 0,0 25 16,-25 0-16,25 0 0,0 25 0,0-25 0,0 0 15,0 0-15,0 0 0,-25 0 0,25 25 0,0-25 0,0 0 16,0 0-16,0 0 0,-24 24 0,24-24 0,0 0 15,0 25-15,0-25 0,0 0 0,0 25 0,0-25 0,0 25 16,24-25-16,-24 25 0,0-1 0,0-24 0,25 25 16,-25-25-16,0 25 0,25 0 0,-25-25 0,0 25 0,25-25 15,-25 24-15,25-24 0,-25 25 0,0-25 0,24 25 16,-24-25-16,0 25 0,25-25 0,-25 0 0,0 0 15,25 25-15,-25-25 0,0 0 0,0 24 0,25-24 0,-25 0 16,0 0-16,0 0 0,0 25 0,0-25 0,0 0 16,0 0-16,0 0 0,0 0 0,0 25 0,-25-25 15,25 0-15,0 0 0,0 0 0,0 0 0,-25 25 0,25-25 16,0 0-16,-25 0 0,25 0 0,0 0 0,-24 25 15,24-25-15,0 0 0,0 0 0,-25 0 0,25 0 0,0 0 16,0 0-16,0 0 0,0 0 0,0 0 0,0 0 16,0 0-16,0 0 0,0 0 0,0 0 0,0 0 0,0-25 15,0 25-15,0 0 0,25 0 0,-25 0 0,0-25 16,24 25-16,-24 0 0,25-25 0,-25 25 0,25-25 15,-25 25-15,25 0 0,-25-24 0</inkml:trace>
  <inkml:trace contextRef="#ctx0" brushRef="#br0" timeOffset="80222.5884">4366 6226 0,'0'0'0,"0"0"0,0 0 16,0 0-16,0 0 0,0-25 0,0 25 0,0 0 16,-25 0-16,25 0 0,0 0 0,0 0 0,0-25 0,0 25 15,-25 0-15,25 0 0,0 0 0,0 0 0,0 0 16,-25 0-16,25-24 0,0 24 0,0 0 0,0 0 15,-25 0-15,25 0 0,0 0 0,0 0 0,-24 24 0,24-24 16,0 0-16,0 0 0,-25 0 0,25 25 0,0-25 16,0 0-16,-25 25 0,25-25 0,0 25 0,0-25 0,0 25 15,0-25-15,0 24 0,0-24 0,0 25 0,0 0 16,0-25-16,0 25 0,25-25 0,-25 25 0,0-25 0,0 24 15,25-24-15,-25 25 0,0-25 0,24 0 0,-24 0 16,0 25-16,0-25 0,25 0 0,-25 0 0,0 0 16,0 0-16,25 0 0,-25 0 0,0 0 0,0 0 0,0 0 15,25 0-15,-25 0 0,0 0 0,0 0 0,0-25 0,0 25 16,0 0-16,0 0 0,25-25 0,-25 25 15,0 0-15,0-24 0,0 24 0,0 0 0,-25-25 0,25 25 16,0-25-16,0 25 0,0-25 0,0 25 0,-25-25 0,25 25 16,0-24-16,0 24 0,-25-25 0,25 25 0,0-25 15,-25 25-15,25-25 0,0 25 0,0 0 0,-24-25 16,24 25-16,0 0 0,0-24 0,0 24 0,0 0 0,0 0 15,0-25-15,0 25 0,0 0 0,0 0 0,0 0 16,0-25-16,0 25 0,0 0 0,0 0 0,0-25 16,24 25-16,-24 0 0,0 0 0,25-25 0,-25 25 0,0 0 15,25 0-15,-25 0 0,25 0 0,-25 0 0,0 0 0,25 0 16,-25 0-16,0 0 0,24 0 0,-24 25 0,0-25 15,25 0-15,-25 0 0,0 0 0,0 0 0,0 0 16,0 25-16,25-25 0,-25 0 0,0 0 0,0 0 0,0 0 16,0 0-16,0 0 0,0 0 0,0 0 0,0 0 15</inkml:trace>
  <inkml:trace contextRef="#ctx0" brushRef="#br0" timeOffset="80389.598">4539 5904 0,'0'0'0,"0"0"15,0-25-15,0 25 0,0 0 0,0 0 0,0 0 0,0 0 16,0 0-16,0 25 0,0-25 0,0 0 0,0 0 15,0 24-15,25-24 0,-25 0 0,0 25 0,0-25 16,-25 25-16,25 0 0,0-25 0,0 25 0,0-1 16,0-24-16,0 25 0,0 0 0,-25-25 0,25 25 0,0 0 15,0-25-15,-24 24 0,24-24 0,0 25 0</inkml:trace>
  <inkml:trace contextRef="#ctx0" brushRef="#br0" timeOffset="80841.6238">5457 6102 0,'0'0'0,"0"0"15,0 0-15,0-25 0,-25 25 0,25 0 0,0 0 0,0-25 16,0 25-16,-25 0 0,25 0 0,0 0 0,0 0 16,-24-24-16,24 24 0,0 0 0,0 0 0,-25 0 15,25 0-15,0 24 0,0-24 0,0 0 0,-25 0 0,25 0 16,0 25-16,0-25 0,-25 25 0,25-25 0,0 25 15,0-25-15,0 25 0,-25-25 0,25 24 0,0 1 0,0-25 16,0 25-16,0 0 0,0-25 0,0 25 0,0-1 16,25-24-16,-25 25 0,0 0 0,0-25 0,0 25 0,25-25 15,-25 25-15,0-25 0,25 0 0,-25 24 0,25-24 16,-25 0-16,24 0 0,-24 0 0,25 25 0,-25-25 15,25 0-15,-25-25 0,25 25 0,0 0 0,-25 0 0,24 0 16,1-24-16,-25 24 0,25-25 0,-25 25 0,25 0 16,0-25-16,-25 25 0,0-25 0,24 25 0</inkml:trace>
  <inkml:trace contextRef="#ctx0" brushRef="#br0" timeOffset="81458.6591">5680 6276 0,'0'0'16,"-25"0"-16,25 0 0,0 0 0,0 0 0,0 0 16,0 0-16,0 0 0,0 0 0,0 0 0,0 0 0,0 0 15,0 0-15,0-25 0,0 25 0,0 0 0,0 0 16,0 0-16,0-25 0,25 25 0,-25 0 0,0-25 15,25 25-15,-25-25 0,0 25 0,25 0 0,-25-24 0,25-1 16,-25 25-16,24-25 0,-24 25 0,25-25 0,-25 25 16,25-25-16,-25 1 0,25 24 0,-25-25 0,0 0 0,0 25 15,0-25-15,25 25 0,-25-25 0,0 1 0,0 24 16,0-25-16,-25 25 0,25-25 0,0 25 0,0 0 0,0-25 15,0 25-15,-25 0 0,25-25 0,0 25 0,0 0 16,0 0-16,-25 0 0,25 0 0,0 0 0,0 0 16,-25 0-16,25 0 0,0 0 0,0 0 0,0 0 0,-24 0 15,24 0-15,0 0 0,0 0 0,0 0 0,0 0 0,-25 0 16,25 0-16,0 0 0,0 0 0,0 25 0,0-25 15,0 0-15,0 0 0,0 25 0,0-25 0,0 25 16,0-25-16,0 25 0,0-25 0,0 24 0,0-24 0,0 25 16,0 0-16,25-25 0,-25 25 0,0 0 0,0-25 15,0 24-15,0 1 0,0-25 0,0 25 0,0 0 16,0 0-16,0-25 0,0 24 0,0 1 0,0-25 0,24 25 15,-24 0-15,0-25 0,0 25 0,0-25 0,0 24 16,0-24-16,0 25 0,0-25 0,0 25 0,0-25 16,0 0-16,0 0 0,0 25 0,0-25 0,0 0 0,0 0 15,0 0-15,0 0 0,0 0 0,0 0 0,0 0 0,0 0 16,0 0-16,0 0 0,0 0 0,0 0 0,0 0 15,0 0-15,0 0 0,25-25 0,-25 25 0,0 0 16,0-25-16,0 25 0,25 0 0,-25-25 0,0 25 0,25-24 16,-25 24-16,0 0 0,0 0 0,25-25 0,-25 25 15,0 0-15,25 0 0,-25 0 0,0 0 0,0 0 16,24 0-16,-24 25 0,0-25 0,0 0 0,25 24 0,-25-24 15,0 0-15,0 25 0,0-25 0,0 0 0,0 25 0,25-25 16,-25 25-16,0-25 0,0 25 0,0-25 0,0 0 16,0 24-16,0-24 0,0 0 0,0 25 0,0-25 15,0 0-15,0 0 0,0 25 0,0-25 0,0 0 0,25 0 16,-25 0-16,0 0 0,0 0 0,0 0 0,0 0 15,0 0-15,0 0 0,0 0 0,0 0 0,0 0 16,0 0-16,0 0 0,25 0 0,-25-25 0,0 25 16,24 0-16,-24-25 0</inkml:trace>
  <inkml:trace contextRef="#ctx0" brushRef="#br0" timeOffset="82437.7151">6226 6251 0,'0'0'0,"0"0"0,0 0 0,0 0 15,0 0-15,0 0 0,-25 0 0,25 0 0,0-25 0,0 25 16,0 0-16,0 25 0,0-25 0,0 0 0,0 0 15,0 0-15,0 0 0,0 0 0,0 0 0,0 25 0,0-25 16,0 0-16,0 24 0,0-24 0,0 25 0,0-25 16,0 25-16,0-25 0,25 25 0,-25-25 0,0 25 15,0-1-15,0-24 0,0 25 0,25-25 0,-25 25 0,0 0 16,25-25-16,-25 25 0,0-25 0,0 24 0,24-24 15,-24 0-15,0 25 0,0-25 0,0 0 0,25 0 0,-25 25 16,0-25-16,0 0 0,25 0 0,-25 0 0,0 0 16,25 0-16,-25 0 0,0 0 0,0-25 0,25 25 15,-25 0-15,0-25 0,24 25 0,-24 0 0,0-24 0,25 24 16,-25-25-16,0 25 0,25-25 0,-25 25 0,0-25 15,0 25-15,0-25 0,0 25 0,25 0 0,-25-24 0,0 24 16,0-25-16,0 25 0,0 0 0,0-25 0,0 25 16,0 0-16,0-25 0,0 25 0,0 0 0,0 0 0,0-25 15,0 25-15,-25 0 0,25 0 0,0 0 0,0-24 16,0 24-16,0 0 0,0 0 0,0 0 0,0 0 15,0 0-15,0 0 0,0 0 0,0 0 0,0 0 0,-25 0 16,25 0-16,0 0 0,0 0 0,0 0 0,0 0 16,0 24-16,0-24 0,0 0 0,0 0 0,0 25 15,-25-25-15,25 0 0,0 25 0,0-25 0,25 25 0,-25-25 16,0 25-16,0-25 0,0 24 0,0-24 0,0 25 15,0-25-15,0 25 0,25-25 0,-25 0 0,0 25 0,0-25 16,0 0-16,25 25 0,-25-25 0,0 0 0,0 24 16,25-24-16,-25 0 0,0 0 0,0 0 0,24 0 0,-24 0 15,0 0-15,0 0 0,25 0 0,-25 0 0,25 0 16,-25 0-16,0 0 0,25-24 0,-25 24 0,25 0 15,-25-25-15,24 25 0,-24-25 0,0 25 0,25-25 0,-25 25 16,0-25-16,25 25 0,-25-24 0,0 24 0,0 0 16,25-25-16,-25 25 0,0-25 0,0 25 0,0-25 0,0 25 15,0-25-15,0 25 0,0 0 0,0 0 0,0-24 16,0 24-16,-25 0 0,25 0 0,0 0 0,0 0 0,0 0 15,0 0-15,0 0 0,0 0 0,0 0 0,0 0 16,0 0-16,0 0 0,0 0 0,0 0 0,0 0 16,0 24-16,0-24 0,0 0 0,0 25 0,0-25 0,0 0 15,0 25-15,0-25 0,0 0 0,0 25 0,0-25 16,0 25-16,0-25 0,0 24 0,0-24 0,0 25 15,25-25-15,-25 25 0,0-25 0,0 0 0,0 25 0,0-25 16,0 0-16,25 0 0,-25 25 0,0-25 0,0 0 16,0 0-16,24 24 0,-24-24 0,0 0 0,0 0 0,0 0 15,25 0-15,-25 0 0,0 0 0,0 0 0,25 0 16,-25-24-16,0 24 0,0 0 0,25 0 0,-25-25 0,0 25 15,25 0-15,-25-25 0,0 25 0,25-25 0,-25 25 16,0 0-16,0-25 0,24 25 0,-24-24 0,0 24 16,0-25-16,0 25 0,0 0 0,0-25 0,0 25 0,0-25 15,0 25-15,25 0 0,-25 0 0,0-25 0,0 25 16,0 0-16,0 0 0,0 0 0,0 0 0,0 0 0,0 0 15,0 0-15,0 0 0,0 0 0,0 0 0,0 0 16,0 0-16,0 0 0,-25 25 0,25-25 0,0 0 0,0 25 16,0-25-16,0 25 0,0-25 0,0 25 0,0-25 15,0 24-15,25-24 0,-25 25 0,0-25 0,0 25 16,0 0-16,0-25 0,0 0 0,0 25 0,0-25 0,25 0 15,-25 24-15,0-24 0,0 0 0,0 0 0,25 25 16,-25-25-16,0 0 0,0 0 0,25 0 0,-25 0 16,0 0-16,0-25 0,24 25 0,-24 0 0,0 0 0,0-24 15,25 24-15,-25 0 0,0 0 0,0-25 0,0 25 16,0-25-16,0 25 0,0 0 0,0-25 0,0 25 0,0-25 15</inkml:trace>
  <inkml:trace contextRef="#ctx0" brushRef="#br0" timeOffset="82688.7295">6648 6152 0,'0'0'16,"0"-25"-16,-25 25 0,25 0 0,0 0 0,0-25 15,0 25-15,0 0 0,0-25 0,-25 25 0,25 0 16,0 0-16,25-25 0,-25 25 0,0 0 0,0 0 0,0-24 15,0 24-15,0 0 0,0 0 0,25 0 0,-25-25 16,0 25-16,0 0 0,24 0 0,-24 0 0,0 0 0,25 0 16,-25 0-16,0 0 0,25 0 0,-25 0 0,0 0 15,0 0-15,25 0 0,-25 0 0,0 0 0,25 0 16,-25 25-16,0-25 0,0 0 0,0 0 0,0 0 0,24 0 15,-24 0-15,0 0 0,0 0 0,0 0 0,0 0 0</inkml:trace>
  <inkml:trace contextRef="#ctx0" brushRef="#br0" timeOffset="82871.74">6896 5928 0,'0'0'0,"0"0"0,0 0 0,0 0 0,0 0 15,25 0-15,-25 0 0,0 0 0,0 0 0,24 0 16,-24 0-16,25 0 0,-25 0 0,25 0 0,-25 0 0,25 0 15,-25 0-15,25 0 0,-25 0 0,24 0 0,-24 0 0,25 25 16,-25-25-16,0 0 0,25 0 0,-25 0 0,0 0 16,0 25-16,0-25 0,0 0 0,0 0 0</inkml:trace>
  <inkml:trace contextRef="#ctx0" brushRef="#br0" timeOffset="83068.7512">6375 5953 0,'0'0'16,"0"0"-16,-25 0 0,25 0 0,0-25 0,0 25 16,0 0-16,0 0 0,0 0 0,25 0 0,-25 0 0,0 0 15,0-24-15,0 24 0,0 0 0,25 0 0,-25 0 16,0 0-16,0 0 0,0 0 0,24 0 0,-24 24 15,0-24-15,0 0 0,0 0 0</inkml:trace>
  <inkml:trace contextRef="#ctx0" brushRef="#br0" timeOffset="83970.8028">8310 6201 0,'-25'0'0,"25"-25"0,0 25 0,-25 0 0,25 0 16,-25 0-16,25 0 0,-25 0 0,25 0 0,0 0 15,-24 0-15,24 0 0,0 0 0,-25 0 0,25 0 0,0 0 16,0 0-16,0 0 0,-25 0 0,25 0 0,0 0 16,0 25-16,0-25 0,0 0 0,0 25 0,0-25 15,0 25-15,0-25 0,0 25 0,25-1 0,-25-24 0,0 25 16,0 0-16,0-25 0,25 25 0,-25 0 0,0-25 15,24 24-15,-24-24 0,0 25 0,0-25 0,25 0 0,-25 25 16,25-25-16,-25 25 0,0-25 0,25 0 0,-25 0 16,0 0-16,0 25 0,25-25 0,-25 0 0,0 0 0,24 0 15,-24 0-15,0 0 0,25-25 0,-25 25 0,0 0 16,25 0-16,-25 0 0,0-25 0,25 25 0,-25 0 15,0-25-15,0 25 0,25-25 0,-25 25 0,0 0 0,0-24 16,0 24-16,24-25 0,-24 25 0,0-25 0,0 25 16,0-25-16,0 25 0,0-25 0,0 25 0,0-24 0,0 24 15,0 0-15,0-25 0,0 25 0,-24 0 0,24-25 16,0 25-16,0 0 0,0 0 0,0-25 0,0 25 15,0 0-15,0 0 0,0 0 0,0 0 0,0 0 0,0 0 16,0 25-16,0-25 0,0 0 0,0 0 0,0 0 16,-25 25-16,25-25 0,0 0 0,0 25 0,0-25 0,0 24 15,0-24-15,25 25 0,-25-25 0,0 25 0,0-25 16,0 25-16,0-25 0,0 25 0,24-25 0,-24 24 15,0-24-15,0 25 0,0-25 0,25 25 0,-25-25 0,0 0 16,0 25-16,0-25 0,25 0 0,-25 0 0,0 25 16,0-25-16,25 0 0,-25 0 0,0 0 0,0 0 0,25 0 15,-25 0-15,0 0 0,24 0 0,-24 0 0,0-25 16,25 25-16,-25 0 0,25-25 0,-25 25 0,25 0 0,-25-25 15,25 25-15,-25-25 0,24 25 0,-24-24 0,0 24 16,25-25-16,-25 25 0,0-25 0,0 25 0,25 0 16,-25-25-16,0 25 0,0-25 0,0 25 0,0-24 0,0 24 15,0 0-15,0-25 0,-25 25 0,25 0 0,0 0 16,0 0-16,0-25 0,0 25 0,0 0 0,0 0 0,0 0 15,0 0-15,0 0 0,0 25 0,0-25 0,0 0 16,0 0-16,0 25 0,0-25 0,0 0 16,0 24-16,0-24 0,-25 25 0,25-25 0,25 0 0,-25 25 0,0-25 15,0 25-15,0-25 0,0 25 0,0-25 0,0 0 16,0 24-16,0-24 0,25 25 0,-25-25 0,0 0 0,0 25 15,25-25-15,-25 0 0,0 0 0,25 25 0,-25-25 16,0 0-16,24 0 0,-24 0 0,25 0 0,-25 0 16,25-25-16,-25 25 0,25 0 0,-25 0 0,25 0 0,-25-25 15,24 25-15</inkml:trace>
  <inkml:trace contextRef="#ctx0" brushRef="#br0" timeOffset="84356.8249">9128 6325 0,'0'0'0,"0"0"16,-25-25-16,25 25 0,0 0 0,0 0 15,0-24-15,0 24 0,0 0 0,0 0 0,-24 0 0,24 0 16,0-25-16,0 25 0,0 0 0,0 0 0,0 0 0,0 25 15,0-25-15,-25 0 0,25 0 0,0 0 0,0 0 16,0 24-16,0-24 0,0 0 0,0 25 0,0-25 16,0 0-16,-25 25 0,25-25 0,0 25 0,0-25 0,0 25 15,0-25-15,0 24 0,0-24 0,0 0 0,0 25 16,0-25-16,0 25 0,25-25 0,-25 0 0,0 25 0,0-25 15,0 0-15,0 25 0,0-25 0,25 0 0,-25 0 16,0 0-16,0 0 0,0 0 0,0 0 0,0 24 0,24-24 16,-24-24-16,0 24 0,0 0 0,0 0 0,25 0 15,-25 0-15,0 0 0,0-25 0,25 25 0,-25 0 16,0-25-16,0 25 0,25-25 0,-25 25 0,0 0 0,0-25 15,0 25-15,0 0 0,0 0 0,25 0 0,-25-24 0,0 24 16,0 0-16,0 0 0,0 0 0,0 0 0,0 24 16,0-24-16,0 0 0,0 0 0,0 0 0,0 0 15,0 25-15,0-25 0,0 0 0,0 25 0,0-25 16,0 0-16,0 0 0,24 25 0,-24-25 0,0 0 0,0 0 15,0 25-15,0-25 0,0 0 0,0 0 0,0 0 16,0 0-16,0 0 0,0 24 0,0-24 0,0 0 16,-24-24-16,24 24 0,0 0 0,0 0 0,0 0 0,-25 0 15</inkml:trace>
  <inkml:trace contextRef="#ctx0" brushRef="#br0" timeOffset="84581.8378">9128 5854 0,'0'-25'15,"0"25"-15,0 0 0,0 0 0,0 0 0,25 0 16,-25 0-16,0 0 0,0 0 0,0-25 0,25 25 0,-25 25 16,0-25-16,25 0 0,-25 0 0,24 0 0,-24 0 15,25 0-15,-25 0 0,0 25 0,25-25 0,-25 0 16,0 0-16,0 25 0,0-25 0,0 25 0,0-25 0,0 0 15,0 24-15,0-24 0,-25 25 0,25-25 0,0 0 0,-25 25 16,25-25-16,-24 25 0,24-25 0,-25 25 0,0-25 16,25 0-16,-25 24 0</inkml:trace>
  <inkml:trace contextRef="#ctx0" brushRef="#br0" timeOffset="85039.864">9996 5978 0,'0'0'0,"0"0"0,0 0 16,0 0-16,0-25 0,-25 25 0,25 0 0,0 0 16,0 0-16,0 0 0,0 0 0,0 0 0,0 0 0,0 0 15,0 25-15,0-25 0,0 0 0,25 0 0,-25 25 16,0-25-16,0 25 0,0-1 0,0-24 0,0 25 0,0 0 15,0 0-15,0 0 0,0-1 0,0-24 0,0 25 16,0 0-16,0 0 0,0 0 0,0-1 0,0-24 0,0 25 16,0 0-16,0-25 0,0 25 0,0 0 0,0-25 15,0 24-15,0-24 0,0 25 0,0-25 0,0 0 16,0 25-16,0-25 0,0 0 0,0 0 0,0 0 0,0 0 15,0 0-15,0 0 0,0 0 0,0 0 0,0 0 16,0 0-16,0 0 0,0 0 0,0-25 0</inkml:trace>
  <inkml:trace contextRef="#ctx0" brushRef="#br0" timeOffset="85373.8831">10344 6102 0,'0'0'0,"0"0"0,0 0 0,0-25 15,0 25-15,0 0 0,0 0 0,0 0 0,-25 0 0,25 0 16,0 0-16,0 0 0,0 0 0,0 0 0,-25-25 16,25 25-16,0 0 0,0 25 0,-25-25 0,25 0 15,0 0-15,-25 0 0,25 0 0,0 0 0,-24 0 0,24 0 16,0 25-16,0-25 0,-25 0 0,25 25 0,-25-25 15,25 25-15,0-25 0,0 24 0,-25 1 0,25-25 16,0 25-16,0 0 0,0-25 0,0 25 0,0-1 0,0-24 16,0 25-16,0 0 0,0-25 0,0 25 0,0-25 15,0 25-15,0-25 0,0 24 0,0-24 0,25 25 16,-25-25-16,0 0 0,0 0 0,25 25 0,-25-25 0,25 0 15,-25 0-15,0 0 0,24 0 0,-24 0 0,25 0 0,-25 0 16,25 0-16,-25 0 0,25 0 0,-25-25 0,25 25 16,-25 0-16,24 0 0,-24 0 0,25-25 0,-25 25 15,25 0-15</inkml:trace>
  <inkml:trace contextRef="#ctx0" brushRef="#br0" timeOffset="85898.9131">10914 6052 0,'0'0'16,"-25"-24"-16,25 24 0,0 0 0,-25-25 0,25 25 15,-24 0-15,24-25 0,-25 25 0,0 0 0,25-25 0,-25 25 16,25 0-16,-25 0 0,25 0 0,-24-25 0,24 25 15,0 0-15,-25 0 0,25 0 0,0 0 0,-25 0 16,25 0-16,0 25 0,-25-25 0,25 0 0,0 0 0,0 25 16,0-25-16,-25 25 0,25-25 0,0 25 0,0-1 0,0-24 15,0 25-15,0 0 0,0-25 0,0 25 0,0 0 16,0-1-16,0 1 0,0 0 0,0-25 0,0 25 15,0 0-15,0-25 0,0 24 0,0 1 0,25-25 0,-25 25 16,0-25-16,0 25 0,0-25 0,0 0 0,0 25 16,25-25-16,-25 0 0,0 24 0,0-24 0,25 0 15,-25 0-15,0 0 0,0 0 0,0 0 0,25 0 0,-25 0 16,0 0-16,0 0 0,24 0 0,-24 0 0,0 0 15,25 0-15,-25 0 0,0-24 0,25 24 0,-25 0 16,0 0-16,0-25 0,25 25 0,-25 0 0,0-25 0,0 25 16,25-25-16,-25 25 0,0-25 0,0 25 0,0 0 15,24-24-15,-24 24 0,0 0 0,0-25 0,0 25 0,0 0 16,0 0-16,0 0 0,0 0 0,0 0 0,0 0 15,0 25-15,0-25 0,0 0 0,0 0 0,0 24 0,0-24 16,0 25-16,0-25 0,0 25 0,0-25 0,0 25 16,0-25-16,0 25 0,0-25 0,0 24 0,0-24 0,0 0 15,25 25-15,-25-25 0,0 0 0,0 0 0,0 25 16,0-25-16,0 0 0,0 0 0,0 0 0,0 0 15,0 0-15,0 0 0,0 0 0,0 0 0,0 0 16,0 0-16,0 0 0,0 0 0,0-25 0,0 25 0</inkml:trace>
  <inkml:trace contextRef="#ctx0" brushRef="#br0" timeOffset="86070.9229">10765 6251 0,'0'0'0,"0"0"0,0 0 0,0 0 16,25 0-16,-25 0 0,0 0 0,0 0 15,0 0-15,0 0 0,0 0 0,25 0 0,-25 0 0,25 0 16,-25 0-16,24 0 0,-24 0 0,25 0 0,0 0 0,-25 0 15,25 0-15,0 0 0,-1 0 0,1 0 0,-25 0 16,25 0-16,0 0 0,0 0 0,-25 0 0,24 0 16,-24 0-16,25-25 0,-25 25 0,25 0 0,-25 0 0</inkml:trace>
  <inkml:trace contextRef="#ctx0" brushRef="#br0" timeOffset="86447.9445">11261 6077 0,'0'-25'15,"0"25"-15,0 0 0,0-24 0,0 24 0,0 0 16,0 0-16,0 0 0,0-25 0,0 25 0,0 0 0,0 0 15,0 0-15,0 0 0,0 0 0,0 0 0,0 25 16,0-25-16,0 0 0,0 24 0,0-24 0,0 25 16,25-25-16,-25 25 0,0 0 0,0-25 0,0 25 0,0-1 15,0 1-15,0-25 0,0 25 0,25 0 0,-25 0 16,0-25-16,0 24 0,0 1 0,0-25 0,0 25 0,25-25 15,-25 25-15,0-25 0,0 0 0,0 25 0,0-25 16,25 0-16,-25 0 0,0 24 0,0-24 0,0 0 16,0 0-16,0 0 0,0 0 0,0 0 0,0-24 0,0 24 15,24 0-15,-24 0 0,0-25 0,0 25 0,0-25 16,0 25-16,25-25 0,-25 25 0,0-25 0,0 1 0,0 24 15,25-25-15,-25 0 0,0 25 0,0-25 0,0 0 16,0 25-16,25-24 0,-25 24 0,0-25 0,0 25 16,0-25-16,0 25 0,0 0 0,25 0 0,-25-25 0,0 25 15,0 0-15,0 0 0,0 0 0,0 0 0,0 0 16,0 0-16,0 0 0,24 0 0,-24 0 0,0 0 0,0 0 15,0 0-15,0-25 0,25 25 0,-25 0 0,0 0 16,0 0-16,0 0 0,25 0 0,-25 0 0,0 0 16</inkml:trace>
  <inkml:trace contextRef="#ctx0" brushRef="#br0" timeOffset="86664.9569">11609 6028 0,'0'0'0,"0"0"16,0 0-16,0 0 0,0 0 0,0 0 0,0 0 0,0 0 15,0 24-15,0-24 0,0 0 0,0 0 0,0 25 16,0-25-16,0 25 0,0-25 0,0 25 0,0-25 0,0 25 16,0-1-16,0 1 0,0-25 0,0 25 0,0 0 15,0-25-15,-25 25 0,25-1 0,0 1 0,0-25 0,0 25 16,0-25-16,0 25 0,0-25 0,0 25 0,0-25 15,0 24-15,0-24 0,0 0 0,0 0 0,0 25 16,0-25-16,0 0 0,0 0 0,0 0 0,0 0 0,0-25 16,0 25-16,0 0 0,0 0 0,0-24 0,-25 24 15</inkml:trace>
  <inkml:trace contextRef="#ctx0" brushRef="#br0" timeOffset="86860.9681">11435 6003 0,'0'0'0,"0"0"0,0 0 0,0 0 0,0 0 16,0 0-16,0 0 0,0 0 0,0 0 0,0 0 0,0 0 15,0 0-15,25 0 0,-25 0 0,0 0 0,25 0 16,-25 0-16,24 0 0,-24 0 0,25 0 0,0 0 0,-25 0 16,25 0-16,-25 0 0,25 0 0,-1 0 0,-24 0 15,25 0-15,0 0 0,-25 0 0,25 0 0,0 0 16,-1 0-16,-24 25 0,25-25 0,0 0 0,0 0 0,-25 0 15,25 0-15,-1 0 0,1 24 0</inkml:trace>
  <inkml:trace contextRef="#ctx0" brushRef="#br0" timeOffset="87022.9774">12229 6152 0,'0'0'0,"0"0"0,0 0 0,0 0 16,0 0-16,0 0 0,0 0 0,0 0 0,0 0 0,0 0 15,0 0-15,0 0 0,0 0 0,0 0 0,0 0 16,0 0-16,0 0 0,0 0 0,0 0 0,0 0 15,0 0-15,25 0 0,-25 0 0,0 24 0,0-24 0</inkml:trace>
  <inkml:trace contextRef="#ctx0" brushRef="#br0" timeOffset="87183.9866">12254 6449 0,'0'0'0,"0"0"16,0 0-16,0 0 0,0 0 0,0 0 0,0 0 0,0 0 15,0 0-15,0 0 0,0 0 0,0 0 0,0 0 16,0 0-16,-25 0 0,25 0 0,0 0 0,0 0 0,0 0 15,0 0-15,0 0 0,0 0 0,-25 0 0,25 0 16,0 0-16</inkml:trace>
  <inkml:trace contextRef="#ctx0" brushRef="#br0" timeOffset="88235.0467">13295 6524 0,'0'0'0,"0"0"0,25 0 0,-25 0 15,0 0-15,0 0 0,0 0 0,0 0 0,0-25 0,0 25 16,0 0-16,25 0 0,-25 0 0,0-25 0,0 25 15,25 0-15,-25-25 0,0 25 0,25 0 0,-25-25 0,24 25 16,-24-24-16,25 24 0,-25 0 0,25-25 0,-25 25 16,25-25-16,0 0 0,-25 25 0,24-25 0,1 25 0,-25-24 15,25 24-15,-25-25 0,25 0 0,-25 25 0,25-25 16,-25 0-16,24 25 0,-24-24 0,25-1 0,-25 25 15,0-25-15,25 0 0,-25 25 0,0-25 0,0 1 0,0 24 16,25-25-16,-25 25 0,0-25 0,0 0 0,0 25 16,-25-25-16,25 25 0,0-24 0,0 24 0,0 0 15,0-25-15,-25 25 0,25 0 0,0 0 0,-25-25 0,25 25 16,0 0-16,-24 0 0,24 0 0,0 0 0,0 0 0,-25 0 15,25 0-15,0 0 0,0 0 0,0 0 0,-25 0 16,25 0-16,0 0 0,0 0 0,0 0 0,0 0 16,0 0-16,-25 25 0,25-25 0,0 0 0,0 0 15,0 25-15,0-25 0,0 24 0,0-24 0,0 25 0,0-25 16,0 25-16,0 0 0,0 0 0,0-25 0,0 24 0,0 1 15,0 0-15,0-25 0,0 25 0,0 0 0,0-1 16,0 1-16,0 0 0,25-25 0,-25 25 0,0 0 0,0-1 16,0-24-16,0 25 0,0 0 0,0 0 15,0-25-15,0 25 0,0-25 0,25 24 0,-25-24 0,0 25 16,0-25-16,0 0 0,0 25 0,0-25 0,0 0 0,25 25 15,-25-25-15,0 0 0,0 0 0,0 0 0,0 0 16,0 0-16,24 0 0,-24 0 0,0 0 0,0 0 16,25 0-16,-25 0 0,0 0 0,25 0 0,-25 0 0,0 0 15,25 0-15,-25-25 0,25 25 0</inkml:trace>
  <inkml:trace contextRef="#ctx0" brushRef="#br0" timeOffset="88645.0702">13965 6375 0,'0'-25'0,"0"25"0,0 0 0,0-25 0,0 25 15,-25 0-15,25 0 0,0-25 0,0 25 0,0 0 16,0-24-16,0 24 0,0 0 0,0 0 0,0-25 0,-25 25 15,25 0-15,0 0 0,0 0 0,0 0 0,0-25 16,0 25-16,0 0 0,0 0 0,-24 0 0,24 0 0,0 0 16,0 0-16,0 25 0,0-25 0,0 0 0,-25 25 15,25-25-15,0 0 0,0 24 0,-25-24 0,25 25 16,0-25-16,0 25 0,0 0 0,0-25 0,-25 25 0,25-25 15,0 24-15,0-24 0,0 25 0,0-25 0,0 25 16,0-25-16,0 0 0,0 25 0,0-25 0,0 0 0,0 25 16,25-25-16,-25 0 0,0 0 0,0 24 0,0-24 15,0 0-15,25 0 0,-25 0 0,0 0 0,0 0 16,0 0-16,25 0 0,-25-24 0,0 24 0,0 0 0,24 0 15,-24 0-15,0 0 0,0-25 0,25 25 0,-25 0 16,0-25-16,0 25 0,25 0 0,-25-25 0,0 25 0,0-25 16,0 25-16,0 0 0,0 0 0,0 0 0,0-24 15,0 24-15,0 0 0,0 0 0,0 0 0,0 0 16,0 0-16,0 24 0,0-24 0,0 0 0,0 0 0,0 0 15,0 25-15,25-25 0,-25 25 0,0-25 0,0 0 16,0 25-16,0-25 0,0 25 0,0-25 0,0 0 0,0 24 16,0-24-16,0 0 0,0 0 0,0 25 0,0-25 15,0 0-15,0 0 0,0 0 0,0 0 0,0 0 0,0 0 16,0-25-16,0 25 0,0 0 0,0-24 0</inkml:trace>
  <inkml:trace contextRef="#ctx0" brushRef="#br0" timeOffset="88835.081">13915 6127 0,'0'-25'0,"0"25"0,0 0 0,0 0 16,-24 0-16,24 0 0,0 0 0,0 0 0,24 0 0,-24 0 16,0 0-16,0 0 0,0 0 0,25 0 0,-25-25 15,25 25-15,-25 0 0,25 0 0,0 0 0,-25 0 16,24 0-16,1 0 0,0 0 0,0 0 0,0 0 0,-1 0 15,-24 0-15,25 0 0,0 0 0,0 25 0,0-25 16,-1 0-16,1 0 0,0 0 0,0 0 0,0 25 0,-25-25 16</inkml:trace>
  <inkml:trace contextRef="#ctx0" brushRef="#br0" timeOffset="89285.1068">14858 6176 0,'0'0'0,"0"-24"0,0 24 16,-25 0-16,25-25 0,0 25 0,0-25 0,0 25 15,-25-25-15,25 25 0,0 0 0,0-25 0,-24 25 0,24 0 16,0 0-16,0-24 0,-25 24 0,25 0 0,0 0 15,-25 0-15,25 0 0,0 0 0,-25 0 0,25 0 16,0 0-16,0 24 0,-25-24 0,25 0 0,0 0 0,0 25 16,0-25-16,0 25 0,0-25 0,0 25 0,0-25 15,0 25-15,0-25 0,0 24 0,0-24 0,25 25 0,-25 0 16,0-25-16,0 25 0,25 0 0,-25-25 0,25 24 15,-25-24-15,0 25 0,25-25 0,-25 25 0,24-25 0,-24 25 16,25-25-16,0 25 0,-25-25 0,0 0 0,25 24 16,-25-24-16,0 0 0,25 25 0,-25-25 0,0 0 15,0 0-15,0 0 0,0 25 0,0-25 0,0 0 0,0 0 16,0 0-16,0 0 0,0 0 0,0 0 0,0 0 0,0 0 15,-25 0-15,25 0 0,0 0 0,-25 0 0,25 0 16,0 0-16,-25 0 0,25 0 0,-25 0 0,25 0 16,0 0-16,-24 0 0,24 0 0,0 0 0,0 0 15,-25 0-15,25 0 0,0 0 0,0 0 0,0 0 0,0-25 16,0 25-16,0 0 0,25 0 0,-25 0 0,0 0 15,0-25-15,24 25 0,-24 0 0,25 0 0,-25-24 0</inkml:trace>
  <inkml:trace contextRef="#ctx0" brushRef="#br0" timeOffset="89759.1339">15156 6226 0,'0'0'0,"0"0"0,0 0 0,0-25 0,-25 25 0,25 0 16,0-25-16,0 25 0,0-24 0,-25 24 0,25 0 0,0-25 15,-25 25-15,25 0 0,0-25 0,-25 25 0,25 0 16,0 0-16,0-25 0,-24 25 0,24 0 0,0 0 15,0 0-15,0 0 0,-25 0 0,25 0 0,0 25 0,0-25 16,0 0-16,0 0 0,-25 25 0,25-25 0,0 25 16,0-25-16,0 24 0,0-24 0,0 25 0,0 0 15,0-25-15,0 25 0,0-25 0,0 25 0,0-1 0,25-24 16,-25 25-16,0-25 0,0 25 0,0-25 0,0 25 15,0-25-15,25 0 0,-25 25 0,0-25 0,0 0 0,0 0 16,24 24-16,-24-24 0,0 0 0,0 0 0,25 0 16,-25 0-16,0 0 0,0 0 0,0 0 0,0-24 0,0 24 15,25 0-15,-25 0 0,0-25 0,0 25 0,0 0 16,0-25-16,0 25 0,-25-25 0,25 25 0,0-25 15,0 25-15,0-24 0,0-1 0,0 25 0,-25-25 0,25 0 16,0 25-16,0-25 0,-24 1 0,24 24 0,0-25 16,-25 0-16,25 25 0,0-25 0,0 25 0,0 0 0,0-25 15,0 25-15,0 0 0,0 0 0,0-24 0,0 24 16,0 0-16,0 0 0,0 0 0,25 0 0,-25 0 15,0 0-15,0 0 0,24 0 0,-24-25 0,25 25 0,-25 0 16,0 0-16,25 0 0,-25 0 0,25 0 0,-25 25 16,0-25-16,25 0 0,-25 0 0,0 0 0,24 0 0,-24 0 15,0 0-15,25 0 0,-25 0 0,0 24 0,0-24 16,0 0-16,25 0 0,-25 0 0,0 0 0,0 0 15,0 0-15,0 0 0,0 0 0,0 0 0,0 0 0,0 0 16,25 0-16</inkml:trace>
  <inkml:trace contextRef="#ctx0" brushRef="#br0" timeOffset="89925.1434">15379 5854 0,'0'0'0,"0"0"0,0-25 0,0 25 0,0 0 16,0 0-16,25 0 0,-25 0 0,0 0 0,0 0 16,-25 0-16,25 0 0,0 0 0,0 25 0,0-25 0,0 0 15,0 25-15,0-25 0,0 25 0,0-25 0,0 24 16,0 1-16,0-25 0,0 25 0,0-25 0,0 25 15,0 0-15,0-25 0,0 24 0,-25-24 0,25 25 0,0-25 16,0 25-16,25-25 0,-25 25 0,0-25 0,0 25 0</inkml:trace>
  <inkml:trace contextRef="#ctx0" brushRef="#br0" timeOffset="90370.1688">15825 6176 0,'-24'0'0,"24"0"0,0 0 0,0 0 0,0 0 15,0 0-15,0 0 0,0 0 0,24 0 0,-24 0 0,0 0 16,0 0-16,0 25 0,0-25 0,0 0 0,0 25 0,25-25 16,-25 25-16,0-25 0,0 25 0,25-1 0,-25-24 15,0 25-15,0-25 0,25 25 0,-25 0 0,0-25 0,25 25 16,-25-25-16,0 0 0,0 24 0,24-24 0,-24 0 15,0 0-15,0 25 0,0-25 0,0 0 0,0 0 16,0 0-16,0 0 0,0 0 0,0 0 0,0 0 16,0 0-16,0 0 0,0 0 0,0 0 0,0-25 15,0 25-15,0 0 0,0 0 0,0-24 0,25 24 0,-25-25 16,0 25-16,0-25 0,0 25 0,0-25 0,25 0 0,-25 25 15,0-24-15,0-1 0,0 25 0,0-25 0,0 0 16,0 25-16,25-25 0,-25 25 0,0-24 0,0 24 0,0 0 16,0 0-16,0 0 0,0 0 0,0 0 0,0 0 15,0 0-15,0 0 0,25 0 0,-25 0 0,0 0 0,0 0 16,0 0-16,0 0 0,0 0 0,24 0 15,-24 0-15,0 0 0,0 24 0</inkml:trace>
  <inkml:trace contextRef="#ctx0" brushRef="#br0" timeOffset="90779.1922">16148 6276 0,'0'0'0,"0"0"0,0 0 0,0 0 0,0 0 16,25 0-16,-25 0 0,0 0 0,0 0 0,0 0 0,0 0 16,0 0-16,0 0 0,24 0 0,-24 0 0,0-25 15,0 25-15,25 0 0,-25 0 0,0 0 0,25 0 0,-25-25 16,0 25-16,25 0 0,-25 0 0,25-25 0,-25 25 15,24 0-15,-24-25 0,0 25 0,25 0 0,-25 0 16,0 0-16,0-24 0,0 24 0,0 0 0,0 0 0,0 0 16,0-25-16,0 25 0,0 0 0,0 0 0,0 0 15,0-25-15,-25 25 0,25 0 0,0 0 0,0 0 0,-24-25 16,24 25-16,0 0 0,-25 0 0,25 0 15,0 0-15,0 0 0,-25 0 0,25 0 0,0 0 0,-25 0 16,25 0-16,0 0 0,-25 0 0,25 0 0,0 0 0,-24 0 16,24 0-16,0 0 0,-25 25 0,25-25 0,0 0 15,0 0-15,-25 25 0,25-25 0,0 0 0,0 25 0,0-25 16,0 0-16,0 24 0,0-24 0,-25 25 0,25 0 15,0-25-15,0 25 0,0-25 0,0 25 0,25-1 16,-25-24-16,0 25 0,0-25 0,25 25 0,-25-25 0,0 25 16,0-25-16,25 0 0,-25 25 0,0-25 0,24 0 15,-24 0-15,0 24 0,25-24 0,-25 0 0,25 0 0,-25 0 16,0 0-16,25 0 0,-25 0 0,25 0 0,-1 0 15,-24 0-15,25 0 0,-25 0 0,25 0 0,0-24 0,-25 24 16,25 0-16,0 0 0,-1 0 0</inkml:trace>
  <inkml:trace contextRef="#ctx0" brushRef="#br0" timeOffset="91102.2107">16768 6201 0,'0'0'0,"0"-25"16,0 25-16,0 0 0,0-24 0,0 24 0,-25 0 15,25-25-15,0 25 0,-25 0 0,25 0 0,0-25 0,-24 25 16,24 0-16,-25 0 0,25 0 0,0-25 0,-25 25 15,25 0-15,0 0 0,-25 0 0,25 0 0,0 25 0,0-25 16,-25 0-16,25 0 0,0 0 0,0 0 0,-24 25 16,24-25-16,0 25 0,0-25 0,0 24 0,-25-24 15,25 25-15,0-25 0,0 25 0,25 0 0,-25 0 0,0-25 16,0 24-16,0 1 0,0-25 0,0 25 0,24 0 15,-24-25-15,0 25 0,25-25 0,-25 24 0,0-24 16,25 25-16,-25-25 0,25 0 0,-25 0 0,0 25 0,25-25 16,-25 0-16,24 0 0,-24 0 0,25 0 0,-25 0 15,25 0-15,-25-25 0,25 25 0,-25 0 0,25 0 0,-1-25 16,-24 25-16,25-24 0,-25 24 0,25-25 0,-25 25 15,25-25-15,-25 25 0,25-25 0,-25 25 0,24-25 0,-24 1 16,25-1-16,-25 0 0,0 25 0,0-25 0,0 0 16,25 1-16,-25-1 0</inkml:trace>
  <inkml:trace contextRef="#ctx0" brushRef="#br0" timeOffset="91315.2229">17041 5854 0,'0'0'15,"0"0"-15,0-25 0,0 25 0,0 0 0,0 0 0,0 0 16,0 0-16,0 0 0,0 0 0,0 0 0,0 0 16,0 0-16,0 0 0,0 25 0,0-25 0,0 25 0,25-25 15,-25 25-15,0-1 0,0 1 0,0-25 0,0 25 16,0 0-16,0 0 0,0-1 0,0 1 0,0-25 15,0 25-15,0 0 0,0 0 0,0-1 0,0-24 0,0 25 16,0 0-16,0 0 0,0-25 0,0 25 0,0-1 0,0-24 16,0 25-16,0-25 0,0 25 0,0-25 0,0 25 15,0-25-15,0 25 0,0-25 0,0 0 0,0 0 16,0 0-16,0 0 0,0 0 0,0 0 0,-25 0 0,25 0 15,0 0-15,0 0 0,0 0 0,-25-25 0,25 25 16</inkml:trace>
  <inkml:trace contextRef="#ctx0" brushRef="#br0" timeOffset="91707.2453">16991 6276 0,'0'-25'0,"0"25"15,0-25-15,0 25 0,0-25 0,0 25 0,0-25 16,0 25-16,0 0 0,0 0 0,0-24 0,0 24 15,0 0-15,25 0 0,-25 0 0,0-25 0,0 25 0,25 0 16,-25 0-16,0 0 0,25 0 0,-25 0 0,0 0 16,24 0-16,-24 0 0,0 0 0,25 0 0,-25 0 0,0 0 15,0 0-15,25 0 0,-25 0 0,0 0 0,0 0 16,0 25-16,25-25 0,-25 0 0,0 24 0,0-24 0,0 0 15,0 25-15,0-25 0,0 25 0,0-25 0,0 25 16,0-25-16,0 25 0,0-25 0,0 24 0,0-24 0,0 25 16,0-25-16,0 25 0,0-25 0,0 0 0,0 25 15,0-25-15,0 25 0,25-25 0,-25 0 0,0 24 0,0-24 16,24 0-16,-24 25 0,0-25 0,25 0 0,-25 0 15,25 0-15,-25 0 0,0 25 0,25-25 0,0-25 16,-25 25-16,24 0 0,-24 0 0,25 0 0,-25 0 0,25-25 16,-25 25-16,0 0 0,25 0 0,-25-24 0,0 24 15,0-25-15,25 25 0,-25-25 0,0 0 0,0 25 16,0-25-16,0 1 0,0 24 0,0-25 0,0 0 0,-25 0 15,25 25-15,0-25 0,0 25 0,0-24 0,0 24 16,0-25-16,0 25 0,0 0 0,-25 0 0,25-25 0,0 25 16,0 0-16,0 0 0,0 0 0,0 0 0,0 0 15,-25 0-15,25 0 0,0 0 0,0 0 0,0 0 0,0 0 16,0 0-16,-25 0 0,25 0 0,0-25 0,0 25 15,0 0-15,-24 0 0,24 0 0,0 0 0,0 0 16,-25-25-16</inkml:trace>
  <inkml:trace contextRef="#ctx0" brushRef="#br0" timeOffset="91898.2562">17363 5928 0,'0'0'0,"0"0"0,0 0 0,0 0 0,0 0 0,0 0 0,25 0 16,-25 0-16,0 0 0,0 0 0,25 25 0,-25-25 15,0 0-15,25 0 0,-25 0 0,0 0 0,24 0 0,-24 0 16,25 25-16,-25-25 0,0 0 0,25 0 0,-25 25 15,0-25-15,0 0 0,0 25 0,0-25 0,0 0 16,0 24-16,0-24 0,-25 25 0,25-25 0,-25 0 0,25 25 16,-24-25-16,-1 0 0,25 0 0,-25 25 0,0-25 15,0 0-15,1 0 0</inkml:trace>
  <inkml:trace contextRef="#ctx0" brushRef="#br0" timeOffset="92441.2873">18256 5779 0,'0'0'16,"0"0"-16,0-24 0,0 24 0,0 0 0,0 0 16,0 0-16,0 0 0,0 0 0,0 0 0,0 0 0,0 0 15,0 0-15,0 0 0,0 24 0,0-24 0,0 0 16,0 25-16,0-25 0,0 0 0,0 25 0,0 0 15,25-25-15,-25 25 0,0 0 0,0-1 0,0 1 0,0-25 16,0 25-16,0 0 0,0 0 0,0-1 0,0 1 0,25 0 16,-25 0-16,0-25 0,0 25 0,0-1 15,0 1-15,0 0 0,0 0 0,0 0 0,0-25 0,0 24 16,0 1-16,0-25 0,0 25 0,0-25 0,0 25 0,0-25 15,0 25-15,0-25 0,0 0 0,0 24 0,0-24 16,0 0-16,0 0 0,0 25 0,0-25 0,0-25 0,-25 25 16,25 0-16,0 0 0,0 0 0,-25-24 0,25 24 15,0 0-15</inkml:trace>
  <inkml:trace contextRef="#ctx0" brushRef="#br0" timeOffset="92619.2975">18207 6226 0,'0'0'0,"0"-25"15,0 25-15,0 0 0,0 0 0,0 0 0,0-25 0,0 25 16,0 0-16,24 0 0,-24 0 0,0-24 0,25 24 15,-25 0-15,0 0 0,25 0 0,0 0 0,-25 0 0,25 0 16,-1 0-16,-24 0 0,25 0 0,0 0 0,0 0 0,-25 24 16,25-24-16,-1 0 0,1 25 0,0-25 0,-25 25 15,25-25-15,0 25 0,0 0 0,-25-25 0,24 24 0,-24-24 16,25 25-16,-25-25 0,25 25 0</inkml:trace>
  <inkml:trace contextRef="#ctx0" brushRef="#br0" timeOffset="92879.3124">18653 6499 0,'0'0'15,"0"0"-15,-25 0 0,25 0 0,0 0 0,0 0 16,-24 0-16,24-25 0,0 25 0,0 0 0,0 0 0,0-25 15,0 25-15,0 0 0,0-25 0,0 25 0,0-24 16,0 24-16,0-25 0,24 25 0,-24-25 0,0 25 0,0-25 16,25 25-16,-25 0 0,0-25 0,25 25 0,-25 0 15,0-24-15,0 24 0,25 0 0,-25 0 0,0 0 0,0 0 16,25 0-16,-25 0 0,0 0 0,0 0 0,24 0 15,-24 24-15,0-24 0,0 0 0,0 0 0,25 25 16,-25-25-16,0 0 0,0 25 0,0-25 0,0 25 0,0-25 16,0 25-16,0-25 0,0 0 0,0 24 0,0-24 15,25 25-15,-25-25 0,0 0 0,0 25 0,0-25 0,0 0 16,0 25-16,0-25 0,0 0 0,0 0 0,0 25 15,25-25-15,-25 0 0,0 0 0,0 0 0,25 0 0,-25 0 16,24 0-16</inkml:trace>
  <inkml:trace contextRef="#ctx0" brushRef="#br0" timeOffset="93571.3519">19050 6325 0,'0'0'0,"-25"-25"16,25 25-16,0-24 0,-25 24 0,25 0 0,0-25 15,-24 25-15,24 0 0,0-25 0,-25 25 0,25 0 0,0 0 16,0 0-16,-25-25 0,25 25 0,0 0 0,0 25 15,0-25-15,0 0 0,0 0 0,0 25 0,0-25 0,0 0 16,0 25-16,0-25 0,0 24 0,0-24 0,0 25 16,0 0-16,0-25 0,0 25 0,25 0 0,-25-25 15,0 24 16,0-24-31,25 25 0,-25-25 0,0 25 0,0-25 0,24 25 0,-24-25 0,0 25 0,25-25 0,-25 0 0,0 24 0,0-24 0,25 0 0,-25 0 0,0 25 0,25-25 16,-25 0-16,0 0 0,0 0 0,0 0 0,25 0 16,-25 0-16,0-25 0,0 25 0,0 0 0,24 0 0,-24-24 15,0 24-15,0 0 0,0-25 0,0 25 0,0-25 78,0 25-78,0-25 0,0 25 0,0-25 0,0 25 0,0-24 0,0 24 0,0-25 0,0 25 0,0-25 0,0 25 0,0-25 0,0 25 0,0-25 16,0 25-16,0 0 0,0-24 0,0 24 0,0 0 0,25 0 0,-25-25 0,0 25 0,0 0 0,25 0 0,-25 0 0,0 0 0,0 0 0,25 25 0,-25-25 0,0 0 0,0 0 0,25 0 15,-25 24-15,0-24 0,24 0 0,-24 25 0,0-25 0,0 25 16,25-25-16,-25 0 0,0 25 0,0-25 0,25 0 16,-25 25-16,0-25 0,0 0 0,0 24 0,0-24 0,0 0 15,0 25-15,0-25 0,0 0 0,0 0 0,0 25 16,0-25-16,0 0 0,0 0 0,0 0 0,0 0 15,0 0-15,0 25 0,0-25 0,0 0 0,0 0 0,0 0 16,0 0-16,0 0 0,0-25 0,0 25 0,0 0 0,0 0 16,0 0-16,0-25 0,0 25 0,0 0 0,0-25 15,0 25-15,25 0 0,-25-24 0,0 24 0,0-25 16,0 25-16,25-25 0,-25 25 0,0-25 0,0 0 15,24 25-15,-24-24 0,0 24 0,25 0 0,-25-25 0,0 25 16,0 0-16,25-25 0,-25 25 0,0 0 0,0 0 16,0 0-16,25 25 0,-25-25 0,0 0 0,0 0 0,0 25 15,0-25-15,25 24 0,-25-24 0,0 0 0,0 25 16,0-25-16,0 25 0,0-25 0,0 25 0,24-25 15,-24 25-15,0-25 0,0 0 0,0 24 0,0-24 0,25 25 16,-25-25-16,0 0 0,25 25 0,-25-25 0,0 0 16,25 25-16,-25-25 0,0 0 0,25 0 0,-25 0 0,25 0 15,-25 0-15,24 25 0,-24-25 0,25 0 0,0-25 16,-25 25-16,25 0 0,-25 0 0,25 0 0,-25 0 0,24 0 15,-24-25-15,25 25 0,-25 0 0</inkml:trace>
  <inkml:trace contextRef="#ctx0" brushRef="#br0" timeOffset="94107.3826">19819 6276 0,'0'0'0,"0"-25"0,-25 25 16,25-25-16,0 25 0,0-25 0,0 25 0,0 0 0,0-25 15,-25 25-15,25 0 0,0 0 0,0 0 0,0 0 16,0 0-16,0 0 0,0 0 0,0 0 0,0 25 16,0-25-16,0 0 0,0 25 0,-24-25 0,24 25 15,0-25-15,0 25 0,0-25 0,0 24 0,0-24 0,0 25 16,0-25-16,0 25 0,0-25 0,0 0 0,0 25 0,24-25 15,-24 25-15,0-25 0,0 0 0,0 0 0,0 24 16,25-24-16,-25 0 0,0 0 0,0 0 0,0 0 16,25 0-16,-25 0 0,0 0 0,0 0 0,25 0 0,-25 0 15,0 0-15,25 0 0,-25-24 0,0 24 0,24 0 0,-24 0 16,0-25-16,0 25 0,0 0 0,25-25 0,-25 25 15,0-25-15,0 25 0,0 0 0,0-25 0,0 25 16,0 0-16,0-24 0,0 24 0,0 0 0,0 0 0,0 0 16,0 0-16,0 0 0,0 0 0,0 0 0,0 0 15,0 24-15,0-24 0,0 25 0,0-25 0,0 25 0,0 0 16,0-25-16,0 25 0,0-1 0,0 1 0,0 0 15,0 0-15,0 0 0,25-1 0,-25 1 0,0 0 16,0 0-16,0 0 0,25-1 0,-25-24 0,0 25 16,0 0-16,0 0 0,0 0 0,0-1 0,0 1 0,0 0 15,0-25-15,0 25 0,0 0 0,0 0 0,25-25 0,-25 24 16,0-24-16,0 25 0,0-25 0,-25 0 0,25 25 15,0-25-15,0 0 0,0 0 0,0 0 0,-25 0 16,25 0-16,0-25 0,-25 25 0,25 0 0,0-25 0,-25 25 16,25-24-16,0-1 0,-24 25 0,24-25 0,0 25 15,0-25-15,0 25 0,0 0 0,0 0 0,-25-25 0,25 25 16,25 0-16,-25 0 0,0 0 0,0 0 0,0 0 15,0 0-15,24 0 0,-24 0 0,0 0 0,25 0 0,-25-25 16,25 25-16,0 0 0,-25 0 0,25 0 0,-1 0 16,-24 0-16,25 0 0,0 0 0,0 0 0,0-24 15,-1 24-15,1 0 0,0 0 0,-25 0 0,25-25 0,0 25 16,-1 0-16,1-25 0,0 25 0,-25 0 0,25-25 15</inkml:trace>
  <inkml:trace contextRef="#ctx0" brushRef="#br0" timeOffset="95007.4341">20340 5978 0,'0'0'15,"0"0"-15,0 0 0,0 0 0,-25 0 0,25 0 16,0 0-16,0 0 0,0 25 0,0-25 0,0 0 0,-25 0 15,25 0-15,0 0 0,0 0 0,0 25 0,0-25 16,0 0-16,0 24 0,0-24 0,-25 25 0,25-25 16,0 25-16,0 0 0,0-25 0,0 25 0,0-1 0,25-24 15,-25 25-15,0 0 0,0-25 0,0 25 0,0 0 0,25-25 16,-25 24-16,0-24 0,0 25 0,25-25 0,-25 25 15,0-25-15,25 25 0,-25-25 0,24 0 0,-24 25 16,25-25-16,-25 0 0,25 24 0,-25-24 0,25 0 0,-25 0 16,25 0-16,-25 0 0,24 0 0,1 0 0,-25 0 15,25 0-15,-25 0 0,25 0 0,0-24 0,-25 24 16,24 0-16,-24 0 0,0-25 0,25 25 0,-25 0 0,25-25 15,-25 25-15,0-25 0,25 25 0,-25 0 0,0-25 16,0 25-16,0-24 0,25 24 0,-25-25 0,0 25 16,0-25-16,0 25 0,0-25 0,0 25 0,0-25 0,0 25 15,0 0-15,0-24 0,0 24 0,0 0 0,0-25 0,0 25 16,0 0-16,0 0 0,0-25 0,0 25 0,0 0 15,0 0-15,0 0 0,0 0 0,0 0 0,0 0 16,0 0-16,0 0 0,0 0 0,0 0 0,-25 0 0,25 0 16,0 0-16,0 0 0,0 25 0,0-25 0,0 0 15,0 0-15,-25 25 0,25-25 0,0 0 0,0 24 0,0-24 16,0 25-16,0 0 0,0-25 0,0 25 0,0-25 15,0 25-15,0-25 0,0 24 0,0 1 0,0-25 0,0 25 16,0-25-16,25 25 0,-25-25 0,0 25 0,0-25 16,25 24-16,-25-24 0,0 0 0,0 25 0,25-25 15,-25 0-15,0 0 0,0 0 0,24 0 0,-24 0 0,0 0 16,0 0-16,25 0 0,-25 0 0,0 0 0,0-25 15,0 25-15,25 0 0,-25 0 0,0-24 0,0 24 16,0-25-16,25 25 0,-25 0 0,0-25 0,0 25 0,0-25 16,0 25-16,0-25 0,0 1 0,0 24 0,-25-25 15,25 25-15,0-25 0,0 25 0,0-25 0,0 25 0,-25-25 16,25 25-16,0 0 0,0 0 0,0 0 0,0-24 15,0 24-15,-25 0 0,25 0 0,0 0 0,0 0 0,0 0 16,0 0-16,-24 0 0,24 0 0,0 0 16,0 0-16,0 0 0,0 0 0,0 0 0,-25-25 0</inkml:trace>
  <inkml:trace contextRef="#ctx0" brushRef="#br0" timeOffset="95221.4463">20935 5928 0,'0'0'0,"25"0"15,-25 0-15,0 0 0,0 0 0,0 0 0,25 0 16,-25 0-16,0 0 0,0 0 0,25 0 0,-25 25 0,0-25 16,24 0-16,-24 0 0,0 0 0,0 25 0,25-25 15,-25 0-15,0 0 0,0 25 0,0-25 0,0 0 0,-25 25 16,25-25-16,0 0 0,-24 24 0,24-24 0,0 25 15,-25-25-15,25 0 0,-25 25 0,25-25 0,-25 25 16,0-25-16,1 0 0,24 25 0</inkml:trace>
  <inkml:trace contextRef="#ctx0" brushRef="#br0" timeOffset="95834.4814">21779 6276 0,'0'0'0,"0"0"0,0-25 0,0 25 0,0-25 0,0 25 16,0 0-16,0-25 0,0 25 0,0-25 0,0 25 15,0 0-15,0-24 0,-25 24 0,25 0 0,0 0 16,0-25-16,0 25 0,-25 0 0,25 0 0,0 0 0,0 0 15,0 0-15,0 0 0,-25 0 0,25 0 0,0 0 16,0 0-16,0 0 0,0 0 0,0 0 0,-25 25 16,25-25-16,0 0 0,0 24 0,0-24 0,0 0 0,0 25 15,0 0-15,0-25 0,0 25 0,25-25 0,-25 25 0,0-1 16,0-24-16,25 25 0,-25 0 0,0-25 0,25 25 15,-25 0-15,0-25 0,25 24 0,-25-24 0,24 25 16,-24-25-16,25 25 0,-25-25 0,0 25 0,0-25 0,25 0 16,-25 25-16,0-25 0,0 0 0,0 0 0,0 24 15,0-24-15,0 0 0,0 0 0,0 0 0,0 0 0,0 0 16,0 0-16,-25 25 0,25-25 0,0 0 0,0 0 15,-25 0-15,25-25 0,0 25 0,-24 0 0,24 0 16,0 0-16,-25 0 0,25 0 0,0 0 0,0 0 16,-25 0-16,25 0 0,0 0 0,0 0 0,0 0 0,0 0 15,0 0-15,0 0 0,0-24 0,0 24 0,0 0 16,25 0-16,-25 0 0,0 0 0,0-25 0,0 25 0,25 0 15,-25 0-15,24-25 0,-24 25 0,25 0 0</inkml:trace>
  <inkml:trace contextRef="#ctx0" brushRef="#br0" timeOffset="96231.5041">22126 6300 0,'0'0'0,"0"0"0,0-24 0,0 24 0,0 0 16,0-25-16,-25 25 0,25 0 0,0-25 0,0 25 15,-25 0-15,25-25 0,0 25 0,-25 0 0,25 0 0,0 0 16,0-25-16,0 25 0,0 0 0,-24 0 0,24 0 15,0 0-15,0 0 0,0 0 0,-25 25 0,25-25 16,0 0-16,0 0 0,0 25 0,0-25 0,0 25 0,-25 0 16,25-25-16,25 24 0,-25-24 0,0 25 0,0 0 15,0 0-15,0-25 0,0 25 0,0-25 0,0 24 0,0 1 16,25-25-16,-25 25 0,0-25 0,0 25 0,0-25 15,0 0-15,24 25 0,-24-25 0,0 0 0,0 0 0,0 0 16,25 0-16,-25 0 0,0 0 0,0 0 0,25 0 16,-25 0-16,0 0 0,0 0 0,25-25 0,-25 25 15,0-25-15,0 25 0,25 0 0,-25-25 0,0 25 0,0-25 16,0 25-16,0-24 0,0 24 0,0-25 0,24 25 15,-48-25-15,24 25 0,0-25 0,0 25 0,0-25 0,0 25 16,0-24-16,0 24 0,0 0 0,0-25 0,-25 25 16,25 0-16,0 0 0,0 0 0,0 0 0,0-25 0,0 25 15,0 0-15,0 0 0,0 0 0,0 0 0,-25 0 16,25 0-16,0 0 0,0 0 0,0 0 0,0 0 15,0-25-15,0 25 0,0 0 0,0 0 0,-25-25 0,25 25 16,0 0-16</inkml:trace>
  <inkml:trace contextRef="#ctx0" brushRef="#br0" timeOffset="96491.519">22101 5779 0,'0'0'0,"0"0"0,0 0 0,0 0 15,25 0-15,-25-24 0,0 24 0,0 0 0,0 0 0,0 0 16,0 0-16,25 0 0,-25 0 0,0 24 0,0-24 16,24 0-16,-24 0 0,25 0 0,-25 0 0,0 0 0,25 0 15,-25 0-15,25 25 0,-25-25 0,0 0 0,0 0 16,25 25-16,-25-25 0,0 0 0,0 25 0,0-25 0,0 0 15,0 25-15,0-25 0,0 25 0,-25-25 0,25 0 16,0 0-16,0 24 0,-25-24 0,25 0 0,-25 0 16,25 0-16,0 0 0,-25 0 0,25 0 0,0 0 0</inkml:trace>
  <inkml:trace contextRef="#ctx0" brushRef="#br0" timeOffset="96711.5315">22324 5581 0,'0'0'0,"25"0"0,-25 0 0,0 0 0,25 0 0,-25 0 0,0 0 0,25 0 0,-25 0 0,0 0 0,24 0 0,-24 0 0,0 0 0,0 0 0,25 25 0,-25-25 0,0 0 0,0 0 0,0 25 0,0-25 0,0 0 0,0 24 16,-25-24-16,25 0 0,0 25 0,-24-25 0,24 25 15,-25-25-15,25 0 0,-25 25 0,25-25 0,-25 25 16,0-25-16,25 0 0,-24 24 0,-1-24 0,0 0 16</inkml:trace>
  <inkml:trace contextRef="#ctx0" brushRef="#br0" timeOffset="97769.5921">23217 6226 0,'-25'0'0,"25"0"0,0 0 15,0 0-15,-24-25 0,24 25 0,0 0 0,0 0 0,-25 0 16,25 0-16,0 0 0,-25-25 0,25 25 0,0 0 15,0 0-15,-25 0 0,25 0 0,0 0 0,0-24 0,0 24 16,-25 0-16,25 0 0,0 0 0,0 24 0,0-24 16,-24 0-16,24 0 0,0 25 0,0-25 0,0 0 0,-25 25 15,25-25-15,0 25 0,0-25 0,0 25 0,0-25 16,0 24-16,0-24 0,0 25 0,0 0 0,0-25 0,25 25 15,-25-25-15,0 25 0,0-25 0,24 24 0,-24-24 16,0 0-16,0 25 0,25-25 0,-25 25 0,25-25 16,-25 0-16,25 0 0,-25 25 0,25-25 0,-25 0 0,24 0 15,-24 0-15,25 0 0,-25 0 0,25 0 0,0 0 16,-25 0-16,25 0 0,-25 0 0,24 0 0,-24-25 15,25 25-15,-25 0 0,25 0 0,-25-25 0,0 25 0,25-25 16,-25 25 109,25-198-110,-25 173-15,0 25 0,0-25 0,0 25 0,0-24 0,-25 24 0,25 0 0,0 0 0,0 0 0,0 0 0,0 0 0,0 0 0,0 0 0,0 0 0,0 0 0,0 0 0,0 0 0,0 0 0,0 0 0,0 0 0,0 24 0,0-24 0,0 0 0,0 25 0,-25-25 0,25 25 0,0-25 0,0 25 16,0-25-16,0 25 0,0-25 0,0 24 0,0 1 0,0-25 0,0 25 0,25-25 0,-25 25 0,0-25 0,0 25 0,0-25 0,0 24 0,0-24 16,0 0-16,25 25 0,-25-25 0,0 0 0,0 25 0,0-25 15,24 0-15,-24 0 0,0 25 0,25-25 0,-25 0 16,0 0-16,0 0 0,25 0 0,-25 0 0,25 0 0,-25 0 15,0-25-15,25 25 0,-25 0 0,0 0 0,24 0 16,-24-25-16,0 25 0,25 0 0,-25-25 0,0 25 16,25 0-16,-25-24 0,0 24 0,0-25 0,0 25 0,0-25 15,0 25-15,0-25 0,0 0 0,0 25 0,0-24 16,0 24-16,0-25 0,0 0 0,0 25 0,0-25 0,0 25 15,0-25-15,0 25 0,-25 0 0,25 0 0,0-24 16,0 24-16,0 0 0,0 0 0,0 0 0,0 0 0,0 24 16,0-24-16,0 0 0,0 0 0,0 25 0,0-25 15,0 25-15,0-25 0,0 25 0,0-25 0,0 25 16,0-25-16,0 24 0,0-24 0,25 25 0,-25-25 0,0 25 15,0-25-15,0 25 0,0-25 0,0 25 0,0-25 16,0 24-16,0-24 0,0 0 0,0 25 0,0-25 16,25 0-16,-25 25 0,0-25 0,0 0 0,25 0 0,-25 0 15,0 25-15,24-25 0,-24 0 0,25 0 0,-25 0 16,25 0-16,-25 0 0,25 0 0,-25-25 0</inkml:trace>
  <inkml:trace contextRef="#ctx0" brushRef="#br0" timeOffset="98193.6163">23937 6325 0,'0'0'0,"0"-25"0,0 25 0,0 0 0,0-24 0,0 24 15,0-25-15,0 25 0,0-25 0,-25 25 0,25 0 0,0-25 16,0 25-16,0 0 0,0 0 0,0 0 0,0 0 16,0 0-16,0 0 0,0 0 0,0 0 0,0 0 15,-25 0-15,25 0 0,0 0 0,0 25 0,0-25 16,0 0-16,0 25 0,0-25 0,-25 0 0,25 25 0,0-25 15,0 24-15,0-24 0,0 25 0,0-25 0,0 25 16,0-25-16,0 25 0,0-25 0,0 25 0,0-25 0,0 0 16,0 24-16,0-24 0,0 0 0,0 25 0,0-25 15,0 0-15,25 0 0,-25 25 0,0-25 0,0 0 16,0 0-16,25 0 0,-25 0 0,0 0 0,0 0 0,25 0 15,-25 0-15,0 0 0,24 0 0,-24 0 0,0-25 0,25 25 16,-25 0-16,0 0 0,25-25 0,-25 25 0,0 0 16,0-24-16,0 24 0,25 0 0,-25-25 0,0 25 15,0-25-15,0 25 0,0-25 0,0 25 0,0 0 0,0-25 16,0 25-16,0 0 0,0 0 0,0 0 0,0 0 15,0 0-15,0 0 0,0 0 0,0 0 0,0 0 0,0 25 16,0-25-16,0 25 0,0-25 0,0 0 0,0 25 16,0-25-16,25 25 0,-25-25 0,0 0 0,0 24 15,0-24-15,0 0 0,0 25 0,0-25 0,0 0 0,0 0 16,0 25-16,0-25 0,0 0 0,0 0 0,0 0 15,0 0-15,0 0 0,0 0 0,0 0 0,0 0 0,0 0 16,0-25-16,0 25 0,0 0 0,0 0 0,0-25 16</inkml:trace>
  <inkml:trace contextRef="#ctx0" brushRef="#br0" timeOffset="98448.6309">24085 5730 0,'0'-25'0,"0"25"15,0 0-15,0 0 0,25 0 0,-25-25 0,0 25 0,0 0 16,25 0-16,-25 0 0,0 0 0,25 0 0,-25 0 16,0 0-16,25 0 0,-25 0 0,24 0 0,-24 25 0,25-25 15,-25 0-15,25 0 0,-25 25 0,0-25 0,25 0 16,-25 25-16,0-25 0,0 0 0,0 24 0,0-24 15,0 25-15,0-25 0,0 25 0,-25-25 0,25 25 0,0-25 16,-25 0-16,25 25 0,0-25 0,-25 25 0,25-25 16,-24 0-16,24 24 0,-25-24 0,25 0 0,-25 25 0,0-25 15,25 0-15</inkml:trace>
  <inkml:trace contextRef="#ctx0" brushRef="#br0" timeOffset="98972.6609">24780 6052 0,'0'0'0,"0"0"0,0 0 0,0 0 16,0 0-16,0 0 0,0 0 0,0 0 0,0 0 16,0 0-16,0 25 0,0-25 0,0 0 0,0 0 0,0 25 15,0-25-15,0 25 0,0-25 0,0 25 0,0-1 16,0-24-16,0 25 0,0 0 0,0 0 0,0-25 0,0 25 15,0-1-15,0-24 0,0 25 0,0 0 0,0 0 16,0-25-16,0 25 0,0-25 0,0 24 0,0 1 16,25-25-16,-25 0 0,0 25 0,0-25 0,0 25 0,0-25 15,0 0-15,0 25 0,0-25 0,0 0 0,0 24 16,0-24-16,0 0 0,0 0 0,0 25 0,0-25 0,0 0 15,0 0-15,0 0 0,0 0 0,0-25 0,0 25 16,0 0-16,0 0 0,0 0 0,0-24 0,0 24 0</inkml:trace>
  <inkml:trace contextRef="#ctx0" brushRef="#br0" timeOffset="99313.6804">25152 6226 0,'0'0'0,"0"0"0,0 0 0,0-25 0,-25 25 0,25 0 16,0 0-16,0-25 0,0 25 0,-25 0 0,25-24 16,0 24-16,0 0 0,0 0 0,-24 0 0,24 0 0,0 0 15,0-25-15,-25 25 0,25 0 0,0 0 0,-25 0 16,25 25-16,0-25 0,-25 0 0,25 0 0,0 0 0,0 24 15,-25-24-15,25 0 0,0 25 0,0-25 0,-24 25 16,24-25-16,0 25 0,0-25 0,0 25 0,0-25 0,-25 24 16,25-24-16,0 25 0,0 0 0,0-25 0,0 25 15,0-25-15,0 25 0,0-25 0,0 24 0,0-24 16,0 0-16,0 25 0,0-25 0,25 25 0,-25-25 0,0 0 15,24 0-15,-24 0 0,25 25 0,-25-25 0,25 0 16,-25 0-16,25 0 0,0 0 0,-25 0 0,24 0 0,1 0 16,0 0-16,-25 0 0,25 0 0,0 0 0,-1 0 15,-24 0-15,25 0 0,0 0 0,-25 0 0</inkml:trace>
  <inkml:trace contextRef="#ctx0" brushRef="#br0" timeOffset="99842.7106">25698 6102 0,'-25'0'0,"25"-25"0,0 25 0,0 0 0,-25-25 0,25 25 15,0 0-15,-25 0 0,25-24 0,0 24 0,-25 0 0,25 0 16,0 0-16,-24 0 0,24-25 0,0 25 0,-25 0 16,25 0-16,0 0 0,0 0 0,-25 0 0,25 0 15,0 0-15,0 0 0,0 0 0,-25 25 0,25-25 0,0 0 16,0 24-16,-25-24 0,25 0 0,0 25 0,0-25 15,0 25-15,-24-25 0,24 25 0,0 0 0,0-25 0,0 24 16,0 1-16,0 0 0,0-25 0,0 25 0,0 0 16,0-25-16,0 24 0,0 1 0,0-25 0,24 25 0,-24 0 15,0-25-15,25 25 0,-25-25 0,0 24 0,25-24 16,-25 0-16,0 25 0,25-25 0,-25 0 0,0 0 15,0 0-15,25 25 0,-25-25 0,0 0 0,24 0 0,-24 0 16,0 0-16,0 0 0,25 0 0,-25 0 0,0-25 16,0 25-16,0 0 0,0 0 0,25 0 0,-25-25 15,0 25-15,0 0 0,0-24 0,0 24 0,0 0 0,0 0 16,0-25-16,0 25 0,0 0 0,0-25 0,0 25 15,0 0-15,0 0 0,0-25 0,0 25 0,25 0 16,-25 0-16,0 0 0,0 0 31,0 0-31,0 0 0,0 0 0,0 0 0,0 25 0,0-25 0,0 0 0,0 25 0,0-25 0,0 0 0,0 25 0,0-25 0,0 0 0,0 24 16,0-24-16,0 25 0,0-25 0,0 0 0,0 25 15,0-25-15,0 0 0,0 25 0,25-25 0,-50 0 0,25 0 16,0 0-16,0 25 0,0-25 0,0 0 16,0 0-16,0 0 0,0 0 0,0 0 0,0 0 0</inkml:trace>
  <inkml:trace contextRef="#ctx0" brushRef="#br0" timeOffset="100022.7209">25549 6325 0,'0'0'0,"0"0"15,0 0-15,0 0 0,0 0 0,0 0 0,0 0 16,25 0-16,-25 0 0,0 0 0,0 0 0,24 0 15,-24 0-15,25 0 0,-25 0 0,25 0 0,-25 0 0,25 0 16,0 0-16,-25 0 0,24 0 0,1 0 0,-25 0 16,25 0-16,0 0 0,-25 0 0,25 0 0,-1 0 0,-24 0 15,25 0-15,-25 0 0,0 0 0,25 0 0,-25 0 16,25 0-16</inkml:trace>
  <inkml:trace contextRef="#ctx0" brushRef="#br0" timeOffset="100402.7427">25971 6052 0,'0'0'0,"0"0"0,0 0 0,0 0 16,0 0-16,0 0 0,0 0 0,0 0 0,0 0 16,0 0-16,0 0 0,24 0 0,-24 0 0,0 0 0,0 25 15,0-25-15,0 25 0,25-25 0,-25 25 0,0-25 16,0 25-16,25-25 0,-25 24 0,0 1 0,0-25 0,0 25 15,0 0-15,0-25 0,25 25 0,-25-1 0,0-24 16,0 25-16,0-25 0,0 25 0,0 0 0,0-25 16,0 25-16,0-25 0,0 24 0,0-24 0,0 0 0,25 25 15,-25-25-15,0 0 0,0 0 0,0 0 0,0 25 16,0-25-16,24 0 0,-24 0 0,0 0 0,0 0 0,0 0 15,0 0-15,0-25 0,25 25 0,-25 0 0,0 0 16,0-25-16,0 25 0,0 0 0,25-24 0,-25 24 0,0-25 16,0 25-16,0-25 0,0 0 0,0 25 0,25-25 15,-25 1-15,0-1 0,0 25 0,0-25 0,0 0 16,0 25-16,0-25 0,0 25 0,0-24 0,25 24 0,-25-25 15,0 25-15,0 0 0,0 0 0,0 0 0,0 0 16,0 0-16,0 0 0,0 0 0,0 0 0,0 0 16,0 0-16,0 0 0,0 0 0,0 0 0,0 0 0,0 0 15,24 0-15,-24 0 0,0 0 0</inkml:trace>
  <inkml:trace contextRef="#ctx0" brushRef="#br0" timeOffset="100673.7582">26367 6127 0,'0'0'0,"0"0"15,0 0-15,0 0 0,0-25 0,0 25 0,0 0 16,0 0-16,0 0 0,0 0 0,0 0 0,0 0 0,0 0 16,0 0-16,25 0 0,-25 0 0,0 0 0,0 25 15,0-25-15,0 0 0,0 25 0,0-25 0,0 24 16,0 1-16,0-25 0,0 25 0,0 0 0,0-25 0,0 25 15,0-1-15,0-24 0,0 25 0,0 0 0,0-25 16,0 25-16,25 0 0,-25-25 0,0 24 0,0-24 0,0 0 16,0 25-16,0-25 0,0 0 0,0 25 0,0-25 15,0 0-15,0 0 0,0 0 0,0 0 0,0 0 16,0 0-16,0 0 0,0 0 0,-25 0 0,25 0 0,0 0 15,0 0-15,0-25 0,0 25 0,-25 0 0,25-25 0</inkml:trace>
  <inkml:trace contextRef="#ctx0" brushRef="#br0" timeOffset="100845.768">26268 6052 0,'0'0'0,"25"0"0,-25 0 0,0 0 0,0 0 16,0 0-16,0-24 0,0 24 0,25 0 0,-25 24 16,0-24-16,25 0 0,-1 0 0,-24 0 0,25 0 15,-25 0-15,25 0 0,0 0 0,-25 0 0,25 0 0,-1 25 16,1-25-16,-25 0 0,25 0 0,0 0 0,0 0 15,-25 25-15,24-25 0,1 0 0,-25 0 0,25 0 0,0 25 16,-25-25-16,25 0 0,-25 0 0,24 25 0,-24-25 16</inkml:trace>
  <inkml:trace contextRef="#ctx0" brushRef="#br0" timeOffset="101319.7951">27707 6524 0,'0'0'0,"-25"-25"16,25 25-16,0 0 0,0-25 0,-25 25 0,25 0 0,0-25 15,-25 25-15,25-25 0,0 25 0,0 0 16,-24-24-16,24 24 0,0-25 0,-25 25 0,25-25 0,0 25 15,0 0-15,-25-25 0,25 25 0,0 0 0,0-25 0,0 25 16,-25 0-16,25 0 0,0 0 0,0 0 0,0 0 16,-25 0-16,25 0 0,0 0 0,0 0 0,-24 0 0,24 0 15,0 25-15,-25-25 0,25 0 0,0 25 0,-25-25 16,25 25-16,0-25 0,0 0 0,0 25 0,-25-25 15,25 24-15,0-24 0,0 0 0,0 25 0,0-25 0,0 25 16,0-25-16,25 0 0,-25 25 0,0-25 0,0 0 16,0 25-16,25-25 0,-25 0 0,0 0 0,25 0 0,-25 0 15,0 24-15,24-24 0,-24 0 0,25 0 0,-25 0 16,0 0-16,25 0 0,-25 0 0,25 0 0,-25-24 15,25 24-15,-25 0 0,24 0 0,-24-25 0,25 25 0,-25 0 16,25-25-16,-25 25 0,0-25 0,25 25 0,-25-25 16,0 1-16,25 24 0</inkml:trace>
  <inkml:trace contextRef="#ctx0" brushRef="#br0" timeOffset="101584.8103">27732 5928 0,'0'0'16,"0"0"-16,0-24 0,0 24 0,-25 0 0,25 0 0,0 0 16,0 0-16,0 0 0,0 0 0,0 0 0,0 0 15,0 0-15,0 0 0,0 0 0,0 0 0,0 0 16,0 24-16,0-24 0,0 0 0,0 25 0,0-25 15,0 0-15,0 25 0,0-25 0,0 25 0,0 0 0,0-25 16,0 24-16,0 1 0,25 0 0,-25 0 0,0-25 16,0 25-16,0-1 0,0 1 0,0 0 0,0 0 0,0 0 15,0-1-15,0 1 0,0-25 0,0 25 0,0 0 16,0-25-16,0 25 0,0-1 0,0-24 0,0 25 0,0-25 15,0 25-15,0-25 0,0 25 0,0-25 0,0 0 16,0 0-16,0 25 0,0-25 0,0 0 0,0 0 16,0 0-16,0 0 0,0 0 0,0 0 0,0 0 0,0 0 15,0-25-15,0 25 0,0 0 0,24 0 0,-24 0 16,0-25-16,0 25 0</inkml:trace>
  <inkml:trace contextRef="#ctx0" brushRef="#br0" timeOffset="101959.8317">27831 6325 0,'0'0'15,"25"-25"-15,-25 25 0,0 0 0,0 0 0,0 0 16,0-24-16,0 24 0,0 0 0,0 0 0,0 0 15,0 0-15,0 0 0,0 0 0,0 0 0,0 0 0,0 0 16,0 0-16,0 0 0,0 0 0,0 0 0,0 0 16,0 0-16,0 0 0,0 0 0,0 24 0,0-24 0,0 0 15,0 25-15,0-25 0,0 25 0,0-25 0,0 25 16,0-25-16,24 25 0,-24-25 0,0 24 0,0-24 15,0 25-15,0-25 0,0 25 0,0-25 0,0 25 0,25-25 16,-25 0-16,0 0 0,0 25 0,25-25 0,-25 0 0,0 0 16,0 24-16,25-24 0,-25 0 0,0 0 0,25 0 15,-25 0-15,0 0 0,24-24 0,-24 24 0,0 0 0,0 0 16,25-25-16,-25 25 0,0 0 0,0-25 0,0 25 15,0-25-15,0 25 0,0-25 0,0 25 0,0-24 16,0 24-16,0-25 0,0 25 0,-25-25 0,25 0 16,0 25-16,0-25 0,0 25 0,-24-24 0,24 24 0,0-25 15,0 25-15,-25 0 0,25-25 0,-25 25 0,25 0 16,0 0-16,-25 0 0,25 0 0,0 0 0,-25 0 0,25 0 15,0 0-15,-24 0 0,24 0 0,0 0 0,0 0 16,0 0-16,-25 0 0,25 0 0,0 0 0,0 25 0,0-25 16,25 0-16,-25 0 0,0 0 0,0 0 0,24 0 15,-24 0-15,0 0 0</inkml:trace>
  <inkml:trace contextRef="#ctx0" brushRef="#br0" timeOffset="102178.8443">28327 5978 0,'0'0'0,"-25"0"0,25 0 0,0 0 16,0 0-16,0 0 0,0 0 0,0 0 0,-25 0 15,25 0-15,0 0 0,0 0 0,-24 0 0,24 0 16,0 0-16,0 25 0,-25-25 0,25 0 0,0 0 0,-25 25 15,25-25-15,0 0 0,-25 0 0,25 24 0,-25-24 16,25 0-16,-24 0 0,24 0 0,-25 25 0,0-25 0,0 0 16,25 0-16,-25 0 0</inkml:trace>
  <inkml:trace contextRef="#ctx0" brushRef="#br0" timeOffset="102328.8528">27632 6028 0,'0'0'0,"0"0"0,-24 0 0,24 0 0,0 0 0,0 0 16,0 0-16,0 0 0,0 0 0,0 0 0,0 0 15,24 0-15,-24 0 0,0 0 0,25 0 0,-25 0 16,25 0-16,0 0 0,-25 0 0,25 24 0,-1-24 0,1 0 15,-25 0-15,25 0 0,0 0 0,0 0 0,-1 0 16,1 0-16,0 0 0,-25 25 0,25-25 0,0 0 0,-25 0 16</inkml:trace>
  <inkml:trace contextRef="#ctx0" brushRef="#br0" timeOffset="105641.0423">3274 7665 0,'0'0'0,"0"0"0,0 0 0,0 0 0,0 0 0,0-25 15,-25 25-15,25 0 0,0 0 0,0 0 0,0 0 16,0 0-16,0 0 0,0 0 0,0 0 0,0 0 0,-24 0 15,24 0-15,0 0 0,0-25 0,0 25 0,0 0 16,0 0-16,0 0 0,0 0 0,0 0 0,0 0 0,0 0 16,-25 0-16,25 0 0,0 0 0,0 0 0,0 0 15,0 0-15,-25 0 0,25 0 0,0 0 0,0 0 16,-25 0-16,25 0 0,0 0 0,0 0 0,-25 0 0,25 0 15,0 0-15,-24 0 0,24 0 0,-25 0 0,25 0 16,0 0-16,-25 0 0,25 0 0,0 0 0,0 0 0,-25 25 16,25-25-16,0 0 0,0 0 0,-25 0 0,25 0 15,0 0-15,0 0 0,0 0 0,-24 0 0,24 25 0,0-25 16,0 0-16,0 0 0,0 0 0,0 24 0,0-24 0,-25 0 15,25 25-15,0-25 0,0 25 0,0-25 0,0 25 16,0-25-16,0 25 0,0-1 0,0-24 0,0 25 16,0-25-16,25 25 0,-25-25 0,0 25 0,0-25 0,0 0 15,0 25-15,24-25 0,-24 0 0,0 0 0,0 24 0,0-24 16,25 0-16,-25 0 0,0 0 0,25 0 0,-25 0 15,0 0-15,25 0 0,-25 0 0,0 0 0,25 0 16,-25 0-16,24-24 0,-24 24 0,25 0 0,-25 0 0,0 0 16,25-25-16,-25 25 0,25 0 0,-25 0 0,0 0 15,25-25-15,-25 25 0,0 0 0,24 0 0,-24 0 0,0 0 16,25 0-16,-25 0 0</inkml:trace>
  <inkml:trace contextRef="#ctx0" brushRef="#br0" timeOffset="106040.0651">3497 7491 0,'0'0'0,"0"0"0,0 0 0,0 0 0,0 0 16,0 0-16,0 0 0,0 0 0,0 0 0,0 0 15,0 0-15,0 0 0,0 0 0,0 0 0,0 0 0,0 0 16,0 0-16,0 0 0,25 0 0,-25 25 0,0-25 15,0 0-15,0 25 0,25-25 0,-25 0 0,0 24 0,0-24 16,25 25-16,-25-25 0,0 25 0,0-25 0,25 25 16,-25-25-16,0 25 0,0-1 0,0-24 0,24 25 0,-24 0 15,0-25-15,0 25 0,0 0 0,0-1 0,0-24 16,0 25-16,-24 0 0,24 0 0,0-25 0,0 25 15,-25-1-15,25-24 0,0 25 0,-25-25 0,25 25 0,-25-25 16,25 25-16,0-25 0,-25 25 0,25-25 0,0 0 16,-24 25-16,24-25 0,0 0 0,0 0 0,0 0 15,0 0-15,0 0 0,-25 0 0,25 0 0,0 0 0,0-25 16,25 25-16,-25 0 0,0-25 0,0 25 0,0 0 0</inkml:trace>
  <inkml:trace contextRef="#ctx0" brushRef="#br0" timeOffset="108727.2188">4862 7615 0,'0'0'0,"0"0"0,0 0 0,-25 0 0,25 0 0,0 0 0,0 0 0,0 0 0,0 0 0,-25 0 0,25 0 0,0 0 0,0 0 0,0 0 0,0 0 16,0 0-16,0 0 0,-25 0 0,25 0 0,0 0 0,0 0 0,0 0 0,0 0 0,0 0 0,0 0 0,0 0 0,0 0 0,-25 25 0,25-25 0,0 0 0,0 0 0,0 0 0,0 0 0,0 0 0,0 0 0,-24 25 0,24-25 0,0 0 0,0 0 0,0 24 15,0-24-15,0 0 0,-25 0 0,25 25 0,0-25 1124</inkml:trace>
  <inkml:trace contextRef="#ctx0" brushRef="#br0" timeOffset="112847.4545">4663 7417 0,'0'0'0,"0"0"0,0 0 0,0 0 15,0 0-15,0 0 0,0 0 0,0 0 0,0 0 0,0 0 16,0 0-16,0 0 0,0 0 0,-25 0 0,25 0 15,0 0-15,0 0 0,0-25 0,0 25 0,0 0 16,0 0-16,0 0 0,0 0 0,0 0 0,0 0 0,0 0 16,0 0-16,0 0 0,0 0 0,0 0 0,-24 0 15,24 0-15,0 0 0,0 0 0,0-25 0,0 25 16,0 0-16,-25 0 0,25 0 0,0 0 0,0 0 0,0 0 15,0 0-15,-25 0 0,25 0 0,0 0 0,0 0 16,0 0-16,-25 0 0,25 0 0,0 0 0,0 0 0,0 0 16,-25 0-16,25 25 0,0-25 0,0 0 0,0 0 15,-24 0-15,24 25 0,0-25 390</inkml:trace>
  <inkml:trace contextRef="#ctx0" brushRef="#br0" timeOffset="114353.5406">4762 7541 0,'0'0'0,"0"0"0,0-25 0,0 25 15,0 0-15,0 0 0,0 0 0,0 0 0,0 0 0,0 0 16,0 0-16,0 0 0,0 0 0,0 0 0,0 0 16,0 0-16,0 0 0,0-25 0,-24 25 0,24 0 15,0 0-15,0 0 0,0 0 0,0 0 0,0 0 0,0 0 16,0 0-16,0 0 0,0 0 0,0 0 0,0-25 15,0 25-15,0 0 0,0 0 0,0 0 0,0 0 16,0 0-16,0 0 0,0 0 0,-25 0 0,25 0 0,0 0 16,0 0-16,0 0 0,0 0 0,0 0 0,0 0 15,0 0-15,0 0 0,-25 0 0,25 0 0,0 0 0,0 0 16,0 0-16,0 0 0,0 0 0,-25 0 0,25 0 15,0 0-15,0 0 0,0 0 0,-25-25 0,25 25 0,0 0 16,0 0-16,0 0 0,-24 0 0,24 0 0,0 0 16,0 0-16,0 0 0,0 0 0,-25 25 0,25-25 15,0 0-15,0 0 0,0 0 0,0 0 0,-25 0 0,25 0 16,0 0-16,0 0 0,0 25 0,-25-25 0,25 0 15,0 0-15,0 0 0,0 0 0,-25 25 0,25-25 16,0 0-16,-24 0 0,24 25 0,0-25 0,0 0 0,-25 24 16,25-24-16,0 0 0,0 25 0,-25-25 0,25 25 15,0-25-15,0 25 0,0-25 0,0 25 0,0-1 0,0-24 16,0 25-16,0 0 0,0-25 0,0 25 0,0 0 15,0-25-15,0 24 0,0 1 0,0 0 0,0-25 0,25 25 16,-25 0-16,0-25 0,0 24 0,0 1 0,25-25 16,-25 25-16,0-25 0,24 25 0,-24-25 0,0 25 15,25-25-15,-25 0 0,25 25 0,-25-25 0,25 0 0,-25 0 16,25 24-16,-25-24 0,24 0 0,-24 0 0,25 0 15,-25 0-15,25 0 0,-25 0 0,25 0 0,-25 0 16,25-24-16,-25 24 0,24 0 0,-24 0 0,0-25 0,25 25 16,-25 0-16,25-25 0,-25 25 0,25 0 0,-25-25 15,0 25-15,25-25 0,-25 25 0,0 0 0,0-25 0,25 25 16,-25 0-16,0-24 0,0 24 0,24 0 0,-24 0 15,0-25-15,0 25 0,0 0 0,25-25 0,-25 25 0,0 0 16,0-25-16,25 25 0,-25 0 0,0-25 0,0 25 16,25 0-16,-25 0 0,0 0 0,25-24 0</inkml:trace>
  <inkml:trace contextRef="#ctx0" brushRef="#br0" timeOffset="116392.6572">4887 7739 0,'0'0'0,"0"0"15,0 0-15,0 0 0,0 0 0,0 0 0,0 0 0,0 0 16,0 0-16,0 0 0,0 0 0,0 0 0,0 0 16,0 0-16,0 0 0,0 0 0,0 0 0,0 0 15,0 0-15,0 0 0,0 0 0,0 0 0,0 0 0,0 0 16,0 0-16,0-25 0,0 25 0,0 0 0,0 0 15,0 0-15,24 0 0,-24-25 0,0 25 0,0 0 0,0-24 16,25 24-16,-25 0 0,0-25 0,0 25 0,25-25 16,-25 25-16,25 0 0,-25-25 0,0 25 0,25-25 0,-25 25 15,0-24-15,24 24 0,-24-25 0,0 25 0,0 0 16,0-25-16,25 25 0,-25 0 0,0-25 0,0 25 15,0-25-15,0 25 0,0 0 0,0 0 0,0-24 0,0 24 16,-25 0-16,25-25 0,0 25 0,0 0 0,0-25 16,-24 25-16,24 0 0,0 0 0,0 0 0,-25-25 0,25 25 15,0 0-15,0 0 0,-25 0 0,25 0 0,0 0 16,-25-25-16,0 397 203,25-372-203,0 25 0,0 0 0,0-25 0,0 25 0,0 0 0,0-25 0,0 24 0,0-24 0,0 25 0,0-25 0,0 25 0,0-25 0,0 25 0,0-25 0,0 0 0,0 25 0,0-25 0,0 0 0,0 24 0,0-24 0,0 0 15,0 0-15,0 0 0,0 0 0,0 0 0,0 0 0,0 0 0,0 0 0,0 0 0,0 0 0,0 0 0,0 0 0,25 0 0,-25 0 0,0 0 0,0 0 0,0 0 0,0-24 16,0 24-16,0 0 0,25-25 0,-25 25 0,0 0 15,0-25-15,25 25 0,-25-25 0,0 25 0,0-25 0,25 25 16,-25-24-16,0-1 0,24 25 0,-24-25 0,0 25 16,0 0-16,0-25 0,25 25 0,-25 0 0,0-25 0,0 25 15,0 0-15,0 0 0,0 0 0,0 0 0,0 0 16,0 0-16,0 0 0,0 0 0,0 0 0,0 0 0,0 0 15,0 0-15,0 0 0,0 0 0,0 0 0,25 0 16,-25 0-16,0 0 0,0 25 0,0-25 0,0 0 16,0 25-16,0-25 0,0 0 0,0 25 0,0-25 0,0 25 15,0-25-15,0 24 0,0-24 0,0 25 0,0-25 0,0 25 16,0-25-16,0 25 0,0-25 0,25 25 0,-25-25 15,0 0-15,0 24 0,0-24 0,0 0 0,0 0 16,0 0-16,0 25 0,0-25 0,0 0 0,0 0 0,0 0 16,0 0-16,0 0 0,0 0 0,25 0 0,-25 0 15,0-25-15,0 25 0,0 0 0,0 0 0,0 0 0,0 0 16,24 0-16,-24-24 0,0 24 0,0 0 0,0 0 15,0 0-15,25-25 0,-25 25 0,0 0 0,0-25 16,0 25-16,25 0 0,-25-25 0,0 25 0,0 0 16,25-25-16,-25 25 0,0 0 0,0-24 0,0 24 0,25 0 15,-25-25-15,0 25 0,0 0 0,0 0 0,0-25 0,0 25 16,0 0-16,0 0 0,0-25 0,0 25 0,0 0 15,0 0-15,0-25 0,0 25 0,0 0 0,0 0 16,0 0-16,0-24 0,0 24 0,0 0 0,0 0 0,0 0 16,0 0-16,0 0 0,0 0 0,0 0 0,0 0 15,0 0-15,0 0 0,0 0 0,0 0 0,0 0 0,0 0 16,0 24-16,0-24 0,0 0 0,0 0 0,0 0 15,0 25-15,0-25 0,0 0 0,0 25 0,0-25 16,0 0-16,0 25 0,0-25 0,0 25 0,0-25 0,0 24 16,0-24-16,0 25 0,24-25 0,-24 25 0,0-25 15,0 0-15,0 25 0,0-25 0,0 25 0,0-25 0,0 0 16,25 0-16,-25 24 0,0-24 0,0 0 0,0 0 15,0 25-15,0-25 0,0 0 0,0 0 0,0 0 16,25 0-16,-25 0 0,0 0 0,0 0 0,0 0 0,0 0 16,0 0-16,0 0 0,0 0 0,25 0 0,-25 0 15,0 0-15,0 0 0,0 0 0,25 0 0,-25 0 0,0 0 16,0 0-16,24-25 0,-24 25 0,0 0 0,0 0 15,0-24-15,0 24 0,25 0 0,-25-25 0,0 25 0,0 0 16,0-25-16,0 25 0,0 0 0,0-25 0,25 25 16,-25-25-16,0 25 0,0 0 0,0-24 0,0 24 15,0 0-15,0-25 0,-25 25 0,25 0 0,0-25 0,0 25 16,0 0-16,0 0 0,0 0 0,0-25 0,0 25 15,0 0-15,0 0 0,0 0 0,0 0 0,0 0 16,0 0-16,0 0 0,0 0 0,0 0 0,0 0 0,0 0 16,0 0-16,0 0 0,0 0 0,0 0 0,0 0 15,0 0-15,0 0 0,0 0 0,0 25 0,0-25 0,0 0 16,0 0-16,0 0 0,0 25 0,0-25 0,0 25 15,0-25-15,0 24 0,0-24 0,0 0 0,0 25 0,25-25 16,-25 25-16,0-25 0,0 25 0,0-25 0,0 25 16,0-25-16,0 0 0,0 0 0,0 24 0,0-24 15,25 0-15,-25 0 0,0 0 0,0 25 0,0-25 0,0 0 16,0 0-16,0 0 0,25 0 0,-25 0 0,0 0 15,0 0-15,0 0 0,0 0 0,24 0 0,-24 0 0,0 0 16,0 0-16,0 0 0,25 0 0,-25 0 0,0-25 16,0 25-16,25 0 0,-25 0 0,0 0 0,25-24 0,-25 24 15,0 0-15,0 0 0,25-25 0,-25 25 0,0 0 16,0-25-16,0 25 0,24 0 0,-24-25 0,0 25 15,0 0-15,0-25 0,0 25 0,0-24 0,0 24 0,0 0 16,0-25-16,0 25 0,0-25 0,0 25 0,-24-25 16,24 25-16,0 0 0,0-25 0,0 25 0,0 0 15,0-24-15,0 24 0,0 0 0,0 0 0,0 0 0,0 0 16,0 0-16,0 0 0,0 0 0,0 0 0,0 0 15,0 0-15,0 0 0,0 0 0,0 0 0,0 0 0,0 24 16,0-24-16,0 0 0,24 0 0,-24 25 0,0-25 16,0 25-16,0-25 0,0 0 0,0 25 0,0-25 0,0 25 15,0-25-15,0 24 0,0-24 0,0 25 0,0-25 16,0 0-16,0 25 0,0-25 0,0 25 0,0-25 15,0 0-15,0 0 0,0 25 0,0-25 0,0 0 0,0 0 16,0 0-16,0 24 0,0-24 0,0 0 0,0 0 16,0 0-16,0 0 0,0 0 0,0 0 0,25 0 15,-25 0-15,0-24 0,0 24 0,0 0 0,0 0 0,0 0 16,0-25-16,0 25 0,0 0 0,0-25 0,0 25 15,0-25-15,0 25 0,0-25 0,25 25 0,-25-24 16,0 24-16,0 0 0,0-25 0,25 25 0,-25 0 0,0-25 16,0 25-16,0 0 0,25 0 0,-25 0 0,0 0 0,0 0 15,0 0-15,0 0 0,24 0 0,-24 25 0,0-25 16,0 0-16,0 0 0,0 25 0,0-25 0,25 0 15,-25 0-15,0 24 0,0-24 0,0 0 0,0 25 0,0-25 16,0 25-16,0-25 0,0 0 0,0 25 0,0-25 16,0 25-16,0-25 0,0 0 0,0 24 0,0-24 0,0 0 15,25 0-15,-25 25 0,0-25 0,0 0 0,0 0 16,0 0-16,0 25 0,0-25 0,0 0 0,25 0 0,-25 0 15,0 0-15,25 0 0,-25 0 0,0-25 0,25 25 16,-25 0-16,24 0 0,-24-25 0,25 25 0,-25 0 16,25-24-16,-25 24 0,0 0 0,25-25 0,-25 25 0,25-25 15,-25 25-15,0 0 0,24-25 0</inkml:trace>
  <inkml:trace contextRef="#ctx0" brushRef="#br0" timeOffset="116884.6854">6102 7789 0,'0'0'0,"0"-25"0,0 25 0,25 0 0,-25-25 0,0 25 16,0 0-16,0-25 0,0 25 0,0 0 0,0 0 16,0-25-16,-25 25 0,25 0 0,0 0 0,0 0 0,0-24 15,0 24-15,0 0 0,0 0 0,0 0 0,0 0 16,0 24-16,0-24 0,0 0 0,-25 0 0,25 0 0,0 25 15,0-25-15,0 25 0,0-25 0,0 0 0,0 25 0,-25-25 16,25 25-16,0-25 0,0 24 0,0-24 16,0 25-16,0-25 0,0 25 0,0-25 0,25 0 0,-25 25 15,0-25-15,0 0 0,0 25 0,0-25 0,0 0 0,0 0 16,25 0-16,-25 0 0,0 0 0,0 0 0,0 0 15,25 0-15,-25 0 0,0 0 0,0 0 0,25 0 16,-25 0-16,0-25 0,24 25 0,-24-25 0,0 25 16,0-25-16,25 25 0,-25-25 0,0 25 0,0-24 0,25 24 15,-25-25-15,0 25 0,0-25 0,0 25 0,0 0 16,0-25-16,0 25 0,0 0 0,0 0 0,0 0 0,0 0 15,0 0-15,0 0 0,0 0 0,0 0 0,0 0 16,0 0-16,0 25 0,0-25 0,0 25 0,0-25 16,0 25-16,25-25 0,-25 24 0,0 1 0,0-25 0,0 25 15,0 0-15,0 0 0,0-1 0,0-24 0,0 25 0,0 0 16,0 0-16,0 0 0,25 0 0,-25-25 0,0 24 15,0 1-15,0 0 0,0-25 0,0 25 0,0 0 16,0-25-16,0 24 0,0 1 0,0-25 0,0 25 0,0-25 16,0 25-16,0-25 0,-25 0 0,25 25 0,0-25 15,0 0-15,-25 0 0,25 0 0,0 24 0,0-24 16,-25 0-16,25 0 0,-25 0 0,25 0 0,0 0 0,-24-24 15,24 24-15,0 0 0,0 0 0,-25 0 0,25 0 16,0-25-16,0 25 0,-25 0 0,25 0 0,0-25 16,0 25-16,0 0 0,0-25 0,0 25 0,0 0 0,0-25 15,-25 25-15,25-24 0,0-1 0,0 25 0,0-25 0,0 25 16,-25-25-16,25 0 0,0 25 0,0-24 0,-24-1 15</inkml:trace>
  <inkml:trace contextRef="#ctx0" brushRef="#br0" timeOffset="117183.7025">5482 7565 0,'0'0'16,"0"0"-16,0 0 0,0-24 0,0 24 0,0 0 0,0 0 15,0-25-15,0 25 0,0 0 0,0 0 0,0 0 16,0 0-16,0-25 0,0 25 0,0 0 0,0 0 0,0 0 16,0 0-16,0 0 0,25 0 0,-25 0 0,0 0 15,0 0-15,0 0 0,24 0 0,-24 0 0,0 25 16,0-25-16,0 0 0,0 0 0,25 0 0,-25 25 0,0-25 15,0 0-15,0 24 0,0-24 0,0 0 0,0 25 0,0-25 16,0 0-16,0 25 0,0-25 0,0 0 0,-25 0 16,25 25-16,0-25 0,0 0 0,0 0 0,0 0 15,-24 0-15,24 0 0,0 0 0,0 0 0,0 0 0,0 0 16,0 0-16</inkml:trace>
  <inkml:trace contextRef="#ctx0" brushRef="#br0" timeOffset="117367.713">5581 7193 0,'25'0'15,"-25"0"-15,0-24 0,25 24 0,-25 0 0,0 0 0,0 0 0,0 0 16,0 0-16,0 0 0,24 0 0,-24 0 0,0 0 16,0 0-16,0 0 0,0 24 0,0-24 0,0 0 15,0 25-15,0-25 0,0 25 0,-24-25 0,24 25 0,0 0 16,0-25-16,-25 24 0,25 1 0,0-25 0,0 25 15,-25 0-15,25-25 0,0 25 0,0-1 0,0-24 0,0 25 16</inkml:trace>
  <inkml:trace contextRef="#ctx0" brushRef="#br0" timeOffset="118345.769">7020 7541 0,'0'0'0,"0"0"16,25 0-16,-25 0 0,0 0 0,0 0 0,0 0 0,0-25 15,0 25-15,0 0 0,0 25 0,0-25 0,0 0 0,0 0 16,0 0-16,24 0 0,-24 0 0,0 24 0,0-24 16,0 25-16,0-25 0,25 25 0,-25-25 0,0 25 15,0-25-15,0 25 0,0-25 0,0 24 0,25-24 0,-25 25 16,0 0-16,0-25 0,0 25 0,0-25 0,0 25 16,0-25-16,0 0 0,0 24 0,0-24 0,0 25 15,0-25-15,0 0 0,0 25 0,0-25 0,0 0 0,0 0 16,0 0-16,0 0 0,0 25 0,0-25 0,0 0 15,0 0-15,0 0 0,0 0 0,0-25 0,0 25 16,0 0-16,0 0 0,-25 0 0,25 0 0,0-25 0,0 25 16,0 0-16,0-25 0,0 25 0,0 0 0,0-24 0,0-1 15,0 25-15,0-25 0,0 25 0,0-25 16,25 25-16,-25-25 0,0 25 0,0-24 0,0 24 0,25-25 15,-25 25-15,0 0 0,0-25 0,25 25 0,-25 0 16,0 0-16,0 0 0,24 0 0,-24 0 0,0 0 0,0 0 16,0 0-16,25 0 0,-25 0 0,0 25 0,0-25 15,0 0-15,0 25 0,25-25 0,-25 0 0,0 24 0,0-24 16,0 25-16,0-25 0,0 25 0,0-25 0,0 25 15,0-25-15,0 25 0,0-25 0,0 24 0,0-24 16,0 25-16,0-25 0,0 0 0,0 25 0,0-25 0,0 25 16,0-25-16,0 0 0,0 0 0,0 0 0,0 25 0,0-25 15,0 0-15,0 0 0,0 0 0,0 0 0,0 0 16,0 0-16,0 0 0,0 0 0,0 0 0,0-25 15,25 25-15,-25 0 0,0 0 0,0-25 0,0 25 0,0-25 16,0 25-16,0-25 0,25 25 0,-25-24 0,0-1 16,0 25-16,24 0 0,-24-25 0,0 25 0,0-25 15,25 25-15,-25 0 0,0-25 0,0 25 0,25 0 0,-25 0 16,0-24-16,0 24 0,25 0 0,-25 0 0,0 0 0,0 0 15,0 0-15,0 0 0,0 0 0,25 0 0,-25 24 16,0-24-16,0 0 0,0 0 0,0 0 0,0 25 16,0-25-16,24 25 0,-24-25 0,0 0 0,0 25 0,0-25 15,0 25-15,0-25 0,0 24 0,0-24 0,0 25 16,0-25-16,0 0 0,0 25 0,0-25 0,0 25 15,0-25-15,0 25 0,0-25 0,0 0 0,0 24 16,0-24-16,0 0 0,25 0 0,-25 25 0,0-25 0,0 0 16,0 0-16,0 0 0,25 0 0,-25 0 0,0 0 0,0 0 15,25 0-15,-25 0 0,0 0 0,25-25 0,-25 25 16,0 0-16,24-24 0,-24 24 0,25 0 0,-25-25 0,0 25 15,25-25-15,-25 25 0,0-25 0</inkml:trace>
  <inkml:trace contextRef="#ctx0" brushRef="#br0" timeOffset="119013.8072">7714 7689 0,'-25'-24'0,"25"24"0,0 0 0,0 0 0,0 0 15,0 0-15,0 0 0,0 0 0,0 0 0,0 0 16,0 0-16,0 0 0,0 0 0,0 0 0,0 0 16,0 0-16,-24 0 0,24 0 0,0 0 0,0 0 0,0 24 15,0-24-15,0 0 0,0 0 0,0 25 0,0-25 16,0 25-16,0-25 0,0 25 0,0-25 0,0 25 0,0-25 15,0 24-15,0-24 0,0 25 0,0-25 0,0 25 16,0-25-16,24 25 0,-24-25 0,0 25 0,0-25 16,0 0-16,0 24 0,0-24 0,0 0 0,0 0 0,25 0 15,-25 0-15,0 0 0,0 25 0,0-25 0,0 0 16,25 0-16,-25 0 0,0-25 0,0 25 0,0 0 15,25 0-15,-25 0 0,0 0 0,0-24 0,25 24 0,-25 0 16,0-25-16,0 25 0,24-25 0,-24 25 0,0-25 0,0 25 16,0-25-16,0 25 0,0-24 0,0-1 0,0 25 15,0-25-15,0 25 0,0 0 0,0-25 0,0 25 16,0 0-16,0-25 0,0 25 0,0 0 0,0-24 0,0 24 15,0 0-15,0 0 0,0 0 0,0 0 0,25 0 16,-25 0-16,0 0 0,0 0 0,0 0 0,0 0 16,0 0-16,0 0 0,0 0 0,0 0 0,25 0 0,-25 0 15,0 0-15,0 24 0,0-24 0,0 0 0,25 0 16,-25 25-16,0-25 0,0 25 0,0-25 0,0 0 0,0 25 15,0-25-15,0 25 0,0-25 0,0 24 0,0-24 16,0 25-16,0-25 0,0 0 0,0 25 0,0-25 0,0 25 16,0-25-16,0 0 0,0 0 0,0 0 0,25 25 15,-25-25-15,0 0 0,0 0 0,0 0 0,0 0 16,0 0-16,0 0 0,0-25 0,0 25 0,24 0 0,-24 0 15,0 0 63,0-25-78,25 25 0,-25-25 0,0 25 0,25-25 0,-25 25 0,25-24 0,-25 24 0,0-25 0,25 25 0,-25-25 0,0 25 0,0-25 0,25 25 0,-25 0 0,0-25 0,0 25 0,0 0 0,0 0 0,0 0 16,0 0-16,24 0 0,-24 0 0,0 0 0,0 25 0,0-25 31,0 0 16,0 0-47,0 25 0,0-25 0,0 25 0,0-25 0,0 0 0,0 25 0,0-25 0,0 24 0,0-24 0,0 25 0,0-25 0,0 25 0,0-25 0,0 0 0,25 25 0,-25-25 0,0 0 0,0 25 0,0-25 0,25 0 0,-25 0 0,0 24 0,25-24 0,-25 0 0,0 0 0,25 0 0,-25 0 0,24 0 0,-24 0 0,25 0 0,-25 0 0,25-24 0,-25 24 0,25 0 0,-25-25 16,0 25-16,25 0 0,-25-25 0,24 25 0,-24-25 0,0 25 15,0-25-15,0 25 0,25-24 0</inkml:trace>
  <inkml:trace contextRef="#ctx0" brushRef="#br0" timeOffset="119567.8389">8260 7565 0,'0'0'15,"-25"0"-15,25 0 0,0 0 0,0 0 0,0 0 16,0-24-16,0 24 0,0 0 0,0 0 0,0 0 0,0 0 15,0 0-15,0 0 0,25 0 0,-25 0 0,0-25 16,0 25-16,25 0 0,-25 0 0,25-25 0,-25 25 0,0 0 16,24 0-16,-24-25 0,25 25 0,-25 0 0,25-25 15,-25 25-15,0-24 0,25 24 0,-25 0 0,0-25 0,0 25 16,25 0-16,-25-25 0,0 25 0,0 0 0,0-25 15,0 25-15,0 0 0,0 0 0,0 0 0,0-25 16,-25 25-16,25 0 0,0 0 0,0 0 0,0 0 0,-25 0 16,25 0-16,0 0 0,-25-24 0,25 24 0,0 0 0,0 0 15,-25 0-15,25 0 0,0 0 0,0 0 16,0 0-16,0 0 0,0 0 0,0 0 0,-24 0 0,24 0 15,0 0-15,0 0 0,0 0 0,0 0 0,0 24 16,0-24-16,0 0 0,0 25 0,0-25 0,0 0 0,0 25 16,0-25-16,0 25 0,0-25 0,0 25 0,24-1 15,-24-24-15,0 25 0,0-25 0,0 25 0,0 0 0,0-25 16,0 25-16,0-25 0,0 24 0,0 1 0,0-25 15,0 25-15,0-25 0,0 25 0,0-25 0,0 25 16,0-25-16,0 24 0,0-24 0,0 25 0,0-25 0,0 0 16,0 25-16,0-25 0,0 0 0,0 0 0,0 0 0,0 0 15,0 0-15,0 25 0,0-25 0,0 0 0,0-25 16,25 25-16,-25 0 0,0 0 0,0 0 0,25 0 15,-25-25-15,0 25 0,0 0 0,0 0 0,0-25 16,0 25-16,25 0 0,-25 0 0,0 0 0,0-24 0,0 24 16,0 0-16,0 0 0,0 0 0,0 0 0,0 24 15,25-24-15,-25 0 0,0 0 0,0 0 0,0 25 0,0-25 16,0 0-16,0 25 0,0-25 0,0 0 0,0 25 15,0-25-15,0 25 0,0-25 0,0 0 0,0 24 0,0-24 16,0 0-16,0 0 0,0 25 0,0-25 0,0 0 16,0 0-16,0 0 0,-25 0 0,25 0 0,0 0 0,0 0 15,-25 0-15,25 0 0,0 0 0,-25-25 0,25 25 16</inkml:trace>
  <inkml:trace contextRef="#ctx0" brushRef="#br0" timeOffset="119747.8491">7838 7268 0,'-25'0'0,"25"0"16,0 0-16,0 0 0,0 0 0,0 0 0,0 0 16,0-25-16,0 25 0,0 0 0,0 0 0,0 0 0,0 0 15,0 0-15,0 0 0,0 0 0,0 0 0,0 0 16,25 0-16,-25 0 0,0 0 0,0 0 0,0 0 0,0 0 15,0 0-15,25-25 0,-25 25 0</inkml:trace>
  <inkml:trace contextRef="#ctx0" brushRef="#br0" timeOffset="121052.9238">9178 7565 0,'25'0'0,"-25"0"16,0 0-16,0 0 0,0 25 0,0-25 0,0 0 0,0 0 15,0 0-15,0 0 0,0 0 0,24 0 0,-24 0 16,0 0-16,0 25 0,0-25 0,0 0 0,0 25 0,0-25 15,0 0-15,0 25 0,0-25 0,0 24 0,0 1 16,0-25-16,0 25 0,0-25 0,0 25 0,0-25 16,0 25-16,0-25 0,0 24 0,0-24 0,0 25 0,0-25 15,0 0-15,0 25 0,-24-25 0,24 0 0,0 25 16,0-25-16,0 0 0,0 0 0,0 0 0,0 0 0,0 0 15,0 0-15,0 0 0,0 0 0,0 0 0,0 0 16,0 0-16,0 0 0,0-25 0,0 25 0,0 0 0,0 0 16,24-25-16,-24 25 0,0-25 0,0 25 0,0-24 15,0 24-15,0-25 0,25 0 0,-25 25 0,0-25 16,0 25-16,0-25 0,25 25 0,-25-24 0,0 24 0,0 0 15,25-25-15,-25 25 0,0 0 0,0 0 0,25-25 16,-25 25-16,0 0 0,0 0 0,0 0 0,24 0 0,-24 0 16,0 0-16,0 0 0,0 0 0,0 0 0,0 0 15,25 25-15,-25-25 0,0 0 0,0 25 0,0-25 16,0 0-16,0 24 0,0-24 0,0 25 0,0-25 0,0 25 15,0-25-15,0 25 0,0-25 0,0 25 0,0-25 16,0 24-16,0-24 0,0 0 0,25 25 0,-25-25 0,0 0 16,0 0-16,0 25 0,0-25 0,0 0 0,0 0 15,0 0-15,0 0 0,0 0 0,0 0 0,0 0 0,0 0 16,0 0-16,25 0 0,-25 0 0,0-25 0,0 25 15,0 0-15,25 0 0,-25-25 0,0 25 0,0-24 16,24 24-16,-24-25 0,0 25 0,0 0 0,25-25 0,-25 25 16,0-25-16,0 25 0,0-25 0,0 25 0,25-24 15,-25 24-15,0 0 0,0-25 0,0 25 0,25 0 16,-25 0-16,0-25 0,0 25 0,0 0 0,0 0 0,25 0 15,-25 0-15,0 0 0,0 0 0,0 0 0,0 0 16,0 0-16,0 0 0,0 25 0,0-25 0,0 0 0,0 0 16,0 0-16,0 25 0,0-25 0,0 0 0,0 24 15,0-24-15,0 25 0,0-25 0,0 25 0,0-25 0,0 25 16,0-25-16,0 25 0,0-25 0,0 24 0,0-24 15,0 0-15,0 25 0,0-25 0,0 25 0,24-25 16,-24 0-16,0 25 0,0-25 0,0 0 0,0 0 0,0 25 16,0-25-16,0 0 0,0 0 0,0 0 0,25 0 0,-25 0 15,0 0-15,0 0 0,0 0 0,0 0 0,0 0 16,25 0-16,-25 0 0,0-25 0,0 25 0,25 0 15,-25 0-15,0 0 0,25-25 0,-25 25 0,0 0 0,0 0 16,24-25-16,-24 25 0,0 0 0,0-25 0,25 25 16,-25 0-16,0 0 0,0-24 0,0 24 0,0 0 15,0 0-15,0-25 0,0 25 0,0 0 0,0 0 0,0 0 16,0 0-16,0 0 0,0 0 0,0 0 0,0-25 15,0 25-15,0 0 0,0 0 0,0 0 0,0 0 16,0 0-16,0 0 0,0 25 0,0-25 0,0 0 0,0 0 16,0 0-16,0 25 0,0-25 0,0 0 0,0 24 15,0-24-15,0 0 0,0 25 0,0-25 0,0 0 0,0 25 16,0-25-16,0 25 0,0-25 0,0 0 0,0 25 15,0-25-15,0 24 0,25-24 0,-25 0 0,0 0 0,0 25 16,0-25-16,0 0 0,0 0 0,25 25 0,-25-25 16,0 0-16,0 0 0,0 0 0,25 0 0,-25 0 0,0 0 15,0 0-15,24 0 0,-24-25 0,0 25 0,0 0 16,25 0-16,-25-25 0,0 25 0,25-24 0,-25 24 15,0-25-15,0 25 0,0-25 0,0 25 0,25-25 16,-25 0-16,-25 25 0,25-24 0,0-1 0,0 25 0,0-25 16,0 0-16,-25 25 0,25-25 0,0 25 0,-25-24 15,25 24-15,0 0 0,0-25 0,0 25 0,-24 0 16,24 0-16,0 0 0,0 0 0,0 0 0,-25 0 0,25 0 15,0 0-15,0 0 0,0 25 0,0-25 0,0 0 0,-25 0 16,25 0-16,0 0 0,0 0 0,0 24 0,0-24 16,0 0-16,0 0 0,0 0 0,0 0 0,25 0 15,-25 0-15,0 0 0,0 0 0,0 0 0,0 0 0,0 0 16,25 0-16</inkml:trace>
  <inkml:trace contextRef="#ctx0" brushRef="#br0" timeOffset="121541.9518">10145 7392 0,'-25'0'0,"25"0"16,0 0-16,0 0 0,0 0 0,0 0 0,0 0 0,0 0 15,0 0-15,0 0 0,0 0 0,0 25 0,0-25 16,0 0-16,0 0 0,0 24 0,0-24 0,0 25 16,0-25-16,0 25 0,25 0 0,-25-25 0,0 25 0,0-1 15,0-24-15,0 25 0,0 0 0,0-25 0,0 25 16,0 0-16,0-1 0,0-24 0,0 25 0,0 0 0,0-25 15,0 25-15,0 0 0,0-25 0,0 24 0,0 1 16,0-25-16,0 25 0,0-25 0,0 25 0,0-25 16,0 0-16,0 25 0,0-25 0,0 0 0,0 24 0,0-24 15,0 0-15,0 0 0,0 0 0,0 0 0,0 0 16,0 0-16,0 0 0,0 0 0,0 0 47,-25 0-47,25 0 0,0 0 0,0-24 0,0 24 0,0 0 0,0-25 0,0 25 0,-24 0 0,24-25 0,0 25 0,0 0 0,0-25 0,0 25 0,0 0 0,0-25 0,0 25 0,0 0 15,0 0-15,0 0 0,0 0 0,0-24 0,24 24 16,-24 0-16,0 0 0,0 0 0,0 0 0,25-25 0,-25 25 15,0 0-15,25 0 0,-25 0 0,0 0 0,25 0 16,-25-25-16,0 25 0,25 0 0,-25 0 0,0 0 0,0 0 16,24-25-16,-24 25 0,0 0 0,0 0 0,25 0 15,-25 0-15,0 0 0,0-25 0,0 25 0,0 0 16,0 0-16,0 0 0,0 0 0,-25-24 0,25 24 0,0 0 15,0 0-15,-24 0 0,24-25 0</inkml:trace>
  <inkml:trace contextRef="#ctx0" brushRef="#br0" timeOffset="121743.9633">9699 7466 0,'0'0'0,"-25"0"0,25-25 0,0 25 0,0 0 0,0 0 16,0-24-16,0 24 0,0 0 0,25 0 0,-25-25 15,0 25-15,0 0 0,24 0 0,-24-25 0,25 25 16,-25 0-16,25 0 0,-25-25 0,25 25 0,0 0 0,-25 0 15,24 0-15,-24 0 0,25 0 0,-25 0 0,0 0 16,25 25-16,-25-25 0,0 0 0,25 25 0,-25-25 0,0 25 16,0-1-16,25-24 0,-25 25 0,0 0 0,0 0 15,0-25-15,0 25 0,0-1 0</inkml:trace>
  <inkml:trace contextRef="#ctx0" brushRef="#br0" timeOffset="121901.9724">9922 8210 0,'0'25'0,"0"-25"0,0 25 0,0-25 16,-25 0-16,25 0 0,0 0 0,0 0 0,0 0 0,0 0 15,0 0-15,0 0 0,0 0 0,0 0 0,0 0 16,0 0-16,25 0 0,-25 0 0,0 0 0,0 0 16,0 0-16,0-25 0,0 25 0,0 0 0,0 0 0,0-25 15,0 25-15,0 0 0,0-24 0</inkml:trace>
  <inkml:trace contextRef="#ctx0" brushRef="#br0" timeOffset="123111.0415">10790 7813 0,'0'0'0,"0"0"16,0 25-16,0-25 0,0 0 0,0 0 0,0 0 0,25 0 15,-25 0-15,0 0 0,0 0 0,25 0 0,-25-25 16,0 25-16,24 0 0,-24 0 0,0 0 0,25-24 0,-25 24 15,0 0-15,25-25 0,-25 25 0,25-25 0,-25 25 16,25-25-16,-25 25 0,24-25 0,-24 1 0,25 24 0,-25-25 16,25 25-16,-25-25 0,25 0 0,-25 25 15,0-25-15,25 1 0,-25 24 0,24-25 0,-24 25 0,0-25 16,0 0-16,0 25 0,25-25 0,-25 25 0,0-24 0,0 24 15,0-25-15,0 25 0,0-25 0,0 25 0,-25-25 16,25 25-16,0 0 0,0-25 0,0 25 0,0-24 16,0 24-16,-24 0 0,24 0 0,0 0 0,0-25 15,0 25-15,-25 0 0,25 0 0,0 0 0,0 0 0,-25 0 16,25 0-16,0 0 0,0 0 0,0 0 0,0 0 0,0 0 15,0 0-15,0 25 0,-25-25 0,25 0 0,0 0 16,0 24-16,0-24 0,0 0 0,0 25 0,0-25 0,0 25 16,0-25-16,0 25 0,0 0 0,0-25 0,0 24 15,0 1-15,0-25 0,0 25 0,0 0 0,0 0 16,0-1-16,0-24 0,0 25 0,0 0 0,0 0 0,0 0 15,0-25-15,0 24 0,0 1 0,0 0 0,0-25 16,0 25-16,0 0 0,0-25 0,0 24 0,0 1 0,0-25 16,0 25-16,0-25 0,0 0 0,0 25 0,0-25 15,0 0-15,0 0 0,0 0 0,0 25 0,25-25 0,-25 0 16,0 0-16,0 0 0,0 0 0,0 0 0,0 0 15,0-25-15,0 25 0,0 0 0,0 0 0,0-25 16,0 25-16,25 0 0,-25-25 0,0 25 0,0-25 0,0 1 16,25 24-16,-25-25 0,0 0 0,24 25 0,-24-25 15,0 25-15,0-25 0,25 1 0,-25 24 0,0-25 16,0 25-16,0 0 0,0-25 0,25 25 0,-25 0 0,0 0 15,0 0-15,0 0 0,0 0 0,0 0 0,0 0 16,0 0-16,0 0 0,0 0 0,0 0 0,0 0 0,0 25 16,0-25-16,0 0 0,0 0 0,0 0 0,25 25 15,-25-25-15,0 0 0,0 24 0,0-24 0,0 25 0,0-25 16,0 25-16,0-25 0,0 0 0,0 25 0,25 0 15,-25-25-15,0 0 0,0 24 0,0-24 0,0 25 16,0-25-16,0 0 0,25 25 0,-25-25 0,0 0 0,0 0 16,0 25-16,0-25 0,24 0 0,-24 0 0,0 0 15,0 0-15,0 0 0,25 0 0,-25 0 0,0 0 0,25-25 16,-25 25-16,0 0 0,25-25 0,-25 25 0,25 0 15,-25-25-15,0 25 0,24-24 0,-24 24 0,0 0 16,0-25-16,0 25 0,25-25 0,-25 25 0,0 0 0,0-25 16,0 25-16,0 0 0,0-25 0,0 25 0,0 0 15,0-24-15,0 24 0,0 0 0,0 0 0,0 0 0,0-25 16,0 25-16,0 0 0,0 0 0,0 0 0,0 0 15,-25 0-15,25 0 0,0 0 0,0 0 0,0 0 16,0 0-16,0 0 0,0 25 0,0-25 0,0 0 0,0 24 16,0-24-16,0 0 0,0 25 0,0-25 0,0 25 15,0 0-15,0-25 0,0 25 0,0-25 0,0 24 0,0-24 16,0 25-16,0-25 0,25 25 0,-25-25 0,0 25 15,0-25-15,0 25 0,25-25 0,-25 0 0,0 24 0,0-24 16,25 0-16,-25 0 0,0 0 0,0 0 0,0 0 16,0 0-16,25 0 0,-25 0 0,0 0 0,0 0 15,24-24-15,-24 24 0,0-25 0,0 25 0,0-25 0,25 25 16,-25-25-16,0 0 0,0 25 0,0-24 0,0-1 15,0 25-15,0-25 0,0 0 0,0 25 0,0-25 16,0 1-16,0 24 0,0-25 0,0 25 0,0 0 62,0-25-62,0 25 0,0 0 0,0-25 0,0 25 0,-25 0 0,25 0 0,0 0 0,0 0 0,0 0 0,0 0 0,0 0 0,0 25 0,0-25 0,-24 0 0,24 0 0,0 25 0,0-25 0,0 25 0,0-25 0,-25 24 0,25-24 16,0 25-16,0 0 0</inkml:trace>
  <inkml:trace contextRef="#ctx0" brushRef="#br0" timeOffset="123268.0505">11460 8235 0,'0'0'0,"0"25"16,0-25-16,0 0 0,0 0 0,0 25 0,0-25 0,0 0 16,0 0-16,0 0 0,0 0 0,0 0 0,0 0 15,0 0-15,0 0 0,0 0 0,0 0 0,0 0 0,0 0 16,0 0-16,0 0 0,0 0 0,0 0 0,0-25 15,0 25-15,0 0 0,25 0 0,-25 0 0,0 0 0,0 0 16,0 0-16</inkml:trace>
  <inkml:trace contextRef="#ctx0" brushRef="#br0" timeOffset="123737.0773">11956 7739 0,'0'0'0,"0"0"0,0 0 0,0 0 16,0 0-16,0-25 0,0 25 0,0 0 0,0 0 15,0 0-15,0 0 0,0 0 0,0 0 0,0 25 16,0-25-16,0 0 0,0 0 0,0 0 0,0 0 0,0 25 16,25-25-16,-25 0 0,0 25 0,0-25 0,24 24 15,-24 1-15,0-25 0,0 25 0,25-25 0,-25 25 16,0-25-16,0 25 0,25-25 0,-25 24 0,0-24 0,0 25 15,25-25-15,-25 0 0,0 25 0,0-25 0,0 0 16,0 0-16,0 25 0,25-25 0,-25 0 0,0 0 0,0 0 16,0 0-16,0 0 0,0 0 0,0 0 0,24 0 15,-24-25-15,0 25 0,0 0 0,0-25 0,0 25 0,25 0 16,-25-25-16,0 1 0,0 24 0,0-25 0,25 25 15,-25-25-15,0 0 0,0 0 0,0 25 0,0-24 16,0-1-16,25 25 0,-25-25 0,0 25 0,0 0 0,0 0 16,0-25-16,0 25 0,0 0 0,0 0 0,0 0 15,0 0-15,0 0 0,0 0 0,0 0 0,0 0 0,0 0 16,0 25-16,0-25 0,0 0 0,0 0 0,0 0 15,0 25-15,0-25 0,25 0 0,-25 0 0,0 0 16,0 25-16,0-25 0</inkml:trace>
  <inkml:trace contextRef="#ctx0" brushRef="#br0" timeOffset="124096.0979">12378 7913 0,'0'0'0,"0"0"0,0 0 0,0 0 16,0 0-16,0 0 0,0 0 0,24 0 0,-24-25 0,0 25 16,0 0-16,0 0 0,0 0 0,25 0 0,-25-25 15,0 25-15,0 0 0,25 0 0,-25-25 0,0 25 0,0 0 16,0-25-16,0 25 0,0 0 0,0 0 0,0 0 15,0-24-15,0 24 0,0 0 0,0 0 0,0-25 16,0 25-16,0 0 0,-25-25 0,25 25 0,0 0 0,0 0 16,0 0-16,-25-25 0,25 25 0,0 0 0,0 0 15,0 0-15,-24 0 0,24 0 0,0 0 0,0 0 0,0 0 16,-25 25-16,25-25 0,0 0 0,0 0 0,0 25 15,0-25-15,0 0 0,0 25 0,-25-25 0,25 0 16,0 24-16,0-24 0,25 25 0,-25-25 0,0 25 0,0-25 16,0 25-16,0-25 0,0 25 0,0-25 0,0 24 15,25-24-15,-25 25 0,0-25 0,0 0 0,0 25 0,24-25 16,-24 25-16,0-25 0,0 0 0,25 25 0,-25-25 15,0 0-15,25 0 0,-25 0 0,0 25 0,25-25 0,-25 0 16,25 0-16,-25 0 0,24 0 0,1 0 0,-25 0 16,25-25-16,0 25 0,-25 0 0,25 0 0,-1-25 15,1 25-15,-25 0 0,25-25 0,0 25 0,-25 0 0,25-25 16,-1 25-16</inkml:trace>
  <inkml:trace contextRef="#ctx0" brushRef="#br0" timeOffset="124636.1287">12923 7764 0,'-25'0'0,"25"-25"0,0 25 0,0 0 0,0 0 16,0-25-16,0 25 0,0 0 0,0 0 0,-24 0 15,24-25-15,0 25 0,0 0 0,0 0 0,0 0 0,0-24 16,0 24-16,0 0 0,-25 0 0,25 0 0,0 0 16,0 0-16,0 0 0,0 0 0,0 24 0,0-24 15,-25 0-15,25 0 0,0 0 0,0 0 0,-25 25 0,25-25 16,0 25-16,0-25 0,0 0 0,-25 25 0,25-25 0,0 25 15,0-1-15,0-24 0,0 25 0,0-25 0,0 25 16,0-25-16,0 25 0,25 0 0,-25-25 0,0 24 16,0-24-16,0 25 0,25-25 0,-25 25 0,0-25 0,25 25 15,-25-25-15,0 0 0,25 0 0,-25 25 0,0-25 16,24 0-16,-24 0 0,25 0 0,-25 0 0,0 0 0,25-25 15,-25 25-15,25 0 0,0 0 0,-25-25 0,24 25 16,-24-25-16,25 25 0,-25-25 0,25 25 0,-25-24 16,25-1-16,-25 25 0,25-25 0,-25 0 0,24 0 0,-24 1 15,25-1-15,-25 0 0,0 25 0,0-25 0,25 0 16,-25 1-16,0-1 0,0 0 0,0 0 0,0 25 0,0-25 15,0 1-15,0 24 0,0-25 0,0 25 0,0-25 16,0 25-16,0-25 0,0 25 0,0 0 0,0 0 16,0-25-16,0 25 0,0 0 0,0 0 0,0 0 15,0 0-15,0 0 0,0 0 0,0 0 0,0 0 0,0 0 16,0 0-16,0 0 0,0 0 0,0 25 0,0-25 0,0 25 15,0-25-15,0 25 0,0-25 0,25 25 0,-25-1 16,0-24-16,0 25 0,0 0 0,0 0 0,0 0 16,0-25-16,0 24 0,0 1 0,0 0 0,0 0 0,0 0 15,0-1-15,0 1 0,25-25 0,-25 25 0,0 0 16,0 0-16,0-25 0,0 24 0,0-24 0,0 25 0,0-25 15,0 25-15,0-25 0,0 0 0,0 25 0,25-25 16,-25 0-16,0 0 0,0 0 0,0 0 0,-25 0 16,25 0-16,0 0 0,0 0 0,0-25 0,0 25 0,0-25 15,-25 25-15,25 0 0,0-25 0,0 25 0,0-24 16</inkml:trace>
  <inkml:trace contextRef="#ctx0" brushRef="#br0" timeOffset="124995.1493">13196 7863 0,'0'-25'15,"0"25"-15,0-25 0,0 25 0,0-24 0,25 24 16,-25 0-16,0-25 0,0 25 0,0-25 0,25 25 0,-25-25 16,0 25-16,0-25 0,25 25 0,-25 0 15,0-24-15,0 24 0,24 0 0,-24 0 0,0 0 0,0-25 16,0 25-16,25 0 0,-25 0 0,0 0 0,0 0 0,0 0 15,25 0-15,-25 0 0,0 25 0,0-25 0,0 0 16,0 0-16,0 24 0,0-24 0,0 0 0,0 25 16,0-25-16,0 25 0,0-25 0,0 25 0,0-25 0,0 25 15,0-1-15,0-24 0,25 25 0,-25-25 0,0 25 16,0 0-16,0-25 0,0 25 0,0-25 0,0 24 0,0-24 15,25 0-15,-25 25 0,0-25 0,0 0 0,0 25 16,24-25 46,-24 0-62,0 0 0,25 0 0,-25 0 0,0 0 0,25 0 0,0 0 47,-25 0-47,0-25 0,74-124 47,-99 125-47,25 24 0,0-25 0,0 25 0,0-25 0,0 25 0,0 0 0,-24-25 0,24 25 0,0 0 0,0 0 0,0-25 0,0 25 0,-25 0 0,25 0 0,0 0 0,0-24 0,0 24 0,0 0 0,-25 0 0,25 0 0,0 0 0,0 0 0,0 0 0,0 0 0,-25-25 0,25 25 0,0 0 0,0 0 0,0 0 16,0-25-16,-25 25 0,25 0 0</inkml:trace>
  <inkml:trace contextRef="#ctx0" brushRef="#br0" timeOffset="125184.1601">13444 7367 0,'0'0'0,"25"0"0,-25 0 0,0 0 15,0 0-15,25 0 0,-25 0 0,0 0 0,0 0 0,25 25 16,-25-25-16,0 0 0,24 0 0,-24 0 0,0 25 15,25-25-15,-25 0 0,0 0 0,0 24 0,0-24 16,0 0-16,0 25 0,0-25 0,0 25 0,0-25 0,0 25 16,-25-25-16,25 0 0,-24 25 0,24-25 0,-25 0 15,25 24-15,-25-24 0,0 0 0,0 25 0,1-25 16,-1 0-16</inkml:trace>
  <inkml:trace contextRef="#ctx0" brushRef="#br0" timeOffset="126428.2312">14337 7888 0,'0'0'0,"0"25"0,0-25 16,0 0-16,-25 0 0,25 0 0,0 0 0,0 0 16,0 0-16,0 0 0,0 0 0,0 0 0,0 0 0,0 0 15,0 0-15,0 0 0,0 0 0,0 0 0,0 0 16,0 0-16,0 0 0,25 0 0,-25 0 0,0 0 15,0 0-15,0 0 0,0 0 0,0 0 0,0 0 16,25 0-16,-25 0 0,0-25 0,0 25 0,25 0 0,-25-25 0,25 25 16,-25 0-16,24-25 0,-24 0 0,25 25 0,-25-24 15,25 24-15,-25-25 0,25 0 0,-25 25 0,25-25 16,-1 0-16,-24 25 0,25-24 0,-25-1 0,25 0 0,-25 25 15,0-25-15,25 0 0,-25 1 0,0 24 0,25-25 16,-25 0-16,0 25 0,0-25 0,0 25 0,0-25 0,0 1 16,0 24-16,-25-25 0,25 25 0,0-25 0,0 25 15,-25-25-15,25 25 0,0 0 0,-25-25 156,-124 1-156,149 24 0,0 0 0,0 24 0,0-24 0,0 25 0,0 0 16,0-25-16,25 25 0,-25 0 0,0-1 0,0 1 0,0-25 0,25 25 0,-25 0 0,0 0 0,0-1 0,0 1 0,0 0 0,25 0 0,-25 0 0,0-1 0,0 1 0,0 0 0,0-25 0,0 25 0,25 0 0,-25-1 0,0-24 0,0 25 0,0 0 0,0-25 0,0 25 0,24-25 0,-24 0 0,0 25 0,0-25 0,0 0 0,0 0 15,0 24-15,0-24 0,25 0 0,-25 0 0,0 0 16,0 0-16,0 0 0,25 0 0,-25 0 0,0-24 0,25 24 16,-25 0-16,25 0 0,-25 0 0,24-25 0,-24 25 15,25 0-15,-25 0 0,25-25 0,-25 25 0</inkml:trace>
  <inkml:trace contextRef="#ctx0" brushRef="#br0" timeOffset="126858.2558">14883 7789 0,'0'0'16,"0"0"-16,0-25 0,25 25 0,-25 0 0,0 0 16,0 0-16,0-25 0,-25 25 0,25 0 0,0-25 0,0 25 15,0 0-15,0 0 0,0 0 0,0-25 0,0 25 0,0 0 16,0 0-16,-25 0 0,25 0 0,0 0 0,0 0 15,0 0-15,0 0 0,0 0 0,-25 0 0,25 0 16,0 0-16,0 0 0,0 0 0,-25 0 0,25 0 0,0 25 16,0-25-16,-24 0 0,24 25 0,0-25 0,0 0 15,0 25-15,0-25 0,-25 25 0,25-25 0,0 0 0,0 24 16,0-24-16,0 25 0,0-25 0,0 25 0,0-25 15,0 25-15,0-25 0,0 0 0,0 25 0,0-25 0,25 0 16,-25 24-16,0-24 0,0 0 0,0 0 0,0 0 16,0 0-16,0 0 0,24 0 0,-24 0 0,0 0 15,0 0-15,0 0 0,0 0 0,0 0 0,25 0 0,-25 0 16,0 0-16,0 0 0,0 0 0,0 0 15,25-24-15,-25 24 0,0 0 0,0-25 0,0 25 0,0 0 16,0 0-16,25-25 0,-25 25 0,0 0 0,0-25 0,0 25 16,0 0-16,0 0 0,0-25 0,0 25 0,0 0 15,0 0-15,0 0 0,0 0 0,0 0 0,0 0 0,0 0 16,0 25-16,0-25 0,0 0 0,0 0 0,0 25 15,0-25-15,0 0 0,0 25 0,0-25 0,0 25 0,0-25 16,0 24-16,0-24 0,0 25 0,0-25 0,0 25 16,25-25-16,-25 25 0,0-25 0,0 0 0,0 25 15,0-25-15,0 0 0,0 0 0,0 25 0,0-25 0,0 0 16,0 0-16,0 0 0,0 0 0,0 0 0,0 0 15,0 0-15,0-25 0,0 25 0,0 0 0,0 0 16,0-25-16,0 25 0,0-25 0</inkml:trace>
  <inkml:trace contextRef="#ctx0" brushRef="#br0" timeOffset="127048.2667">14908 7590 0,'0'0'16,"0"0"-16,0 0 0,0 0 0,0 0 0,0 0 15,0 0-15,0 0 0,0 0 0,0 0 0,0 0 0,0 0 16,0 0-16,0 0 0,0 0 0,24 0 0,-24 0 15,25 0-15,-25 0 0,25 0 0,-25 0 0,25 0 0,0 0 16,-25 0-16,24 0 0,1 0 0,-25 0 0,25 0 16,0 0-16,0 0 0,-25 25 0,24-25 0,1 0 15,0 0-15,-25 0 0,25 0 0,0 0 0</inkml:trace>
  <inkml:trace contextRef="#ctx0" brushRef="#br0" timeOffset="127892.315">15801 7615 0,'0'0'0,"0"0"0,0 0 0,0-25 0,-25 25 0,25 0 15,0 0-15,0 0 0,-25 0 0,25 0 0,0 0 16,0 0-16,-25 0 0,25 0 0,0 0 0,0 0 0,0 0 16,0 0-16,0 25 0,0-25 0,0 0 0,0 0 15,0 25-15,0-25 0,0 25 0,0-25 0,0 24 0,0 1 16,0-25-16,0 25 0,0 0 0,0-25 0,0 25 15,0-1-15,0-24 0,25 25 0,-25 0 0,0-25 16,0 25-16,0-25 0,25 25 0,-25-25 0,0 24 0,0-24 16,25 0-16,-25 25 0,0-25 0,24 0 0,-24 0 15,0 0-15,25 0 0,-25 25 0,0-25 0,25 0 0,-25-25 16,25 25-16,-25 0 0,0 0 0,25 0 0,-25 0 15,24-25-15,-24 25 0,0 0 0,25-24 0,-25 24 16,25 0-16,-25-25 0,0 25 0,25-25 0,-25 25 0,0-25 16,25 25-16,-25-25 0,0 25 0,0-24 0,0-1 15,0 25-15,0-25 0,0 25 0,0-25 0,0 25 0,0-25 16,0 25-16,0 0 0,0-24 0,0 24 0,0 0 15,0 0-15,0-25 0,0 25 0,0 0 0,0 0 16,0 0-16,0 0 0,0 0 0,0 0 0,0 0 0,0 0 16,0 0-16,-25 0 0,25 0 0,0 0 0,0 0 15,0 0-15,0 25 0,0-25 0,0 0 0,0 24 0,0-24 16,-25 25-16,25-25 0,0 25 0,0-25 0,0 25 15,0-25-15,0 25 0,0-1 0,0-24 0,0 25 0,0-25 16,0 25-16,0-25 0,25 25 0,-25-25 0,0 0 16,0 25-16,0-25 0,25 0 0,-25 0 0,0 24 15,0-24-15,0 0 0,0 0 0,0 0 0,24 0 0,-24 0 16,0 0-16,0 0 0,0-24 0,0 24 0,25 0 15,-25 0-15,0-25 0,0 25 0,0-25 0,0 25 16,0 0-16,25-25 0,-25 25 0,0-25 0,0 25 0,-25-24 16,25 24-16,0-25 0,0 25 0,0-25 0,0 25 0,0-25 15,0 25-15,0 0 0,0-25 0,0 25 0,0 0 16,0-24-16,0 24 0,-25 0 0,25 0 0,0 0 15,0 0-15,0 0 0,0-25 0,0 25 0,0 0 0,0 0 16,0 0-16,-24 0 0,24 0 0,0-25 0,0 25 16,0 0-16,0 0 0,0 0 0,0-25 0</inkml:trace>
  <inkml:trace contextRef="#ctx0" brushRef="#br0" timeOffset="128082.3259">16173 7441 0,'0'0'0,"0"0"0,0 0 0,0 0 0,0 0 16,24 0-16,-24 0 0,0 0 0,0 0 0,0 0 15,0 0-15,25 0 0,-25 0 0,0 0 0,0 0 0,25 25 16,-25-25-16,0 0 0,0 25 0,25-25 0,-25 0 16,0 0-16,0 25 0,0-25 0,0 0 0,0 25 15,-25-25-15,25 24 0,0-24 0,0 0 0,0 25 0,-25-25 16,25 0-16,0 0 0,-25 25 0,25-25 0,-24 0 15</inkml:trace>
  <inkml:trace contextRef="#ctx0" brushRef="#br0" timeOffset="128730.3629">17066 7615 0,'0'-25'0,"0"25"0,0 0 0,0 0 0,0-25 15,0 25-15,0 0 0,-25 0 0,25-24 0,0 24 0,0 0 16,-25 0-16,25 0 0,0-25 0,0 25 0,0 0 15,-25 0-15,25 0 0,0 0 0,0 0 0,0 0 0,0 0 16,-25 0-16,25 0 0,0 0 0,0 25 0,0-25 16,0 0-16,-24 24 0,24-24 0,0 25 0,0-25 15,0 25-15,0 0 0,24-25 0,-24 25 0,0-25 0,0 24 16,0 1-16,25-25 0,-25 25 0,0 0 0,0-25 15,25 25-15,-25-25 0,0 24 0,25-24 0,-25 25 0,0-25 16,0 25-16,25-25 0,-25 25 0,0-25 0,24 0 16,-24 0-16,0 25 0,0-25 0,0 0 0,0 0 0,0 0 15,0 0-15,0 0 0,0 0 0,0 0 0,0 24 16,0-24-16,0-24 0,0 24 0,0 0 0,-24 0 15,24 0-15,0 0 0,0 0 0,0 0 0,-25 0 0,25 0 16,0 0-16,-25 0 0,25 0 0,0 0 0,0 0 16,-25 0-16,25 0 0,0 0 0,0 0 0,0 0 15,0 0-15,0 0 0,-25 0 0,25 0 0,0 0 0,0 0 16,0 0-16,25-25 0,-25 25 0,0 0 0,0 0 15,0 0-15,0 0 0,25 0 0,-25 0 0,25-25 0,-25 25 16,0 0-16,25 0 0</inkml:trace>
  <inkml:trace contextRef="#ctx0" brushRef="#br0" timeOffset="129169.388">17388 7665 0,'0'0'0,"-25"0"0,25 0 0,0 0 0,0 0 0,-25 0 0,25 0 0,0 0 0,0 0 0,0 0 0,-24 0 0,24 0 0,0 24 0,0-24 0,0 0 0,-25 25 0,25-25 0,0 25 0,0-25 0,0 25 0,0 0 0,0-25 0,0 24 0,0 1 0,0 0 0,0-25 0,25 25 0,-25 0 0,0-25 0,0 24 0,0 1 0,24-25 0,-24 25 16,0-25-16,0 25 0,25-25 0,-25 0 0,0 25 0,0-25 15,0 0-15,0 0 0,25 0 0,-25 0 0,0 0 16,0 0-16,0 0 0,25 0 0,-25 0 0,0-25 0,0 25 15,25 0-15,-25-25 0,0 25 0,0 0 0,24-25 16,-24 25-16,0-25 0,0 1 0,0 24 0,0-25 16,0 25-16,0-25 0,0 0 0,0 25 0,0-25 0,0 1 15,0-1-15,0 25 0,0-25 0,0 25 0,0-25 16,0 25-16,0-25 0,0 25 0,0-24 0,-24 24 15,24 0-15,0 0 0,0 0 0,0 0 0,0-25 0,0 25 16,0 0-16,0 25 0,-25-25 0,25 0 0,0 0 16,0 0-16,0 0 0,0 0 0,-25 0 0,25 24 0,0-24 15,0 0-15,0 0 0,0 0 0,0 0 0,0 0 16,0 0-16,0 0 0,0 0 0</inkml:trace>
  <inkml:trace contextRef="#ctx0" brushRef="#br0" timeOffset="129765.4221">17363 7342 0,'0'0'16,"0"0"-16,0 0 0,0 0 0,0 0 0,-25-25 15,25 25-15,0 0 0,0 0 0,0 0 0,0 0 0,0 0 16,25 0-16,-25 0 0,0 0 0,0 0 0,0 0 15,25 0-15,-25 0 0,0 0 0,25 0 0,-25 0 0,0 0 16,25 0-16,-25 0 0,0 0 47,24 25-47,-24-25 0,0 0 0,0 0 0,25 0 0,-25 25 0,0-25 0,0 0 0,0 0 0,0 25 0,0-25 0,0 0 0,0 25 0,0-25 0,0 24 0,0-24 47,-25 0-47,25 25 0,0-25 0,0 0 0,-24 25 0,24-25 0,-25 25 0,25-25 0,0 0 0,-25 25 0,25-25 0,-25 0 0,25 0 0,0 24 0,-25-24 0,25 0 0,0 0 0</inkml:trace>
  <inkml:trace contextRef="#ctx0" brushRef="#br0" timeOffset="130251.4499">17810 7119 0,'0'0'0,"0"0"16,0-25-16,0 25 0,0 0 0,0 0 0,0 0 15,0 0-15,0-25 0,0 25 0,0 0 0,0 0 16,0 0-16,0 0 0,0 0 0,0 0 0,0 0 0,0 0 16,0 0-16,25 0 0,-25 0 0,0 0 0,0 0 15,24 0-15,-24 0 0,25 0 0,-25 0 0,0 0 0,25 0 16,-25 25-16,25-25 0,-25 0 0,0 0 0,25 25 15,-25-25-15,0 0 0,0 25 0,0-25 0,0 25 0,0-25 16,0 24-16,-25-24 0,25 25 0,-25-25 0,25 25 16,-25-25-16,0 25 0,1-25 0,-1 25 0,0-25 15,0 24-15,-24-24 0,24 0 0,-25 25 0,1-25 0</inkml:trace>
  <inkml:trace contextRef="#ctx0" brushRef="#br0" timeOffset="132638.5865">3299 9103 0,'0'0'0,"0"0"0,0 0 16,0 0-16,0 0 0,0 0 0,0 0 0,0 0 16,0 0-16,0 0 0,0 0 0,0 0 0,0 0 0,0 0 15,0 0-15,0 0 0,0 0 0,0 0 0,0 0 16,0 0-16,0 0 0,0 0 0,0 0 0,0 0 15,25 0-15,-25 0 0,0-24 0,0 24 0,0 0 0,0 0 16,0 0-16,0 0 0,0 0 0,0 0 0,0 0 16,0 0-16,0 0 0,0 0 0,0 0 0,0 0 0,0 0 15,0 0-15,0 0 0,0-25 0,0 25 0,-25 0 16,25 0-16,0 0 0,0 0 0,0 0 0,0 0 0,0 0 15,0 0-15,0 0 0,0 0 0,0-25 0,0 25 16,0 0-16,0 0 0,0 0 0,0 0 0,0 0 16,0 0-16,0 0 0,0 0 0,0 0 0,0 0 0,0-25 15,0 25-15,0 0 0,-25 0 0,25 0 0,0 0 16,0 0-16,0 0 0,0 0 0,0-25 0,0 25 0,-25 0 15,25 0-15,0 0 0,0 0 0,0 0 0,0 0 16,0 0-16,0 0 0,-24 0 0,24 0 0,0 0 0,0 0 16,0 0-16,0 0 0,-25 0 0,25 0 0,0 0 15,0 0-15,0 0 0,-25 0 0,25 0 0,0 0 0,0 0 16,0 0-16,0 0 0,-25 0 0,25 0 0,0 25 15,0-25-15,0 0 0,0 0 0,-25 25 0,25-25 0,0 0 16,0 25-16,0-25 0,0 25 0,0-25 0,0 24 16,0-24-16,0 25 0,0 0 0,0-25 0,0 25 0,0-25 15,0 25-15,0-1 0,0-24 0,0 25 0,0-25 16,25 25-16,-25-25 0,0 25 0,0-25 0,0 25 0,0-1 15,25-24-15,-25 0 0,0 25 0,0-25 0,0 25 16,0-25-16,25 0 0,-25 0 0,0 25 0,0-25 16,25 0-16,-25 0 0,0 0 0,0 0 0,0 0 0,24 0 15,-24 0-15,0 0 0,0 0 0,25 0 0,-25 0 0,0-25 16,25 25-16,-25 0 0,0 0 0,25-25 0,-25 25 15,25 0-15,-25 0 0,0 0 0,24-25 0,-24 25 16,0 0-16,25 0 0,-25 0 0,0 0 0,0 0 16</inkml:trace>
  <inkml:trace contextRef="#ctx0" brushRef="#br0" timeOffset="133110.6135">3597 9475 0,'0'0'0,"0"0"0,0 0 0,0 25 0,0-25 15,0 0-15,0 0 0,0 0 0,0 0 0,0 0 16,0 0-16,0 0 0,0 0 0,0 0 0,0 0 0,0 0 15,0-25-15,0 25 0,0 0 0,0 0 0,0 0 16,0-24-16,0 24 0,24 0 0,-24-25 0,0 25 16,0-25-16,0 25 0,0 0 0,0-25 0,0 25 0,0 0 15,0-25-15,0 25 0,0-24 0,0 24 0,0 0 16,0-25-16,0 25 0,0-25 0,0 25 0,0 0 0,0 0 15,0-25-15,0 25 0,0 0 0,-24 0 0,24 0 0,0-25 16,0 25-16,0 0 0,0 0 0,0 0 0,0 0 16,0 0-16,0 0 0,0 0 0,0 25 0,0-25 15,0 0-15,0 0 0,24 25 0,-24-25 0,0 0 16,0 25-16,0-25 0,0 25 0,0-25 0,0 24 0,0-24 15,0 25-15,0-25 0,0 25 0,0-25 0,0 25 0,25-25 16,-25 25-16,0-25 0,0 24 0,0-24 0,0 0 16,0 25-16,0-25 0,0 0 0,0 25 0,0-25 15,0 0-15,0 25 0,0-25 0,0 0 0,0 25 0,0-25 16,0 0-16,0 0 0,0 0 0,0 0 0,0 24 15,0-24-15,0 0 0,0 0 0,0 0 0,0 0 16,0 0-16,0 0 0,0 0 0,0 0 0,0-24 0,0 24 16,0 0-16</inkml:trace>
  <inkml:trace contextRef="#ctx0" brushRef="#br0" timeOffset="133336.6264">3994 9302 0,'0'0'0,"0"0"0,0 0 0,0 0 16,-25 0-16,25 0 0,0 0 0,0 0 0,0 0 0,0 0 15,0 0-15,0 0 0,0 0 0,0 0 0,0 0 16,0 0-16,25 0 0,-25 0 0,0 0 0,0 0 15,0 0-15,0 0 0,0 0 0,0 0 0,0 0 0,24 0 16,-24 25-16,0-25 0,0 0 0</inkml:trace>
  <inkml:trace contextRef="#ctx0" brushRef="#br0" timeOffset="133485.6349">4043 9550 0,'0'0'0,"25"0"0,-25 0 0,0 0 16,0 0-16,0 0 0,0 0 0,0 0 0,0 0 0,0 0 15,0 0-15,0 0 0,0 0 0,0 0 0,0 0 16,0-25-16,25 25 0,-25 0 0,0 0 0,0 0 15,25 0-15,-25 0 0,0 0 0,0 0 0,0 0 0,24 0 16,-24 0-16</inkml:trace>
  <inkml:trace contextRef="#ctx0" brushRef="#br0" timeOffset="134127.6716">5432 9004 0,'0'0'0,"0"0"0,-25 0 0,25 0 15,0 0-15,0 0 0,0 0 0,0 0 0,0 0 0,0 0 16,0 0-16,0 0 0,0 0 0,0 0 0,0 25 16,0-25-16,0 0 0,0 25 0,0-25 0,0 25 15,0-25-15,0 24 0,0-24 0,0 25 0,0 0 0,0-25 16,0 25-16,0 0 0,25-25 0,-25 24 0,0 1 15,0 0-15,0-25 0,0 25 0,0 0 0,0-1 16,0-24-16,0 25 0,0 0 0,0-25 0,0 25 0,0-25 16,0 25-16,0-25 0,0 24 0,0-24 0,0 25 0,0-25 15,0 0-15,0 25 0,0-25 0,0 0 16,0 0-16,0 0 0,0 25 0,0-25 0,0 0 0,0 0 15,0 0-15,0 0 0,0-25 0,0 25 0,0 0 0,0 0 16,0-25-16,0 25 0,-25 0 0,25-25 0,0 25 16,0-24-16,0 24 0</inkml:trace>
  <inkml:trace contextRef="#ctx0" brushRef="#br0" timeOffset="134409.6878">5407 9178 0,'0'0'0,"0"-25"0,0 25 0,25 0 16,-25 0-16,0-25 0,0 25 0,0 0 0,0 0 0,25 0 15,-25-25-15,0 25 0,0 0 0,25 0 0,-25 0 16,0 0-16,25 0 0,-25 0 0,0 0 0,24 0 15,-24 25-15,0-25 0,25 0 0,-25 0 0,0 0 0,25 25 16,-25-25-16,0 25 0,25-25 0,-25 25 0,25-25 16,-25 24-16,0-24 0,24 25 0,-24-25 0,0 25 0,0-25 15,25 25-15,-25-25 0,0 25 0,0-25 0,25 24 16,-25-24-16,0 25 0,0-25 0,25 25 0,-25-25 0,0 25 15,0-25-15,0 0 0,0 25 0,25-25 0,-25 24 16,0-24-16,0 0 0,0 25 0,0-25 0,0 0 16,0 0-16,0 0 0,0 25 0,0-25 0,0 0 0,24 0 15,-24 0-15,0 0 0,0 0 0,0 0 0,0 0 16,0 0-16,0 0 0,0 0 0,0 0 0,0-25 15,0 25-15,0 0 0,25 0 0</inkml:trace>
  <inkml:trace contextRef="#ctx0" brushRef="#br0" timeOffset="134663.7023">5755 9029 0,'0'0'0,"0"0"0,0 0 0,0 0 0,0 0 0,0 0 15,0 0-15,0 0 0,0 0 0,0 0 0,0 0 16,0 0-16,0 25 0,0-25 0,0 0 0,0 25 15,0-25-15,0 24 0,24 1 0,-24-25 0,0 25 0,0 0 16,0-25-16,0 25 0,0-1 0,0 1 0,0-25 16,0 25-16,0 0 0,0-25 0,25 25 0,-25-1 0,0-24 15,0 25-15,0-25 0,0 25 0,0-25 0,0 25 16,0-25-16,0 0 0,0 25 0,0-25 0,0 0 0,0 24 15,0-24-15,0 0 0,0 0 0,0 0 0,0 0 16,0 0-16,0 0 0,0 0 0,0 0 0</inkml:trace>
  <inkml:trace contextRef="#ctx0" brushRef="#br0" timeOffset="135643.7583">5879 9500 0,'0'0'0,"0"0"16,0 0-16,0 0 0,0 0 0,0 0 0,0 0 15,0 0-15,0 0 0,0 0 0,0 0 0,0 0 16,0 0-16,0-25 0,25 25 0,-25 0 0,0 0 0,24-24 15,-24 24-15,0 0 0,25-25 0,-25 25 0,25-25 0,-25 25 16,25 0-16,-25-25 0,0 25 0,25-25 16,-25 25-16,0-24 0,24 24 0,-24 0 0,0-25 0,0 25 15,0 0-15,0-25 0,0 25 0,0 0 0,0 0 16,0-25-16,0 25 0,-24 0 0,24 0 0,0 0 0,0 0 15,0 0-15,0-25 0,-25 25 0,25 0 0,0 0 16,0 0-16,-25 0 0,25 0 0,0 0 0,0 0 0,0 0 16,-25 0-16,25 0 0,0 0 0,0 0 0,0 0 15,-25 0-15,25 0 0,0 25 0,0-25 0,0 0 16,0 0-16,0 0 0,-24 0 0,24 0 0,0 25 0,0-25 15,0 0-15,0 0 0,0 25 0,0-25 0,0 0 0,0 25 16,0-25-16,0 0 0,0 24 0,0-24 16,0 0-16,0 25 0,24-25 0,-24 25 0,0-25 0,0 25 15,0-25-15,25 0 0,-25 25 0,0-25 0,0 0 0,25 24 16,-25-24-16,0 0 0,0 25 0,25-25 0,-25 0 15,0 0-15,0 25 0,25-25 0,-25 0 0,0 0 0,0 0 16,24 0-16,-24 0 0,0 0 0,0 0 0,25 0 16,-25 0-16,0 0 0,0 0 0,0 0 0,25 0 15,-25 0-15,0-25 0,0 25 0,0 0 0,25 0 0,-25-25 16,0 25-16,0 0 0,0-24 0,25 24 0,-25-25 15,0 25-15,0 0 0,0-25 0,0 25 0,0 0 0,24-25 16,-24 25-16,0 0 0,0-25 0,0 25 0,0 0 16,0-24-16,0 24 0,0-25 0,0 25 0,0 0 15,0 0-15,0-25 0,0 25 0,-24 0 0,24 0 0,0 0 16,0-25-16,0 25 0,0 0 0,0 0 0,0 0 15,0 0-15,0 0 0,0 0 0,0 0 0,0 0 16,0 0-16,0 0 0,0 0 0,0 0 0,0 0 0,0 0 16,0 0-16,0 0 0,0 25 0,0-25 0,0 0 15,0 0-15,24 25 0,-24-25 0,0 25 0,0-25 0,0 24 16,0-24-16,0 25 0,0-25 0,0 25 0,25-25 15,-25 25-15,0-25 0,0 0 0,0 25 0,0-25 0,0 24 16,25-24-16,-25 0 0,0 0 0,0 25 0,0-25 16,25 0-16,-25 0 0,0 0 0,0 0 0,25 0 15,-25 25-15,0-25 0,0 0 0,24 0 0,-24 0 0,0 0 16,0-25-16,25 25 0,-25 0 0,0 0 0,25 0 15,-25 0-15,0-25 0,25 25 0,-25 0 0,0-24 16,0 24-16,25 0 0,-25 0 0,0-25 0,0 25 0,0 0 16,0-25-16,0 25 0,0 0 0,0 0 0,0-25 0,0 25 15,0 0-15,0-25 0,0 25 0,0 0 0,0 0 16,0-24-16,0 24 0,0 0 0,0 0 0,0 0 15,0-25-15,0 25 0,-25 0 0,25 0 0,0 0 0,0 0 16,0 0-16,0-25 0,0 25 0,0 0 0,0 0 16,0 0-16,0 0 0,0 0 0,0 0 0,0 25 0,0-25 15,0 0-15,0 0 0,0 0 0,0 25 16,0-25-16,0 0 0,0 24 0,0-24 0,0 25 0,0-25 15,0 25-15,0-25 0,0 25 0,25-25 0,-25 25 78,0-25-78,0 0 0,0 24 0,0-24 0,0 25 0,0-25 0,24 0 0,-24 25 0,0-25 0,0 0 0,0 0 0,0 25 0,25-25 0,-25 0 0,0 0 0,0 0 0,0 0 0,0 0 0,25 0 0,-25 0 0,0 0 0,25 0 0,-25 0 0,0 0 0,0 0 0,25-25 0,-25 25 0,0 0 16,24-25-16,-24 25 0,0 0 0,0-25 0,0 25 16,0 0 15,0-24-31,0 24 0,0-25 0,0 25 0,0 0 0,0-25 0,0 25 0</inkml:trace>
  <inkml:trace contextRef="#ctx0" brushRef="#br0" timeOffset="135879.7718">6102 9128 0,'-25'0'0,"25"0"0,0-25 0,-25 25 16,25 0-16,0 0 0,0 0 0,0-24 0,0 24 16,0 0-16,0 0 0,0 0 0,0-25 0,0 25 0,0 0 15,25 0-15,-25 0 0,0-25 0,0 25 0,25 0 16,-25 0-16,0-25 0,25 25 0,-25 0 0,25 0 0,-25-25 15,0 25-15,24 0 0,-24 0 0,0 0 0,25 0 16,-25 0-16,0 0 0,25 0 0,-25 0 0,0 0 16,25 0-16,-25 0 0,0 0 0,0 0 0,0 0 15,0 25-15,25-25 0,-25 0 0,0 0 0,0 0 0,0 25 16,0-25-16,0 0 0,24 0 0,-24 0 0</inkml:trace>
  <inkml:trace contextRef="#ctx0" brushRef="#br0" timeOffset="136058.7821">6449 8830 0,'0'-24'16,"0"24"-16,0 0 0,0 0 0,0 0 0,25 0 16,-25 24-16,0-24 0,0 0 0,0 0 0,0 25 0,0-25 15,0 25-15,0-25 0,0 25 0,0-25 0,0 25 16,0-25-16,0 24 0,0 1 0,0-25 0,-25 25 0,25-25 15,0 25-15,0-25 0,0 25 0,0-25 0,0 25 16,-25-1-16</inkml:trace>
  <inkml:trace contextRef="#ctx0" brushRef="#br0" timeOffset="136769.8227">7392 9054 0,'0'0'0,"0"0"0,0 0 0,0 0 0,-25-25 16,25 25-16,0 0 0,0 0 0,0 0 0,-25 0 16,25 0-16,0 0 0,0 0 0,0 0 0,0 0 0,-25 0 15,25 0-15,0 0 0,0 0 0,0 0 16,0 0-16,-24 0 0,24 0 0,0 0 0,0 25 0,0-25 15,0 0-15,0 0 0,0 0 0,0 0 0,0 25 0,0-25 16,0 0-16,0 24 0,0-24 0,0 25 0,0-25 16,0 0-16,24 25 0,-24 0 0,0-25 0,0 25 0,0-25 15,25 24-15,-25-24 0,0 25 0,25 0 0,-25-25 16,0 25-16,25-25 0,-25 25 0,25-25 0,-25 24 0,24-24 15,-24 25-15,0-25 0,25 0 0,-25 25 0,0-25 16,25 0-16,-25 25 0,0-25 0,0 0 0,0 0 16,0 0-16,0 25 0,0-25 0,0 0 0,0 0 0,0 0 15,0 0-15,0 0 0,0 0 0,0 0 0,0 0 16,0 0-16,0 24 0,0-24 0,-25 0 0,25 0 15,0 0-15,0 0 0,-25 0 0,25 0 0,0 0 0,-24 0 16,24 0-16,0 0 0,0 0 0,0 0 0,-25 0 16,25 0-16,0 0 0,0 0 0,0 0 0,0 0 0,0 0 15,0 0-15,0 0 0,0 0 0,0 0 0,0-24 16,0 24-16,0 0 0,0 0 0,0 0 0,0 0 0,25-25 15,-25 25-15,0 0 0,24 0 0,-24-25 16,25 25-16,-25 0 0,25 0 0,-25-25 0,25 25 0</inkml:trace>
  <inkml:trace contextRef="#ctx0" brushRef="#br0" timeOffset="137294.8528">7813 9227 0,'0'0'0,"0"0"0,0 0 0,0 0 0,0 0 15,-24 0-15,24-24 0,0 24 0,0 0 0,0 0 16,0 0-16,0 0 0,-25 0 0,25 0 0,0 0 0,0 0 15,0 0-15,-25-25 0,25 25 0,0 25 0,0-25 16,-25 0-16,25 0 0,0 0 0,-25 0 0,25 0 16,0 0-16,0 24 0,-24-24 0,24 0 0,0 0 0,0 25 15,-25-25-15,25 0 0,0 25 0,0-25 0,0 25 16,0-25-16,0 25 0,0-25 0,0 24 0,25-24 0,-25 25 15,0-25-15,0 25 0,0-25 0,24 25 0,-24-25 16,0 25-16,0-25 0,25 0 0,-25 24 0,0-24 0,0 0 16,25 25-16,-25-25 0,0 0 0,0 0 0,25 0 15,-25 0-15,0 0 0,0 0 0,0 0 0,25 0 16,-25 0-16,0 0 0,0 0 0,0-25 0,0 25 0,0 0 15,24 0-15,-24-24 0,0 24 0,0 0 0,0-25 16,0 25-16,0 0 0,0-25 0,-24 25 0,24-25 0,0 25 16,0 0-16,-25-25 0,25 25 0,0-24 0,-25 24 15,25-25-15,0 25 0,0-25 0,-25 25 0,25-25 16,0 25-16,-25-25 0,25 25 0,0 0 0,0-24 0,0 24 15,-24 0-15,24 0 0,0-25 0,0 25 0,0 0 16,0 0-16,0-25 0,0 25 0,0 0 0,0 0 16,24-25-16,-24 25 0,0 0 0,0 0 0,0 0 0,25-25 15,-25 25-15,0 0 0,25 0 0,-25-24 0,25 24 16,-25 0-16,0 0 0,25 0 0,-25 0 0,24 0 0,-24 0 15,0 0-15,25 0 0,-25 0 0,0 0 0,25 0 16,-25 0-16,0 0 0,25 24 0,-25-24 0,0 0 0,0 0 16,0 0-16,25 25 0,-25-25 0,0 0 0,0 25 15,0-25-15,0 0 0,0 0 0,0 25 0,0-25 0,24 0 16,-24 0-16,0 0 0,0 0 0,0 0 0,0 0 15,25 0-15,-25 0 0</inkml:trace>
  <inkml:trace contextRef="#ctx0" brushRef="#br0" timeOffset="137454.8619">8062 8930 0,'0'0'0,"0"-25"0,0 25 0,0 0 0,0 0 16,0 0-16,0 0 0,0 0 0,0 0 0,0 25 0,0-25 16,0 0-16,0 24 0,0-24 0,0 0 0,0 25 15,0-25-15,0 25 0,0 0 0,0-25 0,0 25 16,0-25-16,0 25 0,0-1 0,0-24 0,0 25 0,0-25 15,0 25-15,0 0 0,0-25 0,0 0 0</inkml:trace>
  <inkml:trace contextRef="#ctx0" brushRef="#br0" timeOffset="137876.8861">8483 9252 0,'0'0'0,"0"0"0,0 0 0,0 0 16,0 0-16,0 0 0,0 0 0,0 0 0,0 0 0,0 0 15,0 0-15,0 25 0,0-25 0,0 0 0,0 0 16,0 25-16,25-25 0,-25 0 0,0 25 0,0-25 15,0 24-15,0-24 0,0 25 0,25-25 0,-25 25 0,0-25 16,0 25-16,25 0 0,-25-25 0,0 0 0,0 24 16,24-24-16,-24 25 0,0-25 0,0 0 0,0 0 15,0 25-15,0-25 0,0 0 0,0 0 0,25 0 0,-25 0 16,0 0-16,0 0 0,0 0 0,0 0 0,0 0 15,0 0-15,0-25 0,0 25 0,25 0 0,-25-25 16,0 25-16,0-24 0,0-1 0,0 25 0,0-25 0,0 25 16,25-25-16,-25 25 0,0-25 0,0 1 0,0 24 15,0-25-15,0 25 0,0-25 0,25 25 0,-25-25 0,0 25 16,0 0-16,0-25 0,0 25 0,0 0 0,0 0 15,0-24-15,0 24 0,0 0 0,24 0 0,-24 0 0,0 0 16,0 0-16,0 0 0,25 0 0,-25-25 0,0 25 16,0 0-16,25 0 0,-25 0 0,0 0 0</inkml:trace>
  <inkml:trace contextRef="#ctx0" brushRef="#br0" timeOffset="138280.9092">8880 9277 0,'0'0'0,"0"25"15,0-25-15,0 0 0,0 0 0,0 0 0,0 0 16,0 0-16,0 0 0,0 0 0,0 0 0,0 0 15,0-25-15,0 25 0,0 0 0,0 0 0,25 0 0,-25 0 16,0 0-16,0-25 0,0 25 0,0 0 0,0 0 16,25 0-16,-25 0 0,0-25 0,0 25 0,0 0 0,0 0 15,0 0-15,0 0 0,0-24 0,0 24 0,-25 0 16,25 0-16,0 0 0,0 0 0,0-25 0,-25 25 0,25 0 15,0 0-15,0 0 0,0 0 0,-25 0 0,25 0 16,0 0-16,0 0 0,-25 0 0,25 0 0,0 0 16,0 0-16,0 0 0,-24 0 0,24 0 0,0 25 0,0-25 15,-25 0-15,25 0 0,0 0 0,0 24 0,-25-24 16,25 0-16,0 0 0,0 25 0,0-25 0,0 0 15,-25 0-15,25 25 0,0-25 0,0 0 0,0 25 0,0-25 16,0 0-16,0 25 0,0-25 0,0 24 0,25-24 16,-25 0-16,0 25 0,0-25 0,0 25 0,25-25 0,-25 0 15,0 25-15,25-25 0,-25 0 0,0 25 0,24-25 16,-24 0-16,0 0 0,25 24 0,-25-24 0,0 0 0,25 0 15,-25 0-15,0 0 0,25 25 0,-25-25 0,0 0 16,25 0-16,-25 0 0,24 0 0,-24 0 0,25 0 16,-25-25-16,25 25 0,0 0 0,-25 0 0,25-24 0,-25 24 15,25 0-15,-1-25 0,-24 25 0</inkml:trace>
  <inkml:trace contextRef="#ctx0" brushRef="#br0" timeOffset="138591.927">9376 9252 0,'0'0'0,"0"0"0,-25-25 0,25 25 16,0 0-16,0 0 0,0-24 0,-24 24 0,24 0 15,0 0-15,0 0 0,-25-25 0,25 25 0,0 0 0,0 0 16,-25 0-16,25-25 0,0 25 0,0 0 0,-25 0 16,25 0-16,0 0 0,0 0 0,-25 0 0,25 0 0,0 0 15,0 0-15,0 0 0,-24 25 0,24-25 0,0 0 16,0 0-16,0 25 0,0-25 0,0 0 0,-25 24 0,25-24 15,0 25-15,0-25 0,0 25 0,0 0 0,25-25 16,-25 25-16,0-25 0,0 24 0,0-24 0,0 25 0,24-25 16,-24 25-16,0-25 0,0 25 0,25-25 0,-25 25 15,0-25-15,25 0 0,-25 24 0,0-24 0,25 0 16,-25 0-16,25 0 0,-25 0 0,0 0 0,24 0 0,-24 0 15,25 0-15,-25 0 0,25 0 0,-25-24 0,25 24 16,-25-25-16,25 25 0,-25 0 0,24-25 0,1 0 0,-25 25 16,25-25-16,-25 25 0,25-24 0,-25-1 0,25 0 15,-25 25-15,24-25 0,-24 0 0</inkml:trace>
  <inkml:trace contextRef="#ctx0" brushRef="#br0" timeOffset="138833.9408">9674 8954 0,'0'0'0,"0"-24"16,0 24-16,0 0 0,0 0 0,-25 0 0,25 0 15,0 0-15,0 0 0,0 0 0,0 0 0,0 0 16,0 24-16,25-24 0,-25 0 0,0 25 0,0-25 0,0 25 15,0-25-15,0 25 0,0 0 0,0-25 0,0 25 16,25-25-16,-25 24 0,0 1 0,0 0 0,0-25 0,0 25 16,0 0-16,0-25 0,0 24 0,0 1 0,24 0 15,-24-25-15,0 25 0,0-25 0,0 25 0,0-1 0,0-24 16,0 25-16,0-25 0,0 25 0,0-25 0,0 0 15,0 25-15,0-25 0,0 0 0,0 0 0,0 0 16,0 25-16,0-25 0,0 0 0,0 0 0,-24 0 0,24 0 16,0-25-16,0 25 0,0 0 0,0 0 0,-25 0 15,25-25-15,0 25 0,0 0 0,0-25 0,0 25 16,0-25-16</inkml:trace>
  <inkml:trace contextRef="#ctx0" brushRef="#br0" timeOffset="139257.9651">9649 9302 0,'0'0'0,"25"-25"0,-25 25 16,0 0-16,0 0 0,0 0 0,0 0 0,0-25 0,0 25 156,49-49-156,-49 49 0,25 0 0,-25 0 0,0 0 0,0 0 0,0 0 0,0 0 0,0 0 0,0 24 0,0-24 0,25 0 0,-25 0 0,0 0 0,0 0 0,0 25 0,0-25 0,0 0 0,0 0 0,0 25 0,0-25 0,25 0 0,-25 0 0,0 25 0,0-25 0,0 25 0,0-25 0,0 0 0,0 24 0,0-24 0,0 0 0,25 25 0,-25-25 0,0 25 0,0-25 0,0 0 0,0 25 0,24-25 16,-24 0-16,0 0 0,0 25 0,25-25 0,-25 0 15,0 0-15,25 0 0,-25 0 0,0 0 0,25 0 0,-25 0 16,0 0-16,25 0 0,-25 0 0,24-25 0,-24 25 15,25 0-15,-25 0 0,0-25 0,25 25 0,-25-25 16,0 25-16,25-25 0,-25 25 0,0-24 0,0 24 0,0-25 16,0 0-16,0 25 0,-25-25 0,25 0 0,0 25 0,0-24 15,0 24-15,-25-25 0,25 25 0,0-25 16,0 25-16,-25 0 0,25-25 0,0 25 0,0 0 0,-24 0 15,24 0-15,0 0 0,0 0 0,0 0 0,-25-25 16,25 50-16,0-25 0,0 0 0,-25 0 0,25 0 0,0 0 16,0 0-16,-25 0 0,25 25 0,0-25 0,0 0 15,0 0-15,-25 0 0,25 0 0,0 25 0,0-25 0,0 0 16,0 0-16,0 0 0,0 0 0,0 0 0,0 0 15,0 0-15,0 0 0,0 0 0,0 0 0,-24 0 16,24 0-16</inkml:trace>
  <inkml:trace contextRef="#ctx0" brushRef="#br0" timeOffset="139468.9771">9922 9029 0,'0'0'0,"0"0"15,0-25-15,0 25 0,0 0 0,0 0 0,0 0 16,0 0-16,25 0 0,-25 0 0,0 0 0,0 0 0,24 0 15,-24 0-15,0 0 0,25 0 0,-25 0 0,25 0 16,-25 0-16,0 0 0,25 0 0,-25 25 0,0-25 0,0 0 16,0 0-16,0 25 0,0-25 0,0 0 0,0 0 0,0 25 15,-25-25-15,25 24 0,-25-24 0,0 0 0,25 25 16,-24-25-16,-1 0 0,0 25 0,0-25 0</inkml:trace>
  <inkml:trace contextRef="#ctx0" brushRef="#br0" timeOffset="141888.1155">10864 9227 0,'0'0'0,"0"0"0,0 0 0,0 0 0,0 0 16,0 0-16,0 0 0,0 0 0,0 0 0,0 0 15,0 0-15,0 0 0,0 0 0,0 0 0,0 0 0,0 0 16,25 0-16,-25 0 0,0 0 0,0 0 0,25 0 15,-25 0-15,0 0 0,0 0 0,25 0 0,-25-24 16,0 24-16,25 0 0,-25 0 0,0 0 0,24 0 0,-24 0 16,0 0-16,25 0 0,-25 0 0,0 0 0,25 0 15,-25 0-15,0 0 0,0 0 0,25 0 0,-25 0 16,0 0-16,0 0 0,0 0 0,0 0 0,0 0 0</inkml:trace>
  <inkml:trace contextRef="#ctx0" brushRef="#br0" timeOffset="142188.1327">10864 9550 0,'0'0'0,"0"0"0,0 0 0,0 0 0,0 0 15,0 0-15,0 0 0,0 0 0,0 0 0,0 0 0,25 0 16,-25 0-16,0 0 0,0 25 0,0-50 0,25 25 0,-25 0 15,0 0-15,25 0 0,-25 0 0,0 0 0,25 0 16,-25 0-16,24 0 0,-24 0 0,25 0 0,-25 0 0,25 0 16,-25 0-16,25 0 0,-25 0 0,25 0 0,-25 0 15,24 0-15,-24 0 0,25 0 0,-25 0 0,25 0 16,0 0-16</inkml:trace>
  <inkml:trace contextRef="#ctx0" brushRef="#br0" timeOffset="142905.1737">11832 9575 0,'0'0'0,"0"0"15,0 0-15,0 0 0,0 0 0,0 0 0,0 0 16,0 0-16,0 0 0,0 0 0,0 0 0,0 0 16,0 0-16,25-25 0,-25 25 0,0 0 0,0 0 0,0-25 15,24 25-15,-24 0 0,0 0 0,0-25 0,0 25 16,25-25-16,-25 25 0,0-24 0,0 24 0,25-25 0,-25 25 15,0-25-15,0 25 0,25-25 0,-25 25 0,0-25 16,0 25-16,0-24 0,0 24 0,0-25 0,0 25 0,0-25 16,0 25-16,0-25 0,0 25 0,-25 0 15,25 0-15,0-25 0,0 25 0,0 0 0,0 0 0,0 0 16,0 0-16,0 0 0,0 0 0,0 0 0,0 0 0,0 0 15,0 0-15,0 0 0,0 0 0,0 0 0,0 25 16,0-25-16,0 0 0,0 0 0,25 25 0,-25-25 16,0 0-16,0 0 0,25 25 0,-25-25 0,0 0 0,24 25 15,-24-25-15,0 24 0,25-24 0,-25 0 0,25 25 16,-25-25-16,25 25 0,-25-25 0,25 25 0,-25-25 0,24 0 15,-24 25-15,0-25 0,25 0 0,-25 24 0,0-24 16,0 0-16,25 25 0,-25-25 0,0 0 0,0 0 0,0 25 16,0-25-16,0 0 0,0 0 0,0 0 0,0 0 15,-25 25-15,25-25 0,0 0 0,0 0 0,0 0 16,-25 0-16,25 0 0,0 0 0,0 25 0,-24-25 0,24 0 15,0 0-15,-25 0 0,25 0 0,0 0 0,0 0 16,-25 0-16,25 0 0,0 0 0,0 0 0,0 0 0,0 0 16,0 0-16,0 0 0,0 0 0,-25-25 0,25 25 15,0 0-15,25 0 0,-25 0 0,0 0 0,0 0 16,0-25-16,0 25 0,25 0 0,-25 0 0,0 0 0,0-25 15</inkml:trace>
  <inkml:trace contextRef="#ctx0" brushRef="#br0" timeOffset="143481.2066">12526 9376 0,'0'0'0,"0"-25"15,0 25-15,0 0 0,-24 0 0,24 0 0,0-24 0,0 24 16,0 0-16,0 0 0,0-25 0,-25 25 0,25 0 15,0 0-15,0-25 0,0 25 0,0 0 0,-25 0 16,25-25-16,0 25 0,0 0 0,0 0 0,-25 0 0,25 0 16,0 0-16,0 0 0,0 0 0,-25 0 0,25 0 15,0 0-15,-24 0 0,24 0 0,0 0 0,0 0 16,-25 25-16,25-25 0,0 0 0,-25 0 0,25 25 0,0-25 15,0 25-15,-25-25 0,25 24 0,0 1 0,0-25 16,0 25-16,0-25 0,0 25 0,-25 0 0,25-25 0,0 24 16,25-24-16,-25 25 0,0-25 0,0 25 0,0-25 15,0 25-15,25-25 0,-25 0 0,0 25 0,0-25 0,25 0 16,-25 0-16,0 24 0,0-24 0,25 0 0,-25 0 15,0 0-15,0 0 0,24 0 0,-24 0 0,0 0 16,25 0-16,-25-24 0,0 24 0,0 0 0,0 0 0,25-25 16,-25 25-16,0 0 0,0-25 0,0 25 0,0 0 15,25-25-15,-25 25 0,0-25 0,-25 25 0,25 0 0,0-24 16,0 24-16,0-25 0,0 25 0,0-25 0,-25 25 15,25-25-15,0 25 0,0 0 0,-25-25 0,25 25 16,0-24-16,-24 24 0,24 0 0,0-25 0,0 25 0,-25-25 16,25 25-16,0 0 0,0 0 0,-25-25 0,25 25 15,0 0-15,0 0 0,0-25 0,0 25 0,0 0 0,0 0 16,0-24-16,0 24 0,0 0 0,0 0 0,25-25 15,-25 25-15,0 0 0,25 0 0,-25-25 0,0 25 16,24 0-16,1 0 0,-25-25 0,25 25 0,-25 0 0,25 0 16,-25 0-16,0 0 0,25 0 0,-25 0 0,24 0 15,-24 0-15,0 0 0,0 25 0,25-25 0,-25 0 0,0 0 16,0 0-16,0 25 0,0-25 0,0 0 0,0 25 15,0-25-15,0 0 0,0 0 0,25 24 0,-25-24 16,0 0-16,0 0 0,0 0 0,0 0 0,0 0 0,0 0 16</inkml:trace>
  <inkml:trace contextRef="#ctx0" brushRef="#br0" timeOffset="143655.2166">12750 8979 0,'0'0'0,"0"0"0,0 0 0,0 0 0,0 0 15,0 0-15,0 0 0,0 0 0,0 25 0,-25-25 16,25 0-16,0 25 0,0-25 0,0 25 0,0-25 0,0 25 15,-25-25-15,25 24 0,0-24 0,0 25 0,0 0 0,-25-25 16,25 25-16,0 0 0,0-25 0,0 24 0,0-24 16,0 25-16,0 0 0,0-25 0,0 25 0,0-25 15,0 25-15</inkml:trace>
  <inkml:trace contextRef="#ctx0" brushRef="#br0" timeOffset="144064.24">13345 9302 0,'0'0'0,"0"0"0,0-25 0,-25 25 0,25 0 16,0-25-16,-25 25 0,25-25 0,0 25 0,0 0 16,-24-24-16,24 24 0,0 0 0,0 0 0,-25 0 15,25 0-15,0-25 0,-25 25 0,25 0 0,0 0 0,0 0 16,0 25-16,-25-25 0,25 0 0,0 0 0,0 0 15,-25 24-15,25-24 0,0 0 0,0 25 0,0-25 0,0 25 16,-25-25-16,25 25 0,0-25 0,0 25 0,0-1 16,25-24-16,-25 25 0,0 0 0,0-25 0,0 25 15,0 0-15,25-25 0,-25 24 0,25-24 0,-25 25 0,0-25 16,25 25-16,-25-25 0,25 0 0,-25 25 0,24-25 0,-24 0 15,25 0-15,-25 0 0,25 0 0,-25 0 0,25 0 16,-25-25-16,25 25 0,-25 0 0,24 0 0,-24-25 16,25 25-16,-25-25 0,25 25 0,-25-24 0,25 24 0,-25-25 15,0 25-15,25-25 0,-25 0 0,0 25 0,0-25 16,0 25-16,0-24 0</inkml:trace>
  <inkml:trace contextRef="#ctx0" brushRef="#br0" timeOffset="144634.2726">13519 9252 0,'0'0'0,"0"0"0,0 0 16,0 0-16,0 0 0,0 0 0,0 0 0,0 0 15,0 0-15,0 0 0,0 0 0,0-25 0,0 25 0,0 0 16,0 0-16,0 0 0,0 0 0,0 0 0,0 0 0,0-24 15,24 24-15,-24 0 0,0 0 0,25-25 0,-25 25 16,0-25-16,25 25 0,-25 0 0,25-25 0,-25 25 16,25-25-16,-25 25 0,0-24 0,24 24 0,-24-25 0,25 0 15,-25 25-15,0-25 0,25 25 0,-25-25 0,0 25 16,0-25-16,0 25 0,0-24 0,0-1 0,0 25 0,0 0 15,0-25-15,0 25 0,0-25 0,-25 25 0,25 0 16,0-25-16,0 25 0,0 0 0,-25-24 0,25 24 0,0 0 16,-24 0-16,24 0 0,0 0 0,-25 0 0,25 0 15,0 0-15,-25 0 0,25 0 0,0 0 0,-25 0 16,25 0-16,0 24 0,0-24 0,-25 0 0,25 0 0,0 25 15,0-25-15,0 25 0,0-25 0,0 0 0,0 25 16,0 0-16,0-25 0,0 24 0,0-24 0,0 25 16,0 0-16,25-25 0,-25 25 0,0 0 0,0-25 0,0 25 15,25-1-15,-25 1 0,0-25 0,0 25 0,25 0 16,-25 0-16,0-25 0,0 24 0,0 1 0,0 0 0,25-25 15,-25 25-15,0-25 0,0 25 0,0-25 0,0 24 16,0-24-16,0 25 0,0-25 0,0 25 0,0-25 0,0 0 16,0 25-16,0-25 0,0 0 0,0 0 0,0 0 15,0 0-15,0 0 0,0 0 0,0 0 0,0 0 16,0 0-16,0 0 0,0-25 0,0 25 0,0 0 0,0 0 15,24-25-15,-24 25 0,0-25 0,0 25 0,0-24 16,25 24-16,-25-25 0,0 25 0,0-25 0,25 25 0,-25 0 16,0-25-16,0 25 0,0 0 0,0 0 0,25 0 15,-25 0-15,0 0 0,0 0 0,0 25 0,0-25 0,0 0 16,0 0-16,25 25 0,-25-25 0,0 25 0,0-25 15,0 0-15,0 24 0,0-24 0,0 25 0,0-25 16,0 25-16,0-25 0,0 0 0,0 25 0,0-25 0,0 0 16,0 25-16,0-25 0,0 0 0,0 0 0,0 24 15,0-24-15,0 0 0,0 0 0,0 0 0,0 0 16,0 0-16,24 0 0,-24 0 0,0 0 0,0 0 0,0 0 15,25 0-15,-25-24 0,25 24 0,-25 0 0,0 0 16</inkml:trace>
  <inkml:trace contextRef="#ctx0" brushRef="#br0" timeOffset="145609.3283">13990 9203 0,'0'0'0,"-25"0"16,25 0-16,0-25 0,0 25 0,0 0 0,0 0 0,0 0 16,0 0-16,-25 0 0,25 0 0,0 0 0,0 0 15,0 0-15,0 0 0,0 0 0,0 0 0,0 0 0,0 25 16,0-25-16,0 0 0,25 0 0,-25 24 0,0-24 15,0 25-15,0-25 0,0 25 0,0-25 0,0 25 16,0-25-16,0 25 0,0-1 0,0-24 0,25 25 0,-25-25 16,0 25-16,0-25 0,0 25 0,0 0 0,0-25 15,25 0-15,-25 24 0,0-24 0,0 25 0,0-25 0,24 0 16,-24 25-16,0-25 0,0 0 0,25 0 0,-25 0 15,0 0-15,0 0 0,25 25 0,-25-25 0,0-25 16,25 25-16,-25 0 0,0 0 0,25 0 0,-25 0 0,0 0 16,24-25-16,-24 25 0,0 0 0,25-25 0,-25 25 15,0 0-15,25-24 0,-25 24 0,0 0 0,25-25 0,-25 25 16,0-25-16,0 25 0,0-25 0,0 25 0,25 0 15,-25-25-15,0 25 0,0-24 0,0 24 0,-25-25 0,25 25 16,0 0-16,0-25 0,0 25 0,0 0 0,0-25 16,0 25-16,0 0 0,-25 0 0,25-25 0,0 25 15,0 0-15,0 0 0,0 0 0,-25 0 0,25-24 0,0 24 16,0 0-16,0 0 0,0 0 0,-25 0 0,25 0 15,0 0-15,0 0 0,0 0 0,0 0 0,-24 0 16,24 24-16,0-24 0,0 0 0,0 0 0,0 25 0,0-25 16,0 0-16,0 25 0,0-25 0,0 25 0,0-25 15,0 25-15,24-1 0,-24-24 0,0 25 0,0-25 0,0 25 16,25-25-16,-25 25 0,0-25 0,0 25 0,25-25 15,-25 24-15,0-24 0,0 0 0,0 25 0,25-25 0,-25 0 16,0 25-16,0-25 0,0 0 0,25 0 0,-25 0 16,0 0-16,0 0 0,24 0 0,-24 0 0,0 0 15,25 0-15,-25 0 0,0-25 0,25 25 0,-25 0 0,25-25 16,-25 25-16,0-24 0,25 24 0,-25 0 0,0-25 15,0 25-15,25-25 0,-25 25 0,0-25 0,0 0 16,0 25-16,0-24 0,24 24 0,-24-25 0,0 25 0,0 0 16,0-25-16,0 25 0,0-25 0,-24 25 0,24 0 15,0-25-15,0 25 0,0 0 0,0 0 0,0 0 0,0 0 16,0 0-16,0 0 0,0 0 0,0 0 0,0 0 15,0 0-15,0 0 0,0 0 0,0 0 0,0 0 16,0 0-16,-25 0 0,25 0 0,0 25 0,0-25 0,0 0 16,0 25-16,0-25 0,0 25 0,0-25 0,0 25 15,25-25-15,-25 24 0,0-24 0,0 25 0,0-25 0,0 25 16,0-25-16,24 25 0,-24-25 0,0 0 0,0 25 15,25-25-15,-25 24 0,0-24 0,0 0 0,25 25 0,-25-25 16,0 0-16,0 0 0,25 25 0,-25-25 0,0 0 16,25 0-16,-25 0 0,0 0 0,24 0 46,-24 0-14,0 0-32,25 0 0,-25-25 0,0 25 0,25 0 0,-25-25 0,0 25 0,0 0 0,25-24 0,-25 24 0,0-25 0,25 25 0,-25-25 0,0 25 0,0-25 0,0 25 0,0-25 0,0 25 0,0-24 0,0 24 0,0-25 0,0 25 0,0 0 0,0-25 0,0 25 0,0-25 0,0 25 15,0 0-15,0 0 0,0-25 0,0 25 0,0 0 0,0 0 16,0 0-16,0 0 0,0 0 62,0 0-62,0 0 16,0 0-16,0 0 0,0 0 0,0 25 0,0-25 0,0 0 0,0 25 0,0-25 0,0 25 0,0-25 0,0 25 0,0-25 0,0 24 0,0-24 0,0 25 0,0-25 0,24 25 0,-24-25 0,0 25 0,0-25 0,0 25 0,0-25 0,0 0 0,25 24 0,-25-24 0,0 0 0,0 0 15,25 25-15,-25-25 0,0 0 0,0 0 0,25 0 0,-25 0 16,0 0-16,0 0 0,25 0 0,-25 0 0,0-25 0,0 25 16,0 0-16,0 0 0,0-24 0,0 24 0,0-25 15,0 25-15,0-25 0</inkml:trace>
  <inkml:trace contextRef="#ctx0" brushRef="#br0" timeOffset="145851.3422">14436 9054 0,'-24'0'0,"24"0"15,0 0-15,0-25 0,-25 25 0,25 0 0,0-25 0,0 25 16,0 0-16,0-25 0,0 25 0,0-25 0,0 25 0,0 0 16,0-24-16,0 24 0,0 0 0,25 0 0,-25 0 15,0-25-15,0 25 0,0 0 0,24 0 0,-24 0 16,0 0-16,0 0 0,25 0 0,-25 0 0,0 0 0,25 25 15,-25-25-15,0 0 0,0 0 0,25 24 0,-25-24 16,0 0-16,0 25 0,25-25 0,-25 0 0,0 25 0,0-25 16,0 0-16,0 0 0,24 25 0,-24-25 0,0 0 15,0 0-15,0 0 0,0 0 0,0 0 0,0 0 16</inkml:trace>
  <inkml:trace contextRef="#ctx0" brushRef="#br0" timeOffset="146030.3524">14610 8855 0,'0'0'0,"25"0"0,-25 0 0,0 0 15,0 0-15,0 0 0,0 0 0,25 0 0,-25 25 16,0-25-16,24 0 0,-24 0 0,25 0 0,-25 0 0,25 0 16,0 0-16,-25 0 0,25 0 0,-1 0 0,-24 25 15,25-25-15,0 0 0,-25 0 0,25 0 0,-25 0 0,25 0 16,-25-25-16,24 25 0,-24 0 0,0 0 0,0 0 15,0 0-15,0 0 0</inkml:trace>
  <inkml:trace contextRef="#ctx0" brushRef="#br0" timeOffset="146227.3637">14114 8880 0,'0'0'0,"0"0"15,0 25-15,-25-25 0,25 0 0,0 0 0,0 0 16,0 0-16,0 0 0,0 0 0,0 0 0,0 0 15,25 0-15,-25 0 0,0-25 0,0 25 0,0 0 0,25 0 16,-25 0-16,0 0 0,0 0 0,24 0 0,-24 0 0,0 0 16,0 0-16,0 0 0,0 0 0,0 0 0,0 0 15</inkml:trace>
  <inkml:trace contextRef="#ctx0" brushRef="#br0" timeOffset="147192.4189">15726 9054 0,'0'0'0,"-25"0"0,25 0 0,0 0 0,0 0 16,0 0-16,-24 0 0,24 0 0,0 0 0,0 0 15,0 0-15,0 0 0,-25 0 0,25 0 0,0 0 0,0 0 16,0 0-16,0 0 0,0 0 0,0 0 0,0 0 15,-25 0-15,25 25 0,0-25 0,0 0 0,0 0 16,0 24-16,0-24 0,0 25 0,0-25 0,0 25 0,0-25 16,0 25-16,0-25 0,0 25 0,0-25 0,0 24 15,0-24-15,0 25 0,0 0 0,25-25 0,-25 25 0,0-25 16,0 25-16,0-25 0,0 24 140,124 26-140,-99-50 0,-25 0 0,0-25 0,24 25 0,-24 0 0,0-25 0,25 25 0,-25-24 0,0 24 0,25 0 16,-25-25-16,0 25 0,0-25 0,0 25 0,25-25 0,-25 25 0,0-25 0,0 25 0,0 0 0,0-24 0,0 24 15,0-25-15,0 25 0,0-25 0,0 25 0,-25-25 0,25 25 0,0 0 0,0-25 0,0 25 0,0 0 0,0 0 0,0-24 0,0 24 0,0 0 0,0 0 0,0 0 0,0 0 0,0 0 0,0 0 16,0 0-16,0 0 0,0 0 0,-25 24 0,25-24 0,0 0 0,0 0 0,0 25 0,0-25 0,0 25 16,0-25-16,0 25 0,0-25 0,25 25 0,-25-25 0,0 24 15,0-24-15,0 25 0,0-25 0,0 25 0,0-25 0,0 25 16,25 0-16,-25-25 0,0 0 0,0 24 0,0-24 15,25 25-15,-25-25 0,0 0 0,24 25 0,-24-25 0,25 0 16,-25 0-16,0 25 0,25-25 0,-25 0 0,25 0 16,-25 0-16,25 0 0,-25 0 0,24 0 0,-24 0 0,0-25 15,0 25-15,25 0 0,-25 0 0,0 0 0,0-25 16,25 25-16,-25 0 0,0-25 0,0 25 0,0 0 15,0-24-15,0 24 0,0-25 0,0 25 0,0-25 0,0 25 16,0-25-16,0 25 0,0-25 0,0 25 0,0-24 16,0-1-16,0 25 0,0-25 0,0 25 0,0 0 15,-25-25-15,25 25 0,0 0 0,25 0 0,-25 0 0,0 0 16,0 0-16,0 0 0,0 0 0,0 0 0,0 0 15,0 0-15,0 0 0,0 0 0,0 25 0,0-25 0,0 0 16,0 0-16,0 25 0,0-25 0,0 0 0,0 25 16,0-25-16,0 24 0,0-24 0,0 25 0,0-25 0,0 25 15,25-25-15,-25 25 0,0-25 0,0 25 0,0-25 16,0 24-16,0-24 0,0 25 0,0-25 0,25 25 15,-25-25-15,0 0 0,0 0 0,0 25 0,0-25 0,24 0 16,-24 0-16,0 0 0,0 0 0,25 0 0,-25 0 0,25 0 16,-25 0-16,25 0 0,-25 0 0,25 0 0,-25 0 15,24-25-15,-24 25 0,25 0 0,0 0 0,-25-25 16,25 25-16,-25 0 0,0 0 0,25-25 0,-25 25 15</inkml:trace>
  <inkml:trace contextRef="#ctx0" brushRef="#br0" timeOffset="147676.4466">16520 9252 0,'0'0'0,"0"0"0,0-25 0,0 25 0,0 0 16,-25-24-16,25 24 0,0 0 0,0-25 0,0 25 15,0 0-15,0-25 0,0 25 0,-25 0 0,25 0 16,0 0-16,0-25 0,0 25 0,0 0 0,0 0 0,0 0 0,0 0 16,-24 0-16,24 0 0,0 0 0,0 0 0,0 25 15,0-25-15,0 0 0,0 0 0,0 25 0,0-25 16,0 0-16,0 25 0,0-25 0,-25 24 0,25-24 0,0 25 15,0-25-15,0 25 0,25-25 0,-25 25 0,0-25 16,0 25-16,0-25 0,0 24 0,0 1 0,0-25 0,0 25 16,0-25-16,0 25 0,24-25 0,-24 25 0,0-25 15,0 0-15,0 24 0,0-24 0,25 0 0,-25 25 16,0-25-16,0 0 0,0 0 0,25 0 0,-25 0 15,0 0 48,0 0-63,25 0 0,-25 0 0,0 0 0,25 0 0,-25 0 0,0 0 0,0-25 0,24 25 0,-24 0 0,0-24 0,0 24 0,0-25 0,25 25 0,-25 0 0,0-25 0,0 25 0,0-25 0,0 0 0,0 25 0,0-24 0,0 24 0,0-25 0,0 25 0,0-25 0,0 25 0,-25-25 15,25 25-15,0 0 0,0-25 32,0 25-32,0 0 0,0 0 0,0-24 0,0 24 0,0 0 0,0 0 0,0 0 0,0 0 0,0 0 0,0 0 0,0 0 0,0 24 15,0-24-15,0 0 0,0 0 0,0 25 0,0-25 0,0 0 16,0 25-16,0-25 0,0 25 0,0-25 15,0 0-15,25 25 0,-25-25 0,0 24 0,0-24 0,0 25 16,0-25-16,0 0 0,0 25 0,25-25 0,-25 25 0,0-25 47,0 0-47,0 0 0,0 0 0,0 25 0,25-25 0,-25 0 0,0 0 0,0 0 0,0 0 0,0 0 0,0-25 0,25 25 0,-25 0 0,0 0 0,0 0 0,0-25 15,0 25-15,0 0 0,0-25 0,0 25 0,0-25 16</inkml:trace>
  <inkml:trace contextRef="#ctx0" brushRef="#br0" timeOffset="147908.4598">16594 8756 0,'25'0'15,"-25"0"-15,0 0 0,0 0 0,0 0 0,0 0 16,0-25-16,0 25 0,25 0 0,-25 0 0,0 0 0,0 0 15,25 0-15,-25 0 0,0 0 0,25 25 0,-25-25 16,0 0-16,24 0 0,-24 0 0,0 25 0,25-25 0,-25 0 16,0 25-16,0-25 0,0 24 0,0-24 0,0 0 15,0 25-15,0-25 0,-25 25 0,25-25 0,0 25 0,-24-25 16,24 25-16,-25-25 0,25 0 0,-25 24 0,25-24 15,-25 25-15,0-25 0,25 0 0,-24 0 0</inkml:trace>
  <inkml:trace contextRef="#ctx0" brushRef="#br0" timeOffset="148491.4932">17587 9004 0,'0'0'16,"0"0"-16,0 0 0,0 0 0,0 0 0,0 0 16,0 0-16,0 0 0,0 0 0,0 0 0,0 0 0,0 0 15,0 25-15,0-25 0,0 0 0,0 0 0,0 25 16,24-25-16,-24 0 0,0 25 0,0-25 0,0 24 15,0 1-15,0-25 0,0 25 0,25 0 0,-25-25 0,0 25 16,0-1-16,0 1 0,25-25 0,-25 25 0,0 0 0,0-25 16,0 25-16,0-1 0,0-24 0,0 25 0,0-25 15,0 25-15,0-25 0,0 25 0,25-25 0,-25 0 16,0 25-16,0-25 0,0 0 0,0 24 0,0-24 0,0 0 15,0 0-15,0 0 0,0 0 0,0 25 0,-25-25 16,25 0-16,0 0 0,0 0 0,0 0 0,0-25 0,0 25 16,0 0-16,0 0 0,0 0 0,25 0 0,-25-24 15,0 24-15</inkml:trace>
  <inkml:trace contextRef="#ctx0" brushRef="#br0" timeOffset="148803.511">17983 9178 0,'0'0'0,"-24"-25"0,24 25 0,0 0 0,0 0 16,0 0-16,0-25 0,-25 25 0,25 0 0,0 0 16,-25 0-16,25 0 0,-25 0 0,25 0 0,0 0 0,-25 0 15,25 0-15,0 0 0,-24 0 0,24 0 0,0 0 0,0 0 16,-25 0-16,25 25 0,0-25 0,0 0 0,0 25 15,-25-25-15,25 0 0,0 25 0,0-25 0,0 24 16,0 1-16,0-25 0,0 25 0,0-25 0,0 25 0,25 0 16,-25-25-16,0 24 0,0 1 0,0-25 0,0 25 15,0 0-15,25-25 0,-25 25 0,0-25 0,0 24 0,0-24 16,24 0-16,-24 25 0,0-25 0,0 0 0,25 0 15,-25 25-15,25-25 0,-25 0 0,0 0 0,25 0 16,0 0-16,-25 0 0,24 0 0,1-25 0,-25 25 0,25 0 16,0 0-16,0-25 0,-1 25 0,-24 0 0,25 0 15,0-24-15</inkml:trace>
  <inkml:trace contextRef="#ctx0" brushRef="#br0" timeOffset="149281.5384">18504 9178 0,'0'0'0,"0"-25"0,0 25 16,0 0-16,-25-25 0,25 25 0,0-25 0,0 25 15,-24 0-15,24 0 0,0-24 0,0 24 0,-25 0 0,25 0 16,0-25-16,-25 25 0,25 0 0,0 0 0,0 0 16,-25 0-16,25 0 0,0-25 0,0 25 0,-25 0 15,25 0-15,0 0 0,-24 25 0,24-25 0,0 0 0,0 0 16,-25 0-16,25 25 0,0-25 0,0 24 0,0-24 16,0 25-16,0 0 0,0-25 0,0 25 0,0 0 15,0-1-15,0-24 0,0 25 0,0 0 0,0 0 0,0 0 16,25-1-16,-25 1 0,0-25 0,0 25 0,0 0 15,24-25-15,-24 25 0,0-25 0,0 24 0,0-24 0,25 25 16,-25-25-16,0 0 0,0 25 0,25-25 0,-25 0 16,0 0-16,0 0 0,0 0 0,25 0 0,-25 0 0,0 0 15,0 0-15,25 0 0,-25 0 0,0-25 0,0 25 16,24 0-16,-24 0 0,0-25 0,0 25 0,25 0 15,-25-24-15,0 24 0,0-25 0,0 25 0,0 0 0,0-25 16,0 25-16,0-25 0,0 25 0,0-25 0,0 25 16,0 0-16,0-24 0,25 24 0,-25 0 0,0 0 0,0 0 15,0 0-15,0 0 0,0 0 0,0 0 0,0 0 16,0 0-16,0 0 0,0 24 0,0-24 0,0 0 0,0 0 15,0 25-15,0-25 0,0 25 0,0-25 0,0 0 16,0 25-16,0-25 0,0 25 0,0-25 0,0 24 16,0-24-16,0 0 0,0 25 0,0-25 0,25 0 0,-25 25 15,0-25-15,0 0 0,0 0 0,0 0 16,0 0-16,0 0 0,0 0 0,0 0 0,0 0 0,0 0 0,-25 0 15,25 0-15,0 0 0,0-25 0,0 25 0</inkml:trace>
  <inkml:trace contextRef="#ctx0" brushRef="#br0" timeOffset="149437.5473">18430 9376 0,'0'0'0,"0"0"0,0 0 0,0 0 0,0 0 0,0 0 15,0 0-15,0 0 0,0 0 0,0 0 0,0 0 16,0 0-16,25 0 0,-25 0 0,24 0 0,-24 0 16,25 0-16,-25 0 0,25-25 0,-25 25 0,25 0 0,-25 0 15,25 0-15,0 0 0,-25 0 0,24 0 0,1 0 16,-25-24-16,25 24 0,-25 0 0,25 0 0,0 0 15,-25 0-15,24-25 0,-24 25 0,25 0 0,-25 0 0</inkml:trace>
  <inkml:trace contextRef="#ctx0" brushRef="#br0" timeOffset="149841.5704">18852 9054 0,'0'0'0,"0"0"0,0 0 0,0 0 15,0 0-15,0 0 0,0 0 0,0-25 0,0 25 16,0 0-16,0 0 0,0 25 0,0-25 0,24 0 0,-24 0 15,0 0-15,0 25 0,0-25 0,0 0 0,0 24 16,25-24-16,-25 25 0,0-25 0,0 25 0,0 0 0,0-25 16,25 25-16,-25-1 0,0 1 0,0-25 0,0 25 15,25 0-15,-25-25 0,0 25 0,0-1 0,0-24 16,0 25-16,25-25 0,-25 25 0,0-25 0,0 0 0,0 25 15,0-25-15,0 0 0,24 25 0,-24-25 0,0 0 0,0 0 16,0 0-16,0 0 0,0 0 0,0 0 0,0-25 16,0 25-16,25 0 0,-25 0 0,0-25 0,0 25 15,25-25-15,-25 25 0,0-25 0,0 25 0,0-24 0,25 24 16,-25-25-16,0 0 0,0 25 0,0-25 0,0 25 15,25-25-15,-25 1 0,0 24 0,0-25 0,0 25 16,0-25-16,0 25 0,24-25 0,-24 25 0,0 0 0,0-25 16,0 25-16,0 0 0,0-24 0,25 24 0,-25 0 15,0 0-15,0-25 0,0 25 0,0 0 0,0 0 16,0 0-16,0-25 0,25 25 0,-25 0 0,0 0 0,0 0 15,0 0-15,0 0 0,0 0 0,0 0 0,0 0 16,0 25-16,0-25 0,0 0 0,0 0 0</inkml:trace>
  <inkml:trace contextRef="#ctx0" brushRef="#br0" timeOffset="150083.5843">19248 9079 0,'0'0'0,"0"0"0,0 0 0,0 0 0,0 0 0,0 0 16,0 0-16,0 0 0,0 0 0,0 0 0,0 0 15,0 0-15,0 0 0,0 0 0,0 0 0,0 0 16,0 0-16,0 24 0,0-24 0,0 0 0,0 25 0,25-25 15,-25 25-15,0-25 0,0 25 0,0-25 0,0 25 0,0-25 16,0 24-16,0 1 0,0-25 0,0 25 16,0 0-16,0 0 0,0-25 0,0 24 0,0-24 0,0 25 15,0-25-15,0 25 0,0-25 0,0 25 0,0-25 0,0 25 16,0-25-16,0 0 0,0 0 0,0 0 0,0 0 15,0 0-15,0 0 0,0 0 0,0 0 0,0 0 16,0 0-16,0-25 0,0 25 0,0 0 0,0-25 0,-25 25 16,25-25-16</inkml:trace>
  <inkml:trace contextRef="#ctx0" brushRef="#br0" timeOffset="150251.5939">19100 9054 0,'0'0'0,"0"0"0,0 0 0,0 0 0,0 0 0,0 0 15,0 0-15,24 0 0,-24-25 0,0 25 0,0 0 0,25 0 16,-25 0-16,25 0 0,-25 0 0,25 0 0,-25 0 15,25 0-15,-25 0 0,24 0 0,1 0 0,0 0 0,-25 0 16,25 0-16,0 0 0,-1 0 0,-24 0 0,25 25 16,0-25-16,0 0 0,-25 0 0,25 0 0,-25 0 0</inkml:trace>
  <inkml:trace contextRef="#ctx0" brushRef="#br0" timeOffset="151111.6431">20265 8930 0,'0'0'0,"0"0"0,0 0 0,0 0 0,0 0 0,0 0 15,0 0-15,0 0 0,0 0 0,0 0 0,0 0 0,0 0 16,0 0-16,0 0 0,0 0 0,0 0 0,0 0 16,0 0-16,0-25 0,0 25 0,0 0 0,0 0 15,0 25-15,0-25 0,0 0 0,0 0 0,0 24 16,25-24-16,-25 0 0,0 25 0,0 0 0,0-25 0,0 25 15,0 0-15,0 0 0,0-1 0,0-24 0,0 25 0,0 0 16,0 0-16,0 0 0,0-1 0,0 1 0,0 0 16,0 0-16,0 0 0,0-1 0,0-24 0,0 25 0,0 0 15,0-25-15,0 25 0,0 0 0,0-25 0,0 24 16,0-24-16,25 25 0,-25-25 0,0 0 0,0 25 15,-25-25-15,25 0 0,0 0 0,0 0 0,0 25 0,0-25 16,0 0-16,0 0 0,0 0 0,0-25 0,0 25 16,0 0-16,0 0 0,-25 0 0,25-25 0,0 25 15,0 0-15</inkml:trace>
  <inkml:trace contextRef="#ctx0" brushRef="#br0" timeOffset="151296.6536">20166 9327 0,'0'0'0,"0"0"15,0 0-15,0-25 0,0 25 0,0 0 0,0 0 16,0 0-16,0 0 0,0 0 0,0-25 0,25 25 15,-25 0-15,0 0 0,25 0 0,-25 0 0,25 0 0,-1 0 16,-24 0-16,25 0 0,0 0 0,-25 0 0,25 0 16,0 0-16,-1 0 0,-24 0 0,25 0 0,0 0 0,-25 0 15,25 0-15,0 25 0,-25-25 0,24 0 0,1 0 16,-25 25-16,25-25 0,0 0 0,-25 0 0,25 24 0</inkml:trace>
  <inkml:trace contextRef="#ctx0" brushRef="#br0" timeOffset="151780.6813">20762 9351 0,'0'0'0,"0"0"0,0-24 0,0 24 0,0 0 16,-25 0-16,25-25 0,0 25 0,0-25 0,-25 25 0,25 0 15,0 0-15,0-25 0,-25 25 0,25 0 0,0 0 16,-25-25-16,25 25 0,0 0 0,0 0 0,-25 0 0,25 0 15,0 0-15,0 0 0,0-24 0,-24 24 0,24 0 16,0 0-16,0 0 0,0 0 0,-25 24 0,25-24 16,0 0-16,0 0 0,-25 0 0,25 25 0,0-25 0,0 0 15,0 25-15,0-25 0,-25 25 0,25 0 0,0-25 16,0 24-16,0 1 0,0-25 0,0 25 0,0 0 0,0-25 15,0 25-15,25-25 0,-25 24 0,0-24 0,0 25 16,25-25-16,-25 0 0,0 25 0,25-25 0,-25 0 16,0 25-16,0-25 0,24 0 0,-24 0 0,0 0 0,25 0 15,-25 0-15,0 0 0,0 0 0,25-25 0,-25 25 16,0 0-16,25 0 0,-25-25 0,0 25 0,0 0 15,25-25-15,-25 25 0,0 0 0,0-24 0,0 24 0,25 0 16,-25-25-16,0 25 0,0 0 0,0-25 0,0 25 16,0-25-16,0 25 0,0 0 0,0-25 0,0 25 0,0 0 15,0 0-15,0-24 0,0 24 0,0 0 16,0 0-16,0 0 0,0 0 0,0 24 0,0-24 0,0 0 0,0 0 15,0 25-15,0-25 0,0 0 0,0 25 0,0-25 16,24 25-16,-24-25 0,0 25 0,0-25 0,0 0 0,0 24 16,25-24-16,-25 0 0,0 25 0,0-25 0,0 0 15,25 0-15,-25 25 0,0-25 0,25 0 0,-25 0 16,0 0-16,25 0 0,-25 0 0,24 0 0,-24 0 0,25 0 15,-25-25-15,25 25 0,-25 0 0,25 0 0,-25-25 16</inkml:trace>
  <inkml:trace contextRef="#ctx0" brushRef="#br0" timeOffset="153074.7553">21605 9401 0,'0'0'0,"0"0"0,0 0 0,0 0 0,0 0 15,0 0-15,25 0 0,-25 0 0,0 0 0,0 0 16,0 0-16,0 0 0,0-25 0,0 25 0,24 0 0,-24 0 15,0 0-15,25 0 0,-25-25 0,0 25 0,25 0 16,-25-24-16,0 24 0,25 0 0,-25-25 0,25 25 16,-25 0-16,25-25 0,-25 25 0,0-25 0,24 25 0,1-25 15,-25 25-15,25-24 0,-25 24 0,25-25 0,-25 25 16,25-25-16,-25 0 0,0 25 0,24-25 0,-24 25 15,25-24-15,-25 24 0,0-25 0,25 25 0,-25-25 0,0 25 16,25-25-16,-25 0 0,0 25 0,0-25 0,0 25 16,0-24-16,0 24 0,0-25 0,0 25 0,0 0 0,0-25 15,0 25-15,0-25 0,0 25 0,-25-25 0,25 25 16,0 0-16,-25-24 0,25 24 0,0 0 0,0 0 0,-25 0 15,25 0-15,-24 0 0,24 0 0,0 0 0,-25 0 16,25 0-16,0 0 0,-25 0 0,25 0 0,0 0 0,0 0 16,-25 0-16,25 0 0,0 0 0,0 0 0,0 24 15,0-24-15,-25 0 0,25 0 0,0 25 0,0-25 16,0 25-16,0-25 0,0 25 0,0-25 0,0 25 0,0-1 15,0 1-15,0-25 0,0 25 0,0 0 0,0 0 16,0 0-16,0-1 0,0 1 0,0-25 0,0 25 0,0 0 16,0 0-16,0-1 0,0 1 0,0-25 0,0 25 15,0 0-15,0 0 0,0-25 0,0 24 0,0-24 16,0 25-16,0-25 0,0 25 0,25-25 0,-25 25 0,0-25 15,0 0-15,0 25 0,0-25 0,0 0 0,0 24 16,0-24-16,0 0 0,25 0 0,-25 0 0,0 0 16,0 0-16,25 0 0,-25 0 0,25 0 0,-25 0 0,0 0 15,24 0-15,-24-24 0,25 24 0,-25 0 0,25 0 0</inkml:trace>
  <inkml:trace contextRef="#ctx0" brushRef="#br0" timeOffset="153846.7995">22151 9376 0,'0'0'0,"0"-25"0,0 25 0,0 0 16,0 0-16,0-24 0,0 24 0,0 0 0,0 0 0,0 0 15,-25-25-15,25 25 0,0 0 0,0 0 0,0-25 16,0 25-16,0 0 0,-25 0 0,25 0 0,0 0 0,0-25 16,0 25-16,-25 0 0,25 0 0,0 0 0,0 0 15,-25 0-15,25 25 0,0-25 0,0 0 0,-24 0 0,24 0 16,0 25-16,0-25 0,-25 0 0,25 25 0,0-25 15,0 0-15,-25 24 0,25-24 0,0 25 0,0-25 16,0 25-16,0-25 0,0 25 0,0-25 0,0 25 0,0-25 16,0 24-16,0-24 0,0 0 0,25 25 0,-25-25 0,0 0 15,0 25-15,0-25 0,0 0 0,0 25 0,25-25 16,-25 0-16,0 0 0,0 0 0,0 0 0,24 0 15,-24 25-15,0-25 0,0 0 0,0 0 0,25 0 0,-25 0 16,0-25-16,0 25 0,0 0 0,0 0 0,25 0 16,-25 0-16,0-25 0,0 25 0,0 0 0,25-25 0,-25 25 15,0 0-15,0-25 0,0 25 0,25 0 0,-25-24 16,0 24-16,0 0 0,0-25 0,0 25 0,0 0 15,0-25-15,0 25 0,0 0 0,0 0 0,0-25 0,0 25 16,0 0-16,0 0 0,0 0 0,0 0 0,0-25 16,0 25-16,0 0 0,0 0 0,0 0 0,0 0 0,0 0 15,0 0-15,0 25 0,0-25 0,0 0 0,0 0 16,0 0-16,0 25 0,0-25 0,0 25 0,0-25 15,0 0-15,0 25 0,0-25 0,0 24 0,0-24 0,0 0 16,0 25-16,0-25 0,0 25 0,24-25 0,-24 0 16,0 25-16,0-25 0,0 0 0,0 25 0,25-25 0,-25 0 15,0 0-15,0 0 0,25 0 0,-25 0 0,0 0 16,25 0-16,-25 0 0,0 0 0,25 0 0,-25 0 15,24 0-15,-24-25 0,0 25 0,25 0 0,-25-25 0,0 25 16,0 0-16,25-25 0,-25 25 0,0 0 0,0-25 16,0 25-16,0-24 0,0 24 0,0 0 0,0-25 0,0 25 15,0-25-15,0 25 0,0 0 0,0-25 0,0 25 16,0 0-16,0-25 0,-25 25 0,25 0 0,0-24 0,0 24 15,0 0-15,0 0 0,0 0 0,0 0 0,0 0 16,0 0-16,0 0 0,0 0 0,0 24 0,0-24 16,0 0-16,0 25 0,0-25 0,25 25 0,-25-25 0,0 25 15,0 0-15,0-25 0,0 24 0,0 1 0,0 0 16,0-25-16,0 25 0,0 0 0,0-1 0,0 1 0,0-25 15,0 25-15,0 0 0,0 0 0,0-25 0,0 24 16,0 1-16,0-25 0,0 25 0,0-25 0,0 25 16,25 0-16,-25-25 0,0 24 0,0-24 0,0 25 0,-25-25 15,25 0-15,0 25 0,0-25 0,0 0 0,0 25 16,0-25-16,0 0 0,0 25 0,0-25 0,0 0 15,0 0-15,-25 0 0,25 0 0,0 0 0,0 0 0,0 0 16,0 0-16,0 0 0,-25 0 0,25 0 0,0 0 0,0 0 16,0-25-16,0 25 0,0 0 0,0 0 0,0-25 15,0 25-15,0-25 0</inkml:trace>
  <inkml:trace contextRef="#ctx0" brushRef="#br0" timeOffset="154802.8542">22399 9401 0,'0'0'0,"0"0"0,0 0 0,0 0 0,0 0 0,0-25 16,-25 25-16,25 0 0,0 0 0,0 0 0,0 0 15,0 0-15,0-25 0,0 25 0,0 0 0,0 0 16,0 0-16,0 0 0,0-24 0,0 24 0,0 0 0,0 0 16,25 0-16,-25 0 0,0 0 0,0 0 0,0-25 15,0 25-15,0 0 0,24 0 0,-24 0 0,0 0 0,0 0 16,25 0-16,-25 0 0,0 0 0,0 0 0,25 0 15,-25 0-15,0 0 0,25 0 0,-25 0 0,0 0 0,25 25 16,-25-25-16,0 0 0,0 0 0,24 24 0,-24-24 16,0 0-16,0 25 0,0-25 0,0 0 0,0 25 0,0-25 15,0 0-15,0 25 0,0-25 0,0 0 0,0 0 16,0 25-16,-24-25 0,24 0 0,0 0 0,0 24 15,-25-24-15,25 0 0,0 0 0,0 0 0,-25 25 0,25-25 16,0 0-16,-25 0 0,25 0 0,-25 0 0,25 0 16,0 0-16,-24 0 0,24 0 0,0 0 0,-25 0 0,25 0 15,0 0-15,-25 0 0,25 0 0,0-25 0,0 25 16,0 0-16,-25 0 0,25 0 0,0-24 0</inkml:trace>
  <inkml:trace contextRef="#ctx0" brushRef="#br0" timeOffset="155028.8671">22051 9178 0,'0'0'0,"0"0"0,0-25 0,0 25 16,0 0-16,0 0 0,0 0 0,0-25 0,0 25 15,25 0-15,-25 0 0,0 0 0,25-25 0,-25 25 0,25 0 16,-25 0-16,25 0 0,-25 0 0,24 0 0,-24 0 0,25-24 15,-25 24-15,25 0 0,-25 0 0,25 0 0,-25 0 16,25 24-16,-25-24 0,0 0 0,24 0 0,-24 25 16,0-25-16,25 25 0,-25-25 0,0 25 0,0-25 0,0 25 15,0-1-15,0-24 0,0 25 0,0 0 0,0 0 16,0 0-16</inkml:trace>
  <inkml:trace contextRef="#ctx0" brushRef="#br0" timeOffset="155183.876">22126 9872 0,'0'0'0,"0"25"0,0-25 0,0 0 0,0 0 15,0 0-15,0 0 0,0 0 0,0 0 0,0 0 16,0 0-16,0 0 0,0 0 0,0 0 0,0 0 0,0 0 16,25 0-16,-25 0 0,0 0 0,0 0 0,0 0 15,0 0-15,0-25 0,0 25 0,24 0 0,-24 0 16,0 0-16</inkml:trace>
  <inkml:trace contextRef="#ctx0" brushRef="#br0" timeOffset="155790.9107">23490 9401 0,'0'0'0,"0"0"0,-25 0 0,25-25 15,0 25-15,0 0 0,-25-25 0,25 25 0,0 0 16,0-24-16,-24 24 0,24 0 0,0-25 0,0 25 15,-25 0-15,25 0 0,0 0 0,0-25 0,-25 25 0,25 0 16,0 0-16,0 0 0,0 0 0,-25 0 0,25 0 16,0 0-16,0 0 0,-25 0 0,25 0 0,0 0 0,-24 25 15,24-25-15,-25 0 0,25 0 0,0 25 0,-25-25 16,25 0-16,0 24 0,-25-24 0,25 25 0,0-25 0,-25 0 15,25 25-15,0-25 0,0 25 0,0-25 0,0 0 16,0 25-16,0-25 0,0 0 0,0 24 0,0-24 16,0 0-16,0 0 0,0 25 0,25-25 0,-25 0 0,0 0 15,25 0-15,-25 25 0,25-25 0,-25 0 0,25 0 16,-25 0-16,24 0 0,1-25 0,-25 25 0,25 0 15,-25 0-15,25 0 0,0-25 0,-25 25 0,24 0 0,-24-24 16,25 24-16,-25 0 0,25-25 0,-25 25 0,0-25 16,0 0-16,25 25 0,-25-25 0,0 1 0,0 24 0,0-25 15</inkml:trace>
  <inkml:trace contextRef="#ctx0" brushRef="#br0" timeOffset="156050.9256">23540 8830 0,'0'0'0,"0"-24"0,0 24 0,0 0 15,0 0-15,0 0 0,0-25 0,-25 25 0,25 0 16,0 0-16,0 0 0,0 0 0,0 25 0,0-25 0,0 0 15,0 0-15,0 24 0,25-24 0,-25 0 0,0 25 16,0 0-16,0-25 0,0 25 0,0 0 0,0-1 16,0 1-16,0-25 0,24 25 0,-24 0 0,0 0 15,0 0-15,0-1 0,0 1 0,0 0 0,0 0 0,0 0 16,0-1-16,0 1 0,0 0 0,0 0 0,0 0 0,0-25 15,0 24-15,0 1 0,0 0 0,0-25 0,0 25 16,0-25-16,0 25 0,0-25 0,0 24 0,0-24 16,0 0-16,0 25 0,0-25 0,0 0 0,0 0 0,0 0 15,0 0-15,0 0 0,0 0 0,0 0 0,0 0 16,0 0-16,0 0 0,0 0 0,25-25 0</inkml:trace>
  <inkml:trace contextRef="#ctx0" brushRef="#br0" timeOffset="156725.9642">23738 9277 0,'0'0'0,"0"-25"15,0 25-15,0 0 0,0 0 0,0 0 0,0 0 16,0 0-16,0 0 0,0 0 0,0 0 0,0 0 16,0 0-16,0 0 0,0 0 0,0 0 0,0 0 0,0 0 15,0 0-15,0 0 0,0 25 0,-25-25 0,25 0 16,0 25-16,0-25 0,0 0 0,0 25 0,0-25 15,0 24-15,0-24 0,0 25 0,0-25 0,0 0 0,0 25 16,0-25-16,0 25 0,0-25 0,0 25 0,0-25 0,0 0 16,0 24-16,25-24 0,-25 0 0,0 25 0,0-25 15,0 0-15,0 0 0,0 25 0,0-25 0,25 0 16,-25 0-16,0 0 0,0 0 0,0 0 0,25 0 0,-25 0 15,0 0-15,0 0 0,24 0 0,-24 0 0,0-25 16,0 25-16,0 0 0,25 0 0,-25-25 0,0 25 0,0-24 16,0 24-16,25 0 0,-25-25 0,0 25 0,0-25 15,0 25-15,0 0 0,0-25 0,0 25 0,0-25 0,0 25 16,0 0-16,0 0 0,0-24 0,0 24 0,0 0 15,0 0-15,25 0 0,-25 0 0,0-25 0,0 25 16,0 0-16,0 0 0,0 0 0,0 0 0,0 0 0,0 0 16,0 0-16,0 0 0,0 0 0,0 25 0,0-25 15,0 0-15,0 0 0,0 24 0,0-24 0,0 0 16,0 25-16,0-25 0,0 25 0,0-25 0,0 0 0,0 25 15,0-25-15,0 25 0,0-25 0,0 0 0,0 24 16,25-24-16,-25 0 0,0 25 0,0-25 0,-25 0 0,25 25 16,0-25-16,25 0 0,-25 0 0,0 0 0,0 25 15,0-25-15,0 0 0,0 0 0,0 0 0,0 0 0,0 0 16,0 0-16,0 0 0,0 0 0,0 0 0,0 0 15,25 0-15,-25 0 0,0-25 0,24 25 0,-24 0 16,25 0-16,-25-25 0,0 25 0,25 0 0,-25-25 0,25 25 16,-25 0-16,0-24 0,0 24 0,25 0 0,-25 0 15,0-25-15,0 25 0,0 0 0,0 0 0,0 0 0,0 0 16,0 0-16,0 0 0,0 0 0,0 0 0,0 0 15,0 0-15,0 25 0,0-25 0,0 0 0,0 0 0,0 0 16,24 24-16,-24-24 0,0 0 0,0 0 0,0 25 16,0-25-16,0 0 0,0 0 0,0 25 0,0-25 15,25 0-15,-25 0 0,0 25 0,0-25 0,0 0 0,0 0 16,25 0-16,-25 0 0,0 0 0,0 0 0,25 0 15,-25 0-15,0 0 0,25 0 0,-25 0 0,24 0 16,-24 0-16,25 0 0,-25-25 0,0 25 0,25 0 0,-25 0 16,25-25-16,-25 25 0,0-25 0,25 25 0,-25-24 15</inkml:trace>
  <inkml:trace contextRef="#ctx0" brushRef="#br0" timeOffset="157111.9863">24408 9029 0,'0'0'0,"0"0"0,0 0 0,0-25 15,0 25-15,0 0 0,0 25 0,0-25 0,0 0 0,0 0 16,0 0-16,0 25 0,0-25 0,0 25 0,0-25 15,0 24-15,0-24 0,0 25 0,0 0 0,0-25 16,0 25-16,0 0 0,0-1 0,0-24 0,0 25 0,0 0 16,0 0-16,0-25 0,0 25 0,0-1 0,0 1 15,0-25-15,0 25 0,0-25 0,0 25 0,0 0 0,0-25 16,0 24-16,-25-24 0,25 0 0,0 25 0,0-25 15,0 0-15,0 0 0,0 25 0,0-25 0,0 0 0,0 0 16,0 0-16,0 0 0,0 0 0,0 0 0,0 0 16,25 0-16,-25 0 0,0-25 0,0 25 0,0 0 15,25-25-15,-25 25 0,0 0 0,24-24 0,-24 24 0,0-25 16,25 25-16,-25-25 0,0 25 0,25-25 0,-25 25 0,0 0 15,0 0-15,0-25 0,25 25 0,-25 0 0,0 0 16,0 0-16,0 0 0,0 0 0,0 0 0,0 25 16,0-25-16,25 0 0,-25 0 0,0 25 0,0-25 15,0 0-15,0 25 0,0-25 0,0 25 0,0-25 0,0 24 16,0-24-16,0 25 0,0-25 0,0 0 0,0 25 15,0-25-15,0 0 0,0 25 0,0-25 0,0 0 0,0 0 16,0 25-16,0-25 0,0 0 0,0 0 0,0 0 16,-25 0-16,25 0 0,0 0 0,0 0 0</inkml:trace>
  <inkml:trace contextRef="#ctx0" brushRef="#br0" timeOffset="157337.9992">23937 9004 0,'0'0'0,"0"0"0,0-25 16,0 25-16,0 0 0,0 0 0,0 0 0,0 0 15,0-25-15,0 25 0,0 0 0,0 0 0,0 0 0,0 0 16,0 0-16,0 0 0,0 0 0,24 0 0,-24 0 15,0 0-15,0 0 0,0 0 0,0 0 0,0 0 16,0 0-16,0 0 0,0 0 0,0 0 0,0 0 0,0 0 16,0 25-16</inkml:trace>
  <inkml:trace contextRef="#ctx0" brushRef="#br0" timeOffset="157542.0109">23614 9897 0,'0'25'0,"0"-25"16,0 0-16,0 25 0,0-25 0,0 0 0,0 0 16,0 0-16,0 0 0,0 0 0,0 0 0,0 0 0,0 0 15,0 0-15,0 0 0,0 0 0,0 0 0,0-25 16,0 25-16,25 0 0,-25-25 0,-25 25 0,25-25 0,0 25 15,0-25-15</inkml:trace>
  <inkml:trace contextRef="#ctx0" brushRef="#br0" timeOffset="157733.0218">23316 9178 0,'0'0'16,"0"0"-16,0-25 0,0 25 0,0 0 0,0 0 15,25-25-15,-25 25 0,0 0 0,25 0 0,-25 0 0,0-25 16,25 25-16,0 0 0,-25 0 0,24 0 0,1 0 15,-25 0-15,25 0 0,0 0 0,0 0 0,-1 0 16,1 0-16,0 0 0,0 0 0,24 0 0,-24 0 0,0 25 16,0-25-16,0 0 0,-1 0 0</inkml:trace>
  <inkml:trace contextRef="#ctx0" brushRef="#br0" timeOffset="158127.0443">25053 8954 0,'0'0'0,"0"0"15,0 0-15,0 0 0,0 0 0,0 0 0,25 0 0,-25 0 16,0 0-16,0 25 0,0-25 0,0 0 0,0 25 15,0-25-15,0 25 0,0 0 0,0-25 0,0 25 16,0-1-16,0 1 0,0 0 0,0 25 0,0-26 0,0 1 16,0 0-16,0 0 0,0 24 0,0-24 0,0 0 15,0 0-15,0 0 0,0-1 0,0 1 0,0 0 0,0-25 16,0 25-16,0 0 0,0-1 0,0-24 0,-25 25 15,25-25-15,0 25 0,0-25 0,0 0 0,0 25 0,0-25 16,0 0-16,-25 0 0,25 0 0,0 0 0,0 0 16,-25-25-16,25 25 0,0 0 0,-25-25 0</inkml:trace>
  <inkml:trace contextRef="#ctx0" brushRef="#br0" timeOffset="158269.0524">24904 9451 0,'0'-25'0,"0"25"0,0 0 0,0-25 0,25 25 16,-25 0-16,0-25 0,0 25 0,0 0 0,0 0 16,25-25-16,-25 25 0,24 0 0,-24 0 0,25 0 0,-25 0 15,25 0-15,-25 0 0,25-24 0,0 24 0,-25 0 16,24 0-16,1 0 0,0 0 0,-25-25 0,25 25 15,0 0-15,-1 0 0,-24-25 0,25 25 0,-25 0 0,25 0 16,0-25-16,-25 25 0,0-25 0,25 25 0,-25 0 16</inkml:trace>
  <inkml:trace contextRef="#ctx0" brushRef="#br0" timeOffset="159462.1207">25326 8979 0,'0'0'0,"0"0"0,0 0 0,0-25 0,0 25 0,-25 0 0,25 0 0,0 25 0,0-25 0,0 0 0,0 0 0,0 0 0,0 25 0,0-25 0,0 0 0,0 25 0,25-25 0,-25 25 0,0 0 0,0-1 0,0-24 0,0 25 0,0 0 0,0 0 0,0 0 0,0-1 0,0 1 0,0 0 0,0 0 16,0 0-16,0-25 0,0 24 0,0 1 0,0 0 15,0-25-15,0 25 0,0 0 0,0-25 0,0 24 0,0-24 16,0 25-16,0-25 0,0 0 0,0 25 0,0-25 0,0 0 15,0 0-15,0 25 0,0-25 0,0 0 0,0 0 16,0 0-16,0 0 0,0 0 0,0 0 0,0 0 16,0-25-16,24 25 0,-24 0 0,0 0 0,0-25 0,0 25 15,25 0-15,-25-25 0,0 25 0,0-24 0,0 24 16,25-25-16,-25 25 0,0-25 0,0 25 0,0-25 0,25 25 15,-25 0-15,0-25 0,0 25 0,0-24 0,0 24 16,0 0-16,0 0 0,0 0 0,0 0 0,25-25 0,-25 25 16,0 0-16,0 0 0,0 0 0,0 0 0,0 0 15,0 0-15,0 0 0,0 0 0,0 0 0,0 0 16,-25 25-16,25-25 0,0 0 0,0 0 0,0 0 15,0 0-15,0 24 0,0-24 0,0 0 0,0 25 0,0-25 16,0 25-16,0-25 0,25 25 0,-25-25 0,0 25 16,0-25-16,0 24 0,0 1 0,0-25 0,0 25 0,24-25 15,-24 25-15,0-25 0,0 0 0,25 25 0,-25-25 16,0 0-16,0 24 0,25-24 0,-25 0 0,0 0 0,0 0 15,25 25-15,-25-25 0,0 0 0,0 0 0,0 0 16,0-25-16,25 25 0,-25 0 0,0 0 0,0 0 0,0-24 16,24 24-16,-24 0 0,0-25 0,0 25 0,0-25 15,0 25-15,0-25 0,25 25 0,-25-25 0,0 25 16,0-24-16,0 24 0,0-25 0,0 25 0,0-25 0,0 25 15,0-25-15,0 25 0,0-25 0,0 25 0,0-24 16,0 24-16,0 0 0,0 0 0,0-25 0,0 25 0,0 0 16,0 0-16,0 0 0,0 0 0,0 0 0,0 0 15,0 0-15,0 0 0,0 0 0,0 0 0,0 0 0,0 0 16,0 0-16,0 25 0,0-25 0,0 0 0,0 0 15,0 24-15,0-24 0,0 25 0,0-25 0,0 25 16,0-25-16,0 0 0,0 25 0,0-25 0,0 25 0,0-25 16,0 24-16,0-24 0,0 0 0,0 25 0,0-25 15,25 0-15,-25 0 0,0 25 0,0-25 0,0 0 16,0 0-16,0 0 0,0 25 0,0-25 0,0 0 0,0 0 15,0 0-15,0 0 0,0 0 0,0 0 0,0 0 16,0 0-16,25 0 0,-25 0 0,0 0 0,0 0 0,0 0 16,25-25-16,-25 25 0,0 0 0,24-25 0,-24 25 15,0 0-15,0-25 0,25 25 0,-25-24 0,0 24 0,25-25 16,-25 25-16,0 0 0,0-25 0,0 25 0,0-25 15,0 25-15,0 0 0,0 0 0,0-25 0,25 25 16,-25 0-16,0 0 0,0 0 0,0 0 0,0 0 0,-25 0 16,25 0-16,0 0 0,0 0 0,0 0 0,0 0 15,0 0-15,0 0 0,0 0 0,0 0 0,0 25 0,0-25 16,0 0-16,0 25 0,0-25 0,0 0 0,0 25 15,0-25-15,0 0 0,0 25 0,0-25 0,0 24 0,0-24 16,0 25-16,0-25 0,0 0 0,0 25 0,0-25 16,25 25-16,-25-25 15,0 0-15,0 25 0,0-25 0,0 0 0,0 24 0,0-24 0,25 0 0,-25 0 16,0 0-16,0 0 0,24 0 0,-24 0 0,0 0 0,0 0 15,25 0-15,-25 0 0,0 0 0,25 0 0,-25 0 16,25 0-16,-25-24 0,25 24 0,-25 0 0,0 0 0,25-25 16,-25 25-16,24 0 0,-24 0 0,0-25 0,0 25 15,25 0-15,-25-25 0,0 25 0,25-25 0,-25 25 0,0 0 16,0-24-16,0 24 0,0-25 0,0 25 0,0-25 15,0 25-15,0 0 0,0-25 0,0 25 0,0 0 0,0-25 16,-25 25-16,25 0 0,0 0 0,0 0 0,0-24 16,0 24-16,0 0 0,0 0 0,0 0 0,-25 0 15,25 0-15,0 0 0,0 0 0,0 0 0,0 0 0,0 0 16,0 24-16,0-24 0,0 0 0,0 0 0,0 0 15,0 25-15,0-25 0,0 0 0,0 25 0,0-25 0,0 25 16,0-25-16,0 25 0,0-25 0,0 24 0,0-24 16,0 25-16,0-25 0,0 25 0,0-25 0,0 25 15,0-25-15,0 0 0,0 25 0,0-25 0,0 24 0,0-24 16,0 0-16,0 0 0,25 25 0,-25-25 0,0 0 15,0 0-15,0 0 0,0 25 0,25-25 0,-25 0 0,0 0 16,25 0-16,-25 0 0,25 0 0,-25 0 0,24-25 16,-24 25-16,25 0 0,0 0 0,-25 0 0,25 0 15,-25-25-15,25 25 0,-25 0 0</inkml:trace>
  <inkml:trace contextRef="#ctx0" brushRef="#br0" timeOffset="159780.1389">25846 9029 0,'0'0'0,"0"-25"0,0 25 0,0 0 15,0 0-15,0 0 0,0 0 0,0 0 0,0 0 16,25 0-16,-25 0 0,0 0 0,0 0 0,0 0 16,25 0-16,-25 0 0,0 0 0,0 0 0,25 0 0,-25 0 15,25 25-15,-25-25 0,0 0 0,0 0 0,25 25 16,-25-25-16,0 0 0,0 25 0,0-25 0,0 24 0,0-24 15,0 0-15,0 25 0,0-25 0,0 0 0,0 25 16,-25-25-16,25 0 0,0 25 0,0-25 0,-25 0 16,25 25-16,0-25 0,-25 0 0,25 0 0,0 0 15,0 0-15,0 0 0,0 0 0,0 0 0,-25 0 0</inkml:trace>
  <inkml:trace contextRef="#ctx0" brushRef="#br0" timeOffset="159947.1484">26169 8756 0,'0'0'0,"0"25"16,0-25-16,0 0 0,0 0 0,-25 25 0,25-25 16,0 24-16,0-24 0,-25 0 0,25 25 0,0 0 0,0-25 15,-24 25-15,24-25 0,0 25 0,0-25 0,0 24 16,-25-24-16,25 25 0,0-25 0</inkml:trace>
  <inkml:trace contextRef="#ctx0" brushRef="#br0" timeOffset="160791.1967">27037 9252 0,'0'0'16,"0"-25"-16,0 25 0,0 0 0,0-24 0,-25 24 16,25 0-16,0-25 0,0 25 0,0 0 0,0-25 0,-25 25 15,25 0-15,0 0 0,0 0 0,0-25 0,-24 25 16,24 0-16,0 0 0,0 0 0,0 0 0,-25 0 15,25 0-15,0 25 0,0-25 0,0 0 0,-25 0 0,25 25 16,0-25-16,0 25 0,0-25 0,0 24 0,0 1 16,0-25-16,0 25 0,0 0 0,0 0 0,0-25 15,0 24-15,0 1 0,0-25 0,0 25 0,25 0 0,-25-25 16,0 25-16,0-25 0,25 0 0,-25 24 0,0-24 15,0 25-15,24-25 0,-24 0 0,0 0 0,0 0 0,25 0 16,-25 25-16,25-25 0,-25-25 0,0 25 0,25 0 16,-25 0-16,0 0 0,25 0 0,-25-25 0,0 25 0,25 0 15,-25-24-15,24 24 0,-24-25 0,0 25 0,25-25 16,-25 25-16,0-25 0,25 25 0,-25-25 0,0 25 15,25-24-15,-25 24 0,0-25 0,25 25 0,-25-25 0,0 0 16,0 25-16,0-25 0,0 25 0,0 0 0,0-24 16,0 24-16,24 0 0,-24 0 0,0-25 0,0 25 0,0 0 15,0 0-15,-24 0 0,24 0 0,0 0 0,0 0 16,0 0-16,0 0 0,0 0 0,0 25 0,0-25 15,-25 0-15,25 24 0,0-24 0,0 0 0,0 25 0,0-25 16,-25 25-16,25-25 0,0 25 0,0-25 0,0 25 16,0-25-16,0 24 0,0-24 0,0 25 0,0-25 0,0 25 15,0-25-15,25 25 0,-25-25 0,0 0 0,0 0 16,0 25-16,0-25 0,0 0 0,0 0 0,25 0 15,-25 0-15,0 0 0,0 0 0,0 0 0,24 0 0,-24-25 16,0 25-16,0 0 0,25 0 0,-25-25 0,0 25 0,0 0 16,25-25-16,-25 25 0,0 0 0,0-25 0,0 25 15,0-24-15,0 24 0,0 0 0,0-25 0,0 25 16,0 0-16,0-25 0,0 25 0,0-25 0,0 25 0,0 0 15,0 0-15,0-25 0,0 25 0,0 0 0,-25 0 16,25-24-16,0 24 0,0 0 0,0 0 0,0 0 0,0-25 16,0 25-16,0 0 0,0 0 0,0-25 0,0 25 15,0 0-15,0-25 0,0 25 0</inkml:trace>
  <inkml:trace contextRef="#ctx0" brushRef="#br0" timeOffset="160981.2076">27682 8756 0,'0'0'0,"0"0"0,0 0 16,0 0-16,0 0 0,0 0 0,0 0 0,0 25 0,-25-25 16,25 0-16,0 0 0,0 25 0,0-25 0,-25 24 15,25-24-15,0 25 0,0-25 0,-24 25 0,24 0 0,0-25 16,0 25-16,0-1 0,-25-24 0,25 25 0,0-25 15,0 25-15,0 0 0,0-25 0,-25 25 0</inkml:trace>
  <inkml:trace contextRef="#ctx0" brushRef="#br0" timeOffset="161922.2614">28153 9599 0,'-24'0'0,"24"0"16,0 0-16,0 0 0,0 0 0,0 0 0,0 0 15,0 0-15,0 0 0,0 0 0,0 0 0,0-24 0,0 24 16,0 0-16,24-25 0,-24 25 0,0 0 0,25-25 16,-25 25-16,0-25 0,25 25 0,-25-25 0,0 25 0,25-24 15,-25 24-15,0-25 0,25 0 0,-25 25 0,0-25 16,24 0-16,-24 1 0,0 24 0,0-25 0,25 0 15,-25 25-15,0-25 0,25 0 0,-25 25 0,0 0 0,0-24 16,25 24-16,-25 0 0,0 0 0,0 0 0,25 0 0,-25 0 16,0 0-16,0 0 0,24 0 0,-24 0 0,0 24 15,25-24-15,-25 25 0,0-25 0,25 25 0,-25-25 16,0 25-16,25-25 0,-25 25 0,25-25 0,-25 24 15,0-24-15,24 25 0,-24 0 0,0-25 0,25 25 0,-25-25 16,0 25-16,0-25 0,0 24 0,25-24 0,-25 25 16,0-25-16,0 25 0,0-25 0,0 0 0,0 25 0,-25-25 15,25 0-15,0 25 0,0-25 0,-25 0 0,25 0 16,0 0-16,0 0 0,-24 24 0,24-24 0,0 0 15,0 0-15,0 0 0,-25 0 0,25 0 0,0 0 0,0 0 16,0 0-16,-25 0 0,25 0 0,0-24 0,0 24 0,0 0 16,0 0-16,0 0 0,0-25 0,0 25 15,25 0-15,-25-25 0,0 25 0,25 0 0,-25-25 0,24 25 16,-24-25-16,25 25 0,-25 0 0,25-24 0,0 24 0,-25-25 15,25 25-15,-1 0 0,-24-25 0,25 25 0,-25 0 16,25 0-16,-25 0 0,0 0 0,25-25 0,-25 25 0,0 0 16,0 0-16,0 0 0,0 0 0,25-25 0,-25 25 15,0 0-15,0 0 0,0-24 0,0 24 0,-25 0 16,25 0-16,0 0 0,0-25 0,0 25 0,0 0 0,0 0 15,0 0-15,0 0 0,0 0 0,0 0 0,-25 0 16,25 0-16,0 0 0,0 0 0,-25 25 0,25-25 0,0 0 16,0 24-16,-25-24 0,25 25 0,0-25 0,-24 25 15,24-25-15,0 25 0,0-25 0,0 25 0,0-25 16,0 0-16,0 24 0,0-24 0,0 25 0,0-25 0,0 0 15,0 25-15,0-25 0,0 0 0,0 0 0,0 25 16,24-25-16,-24 0 0,0 0 0,0 0 0,0 0 0,0 0 16,25 0-16,-25 0 0,0 0 0,0 0 0,0-25 15,0 25-15,0 0 0,25 0 0,-25-25 0,0 25 0,0 0 16,0-25-16,0 25 0,0-24 0,0 24 0,0-25 15,0 25-15,0-25 0,-25 25 0,25-25 0,0 0 16,0 25-16,0-24 0,-25-1 0,25 25 0,0-25 0,0 0 16,-24 25-16,24-25 0,0 25 0,0 0 0,0-24 15,0 24-15,0 0 0,0 0 0,0-25 0,0 25 16,0 0-16,0 0 0,24 0 0,-24 0 0,0 0 0,25 0 15,-25 0-15,25 0 0,-25 0 0,25 0 0,-25 0 16,25 0-16,-1 0 0,-24 0 0,25 0 0,-25 0 0,25 0 16,-25 0-16,25 0 0,-25 0 0,0 0 0,25 0 15,-25 0-15,0 0 0,24 0 0,-24 25 0,0-25 0,0 0 16,0 0-16,0 0 0,0 0 0,0 0 0,0 0 15,0 0-15,0 0 0,0 0 0,0 0 0,0 0 16,0 0-16</inkml:trace>
  <inkml:trace contextRef="#ctx0" brushRef="#br0" timeOffset="162095.2713">29121 8954 0,'0'0'0,"0"0"0,0 0 0,0 0 15,0 0-15,0 25 0,-25-25 0,25 0 0,0 0 0,0 25 16,0-25-16,0 0 0,0 25 0,-25-25 15,25 25-15,0-25 0,0 25 0,0-25 0,0 0 0,-25 24 16,25-24-16,0 25 0,0-25 0,0 25 0,-25-25 0,25 0 16,0 25-16</inkml:trace>
  <inkml:trace contextRef="#ctx0" brushRef="#br0" timeOffset="162731.3077">29691 8657 0,'0'0'0,"0"-25"0,0 25 0,-25 0 0,25 0 16,0 0-16,0-25 0,0 25 0,0 0 0,0 0 15,0 0-15,0 0 0,0 25 0,0-25 0,0 0 0,0 25 16,0-25-16,0 25 0,0-1 0,-24-24 0,24 25 0,0 0 16,0 0-16,0 0 0,0-1 0,0 1 15,0 0-15,0 0 0,0 0 0,0-1 0,0 1 0,0 0 16,0 0-16,0 0 0,0 0 0,0-25 0,0 24 0,0 1 15,0 0-15,0 0 0,0-25 0,0 25 0,0-1 16,0-24-16,0 25 0,0-25 0,0 25 0,0-25 0,0 25 16,-25-25-16,25 0 0,0 0 0,0 0 0,0 25 15,0-25-15,0 0 0,0 0 0,0 0 0,0 0 0,25-25 16,-25 25-16,0 0 0,0 0 0,0-25 0,0 25 15,0 0-15,0-25 0,0 25 0,0-25 0,24 25 16,-24-24-16,0 24 0,0-25 0,25 0 0,-25 25 0,0-25 16,25 25-16,-25-25 0,0 25 0,0 0 0,25-24 15,-25 24-15,0 0 0,0 0 0,0 0 0,25 0 16,-25 0-16,0 0 0,0 0 0,0 0 0,24 0 0,-24 0 15,0 24-15,0-24 0,0 0 0,25 25 0,-25-25 16,0 25-16,0-25 0,0 25 0,0-25 0,0 25 0,0-1 16,0-24-16,0 25 0,0-25 0,0 25 0,0 0 15,0-25-15,0 25 0,0-25 0,0 24 0,0-24 0,0 0 16,0 25-16,0-25 0,0 25 0,0-25 0,0 0 15,0 0-15,0 25 0,0-25 0,0 0 0,0 0 16,0 0-16,0 0 0,0 0 0,0 0 0,25 0 0,-25 0 16,0 0-16,25 0 0,-25 0 0,0 0 0,25-25 15</inkml:trace>
  <inkml:trace contextRef="#ctx0" brushRef="#br0" timeOffset="163601.3574">30088 9302 0,'0'0'0,"0"-25"0,0 25 0,25 0 15,-25-25-15,0 25 0,0 0 0,-25-25 0,25 25 0,0-24 16,0 24-16,0 0 0,0-25 0,0 25 0,0 0 15,0-25-15,-25 25 0,25 0 0,0 0 0,0 0 16,0 0-16,-25-25 0,25 25 0,0 0 0,-24 25 0,24-25 16,0 0-16,-25 0 0,25 0 0,0 25 0,-25-25 15,25 0-15,0 25 0,-25-25 0,25 0 0,0 24 0,0-24 16,0 25-16,-25-25 0,25 25 0,0 0 0,0-25 15,0 25-15,0-25 0,0 24 0,0 1 0,0-25 0,0 25 16,25-25-16,-25 25 0,0-25 0,0 25 0,0-25 16,0 0-16,25 24 0,-25-24 0,0 0 0,0 0 15,0 25-15,25-25 0,-25 0 0,0 0 0,0 0 0,25 0 16,-25 0-16,0 0 0,0 0 0,24 0 0,-24 0 15,0-25-15,25 25 0,-25 0 0,0 0 0,25-24 0,-25 24 16,0-25-16,25 25 0,-25 0 0,0-25 0,25 25 16,-25-25-16,0 25 0,0-25 0,0 1 0,0 24 15,0-25-15,0 25 0,0-25 0,0 25 0,0-25 0,0 25 16,0 0-16,0 0 0,0-25 0,0 25 0,0 0 15,0 0-15,0 0 0,0 0 0,0 0 0,0 0 0,0 0 16,0 25-16,0-25 0,0 0 0,0 25 0,0-25 16,0 0-16,0 25 0,0-25 0,0 25 0,0-25 15,0 24-15,0 1 0,0-25 0,-25 25 0,25-25 0,0 25 16,0-25-16,0 25 0,0-25 0,0 0 0,25 24 15,-25-24-15,0 0 0,0 25 0,0-25 0,0 0 0,0 0 16,0 0-16,24 0 0,-24 0 0,0 0 0,25 0 16,-25 0-16,0 0 0,25 0 0,-25 0 0,0 0 15,25 0-15,-25-25 0,0 25 0,25 0 0,-25-24 0,0 24 16,0-25-16,25 25 0,-25-25 0,0 25 0,0-25 15,0 0-15,0 25 0,0-24 0,0-1 0,0 25 0,0-25 16,0 25-16,0-25 0,0 25 0,0-25 0,0 25 16,0 0-16,0-24 0,0 24 0,0 0 0,0 0 15,0 0-15,0 0 0,0 24 0,0-24 0,0 0 0,0 25 16,0-25-16,0 0 0,0 25 0,0-25 0,0 25 15,0 0-15,0-25 0,0 24 0,0-24 0,0 25 0,0-25 16,0 25-16,0-25 0,0 25 0,0-25 0,0 0 16,0 25-16,0-25 0,0 24 0,24-24 0,-24 0 0,0 0 15,0 25-15,0-25 0,0 0 0,0 0 0,0 0 16,0 0-16,0 0 0,0 0 0,0 0 0,0 0 15,0 0-15,0 0 0,0 0 0,0 0 0,0-25 0,0 25 16,0 0-16,0 0 0,25-24 0,-25 24 0,0-25 0,0 25 16,0-25-16,25 25 0,-25-25 0,0 0 0,0 25 15,0-24-15,25 24 0,-25-25 0,0 25 0,25-25 16,-25 25-16,0 0 0,0 0 0,0 0 0,24 0 15,-24 0-15,0 0 0,0 0 0,0 0 0,0 25 0,0-25 16,0 0-16,0 25 0,25-25 0,-25 0 0,0 24 16,0-24-16,0 25 0,0-25 0,0 25 0,0-25 0,0 25 15,0-25-15,0 0 0,0 25 0,0-25 0,0 24 16,0-24-16,25 0 0,-25 25 0,0-25 0,0 0 15,0 25-15,0-25 0,25 0 0,-25 0 0,0 25 0,25-25 16,-25 0-16,0 0 0,24 0 0,-24 0 0,25 0 0,-25 0 16,25 0-16,-25 0 0,25 0 0,-25 0 0,25 0 15,-25-25-15,24 25 0,-24 0 0,25 0 0</inkml:trace>
  <inkml:trace contextRef="#ctx0" brushRef="#br0" timeOffset="164070.3843">30783 9302 0,'0'0'0,"0"0"16,0-25-16,0 25 0,-25 0 0,25-25 0,0 25 15,0 0-15,0 0 0,0 0 0,0 0 0,0 0 0,0 0 16,-25 0-16,25 0 0,0 0 0,0 0 0,0 25 15,-25-25-15,25 0 0,0 25 0,0-25 0,0 0 0,0 25 16,-25-25-16,25 24 0,0-24 0,0 25 0,0-25 16,0 25-16,0-25 0,0 25 0,0-25 0,0 0 15,0 25-15,25-25 0,-25 0 0,0 24 0,0-24 0,0 0 16,25 25-16,-25-25 0,0 0 0,0 0 0,25 0 15,-25 0-15,0 0 0,25 25 0,-25-25 0,0-25 0,24 25 16,-24 0-16,0 0 0,25 0 0,-25 0 0,0-25 0,0 25 16,25 0-16,-25-24 0,0 24 0,0-25 0,0 25 15,0 0-15,0-25 0,0 25 0,0-25 0,0 25 16,0-25-16,-25 25 0,25-24 0,0 24 0,0 0 0,0-25 15,0 25-15,0 0 0,0 0 0,0 0 0,-25 0 16,25 0-16,0 0 0,0 25 0,0-25 0,0 24 0,0-24 16,0 25-16,0-25 0,0 25 0,-24-25 0,24 25 0,0 0 15,0-1-15,0-24 0,0 25 0,0 0 0,24-25 16,-24 25-16,0 0 0,0-25 0,0 24 0,0-24 15,0 25-15,0 0 0,0-25 0,0 25 0,0-25 0,0 25 16,0-25-16,0 24 0,0 1 0,0-25 0,0 0 0,0 25 16,0-25-16,-24 0 0,24 25 0,0-25 0,0 0 15,0 0-15,-25 0 0,25 0 0,0 25 0,-25-25 0,25 0 16,0 0-16,-25 0 0,25 0 0,-25 0 0,25-25 15,-24 25-15,24 0 0,0 0 0,-25 0 0,25 0 0,0 0 16,-25-25-16,25 25 0,0 0 0,-25 0 0,25 0 16,0-25-16,0 25 0,-25 0 0,25-25 0,0 25 0,0-24 15,0 24-15,-24-25 0,24 25 0,0-25 0</inkml:trace>
  <inkml:trace contextRef="#ctx0" brushRef="#br0" timeOffset="164253.3947">30485 8855 0,'0'0'0,"0"0"0,0-25 0,0 25 16,0 0-16,0 0 0,0 0 0,0 0 0,0 0 0,25 0 16,-25-24-16,25 24 0,-25 0 0,24 0 0,1 0 15,0 0-15,0 0 0,0 0 0,-1 24 0,1-24 0,0 0 16,0 0-16,24 0 0,-24 0 0,0 0 0,25 0 15,-26 25-15,1-25 0,0 0 0</inkml:trace>
  <inkml:trace contextRef="#ctx0" brushRef="#br0" timeOffset="165938.4911">4242 10716 0,'0'0'16,"0"0"-16,0 0 0,0 0 0,0 0 0,0-25 0,0 25 15,0 0-15,-25 0 0,25 0 0,0 0 0,0 0 16,0 0-16,0 0 0,0 0 0,0 0 0,0-25 0,0 25 15,0 0-15,0 0 0,0 0 0,0 0 0,0 0 16,0 0-16,0 0 0,0 0 0,0 0 0,0 0 16,0 0-16,0 0 0,0 0 0,-25 0 0,25 0 0,0 0 15,0 0-15,0 25 0,0-25 0,0 0 0,-25 0 0,25 0 16,0 0-16,0 0 0,-25 25 0,25-25 0,0 0 15,0 24-15,-24-24 0,24 0 0,0 25 0,-25-25 16,25 25-16,0 0 0,0-25 0,0 25 0,-25-25 0,25 24 16,0 1-16,0-25 0,25 25 0,-25-25 0,0 25 15,0-25-15,0 25 0,25-25 0,-25 24 0,0-24 0,24 0 16,-24 25-16,25-25 0,-25 0 0,0 25 0,25-25 15,0 0-15,-25 0 0,25 0 0,-25 0 0,24 0 16,-24 0-16,25 0 0,0 0 0,-25-25 0,25 25 16,0 0-16,-25-25 0,24 25 0,-24 0 0,25-24 0,0 24 15,-25-25-15,25 25 0,-25 0 0</inkml:trace>
  <inkml:trace contextRef="#ctx0" brushRef="#br0" timeOffset="167422.576">4490 10864 0,'0'0'0,"0"25"0,0-25 15,-25 0-15,25 0 0,0 0 0,0 0 0,0 0 0,0 0 16,0 0-16,0 0 0,0 0 0,0 0 0,0 0 15,0 0-15,0 0 0,0 0 0,0 0 0,0 0 0,0 0 16,0 0-16,0 0 0,25-25 0,-25 25 0,0 0 16,0 0-16,24-24 0,-24 24 0,0 0 0,25-25 15,-25 25-15,0-25 0,25 25 0,-25-25 0,0 25 0,25-25 16,-25 25-16,25-24 0,-25 24 0,0-25 0,24 25 15,-24-25-15,0 25 0,25-25 0,-25 25 0,0-25 16,0 25-16,25-24 0,-25 24 0,0-25 0,0 25 0,0-25 16,0 25-16,0 0 0,0-25 0,0 25 0,0 0 15,0 0-15,0-25 0,0 25 0,0 0 0,-25 0 0,25 0 16,0-24-16,0 24 0,-25 0 0,25 0 0,0 0 15,0 0-15,-24 0 0,24 0 0,0 0 0,-25 0 0,25 0 16,0 0-16,0 0 0,-25 0 0,25 0 0,0 0 16,0 0-16,-25 24 0,25-24 0,0 0 0,0 0 15,0 0-15,0 25 0,0-25 0,-25 0 0,25 0 0,0 25 16,0-25-16,0 0 0,0 25 0,0-25 0,0 25 15,0-25-15,0 24 0,25-24 0,-25 25 0,0-25 0,0 25 16,0 0-16,0-25 0,0 25 0,0-25 0,0 24 16,0 1-16,0-25 0,0 25 0,0-25 0,0 25 15,0-25-15,0 25 0,0-1 0,0-24 0,0 25 0,0-25 16,0 25-16,0-25 0,0 25 0,0-25 0,0 0 15,0 25-15,0-25 0,0 0 0,0 0 0,0 24 0,0-24 16,0 0-16,0 0 0,0 0 0,0 0 0,0 0 16,0 0-16,0 0 0,0 0 0,0 0 0,0 0 15,0 0-15,0 0 0,0 0 0,0 0 0,0 0 0,25-24 16,-25 24-16,0 0 0,0-25 0,0 25 0,25 0 15,-25-25-15,0 25 0,25-25 0,-25 25 0,0 0 0,0-25 16,24 25-16,-24 0 0,0-24 0,0 24 0,0 0 16,25 0-16,-25 0 0,0 0 0,0 0 0,0 0 0,0 0 15,0 0-15,0 0 0,0 0 0,0 0 0,0 0 16,0 0-16,0 0 0,25 24 0,-25-24 0,0 0 15,0 0-15,0 25 0,0-25 0,0 25 0,0-25 0,0 0 16,0 25-16,0-25 0,0 25 0,0-25 0,0 0 16,0 24-16,0-24 0,25 0 0,-25 25 0,0-25 15,0 0-15,0 0 0,0 25 0,0-25 0,0 0 0,0 0 16,0 0-16,25 0 0,-25 0 0,0 0 0,0 0 15,0 0-15,24 0 0,-24 0 0,0 0 0,0-25 0,25 25 16,-25 0-16,25 0 0,-25-25 0,0 25 0,0 0 16,25 0-16,-25-24 0,0 24 0,25 0 0,-25 0 0,0-25 15,0 25-15,0 0 0,0-25 0,25 25 0,-25 0 16,0-25-16,0 25 0,0 0 0,0-25 0,0 25 15,0 0-15,0-24 0,0 24 0,0 0 0,0 0 0,0-25 16,0 25-16,0 0 0,0 0 0,0 0 0,0-25 16,0 25-16,0 0 0,0 0 0,0 0 0,0 0 0,0 0 15,0 0-15,0 0 0,0 0 0,0 0 0,0 0 16,0 0-16,0 0 0,0 0 0,0 25 0,0-25 15,0 0-15,0 0 0,0 25 0,0-25 0,-25 0 16,25 24-16,0-24 0,0 25 0,0-25 0,0 25 0,0-25 16,0 25-16,0-25 0,0 25 0,0-25 0,0 24 0,0-24 15,0 25-15,25-25 0,-25 0 0,0 25 0,0-25 16,0 25-16,0-25 0,0 0 0,0 0 0,0 25 15,0-25-15,0 0 0,0 0 0,0 0 0,24 0 0,-24 0 16,0 0-16,0 0 0,0 0 0,0 0 0,0 0 16,25-25-16,-25 25 0,0 0 0,0 0 0,0-25 0,25 25 15,-25 0-15,0-25 0,0 25 0,25-25 0,-25 25 16,0 0-16,0-24 0,0 24 0,0-25 0,25 25 0,-25-25 15,0 25-15,0 0 0,0-25 0,0 25 0,0 0 16,0-25-16,0 25 0,0 0 0,0-24 0,0 24 16,24 0-16,-24 0 0,0-25 0,0 25 0,0 0 0,0 0 15,0 0-15,0 0 0,0 0 0,0 0 0,0 0 16,0 25-16,0-25 0,25 0 0,-25 0 0,0 24 15,0-24-15,0 25 0,0-25 0,0 25 0,0-25 0,0 25 16,0-25-16,0 0 0,0 25 0,0-25 0,0 24 16,0-24-16,0 0 0,0 25 0,0-25 0,0 0 0,0 25 15,0-25-15,0 0 0,0 25 0,0-25 0,0 0 16,0 0-16,0 0 0,0 25 0,0-25 0,0 0 0,0 0 15,0 0-15,25 0 0,-25 0 0,0 0 0,0-25 16,0 25-16,0 0 0,0 0 0,0 0 0,25-25 16,-25 25-16,0 0 0,0-25 0,25 25 0,-25 0 0,0-25 15,24 25-15,-24 0 0,0-24 0,0 24 0,0 0 0,25-25 16,-25 25-16,0 0 0,0 0 0,0 0 15,0 0-15,0 0 0,0 0 0,0 0 0,0 0 0,0 0 16,0 0-16,0 0 0,0 25 0,0-25 0,0 0 0,25 24 16,-25-24-16,0 0 0,0 25 0,0-25 0,0 0 15,0 25-15,0-25 0,0 0 0,0 25 0,0-25 0,25 0 16,-25 25-16,0-25 0,0 0 0,0 0 0,0 0 15,25 0-15,-25 24 0,0-24 0,0 0 0,0 0 16,24 0-16,-24 0 0,25 0 0,-25-24 0,0 24 0,25 0 16,-25 0-16,25-25 0,-25 25 0,25 0 0,-25-25 15,24 25-15,-24 0 0,0-25 0,25 25 0,-25 0 0</inkml:trace>
  <inkml:trace contextRef="#ctx0" brushRef="#br0" timeOffset="167801.5977">5457 10864 0,'0'0'0,"0"0"0,0 0 0,0 0 0,0 0 0,-25 0 0,25 0 0,0 0 0,0 0 0,0 0 0,0 0 0,0 0 0,0 0 0,0-24 0,0 24 0,0 0 0,25 0 31,-25 0-31,0 0 0,0-25 0,25 25 0,-25 0 0,0-25 0,25 25 0,-25 0 0,24-25 0,-24 25 0,25-25 0,-25 25 0,0 0 0,25-24 0,-25 24 0,25-25 0,-25 25 0,0 0 0,25-25 0,-25 25 0,0-25 0,0 25 0,0 0 0,0-25 0,0 25 0,0-24 0,0 24 16,0 0-16,0-25 0,0 25 0,0 0 0,0-25 0,0 25 16,0 0-16,-25-25 0,25 25 0,0 0 0,0-25 15,-25 25-15,25 0 0,0 0 0,0-24 0,-25 24 0,25 0 16,0 0-16,0 0 0,-25-25 0,25 25 0,0 0 15,0 0-15,0 0 0,0 0 0,-24 0 0,24 0 0,0 25 16,0-25-16,0 0 0,0 24 0,0-24 0,0 25 16,0-25-16,0 25 0,0 0 0,0-25 0,0 25 15,0-1-15,0-24 0,0 25 0,0 0 0,0-25 0,0 25 16,0-25-16,0 25 0,0-1 0,0-24 0,0 25 15,24-25-15,-24 25 0,0-25 0,0 25 0,0-25 16,0 0-16,25 25 0,-25-25 0,0 0 0,0 0 0,0 0 16,0 24-16,0-24 0,25 0 0,-25 0 0,0 0 15,0 0-15,0 0 0,0 0 0,25 0 0,-25-24 0,0 24 16,0 0-16,0 0 0,25 0 0,-25 0 0,0 0 15,0 0-15,0 0 0,24 0 0,-24 0 0,0 0 0,0 0 16,0 0-16,25 0 0,-25 24 0,0-24 0,0 0 16,0 0-16,0 25 0,0-25 0,0 0 0,0 25 15,25-25-15,-25 0 0,-25 25 0,25-25 0,0 0 0,0 25 16,0-25-16,0 24 0,0-24 0,0 0 0,0 0 15,0 0-15,0 25 0,-25-25 0,25 0 0,0 0 16,0 0-16,0 0 0,-24 0 0,24 0 0,0 0 0,0 0 16,0-25-16,-25 25 0,25 0 0,-25 0 0,25-24 15</inkml:trace>
  <inkml:trace contextRef="#ctx0" brushRef="#br0" timeOffset="168032.6109">5159 10344 0,'0'0'0,"0"0"0,0-25 0,0 25 0,0 0 0,0 0 16,0 0-16,0 0 0,0 0 0,0 0 0,0 0 15,0 25-15,0-25 0,0 0 0,0 0 0,0 24 0,0-24 16,0 25-16,0-25 0,0 25 0,0-25 0,0 25 15,0 0-15,0-25 0,0 24 0,0 1 0,0-25 0,0 25 16,0 0-16,0-25 0,0 25 0,0-1 0,0-24 16,0 25-16,0-25 0,0 25 0,0-25 0</inkml:trace>
  <inkml:trace contextRef="#ctx0" brushRef="#br0" timeOffset="169129.6736">6672 10988 0,'0'0'0,"0"0"0,0 0 0,0 25 0,0-25 0,0 0 16,0 0-16,0 0 0,0 0 0,0 0 0,25-25 15,-25 25-15,0 0 0,0 0 0,25 0 0,-25-24 16,0 24-16,25 0 0,-25-25 0,25 25 0,-25-25 0,24 25 16,1-25-16,-25 0 0,25 25 0,0-24 0,-25-1 15,25 25-15,0-25 0,-1 0 0,1 0 0,0 1 16,0 24-16,-25-25 0,25 0 0,-1 0 0,1 0 0,-25 25 15,25-24-15,-25-1 0,25 0 0,-25 25 0,25-25 16,-25 0-16,0 25 0,0-24 0,0 24 0,0-25 0,0 25 16,0-25-16,0 25 0,0 0 0,-25-25 0,25 25 15,0 0-15,0 0 0,-25-25 0,25 25 0,0 0 0,-25 0 16,25 0-16,-25-24 0,25 24 0,0 0 0,-24 0 15,24 0-15,0 0 0,0 0 0,-25 0 0,25 0 0,0 0 16,0 24-16,-25-24 0,25 0 0,0 0 0,0 0 16,0 0-16,-25 25 0,25-25 0,0 0 0,0 25 0,0-25 15,0 25-15,0-25 0,0 25 0,0-25 0,0 24 16,0 1-16,0 0 0,0-25 0,0 25 0,0 0 15,0-1-15,0 1 0,0-25 0,0 25 0,0 0 0,0 0 16,0-1-16,0 1 0,0-25 0,0 25 0,0 0 16,0-25-16,0 25 0,0-1 0,0-24 0,0 25 15,0 0-15,0-25 0,0 0 0,0 25 0,0-25 16,0 25-16,0-25 0,0 0 0,0 0 0,25 24 0,-25-24 15,0 0-15,0 0 0,0 0 0,0 0 0,25 0 0,-25 0 16,0 0-16,25 0 0,-25 0 0,24 0 0,-24-24 16,25 24-16,-25 0 0,25 0 0,-25-25 0,25 25 0,-25 0 15,25 0-15,-1-25 0,-24 25 0,25 0 0,-25-25 16,25 25-16,-25 0 0,25 0 0,-25-25 0,0 25 15,0 0-15,25 0 0,-25 0 0,0-24 0,0 24 0,0 0 16,0 0-16,0-25 0,0 25 0,0 0 0,0 0 16,0 0-16,0-25 0,0 25 0,0 0 0,0 0 0,0-25 15,0 25-15,0 0 0,0 0 0,0 0 0,0 0 16,0 0-16,0 0 0,-25-25 0,25 25 0,0 0 15,0 0-15,0 0 0,0 0 0,0 0 0,-25 0 0,25 0 16,0 0-16,0 0 0,0 0 0,0 25 0,-25-25 16,25 0-16,0 0 0,0 25 0,0-25 0,-25 25 0,25-25 15,0 25-15,0-25 0,0 24 0,0-24 0,0 25 16,-24-25-16,24 25 0,24-25 0,-24 0 0,0 25 15,0-25-15,0 0 0,0 25 0,0-25 0,0 0 0,0 0 16,0 0-16,25 0 0,-25 0 0,0 0 0,0 0 16,0 0-16,0 0 0,0 0 0,0 0 0,0 0 0,25 0 15,-25 0-15,0 0 0,0 0 0,0 0 0,25 0 16,-25-25-16,0 25 0,0 0 0,0 0 0,0 0 15,25 0-15,-25 0 0,0 0 0,0 0 0,0 0 0,0 0 16,0 0-16,0 0 0,0 0 0,0 0 0,0 0 16,0 25-16,24-25 0,-24 0 0,0 0 0,0 24 15,0-24-15,0 0 0,0 25 0,0-25 0,25 0 0,-25 25 16,0-25-16,0 0 0,0 25 0,0-25 0,0 0 15,0 0-15,0 0 0,0 0 0,0 25 0,0-25 0,0 0 16,0 0-16,0 0 0,0 0 0,0 0 0,0-25 16,0 25-16,0 0 0,0 0 0,0-25 0,0 25 0,0 0 15</inkml:trace>
  <inkml:trace contextRef="#ctx0" brushRef="#br0" timeOffset="169302.6835">7342 10691 0,'0'0'0,"0"0"15,0 0-15,0 0 0,0 0 0,0 0 0,0 0 16,0 0-16,0 0 0,0 0 0,0 0 0,0 0 15,0 0-15,25 0 0,-25 0 0,0 0 0,25 25 0,-25-25 16,25 0-16,-25 0 0,24 0 0,1 0 0,-25 0 16,25 0-16,0 0 0,0 0 0,-25 0 0,24 0 0,1 0 15,0 0-15,-25 0 0,25 0 0,0 0 0,-1 0 16,-24-25-16</inkml:trace>
  <inkml:trace contextRef="#ctx0" brushRef="#br0" timeOffset="169723.7076">8657 10468 0,'0'0'0,"0"0"0,0 0 0,0 0 0,0 0 16,0 24-16,0-24 0,0 0 0,-25 25 0,25-25 0,0 25 15,0 0-15,0-25 0,0 25 0,0-1 0,0 1 16,0 0-16,0 0 0,0 0 0,0-25 0,0 24 0,0 1 15,0 0-15,0 0 0,0 0 0,0-1 0,0 1 16,0 0-16,0 0 0,0-25 0,0 25 0,0-1 16,-25-24-16,25 25 0,0 0 0,0-25 0,0 25 0,0-25 15,0 0-15,0 25 0,0-25 0,0 0 0,0 0 16,0 0-16,0 0 0,0 24 0,-25-48 0,25 24 0,0 0 15,0 0-15,0 0 0,-24 0 0,24-25 0,0 25 16,0 0-16</inkml:trace>
  <inkml:trace contextRef="#ctx0" brushRef="#br0" timeOffset="170126.7307">8508 10914 0,'0'-25'0,"0"25"16,0 0-16,-25-25 0,25 25 0,0-24 0,0 24 0,0 0 15,0-25-15,25 25 0,-25 0 0,0-25 0,0 25 0,0 0 16,25 0-16,-25-25 0,0 25 0,25 0 0,-25 0 16,24 0-16,-24 0 0,25 0 0,-25-25 0,25 25 15,-25 0-15,25 0 0,-25 0 0,25 0 16,-25 25-16,24-25 0,-24 0 0,0 0 0,25 0 0,-25 25 0,0-25 15,25 0-15,-25 25 0,0-25 0,0 25 0,0-25 16,0 24-16,0-24 0,0 25 0,25-25 0,-25 25 0,0-25 16,0 25-16,0-25 0,0 25 0,0-25 0,0 24 15,0-24-15,0 0 0,0 25 0,0-25 0,0 0 16,0 25-16,0-25 0,0 0 0,0 0 0,0 0 0,0 25 15,25-25-15,-25 0 0,0 0 0,0 0 0,0 0 16,0 0-16,0 0 0,24 0 0,-24-25 0,0 25 16,0 0-16,25 0 0,-25-25 0,0 25 0,0-25 0,25 25 15,-25-24-15,0 24 0,0-25 0,0 25 0,0 0 0,0-25 16,0 25-16,-25-25 0,25 0 0,0 25 0,0-24 15,0 24-15,-25-25 0,25 25 0,0-25 0,0 25 0,0-25 16,-24 25-16,24 0 0,0 0 0,0-25 0,0 25 16,0 0-16,0 0 0,0 0 0,-25 0 0,25 25 0,0-25 15,0 0-15,0 0 0,0 0 0,0 0 0,0 25 16,0-25-16,0 0 0,0 25 0,0-25 0,0 0 15,0 25-15,0-25 0,25 24 0,-25-24 0,0 0 0,0 0 16,24 25-16,-24-25 0,0 0 0,25 0 0,-25 0 16</inkml:trace>
  <inkml:trace contextRef="#ctx0" brushRef="#br0" timeOffset="170553.7551">9178 10840 0,'0'0'0,"0"0"16,0-25-16,0 25 0,0 0 0,0 0 0,0-25 15,0 25-15,0 0 0,0-25 0,0 25 0,0 0 0,-25-25 16,25 25-16,0 0 0,0 0 0,-25-24 0,25 24 15,0 0-15,0 0 0,0 0 0,-25 0 0,25 0 0,0 0 16,0 0-16,-24 0 0,24 0 0,0 0 0,0 0 16,-25 0-16,25 0 0,0 0 0,0 24 0,-25-24 15,25 0-15,0 25 0,0-25 0,0 25 0,-25-25 0,25 25 16,0-25-16,0 25 0,0-25 0,0 24 0,0-24 15,0 25-15,0-25 0,0 25 0,0-25 0,0 25 0,0-25 16,0 25-16,0-25 0,25 0 0,-25 0 0,0 0 16,0 24-16,0-24 0,25 0 0,-25 0 0,0 0 0,0 0 15,0 0-15,25 0 0,-25 0 0,0 0 0,0-24 16,24 24-16,-24 0 0,0 0 0,0 0 0,25-25 15,-25 25-15,0 0 0,0-25 0,25 25 0,-25 0 0,0-25 16,0 25-16,25 0 0,-25-25 0,0 25 0,0 0 16,0 0-16,0-24 0,0 24 0,0 0 0,0 0 0,0 0 15,0 0-15,0 0 0,0 0 0,0 0 0,25 24 16,-25-24-16,0 0 0,0 25 0,0-25 0,0 25 15,0-25-15,0 25 0,0-25 0,0 25 0,0-1 0,0-24 16,0 25-16,0-25 0,0 25 0,0-25 0,0 25 16,0-25-16,0 25 0,0-25 0,0 24 0,-25-24 0,25 25 15,0-25-15,0 0 0,0 25 0,0-25 0,0 0 16,-25 25-16,25-25 0</inkml:trace>
  <inkml:trace contextRef="#ctx0" brushRef="#br0" timeOffset="170692.763">9103 11212 0,'0'25'0,"-24"-25"0,24 0 0,0 0 0,0 0 15,0 0-15,0 0 0,0 0 0,0 0 0,0 0 16,0 0-16,0 0 0,0 0 0,0 0 0,0 0 0,0 0 15,0 0-15,0 0 0,0 0 0,0 0 0,0 0 16,0 0-16,0 0 0,0 0 0,0 0 0,0 0 16,0 0-16,24 0 0,-24-25 0,0 25 0,0 0 0,25 0 15,-25 0-15</inkml:trace>
  <inkml:trace contextRef="#ctx0" brushRef="#br0" timeOffset="171112.7871">10443 10790 0,'0'0'15,"0"-25"-15,-25 25 0,25 0 0,0-25 0,-25 25 16,25-24-16,-25 24 0,25 0 0,0 0 0,-24-25 0,24 25 16,-25 0-16,25 0 0,0 0 0,-25-25 0,25 25 15,0 0-15,-25 0 0,25 0 0,0 0 0,-25 0 16,25 0-16,0 0 0,0 25 0,0-25 0,-24 0 0,24 0 15,0 0-15,0 25 0,-25-25 0,25 0 0,0 24 16,0-24-16,0 25 0,0-25 0,-25 25 0,25-25 16,0 25-16,0 0 0,0-25 0,0 24 0,0-24 0,0 25 15,0 0-15,25-25 0,-25 25 0,0-25 0,0 25 16,0-25-16,25 0 0,-25 24 0,0-24 0,24 0 0,-24 0 15,0 0-15,0 25 0,25-25 0,-25 0 0,25-25 16,-25 25-16,0 0 0,25 0 0,-25-24 0,25 24 16,-25 0-16,24-25 0,-24 25 0,25-25 0,-25 0 0,0 25 15,25-25-15,-25 1 0,0 24 0,25-25 0,-25 0 16,0 0-16,25 0 0,-25 1 0,0-1 0,0 0 0,0 0 15,24 0-15</inkml:trace>
  <inkml:trace contextRef="#ctx0" brushRef="#br0" timeOffset="171343.8003">10517 10468 0,'0'-25'0,"0"25"0,0-25 16,0 25-16,0-25 0,25 25 0,-25-25 0,0 25 15,0 0-15,0 0 0,0 0 0,0 0 0,0 0 16,0 0-16,0 25 0,0-25 0,0 0 0,0 25 0,-25-25 15,25 25-15,0-25 0,0 25 0,0-1 0,0-24 16,0 25-16,0 0 0,0-25 0,0 25 0,0 0 0,0-1 16,0 1-16,0 0 0,0-25 0,0 25 0,0 0 15,0-1-15,0 1 0,0 0 0,0-25 0,0 25 16,0 0-16,0-1 0,0-24 0,0 25 0,-25 0 0,25-25 15,0 25-15,0-25 0,0 0 0,25 25 0,-25-25 0,0 0 16,0 24-16,0-24 0,0 0 0,0 0 16,0 0-16,0 0 0,0 0 0,0 0 0,0 0 0,25 0 15,-25 0-15,0 0 0,0-24 0,25 24 0,-25 0 0,0 0 16,25-25-16,-25 25 0,24 0 0,-24 0 0,0-25 15</inkml:trace>
  <inkml:trace contextRef="#ctx0" brushRef="#br0" timeOffset="171800.8264">10740 10790 0,'0'0'0,"0"0"0,0 0 0,0-25 16,0 25-16,0 0 0,0 0 0,0 0 0,0-25 0,-24 25 15,24 0-15,0 0 0,0 0 0,0 0 0,0 0 0,-25 0 16,25 0-16,0-24 0,0 24 0,0 0 0,-25 0 16,25 0-16,0 24 0,0-24 0,0 0 0,-25 0 15,25 0-15,0 25 0,0-25 0,0 0 0,0 25 0,-25-25 16,25 25-16,0-25 0,0 25 0,0-1 0,0-24 15,0 25-15,0-25 0,0 25 0,25-25 0,-25 25 0,0-25 16,0 25-16,0-25 0,0 0 0,25 24 0,-25-24 16,0 0-16,0 25 0,25-25 0,-25 0 0,0 0 0,0 0 15,0 0-15,25 0 0,-25 0 0,0 0 0,0 0 16,24 0-16,-24 0 0,0 0 0,0-25 0,0 25 15,25 0-15,-25-24 0,0 24 0,0-25 0,0 25 0,0-25 16,0 25-16,0-25 0,0 0 0,0 25 0,0-24 16,0 24-16,0-25 0,0 0 0,0 25 0,0-25 15,-25 25-15,25-25 0,0 25 0,0-24 0,0 24 0,0 0 16,0-25-16,0 25 0,-24 0 0,24-25 0,0 25 15,0 0-15,0 0 0,24 0 0,-24-25 0,0 25 0,0 0 16,0 0-16,0 0 0,0-25 0,0 25 0,25 0 16,-25 0-16,0 0 0,0-24 0,0 24 0,25 0 0,-25 0 15,0 0-15,25 0 0,-25 0 0,0-25 0,25 25 16,-25 0-16,0 0 0,0 0 0,24 0 0,-24 25 15,0-25-15,25 0 0,-25 0 0,0 0 0,25 24 0,-25-24 16,0 0-16,25 0 0,-25 25 0,0-25 0,0 25 16,0-25-16,25 0 0,-25 25 0,0-25 0,0 25 15,0-25-15,0 24 0,0-24 0,0 25 0,0-25 0,0 25 16,0-25-16</inkml:trace>
  <inkml:trace contextRef="#ctx0" brushRef="#br0" timeOffset="171984.8369">10840 11286 0,'0'25'0,"0"-25"0,0 0 0,0 0 0,0 0 0,0 0 0,0 0 0,0 0 0,0 0 0,0 0 0,0 0 0,0 0 0,0 0 0,0 0 0,0 0 0,0 0 0,0 0 0,-25-25 0,25 25 0,0 0 0,0-25 0,0 25 0,-25-24 0,25 24 0</inkml:trace>
  <inkml:trace contextRef="#ctx0" brushRef="#br0" timeOffset="172181.8482">10294 10592 0,'0'0'16,"0"0"-16,0 0 0,0 0 0,0 0 0,0-25 16,25 25-16,-25 0 0,0 0 0,0 0 0,25 0 0,-25 0 15,24-25-15,1 25 0,0 0 0,-25 0 0,25 0 16,0 0-16,-1 0 0,1-25 0,0 25 0,25 0 0,-26 0 15,1 0-15,0 0 0,0 0 0,0 0 0,24 0 16,-24 0-16,0 0 0,0 0 0,-1 25 0,1-25 0</inkml:trace>
  <inkml:trace contextRef="#ctx0" brushRef="#br0" timeOffset="173153.9038">12005 10616 0,'-24'-24'0,"24"24"16,0 0-16,0 0 0,-25-25 0,25 25 0,0 0 15,0 0-15,-25 0 0,25 0 0,0 0 0,0 0 16,0 0-16,-25 0 0,25 0 140,-49 198-140,49-198 0,0 25 0,24 0 0,-24-25 0,0 25 0,0-1 16,0-24-16,25 25 0,-25-25 0,0 0 0,0 25 0,25-25 0,-25 25 0,0-25 0,0 0 0,25 0 0,-25 0 0,0 25 0,25-25 0,-25 0 0,0 0 0,0 0 0,24 0 0,-24 0 0,25 0 0,-25 0 0,0-25 15,25 25-15,-25 0 0,0 0 0,25 0 0,-25-25 0,0 25 0,25 0 0,-25-25 0,0 25 0,24-25 0,-24 25 0,0-24 0,0 24 0,25-25 0,-25 25 0,0-25 16,25 25-16,-25-25 0,0 0 0,0 25 0,0-24 0,0 24 16,0-25-16,0 25 0,0-25 0,0 25 0,0 0 15,0-25-15,0 25 0,0 0 0,0 0 0,0-25 0,0 25 16,0 0-16,0 0 0,0 0 0,0 0 0,0 0 15,0 0-15,0 0 0,0 0 0,0 0 0,0 0 16,0 0-16,0 0 0,0 0 0,-25 0 0,25 0 0,0 25 16,0-25-16,0 0 0,0 25 0,0-25 0,0 25 0,0 0 15,0-25-15,0 24 0,0 1 0,0-25 0,0 25 16,0 0-16,0-25 0,0 25 0,0-25 0,25 24 15,-25-24-15,0 25 0,0-25 0,0 25 0,25-25 16,-25 25-16,0-25 0,25 0 0,-25 0 0,0 0 0,25 25 16,-25-25-16,0 0 0,24 0 0,-24 0 0,0 0 0,25 0 15,-25-25-15,0 25 0,25 0 0,-25 0 0,0-25 16,25 25-16,-25 0 0,0-25 0,25 25 0,-25 0 15,0-25-15,24 25 0,-24-24 0,0 24 0,0-25 16,0 0-16,0 25 0,25-25 0,-25 25 0,0-25 0,0 25 16,0-24-16,0 24 0,0-25 0,0 25 0,0-25 0,0 25 15,0 0-15,0-25 0,0 25 0,0 0 0,0 0 16,0 0-16,0 0 0,0 0 0,0 0 0,0 0 15,0 0-15,0 0 0,0 0 0,0 0 0,0 0 0,0 0 16,0 0-16,0 0 0,0 0 0,0 0 0,0 0 16,0 0-16,0 25 0,0-25 0,0 0 0,0 25 0,0-25 15,0 0-15,0 25 0,0-25 0,0 24 0,0-24 16,0 25-16,0 0 0,0-25 0,0 25 0,0-25 15,0 25-15,0-25 0,0 0 0,0 24 0,0-24 16,0 25-16,0-25 0,0 0 0,0 25 0,0-25 0,0 0 16,25 0-16,-25 0 0,0 25 0,0-25 0,0 0 0,0 0 15,0 0-15,0 0 0,25 0 0,-25 25 0,0-25 16,0 0-16,0 0 0,25 0 0,-25 0 0,24 0 15,-24 0-15,0 0 0,25 0 0,-25 0 0,25 0 0</inkml:trace>
  <inkml:trace contextRef="#ctx0" brushRef="#br0" timeOffset="173639.9316">12849 10765 0,'0'0'0,"0"-25"0,-25 25 0,25 0 0,0-24 16,0 24-16,0 0 0,0-25 0,0 25 0,0 0 15,-25-25-15,25 25 0,0 0 0,0-25 32,0 25-32,0 0 0,-25 0 0,25-25 0,0 25 0,0 0 31,0 0-31,0 0 0,-24 0 0,24 0 0,0 0 0,0 0 0,0 0 0,0 0 0,-25 0 0,25 25 0,0-25 0,0 0 0,-25 0 0,25 25 0,0-25 0,0 0 0,0 25 0,-25-25 47,25 25-47,0-25 0,0 24 0,0 1 0,0-25 0,0 25 0,-25 0 0,25-25 0,0 25 0,0-25 0,0 24 0,0-24 0,25 25 0,-25-25 0,0 25 0,0-25 15,0 25-15,0-25 0,0 0 0,0 0 0,0 25 16,25-25-16,-25 0 0,0 0 0,0 0 0,0 0 0,25 0 15,-25 0-15,0 0 0,25 0 0,-25 0 0,0 0 16,24 0-16,-24-25 0,0 25 0,0 0 0,25-25 16,-25 25-16,0 0 0,0-25 0,25 25 0,-25-25 0,0 25 15,0-24-15,0 24 0,0-25 0,0 25 0,0-25 16,0 25-16,0 0 0,0-25 0,0 25 0,0 0 0,0 0 15,0 0-15,0 0 0,0 0 0,0 0 0,25 0 16,-25 0-16,0 0 0,0 0 0,0 25 0,0-25 16,0 0-16,0 25 0,0-25 0,0 0 0,0 25 0,0-25 15,0 24-15,0-24 0,0 0 0,0 25 0,0-25 16,0 25-16,0-25 0,0 0 0,0 0 0,0 25 0,0-25 15,0 0-15,0 0 0,0 0 0,0 0 0,0 0 16,25 0-16,-25 0 0,0 0 0,0-25 0,0 25 0,0 0 16,0-25-16</inkml:trace>
  <inkml:trace contextRef="#ctx0" brushRef="#br0" timeOffset="173876.9452">12824 10220 0,'0'0'0,"0"0"15,0 0-15,0 0 0,0 0 0,0 0 0,25 0 0,-25 0 16,0 0-16,0 0 0,0 0 0,25 0 0,-25 0 0,0 0 16,24 0-16,-24 0 0,0 24 0,25-24 0,-25 0 15,0 0-15,25 25 0,-25-25 0,0 0 0,0 25 16,0-25-16,0 0 0,0 25 0,0-25 0,0 0 0,0 25 15,0-25-15,0 24 0,-25-24 0,25 0 0,0 25 16,-25-25-16,25 25 0,-24-25 0,24 0 0,-25 25 0,25-25 16,-25 25-16,25-25 0</inkml:trace>
  <inkml:trace contextRef="#ctx0" brushRef="#br0" timeOffset="174741.9946">13940 10840 0,'0'0'0,"0"0"0,0-25 16,0 25-16,0 0 0,0-25 0,0 25 0,0 0 15,0 0-15,0-25 0,0 25 0,0 0 0,0 0 0,0 0 16,0 0-16,0 0 0,0 0 0,0 0 0,25 25 15,-25-25-15,0 0 0,0 25 0,0-25 0,0 0 16,0 25-16,25-1 0,-25-24 0,0 25 0,0-25 0,0 25 16,0 0-16,0-25 0,0 25 0,0-25 0,0 24 0,0-24 15,0 25-15,0-25 0,0 25 0,0-25 0,0 0 16,0 25-16,0-25 0,0 0 0,0 25 0,0-25 15,0 0-15,0 0 0,0 0 0,0 0 0,0 0 0,0 0 16,0 0-16,0 0 0,0 0 0,-25 0 0,25 0 16,0-25-16,0 25 0,0 0 0,0 0 0,0-25 15,25 25-15,-25 0 0,0-25 0,0 25 0,0-25 0,0 25 16,0-24-16,25-1 0,-25 25 0,0-25 0,0 25 0,0-25 15,24 25-15,-24-25 0,0 25 0,0 0 0,0-24 16,25 24-16,-25 0 0,0 0 0,0 0 0,0 0 16,25 0-16,-25 0 0,0 0 0,0 0 0,0 0 0,25 24 15,-25-24-15,0 0 0,0 25 0,0-25 0,0 0 16,0 25-16,25-25 0,-25 25 0,0-25 0,0 0 15,0 25-15,0-25 0,0 24 0,0-24 0,0 25 0,0-25 16,0 0-16,0 25 0,0-25 0,0 0 0,0 0 16,0 25-16,0-25 0,0 0 0,0 0 0,0 0 0,0 0 15,0 0-15,0 0 0,0 0 0,0 0 0,0 0 16,0 0-16,0 0 0,0 0 0,0 0 0,0 0 0,0-25 15,0 25-15,0 0 0,0 0 0,24-25 0,-24 25 16,0-25-16,0 25 0,0 0 0,0-24 0,25 24 16,-25 0-16,0-25 0,0 25 0,0-25 0,25 25 0,-25 0 15,0 0-15,0-25 0,0 25 0,0 0 0,25 0 16,-25 0-16,0 0 0,0 0 0,0 0 0,25 0 15,-25 0-15,0 0 0,0 0 0,24 25 0,-24-25 0,0 0 16,0 25-16,0-25 0,25 0 0,-25 25 0,0-25 16,0 24-16,0-24 0,0 25 0,0-25 0,0 25 0,0-25 15,0 0-15,0 25 0,0-25 0,0 25 0,0-25 16,0 0-16,0 0 0,0 24 0,0-24 0,0 0 0,0 0 15,0 25-15,25-25 0,-25 0 0,0 0 0,0 0 16,0 0-16,0 0 0,0 0 0,0 0 0,0 0 16,25 0-16,-25 0 0,0-25 0,25 25 0,-25 0 0</inkml:trace>
  <inkml:trace contextRef="#ctx0" brushRef="#br0" timeOffset="175248.0236">14709 10864 0,'0'0'0,"-25"-24"0,25 24 0,0 0 0,0 0 0,-24-25 15,24 25-15,0 0 0,-25-25 0,25 25 0,0 0 16,-25 0-16,25 0 0,0 0 0,-25 0 0,25-25 16,0 25-16,0 25 0,-25-25 0,25 0 0,0 0 0,0 0 15,0 25-15,0-25 0,-24 0 0,24 25 0,0-1 16,0-24-16,0 25 0,0-25 0,0 25 0,0 0 0,0-25 15,0 25-15,0-25 0,0 24 0,0 1 0,0-25 16,24 25-16,-24-25 0,0 25 0,0-25 0,0 0 0,25 25 16,-25-25-16,0 0 0,0 24 0,0-24 0,0 0 15,25 0-15,-25 0 0,0 0 0,0 0 0,0 0 16,0 0-16,25 0 0,-25-24 0,0 24 0,0 0 0,25 0 15,-25-25-15,0 25 0,24 0 0,-24-25 0,0 25 16,0-25-16,0 25 0,0-25 0,0 25 0,25-24 0,-25 24 16,-25-25-16,25 25 0,0 0 0,0-25 0,25 25 15,-25 0-15,0-25 0,0 25 0,0 0 0,0 0 0,0 0 16,0-25-16,0 25 0,0 0 0,25 0 0,-25 0 15,0 0-15,0-24 0,25 24 0,-25 0 0,0 0 16,0 0-16,25 0 0,-25 0 0,0 0 0,24 0 0,-24 0 16,0 0-16,25 0 0,-25 0 0,0 0 0,0 24 15,0-24-15,25 0 0,-25 25 0,0-25 0,0 0 16,0 25-16,0-25 0,0 0 0,25 25 0,-25-25 0,0 0 15,0 25-15,0-25 0,0 0 0,0 24 0,0-24 16,-25 0-16,25 25 0,0-25 0,0 0 0,0 25 0,0-25 16,0 0-16,0 0 0,0 25 0,0-25 0,-25 0 15,25 0-15,0 0 0,0 0 0,0 0 0,0 0 0,0 0 16,0 0-16,0 0 0,0 0 0,0-25 0,0 25 15,25 0-15,-25-25 0</inkml:trace>
  <inkml:trace contextRef="#ctx0" brushRef="#br0" timeOffset="175405.0326">15032 10790 0,'24'0'0,"-24"0"15,0 0-15,0 0 0,0 0 0,0 0 0,0 0 16,0 0-16,0 0 0,0 0 0,0 0 0,0 0 0,0 0 16,0 0-16,0 0 0,0 25 0,0-25 0,0 0 15,0 0-15,0 0 0,-24 0 0,24 0 0,0 0 0,0 0 16,0 0-16,0 0 0,0 0 0,0 0 0,0 0 15,0 0-15,0 0 0</inkml:trace>
  <inkml:trace contextRef="#ctx0" brushRef="#br0" timeOffset="175647.0464">14536 10616 0,'0'-24'0,"0"24"15,0 0-15,-25 0 0,25-25 0,0 25 0,0 0 0,0-25 16,0 25-16,25 0 0,-25-25 0,0 25 0,0 0 15,0-25-15,24 25 0,-24 0 0,25 0 0,-25-24 16,0 24-16,25 0 0,-25-25 0,25 25 0,-25 0 0,25 0 16,-25 0-16,24-25 0,-24 25 0,25 0 0,-25 0 0,25 0 15,-25 25-15,25-25 0,-25 0 0,0 0 0,0 0 16,25 25-16,-25-25 0,0 0 0,0 0 0,24 0 15,-24 24-15,0-24 0,0 0 0,0 0 0,0 25 0</inkml:trace>
  <inkml:trace contextRef="#ctx0" brushRef="#br0" timeOffset="175941.0632">14957 10393 0,'0'0'0,"0"0"15,0 0-15,25 0 0,-25 0 0,0 0 0,0 0 16,0 0-16,0 0 0,25 0 0,-25 0 0,0 0 15,25 0-15,-25 0 0,24-25 0,-24 25 0,25 0 0,-25 0 16,25 0-16,-25 0 0,25-24 0,-25 24 0,25 0 16,-25 0-16,24-25 0,-24 25 0,0 0 0,25 0 0,-25-25 15,0 25-15,0 0 0,0-25 0,0 25 0,0 0 16,0 0-16,0-25 0,0 25 0,0 0 0,0-24 0,0 24 15,-25 0-15,25 0 0,0 0 0,0-25 0,-24 25 16,24 0-16,0 0 0,-25 0 0,25 0 0,0 0 16,-25 0-16,25 0 0,0 0 0,-25 25 0,25-25 0,0 0 15,0 24-15,0-24 0,-25 0 0,25 25 0,0-25 16,0 0-16,0 25 0,0-25 0,0 25 0</inkml:trace>
  <inkml:trace contextRef="#ctx0" brushRef="#br0" timeOffset="176379.0883">15652 10666 0,'0'0'0,"0"0"0,0 0 16,0 0-16,0 0 0,0 0 0,0 0 0,0 0 15,0 0-15,0 0 0,0 0 0,0 0 0,0 0 0,25 25 16,-25-25-16,0 0 0,0 25 0,0-25 0,0 24 0,24-24 15,-24 25-15,0 0 0,0-25 0,0 25 0,0-25 16,0 25-16,25-25 0,-25 24 0,0-24 0,0 0 16,0 25-16,0-25 0,0 0 0,25 0 0,-25 0 0,0 25 15,0-25-15,0 0 0,0 0 0,0 0 0,0 0 16,25 0-16,-25-25 0,0 25 0,0 0 0,0 0 0,25 0 15,-25-25-15,0 25 0,0 0 0,0-24 0,24 24 16,-24-25-16,0 25 0,0-25 0,0 25 0,25-25 0,-25 25 16,0-25-16,0 25 0,0-24 0,0 24 0,0-25 15,0 25-15,0 0 0,0-25 0,0 25 0,0 0 16,0-25-16,0 25 0,0 0 0,0 0 0,0 0 15,0 0-15,0 0 0,0 0 0,0 0 0,0 0 0,0 0 16,0 0-16,0 0 0,0 0 0,0 0 0,0 0 16,0 0-16,0 0 0,0 0 0,0 0 0,25 0 0</inkml:trace>
  <inkml:trace contextRef="#ctx0" brushRef="#br0" timeOffset="176760.1101">15949 10765 0,'0'0'0,"0"0"0,0 0 15,0 0-15,25 0 0,-25 0 0,0 0 0,0 0 16,0 0-16,0 0 0,25 0 0,-25 0 0,0 0 0,25-25 15,-25 25-15,0 0 0,25 0 0,-25 0 0,0-24 16,24 24-16,-24 0 0,0 0 0,25-25 0,-25 25 16,0 0-16,0 0 0,0-25 0,0 25 0,0 0 0,0 0 15,0 0-15,0-25 0,0 25 0,0 0 0,0 0 16,-25 0-16,25-25 0,0 25 0,0 0 0,0 0 0,-24 0 15,24 0-15,0-24 0,-25 24 0,25 0 0,0 0 16,-25 0-16,25 0 0,0 0 0,-25 0 0,25 0 16,0 0-16,-25 0 0,25 0 0,0 0 0,-24 0 0,24 24 15,0-24-15,0 0 0,-25 0 0,25 0 0,0 25 16,0-25-16,0 0 0,0 25 0,0-25 0,0 25 0,-25-25 15,25 25-15,0-25 0,0 24 0,0-24 0,25 25 16,-25-25-16,0 25 0,0 0 0,0-25 0,0 25 0,0-25 16,0 24-16,25-24 0,-25 25 0,0-25 0,0 25 15,24-25-15,-24 0 0,0 25 0,0-25 0,25 0 16,-25 0-16,25 0 0,-25 0 0,0 0 0,25 0 0,-25 25 15,25-50-15,-1 25 0,-24 0 0,25 0 0,0 0 16,-25 0-16,25 0 0,0 0 0,-1 0 0,1-25 0,-25 25 16,25 0-16</inkml:trace>
  <inkml:trace contextRef="#ctx0" brushRef="#br0" timeOffset="177054.1269">16570 10790 0,'0'0'0,"-25"0"0,25-25 16,0 25-16,0 0 0,0-25 0,-25 25 0,25 0 15,0-24-15,-25 24 0,25 0 0,0-25 0,-25 25 0,25 0 16,0-25-16,-24 25 0,24 0 0,0 0 0,-25-25 15,25 25-15,0 0 0,-25 0 0,25-25 0,0 25 16,-25 0-16,25 0 0,0 0 0,0 0 0,0 0 0,-25 0 16,25 0-16,0 25 0,0-25 0,0 0 0,-25 25 15,25-25-15,0 25 0,0 0 0,0-25 0,0 24 16,0 1-16,0-25 0,0 25 0,0 0 0,0-25 0,0 25 15,0-1-15,0-24 0,0 25 0,0 0 0,25-25 16,-25 25-16,0-25 0,0 0 0,25 25 0,-25-25 0,0 0 16,25 24-16,-25-24 0,0 0 0,25 0 0,-25 0 15,25 0-15,-25 0 0,24 0 0,1 0 0,-25 0 0,25-24 16,0 24-16,0 0 0,-25-25 0,24 25 0,1 0 15,0-25-15,-25 25 0,25-25 0,0 25 0,-25-25 16,24 25-16</inkml:trace>
  <inkml:trace contextRef="#ctx0" brushRef="#br0" timeOffset="177297.1408">16842 10418 0,'0'0'0,"0"-25"0,-24 25 16,24 0-16,0 0 0,0 0 0,0-25 0,0 25 0,0 0 16,0 0-16,0 0 0,0 25 0,0-25 0,0 0 15,0 25-15,0-25 0,0 0 0,0 25 0,24 0 0,-24-25 16,0 24-16,0 1 0,0-25 0,0 25 0,0 0 15,0 0-15,0-1 0,0-24 0,0 25 0,0 0 16,0 0-16,0-25 0,0 25 0,0-1 0,0 1 0,0-25 16,0 25-16,0-25 0,0 25 0,0 0 0,0-25 15,0 24-15,0-24 0,0 0 0,0 25 0,0-25 0,0 0 16,0 25-16,0-25 0,0 0 0,0 0 0,0 0 15,0 0-15,-24 0 0,24 0 0,0 0 0,0 0 16,0-25-16,-25 25 0,25 0 0,0-25 0</inkml:trace>
  <inkml:trace contextRef="#ctx0" brushRef="#br0" timeOffset="177672.1622">16768 10716 0,'0'-25'0,"0"0"0,0 25 0,0-25 0,0 25 15,25 0-15,-25-25 0,0 25 0,0 0 0,0 0 16,0-24-16,0 24 0,0 0 0,25 0 0,-25 0 0,0 0 16,0 0-16,24 0 0,-24 0 0,0 0 0,25 0 15,-25 0-15,0 0 0,25 0 0,-25 0 0,25 24 0,-25-24 16,0 0-16,0 0 0,25 0 0,-25 25 0,0-25 15,0 0-15,24 25 0,-24-25 0,0 25 0,0-25 16,0 25-16,0-25 0,0 0 0,0 24 0,0-24 0,0 25 16,0-25-16,0 25 0,0-25 0,0 25 0,0-25 15,0 25-15,0-25 0,0 0 0,0 24 0,25-24 0,-25 0 16,0 25-16,0-25 0,0 0 0,0 0 0,25 0 15,-25 0-15,0 25 0,25-25 0,-25 0 0,0 0 16,25 0-16,-25 0 0,24-25 0,-24 25 0,0 0 0,25 0 16,-25-25-16,25 25 0,-25 0 0,0-24 0,0 24 15,25-25-15,-25 25 0,0-25 0,0 25 0,0-25 0,0 25 16,0-25-16,0 25 0,0-24 0,-25-1 0,25 25 15,0 0-15,0-25 0,-25 25 0,25-25 0,0 25 0,0 0 16,0 0-16,-25 0 0,25 0 0,0-25 0,0 25 16,-24 0-16,24 0 0,0 0 0,0 0 0,-25 0 15,25 0-15,0 0 0,0 0 0,0 0 0,0 0 0,-25 0 16,25 0-16,0 0 0,0 0 0,0 0 0,-25 0 0,25 0 15,0-24-15,0 24 0,0 0 0</inkml:trace>
  <inkml:trace contextRef="#ctx0" brushRef="#br0" timeOffset="177879.1741">17041 10393 0,'0'0'0,"0"-25"0,0 25 0,0 0 0,0 0 16,0 0-16,0 0 0,0 0 0,0 0 0,25 0 15,-25 0-15,0 0 0,0 0 0,0 0 0,24 25 0,-24-25 16,0 0-16,25 0 0,-25 25 0,0-25 0,0 0 0,25 25 15,-25-25-15,0 25 0,0-25 0,0 0 16,0 24-16,0-24 0,0 0 0,0 25 0,0-25 0,0 25 16,-25-25-16,25 0 0,0 25 0,0-25 0,-25 0 0,25 25 15,0-25-15,-24 0 0,24 0 0,-25 24 0,25-24 16</inkml:trace>
  <inkml:trace contextRef="#ctx0" brushRef="#br0" timeOffset="178117.1877">17462 11063 0,'0'0'16,"0"0"-16,0 0 0,0 0 0,0 0 0,0 0 15,0 0-15,25 0 0,-25 0 0,0 0 0,0-25 16,0 25-16,0 0 0,0 0 0,0 0 0,0 0 0,0 0 16,0 0-16,25 0 0,-25 0 0,0 0 0,0 0 15,0 0-15,0 0 0,0 0 0,0 0 0,0 0 16,0 0-16,0 0 0</inkml:trace>
  <inkml:trace contextRef="#ctx0" brushRef="#br0" timeOffset="179913.2904">18604 10517 0,'0'0'0,"0"0"0,0-25 0,0 25 0,0 0 0,0 0 16,0 0-16,0 0 0,0 0 0,0 0 0,0 0 15,0 0-15,0 0 0,0 0 0,0 0 0,0 0 0,0 0 16,0 0-16,0 25 0,0-25 0,0 0 0,0 0 15,0 25-15,0-25 0,0 25 0,0 0 0,0-25 16,0 24-16,0 1 0,0 0 0,0 0 0,0 0 0,0-1 16,0 1-16,0 0 0,0 0 0,0 0 0,0-1 15,0-24-15,0 25 0,0 0 0,0 0 0,0 0 0,0-25 16,0 24-16,-25 1 0,25-25 0,0 25 0,0-25 15,0 25-15,0-25 0,0 25 0,0-25 0,0 0 16,0 0-16,0 24 0,0-24 0,0 0 0,0 0 0,0 0 16,0 0-16,0 0 0,0 0 0,0 0 0,0-24 0,0 24 15,0 0-15,0 0 0,0-25 0,-25 25 0,25-25 16,0 25-16,0-25 0</inkml:trace>
  <inkml:trace contextRef="#ctx0" brushRef="#br0" timeOffset="180161.3046">18703 10616 0,'0'-24'0,"0"24"0,25 0 0,-25 0 0,0 0 15,0-25-15,0 25 0,0 0 0,0 0 0,24 0 0,-24 0 16,0 0-16,0 0 0,25 25 0,-25-25 0,0 0 16,25 0-16,-25 24 0,25-24 0,-25 0 0,25 25 0,-25-25 15,24 25-15,-24-25 0,25 25 0,-25-25 0,25 25 16,-25-1-16,25-24 0,-25 25 0,25-25 0,-25 25 15,24 0-15,-24-25 0,0 25 0,25-25 0,-25 24 0,0-24 16,25 25-16,-25-25 0,0 25 0,0-25 0,0 0 0,25 25 16,-25-25-16,0 0 0,0 0 0,0 0 0,0 25 15,0-25-15,0 0 0,0 0 0,0 0 0,0 0 16,0-25-16,0 25 0,0 0 0,0 0 0,0 0 15,0-25-15,0 25 0</inkml:trace>
  <inkml:trace contextRef="#ctx0" brushRef="#br0" timeOffset="180392.3178">19149 10443 0,'0'0'0,"0"0"0,0 0 0,0 0 0,0 0 16,0 0-16,0 0 0,-25 0 0,25 0 0,0 25 0,0-25 15,0 0-15,0 24 0,0-24 0,0 25 0,0 0 16,-24-25-16,24 25 0,0 0 31,0-25 16,0 24-47,0 1 0,0 0 0,0 0 0,0-25 0,0 25 0,0-1 0,0 1 0,0-25 0,0 25 0,0 0 0,0 0 0,0-25 0,0 24 0,0-24 0,0 25 0,0-25 0,0 25 0,0-25 0,0 25 0,0-25 0,0 0 0,0 0 0,0 25 0,0-25 0,0 0 0,0 0 0,0 0 16,0 0-16</inkml:trace>
  <inkml:trace contextRef="#ctx0" brushRef="#br0" timeOffset="181309.3703">19224 10964 0,'0'0'0,"0"0"0,0 0 0,0 0 16,0 0-16,0 0 0,0 0 0,0 0 0,0 0 0,0 0 15,0 0-15,0 0 0,0-25 0,0 25 0,0 0 0,24 0 16,-24 0-16,0-25 0,25 25 0,-25 0 16,0-25-16,25 25 0,-25 0 0,25-25 0,-25 25 0,25 0 15,-25-24-15,0 24 0,24 0 0,-24-25 0,0 25 0,25 0 16,-25 0-16,0-25 0,0 25 0,0 0 0,0-25 15,0 25-15,0 0 0,0-25 0,0 25 0,0 0 16,0 0-16,0-24 0,-25 24 0,25 0 0,0-25 0,0 25 16,-24 0-16,24 0 0,0 0 0,-25-25 0,25 25 15,0 0-15,0 0 0,-25 0 0,25 0 0,0-25 0,0 25 16,0 0-16,0 0 0,0 0 0,-25 0 0,25 0 15,0 0-15,0 0 0,0 0 0,0 0 0,0 0 0,0 0 16,0 25-16,0-25 0,0 0 0,0 25 0,0-25 16,0 0-16,0 25 0,0-25 0,0 24 0,0-24 15,0 25-15,0-25 0,0 25 0,0 0 0,0-25 0,0 25 16,0-25-16,25 24 0,-25 1 0,0-25 0,0 25 15,0-25-15,0 25 0,25-25 0,-25 0 0,0 25 16,0-25-16,25 24 0,-25-24 0,0 0 0,0 0 0,0 0 16,24 25-16,-24-25 0,0 0 0,0 0 0,25 0 15,-25 0-15,0 0 0,25 0 0,-25-25 0,0 25 16,25 0-16,-25 0 0,0 0 0,25-24 0,-25 24 0,0 0 15,0-25-15,24 25 0,-24 0 0,0-25 0,0 25 16,0 0-16,0-25 0,25 25 0,-25-25 0,0 25 0,0-24 16,0 24-16,0-25 0,0 25 0,0 0 0,0-25 15,0 25-15,25-25 0,-25 25 0,0 0 0,0-25 0,0 25 16,0-24-16,0 24 0,0 0 0,0 0 0,0 0 15,0-25-15,0 25 0,0 0 0,0 0 0,0 0 0,0 0 16,-25 0-16,25 0 0,0 0 0,0 25 0,0-25 16,0 0-16,0 0 0,0 0 0,0 24 0,0-24 0,0 0 15,0 25-15,0-25 0,0 25 0,0-25 0,0 0 16,0 25-16,0-25 0,0 25 0,0-25 0,0 24 15,0-24-15,25 25 0,-25-25 0,0 25 0,0-25 0,0 0 16,0 25-16,0-25 0,0 25 0,25-25 0,-25 0 16,0 0-16,0 24 0,0-24 0,0 0 0,25 0 15,-25 0-15,0 25 0,0-25 0,25 0 0,-25 0 0,0 0 16,0 0-16,24 0 0,-24 0 0,0-25 0,25 25 78,-25 0-78,0 0 0,25 0 0,-25-24 0,0 24 0,25 0 0,-25-25 0,0 25 0,0 0 0,0-25 0,25 25 0,-25 0 0,0-25 0,0 25 0,0-25 0,0 25 0,0 0 0,0-24 0,0 24 0,0-25 0,0 25 0,0 0 0,0-25 0,0 25 0,0 0 0,0 0 0,0-25 15,0 25-15,0 0 0,0 0 0,0 0 0,0 0 0,0 0 16,0 0-16,0 0 0,0 0 0,0 0 0,0 0 16,0 0-16,0 0 0,0 0 0,0 25 0,0-25 0,0 0 15,0 25-15,0-25 0,0 25 0,0-25 0,0 24 16,0-24-16,0 25 0,0-25 0,0 25 0,0-25 0,0 25 15,0-25-15,0 25 0,0-25 0,0 24 0,0-24 16,0 0-16,24 25 0,-24-25 0,0 0 0,0 0 16,0 25-16,25-25 0,-25 0 0,0 0 0,0 0 0,0 0 15,25 0-15,-25 0 0,0 0 0,0 0 0,0 0 16,25 0-16,-25-25 0,0 25 0,0 0 0,0 0 15,0-25-15,0 25 0,0-24 0,0 24 0,0 0 0</inkml:trace>
  <inkml:trace contextRef="#ctx0" brushRef="#br0" timeOffset="181540.3835">19422 10567 0,'0'0'0,"0"0"15,0 0-15,-25-25 0,25 25 0,0 0 0,25 0 16,-25-25-16,0 25 0,0 0 0,0 0 0,0 0 15,0-25-15,25 25 0,-25 0 0,0 0 0,25 0 0,-25 0 16,0 0-16,24 0 0,-24 0 0,0 0 0,25 0 16,-25 25-16,0-25 0,25 0 0,-25 0 0,0 0 0,25 0 15,-25 25-15,0-25 0,0 0 0,0 0 0,25 25 16,-25-25-16,0 0 0,0 0 0,0 0 0,0 0 0,0 25 15,25-25-15,-25 0 0,0 0 0</inkml:trace>
  <inkml:trace contextRef="#ctx0" brushRef="#br0" timeOffset="181718.3937">19844 10269 0,'0'0'0,"0"0"0,0 0 0,0 0 0,0 25 15,0-25-15,0 0 0,0 0 0,0 25 0,-25-25 16,25 25-16,0-25 0,0 24 0,0-24 0,-25 25 0,25-25 15,0 25-15,0-25 0,-25 25 0,25-25 0,0 25 16,0-25-16,-24 24 0,24-24 0,0 0 0,0 25 16,0-25-16</inkml:trace>
  <inkml:trace contextRef="#ctx0" brushRef="#br0" timeOffset="182407.4331">21332 10815 0,'0'0'0,"0"0"0,0 0 0,0-25 0,0 25 0,0 0 16,0 0-16,0-25 0,0 25 0,0 0 0,-25 0 0,25-25 15,0 25-15,0 0 0,0-24 0,0 24 0,-25 0 16,25-25-16,0 25 0,0 0 0,-24 0 0,24-25 16,0 25-16,0 0 0,-25 0 0,25-25 0,0 25 0,-25 0 15,25 0-15,0 0 0,-25 0 0,25 0 0,0 0 16,-25 0-16,25 0 0,-24 0 0,24 0 0,0 0 0,-25 0 15,25 0-15,-25 0 0,25 0 0,0 0 0,-25 25 16,25-25-16,0 0 0,0 0 0,-25 25 0,25-25 16,0 25-16,0-25 0,0 24 0,0-24 0,0 25 0,0 0 15,0-25-15,0 25 0,0-25 0,0 25 0,25-25 16,-25 24-16,0-24 0,25 25 0,-25-25 0,0 25 0,25-25 15,-25 0-15,0 0 0,25 25 0,-25-25 0,0 0 16,24 0-16,-24 0 0,25 0 0,-25 0 0,25 0 16,-25 0-16,25 0 0,-25 0 0,25-25 0,-25 25 0,24 0 15,-24 0-15,25-25 0,-25 25 0,0-25 0,25 25 16,-25 0-16,0-24 0,0-1 0,25 25 0,-25-25 0,0 0 15,0 25-15,0-25 0,25 1 0,-25-1 0,0 0 16,0 0-16</inkml:trace>
  <inkml:trace contextRef="#ctx0" brushRef="#br0" timeOffset="182637.4462">21456 10393 0,'0'-25'0,"0"25"0,0 0 0,0 0 0,0 0 0,-25 0 15,25 0-15,0 0 0,0 0 0,0 0 0,0 0 16,0 0-16,0 0 0,0 0 0,0 0 0,0 25 16,0-25-16,0 0 31,0 25-31,0-25 0,0 25 0,0 0 0,0-25 0,0 24 0,0 1 0,0-25 0,25 25 0,-25 0 0,0 0 0,0-1 0,0 1 0,0 0 15,0 0-15,0-25 0,0 25 0,0-1 0,0 1 0,0 0 16,0 0-16,0-25 0,0 25 0,0-1 0,0-24 0,0 25 16,0 0-16,0-25 0,0 25 0,0-25 0,0 0 15,0 25-15,0-25 0,0 0 0,0 24 0,0-24 16,0 0-16,0 0 0,0 0 0,0 0 0,25 0 0,-25 0 15,0 0-15,0 0 0,25-24 0,-25 24 0,0 0 0</inkml:trace>
  <inkml:trace contextRef="#ctx0" brushRef="#br0" timeOffset="183311.4848">21679 10765 0,'0'0'0,"0"0"16,-25-25-16,25 25 0,0 0 0,0 0 0,0 0 0,0 0 16,0-24-16,0 24 0,0 0 0,0 0 0,0 0 15,0 0-15,0 0 0,0 0 0,0 0 0,0 0 0,0 0 16,0 0-16,0 0 0,0 0 0,0 0 0,0 24 15,0-24-15,0 0 0,0 0 0,0 25 0,0-25 0,0 25 16,0-25-16,0 25 0,0-25 0,0 25 0,0-25 16,0 24-16,0-24 0,0 25 0,0-25 0,0 25 15,25-25-15,-25 25 0,0-25 0,0 0 0,0 25 0,0-25 16,0 0-16,25 24 0,-25-24 0,0 0 0,0 0 15,0 0-15,25 0 0,-25 0 0,0 0 0,0 0 0,0 0 16,25 0-16,-25 0 0,0 0 0,0 0 0,25 0 16,-25-24-16,0 24 0,0 0 0,24-25 0,-24 25 15,0 0-15,0-25 0,0 25 0,25-25 0,-25 25 0,0-25 16,0 25-16,0-24 0,0 24 0,0-25 0,0 25 15,0-25-15,0 25 0,0 0 0,0-25 0,0 25 0,0 0 16,0-25-16,0 25 0,0 0 0,0 0 0,0 0 16,0 0-16,0 0 0,0 0 0,0 0 0,0 0 15,0 0-15,0 0 0,0 0 0,0 0 0,0 0 0,0 0 16,0 0-16,0 0 0,0 25 0,0-25 0,0 0 15,0 25-15,0-25 0,0 0 0,0 25 0,0-25 0,0 25 16,0-25-16,0 24 0,0-24 0,0 0 0,0 25 16,0-25-16,0 0 0,0 25 0,0-25 0,0 0 15,0 25-15,0-25 0,0 0 0,25 0 0,-25 0 0,0 25 16,0-25-16,0 0 0,0 0 0,0 0 0,0 0 15,0 0-15,0 0 0,25 0 0,-25 0 0,0 0 0,0 0 16,0 0-16,25-25 0,-25 25 0,0 0 16,24 0-16,-24 0 0,25-25 0,-25 25 0,0-25 0,25 25 15,-25 0-15,0-25 0,25 25 0,-25 0 0,0-24 0,25 24 16,-25 0-16,0 0 0,0 0 0,0-25 0,0 25 15,0 0-15,0 0 0,0 0 0,0 0 0,0 25 0,0-25 16,0 0-16,0 0 0,0 0 0,0 24 0,24-24 16,-24 0-16,0 25 0,0-25 0,0 0 0,0 25 0,0-25 15,0 25-15,0-25 0,0 0 0,0 25 0,0-25 16,0 0-16,25 24 0,-25-24 0,0 0 0,0 0 15,0 0-15,25 25 0,-25-25 0,0 0 0,0 0 0,25 0 16,-25 0-16,0 0 0,25 0 0,-25 0 0,0 0 16,24 0-16,-24 0 0,0-25 0,25 25 0,-25 0 15,0 0-15,25-24 0,-25 24 0,0-25 0,0 25 0,0-25 16,0 0-16</inkml:trace>
  <inkml:trace contextRef="#ctx0" brushRef="#br0" timeOffset="183675.5056">22250 10517 0,'0'0'0,"0"-25"15,0 25-15,0 0 0,0 0 0,0 0 0,0 0 16,0 0-16,0 0 0,0 0 0,0 0 0,0 0 15,0 0-15,0 0 0,0 25 0,0-25 0,0 0 0,0 25 16,0-25-16,0 25 0,0 0 0,0-25 0,0 24 16,0 1-16,0-25 0,0 25 0,0 0 0,0-25 0,0 25 15,0-1-15,0-24 0,0 25 0,0-25 0,0 25 16,0 0-16,0-25 0,0 25 0,0-25 0,0 24 15,0-24-15,0 25 0,0-25 0,0 0 0,0 25 0,0-25 16,0 0-16,0 0 0,0 0 0,0 25 0,0-25 16,0 0-16,0 0 0,0 0 0,0 0 0,0-25 0,0 25 15,0 0-15,0 0 0,0 0 0,0-25 0,25 25 16,-25 0-16,0-25 0,0 25 0,24-24 0,-24 24 15,0-25-15,25 25 0,-25-25 0,0 25 0,0 0 0,25 0 16,-25-25-16,0 25 0,0 0 0,0 0 0,25 0 16,-25 0-16,0 25 0,0-25 0,0 0 0,0 0 0,0 25 15,0-25-15,0 25 0,0-25 0,0 24 0,0-24 16,0 0-16,0 25 0,0-25 0,0 25 0,0-25 15,0 0-15,-25 25 0,25-25 0,0 0 0,0 25 0,0-25 16,0 0-16,0 0 0,0 0 0,0 0 0,-25 0 16,25 0-16,0 0 0,-25 0 0</inkml:trace>
  <inkml:trace contextRef="#ctx0" brushRef="#br0" timeOffset="183878.5172">21605 10368 0,'0'0'0,"-25"0"0,25 0 0,0 0 16,0-24-16,0 24 0,0 0 0,0 0 0,0 0 0,0 0 16,0 0-16,0 0 0,0 0 0,0 0 0,0 0 0,25 0 15,-25 0-15,0 24 0,0-24 0,25 0 0,-25 0 16,0 0-16,0 0 0,0 25 0,0-25 0,24 0 15,-24 0-15,0 25 0,0-25 0</inkml:trace>
  <inkml:trace contextRef="#ctx0" brushRef="#br0" timeOffset="184053.5272">21530 11261 0,'0'0'15,"0"25"-15,0-25 0,0 25 0,0-25 0,-24 0 16,24 0-16,0 0 0,0 0 0,0 0 0,0 0 0,0 0 15,0 0-15,0 0 0,0 0 0,0 0 0,0 0 16,0-25-16,0 25 0,-25-25 0,25 25 0</inkml:trace>
  <inkml:trace contextRef="#ctx0" brushRef="#br0" timeOffset="184222.5369">21109 10666 0,'0'0'0,"0"0"15,25 0-15,-25 0 0,0 0 0,0 0 0,0-25 0,24 25 16,-24 0-16,25 0 0,-25 0 0,25 0 0,-25 0 15,25-25-15,0 25 0,-1 0 0,-24 0 0,25 0 16,0 0-16,0-24 0,0 24 0,-1 0 0,1 0 0,0 0 16,0 0-16,0 0 0,-25 0 0</inkml:trace>
  <inkml:trace contextRef="#ctx0" brushRef="#br0" timeOffset="184671.5626">22944 10468 0,'0'0'0,"0"-25"0,0 25 0,0 0 0,0 0 16,0 0-16,-24 0 0,24 0 0,0 0 0,0 0 16,0 0-16,0 0 0,24 0 0,-24 0 0,0 25 0,0-25 15,0 24-15,0-24 0,0 25 0,0 0 0,0-25 16,0 25-16,0 0 0,0-1 0,0 1 0,0 0 15,0 0-15,0 0 0,0-1 0,0 1 0,0 0 0,0 0 16,0 0-16,0-1 0,0 1 0,0 0 0,0 0 16,0-25-16,-24 25 0,24-1 0,0-24 0,0 25 0,0-25 15,0 25-15,0-25 0,0 0 0,0 25 0,0-25 16,-25 0-16,25 0 0,0 0 0,0 0 0,0 0 0,-25 0 15,25-25-15,0 25 0,0 0 0,0-25 0,-25 25 16,25-25-16,0 25 0</inkml:trace>
  <inkml:trace contextRef="#ctx0" brushRef="#br0" timeOffset="184821.5712">22796 10815 0,'0'0'0,"0"-25"0,0 25 16,0-25-16,0 25 0,24 0 0,-24-25 0,0 25 0,0 0 15,25 0-15,-25 0 0,0-24 0,25 24 0,-25 0 16,25 0-16,0 0 0,-25 0 0,24-25 0,-24 25 16,25 0-16,0 0 0,-25 0 0,25 0 0,0 0 0,-1-25 15,-24 25-15,25 0 0,0 0 0,0 0 0,-25-25 16,25 25-16,-25 0 0,24 0 0,1-25 0,-25 25 0,0 0 15,25 0-15,-25-24 0,0 24 0,0-25 0,25 25 16</inkml:trace>
  <inkml:trace contextRef="#ctx0" brushRef="#br0" timeOffset="185692.621">23217 10443 0,'0'0'16,"0"0"-16,0 0 0,0 0 0,0-25 0,0 25 0,0 0 15,0 0-15,0 0 0,0 0 0,0 0 0,0 0 16,0 0-16,0 25 0,0-25 0,0 0 0,25 0 0,-25 25 16,0-25-16,0 24 0,0-24 0,0 25 0,0-25 15,0 25-15,0 0 0,25 0 0,-25-25 0,0 24 16,0 1-16,0 0 0,0 0 0,0 0 0,0-1 0,0-24 15,0 25-15,0 0 0,0 0 0,0 0 0,0-1 16,0 1-16,0-25 0,0 25 0,0 0 0,0-25 16,0 25-16,0-25 0,0 24 0,0-24 0,0 0 0,0 25 15,0-25-15,0 0 0,0 0 0,0 0 0,0 0 16,0 0-16,0 0 0,0 0 0,0 0 0,25 0 0,-25 0 15,0-25-15,0 25 0,24 0 0,-24-24 0,0 24 16,25 0-16,-25-25 0,0 25 0,25-25 0,-25 25 0,0-25 16,0 25-16,0-25 0,25 25 0,-25-24 0,0-1 15,0 25-15,0-25 0,0 25 0,0 0 0,0-25 16,25 25-16,-25-25 0,0 25 0,0 0 0,0-24 0,0 24 15,0 0-15,0 0 0,0 0 0,0 0 0,0 0 0,0 0 16,0 0-16,0 0 0,0 0 0,0 0 0,0 0 16,0 0-16,0 0 0,0 24 0,0-24 0,0 0 15,0 25-15,0-25 0,0 25 0,0-25 0,0 25 16,0-25-16,0 25 0,0-1 0,0-24 0,0 25 0,0-25 15,0 25-15,0-25 0,0 0 0,0 25 0,0-25 16,24 25-16,-24-25 0,0 0 0,0 0 0,0 24 0,25-24 16,-25 0-16,0 0 0,0 0 0,25 0 0,-25 0 15,0 0-15,0 0 0,25 0 0,-25 0 0,0 0 16,25 0-16,-25 0 0,0-24 0,0 24 0,24-25 0,-24 25 15,0 0-15,25-25 0,-25 25 0,0-25 0,0 25 0,0-25 16,0 1-16,25 24 0,-25-25 0,0 0 0,0 25 16,0-25-16,0 25 0,0-25 0,0 1 0,0 24 15,0 0-15,0-25 0,0 25 0,0 0 0,0 0 0,0-25 16,0 25-16,0 0 0,0 0 0,0 0 0,0 0 15,0 0-15,0 0 0,0 25 0,0-25 0,0 0 16,-25 0-16,25 25 0,0-25 0,0 24 0,0-24 0,0 25 16,0-25-16,0 25 0,0-25 0,0 25 0,0 0 15,0-25-15,0 24 0,25-24 0,-25 25 0,0 0 16,0-25-16,0 25 0,0-25 0,0 0 0,0 25 0,0-25 15,0 24-15,25-24 0,-25 0 0,0 0 0,0 25 0,0-25 16,25 0-16,-25 0 0,0 0 0,0 0 0,24 0 16,-24 0-16,0 0 0,0-25 0,25 25 0,-25 0 15,0 0-15,25-24 0,-25 24 0,0-25 0,25 25 0,-25 0 16,0-25-16,0 25 0,25-25 0,-25 25 0,0-25 15,0 1-15,0 24 0,0-25 0,24 25 0,-24-25 0,0 0 16,0 25-16,0 0 0,0-25 0,0 25 0,0 0 16,0-24-16,0 24 0,0 0 0,0 0 0,0 0 15,0 0-15,0 0 0,0 0 0,0 0 0,0 24 0,0-24 16,0 0-16,0 25 0,0-25 0,0 25 0,0-25 15,0 0-15,0 25 0,-24-25 0,24 25 0,0-25 0,0 24 16,0-24-16,0 0 0,0 25 0,0-25 0,0 25 16,0-25-16,0 0 0,0 25 0,0-25 0,0 0 15,0 25-15,24-25 0,-24 0 0,0 0 0,0 24 16,25-24-16,-25 0 0,0 0 0,25 0 0,-25 0 0,25 0 15,-25 0-15,25 0 0,-25 0 0,25 0 0,-25 0 0,24 0 16,-24 0-16,25 0 0,-25 0 0,25-24 0</inkml:trace>
  <inkml:trace contextRef="#ctx0" brushRef="#br0" timeOffset="185994.6382">24135 10840 0,'0'0'0,"0"-25"0,0 25 0,0 0 0,0-25 0,0 25 16,-25 0-16,25 0 0,0-25 0,0 25 0,0 0 16,0 0-16,0-25 0,-25 25 0,25 0 0,0 0 0,0 0 15,0 0-15,-24 0 0,24 0 0,0 25 0,0-25 16,0 0-16,0 25 0,0-25 0,-25 0 0,25 25 15,0 0-15,0-25 0,0 24 0,0-24 0,0 25 0,0 0 16,0-25-16,0 25 0,0-25 0,0 25 0,0-25 16,25 24 124,24 26-140,-49-75 0,0 25 0,0 0 0,0-25 0</inkml:trace>
  <inkml:trace contextRef="#ctx0" brushRef="#br0" timeOffset="186148.6471">23763 10517 0,'-25'0'0,"25"0"0,25 0 0,-25-25 0,0 25 0,0 0 0,0 0 16,0 0-16,0-24 0,0 24 0,25 0 0,-25 0 0,0 0 0,0 0 15,24 0-15,-24 0 0,0 0 0,25 0 0,-25 0 0,0 24 16,0-24-16,25 0 0,-25 0 0,0 0 0,0 25 16,0-25-16,0 0 0,0 0 0,0 25 0,0-25 0,0 0 15,0 25-15,-25-25 0,25 0 0,0 0 0,0 0 16,0 25-16,-25-25 0,25 0 0,0 0 0,-24 0 15,24 24-15,0-24 0,0 0 0,0 0 0,-25 0 0,25 0 16</inkml:trace>
  <inkml:trace contextRef="#ctx0" brushRef="#br0" timeOffset="186328.6574">24036 10220 0,'0'0'0,"0"0"0,0 0 15,0 0-15,0 24 0,0-24 0,0 0 0,0 0 16,0 25-16,0-25 0,-25 0 0,25 25 0,0-25 0,0 25 15,0-25-15,-25 25 0,25-25 0,0 24 0,0-24 16,0 25-16,-25-25 0,25 25 0,0-25 0,0 25 16,-24-25-16,24 0 0,0 25 0</inkml:trace>
  <inkml:trace contextRef="#ctx0" brushRef="#br0" timeOffset="186887.6893">25474 10567 0,'0'0'16,"0"-25"-16,0 25 0,0 0 0,0 0 0,0 0 0,0-25 15,0 25-15,0 0 0,0 0 0,0 0 0,0 0 16,0 0-16,0 0 0,0 0 0,0 25 0,0-25 0,0 0 15,0 0-15,0 0 0,0 25 0,0-25 0,0 0 16,0 25-16,0-25 0,0 24 0,0 1 0,0-25 16,0 25-16,0 0 0,0 0 0,0-1 0,-24 1 0,24 0 15,0 0-15,0 0 0,0-1 0,0 1 0,0 0 16,0-25-16,0 25 0,0 0 0,0-1 0,0-24 0,0 25 15,0 0-15,0-25 0,0 25 0,0-25 0,0 25 16,0-25-16,0 0 0,0 24 0,0-24 0,0 0 16,-25 0-16,25 0 0,0 0 0,0 0 0,0-24 0,-25 24 15,25 0-15,0 0 0</inkml:trace>
  <inkml:trace contextRef="#ctx0" brushRef="#br0" timeOffset="187031.6976">25400 10889 0,'25'0'0,"-25"0"16,0-25-16,0 25 0,25 0 0,-25 0 0,0 0 0,0-24 15,24 24-15,-24 0 0,25 0 0,-25 0 0,25 0 16,-25-25-16,25 25 0,0 0 0,-1 0 0,1 0 0,-25 0 15,25-25-15,0 25 0,0 0 0,-1 0 0,-24 0 16,25-25-16,0 25 0,0 0 0,0 0 0,-25-25 0,24 25 16,-24 0-16,25-24 0,-25 24 0</inkml:trace>
  <inkml:trace contextRef="#ctx0" brushRef="#br0" timeOffset="187936.7493">25871 10468 0,'0'0'0,"0"0"15,0 0-15,0 0 0,0 0 0,0 0 0,0 0 16,0 0-16,0 0 0,0 0 0,0 0 0,0 0 0,0 0 15,0 0-15,0 0 0,0 24 0,0-24 0,0 0 16,0 25-16,0-25 0,0 25 0,0 0 0,0 0 0,0-25 16,0 24-16,0 1 0,0 0 0,0-25 0,0 25 15,0 0-15,0-1 0,0 1 0,0-25 0,0 25 16,0 0 15,0 0-31,0-1 0,0-24 0,0 25 0,0-25 0,0 25 0,0 0 0,0-25 0,0 0 0,0 25 0,0-25 0,0 0 0,0 24 0,0-24 0,0 0 16,0 0-16,0 0 0,0 0 0,0 0 0,0 0 0,0 0 15,0 0-15,0 0 0,25 0 0,-25 0 0,0 0 16,0-24-16,0 24 0,0 0 0,0-25 0,25 25 0,-25-25 15,0 25-15,0-25 0,0 25 0,25-25 0,-25 25 16,0-24-16,0-1 0,25 25 0,-25-25 0,0 25 16,0-25-16,0 25 0,24-25 0,-24 25 0,0 0 0,0 0 15,0-24-15,0 24 0,0 0 0,0 0 0,0 0 16,0 0-16,0 0 0,0 0 0,0 0 0,0 24 0,0-24 15,0 0-15,0 0 0,0 0 0,0 25 0,0-25 0,25 0 16,-25 25-16,0-25 0,0 25 0,0-25 0,0 25 16,0-25-16,0 24 0,0 1 0,0-25 0,0 25 15,0-25-15,0 25 0,0-25 0,0 25 0,0-25 0,25 0 16,-25 24-16,0-24 0,0 0 0,0 25 0,25-25 15,-25 0-15,0 0 0,25 25 0,-25-25 0,0 0 16,0 0-16,24 0 0,-24 0 0,0-25 0,25 25 0,-25 0 16,25 0-16,-25-25 0,0 25 0,25 0 0,-25-24 15,0 24-15,0-25 0,25 25 0,-25-25 0,0 25 16,0-25-16,0 25 0,0-25 0,24 1 0,-24 24 0,0-25 15,0 25-15,0-25 0,0 25 0,0-25 0,0 25 0,-24-25 16,24 25-16,0 0 0,0-24 0,0 24 0,0 0 16,0 0-16,0-25 0,0 25 0,0 0 0,0 0 15,0 0-15,0 0 0,0 0 0,0 0 0,0 0 0,0 0 16,0 0-16,0 25 0,0-25 0,0 0 0,0 0 15,0 24-15,0-24 0,0 25 0,-25-25 0,25 25 0,0-25 16,0 25-16,0-25 0,0 25 0,0-1 0,0-24 16,0 25-16,0-25 0,0 25 0,25-25 0,-25 0 15,0 25-15,0-25 0,0 0 0,0 25 0,0-25 0,24 0 16,-24 0-16,0 0 0,0 0 0,25 24 0,-25-24 15,0 0-15,25 0 0,-25-24 0,0 24 0,25 0 0,-25 0 16,0 0-16,25 0 0,-25 0 0,0-25 0,24 25 16,-24 0-16,0 0 0,25-25 0,-25 25 0,0 0 15,0-25-15,0 25 0,25-25 0,-25 25 0,0 0 16,0-24-16,0 24 0,0-25 0,0 0 0,0 25 0,0-25 15,0 25-15,0-25 0,0 25 0,0 0 0,0-24 0,0 24 16,0 0-16,0-25 0,0 25 0,0 0 0,0 0 16,0 0-16,0 0 0,0 0 0,0 25 0,0-25 0,0 0 15,0 24-15,25-24 0,-25 0 0,0 25 0,0-25 16,0 25-16,0-25 0,0 25 0,0-25 0,0 25 15,0-25-15,0 24 0,0-24 0,0 25 0,0-25 0,0 25 16,0-25-16,0 0 0,0 25 0,0-25 0,25 0 16,-25 25-16,0-25 0,0 0 0,0 0 0,0 24 0,0-24 15,0 0-15,0 0 0,0 0 0,0 0 0,24 0 16,-24 0-16,0 0 0,0 0 0,0 0 0,0 0 15,25 0-15,-25 0 0,0 0 0,25-24 0</inkml:trace>
  <inkml:trace contextRef="#ctx0" brushRef="#br0" timeOffset="188391.7754">27856 10964 0,'0'0'0,"-25"-25"0,25 25 0,0 0 0,-25-25 0,25 25 16,0-25-16,0 25 0,-25-25 0,25 25 0,0 0 16,-25-24-16,25 24 0,0-25 0,-24 25 0,24-25 0,0 25 15,-25-25-15,25 25 0,0 0 0,0 0 0,-25-25 16,25 25-16,0 0 0,-25 0 0,25 0 0,0 0 15,-25 25-15,25-25 0,0 0 0,-24 0 0,24 0 0,0 25 16,-25-25-16,25 0 0,0 25 0,-25-25 0,25 0 16,0 25-16,0-25 0,-25 24 0,25-24 0,0 25 0,0-25 15,0 25-15,0-25 0,0 25 0,0-25 0,0 25 16,25-25-16,-25 24 0,0-24 0,0 25 0,0-25 0,25 0 15,-25 25-15,0-25 0,25 0 0,-25 0 0,24 0 16,-24 0-16,0 0 0,25 0 0,0 0 0,-25 0 16,25 0-16,-25 0 0,25 0 0,-25 0 0,24-25 0,-24 25 15,25 0-15,-25-25 0,0 25 0,25-24 0,-25-1 16,25 25-16,-25-25 0,0 0 0,0 25 0,25-25 15</inkml:trace>
  <inkml:trace contextRef="#ctx0" brushRef="#br0" timeOffset="188640.7896">27905 10418 0,'0'0'0,"0"0"0,0 0 0,0 0 0,0 0 15,0 0-15,0 0 0,0 0 0,0 0 0,0 0 16,0 0-16,0 25 0,0-25 0,0 25 0,0-25 0,0 24 16,0-24-16,0 25 0,0-25 0,0 25 0,0 0 15,0 0-15,0-1 0,0-24 0,0 25 0,0 0 16,0 0-16,0 0 0,0-25 0,0 24 0,0 1 0,0 0 15,0 0-15,0 0 0,0-25 0,25 24 0,-50 1 16,25-25-16,0 25 0,0-25 0,0 25 0,0-25 16,0 25-16,0-25 0,0 24 0,0-24 0,0 0 15,0 0-15,0 25 0,0-25 0,0 0 0,0 0 0,0 0 16,0 0-16,0 0 0,0 0 0,0 0 0,0 0 0,0-25 15,25 25-15,-25 0 0,0-24 0,0 24 0</inkml:trace>
  <inkml:trace contextRef="#ctx0" brushRef="#br0" timeOffset="189458.8364">27980 10765 0,'0'0'0,"0"-25"0,0 25 0,0 0 0,0 0 0,0-24 15,0 24-15,0 0 0,0 0 0,0 0 0,0 0 16,0 0-16,0 0 0,0 0 0,0 0 0,0 0 0,0 0 16,0 0-16,0 0 0,0 24 0,24-24 0,-24 25 15,0-25-15,0 0 0,0 25 0,0 0 0,0-25 16,0 25-16,25-25 0,-25 24 0,0 1 0,0-25 0,0 25 15,0-25-15,0 25 0,25-25 0,-25 25 0,0-25 16,0 24-16,0-24 0,25 0 0,-25 25 0,0-25 0,0 0 16,0 0-16,0 25 0,25-25 0,-25 0 0,0 0 15,0 0-15,25 0 0,-25 0 0,0 0 0,0-25 16,24 25-16,-24 0 0,0 0 0,25 0 0,-25-25 0,0 25 15,0-24-15,25 24 0,-25-25 0,0 25 0,0-25 16,25 25-16,-25-25 0,0 0 0,0 25 0,0-24 0,0 24 16,0-25-16,0 0 0,0 25 0,0-25 0,0 25 15,0 0-15,0-25 0,0 25 0,0 0 0,0 0 0,0 0 16,0 0-16,0 0 0,0 0 0,0 0 0,0 0 15,0 0-15,0 0 0,0 0 0,0 0 0,0 0 16,0 0-16,0 25 0,0-25 0,0 0 0,0 0 0,0 25 16,0-25-16,0 25 0,0-25 0,0 25 0,0-25 15,0 24-15,0-24 0,0 25 0,0-25 0,0 25 0,0-25 16,0 25-16,0-25 0,0 25 0,0-25 0,0 24 15,0-24-15,0 25 0,0-25 0,0 25 0,25-25 16,-25 0-16,0 25 0,0-25 0,0 0 0,24 0 0,-24 0 16,0 0-16,0 0 0,25 0 0,-25 0 0,0 0 15,25 0-15,-25 0 0,0 0 0,25 0 0,-25 0 0,25-25 16,-25 25-16,0 0 0,24 0 0,-24-25 0,0 25 15,0-25-15,25 25 0,-25 0 0,0-24 0,0 24 16,0-25-16,0 25 0,0-25 0,25 25 0,-25-25 0,0 25 16,0-25-16,0 25 0,0-24 0,0 24 0,0 0 0,0-25 15,0 25-15,0 0 0,0 0 0,0 0 0,0 0 16,0 0-16,0 0 0,0 0 0,-25 0 0,25 0 15,0 0-15,0 0 0,0 0 0,0 25 0,0-25 0,0 0 16,0 24-16,0-24 0,0 0 0,0 25 0,0-25 16,0 25-16,0-25 0,0 25 0,0-25 0,0 25 0,0-25 15,0 24-15,0-24 0,0 0 0,0 25 0,0-25 16,0 0-16,0 25 0,25-25 0,-25 0 0,0 0 15,0 25-15,0-25 0,0 0 0,25 0 0,-25 0 16,0 0-16,0 0 0,0 0 0,25 0 0,-25 0 0,0 0 16,24-25-16,-24 25 0,0 0 0,0-25 0,25 25 0,-25 0 15,0-25-15,0 25 0,25-24 0,-25 24 0,0-25 16,0 25-16,0-25 0,0 0 0,0 25 0,0-25 15,0 1-15,0 24 0,0-25 0,0 25 0,0-25 0,0 25 16,0-25-16,-25 25 0,25-25 0,0 25 0,0 0 16,0 0-16,0 0 0,0 0 0,-25 0 0,25 0 0,0 0 15,0 0-15,-24 0 0,24 0 0,0 0 0,0 25 16,0-25-16,-25 0 0,25 0 0,0 25 0,0-25 15,0 0-15,0 25 0,-25-25 0,25 0 0,0 0 0,0 25 16,0-25-16,0 0 0,0 24 0,0-24 0,0 0 16,25 0-16,-25 25 0,0-25 0,0 0 0,25 0 0,-25 0 15,0 0-15</inkml:trace>
  <inkml:trace contextRef="#ctx0" brushRef="#br0" timeOffset="189752.8532">28897 10889 0,'0'0'0,"0"0"0,-24-25 0,24 25 15,0 0-15,0-24 0,0 24 0,0-25 0,0 25 16,0 0-16,-25-25 0,25 25 0,0-25 0,0 25 16,0 0-16,0 0 0,0 0 0,0-25 0,0 25 0,0 0 15,0 0-15,-25 0 0,25 0 0,0 25 0,0-25 16,0 0-16,0 0 0,0 25 0,0-25 0,-25 25 0,25-25 15,0 25-15,0-25 0,0 24 0,0-24 0,0 25 16,0 0-16,0-25 0,0 25 0,0-25 0,0 25 16,0-25-16,0 24 0,0-24 0,0 0 0,0 25 0,0-25 15,0 0-15,25 25 0,-25-25 0,0 0 0,0 0 16,25 0-16,-25 0 0,0 0 0,0 0 0,25 0 0,-25 0 15,0 0-15,0 0 0,0 0 0,24 0 0,-24-25 16,0 25-16,0 0 0,0 0 0,0-25 0,0 25 16,0-24-16</inkml:trace>
  <inkml:trace contextRef="#ctx0" brushRef="#br0" timeOffset="190006.8677">28649 10542 0,'0'0'0,"0"-25"0,0 25 0,0 0 15,0 0-15,25 0 0,-25 0 0,0-25 0,0 25 16,0 0-16,0 0 0,25 0 0,-25 0 0,0 0 16,0 0-16,0 0 0,25 25 0,-25-25 0,0 0 0,0 0 15,0 0-15,0 25 0,25-25 0,-25 0 0,0 25 16,0-25-16,0 0 0,0 25 0,-25-25 0,25 0 0,0 24 15,0-24-15,0 0 0,-25 25 0,25-25 0,0 0 16,0 0-16,-25 25 0,25-25 0,-25 0 0,25 0 0,0 0 16,-24 0-16,24 0 0,-25 0 0,25 0 0,-25 0 15,0 0-15,25 0 0</inkml:trace>
  <inkml:trace contextRef="#ctx0" brushRef="#br0" timeOffset="190197.8787">28302 10443 0,'0'0'0,"0"0"0,0 0 16,25-25-16,-25 25 0,0 0 0,0 0 0,0 0 0,25 0 15,-25 0-15,0 0 0,25 0 0,-25 0 0,0 0 16,0 0-16,24 0 0,-24 25 0,0-25 0,25 0 0,-25 0 16,0 25-16,0-25 0,0 24 0,0-24 0,0 25 15,0-25-15,0 25 0,0-25 0,0 25 0,0 0 16,0-25-16,0 24 0,-25 1 0,25 0 0,0-25 0,0 25 15,-24 0-15,24-1 0,-25 1 0</inkml:trace>
  <inkml:trace contextRef="#ctx0" brushRef="#br0" timeOffset="190347.8872">28079 11162 0,'0'25'15,"-25"-25"-15,25 25 0,0-25 0,-25 0 0,25 0 16,0 0-16,0 25 0,0-25 0,0 0 0,0 0 0,0 0 16,0 0-16,0 0 0,0 0 0,0 0 0,0 0 15,0 0-15,0-25 0,0 25 0,0 0 0,0-25 16,0 25-16,0 0 0,0-25 0,0 25 0,0-25 0,0 0 15,0 25-15</inkml:trace>
  <inkml:trace contextRef="#ctx0" brushRef="#br0" timeOffset="190532.8978">27732 10592 0,'0'0'0,"0"0"16,0 0-16,0-25 0,0 25 0,24 0 0,-24 0 0,0 0 16,25 0-16,-25 0 0,25 0 0,0 0 0,-25 0 15,25 0-15,-1 0 0,1 0 0,0 0 0,0 0 0,0 0 16,-1 0-16,1 0 0,0 0 0,0 0 0,0 0 15,-25 0-15,25 0 0,-1 0 0,1 0 0,0 25 16,0-25-16,-25 0 0,25 0 0,-1 0 0,1 0 0,-25 0 16</inkml:trace>
  <inkml:trace contextRef="#ctx0" brushRef="#br0" timeOffset="191268.9399">29716 10840 0,'0'-25'0,"0"25"0,0-25 15,-25 25-15,25-25 0,0 25 0,-25 0 0,25-25 16,0 25-16,0-24 0,-24 24 0,24 0 0,0 0 0,0-25 16,-25 25-16,25 0 0,0 0 0,0 0 0,0 0 15,-25 0-15,25-25 0,0 25 0,0 0 0,0 25 0,0-25 16,-25 0-16,25 0 0,0 0 0,0 25 0,0-25 15,-25 24-15,25-24 0,0 25 0,0-25 0,0 25 0,0-25 16,0 25-16,0 0 0,0-1 0,0-24 0,0 25 16,0 0-16,0-25 0,25 25 0,-25-25 0,0 25 0,25-1 15,-25-24-15,0 25 0,25-25 0,-25 0 0,25 25 16,-25-25-16,24 0 0,-24 0 0,25 25 0,-25-25 15,25 0-15,0 0 0,-25 0 0,25 0 0,-25 0 0,24 0 16,-24 0-16,25 0 0,-25-25 0,25 25 0,-25 0 16,25 0-16,-25-25 0,25 25 0,-25 0 0,0-25 0,24 25 15,-24 0-15,0-24 0,25 24 0,-25-25 0,0 25 16,0-25-16,25 25 0,-25-25 0,0 0 0,0 25 15,0-24-15,0 24 0,0-25 0,0 25 0,0-25 0,0 25 16,0-25-16,0 25 0,0 0 0,0 0 0,0-25 16,0 25-16,0 0 0,0 0 0,0 0 0,-25 0 0,25 0 15,0 0-15,0 0 0,0 0 0,0 0 0,0 0 16,0 0-16,0 25 0,0-25 0,-25 0 0,25 25 0,0-25 15,0 0-15,0 25 0,0-25 0,0 25 0,0-1 16,0-24-16,0 25 0,0-25 0,0 25 0,0-25 16,0 25-16,0-25 0,0 25 0,0-25 0,25 0 0,-25 24 15,0-24-15,0 25 0,25-25 0,-25 0 0,0 25 16,0-25-16,0 0 0,25 0 0,-25 0 0,0 0 0,0 0 15,25 0-15,-25 0 0,0 0 0,0-25 0,24 25 16,-24 0-16,0 0 0,0-25 0,0 25 0,0 0 16,0-24-16,0 24 0,0-25 0,0 25 0,0-25 0,0 25 15,0-25-15,0 25 0,0-25 0,0 1 0,0 24 16,0-25-16,0 25 0,0-25 0,0 25 0,0 0 0,0-25 15,-24 25-15,24 0 0,0 0 0,0 0 16,0 0-16,0 0 0,0 0 0,-25 0 0,25 0 0,0 0 16,0 0-16,0 0 0,0 0 0,-25 0 0,25 0 0,0 0 15,0 0-15,0 0 0,0 0 0,0 0 0,0 0 16,0 0-16,25 0 0</inkml:trace>
  <inkml:trace contextRef="#ctx0" brushRef="#br0" timeOffset="191459.9508">30311 10468 0,'0'0'0,"0"0"0,0 0 0,0 0 16,0 0-16,0 0 0,0 0 0,-24 24 0,24-24 0,0 0 15,0 25-15,-25-25 0,25 0 0,0 25 0,0-25 16,-25 25-16,25-25 0,0 25 0,-25-25 0,25 24 0,0 1 15,-25-25-15,25 25 0,0-25 0,-25 25 0,25-25 16,0 0-16,0 25 0,0-25 0</inkml:trace>
  <inkml:trace contextRef="#ctx0" brushRef="#br0" timeOffset="192254.9963">30981 10840 0,'-25'0'0,"25"0"0,0 0 16,0-25-16,0 25 0,-25 0 0,25-25 0,0 25 15,0 0-15,-24 0 0,24 0 0,0 0 0,-25 0 0,25 0 16,0 0-16,-25 0 0,25 0 0,-25 0 0,25 0 15,0 25-15,-25-25 0,25 0 0,0 25 0,-24-25 0,24 24 16,0-24-16,0 0 0,0 25 0,-25-25 0,25 25 16,0-25-16,0 0 0,0 25 0,0-25 0,0 0 0,0 0 15,0 25-15,0-25 0,25 0 0,-25 0 0,0 24 16,0-24-16,24 0 0,-24 0 0,0 0 0,25 0 0,-25 0 15,25 0-15,-25 0 0,25 0 0,-25 0 0,25 0 16,-25 0-16,24 0 0,-24 0 0,25-24 0,-25 24 0,25 0 16,-25 0-16,25-25 0,-25 25 0,0 0 0,25-25 15,-25 25-15,0-25 0,0 25 0,0-25 0,24 25 0,-24-24 16,0 24-16,0-25 0,0 25 0,0-25 0,0 25 15,0 0-15,0 0 0,0-25 0,0 25 0,0 0 0,0 0 16,0 25-16,0-25 0,-24 0 0,24 25 0,0-25 0,0 25 16,0-25-16,0 24 0,-25 1 0,25 0 0,0 0 15,0-25-15,0 25 0,0-1 0,0 1 0,0 0 16,0 0-16,0 0 0,0-25 0,0 24 0,0 1 0,0 0 15,0 0-15,0 0 0,0-25 0,0 25 0,0-1 16,25 1-16,-25-25 0,0 25 0,0-25 0,0 25 0,0-25 16,0 25-16,0-25 0,0 24 0,-25-24 0,25 0 15,0 0-15,0 0 0,0 25 0,-25-25 0,25 0 0,0 0 16,-25 0-16,25 0 0,0 0 0,-25-25 0,25 25 0,-24 0 15,24 0-15,0 0 0,0-24 0,-25 24 0,25 0 16,0 0-16,0 0 0,0-25 0,0 25 0,0 0 0,0 0 16,0 0-16,25-25 0,-25 25 0,0 0 0,24 0 15,-24 0-15,25 0 0,-25 0 0,25-25 0,-25 25 0,25 0 16,-25 0-16,25 0 0,-1 0 0,-24-25 0,25 25 15,-25 0-15,25 0 0,0-24 0,-25 24 0,25 0 16,-25-25-16,24 25 0,-24-25 0,25 25 0,-25-25 0,0 25 16,25-25-16,-25 0 0,0 25 0</inkml:trace>
  <inkml:trace contextRef="#ctx0" brushRef="#br0" timeOffset="192458.0079">31279 10765 0,'0'0'0,"0"0"0,0 0 0,0 0 16,0 0-16,0 0 0,0 0 0,0 0 0,0 0 15,0 0-15,0 0 0,0 25 0,0-25 0,0 0 0,0 25 16,0-25-16,0 0 0,0 25 0,0-1 0,0-24 15,0 25-15,0-25 0,0 25 0,0-25 0,0 25 0,0-25 16,0 25-16,0-25 0,0 0 0,0 24 0,0-24 16,25 25-16,-25-25 0,0 0 0,0 0 0,0 25 15,0-25-15,0 0 0,0 0 0,0 0 0,0 0 0,0 0 16,0 0-16,0 0 0,0 0 0,0-25 0,0 25 0,0 0 15,0-25-15,0 25 0,24 0 0</inkml:trace>
  <inkml:trace contextRef="#ctx0" brushRef="#br0" timeOffset="192602.0162">31353 10691 0,'0'0'0,"0"-25"0,0 25 0,0 0 15,0 0-15,0 25 0,0-25 0,0 0 0,0 0 0,0 0 16,25 0-16,-25 0 0,0 0 0,0 25 0,0-25 16,0 0-16,0 0 0,25 24 0,-25-24 0,0 0 0,0 0 15,25 25-15,-25-25 0,0 25 0,24-25 0</inkml:trace>
  <inkml:trace contextRef="#ctx0" brushRef="#br0" timeOffset="193048.0417">31725 10914 0,'0'0'0,"0"-25"0,0 25 0,0 0 0,0-25 0,0 25 16,0 0-16,0 0 0,-25-24 0,25 24 0,0-25 16,0 25-16,0 0 0,0 0 0,0-25 0,0 25 0,-24 0 15,24-25-15,0 25 0,0 0 0,0 0 0,0 0 16,-25 0-16,25 0 0,0-25 0,0 25 0,-25 0 0,25 0 15,0 25-15,0-25 0,-25 0 0,25 0 0,0 0 0,-25 0 16,25 25-16,0-25 0,-24 0 0,24 25 0,0-25 16,0 25-16,-25-25 0,25 24 0,0-24 0,0 25 0,0-25 15,0 25-15,0-25 0,0 25 0,0-25 0,0 25 16,0-25-16,0 24 0,0-24 0,0 0 0,0 25 0,0-25 15,0 0-15,0 0 0,25 25 0,-25-25 0,0 0 0,0 0 16,0 0-16,24 0 0,-24 0 0,0 0 0,25 0 16,-25 0-16,0 0 0,25 0 0,-25 0 0,0 0 0,25-25 15,-25 25-15,0 0 0,0 0 0,25-25 0,-25 25 16,0 0-16,0-24 0,24 24 0,-24 0 0,0-25 0,0 25 15,0-25-15,25 25 0,-25-25 0,0 25 0,0 0 0,0-25 16,0 25-16,0 0 0,0 0 0,0 0 0,0 0 16,0 0-16,0 0 0,0 0 0,0 0 0,0 0 0,0 0 15,0 0-15,0 0 0,0 25 0,0-25 0,0 0 16,0 25-16,0-25 0,0 0 0,0 25 0,0-25 0,0 0 15,0 25-15,25-25 0,-25 0 0,0 24 0,-25-24 0,25 0 16,0 0-16,0 0 0,0 0 0,25 25 0,-25-25 0,0 0 16,0 0-16,0-25 0,0 25 0,0 0 0,0 0 15,25 0-15,-25-24 0</inkml:trace>
  <inkml:trace contextRef="#ctx0" brushRef="#br0" timeOffset="193254.0535">32023 10244 0,'0'0'0,"0"0"0,0 0 0,0 0 0,-25 25 0,25-25 0,0 0 0,0 0 0,-25 25 0,25-25 0,0 0 0,-25 25 0,25-25 0,-24 25 0,24-25 0,-25 24 0,25-24 0,-25 25 0,25 0 0,-25-25 0,25 25 0,-25 0 0,1-1 0,24-24 0,-25 25 0,0 0 16,0-25-16,25 25 0,-25 0 0</inkml:trace>
  <inkml:trace contextRef="#ctx0" brushRef="#br0" timeOffset="194671.1345">3299 11782 0,'0'0'0,"0"-25"0,0 25 16,0 0-16,0 0 0,0 0 0,0 0 0,0 0 15,-25 0-15,25 0 0,0 0 0,0 0 0,0 0 16,0 0-16,25-24 0,-25 24 0,0 0 0,0 0 0,0 0 16,0 0-16,0 24 0,0-24 0,0 0 0,0 0 15,0 0-15,0 0 0,0 25 0,0-25 0,0 0 0,0 25 16,0-25-16,25 25 0,-25 0 0,0-1 0,0-24 15,0 25-15,0 0 0,0 0 0,0 0 0,0-1 16,0 1-16,0 0 0,0 0 0,0 0 0,0-1 0,0 1 16,0 0-16,0 0 0,0 0 0,0 0 0,0-25 15,0 24-15,0 1 0,0-25 0,0 25 0,0-25 0,0 25 16,0-25-16,0 25 0,0-25 0,0 0 0,0 0 15,0 24-15,0-24 0,0 0 0,0 0 0,0 0 0,0 0 16,0 0-16,0 0 0,0-24 0,0 24 0,0 0 16,0-25-16,0 25 0</inkml:trace>
  <inkml:trace contextRef="#ctx0" brushRef="#br0" timeOffset="194850.1448">3225 12129 0,'0'0'0,"0"0"0,0-24 0,0 24 16,0 0-16,0 0 0,0 0 0,0 0 0,0 0 0,0 0 15,0-25-15,0 25 0,0 0 0,0 0 0,24 0 16,-24 0-16,0 0 0,25 0 0,-25-25 0,25 25 0,-25 0 15,25 0-15,-25 0 0,25 0 0,-25 0 0,24 0 16,1 0-16,-25 0 0,25 0 0,0 25 0,-25-25 0,25 0 16,-25 25-16,24-25 0,1 0 0,-25 24 15,25-24-15,-25 25 0,25-25 0,-25 25 0,0-25 0</inkml:trace>
  <inkml:trace contextRef="#ctx0" brushRef="#br0" timeOffset="195369.1744">3597 12402 0,'0'0'0,"0"0"0,0 0 0,0 0 0,-25 0 16,25 0-16,0 0 0,0-24 0,0 24 0,-25 0 0,25 0 15,0-25-15,0 25 0,0 0 0,0 0 0,0-25 16,0 25-16,0-25 0,0 25 0,0 0 0,25-25 0,-25 25 16,0 0-16,25-24 0,-25 24 0,0-25 15,24 25-15,-24 0 0,0 0 0,25-25 0,-25 25 0,0 0 16,25 0-16,-25 0 0,0 0 0,0 0 0,0 0 0,0 0 15,25 0-15,-25 0 0,0 0 0,0 0 0,0 0 16,0 25-16,0-25 0,0 25 0,0-25 0,0 0 16,0 24-16,0-24 0,0 25 0,0-25 0,0 25 0,0 0 15,0-25-15,0 25 0,0-25 0,0 24 0,0-24 16,0 25-16,0-25 0,0 0 0,0 25 0,25-25 0,-25 0 15,0 25-15,0-25 0,0 0 0,0 0 0,0 0 16,25 0-16,-25 0 0,0 0 0,0 0 0,0 0 16,0 0-16,0 0 0,24 0 0,-24-25 0,0 25 15,0 0-15,25 0 0,-25-25 0,0 25 0,25-25 0,-25 25 16,0 0-16,0-24 0,0 24 0,25-25 0,-25 25 0,0-25 15,0 25-15,0 0 0,0-25 0,0 25 0,0-25 16,0 25-16,0 0 0,0-24 0,0 24 0,0 0 16,0 0-16,0-25 0,0 25 0,0 0 0,0 0 0,0 0 15,0 0-15,0 0 0,-25 0 0,25 0 0,0 0 16,0 0-16,0 0 0,0 0 0,0 0 0,0 25 0,0-25 15,0 0-15,0 24 0,0-24 0,0 25 0,0-25 16,0 25-16,0-25 0,25 25 0,-25-25 0,0 25 0,0-25 16,0 24-16,0 1 0,0-25 0,0 25 0,0-25 15,0 0-15,0 25 0,25-25 0,-25 0 0,0 25 16,0-25-16,0 0 0,0 0 0,0 0 0,0 0 0,0 0 15,0 0-15,0 0 0,0 0 0,0 0 0,0-25 16,0 25-16,0 0 0,0-25 0,0 25 0,0-25 16,0 0-16</inkml:trace>
  <inkml:trace contextRef="#ctx0" brushRef="#br0" timeOffset="195519.183">3919 12005 0,'0'-24'0,"0"24"16,0 0-16,0 0 0,0 0 0,0 0 0,0 0 15,0 0-15,0 0 0,0 24 0,0-24 0,0 0 0,0 0 16,0 0-16,0 25 0,0-25 0,0 0 0,0 25 15,25-25-15,-25 0 0,0 25 0,0-25 0,0 25 16,0-25-16,0 24 0,0-24 0,25 25 0</inkml:trace>
  <inkml:trace contextRef="#ctx0" brushRef="#br0" timeOffset="195694.193">4043 12774 0,'0'0'0,"0"25"0,0-25 0,0 25 0,0-25 0,0 0 0,0 0 0,-25 25 0,25-25 0,0 0 0,0 0 16,0 0-16,0 0 0,0 0 0,0 0 0,0 0 15,0 0-15,0 0 0,0 0 0,0 0 0,0 0 16,0-25-16,0 25 0,0 0 0,0 0 0,25 0 0,-25-25 16,0 25-16,0 0 0,25-25 0,-25 25 0</inkml:trace>
  <inkml:trace contextRef="#ctx0" brushRef="#br0" timeOffset="196155.2194">4738 12229 0,'0'0'15,"0"0"-15,0 0 0,0 0 0,0 0 0,0 0 0,0 0 16,0 0-16,0 0 0,0 0 0,0 0 0,0 0 15,0 0-15,0 0 0,0 0 0,24 0 0,-24 0 16,0 0-16,0 0 0,25 0 0,-25 0 0,25 0 0,-25 0 0,25 0 16,-25 0-16,25 0 0,0 0 0,-25 0 0,24 25 15,1-25-15,-25 0 0,25 0 0,0 0 0,0 0 16,-25 0-16,24 0 0,1 24 0,0-24 0,0 0 15,-25 0-15,25 0 0,-1 0 0,-24 0 0,25 0 0,0 0 16,-25 25-16,0-25 0,25 0 0,-25 0 0,0 0 16,0 0-16,0 0 0,0 25 0</inkml:trace>
  <inkml:trace contextRef="#ctx0" brushRef="#br0" timeOffset="196405.2337">4837 12452 0,'-25'0'0,"25"-25"0,0 25 0,0 0 0,0 0 0,-25 0 15,25 0-15,0 0 0,0 0 0,0 0 0,0 0 16,0 0-16,0 0 0,0 0 0,25 0 0,-25 0 0,0 0 16,0 0-16,25 0 0,-25-25 0,25 25 0,-25 0 15,25 0-15,-25 0 0,24 0 0,1 0 0,-25 0 16,25 0-16,0 0 0,0 0 0,-25 0 0,24 0 0,1 0 15,0 0-15,-25 0 0,25 0 0,0 0 0,-25-24 16,24 24-16,1 0 0,-25 24 0,25-24 0,-25 0 0,0 0 16,25 0-16,-25 0 0,0 0 0,0 0 0,0 0 15,0 0-15,0 0 0</inkml:trace>
  <inkml:trace contextRef="#ctx0" brushRef="#br0" timeOffset="196680.2494">4986 12055 0,'0'-25'0,"0"25"0,0 0 0,0 0 16,0 0-16,0 0 0,-25 0 0,25 0 0,0 0 15,0 0-15,0 0 0,0 0 0,25 0 0,-25 0 16,0 25-16,0-25 0,0 0 0,0 25 0,0-25 0,0 25 15,0-1-15,0-24 0,0 25 0,0 0 0,0-25 16,0 25-16,0 0 0,0 0 0,0-1 0,0 1 0,0-25 16,0 25-16,0 0 0,0 0 0,0-1 0,0 1 15,25 0-15,-25-25 0,0 25 0,0 0 0,0-25 0,0 24 16,0 1-16,0-25 0,0 25 0,0-25 15,0 0-15,0 25 0,0-25 0,0 0 0,24 0 0,-24 0 16,0 0-16</inkml:trace>
  <inkml:trace contextRef="#ctx0" brushRef="#br0" timeOffset="197142.2759">5705 12154 0,'0'0'0,"0"-25"16,0 25-16,0 0 0,-25-24 0,25 24 0,0 0 0,-25 0 16,25-25-16,0 25 0,0 0 0,-24 0 0,24 0 15,0 0-15,0 0 0,0 0 0,-25 0 0,25-25 16,0 25-16,0 0 0,0 0 0,0 0 0,0 25 0,0-25 15,0 0-15,-25 0 0,25 0 0,0 0 0,0 0 0,0 25 16,0-25-16,0 0 0,0 24 0,0-24 0,0 25 16,-25 0-16,25-25 0,0 25 0,0 0 0,0 0 15,0-25-15,0 24 0,25 1 0,-25 0 0,0 0 0,0 0 16,0-1-16,25 1 0,-25-25 0,0 25 0,0 0 15,25 0-15,-25-25 0,24 24 0,-24-24 0,0 0 16,25 25-16,-25-25 0,0 0 0,25 0 0,-25 0 0,25 0 16,-25 0-16,25 0 0,-25 0 0,24-25 0,-24 25 15,0 0-15,25-24 0,-25 24 0,25-25 0,-25 0 0,0 25 16,25-25-16,-25 0 0,0 25 0,0-24 0,0-1 15,0 25-15,0-25 0,0 0 0,0 25 0,0-25 0,0 1 16,0-1-16,-25 25 0,25-25 0,0 25 0,0-25 16,-25 25-16,25-25 0,0 25 0,0 0 0,-25-25 15,25 25-15,0 0 0,0 0 0,-24 0 0,24 0 0,0 0 16,0 0-16,-25 0 0,25 0 0,0 0 0,0 0 15,0 0-15,0 0 0,0 0 0,0 0 0</inkml:trace>
  <inkml:trace contextRef="#ctx0" brushRef="#br0" timeOffset="197853.3165">7218 12105 0,'0'0'0,"-25"0"0,25-25 0,0 25 16,0-25-16,0 25 0,0 0 0,0 0 0,-24-25 0,24 25 16,0 0-16,0 0 0,0-25 0,0 25 0,0 0 15,0 0-15,0 0 0,0 0 0,0 0 0,0 0 16,0 0-16,0 0 0,0 0 0,0 0 0,0 0 15,0 0-15,0 0 0,0 0 0,0 0 0,0 0 0,0 0 16,0 0-16,0 25 0,0-25 0,0 0 0,24 25 0,-24-25 16,0 25-16,0-25 0,0 25 0,0-1 0,0 1 15,0-25-15,0 25 0,0 0 0,0 0 0,0 0 0,0-1 16,0-24-16,0 25 0,0 0 0,0 0 0,25 0 15,-25-1-15,0-24 0,0 25 0,0 0 0,25-25 16,-25 25-16,0-25 0,25 25 0,-25-25 0,0 24 0,0-24 16,25 0-16,-25 0 0,0 25 0,0-25 0,24 0 15,-24 0-15,0 0 0,25 0 0,-25 0 0,0 0 0,25 0 16,-25-25-16,0 25 0,25 0 0,-25-24 0,0 24 15,25-25-15,-25 25 0,0-25 0,0 25 0,0-25 16,0 0-16,0 25 0</inkml:trace>
  <inkml:trace contextRef="#ctx0" brushRef="#br0" timeOffset="198037.3271">7218 12204 0,'0'0'0,"-25"0"0,25 0 0,0 0 16,0 0-16,0 0 0,0 0 0,0 0 0,0 0 15,0-25-15,0 25 0,0 0 0,25 0 0,-25 0 0,0 0 16,0 0-16,25 0 0,-25 0 0,25-25 0,-25 25 15,25 0-15,-25 0 0,24 0 0,-24 0 0,25 0 16,-25 0-16,25 0 0,-25 0 0,25 0 0,-25 0 0,25 0 16,-25 0-16,0 0 0</inkml:trace>
  <inkml:trace contextRef="#ctx0" brushRef="#br0" timeOffset="198892.376">7441 12328 0,'0'0'0,"-24"0"0,24 0 0,0 0 16,0 0-16,0 0 0,0 0 0,0 0 0,0 0 15,0 0-15,0 0 0,24 0 0,-24 0 0,0 0 0,0 0 16,0-25-16,25 25 0,-25 0 0,25-25 0,-25 25 15,25 0-15,-25-24 0,25 24 0,-25-25 0,24 25 0,1-25 16,-25 0-16,25 25 0,0-25 0,-25 25 0,25-25 16,-25 1-16,24 24 0,1-25 0,-25 0 0,0 25 15,25-25-15,-25 0 0,0 25 0,25-24 0,-25-1 0,0 25 16,0-25-16,0 25 0,0-25 0,0 25 0,0-25 15,-25 25-15,25-24 0,0 24 0,0 0 0,-25 0 16,25-25-16,-25 25 0,25 0 0,0 0 0,-24 0 0,24-25 16,0 25-16,-25 0 0,25 0 0,-25 0 0,25 0 15,0 0-15,0 0 0,-25 0 0,25 0 0,0 0 0,0 0 16,0 0-16,-25 0 0,25 25 0,0-25 0,0 0 15,0 0-15,0 25 0,0-25 0,0 0 0,0 24 0,0-24 16,0 25-16,0-25 0,0 25 0,0 0 0,0-25 16,0 25-16,0-1 0,0-24 0,0 25 0,0 0 15,0 0-15,25 0 0,-25-25 0,0 24 0,0 1 0,0 0 16,0-25-16,0 25 0,0 0 0,25 0 0,-25-1 15,0-24-15,0 25 0,0 0 0,0-25 0,0 25 0,0 0 16,0-25-16,0 24 0,0-24 0,0 25 0,0-25 16,0 0-16,0 25 0,0-25 0,0 0 0,0 0 0,0 25 15,0-25-15,0 0 0,0 0 0,0 0 0,0 0 16,0 0-16,0 0 0,0 0 0,0 0 0,0-25 15,0 25-15,0 0 0,25 0 0,-25-25 0,0 25 0,0-25 16,0 25-16,25-24 0,-25 24 0,0-25 0,0 25 16,24-25-16,-24 25 0,0-25 0,0 25 0,25-25 15,-25 25-15,0 0 0,0-24 0,0 24 0,0 0 0,0 0 16,25 0-16,-25 0 0,0 0 0,0 0 0,0 0 15,0 0-15,0 0 0,0 24 0,0-24 0,0 0 0,0 25 16,0-25-16,0 0 0,0 25 0,0-25 0,0 25 16,0 0-16,0-25 0,0 24 0,0-24 0,0 25 0,0-25 15,0 25-15,0-25 0,0 25 0,0-25 0,0 25 16,0-25-16,0 24 0,0-24 0,25 0 0,-25 25 15,0-25-15,0 0 0,0 0 0,0 25 0,0-25 0,0 0 16,25 0-16,-25 0 0,0 0 0,0 0 0,0 0 16,0 0-16,24 0 0,-24-25 0,0 25 0,0 0 0,0 0 15,25-25-15,-25 25 0,0 0 0,0 0 0,0-24 16,0 24-16,25-25 0,-25 25 0,0 0 0,0-25 0,0 25 15,0 0-15,0-25 0,0 25 0,0-25 0,0 25 16,0 0-16,0-24 0,0 24 0,0 0 0,0-25 16,0 25-16,0 0 0,0 0 0,0 0 0,0 0 15,0 0-15,0 0 0,0 0 0,0 0 0,0 25 0,0-25 16,0 0-16,25 24 0,-25-24 0,0 0 0,0 25 15,0-25-15,0 25 0,0-25 0,0 25 0,0-25 0,0 25 16,0-25-16,0 24 0,0-24 0,25 0 0,-25 25 16,0-25-16,0 0 0,0 0 0,0 0 0,0 25 0,0-25 15,0 0-15,0 0 0,0 0 31,0 0 16,0-25-47,0 25 0,0 0 0,0 0 0,24-25 0,-24 25 0,0 0 0,0-24 0</inkml:trace>
  <inkml:trace contextRef="#ctx0" brushRef="#br0" timeOffset="199046.3848">7913 12154 0,'0'0'0,"0"0"16,0 0-16,0 0 0,0 0 0,0 0 0,0 0 0,0 0 16,0 0-16,0 0 0,0 0 0,0 0 0,0 0 15,0 0-15,24 0 0,-24 0 0,0 0 0,0 0 16,25 0-16,-25 0 0,25 0 0,-25 0 0,0 0 0,25 0 15,-25 0-15,25 0 0,0 0 0,-25 0 0,24 0 16,-24 0-16,25 0 0,-25 0 0,25 0 0,-25 0 16,25 0-16,-25 0 0,25 25 0,-25-25 0,0 0 0</inkml:trace>
  <inkml:trace contextRef="#ctx0" brushRef="#br0" timeOffset="200277.4552">9004 12551 0,'0'0'0,"0"0"0,0 0 15,0 0-15,0 0 0,0 0 0,0 0 0,0 0 0,0-25 16,0 25-16,0 0 0,0 0 0,0 0 0,25 0 16,-25-24-16,0 24 0,25 0 31,-25-25-31,25 25 0,-25 0 0,24-25 0,1 25 0,-25-25 0,25 0 0,0 25 0,0-24 0,-1 24 0,-24-25 0,25 0 15,0 25-15,0-25 0,-25 0 0,25 25 0,-1-24 0,-24-1 0,25 25 16,0-25-16,-25 0 0,25 25 0,-25-25 0,25 0 0,-25 25 16,24-24-16,-24-1 0,0 25 0,0-25 0,25 25 15,-25-25-15,0 25 0,0-25 0,0 25 0,0-24 16,0 24-16,0 0 0,-25-25 0,25 25 0,0 0 0,0-25 15,0 25-15,-24 0 0,24 0 0,0 0 0,0 0 16,-25-25-16,25 25 0,0 0 0,-25 0 0,25 0 16,0 0-16,0 0 0,-25 0 0,25 0 0,0 0 0,0 0 15,-25 0-15,25 0 0,0 25 0,0-25 0,0 0 16,0 0-16,0 25 0,0-25 0,0 0 0,0 25 15,0-25-15,0 24 0,0 1 0,0-25 0,0 25 0,0 0 16,0 0-16,0-25 0,0 24 0,0 1 0,0 0 0,0 0 16,0 0-16,0 0 0,0-1 0,0-24 0,0 25 15,0 0-15,0 0 0,0 0 0,0-25 0,0 24 16,0 1-16,0-25 0,0 25 0,0-25 0,0 25 0,0-25 15,0 25-15,0-25 0,0 0 0,0 0 0,25 24 16,-25-24-16,0 0 0,0 0 0,0 0 0,0 0 0,0 0 16,0 0-16,0 0 0,0 0 0,0 0 0,0 0 15,0 0-15,0 0 0,25-24 0,-25 24 0,0 0 0,0-25 16,25 25-16,-25 0 0,0-25 0,25 25 0,-25-25 15,0 0-15,24 25 0,-24-24 0,25 24 0,-25-25 16,25 25-16,-25-25 0,0 0 0,25 25 0,-25-25 0,0 25 16,0 0-16,25-24 0,-25 24 0,0 0 0,0 0 15,0 0-15,0-25 0,0 25 0,0 0 0,0 0 16,0 0-16,0 0 0,0 0 0,0 0 0,0 0 15,0 0-15,0 25 0,0-25 0,0 0 0,0 0 0,0 0 16,0 0-16,0 24 0,0-24 0,0 0 0,0 25 16,0-25-16,0 0 0,0 25 0,0-25 0,0 25 0,0-25 15,0 25-15,0-25 0,0 24 0,0-24 0,0 25 0,0-25 16,0 25-16,0-25 0,24 25 0,-24-25 0,0 0 15,0 25-15,0-25 0,0 0 0,0 0 0,25 24 16,-25-24-16,0 0 0,0 0 0,0 0 0,25 0 0,-25 0 16,0 0-16,25 0 0,-25-24 0,0 24 0,25 0 15,-25 0-15,24 0 0,-24-25 0,25 25 0,-25-25 0,0 25 16,25 0-16,-25-25 0,0 25 0,25-25 0,-25 25 15,0 0-15,25-24 32,-25 24-32,0-25 0,0 25 0,0-25 0,0 25 0,24-25 0,-24 25 0,0 0 0,0-25 0,0 25 0,0-24 0,0 24 0,0 0 0,0 0 15,0-25-15,0 25 0,0 0 0,0 0 0,0 0 0,0 0 16,0 0-16,0 0 0,0 0 0,0 0 15,0 0-15,0 0 0,0 0 0,0 0 0,-24 0 0,24 0 16,0 0-16,0 25 0,0-25 0,0 0 0,0 0 16,0 24-16,0-24 0,0 25 0,0-25 0,0 25 0,0-25 15,0 25-15,0 0 0,0-25 0,24 24 0,-24-24 0,0 25 16,0-25-16,0 25 0,0-25 0,0 0 0,0 25 15,0-25-15,25 0 0,-25 25 0,0-25 0,0 0 16,25 0-16,-25 0 0,0 0 0,25 24 0,-25-24 0,0-24 16,25 24-16,-25 0 0,0 0 0,24 0 0,-24-25 15,0 25-15,25 0 0,-25-25 0,0 25 0,25-25 0,-25 25 16,0-25-16,25 25 0,-25-24 0,0-1 0,0 25 15,0-25-15,0 25 0,0-25 0,0 0 0,0 25 16,0-24-16,0-1 0,0 25 0,-25-25 0,25 25 0,0-25 16,0 25-16,-25-25 0,25 25 0,0 0 0,0-25 15,0 25-15,-25 0 0,25 0 0,0 0 0,0 0 0,0 0 16,0 0-16,0 0 0,-24 0 0,24 0 0,0 0 15,0 25-15,0-25 0,0 0 0,-25 25 0,25-25 0,0 25 16,0 0-16,-25-25 0,25 25 0</inkml:trace>
  <inkml:trace contextRef="#ctx0" brushRef="#br0" timeOffset="200438.4644">9897 12750 0,'0'24'0,"0"-24"0,0 25 0,0-25 16,0 0-16,0 0 0,0 0 0,0 25 0,0-25 15,0 0-15,0 0 0,0 0 0,0 0 0,0 0 0,0 0 16,0 0-16,0 0 0,0 0 0,0 0 0,0 0 15,0 0-15,0 0 0,0 0 0,0 0 0,0 0 16,0 0-16,0 0 0,0 0 0,0 0 0,25 0 0,-25 0 16</inkml:trace>
  <inkml:trace contextRef="#ctx0" brushRef="#br0" timeOffset="200935.4928">10964 12229 0,'0'0'15,"0"0"79,0-25-94,0 25 0,0 0 0,0 0 0,0 0 0,0 0 0,0 0 0,0 0 0,0 25 0,0-25 15,24 0-15,-24 0 0,0 25 0,0-25 0,0 24 0,0-24 0,25 25 0,-25-25 0,0 25 0,0 0 0,0 0 0,25-25 0,-25 24 0,0 1 0,0-25 0,0 25 0,25 0 0,-25-25 0,0 25 0,0-25 16,0 24-16,25-24 0,-25 0 0,0 25 0,0-25 0,0 0 0,0 0 0,0 0 0,24 25 0,-24-25 0,0 0 0,0 0 0,0-25 0,0 25 16,0 0-16,25 0 0,-25 0 0,0-25 0,0 25 0,25 0 15,-25-24-15,0 24 0,0-25 0,0 0 0,25 25 0,-25-25 16,0 25-16,0-25 0,0 1 0,25 24 0,-25-25 15,0 0-15,0 25 0,0-25 0,0 25 0,0 0 0,0-25 16,0 25-16,0 0 0,0 0 0,0 0 0,0-24 16,0 24-16,0 0 0,0 0 0,0 0 0,0 0 15,0 0-15,0 0 0,0 0 0,0 0 0,0 0 0</inkml:trace>
  <inkml:trace contextRef="#ctx0" brushRef="#br0" timeOffset="201356.5169">11361 12502 0,'0'24'16,"0"-24"-16,0 0 0,24 0 0,-24 0 0,0 0 15,0 0-15,0 0 0,0-24 0,0 24 0,0 0 0,25 0 16,-25 0-16,0-25 0,25 25 0,-25 0 0,25 0 16,-25-25-16,0 25 0,25 0 0,-25-25 0,24 25 15,-24 0-15,0 0 0,0-25 0,25 25 0,-25 0 0,0 0 16,0 0-16,0-24 0,0 24 0,0 0 0,0 0 15,0 0-15,0-25 0,0 25 0,0 0 0,0 0 0,0-25 16,0 25-16,0 0 0,0 0 0,-25-25 0,25 25 16,0 0-16,0 0 0,0 0 0,-24-25 0,24 25 15,0 0-15,0 0 0,0 0 0,-25-24 0,25 24 0,0 0 16,0 0-16,0 0 0,-25 0 0,25 0 0,0 0 15,0 0-15,-25 0 0,25 0 0,0 0 0,0 0 0,0 0 16,-25 0-16,25 24 0,0-24 0,0 0 0,0 0 16,0 25-16,0-25 0,0 0 0,0 25 0,0-25 15,0 25-15,0-25 0,0 25 0,0-25 0,0 24 0,0-24 16,0 25-16,0 0 0,0-25 0,25 25 0,-25-25 15,0 25-15,0-25 0,25 24 0,-25-24 0,0 25 0,0-25 16,0 0-16,25 25 0,-25-25 0,0 0 0,0 25 16,25-25-16,-25 0 0,0 0 0,0 0 0,24 0 0,-24 0 15,0 0-15,25 0 0,-25 0 0,0 0 0,25 0 16,-25 0-16,25 0 0,0 0 0,-25 0 0,24-25 15,1 25-15,-25 0 0,25 0 0,0 0 0,0-25 0</inkml:trace>
  <inkml:trace contextRef="#ctx0" brushRef="#br0" timeOffset="201690.536">12055 12477 0,'0'-25'16,"0"25"-16,0 0 0,-25-25 0,25 25 0,0-25 16,0 25-16,0 0 0,0-24 0,-25-1 0,25 25 0,0-25 15,0 25-15,0-25 0,-24 25 0,24-25 0,0 25 16,0 0-16,-25-24 0,25 24 0,0 0 0,0-25 15,-25 25-15,25 0 0,0 0 0,0 0 0,-25 0 0,25 0 16,0 0-16,0 0 0,-25 0 0,25 0 0,0 0 16,-24 0-16,24 0 0,0 0 0,-25 25 0,25-25 0,0 24 15,0-24-15,-25 0 0,25 25 0,0 0 0,0-25 16,0 25-16,0-25 0,0 25 0,0-1 0,0-24 0,0 25 15,0 0-15,25-25 0,-25 25 0,0-25 0,0 25 16,25-1-16,-25-24 0,0 0 0,24 25 0,-24-25 16,25 25-16,-25-25 0,0 0 0,25 0 0,-25 25 0,25-25 15,-25 0-15,25 0 0,-25 0 0,24 0 0,-24 0 16,25 0-16,0-25 0,-25 25 0,25 0 0,0 0 15,-25-25-15,24 25 0,-24-25 0,25 25 0,0 0 0,-25-24 16,25-1-16,0 25 0,-25-25 0,25 25 0,-25-25 16,0 0-16,24 1 0</inkml:trace>
  <inkml:trace contextRef="#ctx0" brushRef="#br0" timeOffset="202296.5707">12353 11981 0,'0'0'16,"0"-25"-16,0 25 0,0 0 0,0 0 0,0 0 16,0 0-16,0 0 0,0 0 0,0 0 0,0 0 0,0 0 15,0 0-15,-25 0 0,25 25 0,0-25 0,25 24 16,-25-24-16,0 25 0,0-25 0,0 25 0,0 0 0,0 0 15,0-25-15,0 24 0,0 1 16,0 0-16,0 0 0,0 0 0,0 0 0,0-1 0,0-24 0,0 25 16,0 0-16,0 0 0,0 0 0,0-25 0,0 24 0,0 1 15,0-25-15,0 25 0,0-25 0,0 25 0,-25-25 16,25 25-16,0-25 0,0 0 0,0 0 0,0 24 0,0-24 15,0 0-15,0 0 0,0 0 0,0 0 0,-25 0 16,25 0-16,0 0 0,0 0 0,0 0 0,-25 0 16,25 0-16,0-24 0,0 24 0,-24 0 0,24-25 15,0 25-15,0 0 0,0-25 0,-25 25 0,25-25 0,0 25 0,0-25 16,0 25-16,0-24 0,0 24 0,0-25 0,0 25 15,0 0-15,0-25 0,0 25 0,0 0 0,0-25 16,0 25-16,0 0 0,0-25 0,25 25 0,-25 0 0,0 0 16,0-24-16,24 24 0,-24 0 0,0 0 0,25 0 15,-25 0-15,0-25 0,0 25 0,25 0 0,-25 0 16,0 0-16,25 0 0,-25 0 0,0 0 0,0 25 0,25-25 15,-25 0-15,0 0 0,0 0 0,0 24 0,24-24 16,-24 0-16,0 25 0,0-25 0,0 25 0,0-25 16,0 25-16,0-25 0,0 25 0,0-25 0,0 24 0,0 1 15,0-25-15,0 25 0,25-25 0,-25 0 0,0 25 0,0-25 16,0 25-16,0-25 0,0 0 0,0 0 0,0 24 15,0-24-15,25 0 0,-25 0 0,0 0 0,0 0 16,25 0-16,-25 0 0,0 0 0,25 0 0,-25 0 16,0-24-16,24 24 0,-24 0 0,25-25 0,-25 25 0,25 0 15,-25-25-15,0 25 0,25-25 0,-25 25 0,0-25 0,0 1 16,0 24-16,0-25 0,0 0 0,0 25 0,0-25 15,0 25-15,0-25 0,0 25 0,0-24 0,-25 24 16,25 0-16,0-25 0,0 25 0,-25 0 0,25 0 16,0 0-16,0 0 0,0-25 0,0 25 0,-25 0 0,25 0 15,0 0-15,0 0 0,0 0 0,0 0 0,-24 0 0,24 0 16,0 0-16,0 0 0,0 0 0,0 0 0,0 0 15,-25 0-15,25 0 0,0 0 0,0 0 0,0-25 16,0 25-16</inkml:trace>
  <inkml:trace contextRef="#ctx0" brushRef="#br0" timeOffset="202492.5819">12551 11981 0,'0'0'0,"0"0"0,0-25 0,25 25 0,-25 0 0,0 0 15,0 0-15,25 25 0,-25-25 0,0 0 0,25 0 0,-25 0 16,0 0-16,24 0 0,-24 24 0,0-24 0,25 0 15,-25 25-15,0-25 0,0 0 0,0 25 0,0-25 16,0 25-16,0-25 0,0 0 0,0 25 0,0-25 0,0 24 16,-25-24-16,25 0 0,0 25 0,-24-25 0,24 25 15,-25-25-15,25 0 0,0 25 0,-25-25 0</inkml:trace>
  <inkml:trace contextRef="#ctx0" brushRef="#br0" timeOffset="202953.6082">13841 12402 0,'-25'-24'0,"25"24"16,0-25-16,-25 25 0,25-25 0,-24 25 0,24 0 15,-25-25-15,0 25 0,25-25 0,-25 25 0,25 0 0,-25 0 16,25-24-16,0 24 0,-24 0 0,24 0 0,0 0 16,0 0-16,0 0 0,-25 0 0,25 0 0,0 0 15,0 0-15,0 0 0,0 24 0,0-24 0,0 0 0,0 25 16,0-25-16,0 25 0,0 0 0,-25-25 0,25 25 15,25-1-15,-25-24 0,0 25 0,0 0 0,0-25 0,0 25 16,0-25-16,0 25 0,0-25 0,25 24 0,-25-24 16,0 25-16,0-25 0,0 0 0,0 0 0,24 0 15,-24 25-15,0-25 0,25 0 0,-25 0 0,0 0 0,25 0 16,-25-25-16,25 25 0,-25 0 0,25 0 0,-25-25 15,24 25-15,-24 0 0,25-24 0,-25 24 0,0-25 0,25 25 16,-25-25-16,25 0 0,-25 25 0,0-25 16,25 1-16,-25-1 0,0 0 0,24 0 0,-24 25 0,0-25 0,25 1 15,-25-1-15</inkml:trace>
  <inkml:trace contextRef="#ctx0" brushRef="#br0" timeOffset="203525.641">13940 12005 0,'0'-24'0,"0"24"0,0-25 0,0 25 16,0 0-16,0 0 0,0 0 0,0 0 0,-25 0 16,25 0-16,0 0 0,0 0 0,0 0 0,0 0 15,0 0-15,0 0 0,0 0 0,0 0 0,0 25 0,0-25 16,0 0-16,0 24 0,0 1 0,0-25 0,0 25 15,0 0-15,0-25 0,0 25 0,0-1 0,0 1 0,0 0 16,0 0-16,0-25 0,0 25 0,0 0 0,0-1 16,0 1-16,0 0 0,0 0 0,0 0 0,0-25 0,0 24 15,0 1-15,0 0 0,0-25 0,0 25 0,0-25 16,0 25-16,0-25 0,25 24 0,-25-24 0,0 0 15,0 25-15,0-25 0,0 0 0,0 0 0,0 0 0,25 0 16,-25 0-16,0 0 0,0 0 0,0 0 0,25 0 16,-25 0-16,0 0 0,25-25 0,-25 25 0,0 0 0,24-24 15,-24 24-15,0 0 0,25-25 0,-25 25 0,0-25 16,0 25-16,25-25 0,-25 25 0,0 0 0,0-25 15,0 25-15,0 0 0,0-24 0,0 24 0,0 0 0,0 0 16,0-25-16,0 25 0,0 0 0,0 0 0,0 0 16,0 0-16,0 0 0,0 0 0,0 0 0,0 0 0,0 0 15,0 0-15,0 0 0,0 0 0,0 0 0,0 0 16,-25 0-16,25 0 0,0 0 0,0 25 0,0-25 15,0 24-15,0-24 0,0 0 0,0 25 0,0-25 0,0 25 16,0-25-16,0 25 0,0-25 0,0 25 0,25-25 16,-25 0-16,0 24 0,0-24 0,0 25 0,0-25 0,25 0 15,-25 0-15,0 25 0,25-25 0,-25 0 0,0 0 16,24 0-16,-24 0 0,0 0 0,25 0 0,-25-25 0,25 25 15,-25 0-15,25 0 0,-25-25 0,0 25 0,25-24 16,-25 24-16,0-25 0,24 25 0,-24-25 0,0 25 16,0-25-16,25 25 0,-25-25 0,0 25 0,0-24 0,-25 24 15,25-25-15,0 25 0,0-25 0,0 25 0,0-25 16,-24 25-16,24 0 0,0-25 0,-25 25 0,25 0 15,0 0-15,-25-24 0,25 24 0,0 0 0,-25 0 0,25 0 16,0 0-16,0 0 0,-25 0 0,25 0 0,0 0 16,0 0-16,0 0 0,-24 0 0,24 0 0,0 0 0,0 0 15,0 0-15,0 0 0,0 0 0,0 0 0,0 0 16,0 0-16,24 0 0,-24 0 0,0 0 0,0 0 0</inkml:trace>
  <inkml:trace contextRef="#ctx0" brushRef="#br0" timeOffset="203709.6515">14461 12030 0,'0'-25'0,"0"25"16,0 0-16,0 0 0,0 0 0,0 0 0,0 0 16,0 0-16,0 0 0,0 0 0,-25 0 0,25 0 0,0 0 15,0 25-15,0-25 0,-24 0 0,24 0 0,0 25 16,-25-25-16,25 0 0,-25 25 0,25-25 0,-25 25 15,25-25-15,-25 0 0,25 24 0,-25-24 0,1 25 0,-1-25 16,25 0-16,-25 25 0,0-25 0,0 0 0</inkml:trace>
  <inkml:trace contextRef="#ctx0" brushRef="#br0" timeOffset="203876.661">13667 12105 0,'0'0'0,"0"0"0,0-25 0,25 25 16,-25 0-16,0 0 0,0 0 0,25 0 0,-25 0 15,0-25-15,25 25 0,-25 0 0,25 0 0,-1 0 16,1 0-16,-25 0 0,25 0 0,0 0 0,0-25 0,-1 25 15,1 0-15,0 0 0,0 25 0,0-25 0,-25 0 16,24 0-16,1 0 0,0 0 0,-25 0 0,25 0 16,-25 0-16,25 25 0,-25-25 0</inkml:trace>
  <inkml:trace contextRef="#ctx0" brushRef="#br0" timeOffset="204460.6944">15230 12601 0,'0'0'0,"0"0"0,0 0 16,0 0-16,0 0 0,0 0 0,0 0 0,0 0 15,0 0-15,0-25 0,0 25 0,25 0 0,-25 0 0,0-25 16,25 25-16,-25 0 0,24-25 0,-24 25 0,25-24 15,-25 24-15,25-25 0,0 0 0,0 25 0,-25-25 0,25 0 16,-1 1-16,1 24 0,0-25 0,0 0 0,0 0 16,-25 0-16,24 1 0,1-1 0,0 0 0,-25 0 0,25 0 15,-25 0-15,25 25 0,-25-24 0,0-1 0,24 0 16,-24 25-16,0-25 0,0 0 0,0 25 0,0-24 15,0-1-15,0 25 0,-24-25 0,24 25 0,0-25 0,0 25 16,-25-25-16,25 25 0,0 0 0,-25-24 0,25 24 16,0 0-16,-25-25 0,25 25 0,-25 0 0,25 0 0,0 0 15,0 0-15,-24 0 0,24 0 0,0 0 0,0 0 16,-25 0-16,25 25 0,0-25 0,0 0 0,0 24 0,0-24 15,-25 0-15,25 25 0,0 0 0,0-25 0,0 25 16,0-25-16,0 25 0,25-1 0,-25 1 0,0 0 16,0-25-16,0 25 0,0 0 0,0-1 0,0 1 0,0 0 15,0-25-15,0 25 0,0 0 0,0 0 0,0-1 16,0 1-16,0-25 0,0 25 0,0 0 0,25 0 15,-25-25-15,0 24 0,0-24 0,0 25 0,0-25 0,0 25 16,0-25-16,0 25 0,0-25 0,24 0 0,-24 25 16,0-25-16,0 0 0,25 0 0,-25 0 0,0 0 0,25 0 15,-25 0-15,25 0 0,-25 0 0,25 0 0,-25 0 16,24 0-16,-24 0 0,25-25 0,0 25 0,-25 0 0</inkml:trace>
  <inkml:trace contextRef="#ctx0" brushRef="#br0" timeOffset="204829.7156">15900 12353 0,'0'0'0,"0"-25"15,-25 25-15,25 0 0,0-25 0,0 25 0,0 0 16,0-25-16,0 25 0,0 0 0,0 0 0,-25-24 0,25 24 15,0 0-15,0 0 0,0 0 0,0-25 0,0 25 16,0 0-16,0 0 0,0 0 0,0 0 0,0 0 16,0 0-16,-25 25 0,25-25 0,0 0 0,0 0 0,0 24 15,0-24-15,0 25 0,0-25 0,0 25 0,0-25 16,0 25-16,-24-25 0,24 25 0,0-1 0,0-24 0,0 25 15,0-25-15,0 25 0,0-25 0,0 0 0,24 25 16,-24-25-16,0 0 0,0 25 0,0-25 0,0 0 16,0 0-16,0 0 0,25 0 0,-25 0 0,0 0 0,0 0 15,0 0-15,25 0 0,-25 0 0,0 0 0,0 0 16,25 0-16,-25-25 0,0 25 0,0 0 0,0-25 0,25 25 15,-25-25-15,0 25 0,0 0 0,0-25 0,24 25 16,-24-24-16,0 24 0,0 0 0,0 0 0,0-25 0,0 25 16,0 0-16,0 0 0,0 0 0,0 0 0,0 0 15,0 25-15,0-25 0,0 0 0,0 0 0,0 24 16,0-24-16,0 25 0,0-25 0,0 0 0,0 25 0,0-25 15,0 25-15,0-25 0,0 0 0,0 25 0,0-25 16,0 0-16,0 0 0,0 0 0,0 0 0,0 0 16,0 0-16,0 0 0,0 0 0,0 0 0,0 0 0,0 0 15,0 0-15,0-25 0,0 25 0</inkml:trace>
  <inkml:trace contextRef="#ctx0" brushRef="#br0" timeOffset="205009.7258">15875 12105 0,'0'0'0,"-25"0"0,25 0 0,0 0 16,0 0-16,0 0 0,0-25 0,0 25 0,25 0 0,-25 0 15,0 25-15,0-25 0,25 0 0,-25 0 0,25 0 16,-25 0-16,24 0 0,1 0 0,-25 0 0,25 0 16,0 0-16,0 0 0,-1 0 0,1 24 0,0-24 0,0 0 15,0 0-15,-1 0 0,1 25 0,0-25 0,0 0 16,0 0-16,-1 25 0,1-25 0,0 0 0,0 25 0,0-25 15</inkml:trace>
  <inkml:trace contextRef="#ctx0" brushRef="#br0" timeOffset="205692.7649">16966 12204 0,'0'0'0,"0"-25"0,-24 25 0,24-25 16,0 25-16,0 0 0,-25 0 0,25-25 0,0 25 15,-25 0-15,25 0 0,0 0 0,0 0 0,0 0 16,0 0-16,-25 0 0,25 0 0,0 0 0,0 0 0,0 0 15,0 25-15,-25-25 0,25 0 0,0 25 0,0-25 16,0 25-16,0-25 0,0 25 0,0 0 0,0-25 0,0 24 16,0 1-16,0 0 0,0 0 0,0-25 0,0 25 15,0-1-15,25-24 0,-25 25 0,0 0 0,0-25 0,0 25 16,0-25-16,25 25 0,-25-25 0,0 0 0,25 24 15,-25-24-15,0 0 0,25 0 0,-25 0 0,0 0 0,24 0 16,-24 0-16,25 0 0,-25 0 0,25 0 0,-25 0 16,25 0-16,-25-24 0,25 24 0,-25 0 0,24-25 15,-24 25-15,25-25 0,0 25 0,-25-25 0,25 25 16,-25-25-16,0 25 0,25-24 0,-25 24 0,0-25 0,24 25 15,-24 0-15,0-25 0,0 25 0,0-25 0,0 25 0,0-25 16,0 25-16,0-24 0,0 24 0,0 0 0,0-25 16,0 25-16,0 0 0,0-25 0,0 25 0,0 0 15,0 0-15,0 0 0,0 0 0,0 0 0,0 0 0,0 0 16,0 0-16,0 0 0,-24 0 0,24 25 0,0-25 15,0 0-15,0 25 0,0-25 0,-25 24 0,25-24 16,0 25-16,0-25 0,0 25 0,0 0 0,0-25 0,0 25 16,0-25 46,0 24-62,0 1 0,0-25 0,0 0 0,0 25 0,25-25 0,-25 25 0,0-25 0,0 0 0,0 0 0,0 25 0,24-25 0,-24 0 0,0 0 0,0 0 0,0 0 0,25 0 0,-25 0 0,0-25 0,25 25 0,-25 0 16,25 0-16,-25-25 0,25 25 0,-25-25 0,0 25 0,24-25 0,-24 25 0,0-24 0,25 24 0,-25-25 62,0 0-62,0 25 16,0-25-16,0 25 0,0-25 0,0 25 0,0-24 0,0 24 0,0-25 0,-25 25 0,25-25 0,0 25 0,0 0 0,0 0 0,0-25 0,-24 25 0,24 0 0,0 0 0,0 0 0,0-25 0,0 25 0,-25 0 0,25 0 0,0 0 0,0 0 0,0 0 0,0-25 0,0 25 15,0 0-15,0 0 0,0 0 0</inkml:trace>
  <inkml:trace contextRef="#ctx0" brushRef="#br0" timeOffset="205896.7766">17363 11906 0,'0'-25'0,"0"25"0,0 0 0,0 0 16,0 0-16,0 0 0,0 0 0,0 0 0,0 0 15,0 0-15,25 0 0,-25 0 0,0 0 0,0 0 0,0 0 16,25 25-16,-25-25 0,0 0 0,0 0 0,25 0 16,-25 25-16,0-25 0,0 0 0,0 25 0,0-25 0,0 25 15,0-25-15,0 0 0,0 24 0,0-24 0,0 25 16,-25-25-16,25 25 0,-25-25 0,25 0 0,-25 25 15,25-25-15,-25 25 0,1-25 0,24 0 0,-25 24 0,0-24 16,0 25-16,25-25 0,-25 25 0,1-25 0,-1 0 16</inkml:trace>
  <inkml:trace contextRef="#ctx0" brushRef="#br0" timeOffset="206415.8063">18231 12353 0,'0'0'16,"-24"-25"-16,24 25 0,0-25 0,0 25 0,0 0 16,0-25-16,0 25 0,-25-24 0,25 24 0,0 0 0,0-25 15,0 25-15,0 0 0,-25 0 0,25 0 0,0 0 16,0 0-16,0-25 0,0 25 0,0 0 0,0 0 0,0 0 15,0 0-15,0 0 0,-25 0 0,25 0 0,0 25 16,0-25-16,0 0 0,0 0 0,0 25 0,0-25 16,0 0-16,0 24 0,0 1 0,0-25 0,0 25 0,25-25 15,-25 25-15,0 0 0,0-1 0,25-24 0,-25 25 16,0 0-16,0-25 0,25 25 0,-25 0 0,0-25 0,24 24 15,-24-24-15,0 25 0,0-25 0,25 25 0,-25-25 16,0 25-16,0-25 0,0 0 0,25 0 0,-25 0 16,0 25-16,0-25 0,0 0 0,0 0 0,0 0 0,0 0 15,0 0-15,0 0 0,-25 0 0,25 0 0,0 0 16,0 0-16,-25 0 0,25 0 0,0 0 0,-24 0 15,24-25-15,0 25 0,-25 0 0,25 0 0,0 0 0,0 0 16,-25-25-16,25 25 0,0 0 0,0 0 0,0 0 0,0 0 16,0-25-16,0 25 0,0 0 0,0 0 0,0 0 15,0 0-15,0-25 0,0 25 0,0 0 0,25 0 16,-25 0-16,0-24 0,25 24 0,-25 0 0,24 0 0,-24-25 15,25 25-15</inkml:trace>
  <inkml:trace contextRef="#ctx0" brushRef="#br0" timeOffset="206790.8277">18529 12303 0,'25'0'0,"-25"0"16,-25 0-16,25-25 0,0 25 0,0 0 0,0-24 0,0 24 16,0 0-16,0 0 0,0 0 0,0-25 0,-25 25 15,25 0-15,0 0 0,0 0 0,0 0 0,0 0 16,0 0-16,-25 0 0,25 0 0,0 0 0,0 25 0,0-25 15,-24 0-15,24 24 0,0-24 0,0 25 0,-25-25 16,25 25-16,0 0 0,0-25 0,0 25 0,0-1 0,0 1 16,0-25-16,0 25 0,0 0 0,0-25 0,0 25 15,0-25-15,0 24 0,0-24 0,0 25 0,25-25 16,-25 0-16,0 25 0,0-25 0,0 0 0,24 0 0,-24 0 15,0 0-15,0 0 0,0 0 0,25 0 0,-25 0 16,0 0-16,0-25 0,0 25 0,25 0 0,-25-25 0,0 25 16,0-24-16,0 24 0,25-25 0,-25 25 0,0-25 15,0 25-15,0-25 0,0 0 0,0 25 0,0-24 16,25 24-16,-25-25 0,0 25 0,0-25 0,0 25 0,-25-25 15,25 25-15,0 0 0,0-25 0,0 25 0,0 0 0,0 0 16,0 0-16,0 0 0,0 0 0,0 0 0,0-24 16,0 24-16,0 0 0,0 0 0,0 0 0,0 0 15,0 0-15,0 0 0,-25 0 0,25 0 0,0 0 0,0 0 16,0-25-16</inkml:trace>
  <inkml:trace contextRef="#ctx0" brushRef="#br0" timeOffset="207050.8426">18628 11832 0,'0'0'16,"0"0"-16,0 0 0,0 0 0,0 0 0,25 0 15,-25 0-15,0 0 0,0 0 0,0 0 0,0 0 0,25-25 16,-25 25-16,0 25 0,25-25 0,-25 0 0,0 0 15,0 0-15,25 0 0,-25 0 0,0 0 0,0 0 0,24 0 16,-24 25-16,0-25 0,0 0 0,0 0 0,0 0 16,0 24-16,0-24 0,0 0 0,-24 25 0,24-25 15,0 0-15,-25 25 0,25-25 0,0 0 0,-25 25 0,25-25 16,-25 0-16,25 0 0,0 25 0,-25-25 0,25 0 15,0 0-15,0 0 0,-24 0 0,24 0 0,0 0 0</inkml:trace>
  <inkml:trace contextRef="#ctx0" brushRef="#br0" timeOffset="207268.8551">18876 11658 0,'25'0'0,"-25"0"15,0 0-15,25 0 0,-25 0 0,0 0 0,25 0 16,-25 0-16,0 0 0,0 0 0,25 0 0,-25 25 15,0-25-15,24 0 0,-24 0 0,0 0 0,0 25 0,0-25 16,0 0-16,25 0 0,-25 25 0,-25-25 0,25 0 16,0 24-16,0-24 0,0 0 0,0 25 0,-24-25 15,24 0-15,-25 25 0,25-25 0,-25 0 0,0 25 0,25-25 16,-25 25-16,1-25 0,24 0 0,-25 24 0,0-24 15</inkml:trace>
  <inkml:trace contextRef="#ctx0" brushRef="#br0" timeOffset="208204.9086">19769 12378 0,'0'0'0,"0"-25"15,-24 25-15,24 0 0,0 0 0,0-25 0,0 25 16,0 0-16,0-25 0,0 25 0,0 0 0,-25-25 0,25 25 15,0 0-15,0-24 0,0 24 0,-25 0 0,25 0 16,0-25-16,0 25 0,0 0 0,-25 0 0,25 0 0,0 0 16,0 0-16,0 0 0,-25 0 0,25 0 0,0 0 15,0 0-15,0 25 0,0-25 0,0 0 0,0 0 16,-24 24-16,24-24 0,0 0 0,0 25 0,0-25 0,24 25 15,-24-25-15,0 25 0,0-25 0,0 25 0,0-1 16,0-24-16,0 25 0,25-25 0,-25 25 0,0-25 0,25 25 16,-25-25-16,25 0 0,-25 25 0,25-25 0,-25 0 15,24 24-15,1-24 0,-25 0 0,25 0 0,-25 0 0,25 25 16,0-25-16,-25 0 0,24 0 0,1 0 0,-25-25 15,25 25-15,0 0 0,-25 0 0,25-24 0,-25 24 16,24 0-16,-24-25 0,0 25 0,25-25 0,-25 25 0,0 0 16,25-25-16,-25 0 0,0 25 0,0-24 0,0 24 15,0-25-15,25 25 0,-25-25 0,0 0 0,0 25 0,0-25 16,0 1-16,-25 24 0,25-25 0,0 25 0,0-25 15,0 25-15,0-25 0,0 25 0,0-25 0,0 25 16,0 0-16,0-25 0,0 25 0,0 0 0,0 0 0,0-24 16,0 24-16,0 0 0,0 0 0,0 0 0,0 0 15,0 0-15,0 0 0,0 24 0,0-24 0,0 0 0,0 0 16,0 25-16,0-25 0,0 25 0,0 0 0,0 0 15,0-25-15,0 25 0,0-1 0,0 1 0,0 0 16,0-25-16,0 25 0,0 0 0,0-1 0,25 1 0,-25-25 16,0 25-16,0 0 0,0-25 0,0 25 0,25-25 0,-25 24 15,0-24-15,0 0 0,24 25 0,-24-25 0,25 0 16,-25 0-16,25 25 0,-25-25 0,25 0 0,-25 0 15,0 0-15,25 0 0,-25 0 0,24 0 0,-24-25 0,25 25 16,-25 0-16,25-25 0,-25 25 0,0 0 0,25-24 16,-25 24-16,25 0 0,-25-25 0,0 25 0,0-25 15,0 0-15,24 25 0,-24-25 0,0 25 0,0-24 0,0 24 16,0-25-16,0 0 0,-24 25 0,24-25 0,0 25 15,0-25-15,0 25 0,0 0 0,0-24 0,0 24 16,0 0-16,0 0 0,0-25 0,0 25 0,0 0 0,0 0 16,0 0-16,0 25 0,0-25 0,0 0 0,0 0 0,0 24 15,0-24-15,0 0 0,0 25 0,0-25 16,0 25-16,0-25 0,0 25 0,0 0 0,0-25 0,0 24 15,0-24-15,24 25 0,-24-25 0,0 25 0,0-25 0,0 0 16,0 25-16,0-25 0,25 0 0,-25 25 0,0-25 16,25 0-16,-25 0 0,25 24 0,-25-24 0,25 0 0,-1 0 15,-24 0-15,25 0 0,-25 0 0,25 0 0,-25 0 16,25-24-16,-25 24 0,25 0 0,-25 0 0,24-25 0</inkml:trace>
  <inkml:trace contextRef="#ctx0" brushRef="#br0" timeOffset="208584.9303">20737 12278 0,'-25'-24'0,"25"24"0,0 0 16,0-25-16,0 25 0,0 0 0,0 0 0,0-25 15,-25 25-15,25 0 0,0 0 0,0 0 0,0 0 0,0 0 16,0 0-16,-25 0 0,25 0 0,0 0 0,0 0 16,0 0-16,-25 0 0,25 25 0,0-25 0,0 0 0,0 25 15,-24-25-15,24 24 0,0 1 0,0-25 0,0 25 16,0-25-16,-25 25 0,25 0 0,0-25 0,0 24 0,0-24 15,0 25-15,0-25 0,0 25 0,25-25 0,-25 25 16,0-25-16,0 0 0,0 0 0,0 25 0,0-25 16,24 0-16,-24 0 0,0 0 0,0 0 0,0 0 0,25 0 15,-25 0-15,0 0 0,25 0 0,-25 0 0,25-25 16,-25 25-16,25 0 0,-25 0 0,0-25 0,25 25 0,-25-25 15,0 25-15,24 0 0,-24-25 0,0 25 0,0-24 16,25 24-16,-25 0 0,0 0 0,0-25 0,0 25 16,0 0-16,0 0 0,0 0 0,0 0 0,0 0 0,0 0 15,0 0-15,0 0 0,0 0 0,0 25 0,0-25 16,0 0-16,0 24 0,0-24 0,0 25 0,0-25 0,0 25 15,-25-25-15,25 25 0,0-25 0,0 0 0,0 25 16,0-25-16,0 24 0,0-24 0,0 0 0,0 25 16,0-25-16,0 0 0,0 0 0,0 0 0,0 0 0,0 0 15,0 0-15,0 0 0,0 0 0,0 0 0,0-25 16,0 25-16,0 0 0</inkml:trace>
  <inkml:trace contextRef="#ctx0" brushRef="#br0" timeOffset="208809.9432">20712 11782 0,'25'0'0,"-25"0"0,0 0 16,0 0-16,0 0 0,0 0 0,0 0 0,25 0 15,-25 0-15,0 0 0,0 0 0,24 25 0,-24-25 16,0 0-16,25 0 0,-25 25 0,25-25 0,-25 0 15,0 25-15,0-25 0,25 0 0,-25 24 0,0-24 0,0 25 16,0-25-16,0 25 0,0-25 0,0 25 0,-25-25 0,25 0 16,0 25-16,-25-25 0,25 24 0,-25-24 0,1 0 15,-1 0-15,25 25 0,-25-25 0,0 0 0</inkml:trace>
  <inkml:trace contextRef="#ctx0" brushRef="#br0" timeOffset="209270.9696">21506 12080 0,'24'-25'0,"-24"25"0,0 0 0,0-25 0,0 25 0,0 0 16,0 0-16,0 0 0,0 0 0,0 0 0,0 0 15,0 0-15,0 0 0,0 0 0,0 0 0,0 0 16,25 0-16,-25 25 0,0-25 0,0 25 0,25-25 0,-25 25 15,0-1-15,25-24 0,-25 25 0,0 0 0,0 0 16,0 0-16,0-25 0,0 25 0,0-1 0,0 1 0,0 0 16,0 0-16,0-25 0,0 25 0,0-1 0,0-24 15,0 25-15,-25 0 0,25-25 0,0 25 0,0-25 0,0 25 16,0-25-16,-25 0 0,25 24 0,0-24 0,0 0 15,0 25-15,0-25 0,-25 0 0,25 0 0,0 0 16,0 0-16,0 0 0,0 0 0,0 0 0,0 0 0,0 0 16,25-25-16,-25 25 0,0 0 0,0-24 0,0 24 0,25 0 15,-25-25-15</inkml:trace>
  <inkml:trace contextRef="#ctx0" brushRef="#br0" timeOffset="209571.9868">21903 12204 0,'0'0'0,"0"-25"16,0 25-16,0 0 0,0 0 0,0 0 0,0-25 15,0 25-15,0 0 0,0 0 0,-25-25 0,25 25 16,0 0-16,0 0 0,-25 0 0,25 0 0,0 0 0,-25 0 16,25 0-16,0 0 0,-25 0 0,25 0 0,-24 0 0,24 0 15,0 0-15,-25 0 0,25 25 0,0-25 0,0 0 16,-25 25-16,25-25 0,0 0 0,0 25 0,0-25 15,0 25-15,-25 0 0,25-25 0,0 24 0,0-24 0,0 25 16,0 0-16,0-25 0,0 25 0,0 0 0,25-25 16,-25 24-16,0-24 0,0 25 0,0-25 0,0 25 15,25-25-15,-25 0 0,0 0 0,0 25 0,0-25 0,25 0 16,-25 0-16,24 0 0,-24 25 0,0-25 0,25 0 15,-25 0-15,25-25 0,0 25 0,-25 0 0,25 0 16,-1 0-16,-24 0 0,25 0 0,0 0 0,-25-25 0,25 25 16,0 0-16,-1 0 0,-24 0 0</inkml:trace>
  <inkml:trace contextRef="#ctx0" brushRef="#br0" timeOffset="210044.0138">22423 12055 0,'0'0'0,"0"-25"0,-24 25 16,24 0-16,-25-25 0,25 25 0,0 0 0,-25 0 16,25-24-16,0 24 0,-25 0 0,25 0 0,0 0 0,0 0 15,0 0-15,-25 0 0,25 0 0,0 0 0,0 0 16,0 24-16,0-24 0,-24 0 0,24 25 0,0-25 15,0 25-15,0-25 0,-25 25 0,25-25 0,0 25 0,0-1 16,0 1-16,0-25 0,0 25 0,0 0 0,0 0 16,0 0-16,0-1 0,0-24 0,0 25 0,0 0 0,0 0 15,25-25-15,-25 25 0,0-1 0,0-24 0,0 25 16,0-25-16,0 25 0,24-25 0,-24 25 0,0-25 0,0 0 15,0 0-15,25 25 0,-25-25 0,0 0 0,0 0 16,0 0-16,25 0 0,-25 0 0,0-25 0,25 25 16,-25 0-16,0 0 0,25-25 0,-25 25 0,0 0 0,0-25 15,24 25-15,-24-25 0,0 25 0,25-24 0,-25 24 16,0-25-16,0 25 0,0-25 0,25 25 0,-25-25 0,0 25 15,0-25-15,0 25 0,0-24 0,0 24 0,0 0 16,0 0-16,0 0 0,0 0 0,0 0 0,0 24 16,0-24-16,0 0 0,0 25 0,0-25 0,0 0 0,0 25 15,0-25-15,0 25 0,0-25 0,0 25 0,0-25 16,0 24-16,0-24 0,0 25 0,0-25 0,0 25 0,0-25 15,0 0-15,0 25 0,0-25 0,0 0 0,0 0 16,0 0-16,0 0 0,0 0 0,0 0 0,0 0 16,0 0-16,-25 0 0,25 0 0,0 0 0,0 0 0</inkml:trace>
  <inkml:trace contextRef="#ctx0" brushRef="#br0" timeOffset="210200.0227">22374 12278 0,'0'0'0,"0"0"0,0 0 0,0 0 16,0 0-16,0 0 0,0 0 0,0 0 0,0 0 15,25 0-15,-25 0 0,0 0 0,24 0 0,-24 0 16,25 0-16,-25 25 0,25-25 0,0 0 0,0 0 0,-25 0 15,24 0-15,1 0 0,0 0 0,0 0 0,0 0 16,-25 0-16,24 0 0,1 0 0,0 0 0,-25 0 0,25-25 16,-25 25-16,25 0 0,0 0 0,-25-24 0</inkml:trace>
  <inkml:trace contextRef="#ctx0" brushRef="#br0" timeOffset="210563.0435">22870 12005 0,'0'-24'0,"0"24"0,0 0 0,0 0 0,0 0 16,0 0-16,0-25 0,0 25 0,0 0 0,0 0 15,25 25-15,-25-25 0,0 0 0,0 0 0,0 0 16,0 24-16,0-24 0,0 25 0,25-25 0,-25 25 0,0-25 16,0 25-16,0 0 0,0-25 0,0 24 0,0 1 15,0-25-15,24 25 0,-24 0 0,0 0 0,0-25 16,0 25-16,0-1 0,0-24 0,0 25 0,25 0 0,-25-25 15,0 25-15,0-25 0,0 25 0,25-25 0,-25 0 16,0 24-16,0-24 0,25 0 0,-25 0 0,0 25 0,0-25 16,25 0-16,-25-25 0,0 25 0,0 0 0,24 0 15,-24 0-15,0-24 0,25 24 0,-25-25 0,0 25 16,25-25-16,-25 25 0,0-25 0,0 0 0,25 25 0,-25-24 15,0-1-15,0 25 0,0-25 0,0 0 0,25 25 16,-25-25-16,0 25 0,0-25 0,0 25 0,0 0 0,0-24 16,0 24-16,0 0 0,0 0 0,0 0 0,0 0 15,0 0-15,0 0 0,0 0 0,0 0 0,0 0 0,0 0 16,0 0-16,0 0 0,0 0 0,0 0 0,0 0 15,24 0-15,-24 0 0,0 0 0,0 0 0,0 0 0,0 0 16</inkml:trace>
  <inkml:trace contextRef="#ctx0" brushRef="#br0" timeOffset="210800.057">23391 12005 0,'0'0'0,"0"0"0,0 0 0,0-24 0,0 24 16,0 0-16,0 0 0,0 0 0,0 0 0,0 0 0,0 0 15,0 0-15,0 0 0,0 24 0,0-24 0,0 0 16,0 25-16,0-25 0,0 25 0,0 0 0,0-25 15,0 25-15,0-1 0,0 1 0,0 0 0,0-25 0,0 25 16,0 0-16,0 0 0,0-1 0,0 1 0,0-25 16,0 25-16,0 0 0,0 0 0,0-25 0,0 24 15,0-24-15,0 25 0,0-25 0,0 25 0,0-25 0,0 0 16,25 0-16,-25 25 0,0-25 0,0 0 0,0 0 15,0 0-15,0 0 0,0-25 0,0 25 0,0 0 16,-25-25-16,25 25 0</inkml:trace>
  <inkml:trace contextRef="#ctx0" brushRef="#br0" timeOffset="210962.0663">23292 11956 0,'0'0'0,"0"0"0,0 0 0,24 0 0,-24-25 0,0 25 16,0 0-16,25 0 0,-25 0 0,0 0 0,25 0 0,-25 0 15,25 0-15,0-25 0,-25 25 0,24 0 0,1 0 16,0 0-16,0 0 0,0 0 0,-25 0 0,24 0 0,1 0 15,0 25-15,0-25 0,0 0 0,-25 0 0,24 0 16,1 0-16,-25 0 0,25 0 0</inkml:trace>
  <inkml:trace contextRef="#ctx0" brushRef="#br0" timeOffset="211486.0963">24358 12105 0,'-25'-25'0,"25"25"0,0 0 16,0 0-16,-24 0 0,24 0 0,0-25 0,-25 25 0,25 0 15,0 0-15,-25 0 0,25 0 0,0 0 0,0 0 16,-25 0-16,25 0 0,0 0 0,0 0 0,-25 0 0,25 0 15,0 0-15,0 25 0,0-25 0,-24 0 0,24 0 16,0 25-16,0-25 0,0 24 0,0-24 0,0 25 16,0-25-16,0 25 0,0 0 0,0-25 0,0 25 15,0 0-15,0-1 0,0-24 0,0 25 0,24 0 0,-24-25 16,0 25-16,25-25 0,-25 25 0,25-25 0,-25 24 16,0-24-16,25 0 0,-25 0 0,25 25 0,-25-25 0,24 0 15,-24 0-15,25 0 0,-25-25 0,25 25 0,-25 0 0,25 0 16,-25 0-16,25-24 0,-25 24 0,24-25 0,-24 25 15,25-25-15,-25 25 0,0-25 0,25 0 0,-25 25 16,0-24-16,0-1 0,25 0 0,-25 0 0,0 25 0,0-25 16,25 0-16</inkml:trace>
  <inkml:trace contextRef="#ctx0" brushRef="#br0" timeOffset="212270.1411">24581 11881 0,'0'-24'0,"0"24"15,0 0-15,0 0 0,0 0 0,0-25 0,0 25 16,0 0-16,0 0 0,0 25 0,0-25 0,0 0 0,0 0 16,0 24-16,0-24 0,0 0 0,0 25 0,0 0 15,0-25-15,0 25 0,0 0 0,0-25 0,0 24 0,0 1 16,0 0-16,0 0 0,0-25 0,0 25 0,0-1 15,0 1-15,0-25 0,0 25 0,0 0 0,0 0 16,0 0-16,0-25 0,0 24 0,0 1 0,0-25 0,0 25 16,0-25-16,0 25 0,0-25 0,0 25 0,0-25 15,0 24-15,0-24 0,0 0 0,0 0 0,0 25 0,0-25 16,0 0-16,0 0 0,0 0 0,0 0 0,0 0 15,0 0-15,25 0 0,-25 0 0,0 0 0,0-25 0,0 25 16,0 0-16,0 0 0,25-24 0,-25 24 0,0-25 16,25 25-16,-25-25 0,0 25 0,25-25 0,-25 25 15,0-25-15,0 25 0,24-24 0,-24 24 0,0-25 0,25 25 16,-25-25-16,0 25 0,0 0 0,0-25 0,25 25 15,-25 0-15,0 0 0,0 0 0,0-25 0,0 25 16,0 0-16,0 0 0,0 0 0,0 25 0,0-25 0,0 0 16,0 0-16,0 0 0,0 0 0,0 25 0,0-25 15,0 0-15,0 0 0,0 25 0,0-25 0,0 25 0,0-25 16,0 24-16,0-24 0,0 25 0,0-25 0,25 25 15,-25-25-15,0 25 0,0-25 0,0 25 0,0-25 0,25 24 16,-25-24-16,0 25 0,0 0 0,0-25 0,0 25 16,0-25-16,24 25 0,-24-25 0,0 0 0,0 24 15,0-24-15,25 0 0,-25 25 0,0-25 0,0 0 0,25 0 16,-25 0-16,0 0 0,0 0 0,0 0 0,25 0 15,-25 0-15,0-25 0,0 25 0,25 0 0,-25-24 0,0 24 16,25 0-16,-25-25 0,0 25 0,24 0 0,-24-25 16,0 25-16,25-25 0,-25 0 0,0 25 0,0-24 0,25 24 15,-25-25-15,0 0 0,25 25 0,-25-25 0,0 0 16,0 25-16,0-24 0,25 24 0,-25-25 0,0 25 15,0-25-15,0 25 0,0 0 0,0 0 0,0-25 0,0 25 16,0 0-16,0 0 0,0 0 0,0 0 0,0 0 16,0 0-16,0 25 0,0-25 0,0 0 0,0 0 15,0 25-15,-25-25 0,25 0 0,0 25 0,0-25 0,0 24 16,0-24-16,0 25 0,0-25 0,0 25 0,0-25 15,0 25-15,0-25 0,0 25 0,0-25 0,0 24 16,25-24-16,-25 25 0,0-25 0,0 0 0,0 25 0,24-25 16,-24 0-16,0 25 0,0-25 0,25 0 0,-25 0 0,0 0 15,0 0-15,25 0 0,-25 0 0,0 0 0,0 0 16,25 0-16,-25-25 0,0 25 0,0 0 0,25-25 15,-25 25-15,0 0 0,0-25 0,0 25 0,0-24 0,0-1 16,0 25-16,0-25 0,0 0 0,0 25 0,0-25 16,-25 25-16,25-24 0,0-1 0,0 25 0,0-25 0,0 25 15,-25 0-15,25-25 0,0 25 0,-25 0 0,25 0 16,0 0-16,0 0 0,-25 0 0,25 0 0,-24 0 15,24 0-15,0 0 0,-25 25 0,25-25 0,0 0 0,-25 0 16,25 0-16,0 0 0,0 0 0,-25 25 0,25-25 16,0 0-16,-25 0 0,25 0 0</inkml:trace>
  <inkml:trace contextRef="#ctx0" brushRef="#br0" timeOffset="212732.1675">25921 11981 0,'0'-25'0,"0"25"0,0 0 0,0 0 0,0 0 0,0 0 0,0-25 0,0 25 0,0 0 0,0 0 0,0 0 0,0 0 0,0 0 0,0 25 0,0-25 0,0 0 78,0 25-78,0-25 0,0 24 0,0 1 0,0-25 0,0 25 0,0 0 0,0 0 0,0-1 0,0 1 0,0 0 0,0 0 0,0 0 0,0 0 0,0-1 0,0 1 0,0 0 0,0 0 0,0 0 0,0-1 0,0 1 0,0 0 0,0 0 0,0-25 0,0 25 0,0-1 0,0-24 0,0 25 16,0-25-16,0 25 0,0-25 0,0 0 0,0 25 0,0-25 15,-25 0-15,25 0 0,0 0 0,0 0 0,0 0 16,0 0-16,-25 0 0,25 0 0,0-25 0,-25 25 0,25-25 16</inkml:trace>
  <inkml:trace contextRef="#ctx0" brushRef="#br0" timeOffset="212893.1768">25722 12328 0,'0'-25'0,"0"25"0,0-25 0,25 25 16,-25-24-16,0 24 0,0 0 0,0-25 0,0 25 0,25 0 16,-25 0-16,25 0 0,-25 0 0,25-25 0,-25 25 15,24 0-15,1 0 0,0 0 0,-25 0 0,25 0 16,0 0-16,0 25 0,-25-25 0,24 0 0,-24 0 15,25 0-15,-25 25 0,25-25 0,-25 0 0,25 24 0,-25-24 16,0 25-16,0-25 0,25 25 0,-25-25 0,0 25 0,0-25 16,0 25-16,0-25 0</inkml:trace>
  <inkml:trace contextRef="#ctx0" brushRef="#br0" timeOffset="214046.2427">26070 12477 0,'-25'0'0,"25"0"0,0 0 0,0 0 0,0 0 0,0 0 16,0 0-16,0 0 0,0-25 0,0 25 0,0 0 0,0 0 16,0 0-16,0-25 0,0 25 0,0 0 0,0-25 15,25 25-15,-25 0 0,0-24 0,0 24 0,0-25 0,25 25 16,-25-25-16,0 25 0,24-25 0,-24 25 0,0 0 15,0-25-15,25 25 0,-25 0 0,0-24 0,0 24 16,0 0-16,0 0 0,25 0 0,-25-25 0,0 25 16,0 0-16,0 0 0,0 0 0,0 25 0,0-25 0,0 0 15,0 0-15,0 0 0,0 0 0,25 24 0,-25-24 0,0 0 16,0 25-16,0-25 0,0 25 0,0-25 0,0 25 15,0-25-15,0 25 0,0-25 0,0 24 0,0-24 16,25 25-16,-25-25 0,0 25 0,0 0 0,0-25 0,0 25 16,0-25-16,0 24 0,0-24 0,0 25 0,0-25 15,0 25-15,24-25 0,-24 25 0,0-25 0,0 0 0,0 0 16,0 25-16,0-25 0,25 0 0,-25 0 0,0 0 15,0 0-15,0 0 0,25 0 0,-25 0 0,0-25 0,25 25 16,-25 0-16,0 0 0,25-25 0,-25 25 0,0-25 16,0 25-16,24 0 0,-24-25 0,0 25 0,0-24 15,0 24-15,0 0 0,0-25 0,25 25 0,-25-25 0,0 0 16,0 25-16,0-25 0,0 25 0,0-24 0,0 24 15,0-25-15,0 25 0,0-25 0,0 25 0,0-25 16,25 25-16,-25 0 0,0-25 0,0 25 0,0 0 0,0 0 16,0 0-16,0 0 0,0 0 0,0 0 0,0 0 15,0 0-15,0 0 0,0 0 0,0 0 0,0 0 0,0 0 16,0 25-16,0-25 0,-25 0 0,25 25 0,0-25 15,0 25-15,0-25 0,0 25 0,0-25 0,0 24 0,0-24 16,0 25-16,0-25 0,0 25 0,0-25 0,0 25 16,0-25-16,0 25 0,0-25 0,0 0 0,0 24 15,0-24-15,0 0 0,25 25 0,-25-25 0,0 0 0,0 0 16,0 25-16,0-25 0,25 0 0,-25 0 0,0 0 15,0 0-15,25 0 0,-25 0 0,0 0 0,0 0 0,24 0 16,-24 0-16,25-25 0,-25 25 0,0 0 0,25 0 16,-25-25-16,0 25 0,25 0 0,-25-24 0,0 24 0,25 0 15,-25-25-15,0 25 0,0-25 0,0 25 0,24-25 16,-24 25-16,0-25 0,0 25 0,0-24 0,0-1 15,0 25-15,0-25 0,0 25 0,0-25 0,0 25 0,0 0 16,0-25-16,0 25 0,0 0 0,0 0 0,0 0 16,0 0-16,0 0 0,0 0 0,0 0 0,0 0 15,0 0-15,0 0 0,0 0 0,-24 25 0,24-25 0,0 0 16,0 25-16,0-25 0,0 25 0,0-25 0,0 0 15,0 25-15,0-25 0,0 24 0,0-24 0,0 25 0,0-25 16,0 25-16,0-25 0,0 25 0,0-25 0,0 25 16,0-25-16,0 0 0,0 24 0,0-24 0,24 0 0,-24 25 15,0-25-15,0 0 0,0 0 0,0 25 0,0-25 16,0 0-16,25 0 0,-25 0 0,0 0 0,0 0 15,25 0-15,-25 0 0,0 0 0,25 0 0,-25 0 0,0 0 16,25 0-16,-25-25 0,0 25 0,24 0 0,-24-25 0,0 25 16,0 0-16,25-24 0,-25 24 0,0 0 0,25-25 15,-25 25-15,0-25 0,0 25 0,25-25 0,-25 25 16,0-25-16,0 1 0,25 24 0,-25-25 0,0 25 0,0 0 15,0-25-15,0 25 0,0 0 0,0-25 0,0 25 16,0 0-16,0 0 0,0 0 0,0 0 0,0 0 16,0 0-16,0 0 0,0 0 0,0 0 0,0 0 0,0 25 15,0-25-15,0 0 0,0 25 0,0-25 0,-25 0 16,25 25-16,0-25 0,0 24 0,0-24 0,0 0 15,0 25-15,0-25 0,0 25 0,0-25 0,0 25 0,0-25 16,0 25-16,0-25 0,0 0 0,0 24 0,0-24 0,25 0 16,-25 25-16,0-25 0,0 0 0,0 0 0,0 0 15,24 25-15,-24-25 0,0 0 0,25 0 0,-25 0 16,0 0-16,25 0 0,-25 0 0,0 0 0,0 0 15,25 0-15,-25-25 0,25 25 0,-25 0 0,0 0 0,24-25 16,-24 25-16,0 0 0,25-24 0,-25 24 0,0-25 0,0 25 16,0-25-16,0 25 0,25-25 0,-25 25 0,0-25 15,0 1-15,0 24 0,0-25 0,0 25 0,-25-25 16,25 25-16,0-25 0,0 25 0,0 0 0,0-25 0,0 25 15,0 0-15,-25 0 0,25 0 0,0 0 0,0-24 16,0 24-16,0 0 0,0 0 0,-24 0 0,24 0 0,0 0 16,0 0-16,0 0 0,0 0 0,0 0 15,0 24-15,0-24 0,0 0 0,-25 0 0,25 0 0,0 0 16,0 0-16,0 0 0,0 0 0,0 0 0,0 0 0,0 0 15,0 0-15,0 0 0,0 0 0,0 0 0,0 0 16,0 25-16,0-25 0</inkml:trace>
  <inkml:trace contextRef="#ctx0" brushRef="#br0" timeOffset="214357.2605">27285 12328 0,'0'0'0,"0"-25"0,0 25 0,0 0 15,0-25-15,0 25 0,-25 0 0,25-24 0,0 24 16,0 0-16,0 0 0,0 0 0,0 0 0,0 0 0,-24 0 16,24 0-16,0 0 0,0 0 0,0 0 0,0 0 15,-25 0-15,25 24 0,0-24 0,-25 25 0,25-25 16,0 0-16,-25 25 0,25-25 0,0 25 0,-25-25 0,25 25 15,0-25-15,0 24 0,0-24 0,0 25 0,0-25 16,0 25-16,0-25 0,0 25 0,0-25 0,0 25 0,0-25 16,0 0-16,0 0 0,0 24 0,25-24 0,-25 0 15,0 0-15,0 0 0,0 25 0,25-25 0,-25 0 0,0 0 16,0 0-16,25 0 0,-25-25 0,0 25 0,0 0 15,0 0-15,25 0 0,-25 0 0,0-24 0,0 24 0,0 0 16,0-25-16</inkml:trace>
  <inkml:trace contextRef="#ctx0" brushRef="#br0" timeOffset="214652.2774">27012 11906 0,'0'0'0,"0"0"16,0 0-16,0-25 0,0 25 0,0 0 0,0 0 16,25 0-16,-25 0 0,0 0 0,0 0 0,0 0 15,25 0-15,-25 0 0,0 0 0,0 0 0,0 25 0,25-25 16,-25 0-16,0 0 0,0 0 0,0 25 0,0-25 15,0 0-15,0 0 0,0 25 0,25-25 0,-25 0 0,0 25 16,0-25-16,-25 0 0,25 24 0,0-24 0,0 0 16,0 25-16,0-25 0,-25 0 0,25 0 0,0 25 15,-25-25-15,25 0 0,-25 0 0,25 0 0,0 25 16,-25-25-16,25 0 0,-24 0 0,24 0 0,-25 0 0,0 0 15,25 0-15</inkml:trace>
  <inkml:trace contextRef="#ctx0" brushRef="#br0" timeOffset="214894.2912">26541 11906 0,'0'0'0,"0"0"16,0 0-16,25 0 0,-25 0 0,0 0 0,0 0 0,0 0 15,25 0-15,-25 0 0,0 0 0,24 0 0,-24 0 16,0 0-16,0 0 0,25 0 0,-25 0 0,0 0 15,25 25-15,-25-25 0,0 0 0,25 25 0,-25-25 0,0 0 16,0 25-16,0-25 0,0 0 0,0 24 0,0-24 16,0 25-16,0-25 0,0 0 0,-25 25 0,25-25 15,0 0-15,-25 25 0,25-25 0,-25 0 0,25 0 0,-24 0 16,24 25-16,0-25 0,-25 0 0,25 0 0,0 0 15,-25 0-15,25 0 0,0 0 0,0 0 0</inkml:trace>
  <inkml:trace contextRef="#ctx0" brushRef="#br0" timeOffset="215137.3051">26913 11658 0,'0'-25'15,"25"25"-15,-25 0 0,0 0 0,25-24 0,-25 24 0,0 0 16,0 0-16,0 0 0,0 0 0,0 0 0,0 0 16,0 0-16,0 0 0,-25 0 0,25 0 0,0 24 0,-25-24 15,25 0-15,-25 25 0,0-25 0,25 25 0,-24 0 16,-1-25-16,0 25 0,25-1 0,-25-24 0,0 25 15,1-25-15,24 25 0,-25-25 0,0 25 0,25-25 0,-25 25 16,25-25-16</inkml:trace>
  <inkml:trace contextRef="#ctx0" brushRef="#br0" timeOffset="217473.4387">3398 13519 0,'0'0'16,"0"0"-16,0 0 0,0 0 0,0 0 0,0 0 15,0 0-15,0 0 0,0 0 0,0 0 0,0 0 0,0 0 16,0 0-16,0 0 0,0 0 0,0 0 0,0 0 16,0 0-16,0 0 0,0 0 0,0 0 0,0 0 0,0 0 15,0 0-15,0 0 0,0 0 0,0 0 0,0 0 16,0 0-16,0 0 0,0 0 0,0 0 0,0 0 15,0 0-15,0 0 0,0 0 0,0 0 0,0-25 0,0 25 16,0 0-16,0 0 0,0 0 0,25 0 0,-25 0 16,0 0-16,0 0 0,0-25 0,0 25 0,0 0 0,0 0 15,0 0-15,0 0 0,0 0 0,0-25 0,0 25 16,0 0-16,0 0 0,0 0 0,0 0 0,0-25 15,0 25-15,0 0 0,0 0 0,0 0 0,0 0 0,-25 0 16,25-24-16,0 24 0,0 0 0,0 0 0,0 0 16,-25 0-16,25-25 0,0 25 0,0 0 0,0 0 0,0 0 15,-24 0-15,24 0 0,0 0 0,0 0 0,0 0 16,0 0-16,0 0 0,-25 0 0,25 0 0,0 25 0,0-25 15,0 0-15,-25 0 0,25 0 0,0 24 0,0-24 16,0 0-16,0 25 0,0-25 0,0 25 0,0-25 16,0 25-16,0 0 0,0-25 0,0 24 0,0 1 0,0-25 15,0 25-15,0 0 0,0-25 0,25 25 0,-25-25 0,0 24 16,0-24-16,25 25 0,-25-25 0,0 25 0,0-25 15,24 0-15,-24 25 0,0-25 0,0 0 0,0 25 16,25-25-16,-25 0 0,0 0 0,0 0 0,0 0 0,25 0 16,-25 24-16,0-24 0,25 0 0,-25-24 0,0 24 15,25 0-15,-25 0 0,0 0 0,24 0 0,-24 0 16,25-25-16,-25 25 0,0 0 0,25 0 0,-25 0 0,25-25 15,-25 25-15,25 0 0,-25 0 0,24-25 0,-24 25 16</inkml:trace>
  <inkml:trace contextRef="#ctx0" brushRef="#br0" timeOffset="217963.4668">3795 13543 0,'0'0'15,"0"0"-15,0 0 0,-25 0 0,25-24 0,0 24 16,0 0-16,0 0 0,-24 0 0,24-25 0,0 25 0,0 0 15,0 0-15,0 0 0,0-25 0,0 25 0,0 0 16,-25 0-16,25 0 0,0-25 0,0 25 0,0 0 16,0 0-16,0-25 0,0 25 0,0 0 0,25 0 0,-25 0 15,0 0-15,0 0 0,0-24 0,0 24 0,0 0 0,0 0 16,0 0-16,0 0 0,24 0 0,-24 0 0,0 0 15,0 0-15,0 0 0,0 0 0,25 0 0,-25 0 16,0 0-16,0 0 0,0 0 0,0 0 0,25 0 0,-25 0 16,0 24-16,0-24 0,0 0 0,0 25 0,0-25 15,0 0-15,0 25 0,0-25 0,0 25 0,0-25 0,0 25 16,0-25-16,0 24 0,-25-24 0,25 0 0,0 25 15,0-25-15,0 25 0,-25-25 0,25 25 0,0-25 0,-24 25 16,24-25-16,0 24 0,-25-24 0,25 25 0,0-25 16,-25 0-16,25 25 0,0-25 0,-25 25 0,25-25 15,0 0-15,0 25 0,0-25 0,-25 0 0,25 0 0,0 0 16,0 24-16,0-24 0,0 0 0,0 0 0,25 0 15,-25 0-15,0 0 0,0 0 0,0 0 0,0 0 16,0 0-16,25 0 0,-25 0 0,0 0 0,0 0 0,25 0 16,-25 25-16,0-25 0,25 0 0,-25 0 0,0 0 15,24 0-15,-24 0 0,25 0 0,-25 0 0,0 0 0,25 0 16,-25 0-16,0 0 0,25 0 0,-25 0 0,0 0 15,25 0-15,-25 0 0,0 0 0,0 25 0,24-25 0,-24 0 16,0 0-16,0 0 0,0 0 0,0 0 0,0 0 16,0 25-16,0-25 0</inkml:trace>
  <inkml:trace contextRef="#ctx0" brushRef="#br0" timeOffset="218262.4839">3423 14039 0,'0'0'16,"0"0"-16,0 0 0,0 0 0,0 0 0,0 0 15,0 0-15,0 0 0,0 0 0,0 0 0,0 0 0,0 0 16,0 0-16,0 0 0,0 0 0,0 0 0,0 0 15,25 0-15,-25 0 0,0 0 0,25 0 0,-25 0 0,24 0 16,-24 0-16,25 0 0,-25 0 0,25 0 0,-25 0 16,25 0-16,0 0 0,-25 0 0,24 0 0,-24 0 0,25 0 15,0 0-15,-25 25 0,25-25 0,-25 0 0,25 0 16,-25 0-16,25 0 0,-25 0 0,0 0 0,24 0 15,-24 0-15,25 0 0,-25 25 0,0-25 0,25 0 0,-25 0 16,0 0-16,25 0 0,-25 0 0</inkml:trace>
  <inkml:trace contextRef="#ctx0" brushRef="#br0" timeOffset="218603.5034">4316 13667 0,'0'0'0,"0"0"0,0 0 0,0-24 15,0 24-15,0 0 0,-25 0 0,25 0 0,0 0 16,0 0-16,0 0 0,0 0 0,0 0 0,0 0 15,0 0-15,0 0 0,0 0 0,0 0 0,0 0 0,0 0 16,25 0-16,-25 0 0,0 0 0,0 0 0,0 0 16,0 0-16,25 0 0,-25 24 0,0-24 0,0 0 15,0 25-15,0-25 0,0 0 0</inkml:trace>
  <inkml:trace contextRef="#ctx0" brushRef="#br0" timeOffset="218768.5128">4366 14015 0,'0'0'0,"0"0"15,0 0-15,0 0 0,24 0 0,-24 0 0,0 0 16,0 0-16,0 0 0,0 0 0,0 0 0,0 0 15,0 0-15,0 0 0,0 0 0,0 0 0,0 0 0,0 0 16,0 0-16,0 0 0,0 0 0,25 0 0,-25 0 16,0-25-16,0 25 0,0 0 0,0 0 0,25 0 0,-25-25 15</inkml:trace>
  <inkml:trace contextRef="#ctx0" brushRef="#br0" timeOffset="219727.5677">3076 9922 0,'0'-25'0,"0"25"0,0 0 15,-25 0-15,25 0 0,0 0 0,0 0 0,0 0 16,0 0-16,0 0 0,0 0 0,0 0 0,0 0 0,0 0 15,0 0-15,0 0 0,0 0 0,0 0 0,0-25 0,0 25 16,0 0-16,0 0 0,0 0 0,0 0 0,0 0 16,0 0-16,0 0 0,25 0 0,-25 0 0,0 0 15,0 0-15,25 0 0,-25-25 0,0 25 0,24 0 0,-24 0 16,25 0-16,-25 0 0,25 0 0,-25 0 0,25 25 15,0-25-15,-25 0 0,24 0 0,1 0 0,0 0 0,0 0 16,0 0-16,-1 0 0,1 0 0,25 0 0,-25 0 16,24 0-16,-24 0 0,0 0 0,24 0 0,-24 0 0,25 0 15,-25 0-15,0 0 0,-1 0 0,1 0 0,0 0 16,0 0-16,0 0 0,-25 0 0,24 0 0,-24 0 15,0 0-15,0 25 0,-24-25 0</inkml:trace>
  <inkml:trace contextRef="#ctx0" brushRef="#br0" timeOffset="221372.6618">5606 13543 0,'0'0'0,"0"0"0,0 0 0,0-24 0,0 24 0,0 0 15,0 0-15,0 0 0,0 0 0,0-25 0,0 25 16,0 0-16,0 0 0,0 0 0,0-25 0,0 25 16,0 0-16,0 0 0,0 0 0,0-25 0,0 25 0,0 0 15,0 0-15,0-25 0,0 25 0,-25 0 0,25 0 16,0 0-16,0 0 0,0-24 0,0 24 0,0 0 0,0 0 15,0 0-15,0 0 0,-25 0 0,25 0 0,0 0 16,0 0-16,0 0 0,0 0 0,-25 0 0,25 0 0,0 0 16,0 0-16,-24 24 0,24-24 0,0 0 0,-25 0 15,25 25-15,0-25 0,0 25 0,-25-25 0,25 25 16,0-25-16,0 25 0,-25-25 0,25 24 0,0 1 0,0-25 15,0 25-15,0 0 0,0 0 0,0-25 0,0 24 16,0 1-16,0 0 0,0-25 0,0 25 0,0 0 16,25-25-16,-25 24 0,0 1 0,0-25 0,25 25 0,-25-25 15,0 25-15,25-25 0,-25 25 0,0-25 0,24 0 16,-24 24-16,25-24 0,-25 0 0,25 0 0,-25 0 0,25 0 15,-25 0-15,25 0 0,-25 0 0,24 0 0,1 0 16,-25-24-16,25 24 0,0 0 0,-25 0 0,25-25 0,-25 25 16,24-25-16,1 25 0,-25 0 0,25-25 0,-25 25 15,25 0-15,-25-25 0,0 25 0,25 0 0,-25-24 16,0 24-16,0 0 0,0 0 0,0-25 0,0 25 0,0 0 15,0-25-15,0 25 0,0 0 0,0 0 0,0-25 16,0 25-16,0 0 0,0 0 0,0-25 0,-25 25 16,25 0-16,0 0 0,0 0 0,0 0 0,0 0 0,0-24 15,0 24-15,0 0 0,0 0 0,-25 0 0,25 0 16,0 0-16,0 0 0,0 0 0,0 24 0,0-24 0,0 0 15,0 0-15,0 0 0,0 25 0,0-25 0,0 0 16,0 25-16,0-25 0,0 25 0,0-25 0,0 25 0,0-25 16,0 24-16,0 1 0,0-25 0,0 25 0,25-25 15,-25 25-15,0 0 0,0-25 0,25 24 0,-25-24 16,0 25-16,25-25 0,-25 0 0,0 25 0,24-25 0,-24 0 15,0 0-15,25 0 0,-25 0 0,0 0 0,0 0 0,25 0 16,-25 0-16,0 0 0,0-25 0,25 25 0,-25-25 16,0 25-16,0-24 0,0 24 0,0-25 0,0 0 15,0 25-15,0-25 0,0 25 0,0-25 0,0 1 0,0 24 16,0-25-16,-25 25 0,25-25 0,0 25 0,0-25 15,-25 25-15,25 0 0,0-25 0,0 25 0,-25 0 16,25 0-16,0-24 0,0 24 0,0 0 0,0 0 0,0 0 16,-24 0-16,24 0 0,0 0 0,0 0 0,0 0 15,0 0-15,0 0 0,0 0 0,0 0 47,0 0-47,0 0 0,0 0 0,0 0 0,0 0 0,0 0 0,0 0 0,0 0 0,0 0 0,24 0 0</inkml:trace>
  <inkml:trace contextRef="#ctx0" brushRef="#br0" timeOffset="221559.6725">6077 13320 0,'25'-25'0,"-25"25"0,0 0 16,0 0-16,-25-24 0,25 24 0,0 0 0,0 0 16,0 0-16,0 0 0,0 0 0,0 0 0,0 0 0,0 0 15,-25 24-15,25-24 0,0 0 0,0 25 0,0-25 16,0 25-16,0-25 0,-24 25 0,24-25 0,0 25 15,0-25-15,0 24 0,0 1 0,0-25 0,0 25 0,0-25 16,0 25-16,0-25 0,0 25 0,0-25 0,24 0 16</inkml:trace>
  <inkml:trace contextRef="#ctx0" brushRef="#br0" timeOffset="222128.705">7119 13196 0,'0'0'0,"0"0"0,0 0 0,0 0 0,0 0 16,-25 0-16,25 0 0,0 0 0,0 25 0,0-25 16,0 0-16,0 25 0,0-25 0,-25 25 0,25-1 0,0-24 15,0 25-15,25 0 0,-25 0 0,0 0 0,0-1 16,0 1-16,0 0 0,0 0 0,25 0 0,-25-1 0,0 1 15,0 0-15,0 0 0,0-25 0,25 25 0,-25-1 16,0 1-16,0-25 0,0 25 0,0-25 0,0 25 0,0-25 16,0 25-16,0-25 0,0 0 0,0 24 0,0-24 15,-25 0-15,25 0 0,0 0 0,0 25 0,-25-25 16,25 0-16,0 0 0,-25-25 0,25 25 0,0 0 0,-24 0 15,24 0-15,0 0 0,-25-24 0,25 24 0,-25 0 16,25-25-16,0 25 0,-25 0 0,25-25 0,0 25 0,0 0 16,0 0-16,0-25 0,0 25 0,0 0 0,0 0 15,0-25-15,0 25 0,0 0 0,0 0 0,25 0 16,-25 0-16,0-24 0,25 24 0,-25 0 0,25 0 0,-1 0 15,-24 0-15,25-25 0,0 25 0,-25 0 0,25 0 16,0-25-16,-25 25 0,24 0 0,1 0 0,0-25 16,-25 25-16,25 0 0,0-25 0,-1 25 0,-24 0 0,25-24 15,-25 24-15,25-25 0,-25 25 0,25 0 0,-25-25 16,25 25-16,-25 0 0,0-25 0</inkml:trace>
  <inkml:trace contextRef="#ctx0" brushRef="#br0" timeOffset="222860.7469">7342 13345 0,'0'0'0,"0"-25"0,0 25 0,-25 0 16,25 0-16,0 0 0,0 0 0,0-25 0,0 25 15,0 0-15,0 0 0,0 0 0,0 0 0,0 0 16,0 25-16,0-25 0,0 0 0,0 0 0,0 0 0,0 25 16,0-25-16,25 25 0,-25-25 0,0 25 0,0-1 15,0 1-15,25 0 0,-25-25 0,0 25 0,0 0 16,25-1-16,-25 1 0,0 0 0,0 0 0,0 0 0,0-1 15,0 1-15,25-25 0,-25 25 0,0 0 0,0 0 0,0-25 16,0 24-16,0 1 0,0-25 0,0 25 0,0-25 16,24 25-16,-24-25 0,0 25 0,0-25 0,0 0 15,0 24-15,0-24 0,0 0 0,0 0 0,0 0 0,0 25 16,0-25-16,0 0 0,0 0 0,0 0 0,0 0 15,0 0-15,0 0 0,0 0 0,0-25 0,0 25 16,0 0-16,0 0 0,0 0 0,25-24 0,-25 24 0,0 0 16,0-25-16,25 25 0,-25-25 0,0 25 0,25-25 15,-25 25-15,0-25 0,25 25 0,-25-24 0,0 24 16,0-25-16,24 25 0,-24 0 0,0-25 0,0 25 0,0 0 15,0 0-15,0 0 0,25-25 0,-25 25 0,0 0 16,0 0-16,0 0 0,0 25 0,0-25 0,0 0 0,0 0 16,0 0-16,0 0 0,0 25 0,0-25 0,0 0 15,0 25-15,0-25 0,0 0 0,0 24 0,0-24 0,0 25 16,0-25-16,25 25 0,-25-25 0,0 25 0,0-25 15,0 25-15,0-25 0,25 24 0,-25-24 0,0 25 0,0-25 16,0 25-16,25-25 0,-25 25 0,0-25 0,0 0 16,24 25-16,-24-25 0,0 0 0,0 0 0,25 24 0,-25-24 15,0 0-15,25 0 0,-25 0 0,0 0 0,25 0 16,-25 0-16,0 0 0,25 0 0,-25-24 0,0 24 15,0 0-15,24-25 0,-24 25 0,0-25 0,0 25 0,0 0 16,0-25-16,25 25 0,-25-25 0,0 25 0,0-24 16,-25 24-16,25-25 0,0 25 0,0 0 0,0-25 15,0 25-15,0-25 0,0 25 0,-24 0 0,24-25 0,0 25 16,0 0-16,0-24 0,-25 24 0,25 0 0,0 0 15,0 0-15,0 0 0,-25 0 0,25-25 0,0 25 0,0 0 16,0 0-16,0 0 0,0 25 0,0-25 0,0 0 16,0 0-16,0 0 0,-25 0 0,25 24 0,0-24 0,0 25 15,0-25-15,0 25 0,25-25 0,-25 25 0,0-25 16,0 25-16,0-1 0,0-24 0,0 25 0,25-25 15,-25 25-15,0-25 0,0 25 0,0-25 0,25 25 0,-25-25 16,0 0-16,0 24 0,24-24 0,-24 0 0,0 0 16,0 0-16,25 0 0,-25 0 0,0 0 0,0 0 0,25 0 15,-25 0-15,0 0 0,25 0 0,-25-24 0,0 24 16,0 0-16,25-25 0,-25 25 0,0-25 0,0 25 15,0-25-15,0 25 0,24-25 0,-24 25 0,0-24 0,0 24 16,0-25-16,-24 25 0</inkml:trace>
  <inkml:trace contextRef="#ctx0" brushRef="#br0" timeOffset="223102.7607">7789 13618 0,'0'0'0,"0"-25"0,0 25 16,-25 0-16,25 0 0,0 0 0,0 0 0,0-25 0,0 25 15,0 0-15,0 0 0,0-25 0,0 25 0,0 0 16,0 0-16,0-24 0,0 24 0,0 0 0,0 0 0,0-25 15,0 25-15,0 0 0,0 0 0,0 0 0,0-25 16,25 25-16,-25 0 0,0 0 0,0 0 0,0-25 16,24 25-16,-24 0 0,0 0 0,0 0 0,25 0 0,-25 0 15,0 0-15,0 0 0,0 0 0,25 0 0,-25 0 16,0 0-16,25 0 0,-25 0 0,0 0 0,0 0 0,25 0 15,-25 0-15,0 0 0,0 0 0,0 0 0,0 0 16,0 0-16,0 0 0,24 0 0,-24 0 0,0 0 16</inkml:trace>
  <inkml:trace contextRef="#ctx0" brushRef="#br0" timeOffset="223281.771">7987 13271 0,'0'-25'0,"25"25"0,-25 0 0,0 0 16,0 0-16,0 0 0,0 0 0,25 0 0,-25 0 0,0 0 15,0 0-15,25 0 0,-25 0 0,0 0 0,24 0 16,-24 0-16,25 0 0,-25 0 0,0 0 0,25 0 0,-25 0 15,0 25-15,25-25 0,-25 0 0,0 0 0,0 24 16,0-24-16,0 0 0,0 25 0,0-25 0,0 0 0,0 25 16,-25-25-16,25 25 0,0-25 0,-25 25 0,25-25 15,-25 24-15,25-24 0</inkml:trace>
  <inkml:trace contextRef="#ctx0" brushRef="#br0" timeOffset="223783.7997">9922 13742 0,'-25'0'0,"25"-25"0,-25 25 0,25 0 16,-25-25-16,25 25 0,-24 0 0,24 0 0,-25-25 15,25 25-15,-25 0 31,0 0-31,25 0 0,-25 0 0,25 0 0,-24 0 0,24 0 0,-25 0 0,25 0 0,-25 0 0,25 0 0,-25 0 0,25 0 0,-25 25 0,25-25 16,-24 0-16,24 0 0,0 25 0,0-25 0,-25 25 0,25-25 16,0 25-16,0-1 0,0-24 0,0 25 0,0 0 15,0-25-15,0 25 0,0 0 0,0-1 0,0-24 16,0 25-16,25 0 0,-25-25 0,0 25 0,24-25 0,-24 25 15,0-25-15,25 0 0,-25 24 0,25-24 0,-25 0 16,0 0-16,25 0 0,-25 0 0,25 0 0,-1 0 0,-24 0 16,25-24-16,-25 24 0,25 0 0,-25 0 0,25-25 15,-25 25-15,25-25 0,-25 25 0,24-25 0,-24 0 16,25 25-16,-25-24 0,25-1 0,-25 0 0,0 0 0,0 25 15,25-25-15,-25 1 0,0-1 0</inkml:trace>
  <inkml:trace contextRef="#ctx0" brushRef="#br0" timeOffset="224031.8139">9872 13295 0,'0'0'15,"0"0"-15,0 0 0,-25-24 0,25 24 0,0 0 16,0 0-16,0 0 0,0 0 0,0 0 0,0 0 0,0 24 16,0-24-16,0 0 0,0 25 0,0-25 0,0 25 15,25-25-15,-25 25 0,0 0 0,0-25 0,0 24 16,0 1-16,25 0 0,-25 0 0,0 0 0,0-1 0,25-24 15,-25 25-15,0 0 0,0 0 0,0 0 0,0-1 16,0 1-16,25-25 0,-25 25 0,0 0 0,0 0 0,0-25 16,0 24-16,0 1 0,0-25 0,24 25 0,-24-25 15,0 25-15,0-25 0,0 25 0,0-25 0,0 24 0,0-24 16,25 0-16,-25 0 0,0 0 0,0 25 0,0-25 15,0 0-15,0-25 0,0 25 0,25 0 0,-25 0 16,0 0-16,0-24 0,0 24 0</inkml:trace>
  <inkml:trace contextRef="#ctx0" brushRef="#br0" timeOffset="224902.8637">10096 13742 0,'0'-25'0,"0"25"0,0 0 16,0 0-16,0-25 0,0 25 0,0 0 0,0 0 0,0 0 16,0 0-16,0 0 0,0 0 0,0 0 0,0 0 15,0 0-15,0 0 0,0 0 0,0 0 0,0 0 0,0 0 16,0 25-16,0-25 0,0 0 0,0 25 0,0-25 15,0 25-15,0-25 0,0 24 0,0-24 0,24 25 16,-24 0-16,0-25 0,0 25 0,0 0 0,0-25 0,0 24 16,25 1-16,-25-25 0,0 25 0,0-25 0,25 25 0,-25-25 15,0 25-15,25-25 0,-25 24 0,0-24 0,0 0 16,25 25-16,-25-25 0,24 0 0,-24 0 0,0 0 15,25 0-15,-25 0 0,25 0 0,-25-25 0,0 25 0,25 0 16,-25-24-16,0 24 0,25 0 0,-25-25 0,0 25 16,0-25-16,0 25 0,24-25 0,-24 0 0,0 25 0,0-24 15,0 24-15,0-25 0,0 25 0,0-25 0,0 25 16,-24-25-16,24 25 0,0-25 0,0 25 0,0-24 15,0 24-15,0-25 0,0 25 0,0 0 0,0-25 16,0 25-16,0 0 0,0 0 0,-25 0 0,25-25 0,0 25 16,0 0-16,0 0 0,0 0 0,0 0 0,0 0 0,0 0 15,0 0-15,0 0 0,0 25 0,0-25 0,0 0 16,0 0-16,0 25 0,0-25 0,0 0 0,0 25 15,0-25-15,0 24 0,0-24 0,0 25 0,0 0 0,0-25 16,0 25-16,0-25 0,0 25 0,25-1 0,-25-24 16,0 25-16,0-25 140,148 99-140,-148-99 0,25-24 0,-25 24 0,0 0 0,25-25 0,-25 25 0,0-25 0,0 25 0,0-25 0,25 25 0,-25-25 0,0 25 0,0-24 0,0 24 0,0-25 0,-25 0 16,25 25-16,0-25 0,0 25 0,0-25 0,0 25 0,0-24 0,0 24 0,0-25 0,-25 25 0,25 0 0,0-25 0,0 25 0,0 0 0,0 0 0,0 0 0,0 0 0,0 0 0,0 0 0,0 0 0,0 0 0,0 0 0,0 0 0,0 0 0,0 0 15,25 25-15,-25-25 0,0 0 0,0 25 0,0-25 16,0 24-16,0-24 0,25 25 0,-25-25 0,0 25 0,0-25 15,0 25-15,0-25 0,0 25 0,0-25 0,25 24 16,-25-24-16,0 0 0,0 25 0,0-25 0,0 0 16,0 25-16,0-25 0,0 0 0,0 0 0,0 25 0,0-25 15,0 0-15,0 0 0,0 0 0,0 0 0,0 0 16,24 0-16,-24 0 0,0 0 0,0-25 0,0 25 0,0 0 15,0 0-15,0-25 0,0 25 0,0-25 0,0 25 16,0-24-16,25 24 0,-25-25 0,0 0 0,0 25 16,0-25-16,25 25 0,-25-25 0,0 1 0,0 24 0,25 0 15,-25-25-15,0 25 0,0 0 0,25 0 0,-25-25 16,0 25-16,0 0 0,0 25 0,0-25 0,24 0 0,-24 0 15,0 0-15,0 25 0,0-25 0,0 0 0,0 24 16,25-24-16,-25 25 0,0-25 0,0 25 0,0-25 16,0 25-16,0-25 0,0 25 0,0-25 0,0 24 0,0-24 15,0 0-15,25 25 0,-25-25 0,0 25 0,0-25 16,0 0-16,0 0 0,0 25 0,0-25 0,0 0 15,0 0-15,25 0 0,-25 25 0,0-25 0,0 0 0,0 0 16,25 0-16,-25 0 0,24-25 0,-24 25 0,0 0 0,25 0 16,-25 0-16</inkml:trace>
  <inkml:trace contextRef="#ctx0" brushRef="#br0" timeOffset="225426.8936">11088 13742 0,'-25'-25'0,"25"25"15,0-25-15,0 25 0,0 0 0,-25-25 0,25 25 16,0 0-16,0 0 0,-25-24 0,25 24 0,0 0 0,0 0 15,0 24-15,-25-24 0,25 0 0,0 0 0,0 0 16,0 25-16,0-25 0,-24 25 0,24-25 0,0 25 0,0-25 16,0 25-16,0-1 0,0-24 0,0 25 0,0-25 15,0 25-15,0 0 0,24-25 0,-24 25 0,0-25 16,0 24-16,25-24 0,-25 25 0,0-25 0,0 25 0,25-25 15,-25 0-15,25 0 0,-25 25 0,0-25 0,25 0 16,-25 0-16,0 0 0,24 0 0,-24 0 0,0 0 0,25 0 16,-25-25-16,0 25 0,0 0 0,25 0 0,-25-25 15,0 25-15,0-25 0,25 25 0,-25 0 0,0-24 16,0 24-16,0-25 0,0 0 0,0 25 0,0-25 0,0 25 15,0-25-15,0 25 0,0 0 0,0-24 0,0 24 16,0 0-16,0 0 0,-25 0 0,25 0 0,0 0 0,0 0 16,0 0-16,0 24 0,0-24 0,0 25 0,0-25 15,0 25-15,0 0 0,0-25 0,0 25 0,0-1 16,0 1-16,0 0 0,0-25 0,0 25 0,25 0 0,-25-1 15,0 1-15,0 0 0,0 0 0,0 0 0,25-25 16,-25 24-16,0 1 0,0 0 0,0 0 0,0-25 0,0 25 16,0-1-16,0-24 0,0 25 0,0-25 0,0 25 15,-25-25-15,25 25 0,0-25 0,0 25 0,0-25 0,-25 25 16,25-25-16,-25 0 0,25 0 0,-25 24 0,25-24 15,-24 0-15,24 0 0,-25 0 0,25 0 0,-25 0 16,25 0-16,-25 0 0,25 0 0,-25 0 0,25 0 0,-24 0 16,24-24-16,0 24 0,-25 0 0,25 0 0,0-25 15,-25 25-15,25-25 0,0 25 0,0-25 0,-25 25 16,25-25-16,0 25 0,0-25 0,-25 1 0,25-1 0,0 0 15,0 0-15,0 0 0,-24 1 0,24-26 0,0 25 16</inkml:trace>
  <inkml:trace contextRef="#ctx0" brushRef="#br0" timeOffset="225617.9046">10542 13345 0,'0'0'0,"0"0"0,0 0 0,0 0 16,0 0-16,0 0 0,0 0 0,0 0 0,0 0 0,0 0 15,25 0-15,-25 0 0,25 0 0,-25-25 0,24 25 16,1 0-16,-25 0 0,25 0 0,0 0 0,0 0 15,-1 0-15,1 0 0,0 0 0,0-25 0,0 25 16,-1 0-16,1 0 0,0 0 0,0 0 0,-25 0 0,25 0 16,-1 0-16,1 0 0,-25 0 0,25 25 0</inkml:trace>
  <inkml:trace contextRef="#ctx0" brushRef="#br0" timeOffset="226998.9836">12005 13965 0,'0'25'0,"0"-25"0,0 0 0,0 0 0,0 0 16,0 0-16,0 0 0,0 0 0,-24 0 0,24 0 15,0 0-15,0 0 0,0 0 0,0 0 0,0 0 0,0 0 16,0 0-16,24 0 0,-24 0 0,0 0 0,0 0 0,0-25 15,0 25-15,0 0 0,0 0 0,0 0 16,25-25-16,-25 25 0,0 0 0,0-25 0,25 25 0,-25-24 16,25 24-16,-25-25 0,25 25 0,-25-25 0,24 25 0,-24-25 15,25 0-15,0 25 0,-25-24 0,25-1 0,0 25 16,-25-25-16,25 0 0,-25 25 0,24-25 0,-24 1 15,25 24-15,-25-25 0,25 25 0,-25-25 0,0 25 0,0-25 16,0 25-16,25-25 0,-25 25 0,0-24 0,0 24 16,0-25-16,0 25 0,0 0 0,-25-25 0,25 25 0,0-25 15,0 25-15,0 0 0,0-25 0,-25 25 0,25 0 16,0-24-16,0 24 0,-25 0 0,25 0 0,0-25 15,-24 25-15,24 0 0,0 0 0,-25 0 0,25 0 0,0 0 16,-25 0-16,25 0 0,0 0 0,0 0 0,0 0 16,-25 0-16,25 0 0,0 0 0,0 0 0,0 0 0,0 0 15,0 0-15,0 0 0,0 0 0,0 25 0,0-25 16,0 0-16,0 24 0,0-24 0,0 25 0,0-25 15,0 25-15,0 0 0,0 0 0,0-25 0,0 24 0,25 1 16,-25 0-16,0 0 0,0 0 0,0-1 0,0-24 0,0 25 16,0 0-16,25 0 0,-25 0 0,0-25 0,0 24 15,0 1-15,0-25 0,0 25 0,0 0 0,0-25 16,0 25-16,0-25 0,0 24 0,0-24 0,0 25 0,0-25 15,0 25-15,0-25 0,0 0 0,0 25 0,0-25 16,0 0-16,0 0 0,0 0 0,0 0 0,0 25 16,0-25-16,0 0 0,0 0 0,0 0 0,0 0 0,0 0 15,0-25-15,0 25 0,0 0 0,0 0 0,0 0 16,0 0-16,0 0 0,0-25 0,0 25 0,0-25 0,0 25 15,0 0-15,25-25 0,-25 25 0,0-24 0,0 24 16,24-25-16,-24 25 0,0-25 0,25 25 0,-25 0 0,0-25 16,0 25-16,25 0 0,-25 0 0,0-25 0,0 25 15,0 0-15,25 0 0,-25 0 0,0 25 0,0-25 16,0 0-16,25 0 0,-25 25 0,0-25 0,0 0 0,0 25 15,24-25-15,-24 25 0,0-25 0,0 24 0,0-24 16,0 25-16,0-25 0,0 0 0,25 25 0,-25-25 0,0 25 16,0-25-16,0 0 0,0 0 0,0 25 0,0-25 15,0 0-15,0 0 0,25 0 0,-25 0 0,0 0 16,0 0-16,0 0 0,25 0 0,-25 0 0,0 0 0,0 0 15,25 0-15,-25 0 0,0 0 0,24 0 0,-24 0 16,0 0-16,25-25 0,-25 25 0</inkml:trace>
  <inkml:trace contextRef="#ctx0" brushRef="#br0" timeOffset="227576.0166">12750 13841 0,'0'0'0,"0"0"0,0-25 0,0 25 0,-25 0 16,25-25-16,0 25 0,0 0 0,0-24 0,0 24 15,0 0-15,0-25 0,0 25 0,-25 0 0,25-25 0,0 25 16,0 0-16,0 0 0,0 0 0,-25-25 0,25 25 15,0 0-15,0 0 0,-25 0 0,25 0 0,0 0 16,-24 0-16,24 0 0,0 0 0,-25 0 0,25 0 0,0 25 16,0-25-16,-25 0 0,25 0 0,0 0 0,-25 25 15,25-25-15,0 0 0,0 25 0,-25-25 0,25 24 16,0-24-16,0 25 0,0-25 0,0 25 0,0-25 0,0 25 15,0-25-15,0 25 0,0-25 0,0 24 0,0-24 16,0 25-16,0-25 0,25 25 0,-25-25 0,0 25 0,25-25 16,-25 0-16,0 25 0,25-25 0,-25 0 0,0 0 15,0 0-15,25 0 0,-25 24 0,0-24 0,24-24 0,-24 24 16,0 0-16,25 0 0,-25 0 0,0 0 0,25 0 15,-25-25-15,0 25 0,25 0 0,-25-25 0,0 25 16,25-25-16,-25 25 0,0-25 0,0 25 0,0 0 0,0-24 16,0 24-16,0-25 0,0 25 0,0-25 0,0 25 15,0-25-15,0 25 0,0 0 0,0-25 0,0 25 0,0 0 16,0 0-16,0-24 0,-25 24 0,25 0 0,0 0 15,0 0-15,0 0 0,0 0 0,0-25 0,0 25 16,0 0-16,0 0 0,0 0 0,0 0 0,0 0 0,0 0 16,0 0-16,0 25 0,0-25 0,0 0 0,0 0 15,0 24-15,0-24 0,0 25 0,0-25 0,0 25 0,0-25 16,0 25-16,0-25 0,0 25 0,0-1 0,0-24 15,0 25-15,25-25 0,-25 25 0,0-25 0,0 25 16,0-25-16,0 0 0,0 25 0,0-25 0,24 0 0,-24 24 16,0-24-16,0 0 0,0 0 0,0 0 0,0 0 15,25 0-15,-25 0 0,0 0 0,0 0 0,0 0 16,0 0-16,25 0 0,-25 0 0,0-24 0,0 24 0,0 0 15,25 0-15,-25-25 0,0 25 0,0 0 0,0-25 16,0 25-16,0-25 0,0 25 0,0-25 31</inkml:trace>
  <inkml:trace contextRef="#ctx0" brushRef="#br0" timeOffset="227943.0376">12849 13742 0,'0'0'0,"0"0"0,0 0 0,0 0 0,0 0 0,0 0 0,0 0 0,0 0 0,25 0 16,-25 0-16,0 0 0,0 25 0,0-25 0,0 0 16,0 24-16,24-24 0,-24 25 0,0-25 0,0 25 0,0-25 15,0 0-15,0 25 0,25-25 0,-25 25 0,0-25 16,0 24-16,0-24 0,0 25 0,0-25 0,0 0 15,0 25-15,0-25 0,0 0 0,0 25 0,0-25 0,0 0 16,0 0-16,0 25 0,0-25 0,25 0 0,-25 0 16,0 0-16,0 0 0,0 0 0,0 0 0,0 0 15,0 0-15,0 0 0,0 0 0,0 0 0,0-25 0,0 25 16,0 0-16,0-25 0,0 25 0,25 0 0,-25-25 0,0 0 15,0 25-15,0-24 0,0 24 0,25-25 16,-25 0-16,0 25 0,0-25 0,24 0 0,-24 25 0,0-24 16,0 24-16,0-25 0,25 25 0,-25 0 0,0 0 0,0 0 15,0 0-15,0 0 0,0 0 0,25 0 0,-25 0 16,0 25-16,0-25 0,0 0 0,0 24 0,0-24 0,0 25 15,25-25-15,-25 25 0,0-25 0,0 25 0,0-25 16,0 25-16,0-25 0,0 24 0,0-24 0,0 0 16,0 25-16,25-25 0,-25 0 0,0 25 0,0-25 0,0 0 15,0 0-15,24 0 0,-24 25 0,0-25 0,0 0 16,0 0-16,0 0 0,25 0 0,-25 0 0,0 0 0,0 0 15,25 0-15,-25 0 0,0 0 0,25 0 0,-25 0 16,25 0-16,-25 0 0,25-25 0,-25 25 0,24 0 16,-24 0-16</inkml:trace>
  <inkml:trace contextRef="#ctx0" brushRef="#br0" timeOffset="228479.0682">13419 13791 0,'0'0'0,"-24"-24"0,24 24 0,0-25 16,-25 25-16,25-25 0,0 25 0,-25-25 15,25 25-15,0 0 0,-25 0 0,25-25 0,0 25 0,0 0 16,-25 0-16,25 0 0,0 0 0,0 0 0,-24 0 0,24 0 15,0 0-15,0 25 0,0-25 0,0 0 0,-25 25 16,25-25-16,0 25 0,0 0 0,0-25 0,0 24 16,0 1-16,0-25 0,0 25 0,25 0 0,-25-25 0,0 25 15,0-25-15,0 24 0,0-24 0,24 25 16,-24-25-16,0 25 0,25-25 0,-25 0 0,0 25 0,0-25 15,25 0-15,-25 0 0,25 0 0,-25 0 0,0 0 0,25 0 16,-25 0-16,0 0 0,24 0 0,-24-25 0,0 25 16,25 0-16,-25-25 0,0 25 0,0 0 0,0-25 0,0 25 15,0-24-15,0-1 0,0 25 0,0-25 0,0 25 16,0-25-16,0 25 0,0-25 0,0 25 0,0 0 0,0-24 15,-25 24-15,25 0 0,0 0 0,0 0 0,0 0 16,0 0-16,0 0 0,-24 0 0,24 0 0,0 24 16,0-24-16,0 0 0,0 25 0,0-25 0,0 25 0,24 0 15,-24-25-15,0 25 0,0-1 0,0-24 0,0 25 16,0 0-16,0-25 0,25 25 0,-25-25 0,0 25 0,0-1 15,0-24-15,25 25 0,-25 0 0,0-25 0,0 25 16,0 0-16,25-25 0,-25 24 0,0-24 0,0 25 0,0-25 16,0 25-16,0-25 0,0 25 0,0-25 0,25 25 15,-25-25-15,0 0 0,0 24 0,0-24 0,0 25 16,-25-25-16,25 0 0,0 0 0,0 25 0,0-25 0,0 0 15,-25 0-15,25 0 0,0 25 0,-25-25 0,25 0 16,0 0-16,-25 0 0,25 0 0,0 0 0,-24 0 16,24 0-16,0 0 0,-25 25 0,25-25 0,0 0 0,0 0 15,-25 0-15,25 0 0,0 0 0,-25 0 0,25 0 16,0 0-16,0 0 0,-25 0 0,25 0 0,0 0 0,0 0 15,-24 0-15,24 0 0,-25 0 0,25 0 0,0 0 16,-25 0-16,25 0 0,-25 0 0</inkml:trace>
  <inkml:trace contextRef="#ctx0" brushRef="#br0" timeOffset="228955.0954">12650 14461 0,'0'-25'0,"0"25"0,0 0 0,0 0 0,0 0 15,0 0-15,0 0 0,0 0 0,0 0 0,0 0 16,0 0-16,0 0 0,0 0 0,0 0 0,0 0 0,0 0 15,0 0-15,0-24 0,0 24 0,0 0 0,0 0 16,0 0-16,0 0 0,0 0 0,0 0 0,0 0 0,0 0 16,0 0-16,0 0 0,0 0 0,0 0 0,0 0 15,0 0-15,0 0 0,0 0 0,0 0 0,0 0 0,0 0 16,0 0-16,-24 0 0,24 0 0,0 0 0,0 0 15,0 0-15,0 0 0,0 0 0,0 0 0,0 0 16,0 0-16,0 0 0,0 0 0,0 0 0,0 0 0,0 0 16,0 0-16,0 0 0,0 0 0,24 0 0,-24 0 15,0 0-15,0 0 0,0 0 0,0 0 0,0 0 0,0 0 16,25-25-16,-25 25 0,0 0 0,0 0 0,0 0 15,0 0-15,0 0 0,25 0 0,-25-25 0,0 25 0,0 0 16,0 0-16,0 0 0,0 0 0,0-25 0,0 25 16,0 0-16,0 0 0,0 0 0,0 0 0,0 0 15,0 0-15,0-25 0,-25 25 0,25 0 0,0 0 0,0 25 16,0-25-16,-25 0 0,25 0 0,0 0 0,0 0 15,-24 0-15,24 0 0,0 25 0,0-25 0,0 0 16,0 0-16,0 0 0,0 0 0,0 0 0,0 0 0</inkml:trace>
  <inkml:trace contextRef="#ctx0" brushRef="#br0" timeOffset="230679.1941">14238 13816 0,'0'0'0,"0"0"0,0 0 0,0-25 0,0 25 0,0 0 16,0 0-16,0 0 0,0 0 0,0 0 0,0 0 15,0 0-15,0-24 0,0 24 0,0 0 0,0 0 16,0 0-16,0 0 0,0 0 0,0-25 0,0 25 0,0 0 15,0 0-15,0 0 0,0 0 0,0 0 0,0 0 16,0 0-16,0 0 0,0 0 0,0 0 0,0 25 0,0-25 16,25 0-16,-25 24 0,0-24 0,0 25 0,0-25 15,24 25-15,-24-25 0,0 25 0,0 0 0,25-25 16,-25 24-16,0-24 0,0 25 0,0-25 0,25 25 0,-25-25 15,0 25-15,0-25 0,0 25 0,0-25 0,0 0 16,0 24-16,0-24 0,25 0 0,-25 0 0,0 0 0,0 25 16,0-25-16,0 0 0,-25 0 0,25 0 0,0 0 15,0 0-15,0 0 0,0 0 0,0 0 0,0 0 0,0 0 16,0 0-16,0 0 0,0-25 0,0 25 0,0 0 15,0 0-15,0-24 0,0 24 0,25 0 0,-25-25 16,0 25-16,0-25 0,0 25 0,25-25 0,-25 25 0,0-25 16,0 1-16,0 24 0,25-25 0,-25 25 0,0-25 15,0 0-15,0 25 0,0-25 0,24 25 0,-24 0 0,0-24 16,0 24-16,0 0 0,0 0 0,0 0 0,0 0 15,0 0-15,0 0 0,0 0 0,0 24 0,0-24 16,0 0-16,0 25 0,25-25 0,-25 25 0,0-25 0,0 25 16,0-25-16,0 25 0,0-25 0,0 24 0,0-24 15,25 25-15,-25-25 0,0 25 0,0-25 0,0 25 16,0-25-16,0 25 0,25-25 0,-25 24 0,0-24 0,0 0 15,0 25-15,25-25 0,-25 0 0,0 25 0,0-25 0,24 0 16,-24 25-16,0-25 0,0 0 0,0 0 0,0 0 16,25 0-16,-25 0 0,0 0 0,0 0 0,0 0 15,25 0-15,-25 0 0,0 0 0,0 0 0,25 0 0,-25-25 16,0 25-16,25 0 0,-25-25 0,24 25 0,-24 0 15,0-25-15,25 25 0,-25-24 0,0 24 0,0 0 0,0-25 16,0 25-16,0-25 0,0 25 0,0-25 0,0 25 16,0-25-16,0 25 0,0-24 0,0 24 0,0-25 15,0 25-15,-25 0 0,25-25 0,0 25 0,0-25 0,0 25 16,0 0-16,-24 0 0,24-25 0,0 25 0,0 0 15,0 0-15,0 0 0,-25 0 0,25 0 0,0 0 0,0 0 16,0 0-16,0 0 0,0 0 0,-25 25 0,25-25 16,0 0-16,0 0 0,0 0 0,0 25 0,0-25 15,0 0-15,0 25 0,0-25 0,0 0 0,0 25 0,0-25 16,25 24-16,-25-24 0,0 25 0,0-25 0,0 25 15,25-25-15,-25 25 0,0-25 0,0 25 0,24-25 0,-24 24 16,0-24-16,0 25 0,25-25 0,-25 0 0,0 25 16,25-25-16,-25 0 0,0 25 0,25-25 0,-25 0 0,0 0 15,0 0-15,25 0 0,-25 0 0,0 0 0,0 0 16,24 0-16,-24 0 0,0 0 0,0 0 0,25-25 0,-25 25 15,0 0-15,0 0 0,25-25 0,-25 25 0,0-25 16,0 25-16,25 0 0,-25-24 0,0 24 0,0-25 16,0 25-16,0-25 0,0 25 0,0-25 0,0 25 15,0 0-15,25-25 0,-25 25 0,-25-24 0,25 24 0,0 0 16,0-25-16,0 25 0,0 0 0,0 0 0,0-25 0,0 25 15,0 0-15,0 0 0,0 0 0,0 0 0,0 0 16,0 0-16,0 0 0,0 0 0,0 0 0,0 0 16,0 0-16,0 0 0,0 0 0,0 0 0,0 0 0,0 25 15,0-25-15,0 0 0,0 25 0,0-25 0,0 0 16,0 24-16,0-24 0,0 25 0,0-25 0,25 0 0,-25 25 15,0-25-15,0 25 0,0-25 0,0 0 0,0 25 16,24-25-16,-24 0 0,0 24 0,0-24 0,0 0 0,25 0 16,-25 0-16,0 25 0,25-25 0,-25 0 0,0 0 15,25 0-15,-25 0 0,0 0 0,25-25 0,-25 25 16,0 0-16,24 0 0,-24 0 0,0-24 0,25 24 0,-25 0 15,0-25-15,0 25 0,25-25 0,-25 25 0,0-25 16,0 25-16,0 0 0,0-25 0,0 25 0,0-24 16,0 24-16,0 0 0,0-25 0,0 25 0,0-25 0,0 25 15,0 0-15,0 0 0,0-25 0,0 25 0,0 0 16,0 0-16,0 0 0,0 0 0,0 0 0,0 0 0,0 0 15,0 25-15,0-25 0,0 0 0,0 0 0,0 25 16,0-25-16,0 25 0,0-25 0,0 24 0,0-24 0,0 0 16,0 25-16,0-25 0,0 25 0,0-25 0,0 25 15,0-25-15,0 0 0,0 25 0,0-25 0,0 0 16,25 0-16,-25 24 0,0-24 0,0 0 0,0 0 0,0 0 15,0 0-15,0 0 0,0 0 0,0 0 0,0 0 16,0 0-16,0 0 0,0-24 0,0 24 0,-25 0 16,25 0-16,0-25 0,0 25 0</inkml:trace>
  <inkml:trace contextRef="#ctx0" brushRef="#br0" timeOffset="230932.2085">14635 13717 0,'0'-25'0,"-25"25"15,25 0-15,0-25 0,0 25 0,0 0 0,0-24 16,0 24-16,0 0 0,0-25 0,0 25 0,25 0 0,-25 0 16,0-25-16,25 25 0,-25 0 0,0 0 0,24-25 15,-24 25-15,25 0 0,-25 0 0,0 0 0,25 0 16,-25 0-16,25 0 0,-25 0 0,0 0 0,25 0 0,-25 0 15,0 0-15,24 0 0,-24 0 0,0 0 0,25 25 16,-25-25-16,0 0 0,25 0 0,-25 25 0,0-25 0,0 0 16,25 25-16,-25-25 0,0 0 0,25 0 0,-25 0 15,0 24-15,0-24 0,0 0 0,24 0 0</inkml:trace>
  <inkml:trace contextRef="#ctx0" brushRef="#br0" timeOffset="231108.2186">15081 13370 0,'0'0'0,"25"-25"0,-25 25 0,0 0 0,0 0 15,0 0-15,0 0 0,0 25 0,0-25 0,0 0 16,0 25-16,0-25 0,0 24 0,0-24 0,0 25 0,0-25 16,0 25-16,-25 0 0,25-25 0,0 25 0,0-25 15,-25 24-15,25-24 0,0 25 0,-24 0 0,24-25 16,0 0-16</inkml:trace>
  <inkml:trace contextRef="#ctx0" brushRef="#br0" timeOffset="231764.2561">16247 13643 0,'-25'0'0,"25"0"0,0 0 0,-25 0 15,25 0-15,0-25 0,0 25 0,-24 0 0,24 0 16,0 0-16,-25 0 0,25-25 0,0 25 0,0 0 15,-25 0-15,25 0 0,0 0 0,0 0 0,0 0 0,0 0 16,0 0-16,-25 0 0,25 0 0,0 0 0,0 0 0,0 25 16,0-25-16,0 0 0,0 0 0,0 0 0,0 25 15,0-25-15,0 24 0,0-24 0,0 25 0,0-25 16,0 25-16,0-25 0,0 25 0,25-25 0,-25 25 0,0-1 15,25-24-15,-25 25 0,0-25 0,25 25 0,-1-25 16,-24 25-16,25-25 0,0 25 0,-25-25 0,25 24 16,-25-24-16,25 25 0,-25-25 0,24 0 0,-24 25 0,0-25 15,25 0-15,-25 0 0,0 25 0,0-25 0,0 0 16,0 0-16,0 0 0,0 0 0,0 0 0,0 0 15,0 25-15,0-25 0,0 0 0,-25 0 0,25 0 0,0 0 16,-24 0-16,24 0 0,0 0 0,-25 0 0,25 24 0,-25-24 16,25 0-16,0 0 0,-25 0 0,25 0 15,0 0-15,0 0 0,0 0 0,-25 0 0,25 0 0,0 0 16,0-24-16,0 24 0,0 0 0,0 0 0,0 0 15,0 0-15,25 0 0,-25-25 0,0 25 0,0 0 0,25-25 16,-25 25-16,25 0 0,-25-25 0,25 25 0,-25 0 0,24-25 16</inkml:trace>
  <inkml:trace contextRef="#ctx0" brushRef="#br0" timeOffset="232249.2839">16619 13742 0,'0'-25'0,"0"25"0,0 0 0,0 0 16,0 0-16,0 0 0,0 0 0,-25-25 0,25 25 15,0 0-15,0 0 0,0 0 0,-24 0 0,24 0 16,0 0-16,0 0 0,0-25 0,-25 25 0,25 0 0,0 0 15,0 0-15,-25 0 0,25 25 0,0-25 0,0 0 16,0 0-16,-25 0 0,25 0 0,0 0 0,0 25 0,0-25 16,-25 0-16,25 25 0,0-25 0,0 0 0,0 25 15,0-25-15,0 24 0,0-24 0,0 25 0,25-25 0,-25 25 16,0-25-16,0 25 0,25-25 0,-25 25 0,0-25 15,0 24-15,25-24 0,-25 25 0,0-25 0,25 25 16,-25-25-16,0 0 0,24 0 0,-24 25 0,0-25 0,0 0 16,25 0-16,-25 0 0,0 0 0,0 0 0,0 0 15,0 0-15,0 0 0,0-25 0,0 25 0,0 0 16,0 0-16,0-25 0,0 25 0,0-25 0,0 25 0,0 0 15,0-24-15,0 24 0,-25-25 0,25 25 0,0-25 16,-24 0-16,24 25 0,-25-25 0,25 1 0,0 24 0,-25-25 16,25 0-16,-25 25 0,25-25 0,0 25 0,-25-25 15,25 1-15,0 24 0,0 0 0,-24-25 0,24 25 16,0 0-16,0-25 0,0 25 0,0 0 0,0 0 0,24-25 15,-24 25-15,0 0 0,0 0 0,25 0 0,-25-25 16,0 25-16,25 0 0,-25 0 0,0 0 0,25 0 0,-25 0 16,25-24-16,-25 24 0,24 0 0,-24 0 0,0 0 15,25 0-15,-25 24 0,25-24 0,-25 0 0,0 0 16,25 0-16,-25 25 0,0-25 0,0 0 0,25 25 0,-25-25 15,0 0-15,24 25 0,-24-25 0,0 0 0,0 25 16,0-25-16,25 0 0,-25 24 0,0-24 0,0 0 0,0 0 16,0 0-16,0 0 0,0 0 0,25 0 0,-25 0 15,0 0-15</inkml:trace>
  <inkml:trace contextRef="#ctx0" brushRef="#br0" timeOffset="232444.295">16867 13444 0,'0'0'0,"0"0"0,0 0 15,0-25-15,0 25 0,0 0 0,0 0 0,0 0 0,0 25 16,0-25-16,0 0 0,0 0 0,25 0 0,-25 25 15,0-25-15,0 25 0,0-25 0,0 25 0,0-25 0,0 24 16,0-24-16,0 25 0,0-25 0,0 25 0,0-25 16,0 25-16,0-25 0,0 25 0,0-25 0,0 0 15,0 24-15,0-24 0,25 25 0,-25-25 0,0 0 0</inkml:trace>
  <inkml:trace contextRef="#ctx0" brushRef="#br0" timeOffset="232820.3165">17810 13791 0,'0'0'0,"-25"0"0,25 0 15,0 0-15,0 0 0,0 0 0,0 0 16,0 0-16,0 0 0,0 0 0,0 0 0,0 0 0,0 0 0,0 0 16,0 25-16,0-25 0,25 25 0,-25-25 0,0 25 15,0-25-15,0 25 0,25-25 0,-25 24 0,0 1 0,0-25 16,24 25-16,-24 0 0,0-25 0,25 25 0,-25-25 15,0 24-15,0-24 0,0 25 0,25-25 0,-25 0 0,0 0 16,0 25-16,25-25 0,-25 0 0,0 0 0,0 0 16,0 0-16,25 0 0,-25 0 0,0-25 0,0 25 15,24 0-15,-24 0 0,0-25 0,0 25 0,25-24 0,-25 24 16,0-25-16,0 25 0,0-25 0,0 0 0,0 25 15,25-25-15,-25 1 0,0 24 0,0-25 0,0 0 0,0 0 16,0 25-16,0-25 0,0 1 0,0 24 0,0-25 16,0 25-16,0 0 0,0-25 0,0 25 0,0 0 0,0 0 15,0 0-15,0 0 0,0 0 0,0 0 0,0 0 16,0 0-16,0 0 0,25 25 0,-25-25 0</inkml:trace>
  <inkml:trace contextRef="#ctx0" brushRef="#br0" timeOffset="233223.3396">18207 13915 0,'0'0'0,"0"0"0,0 0 16,0 0-16,0 0 0,0 0 0,0 0 0,0 0 16,24 0-16,-24 0 0,0 0 0,0 0 0,25 0 0,-25-24 15,0 24-15,25 0 0,-25 0 0,0 0 0,25-25 16,-25 25-16,25 0 0,-25-25 0,0 25 0,24 0 15,-24 0-15,0-25 0,25 25 0,-25 0 0,0 0 0,0-25 16,0 25-16,0 0 0,0 0 0,0-24 0,0 24 16,0 0-16,0 0 0,0-25 0,0 25 0,0 0 0,0 0 15,-25-25-15,25 25 0,0 0 0,0 0 0,0-25 16,-24 25-16,24 0 0,0 0 0,0 0 0,0 0 15,-25 0-15,25-25 0,0 50 0,0-25 0,-25 0 0,25 0 16,0 0-16,0 0 0,0 0 0,-25 0 0,25 0 16,0 25-16,0-25 0,0 0 0,0 0 0,-25 25 0,25-25 15,0 0-15,0 0 0,0 25 0,0-25 0,0 0 16,0 24-16,0-24 0,25 25 0,-25-25 0,0 25 15,0-25-15,0 25 0,0-25 0,0 25 0,25-25 0,-25 0 16,0 24-16,0-24 0,25 25 0,-25-25 0,0 0 0,25 25 16,-25-25-16,24 0 0,-24 0 0,25 25 0,-25-25 15,0 0-15,25 0 0,-25 0 0,25 0 0,-25 0 16,25 0-16,-1 0 0,-24 0 0,25 0 0,-25 0 0,25 0 15,0 0-15,0-25 0,0 25 0</inkml:trace>
  <inkml:trace contextRef="#ctx0" brushRef="#br0" timeOffset="233546.3581">19124 13767 0,'0'0'0,"0"-25"0,-24 25 0,24-25 0,0 25 0,-25 0 16,25-25-16,-25 0 0,25 25 0,-25-24 0,25 24 15,-25 0-15,25-25 0,-24 25 0,24-25 0,-25 25 16,25 0-16,-25-25 0,25 25 0,0 0 0,-25 0 0,25 0 15,0 0-15,0 0 0,0 0 0,-25 0 0,25 0 16,0 0-16,0 0 0,0 0 0,0 25 0,0-25 0,-24 0 16,24 25-16,0-25 0,0 25 0,0-25 0,0 24 15,0-24-15,0 25 0,0 0 0,24-25 0,-24 25 16,0 0-16,0-25 0,0 24 0,25 1 0,-25 0 15,0-25-15,25 25 0,-25-25 0,0 25 0,25-25 0,-25 24 16,25-24-16,-25 25 0,24-25 0,-24 0 0,25 25 0,0-25 16,0 0-16,-25 0 0,25 0 0,-1 0 0,-24 0 15,25 0-15,0 0 0,-25-25 0,25 25 0,0 0 16,-25-25-16,24 25 0,1-24 0,-25 24 0,25-25 15,-25 0-15,25 25 0,-25-25 0,0 0 0,0 1 0,25-1 16,-25 0-16,0 25 0</inkml:trace>
  <inkml:trace contextRef="#ctx0" brushRef="#br0" timeOffset="234134.3917">19348 13395 0,'0'-25'0,"0"25"0,0 0 0,0-25 0,0 25 15,0 0-15,0 0 0,0 0 0,0 0 0,0 0 16,0 0-16,-25 0 0,25 0 0,0 25 0,25-25 0,-25 25 16,0-25-16,0 24 0,0-24 0,0 25 0,0 0 15,0 0-15,0 0 0,0-25 0,0 24 0,0 1 16,0 0-16,24 0 0,-24 0 0,0-25 0,0 24 0,0 1 15,0 0-15,0-25 0,0 25 0,0 0 0,0-25 16,25 24-16,-25-24 0,0 25 0,0-25 0,0 25 0,0-25 16,0 25-16,0-25 0,0 0 0,-25 25 0,25-25 15,0 0-15,0 0 0,0 0 0,0 0 0,-24 0 0,24 0 16,0 0-16,0-25 0,-25 25 0,25 0 0,0-25 15,-25 25-15,25-25 0,0 25 0,0-25 0,0 25 16,-25 0-16,25-24 0,0 24 0,0-25 0,0 25 0,0-25 16,0 25-16,0-25 0,0 25 0,0 0 0,25-25 15,-25 25-15,0 0 0,0-24 0,0 24 0,25 0 16,-25-25-16,0 25 0,25 0 0,-25 0 0,24-25 0,-24 25 15,0 0-15,25 0 0,-25 0 0,0 0 0,25 0 16,-25-25-16,25 25 0,-25 25 0,0-25 0,25 0 0,-25 0 16,0 0-16,24 0 0,-24 25 0,0-25 0,0 0 15,0 25-15,0-25 0,0 0 0,25 24 0,-25-24 0,0 25 16,0-25-16,-25 25 0,25 0 0,0-25 0,0 25 15,25-25-15,-25 24 0,0-24 0,0 25 0,0 0 16,0-25-16,0 0 0,0 25 0,0-25 0,0 25 0,25-25 16,-25 0-16,0 0 0,0 24 0,25-24 0,-25 0 15,0 0-15,0 0 0,25 0 0,-25 0 0,0 0 0,25 0 16,-25-24-16,0 24 0,24 0 0,-24-25 0,0 25 15,0-25-15,25 25 0,-25-25 0,0 25 0,0-25 0,0 1 16,0 24-16,0-25 0,0 0 0,0 25 0,0-25 16,0 0-16,0 25 0,0-24 0,-25 24 0,25 0 15,0-25-15,0 25 0,0 0 0,0-25 0,-24 25 0,24 0 16,0 0-16,0 0 0,0 0 0,-25 0 0,25 0 15,0 0-15,0 0 0,-25 0 0,25 0 0,0 0 16,0 0-16,0 0 0,-25 0 0,25 0 0,0 0 0,0 25 16,0-25-16,-25 0 0,25 0 0,0 0 0,0 0 15,-25 0-15,25 0 0,0 0 0,0-25 0,0 25 0,0 0 16</inkml:trace>
  <inkml:trace contextRef="#ctx0" brushRef="#br0" timeOffset="234331.403">19571 13419 0,'0'-24'0,"25"24"0,-25 0 15,0 0-15,0 0 0,0 0 0,0 0 0,0 0 0,25 24 16,-25-24-16,0 0 0,0 0 0,0 0 0,24 0 16,-24 25-16,0-25 0,0 0 0,0 0 0,25 25 15,-25-25-15,0 25 0,0-25 0,0 0 0,0 25 0,0-25 16,-25 24-16,25-24 0,0 0 0,0 25 0,-24-25 15,24 0-15,-25 25 0,25-25 0,-25 0 0,25 25 0,-25-25 16,0 0-16,0 0 0,1 25 0</inkml:trace>
  <inkml:trace contextRef="#ctx0" brushRef="#br0" timeOffset="235157.4502">20464 13742 0,'0'0'0,"0"0"0,0 0 0,0 0 0,0 0 16,0 0-16,0 0 0,0 0 0,0 0 0,0 0 0,0 0 15,0 0-15,0 0 0,0 0 0,0 0 0,0 0 16,0 0-16,0 0 0,0 0 0,0 0 0,0 0 0,0 0 16,0 0-16,25 0 0,-25 0 0,0 0 0,0 0 15,24 0-15,-24 0 0,25 0 0,-25 0 0,25 0 0,-25 0 16,25 0-16,0 0 0,-25 0 0,24 25 0,1-25 15,0 0-15,0 0 0,0 0 0,0 0 0,-25 0 0,24 0 16,1 0-16,0 0 0,0 0 0,0 24 0,-25-24 16,24 0-16,1 0 0,-25 0 0,25 0 0,-25 25 15,25-25-15,-25 0 0,0 0 0,0 0 0,0 0 0,0 0 16,0 0-16,0 0 0,0 0 0</inkml:trace>
  <inkml:trace contextRef="#ctx0" brushRef="#br0" timeOffset="235410.4647">20464 13940 0,'0'0'0,"0"0"0,0 0 16,-25 0-16,25 0 0,0 0 0,0 0 0,0 0 15,0 0-15,0-25 0,0 25 0,0 0 0,25 0 0,-25 0 16,0 0-16,25 0 0,-25 0 0,24 0 0,-24 0 15,25 0-15,0 0 0,0 0 0,0 0 0,-1 0 0,1 0 16,0 0-16,-25 0 0,25 0 0,0 0 0,0 0 16,-1 0-16,1 0 0,0 0 0,-25 0 0,25 0 15,0 0-15,-25 0 0,24 0 0,-24 0 0,0 0 0,0 0 16,25 0-16,-25 0 0,0 0 0,0 0 0,0 0 15,0 0-15,0 0 0,-25 0 0,25 0 0,0 0 0</inkml:trace>
  <inkml:trace contextRef="#ctx0" brushRef="#br0" timeOffset="236008.4989">20762 13593 0,'0'-25'0,"0"25"0,0 0 16,0 0-16,0 0 0,0 0 0,0 0 0,0 0 15,0 0-15,0 0 0,0 0 0,0 0 0,0 0 0,-25 0 16,25 0-16,0 0 0,0 25 0,25-25 16,-25 0-16,0 25 0,0-25 0,0 25 0,0-25 0,0 24 15,0 1-15,0 0 328</inkml:trace>
  <inkml:trace contextRef="#ctx0" brushRef="#br0" timeOffset="237114.5621">20836 13667 0,'0'0'16,"0"-24"-16,0 24 0,0 0 0,0 0 0,0 0 15,0 0-15,0 0 0,0 0 0,0 0 0,0 0 0,0 0 16,0 0-16,0 0 0,0 0 0,0 0 0,0 0 16,0 0-16,-25 0 0,25-25 0,0 25 0,0 0 0,0 0 15,0 0-15,0 0 0,0 0 0,0 0 0,0 0 16,0 0-16,0 0 0,0 0 0,0 0 0,0 0 15,0 0-15,0 0 0,0 0 0,0 0 0,0 0 0,0 0 16,0 0-16,0 0 0,0 0 0,0 0 0,0 0 16,0 0-16,0 0 0,0 0 0,0 0 0,0 0 0,0 0 15,0 0-15,0 0 0,0 0 0,0 0 0,0 0 16,0 0-16,-25 0 0,25 0 0,0 0 0,0 0 15,0 0-15,0 25 0,-24-25 0,24 24 0,0-24 0,-25 25 16,25-25-16,0 25 0,0 0 0,-25 0 0,25-25 16,0 24-16,0 1 0,-25 0 0,25 0 0,0 0 0,0-1 15,-25 1-15,25-25 0,0 25 0,0 0 0,0 0 16,0-1-16,-25-24 0,25 25 0,0-25 0,0 25 0,0-25 15,0 25-15,0-25 0,0 25 0,0-25 0,0 0 16,0 0-16,0 24 0,0-24 0,0 0 0,0 0 16,0 0-16,0 0 0,0 0 0,0 0 0,0 0 0,25 0 15,-25 0-15,0 0 0,0-24 0,0 24 0,0 0 16,0 0-16,0-25 0,0 25 0,25 0 0,-25 0 15,0-25-15</inkml:trace>
  <inkml:trace contextRef="#ctx0" brushRef="#br0" timeOffset="237872.6055">21853 13717 0,'0'0'0,"0"-25"0,0 25 0,0 0 0,0 0 0,0 0 15,0 0-15,0 0 0,0-25 0,0 25 0,0 0 16,-25 0-16,25 0 0,0 0 0,0 0 0,0-24 15,0 24-15,0 0 0,0 0 0,0 0 0,0 0 0,0 0 16,0 0-16,-25 0 0,25 0 0,0 0 0,0 0 16,-24 0-16,24 0 0,0 0 0,0 0 0,-25 0 15,25 0-15,0 0 0,0 24 0,-25-24 0,25 0 0,0 0 16,0 25-16,-25-25 0,25 0 0,0 0 0,0 25 15,0-25-15,0 25 0,0-25 0,0 25 0,0-25 0,25 24 16,-25-24-16,0 25 0,25 0 0,-25-25 0,25 25 16,-25-25-16,24 25 0,-24-25 0,0 24 0,25 1 0,-25-25 15,25 25-15,-25-25 0,25 0 0,-25 25 0,25-25 16,-25 25-16,0-25 0,0 0 0,24 0 0,-24 0 15,0 0-15,0 0 0,0 0 0,0 24 0,0-24 0,0 0 16,0 0-16,0 0 0,-24 0 0,24 0 0,0 0 16,0 0-16,-25 0 0,25 0 0,0 0 0,-25 0 15,25 0-15,0 0 0,-25 0 0,25-24 0,0 24 0,-25 0 16,25 0-16,0 0 0,-24 0 0,24 0 0,0 0 15,0 0-15,0 0 0,0 0 0,0 0 0,0 0 0,0 0 16,0 0-16,0-25 0,0 25 0,0 0 0,0 0 16,24 0-16,-24 0 0,0-25 0,25 25 0,-25 0 15,25 0-15,-25-25 0,25 25 0,-25 0 0</inkml:trace>
  <inkml:trace contextRef="#ctx0" brushRef="#br0" timeOffset="238483.6404">22225 13841 0,'0'0'0,"0"0"0,0-25 0,0 25 16,-25 0-16,25 0 0,0 0 0,0-25 0,0 25 0,0 0 15,0 0-15,-25 0 0,25-24 0,0 24 0,0 0 16,0 0-16,0 0 0,-24 0 0,24 0 0,0 0 16,0 0-16,0 0 0,-25 0 0,25 0 0,0 0 0,0 0 15,-25 0-15,25 0 0,0 0 0,0 0 0,0 0 16,-25 24-16,25-24 0,0 0 0,0 25 0,0-25 15,0 0-15,0 25 0,0-25 0,0 25 0,0-25 0,0 25 16,0-1-16,0-24 0,0 25 0,0-25 0,25 25 16,-25-25-16,0 25 0,0-25 0,25 25 0,-25-25 15,0 0-15,0 24 0,25-24 0,-25 0 0,0 25 0,0-25 16,0 0-16,24 0 0,-24 0 0,0 0 0,0 0 0,0 0 15,0 0-15,0-25 0,0 25 0,0 0 0,25 0 16,-25-24-16,0 24 0,0 0 0,0-25 0,0 25 16,0 0 296</inkml:trace>
  <inkml:trace contextRef="#ctx0" brushRef="#br0" timeOffset="238768.6567">22572 13444 0,'0'-25'0,"0"25"0,0 0 0,0 0 0,0 0 0,0-24 0,0 24 0,0 0 0,0 24 0,0-24 0,0 0 0,0 0 0,0 0 0,0 25 0,0-25 0,0 25 0,0-25 0,0 25 0,0-25 0,-25 25 0,25-25 0,0 24 0,0 1 0,0-25 16,0 25-16,0-25 0,0 25 0,-24 0 0,24-25 15,0 24-15,0-24 0,0 0 0,0 25 0</inkml:trace>
  <inkml:trace contextRef="#ctx0" brushRef="#br0" timeOffset="239883.7205">22027 13543 0,'0'0'0,"0"0"0,0 0 0,0 0 0,0 0 0,0 0 16,0 0-16,0 0 0,0 0 0,0 0 406</inkml:trace>
  <inkml:trace contextRef="#ctx0" brushRef="#br0" timeOffset="240953.7817">22027 13618 0,'0'0'0,"0"0"0,0 0 0,0 0 0,0 0 0,0 0 0,0 0 0,0 0 0,0 0 0,0 0 0,0 0 0,0-25 16,0 25-16,0 0 0,0 0 0,0 0 0,24 0 0,-24 0 0,0 0 0,0 0 0,0 0 0,0 0 0,0 0 0,25 0 0,-25 0 0,0 0 0,0-25 0</inkml:trace>
  <inkml:trace contextRef="#ctx0" brushRef="#br0" timeOffset="242283.8578">22076 13593 0,'0'0'0,"0"0"0,0 0 0,0 0 16,0 0-16,0 0 0,0 0 0,0 0 0,0 0 16,0 0-16,0 0 0,0 0 0,0 0 0,0 0 15,0 0-15,0 0 0,0 0 0,0 0 0,0 0 0,0 0 16,0 0-16,0 0 0,0 0 0,0 0 0,0 0 15,0 0-15,0 0 0,0 0 0,0 0 0,0 0 0,0 0 16,0 0-16,0 0 0,0 0 0,0 0 0,0 0 16,0 0-16,0 0 0,0 0 0,0 0 0,0 0 15,0 0-15,0 0 0,0 0 0,0 0 0,25 0 0,-25 0 16,0 0-16,0 0 0,0 0 0,0-25 0,0 25 15,25 0-15,-25 0 0,0 0 0,0 0 0,25 0 0,-25 0 16,0 0-16,0 0 0,24-25 0,-24 25 0,0 0 16,0 0-16,25 0 0,-25-24 0,0 24 0,0 0 15,25 0-15,-25 0 0,0-25 312</inkml:trace>
  <inkml:trace contextRef="#ctx0" brushRef="#br0" timeOffset="245025.0146">22275 13568 0,'0'0'0,"0"0"0,0 0 16,0 0-16,0 0 0,0 0 0,0 0 0,0 0 16,0 0-16,0 0 0,0 0 0,0 0 0,0 0 0,0 0 15,0 0-15,0 0 0,0 0 0,0 0 0,0 0 16,0 0-16,0 0 0,0 0 0,0 0 0,0 0 0,0 0 15,0 0-15,0 0 0,0 0 0,0 0 0,0 0 16,0 0-16,0 0 0,0-25 0,0 25 0,0 0 0,0 0 16,0 0-16,0 0 0,0 0 0,0 0 15,0 0-15,0 0 0,0 0 0,0 0 0,0 0 0,0 0 16,0 0-16,0 0 0,0 0 0,0 0 0,0 0 0,0 0 15,0 0-15,0 0 0,0 0 0,0 0 0,0 0 16,0 0-16,0 0 0,0 0 0,0 0 0,0-24 0,0 24 16,0 0-16,0 0 0,0 0 0,-25 0 0,25 0 15,0 0-15,0 0 0,0 0 0,0 0 0,0 0 16,0 0-16,0 0 0,0 0 0,0 0 0,0 0 15,0 0-15,0 0 0,0 0 0,0 0 0,0 0 0,0 0 16,0 0-16,0 0 0,0 0 0,0 0 0,0 0 16,0 0-16,0 0 0,0 0 0,0 0 0,0 0 0,0 0 15,0 0-15,0 0 0,0 0 0,0 0 0,0 0 16,0 0-16,0 0 0,25 24 0,-25-24 0,0 0 0,0 0 15,0 0-15,0 25 0,24-25 0,-24 0 0,0 0 16,0 25-16,25-25 0,-25 0 0,0 25 0,25-25 16,-25 0-16,0 25 0,0-25 0,25 0 0,-25 24 0,0-24 15,25 0-15,-25 0 0,0 25 0,0-25 0,0 0 0,24 0 16,-24 0-16,0 25 0,0-25 0,0 0 0,0 0 15,0 0-15,0 25 0,25-25 0,-25 0 0,0 0 16,0 0-16,0 0 0,0 0 0,0 0 0,0 0 0,0 0 16,0 0-16,0 0 0,0 0 0,0-25 0,-25 25 15,25 0-15,0 0 0,0 0 0,0-25 0,0 25 16,0 0-16</inkml:trace>
  <inkml:trace contextRef="#ctx0" brushRef="#br0" timeOffset="246307.0879">23440 13767 0,'0'0'0,"0"0"0,0 0 0,0 0 0,0 0 16,0-25-16,0 25 0,0 0 0,0 0 0,-24 0 15,24-25-15,0 25 0,0 0 0,0 0 0,0 0 0,0 0 16,0-25-16,0 25 0,0 0 0,0 0 0,0 0 0,0-25 16,0 25-16,0 0 0,-25 0 0,25 0 0,0-24 15,0 24-15,0 0 0,0 0 0,0 0 0,-25 0 16,25 0-16,0 0 0,0 0 0,0 0 0,-25-25 0,25 25 15,0 0-15,0 0 0,-25 0 0,25 0 0,0 0 16,0 0-16,0 0 0,-24 0 0,24 0 0,0 25 0,0-25 16,0 0-16,0 0 0,0 0 0,0 0 0,0 24 15,0-24-15,0 25 0,0-25 0,0 0 0,0 25 16,0-25-16,0 25 0,0 0 0,0-25 0,0 24 0,0-24 15,24 25-15,-24-25 0,0 25 0,0-25 0,0 25 16,25-25-16,-25 25 0,0-25 0,25 24 0,-25-24 0,0 0 16,0 0-16,25 25 0,-25-25 0,0 0 0,25 0 15,-25 0-15,0 25 0,24-25 0,-24 0 0,0 0 16,25 0-16,-25-25 0,0 25 0,25 0 0,-25 0 0,25 0 15,-25 0-15,25-25 0,-25 25 0,24 0 0,-24-24 16,25 24-16,-25-25 0</inkml:trace>
  <inkml:trace contextRef="#ctx0" brushRef="#br0" timeOffset="246954.1249">23614 13742 0,'-25'0'0,"25"0"0,0 0 0,0 0 16,0 0-16,0 0 0,0 0 0,0 0 0,0 0 15,0 0-15,0 0 0,0 0 0,0 0 0,0 0 16,0 0-16,25-25 0,-25 25 0,0 0 0,0 0 0,25-25 15,-25 25-15,0 0 0,25 0 0,-25-25 0,0 25 16,24-24-16,-24 24 0,0 0 0,25-25 0,-25 25 0,25-25 16,-25 25-16,0-25 0,0 25 0,25 0 0,-25-25 15,0 25-15,0-24 0,25 24 0,-25-25 0,0 25 0,0-25 16,0 25-16,0 0 0,0-25 0,0 25 0,0-25 15,0 25-15,0 0 0,0-24 0,0 24 0,0 0 16,-25-25-16,25 25 0,0 0 0,0 0 0,0 0 0,-25-25 16,25 25-16,0 0 0,-25 0 0,25 0 0,0 0 15,0 0-15,-25 0 0,25-25 0,0 25 0,0 0 0,-24 0 16,24 0-16,0 0 0,0 25 0,0-25 0,0 0 15,-25 0-15,25 0 0,0 0 0,0 25 0,0-25 16,0 0-16,0 25 0,0-25 0,0 24 0,0-24 0,0 25 16,0 0-16,0-25 0,0 25 0,0 0 0,0-1 15,0-24-15,0 25 0,0 0 0,0-25 0,0 25 0,0 0 16,25-1-16,-25-24 0,0 25 0,0 0 0,0-25 15,-25 25-15,25 0 0,0-25 0,0 24 0,0-24 16,0 25-16,0-25 0,0 25 0,0-25 0,0 0 0,0 25 16,0-25-16,0 0 0,0 0 0,0 0 0,0 25 15,0-25-15,0 0 0,0 0 0,0 0 0,0 0 0,0 0 16,0 0-16,0-25 0,0 25 0,0 0 0,0 0 15,25 0-15,-25 0 0,0-25 0,0 25 0,24 0 0,-24-25 16,0 25-16,25-25 0,-25 25 0,25 0 0,-25-24 16,0 24-16,25 0 0,-25 0 0,0-25 0,0 25 15,0 0-15,25 0 0,-25 0 0,0 0 0,0 0 0,0 0 16,0 0-16,0 0 0,0 0 0,0 0 0,0 0 15,0 25-15,0-25 0,24 0 0,-24 24 0,0-24 16,0 25-16,0-25 0,0 0 0,0 25 0,0-25 0,0 25 16,0-25-16,0 0 0,0 25 0,0-25 0,0 0 15,0 24-15,0-24 0,0 0 0,0 25 0,0-25 0,0 0 16,25 0-16,-25 0 0,0 25 0,0-25 0,0 0 15,0 0-15,0 0 0,0 0 0,0 0 0,25 0 0,-25 0 16,0 0-16,0 0 0,25 0 0,-25 0 0,0 0 16,25-25-16,-25 25 0,0 0 0,25-25 0</inkml:trace>
  <inkml:trace contextRef="#ctx0" brushRef="#br0" timeOffset="247893.1786">24085 13742 0,'0'-25'0,"0"25"0,0 0 0,0 0 16,0-25-16,0 25 0,0 0 0,0 0 0,0 0 0,0 0 15,0 0-15,0 0 0,0 0 0,0 0 0,0 0 16,0 0-16,0 0 0,0 0 0,0 0 0,0 0 15,0 0-15,-24 0 0,24 0 0,0 0 0,0 25 0,0-25 16,0 0-16,0 25 0,0-25 0,0 25 0,0-25 16,0 24-16,0-24 0,0 25 0,0-25 0,0 25 15,0-25-15,0 25 0,0-25 0,0 25 0,0-25 0,0 24 16,0-24-16,24 25 0,-24-25 0,0 0 0,0 25 15,25-25-15,-25 0 0,0 0 0,25 25 0,-25-25 0,25 0 16,-25 0-16,0 0 0,25 0 0,-25 0 0,24 0 16,-24 0-16,25 0 0,-25 0 0,0-25 0,25 25 0,-25 0 15,25 0-15,-25-25 0,0 25 0,25 0 0,-25-25 16,0 25-16,24 0 0,-24-24 0,0 24 0,0-25 15,0 25-15,0-25 0,0 25 0,0-25 0,0 25 0,0 0 16,0-25-16,0 25 0,0-24 0,0 24 0,0 0 16,0-25-16,0 25 0,-24 0 0,24-25 0,0 25 15,0 0-15,0 0 0,0 0 0,-25 0 0,25 0 0,0 0 16,0-25-16,0 25 0,0 25 0,0-25 0,0 0 15,0 0-15,-25 0 0,25 0 0,0 0 0,0 25 0,0-25 16,0 0-16,0 25 0,0-25 0,0 0 0,0 24 16,0-24-16,0 25 0,0-25 0,0 25 0,0-25 15,0 25-15,0-25 0,0 25 0,0-25 0,0 24 0,0-24 16,25 0-16,-25 25 0,0-25 0,0 25 0,25-25 15,-25 0-15,0 0 0,24 25 0,-24-25 0,0 0 0,25 0 16,-25 0-16,0 0 0,25 25 0,-25-25 0,25 0 0,-25 0 16,0 0-16,25 0 0,-25-25 0,24 25 0,-24 0 15,25 0-15,-25 0 0,25-25 0,-25 25 0,0 0 16,25-25-16,-25 25 0,25 0 0,-25-25 0,0 25 0,24-24 15,-24 24-15,0-25 0,0 25 0,0-25 0,0 25 16,0-25-16,25 25 0,-25-25 0,0 25 0,0-24 16,-25 24-16,25 0 0,0-25 0,0 25 0,0 0 0,0-25 15,0 25-15,0 0 0,0 0 0,0 0 0,0-25 16,0 25-16,0 0 0,0 0 0,0 0 0,0 0 15,0 0-15,-24 0 0,24 25 0,0-25 0,0 0 0,0 0 16,0 25-16,0-25 0,0 25 0,0-25 0,0 24 0,0-24 16,0 25-16,24-25 0,-24 25 0,0-25 0,0 25 15,0-25-15,0 25 0,0-25 0,0 24 0,0-24 16,0 25-16,0-25 0,0 0 0,0 25 0,0-25 15,0 25-15,0-25 0,25 0 0,-25 0 0,0 25 0,0-25 16,0 0-16,25 0 0,-25 0 0,0 0 0,0 0 0,25 0 16,-25 0-16,25 0 0,-25 0 0,0 0 0,24-25 15,-24 25-15,25 0 0,-25 0 0,25-25 0,-25 25 0,25 0 16,-25-25-16,0 25 0,25-25 0,-25 25 15,0-24-15,24 24 0,-24-25 0,0 25 0,0 0 0,25-25 16,-25 25-16,0-25 0,0 25 0,0 0 0,0-25 0,0 25 16,0 0-16,0 0 0,0-24 0,0 24 0,0 0 15,0 0-15,0 0 0,0 0 0,0 0 0,0 0 16,0 0-16,0 0 0,0 0 0,0 0 0,0 0 0,0 24 15,0-24-15,0 0 0,-25 25 0,25-25 0,0 25 16,0-25-16,0 25 0,0-25 0,0 25 0,0-1 0,0-24 16,0 25-16,0-25 0,0 25 0,0-25 0,0 25 15,0-25-15,0 25 0,0-25 0,0 0 0,25 24 0,-25-24 16,0 0-16,0 25 0,25-25 0,-25 0 0,0 0 15,0 0-15,25 0 0,-25 0 0,0 0 0,25 0 16,-25 0-16,0 0 0,0-25 0,25 25 0,-25 0 0,0 0 16,0-24-16,0 24 0,0-25 0,0 25 0,0-25 15</inkml:trace>
  <inkml:trace contextRef="#ctx0" brushRef="#br0" timeOffset="248175.1948">24433 13593 0,'0'-25'0,"0"25"0,-25 0 0,25 0 16,0-25-16,0 25 0,0 0 0,0 0 0,0-24 15,0 24-15,0 0 0,25-25 0,-25 25 0,0-25 0,0 25 16,0 0-16,24-25 0,-24 25 0,0 0 0,0 0 15,25-25-15,-25 25 0,0 0 0,0 0 0,0 0 0,25 0 16,-25 0-16,0 0 0,0 0 0,0 0 0,25 0 16,-25 0-16,0 0 0,0 0 0,0 0 0,25 0 15,-25 0-15,0 0 0,0 25 0,24-25 0,-24 0 0,0 0 16,0 0-16,0 0 0,25 0 0,-25 25 0,0-25 15,0 0-15,25 0 0,-25 0 0,0 0 0,0 0 16,0 0-16</inkml:trace>
  <inkml:trace contextRef="#ctx0" brushRef="#br0" timeOffset="248354.205">24730 13345 0,'25'0'0,"-25"0"0,0 0 0,0 0 16,25 0-16,-25 0 0,25 0 0,-25 0 0,24 0 15,-24-25-15,25 25 0,0 0 0,0 25 0,-25-25 16,25 0-16,0 0 0,-1 0 0,1 0 0,-25 0 0,25 0 16,0 0-16,-25 0 0,0 0 0</inkml:trace>
  <inkml:trace contextRef="#ctx0" brushRef="#br0" timeOffset="248557.2166">24135 13320 0,'0'0'0,"-25"0"0,25 0 0,0 0 16,0 0-16,0 0 0,0 0 0,0 0 0,0 0 15,0 0-15,0 0 0,25 0 0,-25 0 0,0 0 16,25 0-16,-25 0 0,0 0 0,25 0 0,-25 0 0,0 0 15,24 0-15,-24 0 0,0 0 0</inkml:trace>
  <inkml:trace contextRef="#ctx0" brushRef="#br0" timeOffset="249518.2716">25722 13643 0,'0'0'0,"0"0"0,-24 0 15,24-25-15,0 25 0,-25 0 0,25 0 0,-25 0 0,25 0 16,0 0-16,-25 0 0,25 0 0,0 0 0,-25 0 16,25 0-16,0 0 0,0 0 0,-24 0 0,24 0 0,0 25 15,0-25 48,0 0-63,0 24 0,-25-24 0,25 25 0,0-25 0,0 25 0,0-25 0,0 25 0,0 0 0,0-25 0,25 24 0,-25-24 0,0 25 0,0-25 0,0 25 0,24 0 0,-24-25 0,0 25 0,25-25 0,-25 0 0,0 24 0,25-24 0,-25 25 0,25-25 0,-25 0 0,0 0 15,25 25-15,-25-25 0,24 0 0,-24 0 0,25 0 16,-25 0-16,25 0 0,-25 0 0,25 0 0,0 0 0,-25 0 15,24 0-15,-24-25 0,0 25 0,25 0 0,-25-25 16,25 25-16,-25 0 0,0-24 0,25 24 0,-25 0 0,0-25 16,25 25-16,-25-25 0,0 25 0,0-25 0,0 25 15,0-25-15,0 25 0,25-24 0,-25 24 0,-25-25 16,25 25-16,0-25 0,0 25 0,0 0 0,0-25 15,0 25-15,0 0 0,0-25 0,0 25 0,0 0 0,0 0 16,0 0-16,0 0 0,-25 0 0,25 0 0,0 0 0,0 0 16,0 0-16,0 0 0,0 0 0,0 0 0,0 0 15,0 0-15,0 0 0,0 25 0,0-25 0,0 0 16,0 25-16,0-25 0,0 25 0,-25-25 0,25 25 0,0-1 15,0-24-15,0 25 0,0 0 0,0-25 0,0 25 16,0 0-16,0-25 0,0 24 0,0-24 0,0 25 0,0-25 16,0 25-16,25-25 0,-25 25 0,0-25 0,0 0 15,25 25-15,-25-25 0,25 0 0,-25 0 0,24 0 16,-24 0-16,25 0 0,-25 0 0,25 0 0,-25 0 0,25-25 15,-25 25-15,25 0 0,-25 0 0,24-25 0,-24 25 16,25 0-16,-25-25 0,0 25 0,0-25 0,25 25 0,-25-24 16,0 24-16,0-25 0,0 25 0,0-25 0,0 25 15,0-25-15,0 25 0,0-25 0,0 25 0,0-24 16,0 24-16,0-25 0,0 25 0,0 0 0,0-25 0,0 25 15,0 0-15,0 0 0,0-25 0,0 25 0,-25 0 16,25 0-16,0 0 0,0 0 0,25 0 0,-25 0 0,0 0 16,0 25-16,0-25 0,0 0 0,-25 25 0,25-25 15,0 0-15,0 25 0,0-25 0,0 24 0,0-24 0,0 25 16,0-25-16,0 25 0,25-25 0,-25 25 15,0-25-15,0 25 0,0-25 0,0 24 0,0-24 0,0 0 16,25 25-16,-25-25 31,0 0-31,0 25 0,0-25 0,0 0 0,25 0 0,-25 0 0,0 25 0,24-25 0,-24 0 0,0 0 0,25 0 0,-25 0 0,25 0 0,-25 0 0,25 0 16,-25 0-16,25-25 0,-25 25 0,24 0 0</inkml:trace>
  <inkml:trace contextRef="#ctx0" brushRef="#br0" timeOffset="249879.2922">26516 13841 0,'0'0'0,"0"0"0,0-25 16,0 25-16,0 0 0,0 0 0,0-25 0,0 25 0,0 0 15,0 0-15,-25 0 0,25-24 0,0 24 0,0 0 16,0 0-16,-24 0 0,24 0 0,0 0 0,0-25 0,0 25 16,0 0-16,-25 0 0,25 0 0,0 0 0,0 0 15,0 0-15,-25 25 0,25-25 0,0 0 0,0 0 0,-25 24 16,25-24-16,0 25 0,0-25 0,0 25 0,-25-25 15,25 25-15,0-25 0,0 25 0,0-1 0,0-24 0,0 25 16,0-25-16,0 25 0,0-25 0,0 0 0,0 25 16,0-25-16,0 0 0,0 0 0,0 25 0,25-25 15,-25 0-15,0 0 0,0 0 0,25 0 0,-25 0 0,0 0 16,25 0-16,-25 0 0,25 0 0,-25 0 0,24-25 15,-24 25-15,0 0 0,25-25 0,-25 25 0,25 0 16,-25-25-16,0 25 0,25 0 0,-25-25 0,0 25 0,25-24 16,-25 24-16,0 0 0,0-25 0,0 25 0,0 0 15,0 0-15,0 0 0,0 0 0,0 0 0,0 0 0,0 0 16,0 0-16,0 0 0,0 25 0,0-25 0,0 0 15,0 24-15,0-24 0,0 25 0,0-25 0,0 0 0,0 25 16,0-25-16,0 25 0,0-25 0,0 0 0,0 25 16,0-25-16,0 0 0,0 0 0,0 24 0,0-24 15,0 0-15,0 0 0,0 0 0,0 0 0,0 0 0,0 0 16,0 0-16,0-24 0,-25 24 0,25 0 0,0 0 15,0-25-15,0 25 0</inkml:trace>
  <inkml:trace contextRef="#ctx0" brushRef="#br0" timeOffset="250117.3059">26491 13271 0,'0'0'0,"25"0"0,-25-25 0,0 25 0,0 0 0,25 0 16,-25 0-16,0 0 0,0 0 0,25 0 0,-25 0 15,0 0-15,25 0 0,-25 0 0,0 0 0,24 25 16,-24-25-16,0 0 0,25 0 0,-25 24 0,0-24 0,0 25 16,25-25-16,-25 0 0,0 25 0,0-25 0,0 0 15,-25 25-15,25-25 0,0 25 0,-25-25 0,25 0 16,-24 24-16,-1-24 0,25 25 0,-25-25 0,0 0 0,0 0 15,1 25-15,-1-25 0,0 0 0</inkml:trace>
  <inkml:trace contextRef="#ctx0" brushRef="#br0" timeOffset="250724.3406">27632 13568 0,'0'-25'0,"0"25"0,0 0 0,0 0 16,0 0-16,0 0 0,0 0 0,0 0 15,0 0-15,0 0 0,0 0 0,0 0 0,0 0 0,0 0 16,0 0-16,0 0 0,0 0 0,0 0 0,0 0 15,0 25-15,0-25 0,0 0 0,0 25 0,0-25 0,0 25 16,0-25-16,0 25 0,0-1 0,25 1 0,-25-25 16,0 25-16,0 0 0,0 0 0,0-1 0,0-24 0,0 25 15,0 0-15,0 0 0,0-25 0,0 25 0,0-1 16,-25-24-16,25 25 0,0 0 0,0-25 0,0 25 15,0-25-15,0 0 0,0 25 0,0-25 0,0 0 0,0 24 16,0-24-16,-24 0 0,24 0 0,0 0 0,0 0 0,0 25 16,0-25-16,0 0 0,0-25 0,0 25 0,0 0 15,0 0-15,0 0 0,0 0 0,0-24 0,0 24 16,24 0-16,-24-25 0,0 25 0</inkml:trace>
  <inkml:trace contextRef="#ctx0" brushRef="#br0" timeOffset="251047.3591">28004 13618 0,'0'0'0,"0"0"0,0 0 0,0-25 0,0 25 0,0 0 16,0 0-16,0 0 0,0-25 0,0 25 0,0 0 15,-24 0-15,24 0 0,0 0 0,0-25 0,0 25 16,-25 0-16,25 0 0,0 0 0,0 0 0,-25 0 0,25 0 15,0 0-15,-25 0 0,25 25 0,-25-25 0,25 0 16,0 0-16,-24 0 0,24 25 0,0-25 0,-25 0 16,25 0-16,0 25 0,-25-25 0,25 25 0,0-25 0,0 24 15,-25-24-15,25 25 0,0-25 0,0 25 0,0-25 16,-25 25-16,25 0 0,0-25 0,0 24 0,0-24 15,25 25-15,-25-25 0,0 25 0,0-25 0,25 0 0,-25 25 16,0-25-16,25 0 0,-25 25 0,25-25 0,-1 0 16,-24 0-16,25 0 0,0 24 0,0-24 0,-25 0 0,25 0 15,-1 0-15,1 0 0,0 0 0,-25 0 0,25 0 16,0 0-16,-25 0 0,25 0 0,-25 0 0,24 0 0,1 0 15,-25 0-15</inkml:trace>
  <inkml:trace contextRef="#ctx0" brushRef="#br0" timeOffset="251572.3891">28525 13593 0,'0'0'0,"0"0"0,-24-25 0,24 25 16,0-25-16,0 25 0,0 0 0,0-24 0,-25 24 0,25 0 15,0 0-15,0-25 0,-25 25 0,25 0 0,0 0 16,-25 0-16,25 0 0,0-25 0,-25 25 0,25 0 16,0 0-16,-24 0 0,24 0 0,-25 0 0,25 0 0,0 0 15,-25 0-15,25 0 0,0 0 0,-25 0 0,25 25 0,-25-25 16,25 0-16,0 0 0,-24 25 0,24-25 0,0 24 15,-25-24-15,25 25 0,0-25 0,-25 25 0,25 0 16,0 0-16,0-1 0,0 1 0,0-25 0,0 25 0,0 0 16,0 0-16,0-1 0,25 1 0,-25-25 0,0 25 15,0 0-15,0-25 0,25 25 0,-25-1 0,0-24 0,24 0 16,-24 25-16,0-25 0,0 0 0,25 25 0,-25-25 15,0 0-15,25 0 0,-25 0 0,0 0 0,25 0 16,-25 0-16,0 0 0,25-25 0,-25 25 0,0 0 16,24 0-16,-24-25 0,25 25 0,-25-24 0,0 24 0,0 0 15,25-25-15,-25 0 0,0 25 0,0-25 0,0 25 0,0-25 16,0 25-16,0 0 0,25-24 0,-25 24 0,0 0 15,0-25-15,0 25 0,0 0 0,0 0 0,0 0 16,0 0-16,0 0 0,0 0 0,0 0 0,0 0 0,0 25 16,0-25-16,0 24 0,0-24 0,0 0 0,0 25 15,0-25-15,0 25 0,0-25 0,0 25 0,0-25 0,0 25 16,0-25-16,0 24 0,0-24 0,0 0 0,0 25 15,0-25-15,0 0 0,0 25 0,0-25 0,0 0 0,0 0 16,0 0-16,0 0 0,0 0 0,0 0 0,0 0 16,0 0-16,0 0 0,0 0 0,0 0 0,0 0 15,0-25-15,0 25 0,-25 0 0,25-25 0,0 25 0</inkml:trace>
  <inkml:trace contextRef="#ctx0" brushRef="#br0" timeOffset="251740.3987">28352 13742 0,'0'0'16,"0"-25"-16,0 25 0,0 0 0,0 0 0,0 0 0,0 0 15,0 0-15,0 0 0,0 0 0,25 0 0,-25 25 0,24-25 16,-24 0-16,25 0 0,-25 0 0,25 0 0,0 0 15,0 0-15,-25 0 0,24 0 0,1 25 0,0-25 0,-25 0 16,25 0-16,0 0 0,-1 0 0,-24 0 0,25 0 16,-25 0-16,25 0 0,-25-25 0,25 25 0,-25 0 15,25 0-15,-25-25 0,24 25 0</inkml:trace>
  <inkml:trace contextRef="#ctx0" brushRef="#br0" timeOffset="252091.4188">28873 13543 0,'0'0'0,"0"0"0,0-24 16,0 24-16,0 0 0,0 0 0,0 0 0,0 0 15,0 0-15,0 0 0,0 0 0,0 0 0,0 24 0,0-24 16,24 0-16,-24 0 0,0 0 0,0 25 16,0-25-16,0 0 0,0 25 0,0-25 0,0 25 0,0 0 15,0-25-15,25 24 0,-25 1 0,0-25 0,0 25 0,0 0 16,0 0-16,0-25 0,0 24 0,0 1 0,0 0 15,0-25-15,25 25 0,-25 0 0,0-25 0,0 24 0,0-24 16,0 0-16,0 25 0,25-25 0,-25 0 0,0 25 16,0-25-16,0 0 0,0 0 0,25 0 0,-25 0 0,0 0 15,0-25-15,0 25 0,24 0 0,-24 0 0,0-25 16,0 25-16,25-24 0,-25 24 0,0-25 0,0 0 15,25 25-15,-25-25 0,0 0 0,0 1 0,0 24 0,25-25 16,-25 0-16,0 0 0,0 25 0,0-25 0,0 25 16,0-24-16,0 24 0,25 0 0,-25 0 0,0-25 15,0 25-15,0 0 0,0 0 0,0 0 0,0 0 0,0 0 16,0 0-16,0 0 0,0 0 0,0 0 0,0 0 15,0 0-15,0 0 0,0 0 0,0 0 0,0 0 0,0 0 16,0 0-16,0 0 0,0 0 0,0 0 0,0 0 16,0 0-16</inkml:trace>
  <inkml:trace contextRef="#ctx0" brushRef="#br0" timeOffset="252375.435">29518 13543 0,'0'0'0,"0"0"16,0 0-16,0 0 0,0 0 0,0-24 0,0 24 15,0 0-15,0 0 0,0 0 0,0 0 0,0 0 0,0 0 16,0 0-16,0 0 0,0 0 0,0 0 0,0 24 16,0-24-16,-25 0 0,25 25 0,0-25 0,0 25 0,0 0 15,0-25-15,0 25 0,0-1 0,0-24 0,0 25 16,0 0-16,25 0 0,-25-25 0,0 25 0,0-1 15,0 1-15,0-25 0,0 25 0,0 0 0,0-25 0,0 25 16,0-25-16,0 24 0,-25-24 0,25 0 0,0 25 16,0-25-16,0 0 0,0 0 0,0 0 0,0 0 0,0 0 15,0 0-15,0 0 0,0 0 0,0 0 0,0 0 16,-25-25-16,25 25 0,0-24 0,0 24 0,0-25 15,-25 0-15,25 0 0</inkml:trace>
  <inkml:trace contextRef="#ctx0" brushRef="#br0" timeOffset="252539.4444">29319 13494 0,'0'0'0,"-25"0"0,25 0 16,0 0-16,0 0 0,0 0 0,0 0 0,0 0 15,25 0-15,-25 0 0,0 0 0,25 0 0,-25 0 0,25 0 16,-25 25-16,25-25 0,-1 0 0,1 0 0,0 0 16,0 0-16,24 24 0,-24-24 0,0 0 0,0 0 15,24 0-15,-24 0 0,0 0 0,0 0 0,0 0 0,-1 0 16,1 0-16,0 0 0,-25 25 0</inkml:trace>
  <inkml:trace contextRef="#ctx0" brushRef="#br0" timeOffset="255814.6317">3522 15106 0,'0'0'0,"0"0"16,0 0-16,0 0 0,0 0 0,0 0 0,0 0 15,0 0-15,0 0 0,0 0 0,0 0 0,0-25 0,0 25 16,0 0-16,0 0 0,0 0 0,0 0 0,0 0 15,0 0-15,0 0 0,0 0 0,0 0 0,0 0 0,0 0 16,0 0-16,0 0 0,0 0 0,0 0 0,0 0 16,0 0-16,0 0 0,0 0 0,0 0 0,0 0 15,0 0-15,0 0 0,0 0 0,0 0 0,0 0 0,0 0 16,0 0-16,0 0 0,0 0 0,0 0 0,0 0 15,0 0-15,0 0 0,0 0 0,0 0 0,0 0 16,0 0-16,0 25 0,0-25 0,0 0 0,0 0 0,0 0 16,0 0-16,0 0 0,0 0 0,0 25 0,0-25 15,0 0-15,0 0 0,0 25 0,0-25 0,0 0 0,0 24 16,0-24-16,0 25 0,0-25 0,0 25 0,0-25 15,0 0-15,25 25 0,-25-25 0,0 25 0,0-25 0,0 0 16,0 24-16,0-24 0,0 0 0,0 25 0,0-25 16,0 0-16,0 25 0,0-25 0,0 0 0,0 0 15,0 0-15,0 0 0,0 25 0,0-25 0,0 0 0,0 0 16,0 0-16,0 0 0,0 0 0,0 0 0,0 0 15,0 0-15,0 0 0,0 0 0,0 0 0,0 0 0,0 0 16,0 0-16,0 0 0,0 0 0,0 0 0,0 0 16,0 0-16,0-25 0,25 25 0,-25 0 0,0 0 15,0 0-15,0-25 0,0 25 0,0 0 0,0 0 0,0-25 16,0 25-16,0-24 0,0 24 0,0 0 0,0-25 15,0 25-15,25-25 0,-25 25 0,0 0 0,0-25 0,0 25 16,24-25-16,-24 25 0,0 0 0,0-24 0,25 24 16,-25 0-16,0-25 0,0 25 0,25 0 0,-25 0 15,0 0-15,0 0 0,0 0 0,0 0 0,25 0 0,-25 0 16,0 0-16,0 0 0,0 0 0,0 0 0,25 0 15,-25 0-15,0 25 0,0-25 0,0 0 0,0 24 0,0-24 16,0 0-16,0 25 0,25-25 0,-25 0 0,0 25 16,0-25-16,0 25 0,0-25 0,0 25 0,0-1 0,0-24 15,24 25-15,-24-25 0,0 25 0,0-25 0,0 25 16,0-25-16,0 25 0,0-25 0,0 0 0,0 25 15,0-25-15,25 24 0,-25-24 0,0 0 0,0 25 0,0-25 16,0 0-16,0 0 0,0 0 0,25 25 0,-25-25 16,0 0-16,0 0 0,0 0 0,0 0 0,25 0 15,-25 0-15,0 0 0,0 0 0,0 0 0,0 0 0,25 0 16,-25 0-16,0-25 0,0 25 0,24 0 0,-24 0 15,0 0-15,0-25 0,25 25 0,-25 0 0,0-24 0,0 24 16,0 0-16,25-25 0,-25 25 0,0 0 0,0-25 16,0 25-16,0 0 0,25-25 0,-25 25 0,0 0 0,0 0 15,0-25-15,0 25 0,0 0 0,0-25 0,0 25 16,0 0-16,-25 0 0,25-24 0,0 24 0,0 0 15,0 0-15,0-25 0,0 25 0,0 0 0,0 0 0,-25 0 16,25 0-16,0-25 0,0 25 0,0 0 0,0 0 16,0 0-16,-25 0 0,25 0 0,0 0 0,0 0 15,0 0-15,0 0 0,0 0 0,0 0 0,0 0 0,0 0 16,-24 0-16,24 0 0,0 25 0,0-25 0,0 0 15,0 25-15,0-25 0,0 0 0,0 24 0,0-24 0,0 25 16,0-25-16,0 25 0,0-25 0,0 25 0,24-25 16,-24 25-16,0-25 0,0 0 0,0 25 0,0-25 0,25 0 15,-25 24-15,0-24 0,0 0 0,25 0 0,-25 25 16,0-25-16,0 0 0,25 0 0,-25 0 0,0 0 15,0 0-15,25 0 0,-25 0 0,0 0 0,0 0 0,24 0 16,-24 0-16,0 0 0,0 0 0,25 0 0,-25-25 16,0 25-16,0 0 0,25 0 0,-25-24 0,0 24 0,0 0 15,25 0-15,-25-25 0,0 25 0,0-25 0,0 25 16,0 0-16,0-25 0,0 25 0,0 0 0,0-25 15,0 25-15,0 0 0,0-25 0,0 25 0,0 0 0,0-24 16,0 24-16,0 0 0,0 0 0,0 0 0,0-25 16,0 25-16,0 0 0,0 0 0,0 0 0,0 0 0,0 0 15,0 0-15,0 0 0,0 0 0,0 0 0,0 0 16,0 0-16,0 0 0,0 0 0,0 0 0,0 0 15,0 0-15,0 0 0,0 0 0,0 0 0,0 0 0,0 25 16,0-25-16,0 0 0,0 0 0,0 24 0,0-24 16,0 25-16,0-25 0,0 0 0,0 25 0,25-25 0,-25 25 15,0-25-15,0 25 0,0-25 0,24 25 0,-24-25 16,0 24-16,0-24 0,0 0 0,25 25 0,-25-25 0,0 0 15,0 0-15,25 25 0,-25-25 0,0 0 0,0 0 16,0 0-16,25 0 0,-25 0 0,0 0 0,0 0 16,25 0-16,-25 0 0,0 0 0,0-25 0,24 25 0,-24 0 15,0 0-15,25-25 0,-25 25 0,0 0 0,0-24 16,25 24-16,-25-25 0,0 25 0,0-25 0,0 25 15,0-25-15,25 25 0,-25-25 0,0 25 0,0 0 0,0-25 16,0 25-16,0 0 0,0 0 0,0-24 0,0 24 16,0 0-16,0 0 0,0 0 0,0 0 0,0 0 0,0 0 15,0 0-15,0 0 0,0 0 0,0 0 0,0 0 16,0 24-16,0-24 0,0 0 0,0 0 0,0 25 0,0-25 15,0 0-15,0 25 0,0-25 0,0 25 0,0-25 16,0 0-16,0 25 0,0-25 0,0 25 0,0-25 16,25 0-16,-25 0 0,0 24 0,0-24 0,0 0 0,0 0 15,0 0-15,0 0 0,0 25 0,0-25 0,0 0 16,0 0-16,0 0 0,0 0 0,0 0 0,0 0 0,0 0 15,0-25-15,-25 25 0,25 0 0,0 0 0</inkml:trace>
  <inkml:trace contextRef="#ctx0" brushRef="#br0" timeOffset="256088.6474">3919 15180 0,'0'0'0,"0"-24"0,0 24 0,-25 0 0,25 0 16,0 0-16,0 0 0,0 0 0,0-25 0,0 25 0,0 0 15,0 0-15,0 0 0,0-25 0,0 25 0,0 0 16,0-25-16,25 25 0,-25 0 0,0 0 0,0-25 0,0 25 16,0 0-16,25 0 0,-25 0 0,0 0 0,0-24 15,0 24-15,0 0 0,0 0 0,25 0 0,-25 0 16,0 0-16,0 0 0,0 0 0,0 24 0,25-24 0,-25 0 15,0 0-15,0 0 0,24 0 0,-24 0 0,0 0 16,0 25-16,25-25 0,-25 0 0,0 0 0,0 0 16,25 0-16,-25 0 0,0 0 0,25 0 0,-25-25 0,0 25 15,0 0-15</inkml:trace>
  <inkml:trace contextRef="#ctx0" brushRef="#br0" timeOffset="256264.6575">4192 14759 0,'0'0'0,"0"0"0,0 0 0,0 0 0,0 0 0,0 0 15,0 25-15,0-25 0,0 0 0,0 0 0,0 24 0,0-24 16,0 25-16,0-25 0,0 25 0,0-25 0,0 25 16,0-25-16,0 25 0,0-25 0,0 24 0,0-24 15,0 25-15,25-25 0,-25 25 0,0-25 0,0 25 0,0-25 16,0 25-16,0-25 0,0 0 0</inkml:trace>
  <inkml:trace contextRef="#ctx0" brushRef="#br0" timeOffset="257389.7218">5407 15180 0,'0'-24'15,"0"24"-15,0 0 0,-24 0 0,24-25 0,0 25 16,0 0-16,0 0 0,0-25 0,0 25 0,0 0 0,0-25 15,-25 25-15,25 0 0,0 0 0,0 0 0,0-25 0,0 25 16,-25 0-16,25 0 0,0 0 0,0 0 0,0 0 16,-25 0-16,25 0 0,0-24 0,0 24 0,-25 24 15,25-24-15,0 0 0,0 0 0,-24 0 0,24 0 0,0 0 16,-25 25-16,25-25 0,0 0 0,0 25 0,-25-25 15,25 0-15,0 25 0,0-25 0,0 25 0,0-25 0,0 0 16,0 24-16,25-24 0,-25 25 0,0-25 0,0 25 16,25-25-16,-25 25 0,0-25 0,24 0 0,-24 25 0,25-25 15,-25 24-15,25-24 0,0 25 0,-25-25 0,25 0 16,-25 25-16,24-25 0,-24 0 0,25 25 0,-25-25 15,25 0-15,-25 25 0,0-25 0,25 0 0,-25 25 0,0-25 16,0 0-16,0 0 0,25 24 0,-25-24 0,0 0 16,-25 0-16,25 0 0,0 25 0,0-25 0,0 0 15,0 0-15,0 0 0,-25 0 0,25 0 0,0 25 0,0-25 16,-25 0-16,25 0 0,0 0 0,0 0 0,0 0 15,-25 0-15,25-25 0,0 25 0,0 0 0,0 0 0,0 0 16,0 0-16,0-25 0,0 25 0,0 0 0,0-24 16,0 24-16,0 0 0,0-25 0,25 25 0,-25-25 0,25 25 15,-25-25-15,25 25 0,-25-25 0,25 25 0,-25-25 16,24 25-16,-24-24 0,0 24 0,25 0 0,-25-25 15,25 25-15,-25-25 0,0 25 0,0 0 0,25-25 0,-25 25 16,0 0-16,0 0 0,0 0 0,0 0 0,0 0 16,0 0-16,0 0 0,0 0 0,0 0 0,0 0 0,0 0 15,0 0-15,0 0 0,0 0 0,0 0 0,0 0 16,-25 25-16,25-25 0,0 0 0,0 0 0,-25 25 15,25-25-15,0 0 0,0 25 0,0-25 0,0 24 0,0-24 16,-25 25-16,25-25 0,0 25 0,0-25 0,25 25 16,-25-25-16,0 0 0,0 25 0,0-25 0,0 25 15,0-25-15,25 0 0,-25 24 0,0-24 0,0 0 0,25 0 16,-25 0-16,0 0 0,25 0 0,-25 0 0,0 0 15,24 0-15,-24 0 0,0 0 0,0 0 0,0 0 0,25 0 16,-25 0-16,0 0 0,0-24 0,0 24 0,0 0 16,0-25-16,0 25 0,0 0 0,0-25 0,-25 25 0,25 0 15,0-25-15,0 25 0,0 0 0,-24-25 0,24 25 16,0-25-16,-25 25 0,25 0 0,-25-24 0,25 24 15,0-25-15,-25 25 0,25-25 0,-25 25 0,25-25 0,-24 25 16,24 0-16,0-25 0,-25 25 0,25-24 0,0 24 16,-25 0-16,25-25 0,0 25 0,0 0 0,0-25 0,0 25 15,0 0-15,0 0 0,0 0 0,25-25 0,-25 25 16,0 0-16,0 0 0,25 0 0,-25-25 0,0 25 15,24 0-15,-24 0 0,0 0 0,25 0 0,-25 0 0,25 0 16,-25 0-16,0 0 0,25 0 0,-25 0 0,0 0 16,25 0-16,-25 0 0,0 25 0,24-25 0,-24 0 0,0 0 15,0 0-15,25 25 0,-25-25 0,0 0 0,0 0 16,0 25-16,25-25 0,-25 0 0,0 0 0,0 25 0,0-25 15,0 0-15,0 0 0,0 0 0,0 0 0,0 0 16,0 0-16,0 0 0,25 0 0,-25-25 0</inkml:trace>
  <inkml:trace contextRef="#ctx0" brushRef="#br0" timeOffset="257617.7349">5755 14932 0,'0'-24'0,"0"24"16,24 0-16,-24 0 0,0-25 0,0 25 0,0 0 16,0 0-16,0 0 0,0 0 0,0 0 0,0 0 0,0 25 15,0-25-15,0 0 0,0 24 0,0-24 0,0 0 16,0 25-16,0-25 0,0 25 0,0-25 0,0 25 0,0 0 15,0-25-15,0 24 0,0-24 0,0 25 0,0 0 16,0-25-16,0 25 0,0-25 0,0 25 0,0-25 0,0 0 16</inkml:trace>
  <inkml:trace contextRef="#ctx0" brushRef="#br0" timeOffset="258364.7776">6449 15429 0,'0'0'0,"0"0"0,0 0 15,0 0-15,0 0 0,0 0 0,0-25 0,0 25 16,25 0-16,-25-25 0,0 25 0,25 0 0,-25-25 0,0 25 15,25-25-15,-25 25 0,24-25 0,-24 25 0,25-24 16,0-1-16,-25 25 0,25-25 0,-25 0 0,25 25 16,-1-25-16,-24 1 0,25-1 0,-25 25 0,25-25 0,-25 0 15,25 25-15,-25-25 0,0 25 0,0-24 0,0-1 16,25 25-16,-25-25 0,0 25 0,0-25 0,0 25 0,-25-25 15,25 25-15,0-24 0,0 24 0,-25 0 0,25-25 0,0 25 16,-25 0-16,25 0 0,-25-25 0,25 25 0,0 0 16,-24 0-16,24 0 0,0 0 0,-25 0 0,25 0 15,0-25-15,-25 25 0,25 0 0,0 0 0,0 0 16,0 0-16,0 0 0,0 0 0,0 0 0,0 0 0,0 0 15,0 0-15,0 25 0,0-25 0,0 0 0,0 0 16,0 0-16,25 25 0,-25-25 0,0 25 0,0-25 16,0 24-16,0-24 0,0 25 0,0 0 0,25 0 0,-25-25 15,0 25-15,0-1 0,0 1 0,0 0 0,0-25 16,0 25-16,24 0 0,-24-1 0,0-24 0,0 25 0,0 0 15,0-25-15,0 25 0,0 0 0,0-25 0,0 24 16,0-24-16,0 25 0,0-25 0,0 25 0,0-25 0,0 0 16,-24 25-16,24-25 0,0 0 0,0 0 0,0 25 15,0-25-15,0 0 0,0 0 0,0 0 0,0 0 0,0 0 16,0 0-16,0 0 0,0 0 0,0 0 0,0 0 15,24-25-15,-24 25 0,0 0 0,0 0 0,0 0 0,0-25 16,0 25-16,25-25 0,-25 25 0,0-25 0,25 25 16,-25 0-16,0-24 0,25 24 0,-25-25 0,0 25 15,25 0-15,-25-25 0,0 25 0,24 0 0,-24 0 0,0 0 16,0-25-16,25 25 0,-25 25 0,0-25 0,0 0 15,0 0-15,0 0 0,0 0 0,0 25 0,0-25 0,0 0 16,0 0-16,25 25 0,-25-25 0,0 0 0,0 24 16,0-24-16,0 25 0,0-25 0,0 0 0,0 25 0,0-25 15,0 0-15,0 25 0,0-25 0,0 25 16,0-25-16,0 0 0,25 25 0,-25-25 0,0 24 0,0-24 15,0 0-15,0 25 0,0-25 0,0 0 0,0 0 0,25 25 16,-25-25-16,0 0 0,0 0 0,0 0 0,0 25 16,0-25-16,0 0 0,25 0 0,-25 0 0,0 0 15,24-25-15,-24 25 0,0 0 0,25 0 0,-25 0 0,0-25 16,25 25-16</inkml:trace>
  <inkml:trace contextRef="#ctx0" brushRef="#br0" timeOffset="259281.83">7169 15354 0,'0'-25'0,"0"25"0,24 0 0,-24-25 0,0 25 0,0 0 15,0-24-15,25 24 0,-25-25 0,0 25 0,0 0 16,0-25-16,0 25 0,0 0 0,0-25 0,0 25 15,0 0-15,0-25 0,0 25 0,0 0 0,0-24 0,0 24 16,0 0-16,-25 0 0,25 0 0,0-25 0,0 25 16,0 0-16,-24 0 0,24 0 0,0 0 0,0 0 0,0 0 15,-25 0-15,25 25 0,0-25 0,-25 0 0,25 0 16,0 0-16,0 24 0,-25-24 0,25 0 0,0 25 15,-25-25-15,25 25 0,0-25 0,0 25 0,-24-25 0,24 25 16,0-25-16,0 24 0,0-24 0,0 25 0,0-25 16,0 25-16,0-25 0,24 25 0,-24-25 0,0 25 15,0-25-15,0 0 0,0 25 0,25-25 0,-25 0 0,0 24 16,0-24-16,25 0 0,-25 0 0,0 0 0,0 0 15,25 0-15,-25 0 0,0 0 0,0 0 0,25 0 0,-25 0 16,0 0-16,0 0 0,24-24 0,-24 24 0,0 0 16,0-25-16,25 25 0,-25 0 0,0-25 0,0 25 0,25 0 15,-25-25-15,0 25 0,0-25 0,0 25 0,25-25 16,-25 25-16,0 0 0,0-24 0,0 24 0,0-25 0,0 25 15,0 0-15,0 0 0,0-25 0,0 25 0,0 0 16,0 0-16,0 0 0,0 0 0,0 0 0,0 0 16,0 0-16,0 0 0,0 0 0,0 0 0,0 0 0,0 0 15,0 0-15,0 0 0,0 0 0,0 0 0,-25 25 16,25-25-16,0 0 0,0 0 0,0 25 0,0-25 15,0 24-15,0-24 0,0 25 0,0-25 0,0 25 0,0-25 16,0 25-16,0-25 0,0 0 0,0 25 0,0-25 16,0 25-16,0-25 0,0 0 0,0 24 0,0-24 0,25 0 15,-25 0-15,0 25 0,0-25 0,0 0 0,0 0 16,0 0-16,25 0 0,-25 0 0,0 0 0,0 0 0,0 0 15,24 0-15,-24 0 0,0 0 0,0 0 0,25-25 16,-25 25-16,0 0 0,0-24 0,0 24 0,25 0 16,-25-25-16,0 25 0,0-25 0,0 25 0,0-25 0,0 25 15,0 0-15,0-25 0,0 25 0,0-25 0,0 25 16,0 0-16,0-24 0,0 24 0,0 0 0,0-25 0,0 25 15,0 0-15,0 0 0,0-25 0,0 25 0,0 0 16,0 0-16,0 0 0,0 0 0,0 0 0,0 0 16,0 0-16,0 0 0,0 0 0,0 0 0,0 0 0,0 0 15,0 0-15,0 25 0,0-25 0,0 0 0,25 0 16,-25 25-16,0-25 0,0 0 0,0 24 0,0-24 0,0 25 15,0-25-15,0 0 0,0 25 0,0-25 0,0 0 16,0 0-16,0 25 0,0-25 0,0 0 0,0 25 16,0-25-16,0 0 0,0 0 0,0 0 0,0 0 0,0 25 15,0-25-15,0 0 0,0 0 0,0 0 0,0 0 16,0 0-16,0 0 0,0 0 0,25-25 0,-25 25 0,0 0 15,0 0-15,0-25 0,24 25 0,-24 0 0,25-25 16,-25 25-16,0-25 0,25 25 0,-25-25 0,25 25 0,-25-24 16,25 24-16,-25-25 0,0 25 0,24 0 0,-24 0 15,0-25-15,0 25 0,0 0 0,25 0 0,-25 0 16,0 25-16,0-25 0,0 0 0,0 0 0,0 0 0,0 25 15,0-25-15,0 0 0,0 24 0,0-24 0,0 0 16,0 25-16,0-25 0,0 25 0,25-25 0,-25 0 16,0 25-16,0-25 0,0 25 0,0-25 0,0 0 0,0 25 15,0-25-15,0 0 0,0 24 0,0-24 0,0 0 16,0 0-16,0 25 0,25-25 0,-25 0 0,0 0 0,0 0 15,0 0-15,0 0 0,25 0 0,-25 0 0,0 0 16,24 0-16,-24 0 0,25 0 0,-25-25 0,0 25 0,25 0 16,-25 0-16,0-24 0,25 24 0,-25 0 0,0-25 15</inkml:trace>
  <inkml:trace contextRef="#ctx0" brushRef="#br0" timeOffset="259713.8547">7863 15255 0,'0'0'0,"0"0"0,-25 0 16,25-25-16,0 25 0,0 0 0,0 0 0,0 0 15,0 0-15,0 0 0,-25 0 0,25 0 0,0 0 16,0 0-16,0 0 0,0 0 0,0 25 0,0-25 0,-24 0 15,24 25-15,0-25 0,0 24 0,0-24 0,0 0 16,0 25-16,0-25 0,0 25 0,0-25 0,0 25 0,0-25 16,0 25-16,0-25 0,0 0 0,0 25 0,0-25 15,0 0-15,24 0 0,-24 24 0,0-24 0,0 0 16,0 0-16,0 0 0,0 0 0,25 0 0,-25 0 0,0 0 15,0 0-15,0 0 0,0 0 0,0 0 0,25-24 16,-25 24-16,0 0 0,0 0 0,0-25 0,0 25 16,0 0-16,0-25 0,0 25 0,0 0 0,0-25 0,0 25 15,0 0-15,0-25 0,0 25 0,0 0 0,0 0 0,0 0 16,0 0-16,0 0 0,0 0 0,0 0 0,0 0 15,0 0-15,0 0 0,0 0 0,0 25 0,0-25 16,0 0-16,0 25 0,0-25 0,0 25 0,0 0 0,25-25 16,-25 24-16,0 1 0,0-25 0,0 25 0,0 0 15,0-25-15,0 25 0,0-25 0,0 24 0,0 1 0,0-25 16,25 25-16,-25-25 0,0 25 0,0-25 0,0 25 15,0-25-15,0 24 0,0-24 0,0 25 0,0-25 16,-25 0-16,25 25 0,0-25 0,0 0 0,0 25 0,0-25 16,-25 0-16,25 0 0,0 0 0,-25 25 0,25-25 0,-25 0 15,25 0-15,-24 0 0,24 0 0,-25 0 0,0 0 16,25 0-16,-25 0 0,0 0 0,25 0 0,-24 0 0,-1 0 15,0 0-15,25-25 0,-25 25 0</inkml:trace>
  <inkml:trace contextRef="#ctx0" brushRef="#br0" timeOffset="259917.8664">7367 15850 0,'0'0'0,"0"0"0,0 0 0,0 0 0,-25-25 15,25 25-15,0 0 0,0 0 0,0 0 0,0 0 16,0 0-16,0 0 0,0 0 0,0 0 0,0 0 0,0 0 16,0 0-16,0 0 0,0 0 0,0-24 0,0 24 15,25 0-15,-25 0 0,0 0 0,0 0 0,0 0 16,0 0-16,0 0 0,0 0 0,0-25 0,25 25 0,-25 0 15,0 0-15,0 0 0,0 0 0,0 0 0,0 0 16,0 0-16,25-25 0</inkml:trace>
  <inkml:trace contextRef="#ctx0" brushRef="#br0" timeOffset="260383.8931">8706 15329 0,'0'0'0,"0"0"0,0 0 16,0 0-16,0-25 0,0 25 0,0 0 0,0 0 0,0 0 15,0 0-15,0 0 0,0 0 0,0 0 0,0 0 16,0 0-16,0 0 0,0 0 0,25 0 0,-25 0 16,0 0-16,25 0 0,-25 0 0,0 0 0,25 0 0,-25 0 15,25 0-15,-25 25 0,24-25 0,-24 0 0,25 0 16,0 0-16,-25 0 0,25 25 0,-25-25 0,25 0 15,-25 0-15,24 0 0,-24 25 0,25-25 0,-25 0 0,0 0 16,25 0-16,-25 25 0,0-25 0,0 0 0,0 0 16,0 0-16,25 0 0,-25 25 0,0-25 0,-25 0 0,25 0 15,0 0-15,0 0 0,0 0 0</inkml:trace>
  <inkml:trace contextRef="#ctx0" brushRef="#br0" timeOffset="260584.9046">8756 15553 0,'0'0'0,"0"0"0,0 0 0,0 0 0,0 0 0,-25 0 15,25 0-15,25 0 0,-25 0 0,0 0 0,0 0 16,0 0-16,25 0 0,-25 0 0,25 0 0,-25 0 0,24-25 16,1 25-16,-25 0 0,25 0 0,0 0 0,-25 0 15,25 0-15,-1 0 0,-24 0 0,25 0 0,0 0 16,-25 0-16,25 0 0,-25 0 0,25 0 0,-25 25 15,25-25-15,-25 0 0,0 0 0,0 0 0,24 0 0</inkml:trace>
  <inkml:trace contextRef="#ctx0" brushRef="#br0" timeOffset="261685.9675">9971 15280 0,'0'0'0,"0"0"16,0-25-16,0 25 0,0 0 0,0-25 0,0 25 16,0-25-16,0 25 0,0 0 0,0-25 0,-24 25 0,24 0 15,0-24-15,0 24 0,0 0 0,-25 0 0,25-25 16,0 25-16,-25 0 0,25 0 0,0-25 0,0 25 0,-25 0 15,25 0-15,0 0 0,-25 0 0,25 0 0,0 0 16,0 0-16,-24 0 0,24 0 0,0 0 0,0 25 16,0-25-16,0 0 0,0 0 0,0 25 0,-25-25 15,25 0-15,0 24 0,25-24 0,-25 25 0,0-25 0,0 25 16,0-25-16,0 25 0,0-25 0,24 25 0,-24-25 15,0 24-15,25-24 0,-25 25 0,0 0 0,25-25 0,-25 25 16,0-25-16,25 25 0,-25-25 0,0 25 0,25-25 16,-25 24-16,24-24 0,-24 0 0,0 25 0,25-25 0,-25 0 15,0 25-15,0-25 0,25 0 0,-25 25 0,0-25 16,0 0-16,0 0 0,0 0 0,0 25 0,0-25 0,0 0 15,0 0-15,0 0 0,-25 0 0,25 24 0,0-24 16,-25 0-16,25 0 0,0 0 0,-24 0 0,24 0 16,0 0-16,-25 0 0,25 0 0,0 0 0,-25 0 0,25 0 15,0 0-15,0 0 0,0 0 0,-25 0 0,25-24 16,0 24-16,0 0 0,0 0 0,0 0 0,25-25 0,-25 25 15,0 0-15,0-25 0,0 25 0,25 0 0,-25-25 16,25 25-16,-25 0 0,24-25 0,1 25 0,-25-24 0,25 24 16,0 0-16,0-25 0,-25 25 0,25 0 0,-1-25 15,1 25-15,-25-25 0,25 25 0,-25 0 0,25-25 16,0 25-16,-25 0 0,0 0 0,24-25 0,-24 25 0,0 0 15,25 0-15,-25 0 0,0 0 0,0 0 0,0 0 16,0 0-16,0 0 0,0-24 0,-25 24 0,25 0 16,0 0-16,0 0 0,0 0 0,-24 0 0,24 0 0,0 24 15,0-24-15,-25 0 0,25 0 0,0 0 0,0 25 16,-25-25-16,25 0 0,0 25 0,0-25 0,0 25 0,0-25 15,0 25-15,0-25 0,-25 25 0,25-25 0,0 24 16,25-24-16,-25 25 0,0-25 0,0 25 0,0-25 0,0 0 16,25 25-16,-25-25 0,0 0 0,25 25 0,-25-25 15,0 0-15,24 0 0,-24 24 0,0-24 0,25 0 16,-25 0-16,0 0 0,25 0 0,-25 0 0,0 0 0,0 0 15,0 0-15,25 0 0,-25-24 0,0 24 0,0 0 16,0-25-16,0 25 0,0 0 0,0-25 0,0 25 0,-25-25 16,25 25-16,0-25 0,-25 25 0,25-24 0,0 24 15,-25-25-15,25 25 0,-24-25 0,24 0 0,0 25 0,-25-25 16,25 25-16,-25-25 0,25 1 0,0 24 0,-25-25 15,25 25-15,0-25 0,0 25 78,-25-25-78,25 25 0,0 0 0,0-25 0,0 25 0,0 0 0,0 0 0,25 0 0,-25-24 0,0 24 0,25 0 0,-25 0 0,25-25 0,-25 25 0,25 0 0,-25 0 0,24 0 0,-24 0 0,25 0 0,-25 0 0,25 0 0,-25 0 0,25 0 0,-25 0 0,25 0 0,-25 0 0,24 0 0,-24 0 0,0 25 16,0-25-16,25 0 0,-25 0 0,0 24 0,0-24 0,0 0 16,0 0 46,0 25-62,25-25 0,-25 0 0,0 25 0,0-25 0,0 0 0,0 0 0,0 25 0,0-25 16,0 0-16,0 0 0,0 0 0,0 0 0,0 0 0,0 0 0,0 0 0,0 0 0,0 0 0,0 0 0,0 0 0,0 0 0</inkml:trace>
  <inkml:trace contextRef="#ctx0" brushRef="#br0" timeOffset="261862.9777">10542 15032 0,'0'0'16,"0"0"-16,0 0 0,0 0 0,0 0 0,0 0 0,0 0 16,0 0-16,0 0 0,0 24 0,-25-24 0,25 0 15,0 25-15,0-25 0,0 0 0,-25 25 0,25-25 0,0 25 16,0-25-16,0 25 0,0-25 0,0 24 0,0 1 15,0-25-15,0 25 0,0-25 0,0 25 0,0-25 16,0 25-16,0-25 0,0 24 0,0 1 0,0-25 0,0 25 16,0-25-16</inkml:trace>
  <inkml:trace contextRef="#ctx0" brushRef="#br0" timeOffset="262258.0003">11013 15379 0,'0'0'0,"0"-25"0,25 25 0,-25 0 0,0-25 0,0 25 15,0-25-15,0 25 0,0 0 0,0 0 0,0-24 16,0 24-16,0 0 0,0 0 0,25 0 0,-25 0 15,0 24-15,0-24 0,0 0 0,0 0 0,25 25 0,-25-25 16,0 25-16,0-25 0,0 25 0,0-25 0,24 25 16,-24-25-16,0 25 0,0-25 0,0 24 0,25-24 0,-25 25 15,0-25-15,0 25 0,25-25 0,-25 25 0,0-25 16,0 0-16,0 0 0,25 25 0,-25-25 0,0 0 15,0 0-15,0 0 0,0 24 0,0-24 0,0 0 16,25 0-16,-25 0 0,0 0 0,0-24 0,0 24 0,0 0 16,25 0-16,-25-25 0,0 25 0,0 0 0,0-25 0,24 25 15,-24-25-15,0 25 0,0-25 0,0 25 0,25-24 16,-25 24-16,0-25 0,0 0 0,0 25 0,25 0 15,-25-25-15,0 25 0,0-25 0,0 25 0,0 0 0,0-25 16,0 25-16,25 0 0,-25 0 0,0 0 0,0 0 16,0 0-16,0 0 0,0 0 0,0 0 0,0 0 0,0 0 15,0 0-15,0 0 0,0 0 0,0 0 0</inkml:trace>
  <inkml:trace contextRef="#ctx0" brushRef="#br0" timeOffset="262678.0243">11435 15404 0,'0'0'16,"0"0"-16,0 0 0,0 0 0,0 0 0,0 25 15,0-25-15,25 0 0,-25 0 0,0-25 0,0 25 0,0 0 16,0 0-16,25 0 0,-25 0 0,0 0 0,24 0 16,-24 0-16,0 0 0,25 0 0,-25-25 0,0 25 0,25 0 15,-25 0-15,0 0 0,25 0 0,-25 0 0,0 0 16,0-25-16,25 25 0,-25 0 0,0 0 0,0 0 0,0-25 15,0 25-15,0 0 0,0 0 0,0 0 0,0-25 16,0 25-16,0 0 0,0 0 0,-25 0 0,25-24 16,0 24-16,0 0 0,0 0 0,-25 0 0,25 0 0,0-25 15,0 25-15,-25 0 0,25 0 0,0 0 0,0 0 16,-25 0-16,25 0 0,0 0 0,0 0 0,0 0 0,0 0 15,-24 0-15,24 0 0,0 25 0,0-25 0,0 0 16,0 0-16,0 24 0,-25-24 0,25 0 0,0 25 16,0-25-16,0 0 0,0 25 0,0-25 0,0 25 0,0-25 15,0 25-15,0-25 0,0 25 0,0-25 0,0 0 16,25 24-16,-25-24 0,0 25 0,0-25 0,0 0 0,24 25 15,-24-25-15,0 0 0,25 25 0,-25-25 0,0 0 16,0 0-16,25 25 0,-25-25 0,0 0 0,25 0 16,-25 0-16,25 0 0,-25 0 0,0 0 0,24 0 0,-24 0 15,25 0-15,-25 0 0,25 0 0,0 0 0,-25 0 16,25 0-16,-1-25 0,1 25 0,-25 0 0,25-25 0,0 25 15,0 0-15,-25 0 0,24-25 0,1 25 0</inkml:trace>
  <inkml:trace contextRef="#ctx0" brushRef="#br0" timeOffset="262991.0422">12129 15379 0,'0'0'0,"0"-25"16,25 25-16,-25 0 0,0 0 0,0 0 0,0-25 0,0 25 15,-25 0-15,25-25 0,0 25 0,0 0 0,0 0 16,0-24-16,-24 24 0,24 0 0,0-25 0,0 25 16,-25 0-16,25 0 0,0-25 0,-25 25 0,25 0 0,0 0 15,-25-25-15,25 25 0,0 0 0,0 0 0,-25 0 16,25 0-16,0 0 0,0 0 0,0 0 0,-24 0 0,24 0 15,0 0-15,0 25 0,0-25 0,-25 0 0,25 25 16,0-25-16,0 25 0,0-25 0,0 24 0,0-24 0,0 25 16,0-25-16,0 25 0,0 0 0,0-25 0,0 25 15,25 0-15,-25-25 0,0 24 0,0-24 0,24 25 16,-24-25-16,0 25 0,25-25 0,-25 25 0,0-25 0,25 0 15,-25 25-15,25-25 0,-25 0 0,0 0 0,25 0 16,-25 0-16,24 24 0,-24-24 0,25 0 0,-25-24 0,25 24 16,-25 0-16,25 0 0,-25 0 0,25 0 0,0-25 15,-25 25-15,24 0 0,1-25 0,-25 25 0,25-25 16,0 25-16,-25-25 0,25 25 0,-1-24 0,-24-1 0,0 25 15,25-25-15,-25 0 0,25 0 0,-25 0 0</inkml:trace>
  <inkml:trace contextRef="#ctx0" brushRef="#br0" timeOffset="263596.0768">12477 15180 0,'0'-24'0,"0"-1"0,0 25 0,0-25 0,0 25 15,0-25-15,0 25 0,0-25 0,0 25 0,0-24 16,0 24-16,0 0 0,0 0 0,0 0 0,0 0 0,0 0 15,0 0-15,0 0 0,0 0 0,0 24 0,0-24 16,0 0-16,0 25 0,0-25 0,0 25 0,0-25 0,0 25 16,0 0-16,0-25 0,0 24 0,-25 1 0,25 0 15,0-25-15,0 25 0,0 0 0,0-1 0,0 1 0,0-25 16,0 25-16,0 0 0,0 0 0,0-25 0,0 25 15,0-1-15,25-24 0,-25 25 0,0 0 0,0-25 16,-25 25-16,25-25 0,0 0 0,0 25 0,0-25 0,0 0 16,0 24-16,0-24 0,-25 0 0,25 0 0,0 0 15,0 0-15,-25 0 0,25 0 0,0 0 0,0 0 16,-24 0-16,24-24 0,0 24 0,-25 0 0,25-25 0,0 25 15,0-25-15,0 25 0,0-25 0,0 0 0,0 25 16,0-24-16,0-1 0,0 25 0,0-25 0,0 25 0,0-25 16,0 0-16,0 25 0,0-25 0,25 25 0,-25 0 15,0-24-15,0 24 0,24 0 0,-24-25 0,0 25 0,25 0 16,-25 0-16,0 0 0,25 0 0,-25 0 0,0 0 15,25 0-15,-25-25 0,0 50 0,25-25 0,-25 0 16,0 0-16,0 0 0,24 0 0,-24 0 0,0 25 0,0-25 16,0 0-16,25 0 0,-25 24 0,0-24 0,0 0 15,0 25-15,0-25 0,0 25 0,0-25 0,0 25 0,0-25 16,0 25-16,0-25 0,0 25 0,0-25 0,0 24 15,0-24-15,0 25 0,0-25 0,25 25 0,-25-25 16,0 25-16,0-25 0,0 0 0,0 25 0,0-25 0,0 0 16,25 0-16,-25 24 0,0-24 0,0 0 0,0 0 15,25 0-15,-25 0 0,0 0 0,0 0 0,24 0 0,-24 0 16,0 0-16,25 0 0,-25-24 0,0 24 0,25 0 15,-25-25-15,0 25 0,25 0 0,-25-25 0,0 25 16,25-25-16,-25 0 0,0 25 0,0-24 0,0-1 0,24 0 16,-24 25-16,0-25 0,0 0 0,0 25 0,-24-25 15,24 1-15,0 24 0,0-25 0,0 25 0,0 0 0,0-25 16,0 25-16,0 0 0,0 0 0,-25 0 0,25 0 15,0 0-15,0 0 0,0-25 0,-25 25 0,25 0 0,0 0 16,0 0-16,0 0 0,-25 0 0,25 0 0,0 0 16,0 0-16,0 0 0,0 0 0,-25 0 0,25 25 15,0-25-15,0 0 0,0 0 0,0-25 0,0 25 0,-24 0 16,24 0-16,0 0 0,0 0 0</inkml:trace>
  <inkml:trace contextRef="#ctx0" brushRef="#br0" timeOffset="263838.0906">12675 15007 0,'25'0'0,"-25"-25"0,0 25 0,0 0 0,0 0 0,0 0 16,0 0-16,25 0 0,-25 0 0,0 25 0,25-25 16,-25 0-16,0 0 0,24 0 0,-24 0 0,25 25 15,-25-25-15,0 0 0,25 24 0,-25-24 0,0 0 0,25 0 16,-25 25-16,0-25 0,0 0 0,0 25 0,0-25 15,-25 25-15,25-25 0,-25 0 0,25 25 0,-25-25 0,1 0 16,-1 24-16,0-24 0,0 0 0,0 25 0,1-25 16,-26 0-16,25 0 0,-24 25 0</inkml:trace>
  <inkml:trace contextRef="#ctx0" brushRef="#br0" timeOffset="264382.1218">14412 15354 0,'0'0'0,"0"0"0,0 0 0,0 0 0,0-25 0,0 25 16,0 0-16,0 0 0,0 0 0,0 0 0,0 0 15,0 0-15,0 0 0,0 0 0,0 0 0,0 0 16,0 0-16,0 0 0,0 0 0,0 0 0,0 0 0,0 0 16,0 0-16,0 0 0,0 0 0,0 0 0,24 0 15,-24 0-15,0 0 0,0 0 0,0 0 0,25 0 0,-25 0 16,0 0-16,25 0 0,-25 0 0,0 0 0,25 0 15,-25 25-15,25-25 0,-25 0 0,24 0 0,1 0 16,-25 0-16,25 0 0,-25 0 0,25 0 0,-25 0 0,25 0 16,-25 0-16,24 0 0,-24 0 0,0 0 0,25 0 15,-25 0-15,0 0 0,0 0 0,0 0 0,0 0 0,0 0 16,0 0-16,0 0 0,-25 0 0,25 0 0,-24 25 15</inkml:trace>
  <inkml:trace contextRef="#ctx0" brushRef="#br0" timeOffset="264573.1327">14337 15503 0,'0'0'0,"-25"25"16,25-25-16,0 0 0,0 0 0,0 0 0,0 0 16,25 0-16,-25 0 0,0 0 0,0 0 0,0 0 15,25 0-15,-25 0 0,25 0 0,-25 0 0,25 0 0,-25 0 16,24 0-16,1 0 0,-25 0 0,25 0 0,0 0 15,-25 0-15,25 0 0,-1-25 0,-24 25 0,25 0 16,-25 0-16,25 0 0,-25 0 0,25 0 0,-25 0 0,0 0 16,25 0-16</inkml:trace>
  <inkml:trace contextRef="#ctx0" brushRef="#br0" timeOffset="264849.1485">14635 15304 0,'-25'0'0,"25"0"15,0-24-15,25 24 0,-25 0 0,0-25 0,0 25 0,0 0 16,0 0-16,0-25 0,25 25 0,-25 0 0,24 0 0,-24-25 15,25 25-15,-25 0 0,25 0 0,-25 0 0,25 0 16,0 0-16,-25 0 0,24 0 0,1 0 0,-25 0 16,25 0-16,-25 25 0,25-25 0,-25 0 0,25 25 0,-25-25 15,0 25-15,0-25 0,0 24 0,0 1 16,0-25-16,0 25 0,0 0 0,0-25 0,0 25 0,-25-25 15,25 25-15,-25-1 0,25-24 0,-25 25 0,25-25 0,-25 25 16,1-25-16,-1 25 0,25-25 0,-25 25 0,0-25 16,0 24-16,25-24 0,-24 0 0,24 25 0,-25-25 15,25 0-15,-25 0 0,25 25 0,0-25 0,0 0 0,-25 0 16,25 0-16,0 0 0,0 0 0,25 0 0,-25 0 0</inkml:trace>
  <inkml:trace contextRef="#ctx0" brushRef="#br0" timeOffset="266073.2185">15280 15503 0,'0'0'0,"0"0"15,0 0-15,0 0 0,0 0 0,-25 0 0,25 0 16,0 0-16,0 0 0,0-25 0,0 25 0,25 0 0,-25 0 15,0 0-15,0 0 0,24-25 0,-24 25 0,0 0 16,25 0-16,-25-24 0,25 24 0,-25-25 0,25 25 0,-25-25 16,25 25-16,0-25 0,-25 25 0,24-25 0,1 25 15,-25-25-15,25 1 0,0-1 0,-25 25 0,25-25 16,-25 0-16,24 25 0,-24-25 0,25 1 0,-25-1 0,0 25 15,0-25-15,25 0 0,-25 0 0,0 25 0,0-24 16,0-1-16,0 25 0,0-25 0,-25 0 0,25 25 0,0-25 16,0 25-16,-25 0 0,25-24 0,0 24 0,0 0 15,-24-25-15,24 25 0,0 0 0,0 0 0,0 0 0,-25 0 16,25-25-16,0 25 0,0 0 0,0 0 0,0 0 15,0 0-15,0 0 0,0 0 0,0 25 0,-25-25 16,25 0-16,0 0 0,0 0 0,0 25 78,0-25-78,0 24 0,25-24 0,-25 25 0,0-25 0,0 25 0,0 0 0,0 0 0,0-25 0,0 24 0,0 1 0,25 0 0,-25-25 0,0 25 0,0 0 0,0-1 0,0-24 0,0 25 0,0 0 0,0-25 0,0 25 0,0 0 0,0-25 0,0 24 0,0-24 0,0 25 0,0-25 0,0 25 0,0-25 16,0 25-16,0-25 0,0 0 0,0 25 0,0-25 15,-25 0-15,25 0 0,0 0 0,0 25 0,0-25 0,0 0 16,0 0-16,0 0 0,0 0 0,0 0 0,0 0 15,0 0-15,0 0 0,0 0 0,0 0 0,25-25 16,-25 25-16,0 0 0,0 0 0,0 0 0,0 0 0,0-25 16,24 25-16,-24 0 0,0-25 0,25 25 0,-25-25 15,0 25-15,25-25 0,-25 25 0,0 0 0,25-24 0,-25 24 16,25-25-16,-25 25 0,0 0 0,0 0 0,24-25 15,-24 25-15,0 0 0,0 0 0,0 0 0,0 0 16,0 0-16,0 0 0,0 0 0,0 0 0,0 0 0,0 0 16,0 0-16,0 0 0,0 0 0,0 0 0,0 0 15,0 0-15,0 25 0,25-25 0,-25 0 0,0 25 0,0-25 16,0 24-16,0-24 0,0 25 0,0-25 0,0 25 15,0-25-15,0 25 0,0-25 0,0 25 0,0-25 16,25 25-16,-25-25 0,0 0 0,0 24 0,25-24 0,-25 0 16,0 0-16,0 0 0,0 25 0,25-25 0,-25 0 15,0 0-15,24 0 0,-24 0 0,0 0 0,25 0 0,-25 0 16,0 0-16,25 0 0,-25-25 0,0 25 0,25 0 15,-25 0-15,0-24 0,25 24 0,-25 0 0,0-25 0,0 25 16,24 0-16,-24-25 0,0 25 0,0-25 0,0 25 16,0-25-16,25 25 0,-25-25 0,0 25 0,0-24 15,0 24-15,0 0 0,0-25 0,0 25 0,-25-25 0,25 25 16,0 0-16,0-25 0,0 25 0,0 0 0,0 0 15,0 0-15,0 0 0,0 0 0,0 0 0,0 0 16,0 0-16,0 0 0,0 0 0,0 0 0,0 0 0,0 0 16,0 0-16,0 0 0,0 0 0,0 25 0,-24-25 15,24 0-15,0 25 0,0-25 0,0 25 0,0-25 0,0 24 16,0-24-16,0 25 0,0-25 0,0 25 0,0-25 15,0 25-15,0-25 0,0 0 0,24 25 0,-24-25 0,0 25 16,0-25-16,0 0 0,0 24 0,0-24 0,0 0 16,25 0-16,-25 0 0,0 0 0,0 0 0,0 0 15,0 0-15,25 0 0,-25 0 0,0 0 0,0 0 0,25-24 16,-25 24-16,0 0 0,0-25 0,25 25 0,-25-25 15,0 25-15,0 0 0,0-25 0,0 25 0,0-25 16,0 25-16,0-25 0,0 1 0,0 24 0,0-25 0,0 25 16,0-25-16,0 25 0,0-25 0,0 0 0,0 25 15,-25-24-15,25 24 0,0 0 0,0-25 0,0 25 47,0 0-47,0 0 0,0 0 0,-25 0 0,25-25 0,0 25 0,0 0 0,0 25 0,0-25 0,0 0 0,0 0 0,0 0 0,-25 0 0,25 0 0,0 25 109,-25-1-109,25 1 0</inkml:trace>
  <inkml:trace contextRef="#ctx0" brushRef="#br0" timeOffset="266192.2253">15875 15677 0,'0'24'0,"0"-24"0,0 0 0,-25 0 0,25 25 0,0-25 0,0 0 0,0 0 0,0 0 0,0 0 0,0 0 0,0 0 0,0 0 0,0 0 0,0 0 0,0 0 16,0 0-16,0 0 0,0 0 0,0 0 0,25 0 16,-25 0-16,0 0 0,0 0 0,0 0 0,25 0 15,-25 0-15</inkml:trace>
  <inkml:trace contextRef="#ctx0" brushRef="#br0" timeOffset="266759.2577">16793 15180 0,'0'0'0,"0"0"0,0 0 16,0-24-16,0 24 0,0 0 0,0 0 0,0-25 0,0 25 16,0 0-16,0 0 0,0-25 0,0 25 0,25 0 15,-25 0-15,0 0 0,0-25 0,0 25 0,0 0 0,0 0 16,0 0-16,0 0 0,0 0 0,0 0 0,0 0 15,0 0-15,0 0 0,0 0 0,0 0 0,24 0 16,-24 0-16,0 25 0,0-25 0,0 0 0,0 25 0,0-25 16,0 25-16,25-25 0,-25 24 0,0 1 0,0-25 15,0 25-15,25 0 0,-25-25 0,0 25 0,0-1 16,0 1-16,0-25 0,0 25 0,25-25 0,-25 25 0,0 0 15,0-25-15,0 25 0,25-25 0,-25 24 0,0-24 16,0 0-16,0 25 0,24-25 0,-24 0 0,0 0 0,0 0 16,0 0-16,0 0 0,0 0 0,0 0 0,0 0 15,0 0-15,0 0 0,0 0 0,25-25 0,-25 25 0,0 0 16,0 0-16,0-24 0,0 24 0,25-25 0,-25 25 15,0 0-15,0-25 0,0 0 0,0 25 0,25-25 16,-25 25-16,0-25 0,0 25 0,0-24 0,0 24 0,25-25 16,-25 25-16,0-25 0,0 25 0,0-25 0,24 25 15,-24 0-15,0-25 0,0 25 0,0 0 0,25 0 0,-25 0 16,0-24-16,0 24 0,25 0 0,-25 0 0,0 0 15,0 0-15,0 0 0,0 0 0,0 0 0,25 0 16,-25 0-16,0 0 0,0 0 0,0 0 0,0 0 0,0 0 16,25-25-16,-25 25 0</inkml:trace>
  <inkml:trace contextRef="#ctx0" brushRef="#br0" timeOffset="267030.2732">17289 15056 0,'0'-24'15,"0"24"-15,0 0 0,0-25 0,0 25 0,0 0 0,0-25 16,0 25-16,0 0 0,0 0 0,0-25 0,0 25 15,25 0-15,-25 0 0,0 0 0,0 0 0,0 0 0,0 25 16,0-25-16,0 0 0,0 25 0,0-25 0,0 25 16,24-25-16,-24 24 0,0 1 0,0 0 0,0-25 15,0 25-15,0 0 0,0-1 0,0 1 0,0-25 0,0 25 16,0 0-16,0 0 0,0-25 0,0 24 0,0 1 15,0-25-15,0 25 0,0-25 0,0 25 0,0-25 16,0 25-16,0-25 0,0 25 0,0-25 0,0 0 0,0 0 16,0 0-16,0 24 0,0-24 0,-24 0 0,24 0 15,0 0-15,0 0 0,0 0 0,0-24 0,-25 24 0,25 0 16,0 0-16,0-25 0,-25 25 0,25 0 0</inkml:trace>
  <inkml:trace contextRef="#ctx0" brushRef="#br0" timeOffset="267212.2836">17140 15180 0,'0'0'0,"0"0"0,0 0 0,0 0 16,0 0-16,25 0 0,-25 0 0,0 0 0,0 0 15,0 0-15,25 0 0,-25 0 0,0 0 0,24 0 0,1 0 16,-25 0-16,25 0 0,0 0 0,0 0 0,-1 0 16,1 25-16,0-25 0,0 0 0,-25 0 0,25 0 0,-1 0 15,1 0-15,0 25 0,0-25 0,-25 0 0,25 0 16,0 0-16,-25 0 0,24 0 0,1 25 0,-25-25 15,25 0-15,0 0 0,-25 0 0</inkml:trace>
  <inkml:trace contextRef="#ctx0" brushRef="#br0" timeOffset="267647.3085">18604 15404 0,'0'-25'0,"-25"25"0,25 0 0,0-25 0,0 25 0,-25-25 16,25 25-16,0-25 0,-25 25 0,25-24 0,0 24 15,-25-25-15,25 25 0,-25 0 0,25-25 0,0 25 0,-24-25 16,24 25-16,-25 0 0,25 0 0,-25-25 0,25 25 16,0 0-16,-25 0 0,25 0 0,-25 0 0,25 0 0,0 0 15,-24 0-15,24 0 0,0 0 0,-25 0 0,25 0 16,0 25-16,-25-25 0,25 0 0,0 25 0,0-25 15,-25 0-15,25 25 0,0-25 0,0 25 0,0-25 0,0 24 16,0 1-16,0-25 0,0 25 0,0-25 0,0 25 0,0-25 16,0 25-16,25-25 0,-25 25 0,0-25 0,0 0 15,25 24-15,-25-24 0,0 0 0,0 0 0,25 25 16,-25-25-16,0 0 0,0 0 0,24 0 0,-24 0 15,0 0-15,25 0 0,-25-25 0,0 25 0,25 0 0,-25 0 16,25-24-16,-25 24 0,0 0 0,25-25 0,-25 25 16,0-25-16,24 25 0,-24-25 0,25 25 0,-25-25 0,0 0 15,25 25-15,-25-24 0,0-1 0,0 0 0,0 25 16,25-25-16,-25 0 0</inkml:trace>
  <inkml:trace contextRef="#ctx0" brushRef="#br0" timeOffset="267884.3221">18579 14932 0,'0'0'0,"0"-24"16,0 24-16,0 0 0,0 0 0,0 0 0,0 0 15,0 0-15,0 0 0,0 0 0,0 0 0,-25 0 16,25 0-16,0 0 0,0 0 0,0 0 0,0 0 0,25 24 15,-25-24-15,0 25 0,0-25 0,0 25 0,0-25 16,0 25-16,0 0 0,0-25 0,0 24 0,0 1 16,0 0-16,0-25 0,25 25 0,-25 0 0,0-1 0,0 1 15,0-25-15,0 25 0,0 0 0,0 0 0,0-1 16,0-24-16,0 25 0,0 0 0,0 0 0,0-25 15,0 25-15,0-25 0,0 25 0,0-25 0,-25 24 16,25-24-16,0 0 0,0 25 0,0-25 0,0 0 0,0 0 0,0 25 16,0-25-16,0 0 0,0 0 0,0 0 0,0 0 15,0 0-15,0 0 0,0 0 0,-25 0 0,25-25 16,0 25-16,0 0 0,0 0 0</inkml:trace>
  <inkml:trace contextRef="#ctx0" brushRef="#br0" timeOffset="268669.367">18678 15304 0,'0'0'0,"0"0"0,0 0 0,0 0 16,0 0-16,0 0 0,0 0 0,0 0 0,0 0 15,0 0-15,0 0 0,0 0 0,25 0 0,-25-24 16,0 24-16,0 0 0,25 0 0,-25 0 0,0 0 0,0 0 16,24-25-16,-24 25 0,0 0 0,25 0 0,-25-25 15,25 25-15,-25 0 0,0-25 0,25 25 0,-25-25 0,25 25 16,-25-24-16,24 24 0,-24-25 0,0 25 0,25-25 15,-25 25-15,0-25 0,25 25 0,-25-25 0,0 1 0,25 24 16,-25-25-16,0 25 0,0-25 0,0 25 0,0-25 16,0 0-16,0 25 0,0 0 0,0-24 0,0 24 15,0-25-15,-25 25 0,25 0 0,0-25 0,0 25 0,0 0 16,0 0-16,0-25 0,-25 25 0,25 0 0,0 0 15,0 0-15,0 0 0,0 0 0,0 0 0,0 0 16,0 0-16,0 0 0,0 0 0,0 0 0,-25 0 0,25 0 16,0 0-16,0 0 0,0 0 0,0 0 0,0 25 15,0-25-15,0 0 0,0 25 0,0-25 0,0 25 0,0-25 16,0 24-16,0-24 0,0 25 0,0 0 0,0 0 15,0-25-15,0 25 0,0-1 0,0 1 0,0 0 0,0-25 16,0 25-16,25 0 0,-25-1 0,0-24 0,0 25 16,0 0-16,0-25 0,0 25 0,0 0 0,0-25 15,0 24-15,0 1 0,0-25 0,0 25 0,0-25 0,0 0 16,0 25-16,0-25 0,25 0 0,-25 25 0,0-25 15,0 0-15,0 0 0,0 0 0,0 0 0,25 0 0,-25 0 16,0 0-16,25 0 0,-25 0 0,24 0 0,-24 0 16,25 0-16,0-25 0,-25 25 0,25 0 0,0-25 0,-25 25 15,24 0-15,1-25 0,-25 25 0,25-25 0,0 1 16,-25 24-16,25-25 0,-25 25 0,24-25 0</inkml:trace>
  <inkml:trace contextRef="#ctx0" brushRef="#br0" timeOffset="268933.3821">19348 14858 0,'0'0'15,"0"-25"-15,-25 25 0,25 0 0,0 0 0,0 0 0,0-25 16,0 25-16,0 0 0,0 0 0,0 0 0,0 0 16,-25 0-16,25 0 0,0 25 0,0-25 0,0 0 0,0 25 15,0-25-15,0 25 0,0-25 0,0 25 0,0-1 16,0 1-16,0 0 0,0 0 0,0 0 0,0-1 15,25 1-15,-25-25 0,0 25 0,0 0 0,0 0 0,0-1 16,0 1-16,0 0 0,0-25 0,0 25 0,0 0 16,0-25-16,0 24 0,0 1 0,0-25 0,0 25 15,0-25-15,0 25 0,0-25 0,0 0 0,0 25 0,0-25 16,0 0-16,0 0 0,0 25 0,0-25 0,0 0 15,0 0-15,0 0 0,0 0 0,0-25 0,0 25 0,-25 0 16,25 0-16,0-25 0,0 25 0,0 0 0</inkml:trace>
  <inkml:trace contextRef="#ctx0" brushRef="#br0" timeOffset="269115.3925">19199 15156 0,'0'0'0,"0"0"0,0 0 0,0 0 16,0 0-16,0 0 0,0 0 0,25 0 0,-25 0 16,0 0-16,0 0 0,24 0 0,-24 0 0,25 0 15,-25 0-15,25 24 0,-25-24 0,25 0 0,-25 0 0,25 0 16,-1 0-16,-24 0 0,25 0 0,0-24 0,-25 24 15,25 0-15,0 0 0,-25 0 0,24 0 0,1 0 0,-25-25 16,25 25-16,0 0 0,-25 0 0,25 0 0</inkml:trace>
  <inkml:trace contextRef="#ctx0" brushRef="#br0" timeOffset="269481.4134">19695 14858 0,'0'0'0,"0"0"0,0-25 0,0 25 15,25 0-15,-25 0 32,0 0-32,0 0 0,0 0 0,0 0 0,0 0 0,25 0 0,-25-25 0,0 25 0,24 0 0,-24 0 0,25 0 0,-25 0 0,0 0 0,25 0 15,-25 0-15,25 0 0,-25 0 0,25 0 0,-25 0 16,0 0-16,0 0 0,24 25 0,-24-25 0,0 0 15,0 0-15,0 0 0,0 0 0,0 25 0,0-25 0,0 0 16,0 0-16,0 25 0,0-25 0,0 0 0,0 25 0,-24-25 16,24 0-16,0 24 0,-25-24 0,25 25 0,-25-25 15,25 0-15,0 25 0,-25-25 0,25 0 0,-25 25 16,25-25-16,0 0 0,-24 25 0,24-25 0,0 0 0,0 24 15,0-24-15,0 0 0,0 0 0,0 0 0,0 25 16,0-25-16,0 0 0,0 0 0,24 0 0,-24 25 0,0-25 16,25 0-16,0 0 0,-25 0 0,25 0 0,0 0 15,-25 0-15,24 0 0,1 0 0,0 25 0,0-25 0,-25 0 16,25 0-16,-1 0 0,-24 0 0,25 0 0,-25-25 15,25 25-15,-25 0 0,0 0 0,0 0 0,0 0 16,0-25-16,0 25 0,0 0 0,0 0 0,-25 0 0</inkml:trace>
  <inkml:trace contextRef="#ctx0" brushRef="#br0" timeOffset="269925.4388">18628 14908 0,'0'0'0,"0"0"0,0 0 0,0 0 0,0 0 0,0 0 16,0 0-16,0 0 0,0 0 0,0 0 0,0 0 0,0 0 15,0 0-15,0 0 0,25 0 0,-25 0 0,0 0 16,25 0-16,-25 0 0,25 0 0,-25 0 0,25 0 0,-25 0 16,24 0-16,-24 0 0,25 0 0,-25 24 0,25-24 15,-25 0-15,25 0 0,-25 0 0,25 0 0,-25 0 0,0 0 16,24 0-16,-24 0 0,0 0 0,0 0 0,0 0 15,0 0-15,0 0 0</inkml:trace>
  <inkml:trace contextRef="#ctx0" brushRef="#br0" timeOffset="272425.5818">4093 16470 0,'0'0'0,"0"0"0,0 0 16,0 0-16,0 0 0,0 0 0,0 0 0,0 0 15,0 0-15,0 0 0,0 0 0,0 0 0,0 0 0,0 0 16,0 0-16,0 0 0,0 0 0,0 0 0,0 0 16,0-24-16,0 24 0,0 0 0,0 0 0,0 0 0,0 0 15,0 0-15,0 0 0,0 0 0,0 0 0,0 0 16,0 0-16,0 0 0,0 0 0,0 0 0,0 0 0,0 0 15,-25 0-15,25 0 0,0 0 0,0 0 0,0 0 16,0 0-16,0 0 0,-25 0 0,25 0 0,0 0 0,0 0 16,-25 0-16,25 0 0,0 0 0,0 0 0,-24 0 15,24 0-15,0 0 0,0 0 0,0 24 0,-25-24 0,25 0 16,0 0-16,0 25 0,0-25 0,-25 0 0,25 25 15,0-25-15,0 0 0,0 25 0,-25-25 0,25 25 0,0-25 16,0 24-16,0 1 0,0-25 0,0 25 0,0 0 16,0-25-16,0 25 0,25-25 0,-25 24 0,0 1 0,0-25 15,0 25-15,0-25 0,25 0 0,-25 25 0,0-25 0,0 25 16,25-25-16,-25 0 0,0 0 0,24 24 0,-24-24 15,0 0-15,0 0 0,25 0 0,-25 0 0,25 0 0,-25 0 16,0 0-16,25 0 0,-25 0 0,25 0 0,-25 0 16,24 0-16,-24-24 0,25 24 0,-25 0 0,25 0 0,-25 0 15,25-25-15,-25 25 0,25 0 0,-25 0 0,0-25 0,24 25 16,-24 0-16,0 0 0,25-25 0,-25 25 0,0 0 15,0 0-15,0-25 0,25 25 0,-25 0 0</inkml:trace>
  <inkml:trace contextRef="#ctx0" brushRef="#br0" timeOffset="272706.5979">4390 16545 0,'0'0'0,"0"0"0,0-25 0,0 25 0,0 0 16,-24 0-16,24 0 0,0 0 0,0 0 0,0-25 16,0 25-16,0 0 0,0 0 0,0 25 0,0-25 0,0 0 15,0 0-15,0 0 0,0 0 0,0 25 0,0-25 0,0 0 16,0 25-16,0-25 0,0 24 0,0-24 0,0 25 15,0-25-15,0 25 0,0-25 0,0 25 0,0-25 0,0 25 16,0-25-16,0 24 0,0-24 0,0 25 0,0-25 16,0 25-16,0-25 0,0 25 0,0-25 0,0 25 15,0-25-15,0 24 0,0-24 0,-25 0 0,25 25 0,0-25 0,0 0 16,0 25-16,0-25 0,0 0 0,0 0 15,0 25-15,0-25 0,0 0 0,0 0 0,0 0 0,0 0 0,0 0 16,-25 0-16,25 0 0,0 0 0,0-25 0,0 25 16,0 0-16,0 0 0,0-25 0,0 25 0,0-25 0,0 25 15,0-24-15,0 24 0,0-25 0</inkml:trace>
  <inkml:trace contextRef="#ctx0" brushRef="#br0" timeOffset="273133.6223">4341 16594 0,'0'0'0,"0"0"0,0-24 0,0 24 16,0 0-16,25-25 0,-25 25 0,0 0 0,0 0 0,0 0 15,0 0-15,24 0 0,-24 0 0,0 0 0,0 0 0,0 0 16,0 0-16,25 0 0,-25 0 0,0 25 0,0-25 15,0 0-15,25 0 0,-25 24 0,0-24 0,0 0 16,0 25-16,0-25 0,25 25 0,-25-25 0,0 25 0,0-25 16,0 25-16,0-25 0,25 24 0,-25-24 0,0 25 0,0-25 15,0 0-15,0 25 0,0-25 0,24 25 0,-24-25 16,0 0-16,0 25 0,0-25 0,25 0 0,-25 0 0,0 0 15,0 24-15,0-24 0,0 0 0,0 0 0,0 0 16,25 0-16,-25 0 0,0 0 0,0 0 0,0 0 0,0 0 16,0-24-16,25 24 0,-25 0 0,0 0 0,0 0 15,25-25-15,-25 25 0,0 0 0,0-25 0,0 25 0,24-25 16,-24 25-16,0 0 0,0-25 0,0 25 0,25-24 15,-25 24-15,0-25 0,0 25 0,0-25 0,0 25 0,0-25 16,0 25-16,0-25 0,0 25 0,0 0 0,0-24 16,0 24-16,0 0 0,0 0 0,0 0 0,0 0 0,0 0 15,0 0-15,0 0 0,0 0 0,0 0 0,0 0 0,0 0 16,0 24-16,0-24 0,0 0 0,0 25 0,0-25 15,0 25-15,25-25 0,-25 25 0,0-25 0,0 25 0,0-25 16,0 24-16,0-24 0,0 25 0,0-25 0,0 25 16,0 0-16,0-25 0,0 25 0,0-25 0,0 24 0,0-24 15,0 25-15,0-25 0,0 25 0,25-25 0,-25 25 0,0-25 16,0 0-16,0 25 0,0-25 0,25 0 0,-25 0 15,0 0-15,0 0 0,0 0 0,24 0 0,-24 0 0</inkml:trace>
  <inkml:trace contextRef="#ctx0" brushRef="#br0" timeOffset="274257.6866">5085 16942 0,'0'0'0,"0"0"0,0 0 0,0 0 16,0 0-16,0 0 0,0 0 0,0 0 0,0 0 0,0 0 16,25 0-16,-25 0 0,0-25 0,0 25 0,25 0 15,-25 0-15,0 0 0,24-25 0,-24 25 0,0 0 0,25-25 16,-25 25-16,25 0 0,-25-25 0,25 25 0,-25 0 15,25-24-15,-25 24 0,24-25 0,-24 25 0,25-25 0,-25 25 16,25-25-16,-25 25 0,25-25 0,-25 25 0,25-24 16,-25-1-16,0 25 0,0-25 0,24 25 0,-24-25 0,0 25 15,0-25-15,0 1 0,0 24 0,0-25 0,0 25 16,0-25-16,0 25 0,0-25 0,0 25 0,0-25 0,0 25 15,0-24-15,0 24 0,-24-25 0,24 25 0,0 0 0,0-25 16,0 25-16,-25 0 0,25 0 0,0 0 16,0-25-16,0 25 0,-25 0 0,25 0 0,0 0 0,0 0 15,0 0-15,0 0 0,-25 25 0,25-25 0,0 0 0,0 0 16,0 0-16,0 25 0,0-25 0,0 0 0,0 25 0,0-25 15,-25 24-15,25-24 0,0 25 0,0 0 0,0-25 16,0 25-16,0 0 0,25-25 0,-25 24 0,0 1 16,0-25-16,0 25 0,0 0 0,0-25 0,0 25 0,0-1 15,0-24-15,0 25 0,0 0 0,0-25 0,0 25 0,0-25 16,25 25-16,-25-25 0,0 24 0,0-24 0,0 25 15,0-25-15,0 0 0,0 25 0,0-25 0,0 0 0,0 25 16,0-25-16,0 0 0,0 0 0,0 25 0,0-25 16,0 0-16,0 0 0,0 0 0,0 0 0,0 0 0,0 0 15,0 0-15,0 0 0,0 0 0,0 0 0,25 0 0,-25 0 16,0 0-16,0 0 0,0 0 0,0-25 0,0 25 15,25 0-15,-25 0 0,0 0 0,0-25 0,24 25 0,-24 0 16,0-25-16,0 25 0,25 0 0,-25-25 0,0 25 16,0-24-16,25 24 0,-25 0 0,0 0 0,25-25 0,-25 25 15,0 0-15,0 0 0,0-25 0,25 25 0,-25 0 0,0 0 16,0 0-16,0 0 0,0 0 0,0 0 0,0 0 15,0 0-15,0 0 0,0 0 0,0 0 0,0 0 0,0 0 16,0 0-16,0 0 0,0 0 0,0 0 0,0 0 16,0 0-16,0 0 0,0 25 0,0-25 0,0 0 0,0 0 15,0 25-15,0-25 0,0 0 0,24 24 0,-24-24 0,0 25 16,0-25-16,0 25 0,0-25 0,0 0 0,0 25 16,0-25-16,0 25 0,25-25 0,-25 0 0,0 24 0,0-24 15,0 0-15,25 25 0,-25-25 0,0 0 0,25 0 16,-25 0-16,0 0 0,25 0 0,-25 25 0,0-25 0,24-25 15,-24 25-15,0 0 0,25 0 0,-25 0 0,0 0 0,25 0 16,-25 0-16,0-25 0,25 25 0,-25 0 0,0 0 16,25-24-16,-25 24 0,0 0 0,0-25 0,24 25 0,-24-25 15,0 25-15,0 0 0,0-25 0,0 25 0,0 0 16,0-25-16,0 25 0,0-24 0,0 24 0,0 0 0,0 0 15,0-25-15,0 25 0,0 0 0,0 0 0,0 0 16,0-25-16,0 25 0,-24 0 0,24 0 0,0 0 0,0 0 16,0 0-16,0 0 0,0 0 0,0 0 0,0 0 0,0 0 15,-25 25-15,25-25 0,0 0 0,0 0 0,0 0 16,0 25-16,0-25 0,0 0 0,0 24 0,0-24 0,0 0 15,0 25-15,0-25 0,0 0 0,0 25 0,0-25 0,0 0 16,25 25-16,-25-25 0,0 25 0,0-25 0,0 0 16,0 24-16,0-24 0,0 0 0,24 0 0,-24 25 0,0-25 15,0 0 48,25 25-17,0-25-46,-25 0 0,0 0 0,0 0 0,25 0 0,-25 0 0,0 0 0,0 0 0,0-25 0,25 25 0,-25 0 0,0-25 0,0 25 0,0 0 0,25-24 0,-25 24 0,0-25 0,0 25 16,0-25-16,0 25 0,0-25 0,0 25 0,0-25 0,0 25 0,0-24 0,0 24 0,0-25 0,0 0 0,0 25 0,0-25 0,-25 25 0,25-25 0,0 25 0,0-24 0,0 24 0,0 0 0,-25-25 0,25 25 0,0 0 0,0 0 0,0 0 0,0 0 0,0 0 16,0 0-16,-25 0 0,25 0 0,0 0 0,0 0 0,0 0 15,0 0-15,0 25 0,0-25 0,-25 0 0,25 0 16,0 0-16,0 24 0,0-24 0,-25 25 0,25-25 0</inkml:trace>
  <inkml:trace contextRef="#ctx0" brushRef="#br0" timeOffset="274510.7011">5829 17214 0,'0'25'16,"0"-25"-16,25 0 0,-25 0 0,0 0 0,0 0 16,0 0-16,0 0 0,0 0 0,0 0 0,0 0 0,0 0 15,0 0-15,0 0 0,0 0 0,0 0 0,0 0 0,0 0 16,0 0-16,0 0 0,0 0 0,0 0 0,0 0 0,25 0 15,-25 0-15,0 0 0,0 0 0,25 0 0,-25 0 0,0-25 16,24 25-16</inkml:trace>
  <inkml:trace contextRef="#ctx0" brushRef="#br0" timeOffset="274983.7281">6722 16842 0,'0'0'0,"0"0"15,0 0-15,0 0 0,0 0 0,0 0 0,0 0 0,0 0 16,0-24-16,0 24 0,0 0 0,0 0 0,0 0 0,0 0 15,0 0-15,0 0 0,0 0 0,0 0 0,0 0 16,0 0-16,0 0 0,0 0 0,0 24 140,74 125-140,-74-124 0,25-25 0,-25 25 0,0-25 0,0 0 0,0 25 0,0-25 0,25 0 0,-25 24 0,0-24 0,0 0 0,0 0 0,0 0 16,0 25-16,0-25 0,0 0 0,0 0 0,25 0 0,-25 0 0,0 0 0,0 0 0,0 0 0,0 0 0,0 0 0,0-25 0,0 25 0,0 0 0,0 0 0,25-24 0,-25 24 0,0 0 0,0-25 0,0 25 0,0-25 0,0 25 16,0-25-16,0 25 0,0-25 0,25 25 0,-25-24 0,0 24 0,0-25 0,0 25 0,0-25 15,0 25-15,0 0 0,0 0 0,0 0 0,0-25 0,0 25 16,0 0-16,0 0 0,0 0 0,0 0 0,0 0 0,24 0 15,-24 0-15,0 0 0,0 0 0,0 0 16,25 0-16,-25 0 0,0 0 0</inkml:trace>
  <inkml:trace contextRef="#ctx0" brushRef="#br0" timeOffset="275415.7528">7119 16942 0,'0'0'0,"0"0"0,0 0 0,0 0 0,0 0 16,0 0-16,0 24 0,0-24 0,0 0 0,0 0 15,0 0-15,0 0 0,0 0 0,25 0 0,-25 0 0,0 0 16,0 0-16,0 0 0,25 0 0,-25-24 0,0 24 0,24 0 15,-24 0-15,0 0 0,25 0 0,-25 0 0,25-25 16,-25 25-16,0 0 0,25 0 0,-25 0 0,0 0 0,25-25 16,-25 25-16,0 0 0,0 0 0,0 0 0,0-25 15,0 25-15,24 0 0,-24 0 0,0 0 0,-24-25 16,24 25-16,0 0 0,0 0 0,0-24 0,0 24 0,0 0 0,0 0 15,-25-25-15,25 25 0,0 0 0,0 0 0,-25-25 16,25 25-16,0 0 0,-25 0 0,25-25 0,0 25 16,-25 0-16,25 0 0,0 0 0,-24 0 0,24 0 0,0-25 15,-25 25-15,25 0 0,0 0 0,-25 0 0,25 0 0,0 25 16,0-25-16,-25 0 0,25 0 0,0 0 0,0 0 15,-25 25-15,25-25 0,0 0 0,0 25 0,0-25 0,0 0 16,0 25-16,-24-25 0,24 0 0,0 24 0,0-24 16,0 25-16,0 0 0,24-25 0,-24 25 0,0-25 0,0 25 15,0-25-15,0 24 0,25-24 0,-25 25 0,0-25 0,25 25 16,-25-25-16,25 25 0,-25-25 0,25 0 0,-25 25 15,24-25-15,1 0 0,-25 24 0,25-24 0,-25 0 16,25 0-16,0 0 0,-25 0 0,24 0 0,-24 0 0,25 0 16,0 0-16,-25 0 0,25 0 0,-25 0 0,25 0 0,-25-24 15,24 24-15,-24 0 0,25 0 0,0-25 0,-25 25 0,25-25 16,-25 25-16</inkml:trace>
  <inkml:trace contextRef="#ctx0" brushRef="#br0" timeOffset="275796.7746">7764 16718 0,'25'0'0,"-25"-24"0,0 24 15,0-25-15,-25 25 0,25-25 0,0 25 0,0-25 16,0 25-16,0 0 0,0-25 0,0 25 0,-25 0 0,25-24 16,0 24-16,0 0 0,0-25 0,0 25 0,-25 0 0,25 0 15,0 0-15,0 0 0,0-25 0,0 25 0,0 0 16,0 0-16,-25 0 0,25 0 0,0 0 0,0 0 0,0 0 15,0 0-15,0 0 0,0 0 0,0 0 0,0 0 16,0 25-16,0-25 0,0 0 0,0 0 0,0 0 0,0 25 16,0-25-16,0 0 0,0 24 0,0-24 0,0 25 0,0-25 15,0 25-15,0-25 0,0 25 0,0-25 0,0 25 16,0-25-16,0 24 0,0-24 0,0 25 0,0-25 0,0 25 15,0-25-15,0 25 0,0-25 0,0 25 0,0-25 16,0 0-16,0 24 0,0-24 0,0 25 0,0-25 0,0 0 16,0 25-16,0-25 0,25 0 0,-25 0 0,0 25 0,0-25 15,25 0-15,-25 0 0,0 0 0,0 25 0,25-25 16,-25 0-16,0 0 0,25 0 0,-25 0 0,0 0 0,24 0 15,-24 0-15,25 0 0,-25 0 0,0 0 0,25 0 16,-25 0-16,0 0 0,25 0 0,-25 0 0,25 0 0,-25-25 16,0 25-16,24 0 0,-24-25 0,0 25 0,25 0 0,-25-25 15,25 25-15,-25-25 0,0 25 0</inkml:trace>
  <inkml:trace contextRef="#ctx0" brushRef="#br0" timeOffset="276441.8115">8161 16321 0,'0'0'0,"0"0"0,0 0 62,0 0-62,-25-24 0,25 24 0,0 0 0,0 0 0,0 0 0,0 0 0,0 0 0,0 24 0,0-24 0,0 0 0,0 0 16,0 25-16,0-25 0,0 25 0,0-25 0,0 25 0,0-25 0,0 25 0,0 0 0,0-25 0,0 24 0,0 1 0,0-25 0,0 25 0,0 0 0,25 0 0,-25-25 0,0 24 0,0 1 0,0-25 15,0 25-15,0 0 0,0-25 0,0 25 0,0-25 16,0 24-16,0 1 0,0-25 0,0 25 0,0-25 0,0 0 16,0 25-16,0-25 0,0 25 0,0-25 0,0 0 0,0 24 15,0-24-15,0 0 0,0 0 0,0 0 0,0 25 16,0-25-16,-25 0 0,25 0 0,0 0 0,0 0 0,-25 0 15,25 0-15,0-25 0,0 25 0,-25 0 0,25 0 16,0 0-16,0-24 0,0 24 0,-24 0 0,24-25 16,0 25-16,0-25 0,0 25 0,0-25 0,0 25 0,0 0 15,0-25-15,24 25 0,-24-24 0,0 24 0,0 0 0,0 0 16,25-25-16,-25 25 0,0 0 0,25 0 0,-25 0 0,0-25 15,25 25-15,-25 0 0,0 0 0,25 0 0,-25 0 16,24 0-16,-24 0 0,25 0 0,-25 0 0,0 0 0,25 0 16,-25 0-16,0 0 0,25 0 0,-25 0 0,0 0 15,0 0-15,0 25 0,0-25 0,25 0 0,-25 0 0,0 25 16,0-25-16,0 0 0,0 24 0,0-24 0,0 0 0,0 25 15,0-25-15,0 0 0,0 25 0,0-25 0,0 25 16,0-25-16,0 25 0,0-25 0,0 0 0,0 24 0,0-24 16,0 0-16,0 25 0,0-25 0,0 0 0,0 0 15,0 25-15,0-25 0,24 0 0,-24 0 0,0 0 0,0 0 16,25 0-16,-25 0 0,0 0 0,25 0 0,-25 0 0,0 0 15,25 0-15,-25 0 0,0 0 0,25-25 0,-25 25 16,24 0-16,-24 0 0,0-25 0,0 25 0,25 0 0,-25-24 16,0 24-16,0 0 0,0-25 0,0 25 0,0-25 15,0 25-15,0-25 0,0 25 0,0-25 0,0 25 16,-25 0-16,25-24 0,0 24 0,0 0 0,0-25 0,-24 25 15,24 0-15,0 0 0,0-25 0,0 25 0,0 0 16,0 0-16,0 0 0,0 0 0,-25 0 0,25 0 0,0 0 16,0 0-16,0 0 0,0 0 0,0 0 0,-25 0 0,25 0 15,0 25-15,0-25 0,0 0 0,-25 0 0,25 0 0,0 0 16,0 0-16,0 0 0,0 0 0,0-25 0,0 25 15</inkml:trace>
  <inkml:trace contextRef="#ctx0" brushRef="#br0" timeOffset="276725.8278">8434 16470 0,'0'0'15,"0"-24"-15,24 24 0,-24 0 0,0 0 0,0 0 16,0 0-16,25 0 0,-25 0 0,0-25 0,0 25 0,25 0 16,-25 0-16,25 0 0,-25 0 0,0 25 0,25-25 0,-25 0 15,0 0-15,24 0 0,-24 0 0,0 0 0,25 24 16,-25-24-16,0 0 0,0 0 0,0 25 0,0-25 0,0 0 15,0 25-15,0-25 0,0 25 0,0-25 0,0 25 16,-25-25-16,25 0 0,0 24 0,-24-24 0,24 25 0,-25-25 16,25 25-16,-25-25 0,25 25 0,-25-25 0,0 0 0</inkml:trace>
  <inkml:trace contextRef="#ctx0" brushRef="#br0" timeOffset="277106.8496">9649 17090 0,'0'0'15,"-25"-24"-15,25 24 0,0 0 0,-25-25 0,25 25 0,0 0 16,-24-25-16,24 25 0,0-25 0,-25 25 0,25 0 15,0-25-15,-25 25 0,25-24 0,-25 24 0,25 0 0,0-25 16,0 25-16,-25 0 0,25 0 0,0 0 0,0-25 0,-24 25 16,24 0-16,0 0 0,0 25 0,-25-25 0,25 0 15,0 0-15,0 0 0,0 25 0,0-25 0,0 0 0,0 24 16,-25-24-16,25 0 0,0 25 0,0-25 0,0 25 15,0-25-15,0 0 0,0 25 0,0-25 0,25 0 0,-25 25 16,0-25-16,0 0 0,25 24 0,-25-24 0,0 0 16,0 0-16,24 0 0,-24 0 0,25 0 0,-25 25 0,25-25 15,-25 0-15,25 0 0,-25 0 0,25-25 0,-25 25 0,24 0 16,-24 0-16,0 0 0,25 0 0,-25-24 0,25 24 15,-25 0-15,25-25 0,-25 25 0,25 0 0,-25-25 0,24 25 16,-24-25-16,25 25 0,-25-25 0,0 1 0,25 24 0,-25-25 16,0 0-16,0 25 0,25-25 0</inkml:trace>
  <inkml:trace contextRef="#ctx0" brushRef="#br0" timeOffset="277722.8848">9798 16619 0,'0'-25'0,"0"25"0,0-24 0,0 24 0,0-25 0,0 25 16,0-25-16,0 25 0,-25 0 0,25-25 0,0 25 16,0 0-16,0 0 0,0 0 0,0 0 0,0 0 15,0 0-15,0 0 0,0 0 0,0 0 0,0 0 0,0 0 16,0 0-16,0 25 0,0-25 0,0 0 0,0 25 0,0 0 15,0-25-15,0 24 0,0-24 0,0 25 0,0 0 16,0 0-16,0-25 0,0 25 0,0-1 0,0 1 0,0-25 16,0 25-16,0 0 0,0 0 0,0-25 0,0 24 0,0 1 15,0-25-15,0 25 0,0 0 0,25-25 0,-25 25 16,0-25-16,0 24 0,0-24 0,0 25 0,0-25 0,0 25 15,25-25-15,-25 0 0,0 25 0,0-25 0,0 0 16,0 0-16,0 25 0,24-25 0,-24 0 0,0 0 0,0 0 16,0 0-16,25 0 0,-25 0 0,0 0 0,0 0 0,25 0 15,-25 0-15,0 0 0,25 0 0,-25-25 0,0 25 16,25 0-16,-25 0 0,24 0 0,-24-25 0,0 25 0,0 0 15,25-25-15,-25 25 0,0 0 0,0-25 0,25 25 16,-25 0-16,0 0 0,0-24 0,0 24 0,0 0 0,0 0 16,0-25-16,0 25 0,0 0 0,0-25 0,0 25 0,0 0 15,0 0-15,0 0 0,0-25 0,0 25 0,0 0 16,0 0-16,0 0 0,-25 0 0,25 0 0,0 0 0,0 0 15,0 0-15,0 0 0,0 0 0,0 0 0,0 0 16,-25 25-16,25-25 0,0 0 0,0 25 0,0-25 47,50 198 46,-25-198-93,-25 0 0,0 0 0,25 0 0,-25 0 0,0 0 0,25 0 0,-25 0 16,0 0-16,24 0 0,-24 0 0,0 0 0,25 0 0,-25-25 0,0 25 0,0 0 0,25-24 0,-25 24 0,0 0 0,0-25 0,0 25 0,0-25 0,0 25 0,0-25 0,0 25 0,0-25 0,0 25 0,0-24 0,0 24 0,-25-25 0,25 0 0,0 25 0,0-25 0,-25 25 0,25-25 0,0 25 0,0 0 0,-24-24 16,24 24-16,0 0 0,0 0 0,-25 0 0,25 0 15,0 0-15,0 0 0,0 0 0,0 0 0,0 0 0,0 0 16,0 0-16,0 0 0,-25 0 0,25 0 0,0 0 15,0 0-15,0 0 0,0 0 0,0 0 0,25 0 0,-25 0 16,0 0-16,0 0 0,0 0 0,0 0 0,0 0 0,25 0 16</inkml:trace>
  <inkml:trace contextRef="#ctx0" brushRef="#br0" timeOffset="277963.8986">10443 16470 0,'0'0'16,"-25"0"-16,25-24 0,0 24 0,-25 0 0,25 0 0,0 0 15,-25 0-15,25 0 0,0 0 0,-24 0 0,24 0 16,-25 0-16,25 0 0,0 0 0,-25 0 0,25 24 0,-25-24 16,25 0-16,-25 0 0,25 0 0,-24 0 0,24 25 0,-25-25 15,0 0-15,25 0 0,-25 0 0,0 0 0,1 0 16</inkml:trace>
  <inkml:trace contextRef="#ctx0" brushRef="#br0" timeOffset="278142.9088">9674 16470 0,'0'0'0,"-25"0"0,25 25 0,0-25 0,0 0 0,0 0 0,0 0 0,0 0 0,0 0 0,25 0 0,-25 0 0,0 0 0,25 0 0,-25-25 0,24 25 16,1 0-16,-25 0 0,25 0 0,0 0 0,0 0 0,-1 0 16,1 0-16,0 0 0,0 0 0,0 0 0,-1 0 0,1 0 15,-25 0-15,25 0 0,0 0 0,0 0 0,0 0 16,-1 0-16,-24 0 0,25 0 0</inkml:trace>
  <inkml:trace contextRef="#ctx0" brushRef="#br0" timeOffset="279372.9792">11261 16346 0,'0'0'0,"0"0"0,0-25 0,0 25 0,0 0 0,0-24 16,0 24-16,0 0 0,0 0 0,0 0 0,0-25 0,0 25 15,0 0-15,0 0 0,0 0 0,0 0 0,0 0 16,0 0-16,0 0 0,0 0 0,0 25 0,0-25 0,0 0 16,0 24-16,0-24 0,0 25 0,0 0 0,0-25 15,0 25-15,0 0 0,0 0 0,0-1 0,0 1 0,-24-25 16,24 25-16,0 0 0,0 0 0,0-1 0,0 1 0,0 0 15,0 0-15,0-25 0,0 25 0,0-1 0,-25 1 16,25-25-16,0 25 0,0 0 0,0-25 0,0 25 0,0-1 16,0-24-16,0 25 0,0-25 0,0 0 0,0 25 15,0-25-15,0 0 0,0 0 0,0 0 0,25 25 0,-25-25 16,0 0-16,0 0 0,0 0 0,0 0 0,0 0 15,0 0-15,24 0 0,-24 0 0,0 0 0,25 0 0,-25 0 16,0-25-16,25 25 0,-25 0 0,25 0 0,-25 0 16,25-25-16,-25 25 0,24 0 0,-24-25 0,25 25 0,-25 0 15,25-24-15,-25 24 0,25 0 0,-25-25 0,25 25 0,-25-25 16,0 25-16,24 0 0,-24-25 0,0 25 0,0 0 0,0 0 15,0-25-15,0 25 0,0 0 0,0-24 0,0 24 16,0 0-16,0 0 0,0-25 0,0 25 0,0 0 0,0 0 16,-24-25-16,24 25 0,0 0 0,0 0 0,0-25 15,0 25-15,0 0 0,0 0 0,0 0 0,-25 0 0,25 0 16,0 0-16,0 0 0,0 0 0,0 0 0,0 0 15,-25 0-15,25 0 0,0 25 0,0-25 0,0 0 0,0 0 16,-25 25-16,25-25 0,0 0 0,0 25 0,0-25 16,0 24-16,0-24 0,0 0 0,0 25 0,0-25 0,0 0 15,0 25-15,0-25 0,0 25 0,0-25 0,0 0 0,0 25 16,0-25-16,0 0 0,25 24 0,-25-24 0,0 0 15,0 25-15,0-25 0,0 0 0,0 0 0,0 0 0,0 0 16,0 0-16,0 0 0,25 0 0,-25 0 0,0 0 16,0 0-16,0 0 0,0 0 0,0 0 0,0 0 0,25 0 15,-25 0-15,0-25 0,0 25 0,0 0 0,0 0 0,24-24 16,-24 24-16,0 0 0,0 0 0,0-25 0,0 25 15,25 0-15,-25 0 0,0 0 0,0-25 0,0 25 0,0 0 16,0 0-16,0 0 0,0 0 0,0 0 0,0 25 16,0-25-16,0 0 0,0 0 0,0 0 0,0 25 0,0-25 15,0 0-15,0 24 0,0-24 0,0 0 0,0 25 0,0-25 16,0 25-16,0-25 0,0 0 0,0 25 0,0-25 15,0 0-15,0 25 0,0-25 0,0 0 0,0 0 0,0 0 16,0 0-16,0 0 0,0 0 0,0 0 0,0 0 16,0 0-16,0 0 0,0 0 0,0-25 0,0 25 0</inkml:trace>
  <inkml:trace contextRef="#ctx0" brushRef="#br0" timeOffset="279602.9923">11435 16570 0,'0'0'16,"0"0"-16,0 0 0,0 0 0,0 0 0,0 0 0,0 0 15,25 0-15,-25-25 0,0 25 0,25 0 0,-25 0 16,24 0-16,1 0 0,-25 0 0,25 0 0,0 0 0,0 0 16,-1 0-16,-24 25 0,25-25 0,0 0 0,0 0 15,0 0-15,-1 0 0,1 0 0,-25 0 0</inkml:trace>
  <inkml:trace contextRef="#ctx0" brushRef="#br0" timeOffset="281284.0885">12328 16892 0,'0'0'16,"0"0"-16,0 0 0,0 0 0,0 0 0,0 0 0,0 0 15,0 0-15,25 0 0,-25 0 0,0 0 0,0 0 16,0 0-16,0 0 0,0 0 0,0 0 0,0-25 0,25 25 15,-25 0-15,0 0 0,0 0 0,0 0 0,24-25 0,-24 25 16,0 0-16,25 0 0,-25-24 0,25 24 0,-25 0 16,0-25-16,25 25 0,-25 0 0,0 0 0,25-25 15,-25 25-15,24 0 0,-24-25 0,0 25 0,25 0 0,-25-25 16,25 25-16,-25-24 0,0 24 0,25 0 0,-25-25 0,25 25 15,-25 0-15,24-25 0,-24 25 0,0-25 0,25 25 16,-25-25-16,0 25 0,0-24 0,0 24 0,0-25 0,0 25 16,25-25-16,-25 25 0,0 0 0,0-25 0,0 25 15,0-25-15,0 25 0,0 0 0,-25-24 0,25 24 0,0-25 16,0 25-16,0 0 0,0-25 0,-25 25 0,25 0 0,0 0 15,-24-25-15,24 25 0,0 0 0,0 0 0,0 0 16,-25-25-16,25 25 0,0 0 0,0 0 0,0 0 16,0 0-16,0 0 0,0 0 0,0 0 0,0 0 0,0 0 15,0 0-15,0 0 0,0 0 0,0 25 0,0-25 16,-25 0-16,25 0 0,0 25 0,0-25 0,0 0 0,0 25 15,0-25-15,0 25 0,0-1 0,0-24 0,0 25 16,0 0-16,0-25 0,0 25 0,0 0 0,0-1 0,0-24 16,0 25-16,0 0 0,0 0 0,0-25 0,0 25 15,0-1-15,0 1 0,0-25 0,0 25 0,0 0 0,0-25 16,0 25-16,0-1 0,0-24 0,0 25 0,0-25 0,0 25 15,0-25-15,0 25 0,0-25 0,0 25 0,0-25 16,-25 24-16,25-24 0,0 0 0,0 25 0,0-25 0,0 0 16,0 0-16,0 0 0,0 0 0,0 25 0,0-25 15,0 0-15,0 0 0,0 0 0,0 0 0,0 0 0,0 0 16,0 0-16,0 0 0,0 0 0,0 0 0,0 0 0,0-25 15,0 25-15,0 0 0,0 0 0,0 0 0,25-25 16,-25 25-16,0 0 0,0-24 0,25 24 0,-25-25 0,0 25 16,0-25-16,25 25 0,-25 0 0,0-25 0,24 25 15,-24-25-15,0 25 0,0 0 0,25-24 0,-25 24 0,0 0 16,25-25-16,-25 25 0,0 0 0,0 0 0,0-25 0,25 25 15,-25 0-15,0 0 0,0 0 0,0 0 0,0 0 16,0 0-16,0 25 0,0-25 0,0 0 0,0 0 0,0 25 16,0-25-16,0 0 0,0 24 0,0-24 0,0 25 15,0-25-15,0 25 0,0-25 0,0 25 0,0 0 0,0-25 16,0 24-16,0-24 0,0 0 0,0 25 0,0-25 0,0 25 15,0-25-15,0 0 0,0 25 0,25-25 0,-25 0 16,0 0-16,0 25 0,0-25 0,0 0 0,24 0 0,-24 0 16,0 0-16,0 0 0,0 0 0,25 0 0,-25 0 15,0 0-15,0 0 0,25 0 0,-25 0 0,0 0 0,25 0 16,-25 0-16,0-25 0,0 25 0,25 0 0,-25 0 0,0-25 15,0 25-15,24 0 0,-24 0 0,0-25 0,0 25 16,0 0-16,0-25 0,0 25 0,0-24 0,0 24 0,25 0 16,-25-25-16,0 25 0,0-25 0,0 25 0,0 0 15,0-25-15,0 25 0,0 0 0,0 0 0,0-25 0,0 25 16,0 0-16,0 0 0,-25 0 0,25 0 0,0 0 0,0 0 15,0 0-15,0 0 0,0 0 0,0 0 0,0 0 16,0 0-16,0 0 0,0 0 0,-24 25 0,24-25 0,0 0 16,0 25-16,0-25 0,0 0 0,0 25 0,0-25 15,0 25-15,0-25 0,0 24 0,0-24 0,0 0 0,0 25 16,0-25-16,0 25 0,24-25 0,-24 0 0,0 25 0,0-25 15,0 0-15,0 25 0,25-25 0,-25 0 0,0 0 16,0 0-16,0 24 0,25-24 0,-25 0 0,0 0 0,0 0 16,25 0-16,-25 0 0,0 0 0,25 0 0,-25 0 15,0 0-15,24 0 0,-24 0 0,0 0 0,25 0 0,-25-24 16,0 24-16,0 0 0,25-25 0,-25 25 0,0 0 0,0-25 15,0 25-15,0 0 0</inkml:trace>
  <inkml:trace contextRef="#ctx0" brushRef="#br0" timeOffset="281502.101">12898 16718 0,'0'0'0,"0"0"0,-24-24 0,24 24 0,0 0 0,0 0 16,0-25-16,0 25 0,0 0 0,0 0 0,0 0 15,0-25-15,0 25 0,0 0 0,0 0 0,24 0 0,-24 0 16,0-25-16,25 25 0,-25 0 0,0 0 0,25 0 0,-25 0 15,25 0-15,-25 0 0,25 0 0,-25 0 0,24 0 16,-24 0-16,0 0 0,25 0 0,-25 0 0,0 25 0,0-25 16,25 0-16,-25 0 0,0 25 0,0-25 0,0 25 15,0-25-15,0 24 0,0-24 0,0 25 0,0-25 0,0 25 16,-25 0-16,25-25 0</inkml:trace>
  <inkml:trace contextRef="#ctx0" brushRef="#br0" timeOffset="281688.1116">12874 17388 0,'0'0'0,"0"0"0,0 0 16,0 0-16,0 0 0,0 0 0,0 0 0,0 0 0,0-25 16,0 25-16,0 0 0,0 0 0,0 0 0,0 0 15,0 0-15,0 0 0,0 0 0,0 0 0,0 0 0,0-25 16,0 25-16,0 0 0,24 0 0,-24 0 0,0 0 0,0 0 15,0 0-15,0 0 0,0-24 0</inkml:trace>
  <inkml:trace contextRef="#ctx0" brushRef="#br0" timeOffset="282171.1392">13543 16669 0,'0'0'0,"0"-25"16,0 25-16,0 0 0,0 0 0,-24 0 0,24-25 0,0 25 15,0 0-15,0 0 0,0 0 0,-25 0 0,25 0 0,0 0 16,0 0-16,0 0 0,0 0 0,0 0 0,-25 0 16,25 0-16,0 0 0,0 0 0,0 0 0,0 0 0,0 0 15,0 0-15,0 25 0,0-25 0,0 0 0,25 0 16,-25 0-16,0 0 0,0 25 0,0-25 0,0 0 0,0 25 15,0-25-15,0 0 0,0 24 0,25-24 0,-25 25 16,0 0-16,0-25 0,0 25 0,24-25 0,-24 25 0,0-25 16,25 24-16,-25-24 0,0 25 0,25 0 0,-25-25 15,0 25-15,0-25 0,25 0 0,-25 25 0,0-25 0,0 24 16,25-24-16,-25 0 0,0 0 0,0 0 0,0 25 0,0-25 15,0 0-15,0 0 0,0 0 0,0 0 0,0 0 16,0 0-16,-25 0 0,25 0 0,0 0 0,0 0 0,0 0 16,-25 0-16,25 0 0,0 0 0,-25 0 0,25 0 15,0 0-15,-25 0 0,25 0 0,0 0 0,-24 0 0,24 0 16,0 0-16,0 0 0,0 0 0,0 0 0,0-25 0,0 25 15,0 0-15,0 0 0,0 0 0,0-24 0,0 24 16,0 0-16,0-25 0,24 25 0,-24-25 0,0 25 0,0-25 16,25 25-16,-25-25 0</inkml:trace>
  <inkml:trace contextRef="#ctx0" brushRef="#br0" timeOffset="282831.177">13816 16743 0,'0'0'16,"0"0"-16,0 0 0,0-25 0,0 25 0,0 0 15,0 0-15,0 0 0,0 0 0,0 0 0,-25 0 0,25 0 16,0 0-16,0 0 0,0 25 0,0-25 0,0 0 0,0 0 15,0 25-15,0-25 0,0 25 0,0-25 0,0 25 16,0-25-16,0 24 0,0-24 0,0 25 0,0-25 0,0 25 16,0-25-16,0 25 0,0 0 0,0-25 0,0 24 15,0-24-15,0 25 0,25-25 0,-25 0 0,0 25 0,0-25 16,0 25-16,0-25 0,0 0 0,0 0 0,25 0 0,-25 0 15,0 25-15,0-25 0,0 0 0,0 0 0,25 0 16,-25 0-16,0 0 0,0 0 0,0 0 0,25 0 0,-25 0 16,0-25-16,0 25 0,0 0 0,24 0 0,-24 0 15,0-25-15,25 25 0,-25 0 0,0-25 0,0 25 0,25-25 16,-25 25-16,0-24 0,0 24 0,0-25 0,0 25 15,0-25-15,0 25 0,25 0 0,-25-25 0,0 25 0,0-25 16,0 25-16,0 0 0,0 0 0,0-24 0,0 24 0,0 0 16,0 0-16,0 0 0,0 0 0,0 0 0,0 0 15,0 0-15,0 0 0,25 0 0,-25 0 0,0 0 0,0 0 16,0 24-16,0-24 0,0 0 0,0 25 0,0-25 15,24 0-15,-24 25 0,0-25 0,0 0 0,0 25 0,0-25 16,0 25-16,0-25 0,0 0 0,0 24 0,0-24 0,0 25 16,0-25-16,0 0 0,0 0 0,0 25 0,0-25 15,-24 0-15,24 0 0,0 0 0,0 25 0,0-25 0,0 0 16,0 0-16,0 0 0,0 0 0,0 0 0,0 0 15,0 0-15,0 0 0,0 0 0,24 0 0,-24 0 0,0 0 16,0-25-16,0 25 0,0 0 0,0 0 0,25 0 0,-25-25 16,0 25-16,0 0 0,25-25 0,-25 25 0,0 0 15,25-24-15,-25 24 0,0-25 0,25 25 0,-25 0 0,0-25 16,24 25-16,-24-25 0,0 25 0,0 0 0,25 0 15,-25 0-15,0-25 0,0 25 0,0 0 0,0 0 0,0 0 16,0 25-16,25-25 0,-25 0 0,0 0 0,0 25 0,0-25 16,0 0-16,0 25 0,0-25 0,0 25 0,0-25 15,0 24-15,0-24 0,-25 0 0,25 25 0,0-25 0,0 25 16,0-25-16,0 25 0,0-25 0,0 0 0,0 25 15,0-25-15,0 0 0,0 0 0,0 24 0,0-24 0,0 0 16,0 0-16,0 0 0,0 0 0,25 0 0,-25 25 0,0-25 16,0 0-16,0 0 0,0-25 0,0 25 0,0 0 15,25 0-15,-25 0 0,0 0 0,0 0 0,0-24 0,25 24 16,-25 0-16,0-25 0,0 25 0</inkml:trace>
  <inkml:trace contextRef="#ctx0" brushRef="#br0" timeOffset="283239.2003">14461 16594 0,'0'0'0,"0"0"0,0 25 0,0-25 16,0 0-16,0 0 0,0 0 0,0 25 0,0-25 0,-25 0 16,25 25-16,0-25 0,0 25 0,0-25 0,0 24 0,0-24 15,0 25-15,0 0 0,0-25 0,0 25 0,0-25 0,0 25 16,0-1-16,0-24 0,-24 25 0,24-25 0,0 25 15,0-25-15,0 25 0,0 0 0,0-25 0,0 24 0,-25-24 16,25 0-16,0 25 0,0-25 0,0 0 0,0 25 16,0-25-16,-25 0 0,25 0 0,0 0 0,0 0 0,0 0 15,0 0-15,0 0 0,0 25 0,0-25 0,0 0 0,0 0 16,0-25-16,25 25 0,-25 0 0,0 0 0,0 0 15,0 0-15,0 0 0,25-25 0,-25 25 0,0 0 0,24-25 16,-24 25-16,25 0 0,-25-24 0,25 24 0,-25 0 16,0-25-16,25 25 0,-25 0 0,0 0 0,25 0 0,-25 0 15,0 0-15,0 0 0,0 0 0,0 0 0,24 0 16,-24 0-16,0 25 0,0-25 0,0 0 0,-24 0 0,24 24 15,0-24-15,0 25 0,0-25 0,0 0 0,0 25 0,0-25 16,-25 0-16,25 25 0,0-25 0,0 0 0,0 0 16,-25 25-16,25-25 0,0 0 0,-25 0 0,25 0 0,0 0 15,-25 0-15,25 0 0,0 0 31,-24 0-31,24 0 0,-25 0 0,0-25 0</inkml:trace>
  <inkml:trace contextRef="#ctx0" brushRef="#br0" timeOffset="283433.2114">13816 16396 0,'0'0'0,"-25"0"0,25 0 16,0 0-16,0 0 0,0 0 0,0 0 0,0 0 0,0 0 0,0 0 0,0-25 15,0 25-15,0 0 0,0 0 0,25 0 0,-25 0 16,0 0-16,0 0 0,0 0 0,0 0 0,0 0 0,0 0 15,0 0-15,0 0 0,0 25 0,25-25 0,-25 0 16</inkml:trace>
  <inkml:trace contextRef="#ctx0" brushRef="#br0" timeOffset="287319.4337">15205 16867 0,'0'-25'16,"0"25"-16,0-24 0,0 24 0,0 0 0,0-25 16,0 25-16,0-25 0,0 25 0,0 0 0,0-25 0,0 25 15,0 0-15,0 0 0,-25-25 0,25 25 0,0 0 0,0 0 16,0-24-16,0 24 0,0 0 0,0 0 0,0 0 15,0 0-15,0-25 0,0 25 0,0 0 0,-24 0 16,24 0-16,0 0 0,0-25 0,0 25 0,0 0 0,0 0 16,0 0-16,0-25 0,0 25 0,0 0 0,0 0 0,0 0 15,0 0-15,0 0 0,0-25 0,0 25 0,0 0 16,0 0-16,-25 0 0,25 0 0,0 0 0,0 0 0,0 0 15,0 0-15,0 0 0,0 0 0,0 0 0,0 0 16,0 0-16,0 0 0,0 0 0,0 0 0,0 0 0,0 0 16,0 0-16,0 0 0,0 0 0,0-24 0,0 24 0,0 0 15,0 0-15,273 248 312,-273-273-312,0 25 0,25-25 0,-25 25 0,0 0 0,0-25 0,0 25 0,0-25 0,0 25 0,0-24 0,0 24 0,0 0 0,0-25 0,0 25 0,0-25 0,0 25 0,0 0 0,0-25 0,0 25 0,0 0 0,0 0 0,0-25 0,0 25 0,0 0 0,0 0 0,-25 0 0,25 0 0,0 0 0,0 0 0,0 0 0,0 0 0,0 0 0,0 0 16,0 0-16,0 0 0,0 25 0,0-25 0,0 0 0,-25 0 0,25 25 15,0-25-15,0 25 0,0-25 0,0 25 0,0-1 0,0-24 16,0 25-16,0 0 0,0-25 0,0 25 0,-25 0 0,25-25 16,0 24-16,0 1 0,0 0 0,0-25 0,0 25 15,25-25-15,-25 25 0,0-25 0,0 24 0,0-24 0,0 0 16,0 25-16,0-25 0,0 0 0,25 0 0,-25 25 15,0-25-15,0 0 0,25 0 0,-25 0 0,0 0 0,24 0 16,-24 0-16,0-25 0,0 25 0,25 0 0,-25 0 0,0 0 16,25 0-16,-25-25 0,0 25 0,0 0 0,25 0 15,-25-24-15,0 24 0,0 0 0,25-25 0,-25 25 0,0 0 16,0-25-16,0 25 0,24 0 0,-24-25 0,0 25 15,0 0-15,0-25 0,0 25 0,0 0 0,0-24 0,0 24 16,0-25-16,0 25 0,0 0 0,0-25 0,0 25 0,0 0 16,0-25-16,0 25 0,0 0 0,0 0 0,0-25 15,0 25-15,0 0 0,0 0 0,0 0 0,0 0 0,0 0 16,0 0-16,0 0 0,0 0 0,0 0 0,0 0 15,0 0-15,0 0 0,0 0 0,0 0 0,0 0 0,0 0 16,0 0-16,0 0 0,0 0 0,0 0 0,0 0 0,0 0 16,0 0-16,0 0 0,0 0 0,0 0 0,0 0 15,0 0-15,0 0 0,0 0 0,0 0 0,0 0 0,0 0 16,0 0-16,0 0 0,0 0 0,0 0 0,0 0 15,0 0-15,0 0 0,0 0 0,0 0 0,0 0 0,0 0 16,0 0-16,0 0 0,0 25 0,0-25 0,0 0 0,0 0 16,0 0-16,0 0 0,0 0 0,0 0 0,0 0 15,0 0-15,0 0 0,25 0 0,-25 0 0,0 0 0,0 0 16,0 0-16,0 0 0,0 0 0,0 0 0,0 0 15,0 0-15,0 0 0,0 0 0,0 0 0,0 0 0,0 0 16,0 0-16,0 0 0,0 25 0,0-25 0,0 0 0,0 0 16,0 0-16,0 0 0,0 0 0,0 0 0,0 0 15,0 0-15,0 0 0,0 0 0,0 0 0,0 0 0,0 0 16,0 0-16,0 0 0,0 0 0,0 0 0,-25 0 15,25 0-15,0 25 0,0-25 0,0 0 0,0 0 0,0 0 16,0 0-16,0 0 0,0 0 0,0 0 0,0 0 16,0 0-16,0 25 0,0-25 0,0 0 0,0 0 0,0 0 15,0 24-15,0-24 0,0 0 0,25 0 0,-25 25 0,-25-25 16,25 0-16,0 25 0,0-25 0,0 0 0,0 25 15,0-25-15,0 0 0,0 25 0,0-25 0,25 0 0,-25 24 16,0-24-16,0 0 0,0 25 0,0-25 0,0 0 16,0 25-16,0-25 0,0 0 0,0 0 0,0 25 0,25-25 15,-25 0-15,0 0 0,0 0 0,0 0 0,0 0 0,0 0 16,25 0-16,-25 0 0,0 0 0,0 0 0,0 0 15,25 0-15,-25 0 0,0 0 0,0 0 0,24 0 0,-24-25 16,0 25-16,25 0 0,-25 0 0,0-25 0,0 25 16,25 0-16,-25 0 0,0-25 0,0 25 0,0-24 0,25 24 15,-25 0-15,0-25 0,0 25 0,25-25 0,-25 25 0,0-25 16,0 25-16,0-25 0,24 25 0,-24-24 0,0 24 15,0-25-15,0 25 0,0-25 0,0 25 0,0 0 0,0-25 16,0 25-16,25 0 0,-25 0 0,0-25 0,0 25 16,0 0-16,0 0 0,0 0 0,0 0 0,0 0 0,0 0 15,0 0-15,0 0 0,0 0 297</inkml:trace>
  <inkml:trace contextRef="#ctx0" brushRef="#br0" timeOffset="287595.4495">16073 16942 0,'0'-50'0,"0"50"0,0-25 0,0 25 0,0 0 16,-24-25-16,24 25 0,0 0 0,0 0 0,0-24 0,0 24 0,0 0 0,0 0 0,-25 0 0,25 0 0,0 0 0,0 0 0,0 0 0,-25 0 0,25 0 0,0 0 0,0 0 0,0 24 0,-25-24 0,25 0 0,0 25 0,0-25 0,-25 0 0,25 25 0,0-25 0,0 25 0,0-25 0,-24 25 0,24-25 0,0 24 0,0-24 0,0 25 0,0-25 0,0 25 15,0-25-15,0 25 0,0-25 0,0 0 0,0 25 0,24-25 16,-24 0-16,0 24 0,0-24 0,0 0 0,0 0 16,0 0-16,25 0 0,-25 0 0,0 25 0,0-25 0,25 0 15,-25-25-15,0 25 0,0 0 0,25 0 0,-25 0 16,0 0-16,25 0 0,-25-24 0,0 24 0,0 0 0,24 0 15,-24-25-15,0 25 0,0 0 0,0-25 0,25 25 0,-25 0 16,0-25-16,0 25 0,0 0 0,0-25 0,0 25 16,0 0-16,0 0 0,0 0 0,0 0 0,0 0 0,0 0 15,0 0-15,0 25 0,0-25 0,0 0 0,0 0 16,0 25-16,0-25 0,0 0 0,0 25 0,0-25 0,0 25 15,0-25-15,0 0 0,0 24 0,0-24 0,0 0 0,0 25 16,0-25-16,0 0 0,0 25 0,0-25 0,0 0 16,0 0-16,0 0 0,0 0 0,0 0 0,0 0 0,0 0 15,0 0-15,-25 0 0,25 0 0,0 0 0,0 0 16,0-25-16,25 25 0,-25 0 0</inkml:trace>
  <inkml:trace contextRef="#ctx0" brushRef="#br0" timeOffset="288639.5092">15875 16098 0,'0'0'0,"0"0"0,0 0 0,0 0 0,0 0 15,0 0-15,0-25 0,25 25 0,-25 0 0,0 0 16,0 25-16,0-25 0,25 0 0,-25 0 0,0 0 0,0 0 16,24 0-16,-24 25 0,0-25 0,0 0 0,0 0 15,0 25-15,0-25 0,0 0 0,0 0 0,0 25 0,0-25 16,0 0-16,0 24 0,-24-24 0,24 0 0,0 0 15,-25 25-15,25-25 0,-25 0 0,0 0 0,25 25 0,-25-25 16,1 0-16,-1 0 0,25 25 0,-25-25 0,0 0 16</inkml:trace>
  <inkml:trace contextRef="#ctx0" brushRef="#br0" timeOffset="289871.5797">16966 16470 0,'-24'0'0,"24"0"0,0 0 16,0-24-16,0 24 0,0 0 0,0 0 0,0 0 15,0 0-15,0 0 0,0 0 0,0 0 0,0 0 0,0 0 16,0 0-16,0 0 0,0 0 0,0 0 0,0 0 0,0 0 16,0 0-16,0 24 0,0-24 0,0 0 0,0 25 15,0-25-15,0 25 0,0-25 0,0 25 0,0-25 0,0 25 16,0-25-16,-25 24 0,25 1 0,0-25 0,0 25 15,0 0-15,0-25 0,0 25 0,0-1 0,0-24 0,0 25 16,0 0-16,0-25 0,0 25 0,0-25 0,-25 25 16,25-25-16,0 24 0,0-24 0,0 25 0,0-25 0,0 25 15,0-25-15,0 0 0,0 25 0,0-25 0,25 0 0,-25 0 265,273-323 63</inkml:trace>
  <inkml:trace contextRef="#ctx0" brushRef="#br0" timeOffset="291520.674">16917 16917 0,'-50'223'0,"50"-223"0,0 25 0,0-25 0,0 25 0,0-25 0,0 24 0,-25-24 0,25 25 0,0-25 0,0 0 0,0 25 0,0-25 0,0 0 0,0 25 0,0-25 0,0 0 0,0 0 0,0 0 0,0 0 0,0 0 0,0 0 0,0 0 0,0 0 0,0 0 0,0 0 0,0 0 0,0 0 0,0 0 0,0 0 0,0 0 0,0 0 0,0-25 0,0 25 0,0 0 16,0 0-16,0 0 0,0-25 0,0 25 0,0 0 15,25-25-15,-25 25 0,0 0 0,0 0 0,0-24 0,0 24 16,25 0-16,-25 0 0,0-25 0</inkml:trace>
  <inkml:trace contextRef="#ctx0" brushRef="#br0" timeOffset="292366.7224">16942 16867 0,'0'0'0,"0"0"0,0 0 0,0 0 0,0 0 0,0 0 0,0 0 0,0 0 0,-25 0 0,25 0 0,0 0 0,0 0 0,0 0 0,0 0 0,0 0 0,0 0 0,0 0 0,0-25 0,0 25 0,0 0 0,0 0 0,0 0 0,0 0 0,0 0 0,0 0 0,0 0 0,0 0 0,0 0 0,0 0 0,0 0 0,0 0 0,0 0 0,0-24 0,0 24 0,0 0 15,0 0-15,0 0 0,25 0 0,-25 0 0,0 0 0,0 0 16,0 0-16,0 0 0,0 0 0,0 0 0,0 0 16,0 0-16,0 0 0,0 0 0,0 0 0,0 0 0,0 0 15,0 0-15,0 0 0,24 24 0,-24-24 0,0 0 0,0 0 16,25 0-16,-25 25 0,0-25 0,25 0 0,-25 25 15,0-25-15,25 25 0,-25-25 0,0 0 0,25 25 0,-25-25 16,24 24-16,-24-24 0,0 0 0,25 25 0,-25-25 0,25 25 16,-25-25-16,0 0 0,25 25 0,-25-25 0,25 0 15,-25 25-15,0-25 0,0 0 0,24 0 0,-24 0 0,0 0 16,0 24-16,25-24 0,-25 0 0,0 0 0,0 0 15,0 0-15,0 0 0,0 0 0,0 0 0,0 0 0,0 0 16,0 0-16,25 0 0,-25 0 0,0 0 0,0 0 0,0 0 16,-25 0-16,25 0 0,0 0 0,0 0 0,0 0 15,0 0-15,0 0 0,0-24 0,0 24 0,0 0 16,0 0-16,0 0 0,0 0 0,0 0 0,0 0 0,0-25 15,0 25-15,0 0 0,0 0 0,-25 0 0,25 0 0</inkml:trace>
  <inkml:trace contextRef="#ctx0" brushRef="#br0" timeOffset="295021.8742">17363 16718 0</inkml:trace>
  <inkml:trace contextRef="#ctx0" brushRef="#br0" timeOffset="296253.9447">17735 16495 0,'-24'0'0,"24"0"0,0 0 16,0 0-16,0-25 0,0 25 0,0 0 0,0 0 15,0 0-15,0 0 0,0 0 0,0 0 0,0 0 0,0 0 16,0 0-16,0 0 0,0 0 0,0 0 0,0 0 16,0 0-16,0 0 0,0 0 0,0 0 0,0 0 0,0 0 15,0 0-15,0 0 0,0 0 0,0 0 0,0 0 16,0 0-16,0 0 0,0 0 0,0 0 0,0 0 0,0 0 15,0-24-15,0 24 0,0 0 0,0 0 0,0 0 16,0 0-16,0 0 0,0 0 0,0 0 0,-25 0 0,25 0 16,0 0-16,0 0 0,0 0 0,0-25 0,0 25 0,0 0 15,-25 0-15,25 0 0,0 0 0,0 0 0,0 0 16,-25 0-16,25 0 0,0 0 0,0 0 0,-25 0 0,25 0 15,0 0-15,0 0 0,0 0 0,-24 0 0,24 0 16,0 0-16,0 0 0,-25 0 0,25 0 0,0 0 16,0 25-16,-25-25 0,25 0 0,0 0 0,0 0 0,-25 24 15,25-24-15,0 0 0,0 25 0,-25-25 0,25 0 0,0 25 16,0-25-16,0 25 0,-25-25 0,25 0 0,0 25 15,0-25-15,0 24 0,0-24 0,-24 25 0,24-25 0,0 25 16,0-25-16,0 25 0,0-25 0,0 25 0,0-25 16,0 24-16,0-24 0,0 25 0,0 0 0,0-25 0,0 25 15,0-25-15,0 25 0,0-25 0,0 24 0,0-24 16,0 25-16,0-25 0,24 0 0,-24 25 0,0-25 0,0 0 15,0 25-15,25-25 0,-25 0 0,0 25 0,0-25 0,25 0 16,-25 0-16,0 0 0,0 24 0,25-24 0,-25 0 16,0 0-16,25 0 0,-25 0 0,0 0 0,25 0 0,-25 0 15,0 0-15,0 0 0,24 0 0,-24 0 0,0 0 0,0 0 16,25-24-16,-25 24 0,0 0 0,25 0 0,-25 0 15,0 0-15,0 0 0,25 0 0,-25-25 0,0 25 0,0 0 16,0 0-16,0 0 0,0 0 0,25-25 0,-25 25 16,0 0-16,0 0 0,0-25 0,0 25 0,0 0 0,0 0 15,0-25-15,0 25 0,0 0 0,0-24 0,24 24 0,-24 0 16,0 0-16,0-25 0,0 25 0,0 0 0,0-25 15,0 25-15,0 0 0,0-25 0,0 25 0,0 0 16,0 0-16,0-25 0,0 25 0,0 0 0,0 0 0,0-24 16,0 24-16,0 0 0,0 0 0,0 0 0,0 0 0,0 0 15,0 0-15,0 0 0,0 0 0,0 0 0,0 0 16,0 0-16,0 0 0,0 0 0,-24 24 0,24-24 0,0 0 15,0 0-15,0 25 0,0-25 0,0 0 0,0 25 16,0-25-16,0 0 0,0 25 0,0-25 0,0 25 0,0-25 16,0 24-16,0-24 0,0 25 0,0-25 0,0 0 0,0 25 15,-25-25-15,25 25 0,25-25 0,-25 25 0,0-25 16,0 0-16,0 24 0,0-24 0,0 0 0,0 0 0,0 25 15,0-25-15,0 0 0,0 0 0,0 0 0,0 0 16,0 0-16,0 0 0,0 0 0,0 25 0,0-25 0,0 0 16,0 0-16,0 0 0,0 0 0,0-25 0,0 25 0,0 0 15,0 0-15,0 0 0,0 0 0,-25 0 0,25-25 16,0 25-16,0 0 0,0-24 0,0 24 0,0 0 0,0-25 15</inkml:trace>
  <inkml:trace contextRef="#ctx0" brushRef="#br0" timeOffset="296495.9586">17611 16892 0,'0'0'0,"0"0"0,0 0 15,0 0-15,0-25 0,0 25 0,0 0 0,25 0 16,-25 0-16,0 0 0,0 0 0,0 0 0,25 0 0,-25 0 16,0 0-16,25 0 0,-25 0 0,25 0 0,-25-25 0,24 25 15,-24 0-15,25 0 0,0 0 0,-25 0 0,25 0 16,-25 0-16,25 0 0,-25 0 0,0 0 0,24 0 0,-24 0 15,25 0-15,-25 0 0,0 0 0,0 0 0</inkml:trace>
  <inkml:trace contextRef="#ctx0" brushRef="#br0" timeOffset="296905.982">17983 16669 0,'0'-25'16,"0"25"-16,0 0 0,0 0 0,25-25 0,-25 25 0,0 0 15,0 0-15,0 0 0,0 0 0,0 0 0,25 0 16,-25-25-16,0 25 0,0 0 0,0 0 0,0 25 0,0-25 16,0 0-16,0 0 0,0 0 0,0 0 0,0 25 0,0-25 15,25 0-15,-25 25 0,0-25 0,0 0 0,0 25 16,0-25-16,0 24 0,-25-24 0,25 25 0,0 0 0,0-25 15,0 25-15,0-25 0,0 25 0,0-1 0,0-24 16,0 25-16,0-25 0,0 25 0,0-25 0,0 25 0,0-25 16,0 25-16,0-25 0,0 24 0,0-24 15,0 0-15,0 0 0,0 25 0,25-25 0,-25 0 0,0 0 0,0 0 16,0 0-16,0 0 0,0 25 0,0-25 0,0 0 0,0 0 15,0-25-15,0 25 0,25 0 0,-25 0 0,0 0 16,0 0-16,0 0 0,0 0 0,24-25 0,-24 25 0,0 0 16,0-24-16,0 24 0,25 0 0,-25-25 0,0 25 0,0-25 15,25 25-15,-25-25 0,0 0 0,0 25 0,25-24 16,-25 24-16,0-25 0,0 0 0,25 25 0,-25-25 0,0 25 15,0 0-15,0-25 0,0 25 0,0 0 0,24 0 16,-24-24-16,0 24 0,0 0 0,0 0 0,0 0 0,0 0 16,0 0-16,0 0 0,0 0 0,0 0 0,0 0 0,0 0 15,0 0-15,0 0 0,0 0 0,0 0 0,0 0 16,25 0-16,-25 0 0,0 0 0,0 0 0,0 0 0,0 0 15,0 24-15,0-24 0,0 0 0,25 0 0,-25 0 16,0 0-16,0 0 0,0 0 0,0 0 0,25 25 0</inkml:trace>
  <inkml:trace contextRef="#ctx0" brushRef="#br0" timeOffset="297231.0006">18479 16694 0,'0'0'0,"0"0"0,0 0 0,0 0 15,0-25-15,0 25 0,0 0 0,0 0 0,0 0 16,0-25-16,0 25 0,0 0 0,0 0 0,0 0 15,0 0-15,0 0 0,0 0 0,0 0 0,0 0 0,0 0 16,0 0-16,0 0 0,0 0 0,0 0 0,0 0 0,0 0 16,0 25-16,0-25 0,0 0 0,0 25 0,0-25 15,0 0-15,0 24 0,0-24 0,0 25 0,0 0 0,0-25 16,0 25-16,0-25 0,0 25 0,-24-1 0,24-24 15,0 25-15,0-25 0,0 25 0,0-25 0,0 25 0,0-25 16,0 25-16,0-25 0,0 24 0,0-24 0,0 25 16,-25-25-16,25 0 0,0 0 0,0 25 0,0-25 0,0 0 15,0 0-15,0 0 0,0 0 0,0 0 0,0 0 0,0 0 16,0 0-16,0 0 0,0 0 0,0 0 0,0 0 15,0 0-15,0 0 0,0 0 0,0 0 0,0-25 0,-25 25 16,25 0-16,0-25 0,0 25 0,0-24 0,0 24 0,0-25 16,0 25-16,0-25 0,0 0 0</inkml:trace>
  <inkml:trace contextRef="#ctx0" brushRef="#br0" timeOffset="297424.0116">18355 16718 0,'0'0'0,"0"0"0,0-24 0,0 24 16,0 0-16,0 0 0,0 0 0,0 0 0,0 0 16,25 0-16,-25 0 0,0 0 0,0 0 0,25 0 0,-25 0 15,25 0-15,-25 0 0,25 0 0,-1 0 0,1 0 16,0 0-16,-25 0 0,25 0 0,0 0 0,0 0 0,-1 0 15,1 24-15,0-24 0,0 0 0,0 0 0,-1 0 0,-24 0 16,25 0-16,0 0 0,0 0 0,-25 0 0,25 0 16,-1 0-16,-24 0 0</inkml:trace>
  <inkml:trace contextRef="#ctx0" brushRef="#br0" timeOffset="299220.1144">19943 16594 0,'0'0'0,"0"0"15,0 0-15,0 0 0,0 0 0,0 0 0,0 0 0,0 0 16,0 0-16,0 0 0,0 0 0,0 0 0,0 0 0,0 0 16,0 0-16,-25 0 0,25 0 0,0 0 0,0 0 15,0 0-15,0 0 0,0 0 0,25 0 0,-25 0 0,0 0 16,0 0-16,0 0 0,0 0 0,0 0 0,25 0 15,-25 0-15,0 0 0,25 0 0,-25 0 0,0 0 0,24 0 16,-24 0-16,25 0 0,-25 0 0,25 0 0,-25 0 0,25 0 16,-25 0-16,25 0 0,-25 0 0,24 0 0,-24 0 15,0 0-15,0 0 0,25 25 0,-25-25 0,0 0 0,0 0 16,0 0-16,0 0 0,0 0 0,0 0 0,0 0 15,0 0-15</inkml:trace>
  <inkml:trace contextRef="#ctx0" brushRef="#br0" timeOffset="299443.1271">19918 16669 0,'0'0'16,"0"0"-16,0 0 0,0 0 0,0 0 0,0 0 0,0 0 15,0 0-15,0 0 0,0 0 0,25 0 0,-25 0 16,0 0-16,25 0 0,-25 0 0,0 0 0,25 0 0,-25 0 15,0 0-15,24 0 0,-24 0 0,25 0 0,-25 0 0,25 0 16,-25 0-16,0 0 0,25 0 0,-25 0 0,0 0 16,25 0-16,-25 0 0,0 0 0,0 0 0,24 0 0,-24 0 15,0 0-15,0 0 0,0 0 0,0 0 0,0 0 16,0 0-16,0 0 0,0 0 0</inkml:trace>
  <inkml:trace contextRef="#ctx0" brushRef="#br0" timeOffset="299728.1434">20166 16520 0,'0'0'0,"0"0"0,0 0 0,0 0 0,0 0 16,0-25-16,0 25 0,0 0 0,0 0 0,0 0 0,25 0 16,-25 0-16,0 0 0,0 0 0,0 0 0,0 0 15,25 0-15,-25 0 0,0 0 0,0 0 0,0 0 0,25 0 16,-25 0-16,0 0 0,24 25 0,-24-25 0,0 0 0,0 0 15,25 0-15,-25 25 0,0-25 0,0 25 0,0-25 16,25 0-16,-25 24 0,0-24 0,0 25 0,0-25 0,0 25 16,0-25-16,-25 0 0,25 25 0,0-25 0,0 25 15,0-25-15,-25 24 0,25-24 0,0 0 0,0 25 0,-24-25 16,24 25-16,-25-25 0,25 0 0,0 25 0,-25-25 0,25 25 15,-25-25-15,25 0 0,0 24 0,-25-24 0,25 0 16,-24 25-16,24-25 0,0 0 0,-25 25 0,25-25 0,0 0 16,-25 25-16,25-25 0,0 0 0,-25 0 0</inkml:trace>
  <inkml:trace contextRef="#ctx0" brushRef="#br0" timeOffset="300828.2064">20910 16545 0,'0'0'0,"0"0"0,0-25 0,0 25 15,0 0-15,25 0 0,-25-25 0,0 25 0,0 0 0,0 0 16,0 0-16,0 0 0,0 0 0,0 0 0,0 0 15,0 0-15,0 0 0,0 0 0,0 25 0,0-25 0,0 0 16,0 25-16,0-25 0,0 25 0,0-25 0,0 24 16,0 1-16,0-25 0,0 25 0,0 0 0,0-25 0,0 25 15,0-1-15,0-24 0,-25 25 0,25 0 0,0-25 16,0 25-16,0 0 0,0-25 0,0 24 0,0-24 0,-24 25 15,24-25-15,0 25 0,0-25 0,0 25 0,0-25 16,0 0-16,0 25 0,0-25 0,-25 0 0,25 0 0,0 0 16,0 24-16,0-24 0,0 0 0,0 0 0,0 0 0,0 0 15,0 0-15,0 0 0,0 0 0,0 0 0,0 0 16,0 0-16,0 0 0,0 0 0,0 0 0,0 0 0,0 0 15,0 0-15,0 0 0,0 0 0,0-24 0,25 24 16,-25 0-16,0-25 0,0 25 0,0 0 0,24-25 0,-24 25 16,0-25-16,25 25 0,-25-25 0,0 25 0,25-24 0,-25 24 15,25 0-15,-25-25 0,0 25 0,25-25 0,-25 25 16,24 0-16,-24-25 0,0 25 0,25 0 0,-25 0 0,0 0 15,0 0-15,0 0 0,25 0 0,-25 0 0,0 0 16,0 0-16,0 0 0,0 0 0,0 25 0,0-25 0,0 0 16,0 25-16,0-25 0,0 0 0,0 25 0,0-25 0,0 24 15,0-24-15,0 0 0,0 25 0,0-25 0,0 25 16,0-25-16,0 25 0,0-25 0,-25 0 0,25 25 0,0-25 15,0 0-15,25 24 0,-25-24 0,0 0 0,0 0 16,0 25-16,0-25 0,0 0 0,0 0 0,0 0 0,0 0 16,0 0-16,0 0 0,0 25 0,0-25 0,0 0 0,0 0 15,25 0-15,-25 0 0,0 0 0,0 0 0,25-25 16,-25 25-16,0 0 0,24 0 0,-24 0 0,0 0 0,25 0 15,-25-25-15,0 25 0,25 0 0,-25 0 0,0-24 16,0 24-16,25 0 0,-25-25 0,0 25 0,0 0 0,25-25 16,-25 25-16,0-25 0,0 25 0,0 0 0,0-25 0,24 25 15,-24-24-15,0 24 0,0 0 0,0 0 0,0-25 16,0 25-16,0 0 0,0 0 0,0 0 0,0 0 0,0 0 15,0 0-15,0 0 0,0 0 0,0-25 0,0 25 16,0 0-16,0 0 0,0 0 0,0 0 0,0 0 0,0 0 16,-24 25-16,24-25 0,0 0 0,0 0 0,0 0 0,0 25 15,0-25-15,0 0 0,0 24 0,0-24 0,0 25 16,-25-25-16,25 25 0,0-25 0,0 0 0,0 25 0,0-25 15,0 25-15,0-25 0,0 24 0,0-24 0,0 0 16,25 25-16,-25-25 0,0 0 0,0 25 0,0-25 0,0 0 16,0 0-16,0 0 0,24 0 0,-24 25 0,0-25 15,0 0-15,0 0 0,0 0 0,25 0 0,-25 0 0,0-25 16,0 25-16,0 0 0,25 0 0,-25 0 0,0 0 0,0-25 15,25 25-15,-25 0 0,0-25 0,0 25 0,25-24 16,-25 24-16,0-25 0,0 25 0,0-25 0,0 0 0,24 25 16,-24-25-16,0 1 0,0 24 0,0-25 0,0 0 0,0 25 15,0-25-15,0 25 0,0-25 0,0 25 0,0-24 16,0 24-16,0 0 0,0 0 0,0-25 0,0 25 0,0 0 15,0 0-15,0 0 0,0 0 0,0 0 0,-24 25 16,24-25-16,0 0 0,0 0 0,0 24 0,-25-24 0,25 0 16,0 25-16,0-25 0,-25 0 0,25 25 0,0-25 0,-25 25 15,25-25-15</inkml:trace>
  <inkml:trace contextRef="#ctx0" brushRef="#br0" timeOffset="301092.2215">21134 17264 0,'0'0'0,"0"0"0,0 0 16,0 0-16,0 25 0,0-25 0,0 0 0,0 0 0,0 0 15,0 0-15,0 0 0,0 0 0,0 0 0,0 0 16,0 0-16,0 0 0,0-25 0,0 25 0,0 0 0,24 0 16,-24 0-16,0 0 0,0 0 0,25 0 0,-25 0 0,0 0 15,25 0-15,-25 0 0,25-25 0</inkml:trace>
  <inkml:trace contextRef="#ctx0" brushRef="#br0" timeOffset="301430.2408">21903 16768 0,'0'0'0,"0"-25"0,0 25 15,0 0-15,0 0 0,0-25 0,0 25 0,0 0 16,0 0-16,0 0 0,0 0 0,0 0 0,0 0 0,0 0 16,0 0-16,0 25 0,0-25 0,0 0 0,0 0 15,0 25-15,24-25 0,-24 25 0,0-25 0,0 25 0,0-25 16,0 24-16,0-24 0,0 25 0,0-25 0,0 25 0,0-25 15,0 25-15,0-25 0,0 0 0,0 25 0,0-25 16,0 0-16,0 24 0,0-24 0,0 0 0,0 0 0,0 0 16,0 0-16,0 0 0,0 0 0,25 25 0,-25-25 15,0 0-15,0 0 0,0 0 0,0 0 0,0 0 0,25-25 16,-25 25-16,0 0 0,0 0 0,25 0 0,-25 0 0,0-24 15,25 24-15,-25-25 0,0 25 0,0 0 0,24-25 16,-24 25-16,0-25 0,0 25 0,0-25 0,0 25 0,25 0 16,-25-24-16,0 24 0,0 0 0,0-25 0,0 25 15,0 0-15,0 0 0,0 0 0,0 0 0,0-25 0,0 25 16,0 0-16,0 0 0,0 0 0,0 0 0,0 0 0,0 0 15,0 0-15,0 0 0,0 0 0,0 0 0,0 0 16,0 0-16,0 0 0,0 0 0,0 0 0,0 0 0</inkml:trace>
  <inkml:trace contextRef="#ctx0" brushRef="#br0" timeOffset="301877.2664">22151 16842 0,'0'0'0,"0"0"0,0 0 0,0 0 16,0 0-16,0 0 0,0 0 0,0 0 0,0 0 15,0 0-15,0-24 0,24 24 0,-24 0 0,0 0 0,0 0 16,25 0-16,-25 0 0,0 0 0,0 0 0,25 0 0,-25 0 15,25 0-15,-25 0 0,0 0 0,25 0 0,-25 0 16,24 0-16,-24-25 0,0 25 0,25 0 0,-25 0 0,0 0 16,0 0-16,25 0 0,-25 0 0,0 0 0,0-25 15,0 25-15,0 0 0,0 0 0,0 0 0,0-25 0,0 25 16,0 0-16,0 0 0,0 0 0,0-25 0,0 25 0,0 0 15,0 0-15,0-24 0,0 24 0,0 0 0,0 0 16,0-25-16,-25 25 0,25 0 0,0 0 0,0 0 0,0 0 16,-25 0-16,25-25 0,0 25 0,0 0 0,-24 0 15,24 0-15,0 0 0,0 0 0,-25 0 0,25 0 0,0 0 16,0 0-16,0 0 0,-25 25 0,25-25 0,0 0 0,0 0 15,0 0-15,-25 0 0,25 25 0,0-25 0,0 0 16,0 0-16,0 24 0,0-24 0,0 25 0,-25-25 0,25 25 16,0-25-16,0 25 0,0-25 0,0 25 0,0-1 15,0-24-15,0 25 0,0-25 0,0 25 0,0-25 0,0 25 16,0-25-16,0 25 0,0-25 0,0 0 0,25 24 0,-25-24 15,0 0-15,0 25 0,25-25 0,-25 0 0,0 0 16,25 0-16,-25 25 0,0-25 0,25 0 0,-25 0 0,24 0 16,-24 0-16,25 0 0,-25 0 0,25 0 0,0 0 15,-25 0-15,25 0 0,-1 0 0,1 0 0,-25 0 0,25-25 16,0 25-16,0 0 0,-25 0 0,24 0 0,1-25 0,-25 25 15,25 0-15,-25-24 0</inkml:trace>
  <inkml:trace contextRef="#ctx0" brushRef="#br0" timeOffset="302183.2839">22771 16818 0,'0'0'0,"0"-25"0,0 25 0,0 0 15,0-25-15,0 25 0,0-25 0,0 25 0,0 0 0,0-25 16,0 25-16,0-24 0,0 24 0,0 0 0,0-25 0,0 25 16,0 0-16,0 0 0,0 0 0,0-25 0,0 25 15,-25 0-15,25 0 0,0 0 0,0 0 0,0 0 0,0 0 16,0 0-16,-25 0 0,25 0 0,0 0 0,0 0 15,0 0-15,-25 0 0,25 0 0,0 25 0,-25-25 0,25 0 16,0 25-16,0-25 0,-24 24 0,24-24 0,0 25 0,-25-25 16,25 25-16,0-25 0,0 25 0,0 0 0,0-25 15,0 24-15,0-24 0,0 25 0,0-25 0,0 25 0,0-25 16,0 25-16,0-25 0,0 25 0,25-25 0,-25 0 15,0 24-15,0-24 0,24 0 0,-24 0 0,0 25 0,25-25 16,-25 0-16,0 0 0,25 0 0,-25 0 0,0 0 0,25 0 16,-25 0-16,25 0 0,-25 0 0,0 0 0,25 0 15,-25-25-15,24 25 0,-24 0 0,0-24 0,25 24 0,-25 0 16,25-25-16,-25 25 0,0-25 0,25 0 0,-25 25 15,25-25-15</inkml:trace>
  <inkml:trace contextRef="#ctx0" brushRef="#br0" timeOffset="302781.3181">23093 16421 0,'0'-25'0,"0"25"0,0 0 0,0 0 15,0 0-15,0-25 0,0 25 0,0 0 0,0 0 16,0 0-16,0 0 0,0 0 0,0 25 0,0-25 0,0 0 16,0 0-16,0 0 0,0 25 0,0-25 0,0 25 15,0-25-15,-25 0 0,25 24 0,0 1 0,0-25 0,0 25 16,0-25-16,0 25 0,0 0 0,0-25 0,0 24 15,0 1-15,0-25 0,-24 25 0,24 0 0,0-25 0,0 25 16,0-25-16,0 24 0,0 1 0,0-25 0,0 25 0,0-25 16,0 0-16,-25 25 0,25-25 15,0 25-15,0-25 0,0 24 0,0-24 0,-25 0 0,25 25 0,0-25 0,0 0 16,0 0-16,-25 25 0,25-25 0,0 0 0,0 0 15,0 0-15,0 0 0,-25 0 0,25 0 0,0 0 0,0-25 16,0 25-16,-24 0 0,24 0 0,0-25 0,0 25 0,0 0 16,0-24-16,0 24 0,0 0 0,0-25 0,0 25 15,0-25-15,24 25 0,-24-25 0,0 25 0,0 0 0,0-25 16,0 25-16,0 0 0,0 0 0,25-24 0,-25 24 15,0 0-15,0 0 0,0 0 0,25 0 0,-25 0 0,0 0 16,0 0-16,25 0 0,-25 0 0,0 0 0,25 0 0,-25 0 16,0 0-16,24 0 0,-24 0 0,25 0 0,-25 0 15,0 0-15,25 0 0,-25 24 0,0-24 0,25 0 0,-25 0 16,0 0-16,0 25 0,0-25 0,0 0 0,25 25 15,-25-25-15,-25 25 0,25-25 0,0 0 0,0 25 0,0-25 16,0 24-16,0-24 0,0 0 0,0 25 0,-25-25 0,25 25 16,0-25-16,0 0 0,0 25 0,0-25 0,0 25 15,0-25-15,-25 0 0,25 0 0,0 24 0,25-24 0,-25 0 16,0 0-16,0 0 0,0 25 0,0-25 0,0 0 15,0 0-15,0 0 0,0 0 0,0 0 0,25 0 0,-25 0 16,0 0-16,0-25 0,0 25 0,25 0 0,-25 0 0,0 0 16,0-24-16,24 24 0,-24 0 0,0-25 0,0 25 15,0-25-15,25 25 0,-25-25 0,0 25 0,0-25 0,0 25 16,0-24-16,0 24 0,25-25 0,-25 25 0,0 0 15,0-25-15,0 25 0,0 0 0,0 0 0,0-25 0,0 25 16,0 0-16,0 0 0,0 0 0,-25 0 0,25-25 0,0 25 16,0 0-16,0 0 0,0 0 0,0 0 0,-25-24 15,25 24-15,0 0 0,0 0 0</inkml:trace>
  <inkml:trace contextRef="#ctx0" brushRef="#br0" timeOffset="303050.3335">23366 16421 0,'0'0'0,"0"0"0,25 0 0,-25 0 16,0 0-16,0 0 0,25 0 0,-25 0 0,0 0 15,0 0-15,24 25 0,-24-25 0,0 0 0,0 0 16,0 24-16,25-24 0,-25 0 0,0 25 0,0-25 0,0 0 16,0 25-16,0-25 0,-25 25 0,25-25 0,0 0 15,-24 25-15,24-25 0,-25 0 0,25 24 0,-25-24 0,25 0 16,-25 0-16,0 0 0,1 25 0,-1-25 0,25 0 15,-25 0-15,0 0 0,0 0 0,1 0 0,24 0 0</inkml:trace>
  <inkml:trace contextRef="#ctx0" brushRef="#br0" timeOffset="303979.3866">24309 16321 0,'0'-24'0,"0"24"0,0-25 0,0 25 0,0 0 15,0-25-15,0 25 0,0 0 0,0 0 0,0 0 16,0 0-16,0 0 0,0 0 0,0 0 0,0 0 0,0 0 15,0 0-15,-25 25 0,25-25 0,0 0 0,0 25 16,0-25-16,0 24 0,0 1 0,0-25 0,0 25 0,0 0 16,-25-25-16,25 25 0,0 0 0,0-1 0,0 1 15,0-25-15,0 25 0,-25 0 0,25 0 0,0-25 0,0 24 16,0 1-16,-25-25 0,25 25 0,0 0 0,0-25 0,-24 25 15,24-25-15,0 24 0,0-24 0,-25 25 0,25-25 16,0 25-16,0-25 0,0 25 0,0-25 0,-25 0 0,25 25 16,0-25-16,0 0 0,0 24 0,0-24 0,0 0 15,0 0-15,0 0 0,0 0 0,0 0 0,0 0 0,0 25 16,0-25-16,25 0 0,-25 0 0,0 0 0,0 0 0,25 0 15,-25 0-15,0 0 0,24 0 0,-24 0 0,25-25 16,-25 25-16,25 0 0,-25 0 0,25 0 0,-25 0 0,0-24 16,25 24-16,-25 0 0,24 0 0,-24-25 0,25 25 15,-25 0-15,25-25 0,-25 25 0,0 0 0,25-25 0,-25 25 16,0 0-16,0-25 0,0 25 0,25 0 0,-25-24 15,0 24-15,0 0 0,0-25 0,0 25 0,0 0 0,0 0 16,0-25-16,0 25 0,0 0 0,0 0 0,0 0 0,0 0 16,0 0-16,0 0 0,0 0 0,0 0 0,0 0 15,0 0-15,-25 0 0,25 0 0,0 0 0,0 0 0,0 0 16,-25 0-16,25 25 0,0-25 0,0 0 0,-25 0 15,25 25-15,0-25 0,0 0 0,-25 24 0,25-24 0,0 0 16,0 25-16,-24-25 0,24 0 0,0 25 0,0-25 0,0 25 16,0-25-16,0 0 0,0 0 0,0 25 0,0-25 15,0 0-15,0 0 0,0 0 0,0 24 0,0-24 0,0 0 16,0 0-16,0 0 0,24 0 0,-24 0 0,0 0 15,0 0-15,0 0 0,25 0 0,-25 0 0,0 0 0,0 0 16,25 0-16,-25 0 0,0 0 0,25 0 0,-25 0 0,0-24 16,25 24-16,-25 0 0,0 0 0,0 0 0,24-25 15,-24 25-15,0 0 0,0 0 0,0 0 0,0-25 0,0 25 16,0 0-16,0 0 0,0 0 0,0 0 0,0 0 15,0 25-15,0-25 0,0 0 0,0 0 0,0 0 0,0 25 16,0-25-16,0 0 0,0 24 0,0-24 0,0 0 0,0 25 16,-24-25-16,24 0 0,0 25 0,0-25 0,0 0 15,0 25-15,0-25 0,0 0 0,-25 0 0,25 0 0,0 0 16,0 0-16,0 0 0,0 0 0,0 0 0,0 0 15,0 0-15,0-25 0</inkml:trace>
  <inkml:trace contextRef="#ctx0" brushRef="#br0" timeOffset="304215.4001">24383 16545 0,'0'0'16,"25"-25"-16,-25 25 0,0 0 0,25 0 16,-25 0-16,0 0 0,24 0 0,-24 0 0,25 0 0,-25 0 0,25 0 15,0 0-15,-25 0 0,25 0 0,-1 0 0,1 25 0,0-25 16,0 0-16,0 0 0,-25 25 0,24-25 0,1 0 15,0 24-15,0-24 0,-25 0 0,25 25 0,-1-25 0,1 0 16,-25 25-16,25-25 0</inkml:trace>
  <inkml:trace contextRef="#ctx0" brushRef="#br0" timeOffset="304777.4322">25474 16718 0,'0'0'0,"0"0"0,0-24 0,0 24 0,0 0 16,0 0-16,0-25 0,0 25 0,0 0 0,0 0 0,0 0 16,0-25-16,-24 25 0,24 0 0,0 0 0,0 0 15,0 0-15,0 0 0,0 25 0,0-25 0,-25 0 0,25 0 16,0 0-16,0 25 0,-25-25 0,25 0 0,0 24 15,0-24-15,-25 25 0,25-25 0,0 25 0,0-25 0,0 25 16,-25-25-16,25 25 0,0-25 0,0 24 0,0 1 0,0-25 16,0 25-16,0-25 0,0 25 0,0 0 0,25-25 15,-25 24-15,0-24 0,0 25 0,0-25 0,0 0 16,25 25-16,-25-25 0,0 0 0,25 25 0,-25-25 0,0 0 15,25 0-15,-25 0 0,24 0 0,-24 25 0,25-25 0,-25 0 16,25 0-16,-25 0 0,25 0 0,0-25 0,-25 25 0,24 0 16,-24 0-16,25 0 0,-25 0 0,25-25 0,-25 25 15,25 0-15,-25 0 31,25-25-31,-25 25 0,24-25 0,-24 25 0,0-24 0,25 24 0,-25-25 0,0 0 0,25 25 0,-25-25 0,0 0 0,0 25 0,25-24 0,-25-1 0,0 0 16,0 0-16,25 0 0,-25 25 0,0-24 109,0-76-109,24 100 0,-24-24 0,0 24 0,0 0 0,0-25 0,0 25 0,0 0 0,0 0 0,0 0 0,0-25 0,0 25 0,0 0 0,0 0 0,0 0 0,0 0 0,0 25 0,0-25 0,0 0 0,0 0 0,0 0 0,0 25 0,0-25 0,0 0 0,0 24 0,0-24 0,-24 25 0,24-25 0,0 25 0,0 0 0,0-25 0,0 25 0,0-1 0,0-24 0,-25 25 0,25 0 0,0-25 16,0 25-16,0-25 0,0 25 0,0-1 0,-25-24 15,25 25-15,0-25 0,0 25 0,0 0 0,-25-25 16,25 25-16,0-25 0,0 0 0,0 24 0,0-24 0,0 25 16,-25-25-16,25 0 0,0 25 0,0-25 0,0 0 0,0 0 15,0 0-15,0 25 0,0-25 0,0 0 0,0 0 16,0 0-16,0 0 0,0 0 0,0 0 0,0 0 0,0 0 15,0 0-15,25 0 0,-25 0 0,0 0 0,25 0 16,-25 0-16,25 0 0,-25 0 0</inkml:trace>
  <inkml:trace contextRef="#ctx0" brushRef="#br0" timeOffset="305204.4567">26243 16718 0,'0'0'0,"0"0"0,0-24 0,0 24 0,0-25 0,25 25 16,-25 0-16,0-25 0,0 25 0,0 0 0,0-25 15,0 25-15,0 0 0,0 0 0,0 0 0,0-25 0,0 25 16,0 0-16,-25 0 0,25 0 0,0 0 0,0 0 16,0 0-16,0 0 0,0 0 0,0 0 0,-24 0 0,24 25 15,0-25-15,0 0 0,0 0 0,-25 25 0,25-25 16,0 0-16,0 25 0,0-25 0,-25 25 0,25-25 15,0 24-15,0-24 0,0 25 0,0-25 0,0 25 0,-25 0 16,25-25-16,0 25 0,0-1 0,0-24 0,0 25 0,25 0 16,-25-25-16,0 25 0,0 0 0,0-25 0,0 24 15,0-24-15,0 25 0,0-25 0,25 25 0,-25-25 0,0 25 16,0-25-16,0 25 0,0-25 0,0 0 0,0 0 0,0 24 16,0-24-16,0 0 0,0 0 0,0 0 0,0 0 15,0 0-15,0 0 0,0 0 0,0 0 0,0 0 0,0 0 16,0 0-16,-25 0 0,25 0 0,0 0 0,0 0 0,-25 0 15,25-24-15,0 24 0,0 0 0,-25 0 0,25 0 16,0 0-16,0-25 0,0 25 0,0 0 0,0 0 0,0 0 16,-24 0-16,24 0 0,24 0 0,-24 0 0,0 0 15,0 0-15,0 0 0,0-25 0,0 25 0,25 0 0,-25 0 16,25 0-16,-25 0 0,25 0 0,-25 0 0,25 0 0,-1 0 15,1 0-15,0 0 0,-25 0 0</inkml:trace>
  <inkml:trace contextRef="#ctx0" brushRef="#br0" timeOffset="305609.4798">26863 16793 0,'-24'0'0,"24"0"0,0-25 0,0 25 0,0-25 0,0 25 16,0 0-16,0 0 0,0-25 0,0 25 0,0 0 0,0 0 15,0 0-15,0 0 0,0 0 0,-25 0 0,25 0 16,0 0-16,0 0 0,0 25 0,0-25 0,-25 0 0,25 25 16,0-25-16,0 25 0,-25-25 0,25 25 0,0-25 15,0 24-15,-25 1 0,25-25 0,0 25 0,0 0 0,0-25 16,0 25-16,0-1 0,0-24 0,0 25 0,0-25 0,0 25 15,0-25-15,0 25 0,0-25 0,0 0 16,0 25-16,0-25 0,0 0 0,25 0 0,-25 24 0,0-24 16,0 0-16,25 0 0,-25 0 0,0 0 0,0 0 0,25 0 15,-25 0-15,0 0 0,0 0 0,25 0 0,-25-24 0,0 24 16,0 0-16,24 0 0,-24-25 0,0 25 0,0 0 15,0-25-15,25 25 0,-25-25 0,0 25 0,0-25 0,0 1 16,0 24-16,0-25 0,0 25 0,0-25 0,0 25 16,0-25-16,0 25 0,0-25 0,0 25 0,0 0 0,0-24 15,-25 24-15,25 0 0,0 0 0,0 0 0,0-25 0,0 25 16,0 0-16,0 0 0,0 0 0,0 0 0,0 0 15,0 0-15,0 0 0,0 0 0,0 0 0,0-25 0,0 25 16,0 0-16,0 0 0,0 0 0,0-25 0</inkml:trace>
  <inkml:trace contextRef="#ctx0" brushRef="#br0" timeOffset="305906.4968">27136 16024 0,'0'0'0,"0"0"0,0 0 0,25-25 16,-25 25-16,0 0 0,0 0 0,0 0 0,25 0 15,-25 0-15,0 0 0,0 0 0,25 0 0,-25 0 0,0 0 16,25 0-16,-25 0 0,24 0 0,-24 0 0,0 0 15,25 25-15,-25-25 0,0 0 0,0 0 0,25 0 0,-25 25 16,0-25-16,0 0 0,0 24 0,0-24 0,0 0 16,0 25-16,0-25 0,0 0 0,-25 25 0,25-25 0,0 0 15,0 0-15,-25 25 0,25-25 0,0 0 0,-24 0 16,24 0-16,-25 25 0,25-25 0,-25 0 0,25 0 0,0 0 15,-25 0-15,25-25 0,-25 25 0</inkml:trace>
  <inkml:trace contextRef="#ctx0" brushRef="#br0" timeOffset="306240.5159">27484 15776 0,'0'0'0,"24"0"0,-24 0 16,0 0-16,0 0 0,25 0 0,-25 0 0,0 0 15,25 25-15,-25-25 0,25 0 0,-25 0 0,0 24 0,25-24 16,-25 0-16,0 25 0,24-25 0,-24 25 0,0-25 0,0 25 16,0-25-16,0 25 0,0-25 0,0 24 0,0-24 15,0 25-15,-24-25 0,24 0 0,-25 25 0,0-25 16,25 0-16,-25 0 0,-24 0 0,24 0 0,0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28.34025" units="1/cm"/>
          <inkml:channelProperty channel="Y" name="resolution" value="28.33948" units="1/cm"/>
          <inkml:channelProperty channel="T" name="resolution" value="1" units="1/dev"/>
        </inkml:channelProperties>
      </inkml:inkSource>
      <inkml:timestamp xml:id="ts0" timeString="2021-10-26T02:25:38.403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2034 1736 0,'0'-24'0,"0"24"16,0 0-16,0 0 0,0 0 0,0 0 0,0 0 0,0 0 16,0 0-16,0 0 0,0 0 0,25-25 0,-25 25 15,0 0-15,0 0 0,0 0 0,0 0 0,0 0 0,0-25 16,0 25-16,0 0 0,0 0 0,0 0 0,0 0 0,0 0 15,0 0-15,0 0 0,0 0 0,0 0 0,0 0 0,0 0 16,0 0-16,0 0 0,0 0 0,0 0 0,0 0 0,0 0 16,0 0-16,0 0 0,0 0 0,0 0 0,0 0 15,0 0-15,0 0 0,0 0 0,0 25 0,0-25 0,0 0 16,0 0-16,0 0 0,-25 0 0,25 0 0,0 25 0,0-25 15,0 0-15,0 0 0,0 24 0,0-24 0,-25 0 0,25 25 16,0-25-16,0 25 0,0-25 0,-25 0 0,25 0 0,0 25 16,0-25-16,0 0 0,0 25 0,-24-25 0,24 0 15,0 24-15,0-24 0,0 0 0,0 0 0,-25 25 0,25-25 16,0 0-16,0 25 0,0-25 0,0 0 0,-25 0 0,25 0 15,0 0-15,0 25 0,0-25 0,0 0 0,0 0 0,-25 0 16,25 0-16,0 0 0,0 0 0,0 0 0,0 0 0,0 0 16,0 0-16,0 0 0,0 0 0,0 0 0,0-25 15,0 25-15,0 0 0,0 0 0,0-25 0,0 25 0</inkml:trace>
  <inkml:trace contextRef="#ctx0" brushRef="#br0" timeOffset="334.0191">1860 1736 0,'0'0'0,"0"0"0,0-24 0,0 24 16,0 0-16,0-25 0,0 25 0,0 0 0,0-25 15,0 25-15,-24 0 0,24 0 0,0 0 0,0 0 0,0-25 16,0 25-16,0 0 0,0 0 0,0 0 0,0 0 0,0 0 15,24 0-15,-24 0 0,0 0 0,0 0 0,0 25 0,25-25 16,-25 0-16,0 0 0,0 0 0,25 25 0,-25-25 0,0 0 16,0 25-16,25-25 0,-25 0 0,0 0 0,0 24 15,25-24-15,-25 0 0,0 25 0,0-25 0,0 0 0,24 25 16,-24-25-16,0 0 0,0 25 0,0-25 0,25 0 0,-25 0 15,0 25-15,0-25 32,0 0-32,0 0 0,0 24 0,0-24 0,25 0 0,-25 0 0,0 0 0,0 0 0,0 0 0,0 0 0,0 0 0,0 25 0,0-25 0,-25 0 0,25 0 15,0 0-15,0 0 0</inkml:trace>
  <inkml:trace contextRef="#ctx0" brushRef="#br0" timeOffset="425.0243">1860 1860 0,'0'0'0,"0"-24"0,0 24 0,0 0 0,0 0 0,-24 0 0,24 0 0,0 0 0,0 0 0,0 0 0,0 0 0,0 0 0,0 0 0,0 0 0,0 0 0,0 0 0,0 0 0,24 0 0,-24 0 0,0 0 16,0 0-16,0 0 0,25 0 0,-25 0 0,25 0 16,-25 0-16,25 0 0,-25 0 0,25 0 0,-25 0 0,24 0 15,-24-25-15,25 25 0,0 0 0,-25 0 0,25 0 16,-25 0-16,25-25 0,-25 25 0,24 0 0,-24 0 0,25 0 0,-25 0 15,0 0-15,0 0 0,25-25 0,-25 25 0,0 0 16,0 0-16</inkml:trace>
  <inkml:trace contextRef="#ctx0" brushRef="#br0" timeOffset="2035.1164">2629 1439 0,'0'0'0,"0"-25"0,0 25 16,0 0-16,25 0 0,-25 0 0,0 0 0,0 0 0,0 0 16,0 0-16,0 0 0,0 0 0,0 0 0,0 0 15,0 0-15,0 0 0,0 0 0,0 0 0,0 0 0,0 0 16,25 0-16,-25 0 0,0 25 0,0-25 0,0 0 0,0 0 15,0 0-15,25 0 0,-25 0 0,0 24 0,0-24 0,0 0 16,0 0-16,0 25 0,25-25 0,-25 25 0,0 0 16,0-25-16,0 25 0,0-1 0,0-24 0,0 25 0,0 0 15,0-25-15,0 25 0,0 0 0,0 0 0,0-25 16,0 24-16,0-24 0,24 25 0,-24 0 0,0-25 0,0 0 15,0 25-15,0-25 0,0 0 0,0 25 0,0-25 0,0 0 16,0 0-16,25 0 0,-25 0 0,0 0 0,0 0 0,0 0 16,0 0-16,0 0 0,0 0 0,0 0 0,0 0 15,25 0-15,-25 0 0,0 0 0,0 0 0,0 0 0,0 0 16,25-25-16,-25 25 0,0 0 0,0 0 0,0-25 0,25 25 15,-25 0-15,0-25 0,0 25 0,24-25 0,-24 25 16,0-24-16,0-1 0,0 25 0,25-25 0,-25 0 0,0 25 16,0-25-16,0 0 0,0 1 0,25-1 0,-25 25 0,0-25 15,0 25-15,0-25 0,0 25 0,0-25 0,0 25 0,0 0 16,0 0-16,0-24 0,0 24 0,0 0 0,0 0 15,25 0-15,-25 0 0,0 0 0,0 0 0,0 0 0,0 0 16,0 0-16,0 0 0,0 0 0,0 0 0,0 0 0,0 0 16,0 24-16,0-24 0,0 0 0,0 0 0,-25 25 15,25-25-15,0 0 0,0 0 0,0 25 0,0-25 0,0 0 16,25 25-16</inkml:trace>
  <inkml:trace contextRef="#ctx0" brushRef="#br0" timeOffset="2292.1311">3101 1538 0,'0'0'0,"0"0"15,0-25-15,0 25 0,0 0 0,0 0 0,0 0 0,0 0 16,0 0-16,0 0 0,0 0 0,0 0 0,0 0 0,0 0 16,0 0-16,0 0 0,0 0 0,0 0 0,0 0 15,0 0-15,0 25 0,0-25 0,0 0 0,0 25 0,0-25 16,0 24-16,0-24 0,0 25 0,0 0 0,0-25 0,0 25 15,0-25-15,0 25 0,0 0 0,0-25 0,0 24 16,0 1-16,0-25 0,0 25 0,0-25 0,0 25 0,0-25 16,0 0-16,0 25 0,0-25 0,0 0 0,0 0 15,24 24-15,-24-24 0,0 0 0,0 0 0,0 0 0,0 0 16,0 0-16,0 0 0,25 0 0,-25-24 0,0 24 0,0 0 15,0 0-15,25-25 0,-25 25 0,0-25 0</inkml:trace>
  <inkml:trace contextRef="#ctx0" brushRef="#br0" timeOffset="2478.1417">3299 1265 0,'0'-25'0,"0"25"0,0 0 0,0 0 0,0 0 16,0 0-16,0 0 0,0 0 0,-25 0 0,25 0 0,0 25 15,0-25-15,0 0 0,0 0 0,0 0 0,0 25 0,0-25 16,0 0-16,0 25 0,0-25 0,0 0 0,0 24 15,0-24-15,0 25 0,0-25 0,0 25 0,0 0 0,0-25 16,0 25-16,0-25 0,0 24 0,0-24 0,0 25 0,0 0 16,0-25-16,0 25 0,0-25 0</inkml:trace>
  <inkml:trace contextRef="#ctx0" brushRef="#br0" timeOffset="2973.17">4341 1836 0,'0'0'16,"-25"0"-16,25-25 0,0 25 0,0 0 0,0-25 0,-25 25 15,25 0-15,0-25 0,0 25 0,0 0 0,0-25 16,-25 25-16,25 0 0,0-24 0,0 24 0,-24 0 0,24-25 16,0 25-16,0 0 0,-25-25 0,25 25 0,0 0 15,0 0-15,0 0 0,0 0 0,-25 0 0,25 25 16,0-25-16,0 0 0,0 0 0,-25 0 0,25 25 0,0-25 0,0 0 15,-25 24-15,25-24 0,0 0 0,0 25 0,0-25 16,0 25-16,-24-25 0,24 25 0,0-25 0,0 25 0,0-25 16,0 24-16,0-24 0,0 0 0,0 25 0,0-25 15,24 0-15,-24 0 0,0 25 0,0-25 0,0 0 0,25 0 16,-25 25-16,0-25 0,0 0 0,25 0 0,-25 0 15,0 0-15,0 0 0,25 0 0,-25 0 0,25 0 0,-25-25 16,0 25-16,24 0 0,-24 0 0,25 0 0,-25-25 0,0 25 16,25 0-16,-25 0 0,0-25 0,25 25 0,-25 0 15,0-24-15,25 24 0,-25-25 0,0 25 0,24-25 0,-24 25 16,0-25-16,0 0 0</inkml:trace>
  <inkml:trace contextRef="#ctx0" brushRef="#br0" timeOffset="3235.185">4390 1389 0,'0'-25'15,"0"25"-15,0-25 0,0 25 0,0-24 0,0 24 0,0 0 16,0 0-16,0-25 0,0 25 0,0 0 0,0 0 0,0 0 15,0 0-15,0 0 0,0 25 0,0-25 0,0 0 16,0 0-16,0 24 0,0-24 0,0 25 0,0-25 0,0 25 16,0 0-16,0-25 0,0 25 0,0-1 0,25-24 15,-25 25-15,0 0 0,0-25 0,0 25 0,0 0 0,0-1 16,0-24-16,0 25 0,0 0 0,0-25 0,0 25 0,0 0 15,0-25-15,25 25 0,-25-25 0,0 24 0,0 1 16,0-25-16,0 25 0,0-25 0,0 25 0,0-25 0,0 25 16,0-25-16,0 24 0,0-24 0,0 0 0,0 25 15,0-25-15,25 0 0,-25 0 0,0 25 0,0-25 0,0 0 16,0 0-16,0 0 0,0 0 0,0 0 0,25 0 0,-25 0 15,0-25-15,0 25 0,0 0 0,0 0 0,0 0 16,0-25-16</inkml:trace>
  <inkml:trace contextRef="#ctx0" brushRef="#br0" timeOffset="3669.2098">4539 1736 0,'0'-24'16,"0"24"-16,0 0 0,0-25 0,0 25 0,0-25 0,0 25 15,0 0-15,0 0 0,0 0 0,0 0 0,0 0 16,0 0-16,0 0 0,0 0 0,0 0 0,0 0 0,0 0 16,0 0-16,0 0 0,0 0 0,0 0 0,0 0 15,0 0-15,0 0 0,0 0 0,0 25 0,0-25 0,0 0 16,0 25-16,0-25 0,0 24 0,0-24 0,0 25 0,0-25 15,0 0-15,0 25 0,0-25 0,0 25 0,0-25 16,0 25-16,0-25 0,0 24 0,0-24 0,25 25 0,-25-25 16,0 0-16,0 25 0,0-25 0,0 0 0,0 25 15,25-25-15,-25 0 0,0 0 0,0 25 0,25-25 0,-25 0 16,0 0-16,0 0 0,24 0 0,-24 0 0,0 0 15,0 0-15,25 0 0,-25 0 0,0-25 0,0 25 0,25 0 16,-25 0-16,0-25 0,0 25 0,25 0 0,-25-25 0,0 25 16,0 0-16,25-25 0,-25 25 0,0-24 0,0 24 15,0-25-15,24 25 0,-24-25 0,0 25 0,0-25 0,0 25 16,0 0-16,0-25 0,0 25 0,0-24 0,0 24 0,0 0 15,0 0-15,0-25 0,0 25 0,0 0 0,0 0 16,0 0-16,0 0 0,0 0 0,0 0 0,0 0 0,0 0 16,0 0-16,0 0 0,0 0 0,0 25 0,0-25 15,-24 0-15,24 24 0,0-24 0,0 0 0,0 25 0,0-25 16,0 25-16,0-25 0,0 25 0,0-25 0,0 25 0,0-25 15,0 24-15,24-24 0,-24 25 0,0-25 0,0 25 16,0-25-16,0 0 0,0 25 0,0-25 0,0 25 0,25-25 16,-25 0-16,0 0 0,0 0 0,0 24 0,0-24 15,25 0-15,-25 0 0,0 0 0,0 0 0,0 25 0,0-25 16</inkml:trace>
  <inkml:trace contextRef="#ctx0" brushRef="#br0" timeOffset="3834.2193">4762 2381 0,'0'0'0,"0"25"15,0-25-15,0 0 0,0 0 0,0 0 0,0 0 16,0 0-16,0 0 0,0 0 0,0 0 0,0 0 0,0 0 16,0 0-16,0 0 0,0 0 0,0 0 0,0 0 15,0 0-15,0 0 0,0 0 0,0 0 0,0 0 0,0-25 16,0 25-16,0 0 0,0 0 0</inkml:trace>
  <inkml:trace contextRef="#ctx0" brushRef="#br0" timeOffset="5703.3262">7094 1736 0,'0'0'0,"0"-24"0,0 24 0,0 0 0,0 0 0,0 0 16,-25 0-16,25 0 0,0 0 0,0-25 0,0 25 0,0 0 15,0 0-15,0 0 0,0 0 0,-24 0 0,24 0 16,0-25-16,0 25 0,0 0 0,0 0 0,0 0 0,0 0 15,0 0-15,0 0 0,0 0 0,0 25 0,-25-25 16,25 0-16,0 0 0,0 0 0,0 0 0,0 0 0,-25 0 16,25 0-16,0 0 0,0 0 0,0 25 0,-25-25 0,25 0 15,0 0-15,0 0 0,0 24 0,0-24 0,0 0 16,0 0-16,0 25 0,0-25 0,0 25 0,0-25 0,0 25 15,0-25-15,0 25 0,0-25 0,25 24 0,-25-24 16,0 25-16,0-25 0,25 0 0,-25 25 0,0-25 0,25 25 16,-25-25-16,0 0 0,0 25 0,24-25 0,-24 0 0,0 24 15,25-24-15,-25 0 0,0 0 0,25 0 0,-25 0 16,0 0-16,25 0 0,-25 0 0,25 0 0,-25 0 0,0 0 15,24 0-15,-24 0 0,25-24 0,-25 24 0,25 0 16,-25 0-16,25-25 0,-25 25 0,25-25 0,-25 25 0,0 0 16,24-25-16,-24 25 0,0-25 0,25 25 0,-25-24 0,0-1 15,25 25-15,-25-25 0,0 0 0,0 25 0,25-25 16,-25 1-16,0 24 0,0-25 0,0 0 0,0 0 0,0 25 15,0-25-15,0 0 0,0 1 0,0 24 0,25-25 16,-25 25-16,0-25 0,0 25 0,0-25 0,0 25 0,0-25 16,0 25-16,-25 0 0,25 0 0,0 0 0,0 0 0,0 0 15,0 0-15,0 0 0,0 0 0,0 0 0,0 0 16,0 0-16,0 25 0,0-25 0,0 0 0,0 0 0,25 25 15,-25-25-15,0 25 0,0-25 0,0 25 0,0-1 16,0-24-16,0 25 0,0 0 0,-25-25 0,25 25 0,0 0 16,0-25-16,0 25 0,0-1 0,0 1 0,0-25 15,0 25-15,0 0 0,0-25 0,0 25 0,0-1 0,0-24 16,0 25-16,0-25 0,0 25 0,0-25 0,0 25 15,0-25-15,0 0 0,0 0 0,0 25 0,0-25 0,0 0 16,0 0-16,0 24 0,0-24 0,0 0 0,0 0 0,0 0 16,0 0-16,0 0 0,0 0 0,0 0 0,25 0 15,-25 0-15,0 0 0,0-24 0,0 24 0,0 0 0,24-25 16,-24 25-16,0-25 0,0 25 0,25 0 0,-25-25 15,0 25-15,0-25 0,25 25 0,-25-24 0,0 24 0,0-25 16,0 25-16,0 0 0,25-25 0,-25 25 0,0 0 0,0 0 16,0-25-16,0 25 0,0 0 0,0 0 0,0 0 15,0 0-15,0 0 0,0 0 0,0 0 0,0 0 0,0 0 16,0 0-16,0 0 0,0 0 0,0 0 0,0 0 15,0 0-15,0 0 0,0 25 0,0-25 0,0 0 0,0 25 16,25-25-16,-25 0 0,0 25 0,0-25 0,0 24 0,0-24 16,0 25-16,0-25 0,0 0 0,0 25 0,0-25 15,0 25-15,0-25 0,0 0 0,0 0 0,0 25 0,0-25 16,0 0-16,24 24 0,-24-24 0,0 0 0,0 0 15,0 25-15,0-25 0,25 0 0,-25 0 0,0 0 0,0 0 16,25 0-16,-25 0 0,0 0 0,0-25 0,25 25 0,-25 0 16,0 0-16,0 0 0,25 0 0,-25-24 0,24 24 15,-24 0-15,0-25 0,25 25 0,-25-25 0,0 25 0,0 0 16,25-25-16,-25 25 0,0-25 0,0 25 0,0-24 15,0 24-15,25 0 0,-25-25 0,0 25 0,0 0 0,-25-25 16,25 25-16,0 0 0,0-25 0,0 25 0,0 0 0,0 0 16,0 0-16,0 0 0,0 0 0,0 0 0,0 0 15,0 0-15,0 0 0,0 0 0,0 0 0,-25 0 0,25 0 0,0 0 16,0 0-16,0 25 0,0-25 0,0 0 15,0 25-15,0-25 0,0 25 0,0-25 0,0 24 0,0-24 16,0 0-16,25 25 0,-25-25 0,0 25 0,0-25 0,0 0 16,0 25-16,25-25 0,-25 0 0,0 25 0,0-25 15,0 0-15,25 0 0,-25 0 0,0 24 0,0-24 0,24 0 16,-24 0-16,0 0 0,25 0 0,-25 25 0,0-25 15,0 0-15,25 0 0,-25 0 0,0 0 0,25 0 0,-25 0 16,0 0-16,0 0 0,25-25 0,-25 25 0,0 0 0,0-24 16,0 24-16,0-25 0,24 25 0,-24-25 0,0 25 15,0-25-15,0 25 0,0-25 0,0 25 0,0 0 0,-24-24 16,24 24-16,0-25 0,0 25 0,0-25 0,0 25 15,0-25-15,0 25 0,0-25 0,-25 25 0,25 0 0,0 0 0,0 0 16,0 0-16,0 0 0,0 0 0,-25 0 0,25 0 16,0 0-16,0 0 0,0 0 0,0 0 0,-25 0 0,25 0 15,0 0-15,0 0 0,0 0 0,0 0 0,0 0 16,0 0-16,0 25 0</inkml:trace>
  <inkml:trace contextRef="#ctx0" brushRef="#br0" timeOffset="6200.3546">9227 1439 0,'0'0'0,"0"0"15,0-25-15,0 25 0,0 0 0,0 0 0,0 0 0,0 0 16,0 0-16,0 0 0,0 0 0,0 25 0,0-25 0,0 0 16,0 24-16,0-24 0,0 25 0,0-25 0,-24 25 15,24-25-15,0 25 0,0 0 0,0-1 0,0-24 0,0 25 16,0 0-16,0 0 0,0-25 0,0 25 0,0 0 15,0-1-15,0-24 0,0 25 0,0 0 0,0-25 0,0 25 16,0-25-16,0 25 0,0-25 0,0 0 0,0 24 0,-25-24 16,25 0-16,0 25 0,0-25 0,0 0 0,0 0 15,0 25-15,0-25 0,0 0 0,0 0 0,0 0 0,0 0 16,0 0-16,0 0 0,0 0 0,0-25 0,-25 25 15,25 0-15,0 0 0,0 0 0,0 0 0,0 0 0,0-25 16,0 25-16</inkml:trace>
  <inkml:trace contextRef="#ctx0" brushRef="#br0" timeOffset="6635.3795">9227 1538 0,'0'0'0,"0"-25"16,0 25-16,0 0 0,0 0 0,0 0 0,25-25 0,-25 25 16,0 0-16,0 0 0,0 0 0,25 0 0,-25-25 15,0 25-15,0 0 0,25 0 0,-25 0 0,0 0 0,0 0 16,25 0-16,-25-24 0,0 24 0,24 0 0,-24 0 15,0 0-15,0 24 0,0-24 0,0 0 0,0 25 0,0-25 16,0 25-16,0-25 0,0 25 0,0-25 0,0 25 16,0-25-16,0 24 0,0-24 0,0 25 0,-24-25 0,24 25 15,0 0-15,0-25 0,0 25 0,0-25 0,-25 25 0,25-25 16,0 24-16,0-24 0,0 0 0,-25 25 0,25-25 15,0 0-15,0 25 0,0-25 0,0 0 0,0 0 0,0 0 16,0 0-16,0 25 0,0-25 0,0 0 0,0 0 0,0 0 16,0 0-16,25 0 0,-25 0 0,0 0 0,0 0 15,0 0-15,0 25 0,0-25 0,25 0 0,-25 0 16,0 0-16,0 24 0,0-24 0,24 0 0,-24 0 0,0 0 15,0 25-15,0-25 0,25 0 0,-25 0 0,0 25 0,0-25 16,0 0-16,0 0 0,0 25 0,0-25 0,0 0 0,0 0 16,0 25-16,-25-25 0,25 0 0,0 0 0,0 24 15,0-24-15,0 0 0,-24 25 0,24-25 0,0 0 0,-25 0 16,25 25-16,0-25 0,-25 0 0,25 0 0,0 0 15,-25 0-15,25 0 0,0 0 0,0 0 0,-25 0 0,25 0 16,0 25-16,0-25 0,0 0 0,0 0 0,-24 0 16,24 0-16,0 0 0,0 0 0,0 0 0,0 0 0,24-25 15,-24 25-15,0 0 0,0-25 0,25 25 0,-25-25 16,0 25-16</inkml:trace>
  <inkml:trace contextRef="#ctx0" brushRef="#br0" timeOffset="6864.3926">9773 1761 0,'0'0'0,"0"0"0,0 0 16,0 0-16,0 0 0,0 0 0,0 0 0,25 0 15,-25 0-15,0 0 0,0 0 0,0 0 0,25 0 0,-25 25 16,0-25-16,0 0 0,24 0 0,-24 0 0,25 0 0,-25 0 15,25 0-15,-25 0 0,0 0 0,25 25 0,-25-25 0,25 0 16,-25 0-16,0 0 0,24 0 0,-24 0 0,0 25 16,25-25-16,-25 0 0,0 0 0,0 0 0,0 24 0,0-24 15,0 0-15,0 0 0,0 0 0,0 0 0</inkml:trace>
  <inkml:trace contextRef="#ctx0" brushRef="#br0" timeOffset="7054.4035">9773 1984 0,'0'0'0,"0"25"0,0-25 15,0 0-15,0 0 0,0 0 0,25 0 0,-25 0 0,0 0 16,0 0-16,25 0 0,-25-25 0,0 25 0,24 0 0,-24 0 16,25 0-16,-25 25 0,25-25 0,-25 0 0,0 0 15,25 0-15,-25 0 0,25 0 0,-25 0 0,24 0 0,-24 0 16,25 0-16,-25 0 0,0 0 0,25 0 0,-25 0 0,0 0 15,25 0-15,-25 0 0,25 0 0,-25 0 0,25 25 16</inkml:trace>
  <inkml:trace contextRef="#ctx0" brushRef="#br0" timeOffset="7958.4552">10964 1290 0,'0'0'16,"0"0"-16,0 0 0,0 0 0,-25 0 0,25 0 0,0 0 16,0-25-16,0 25 0,0 0 0,0 0 0,0 0 15,-25-25-15,25 25 0,0 0 0,0 0 0,0-25 0,0 25 16,0 0-16,0 0 0,-25 0 0,25 0 0,25 0 0,-25 0 15,0 0-15,0 0 0,0 0 0,0 0 0,0 0 0,0 0 16,0 0-16,0 0 0,0 0 0,0 0 0,0 0 16,-25 0-16,25 0 0,0 0 0,0 0 0,0 0 0,0 0 15,0 0-15,0 25 0,0-25 0,0 0 0,0 25 0,0-25 16,0 25-16,0-25 0,0 25 0,0-25 0,0 24 15,0-24-15,0 25 0,0-25 0,0 25 0,0-25 0,0 25 16,25-25-16,-25 25 0,0-25 0,0 24 0,0-24 16,25 0-16,-25 25 0,0-25 0,0 25 0,0-25 0,25 25 15,-25-25-15,0 0 0,0 25 0,0-25 0,0 24 16,0-24-16,0 25 0,0-25 0,0 0 0,0 25 0,0-25 15,0 0-15,0 25 0,0-25 0,0 0 0,0 25 0,0-25 16,0 0-16,0 0 0,-25 25 0,25-25 0,0 0 16,0 0-16,-25 24 0,25-24 0,0 0 0,0 0 0,-25 0 15,25 0-15,0 0 0,-25 0 0,25 0 0,0 25 16,0-25-16,0 0 0,-24 0 0,24 0 0,0 0 0,0 0 15,-25 0-15,25 0 0,0-25 0,0 25 0,0 0 0,0 0 16,0 0-16,0 0 0,0 0 0,0 0 0,0 0 16,0 0-16,0 0 0,0 0 0,0 0 0,25 0 0,-25 0 15,0 25-15,0-25 0,0 0 0,0 0 0,0 0 16,24 25-16,-24-25 0,0 0 0,0 25 0,0-25 0,25 0 15,-25 25-15,0-25 0,25 24 0,-25-24 0,0 25 0,0-25 16,0 25-16,25-25 0,-25 25 0,0-25 16,0 25 46,0-25-62,0 24 0,0 1 0,0-25 0,0 25 0,0-25 0,0 25 0,0 0 0,0-25 0,0 0 0,0 24 0,-25-24 0,25 25 0,0-25 0,0 0 0,0 25 0,0-25 0,0 0 0,0 0 0,0 25 0,0-25 0,0 0 0,0 0 0,0 0 0,0 0 0,0 0 0,0 0 16,0 0-16,-25 0 0,25 0 0,0 0 0,0 0 0,0 0 15,0-25-15,0 25 0,25 0 0,-25 0 0,0-25 16</inkml:trace>
  <inkml:trace contextRef="#ctx0" brushRef="#br0" timeOffset="8792.5029">11658 1563 0,'0'0'0,"0"0"0,-25-25 0,25 25 0,0 0 16,0 25-16,0-25 0,0-25 0,0 25 0,0 0 0,0 0 15,0 0-15,0 0 0,0 0 0,0 0 0,0 0 0,0 0 16,0 0-16,0 0 0,0 0 0,0 25 0,0-25 15,0 0-15,0 0 0,0 24 0,0-24 0,0 25 0,0-25 16,0 0-16,0 25 0,0-25 0,-24 25 0,24 0 0,0-25 16,0 25-16,0-1 0,0-24 0,0 25 0,0 0 15,0-25-15,0 25 0,0-25 0,0 25 0,0-25 0,0 24 16,0 1-16,0-25 0,0 25 0,0-25 0,0 25 15,0-25-15,0 0 0,0 25 0,0-25 0,24 24 0,-24-24 16,0 0-16,0 25 0,0-25 0,0 0 0,0 0 0,25 0 16,-25 25-16,0-25 0,0 0 0,0-25 0,0 25 15,0 0-15,25 0 0,-25 0 0,0 0 0,0 0 0,0 0 16,25 0-16,-25 0 0,0-25 0,0 25 0,25 0 15,-25 0-15,0-24 0,24 24 0,-24 0 0,0-25 0,0 25 16,25-25-16,-25 25 0,0-25 0,25 25 0,-25-25 0,0 1 16,0 24-16,25-25 0,-25 25 0,0-25 0,0 25 15,0-25-15,0 25 0,25-25 0,-25 25 0,0-24 16,0 24-16,0-25 0,0 25 0,0 0 0,0-25 0,0 25 15,0 0-15,0-25 0,0 25 0,0 0 0,0 0 0,0 0 16,0 0-16,0 0 0,0 0 0,0 0 0,0 0 16,0 0-16,0 0 0,0 0 0,0 0 0,0 0 0,0 25 15,0-25-15,0 0 0,0 25 0,0-25 0,0 25 0,0-25 16,0 0-16,0 24 0,-25-24 0,25 25 0,0-25 15,0 25-15,0-25 0,0 25 0,0 0 0,0-25 0,0 24 16,0-24-16,0 25 0,0 0 0,0-25 0,0 25 16,0-25-16,0 25 0,0-25 0,0 24 0,0 1 0,0-25 15,0 0-15,0 25 0,-25-25 0,25 25 0,0-25 0,0 25 16,0-25-16,0 0 0,0 0 0,0 24 0,0-24 15,0 0-15,0 25 0,0-25 0,0 25 0,0-25 0,0 0 16,0 0-16,0 0 0,0 0 0,0 0 0,0 0 16,0 0-16,0-25 0</inkml:trace>
  <inkml:trace contextRef="#ctx0" brushRef="#br0" timeOffset="9026.5163">12204 1885 0,'0'0'16,"0"0"-16,0 0 0,0 0 0,0 0 0,0 0 0,0 0 16,0 0-16,25 0 0,-25 0 0,0 0 0,0 0 15,0 0-15,25 0 0,-25 0 0,24 0 0,-24 0 0,25 0 16,-25 0-16,25 0 0,-25 0 0,25 0 0,-25 0 0,25 25 15,-25-25-15,24 0 0,-24 0 0,25 0 0,-25 0 16,25 0-16,-25 0 0,0 0 0,0 0 0,0 0 0,0 0 16,0 0-16,0 0 0</inkml:trace>
  <inkml:trace contextRef="#ctx0" brushRef="#br0" timeOffset="9207.5266">12179 2084 0,'0'0'0,"0"0"0,0 0 0,0 0 0,0 0 0,0 0 16,0 0-16,25 0 0,-25 0 0,0 0 0,0 0 15,25 0-15,-25 24 0,25-24 0,-25 0 0,24 0 16,-24 0-16,25 0 0,0 0 0,-25 0 0,25 0 0,0 0 16,-25 0-16,24 0 0,1 0 0,-25 0 0,25-24 0,-25 24 15,0 0-15,25 0 0,-25 0 0,0 0 0,25 0 16</inkml:trace>
  <inkml:trace contextRef="#ctx0" brushRef="#br0" timeOffset="18361.0502">13295 1538 0,'0'0'0,"-24"0"0,24 0 0,0 0 0,0 0 0,0 0 16,0 0-16,0 0 0,0 0 0,0 0 0,0 0 0,0 0 15,-25 0-15,25 0 0,0 0 0,0 0 0,0 0 16,0 0-16,0 0 0,0 0 0,25 0 0,-25 0 0,0 0 15,0 0-15,0 0 0,0 0 0,0 0 0,0 0 16,0 0-16,0 0 0,-25 0 0,25 0 0,0 0 0,0 0 16,0 0-16,0 0 0,0 0 0,0 0 0,0 0 0,0 0 15,0 0-15,0 0 0,0 0 0,0 0 0,0 0 16,0 0-16,0 0 0,0 25 0,0-25 0,0 0 0,0 0 15,0 0-15,-25 0 0,25 24 0,0-24 0,0 0 16,0 0-16,0 25 0,0-25 0,0 25 0,0-25 0,-25 0 16,25 25-16,0 0 0,0-25 0,0 25 0,0-1 0,0-24 15,0 25-15,0 0 0,-25-25 0,25 25 0,0 0 16,0-1-16,0-24 0,0 25 0,0 0 0,0-25 0,0 25 15,0 0-15,0-25 0,0 24 0,0-24 0,0 25 16,0-25-16,0 0 0,0 25 0,0-25 47,0 0-47,0 25 0,0-25 0,25 25 0,-25-25 0,0 24 0,0-24 0,0 0 0,0 25 0,0-25 0,0 0 0,0 0 0,0 0 0,25 25 0,-25-25 0,0 0 0,0 0 0,0 0 47,0 0-47,0 0 0,0 0 0,0 25 0,0-25 0,25 0 0,-25 0 0,0 0 0,0 0 0,0 0 0,0 0 0,0 0 0,0 0 0,0 0 0,0 0 0,0 0 0,0-25 15,0 25-15,0 0 0</inkml:trace>
  <inkml:trace contextRef="#ctx0" brushRef="#br0" timeOffset="18801.0753">13494 1811 0,'0'25'0,"0"-25"0,0 0 0,0 0 16,0 0-16,0 0 0,0 0 0,0 0 0,0 0 0,0 0 15,0 0-15,0 0 0,0 0 0,0 0 0,0 0 16,25 0-16,-25 0 0,0 0 0,0 0 0,24 0 0,-24 0 15,0 0-15,25 0 0,-25-25 0,25 25 0,-25 0 16,25 0-16,-25 0 0,25 0 0,-25 0 0,24 0 0,-24 0 16,25 0-16,-25 0 0,25 0 0,-25 0 0,25 0 0,-25 0 15,25 0-15,-25 0 0,0 0 0,0 0 0,24 0 16</inkml:trace>
  <inkml:trace contextRef="#ctx0" brushRef="#br0" timeOffset="19236.1002">13891 2009 0,'0'0'0,"0"25"0,0-25 0,0-25 16,0 25-16,24 0 0,-24 0 0,0 0 0,0 0 15,0 0-15,0 0 0,0 0 0,0 0 0,25-25 0,-25 25 16,0 0-16,0 0 0,25 0 0,-25-24 0,0 24 15,0 0-15,25 0 0,-25-25 0,0 25 0,0 0 0,25-25 16,-25 25-16,0 0 0,0-25 0,0 25 0,24-25 0,-24 25 16,0 0-16,0-24 0,0 24 0,0-25 0,25 25 15,-25 0-15,0-25 0,0 25 0,0-25 0,0 25 0,0-25 16,0 25-16,0-24 0,0 24 0,0-25 0,0 25 15,0-25-15,0 25 0,25 0 0,-25 0 0,0-25 0,0 25 16,0 0-16,0 0 0,0 0 0,0 0 0,0 0 0,0 0 16,0 0-16,0 0 0,0 0 0,0 0 0,0 0 15,0 0-15,0 0 0,0 0 0,0 0 0,0 0 0,0 0 16,0 25-16,0-25 0,0 0 0,25 25 0,-25-25 15,0 25-15,0-25 0,0 24 0,0-24 0,0 25 0,0-25 16,0 25-16,0-25 0,0 25 0,0-25 0,0 25 0,25-25 16,-25 24-16,0-24 0,0 25 0,0-25 0,0 25 15,0-25-15,0 0 0,0 25 0,0-25 0,0 0 0,0 25 16,0-25-16,0 0 0,0 0 0,0 24 0,0-24 15,0 0-15,0 0 0,0 25 0,0-25 0,0 0 0,-25 0 16,25 25-16,0-25 0,0 0 0,0 0 0,0 0 16</inkml:trace>
  <inkml:trace contextRef="#ctx0" brushRef="#br0" timeOffset="19495.115">14362 1935 0,'0'0'0,"0"0"15,0 0-15,0 0 0,0 0 0,0 0 0,0 0 0,0 0 16,0 0-16,0 0 0,0 25 0,25-25 0,-25 0 16,0 0-16,0 0 0,0 0 0,0 24 0,0-24 0,0 0 15,0 0-15,0 25 0,0-25 0,25 0 0,-25 25 16,0-25-16,0 25 0,0-25 0,0 25 0,0-25 0,0 0 15,0 24-15,0-24 0,0 0 0,-25 0 0,25 25 16,0-25-16,0 0 0,0 0 0,0 25 0,0-25 0,0 0 16,0 0-16,0 0 0,-25 0 0,25 0 0,0 0 15,0 0-15,0 0 0,0 0 0</inkml:trace>
  <inkml:trace contextRef="#ctx0" brushRef="#br0" timeOffset="19997.1437">14858 1662 0,'0'-25'0,"0"25"0,-25 0 0,25 0 0,0-25 0,0 25 0,0 0 0,0-25 0,0 25 0,-25 0 0,25 0 0,0-24 0,0 24 0,0 0 0,0 0 0,0-25 0,0 25 0,0 0 0,0 0 0,0 0 0,0 0 0,0 0 0,0 0 0,0 0 0,0 0 0,0 0 0,0 0 0,0 0 0,0 0 0,0 0 0,-24 25 0,24-25 16,0 0-16,0 24 0,0-24 0,0 25 0,0-25 15,0 25-15,0 0 0,0-25 0,-25 25 0,25 0 0,0-25 16,0 24-16,0 1 0,0-25 0,0 25 0,0-25 16,0 25-16,0 0 0,0-25 0,0 24 0,0-24 0,0 25 15,0-25-15,25 25 0,-25-25 0,0 0 0,0 25 0,0-25 16,0 0-16,24 25 0,-24-25 0,0 0 0,0 0 15,25 0-15,-25 0 0,0 0 0,25 0 0,-25 0 0,0 0 16,25 0-16,-25 0 0,0 0 0,25 0 0,-25 0 16,0-25-16,24 25 0,-24 0 0,0-25 0,25 25 0,-25-25 15,0 25-15,0-25 0,25 25 0,-25 0 0,0-24 0,0-1 16,0 25-16,0-25 0,0 25 0,0-25 0,0 25 15,0-25-15,0 1 0,0 24 0,0 0 0,0-25 0,0 25 16,0 0-16,0-25 0,0 25 0,0 0 0,0 0 16,0 0-16,0 0 0,0 0 0,0 0 0,0 0 0,-25 0 15,25 0-15,0 0 0,0 0 0,0 0 0,0 0 0,-25 0 16,25 0-16,0 25 0,0-25 0,0 0 0,0 0 15,0 0-15,0 25 0,0-25 0,0 0 0</inkml:trace>
  <inkml:trace contextRef="#ctx0" brushRef="#br0" timeOffset="20239.1576">15280 1761 0,'0'0'0,"0"0"0,24 0 0,-24 25 0,0-25 16,0 0-16,0 0 0,0 0 0,0 0 0,0 0 0,0 0 15,0 0-15,0 0 0,0 0 0,0 0 0,0 0 16,0 25-16,0-25 0,0 0 0,0 25 0,0-25 0,0 0 16,0 24-16,0-24 0,0 25 0,0-25 0,0 0 0,0 25 15,0-25-15,0 25 0,0-25 0,0 0 0,0 25 16,0-1-16,0-24 0,0 0 0,0 25 0,0-25 0,-24 0 15,24 25-15,0-25 0,0 0 0,0 0 0,0 0 16,0 0-16</inkml:trace>
  <inkml:trace contextRef="#ctx0" brushRef="#br0" timeOffset="20685.1831">15602 1984 0,'0'0'0,"0"0"0,0 0 0,0 0 0,0 0 0,0-24 16,0 24-16,25 0 0,-25 0 0,0-25 0,0 25 0,0 0 16,25 0-16,-25-25 0,0 25 0,0 0 0,25-25 15,-25 25-15,0 0 0,0-25 0,24 25 0,-24-24 0,0 24 16,25-25-16,-25 0 0,0 25 0,0-25 0,25 25 15,-25-25-15,0 25 0,0-24 0,0 24 0,25-25 0,-25 25 16,0 0-16,0-25 0,0 25 0,0 0 0,0-25 0,0 25 16,0 0-16,0-25 0,0 25 0,0 0 0,0 0 15,0 0-15,0-25 0,0 25 0,0 0 0,0 0 0,0 0 16,0 0-16,0 0 0,0 0 0,0 0 0,0 0 15,0 0-15,25 0 0,-25 0 0,0 0 0,0 0 0,0 0 16,0 0-16,0 25 0,0-25 0,0 0 0,0 25 0,0-25 16,0 25-16,0-25 0,0 25 0,0-25 0,0 25 15,0-25-15,0 24 0,0-24 0,0 25 0,0-25 0,0 25 16,0-25-16,0 25 0,0-25 0,0 0 0,0 25 15,0-25-15,0 24 0,0-24 0,0 25 0,0-25 0,0 0 16,0 25-16,0-25 0,0 0 0,0 0 0,0 25 0,0-25 16,0 0-16,0 0 0,0 0 0,0 0 0,0 0 15,0 0-15,0 0 0,0 0 0,0 0 0,0 0 0,0 0 16,0 0-16,0 0 0,24 0 0,-24 0 0</inkml:trace>
  <inkml:trace contextRef="#ctx0" brushRef="#br0" timeOffset="21176.2112">16123 1315 0,'0'-25'0,"0"25"0,0 0 0,0 0 0,0 0 0,0 0 16,0 0-16,0 0 0,0 0 0,0 0 0,0 0 16,0 0-16,0 0 0,0 0 0,25 0 0,-25 0 0,0 0 15,0 0-15,0 0 0,0 0 0,0 0 0,25 25 16,-25-25-16,0 0 0,0 24 0,0-24 0,24 0 0,-24 25 15,0-25-15,0 25 0,0-25 0,25 25 0,-25-25 0,0 25 16,0-25-16,0 24 0,0-24 0,0 25 0,0 0 16,25-25-16,-25 25 0,0 0 0,0-1 0,0-24 0,0 25 15,0 0-15,0-25 0,0 25 0,0 0 0,0-25 16,0 25-16,0-25 0,0 24 0,0 1 0,0-25 0,0 25 15,0-25-15,0 25 0,0-25 0,0 25 0,0-25 0,-25 24 16,25-24-16,0 0 0,0 25 0,-25-25 0,25 0 16,0 25-16,0-25 0,0 0 0,-24 25 0,24-25 0,0 25 15,0-25-15,-25 0 0,25 0 0,0 0 0,0 24 16,0-24-16,0 0 0,0 0 0,0 0 0,0 0 0,0 0 15,0 0-15,0 0 0,0 25 0,0-25 0,0 0 0,0 0 16,-25 0-16,25 0 0,0-25 0,0 25 0,0 0 16,0 0-16,0 0 0,0-24 0,0 24 0,-25 0 0,25 0 15,0 0-15,0 0 0,0 0 0,0-25 0,0 25 0,0 0 16,-25 0-16,25 0 0,0 0 0,0 0 0,0 0 15,0 0-15,0 0 0,0-25 0,0 25 0,0 0 0,0 0 16,25 0-16</inkml:trace>
  <inkml:trace contextRef="#ctx0" brushRef="#br0" timeOffset="21630.2372">16793 1712 0,'0'0'0,"0"0"0,0 0 0,0 0 15,0 0-15,0-25 0,0 25 0,0 0 0,-25 25 16,25-25-16,0 0 0,0 0 0,25 0 0,-25 0 0,0 0 0,0 0 16,0 0-16,0 0 0,0-25 0,0 25 0,0 0 15,0 0-15,0 0 0,0 0 0,0 0 0,0 0 16,0 0-16,0 0 0,0 0 0,0 0 0,0 0 0,0 0 15,0 0-15,0 0 0,-25 0 0,25 0 0,0 0 16,0 0-16,0 0 0,0 0 0,0 0 0,0 0 0,0 0 0,0 25 16,0-25-16,0 0 0,0 0 0,0 0 15,0 0-15,25 0 0,-25 0 0,0 0 0,0 0 0,0 0 0,0 0 16,0-25-16,0 25 0,0 0 0,0 0 0,0 0 15,0 0-15,0 0 0,0 0 0,0 0 0,0 0 16,0 0-16,0 0 0,0 0 0,0 0 0,0 0 0,0 0 16,0 0-16,0 0 0,0 0 0,0 0 0,0 0 0,0 0 15,0 0-15,0 0 0,0 0 0,0 0 0,0 0 16,0 0-16,0 0 0,0 0 0,0 25 0,0-25 0,0 0 15,0 0-15</inkml:trace>
  <inkml:trace contextRef="#ctx0" brushRef="#br0" timeOffset="21893.2522">16818 2009 0,'0'0'0,"0"25"0,0-25 0,24 0 15,-24 0-15,0 25 0,0-25 0,0 0 0,25 0 16,-25 25-16,0-25 0,0 0 0,0 0 0,0 24 16,0-24-16,0 0 0,0 25 0,0-25 0,0 0 0,0 25 15,0-25-15,0 0 0,0 25 0,0-25 0,0 0 0,0 25 16,0-25-16,-25 24 0,25-24 0,0 0 0,-24 25 0,24-25 15,0 0-15,-25 25 0,25-25 0,-25 0 0,25 0 16,-25 25-16,25-25 0,-25 0 0,25 0 0,-24 0 16,24 0-16</inkml:trace>
  <inkml:trace contextRef="#ctx0" brushRef="#br0" timeOffset="23785.3604">17711 1587 0,'0'-24'0,"0"24"0,0 0 0,0 0 0,0 0 16,0-25-16,0 25 0,0 0 0,0 0 0,0 0 15,0 0-15,0 0 0,0 0 0,0 0 0,0 0 0,0 0 16,0 0-16,0 0 0,0 0 0,0 0 0,0 0 15,0 0-15,0 0 0,0 0 0,0 0 0,0 25 16,0-25-16,0 0 0,0 0 0,0 0 0,24 24 0,-24-24 0,0 25 16,0-25-16,0 25 0,0 0 0,0-25 0,0 25 15,0 0-15,0-1 0,0-24 0,0 25 0,0 0 0,0 0 16,0 0-16,25-25 0,-25 24 0,0 1 0,0-25 15,0 25-15,0 0 0,0-25 0,0 25 0,25-25 0,-25 0 16,0 24-16,0-24 0,0 0 0,0 0 0,0 0 16,25 0-16,-25 0 0,0 0 0,0 0 0,0 0 0,0 0 15,0 0-15,25 0 0,-25 0 0,0-24 0,0 24 16,0 0-16,0 0 0,24 0 0,-24-25 0,0 25 0,25 0 15,-25 0-15,0-25 0,25 25 0,-25 0 0,0-25 16,0 25-16,25-25 0,-25 25 0,0-24 0,25 24 0,-25 0 16,0-25-16,0 25 0,24-25 0,-24 25 0,0-25 0,25 25 15,-25-25-15,0 25 0,0-24 0,25 24 0,-25 0 16,0-25-16,0 25 0,0 0 0,0-25 0,0 25 0,25 0 15,-25 0-15,0 0 0,0-25 0,0 25 0,0 0 16,0 0-16,0-25 0,0 25 0,0 0 0,0-25 0,0 25 16,0 0-16,0 0 0,0 0 0,25 0 0,-25 0 0,0 0 15,0 0-15,0 0 0,0-24 0,0 24 0,0 0 0,0 0 16,0 0-16,0 0 0,0 0 0,0 0 0,0 0 15,0 0-15,0 0 0,0 0 0,0 0 0,0 0 0,0 0 16,0 0-16,0 0 0,0 0 0,0 0 0,0 0 16,0 0-16,0 0 0,0 0 0,0 0 0,0 0 0,0 0 15,0-25-15,0 25 0,0 0 0,0 0 0,0 0 16,0 0-16,0 0 0,0 0 0,0 0 0,0 0 0,0 25 15,0-25-15,0 0 0,0 0 0,0 0 0,0 0 16,0 0-16,0 0 0,0 0 0,0 0 0,0 0 0,0 0 16,0-25-16,0 25 0,0 0 0,0 0 0,0 0 0,0 0 15,0 25-15,0-25 0,0 0 0,0 0 0,0 0 0,0 0 16,0 0-16,0 0 0,0 0 0,0 0 0,0 0 15,0 0-15,0 0 0,0 0 0,0 0 0,0 0 0,0 0 16,0 0-16,0 24 0,0-24 0,0 0 0,0 0 16,0 0-16,0 0 0,0 0 0,0-24 0,0 24 0,0 0 15,0 0-15,0 0 0,0 0 0,0 0 0,0 0 0,0 0 16,0 0-16,0 0 0,0 0 0,0 0 0,0 0 15,0 0-15,0 0 0,0 0 0,0 0 0,0 0 0,0 0 16,0 0-16,0 0 0,0 0 0,0 0 0,0 0 16,0 0-16,0 0 0,0 0 0,0 0 0,0 0 0,0 0 15,0 0-15,0 0 0,0 0 0,0 0 0,0 0 0,0 0 16,0 0-16,0 0 0,0 0 0,0 0 0,0 0 15,0 0-15,0 0 0,0 0 0,0 0 0,0 0 16,0 0-16,0 0 0,0 0 0,0 0 0,0 0 0,0 0 16,0 0-16,0 0 0,0 0 0,0 0 0,0 0 0,0 0 15,0 0-15,0 0 0,0 0 0,0 0 0,0 0 0,0 0 16,0 0-16,0 0 0,0 0 0,0 0 0,0 0 15,0 0-15,0 0 0,0 0 0,0 0 0,0 0 0,0 0 16,0 0-16,0 0 0,0 0 0,0 0 0,0 0 16,0 0-16,0 0 0,-25 0 0,25 0 0,0 0 0,0 0 15,0 0-15,0 0 0,0 0 0,25 0 0,-25 0 0,0 0 16,0 0-16,0 0 0,0 0 0,0 0 0,0 0 15,-25 0-15,25 0 0,0 0 0,0 0 0,0 0 0,0 0 16,0 0-16,0 0 0,0 0 0,0 0 0,25 0 16,-25 0-16,0 0 0,0 0 0,0 0 0,0 0 0,0 0 15,0 0-15,0 0 0,0 0 0,0 0 0,0 0 0,0 0 16,0 0-16,0 0 0,0 0 0,0 0 0,0 0 15,0 0-15,0 0 0,0 0 0,-25 0 0,25 0 0,0 0 16,0 0-16,0 0 0,0 0 0,0 0 0,0 0 16,0 0-16,0 0 0,0 0 0,0 0 0,0 0 0,0 0 15,0 0-15,0 0 0,0 0 0,0 0 0,0 0 0,0 0 16,0 0-16,0 0 0,0 0 0,0 0 0,0 0 15,25 0-15,-25 0 0,0 0 0,0 0 0,0 0 0,0 0 16,0 0-16,0-25 0,0 25 0,0 0 0,0 0 16,0 25-16,0-25 0,0 0 0,0 0 0,0 0 0,0-25 15,0 25-15,0 0 0,0 0 0,0 0 0,24 0 16,-24 0-16,0 0 0,0 0 0,0 0 0,0 0 0,25-25 15,-25 25-15,0 0 0</inkml:trace>
  <inkml:trace contextRef="#ctx0" brushRef="#br0" timeOffset="24143.3809">18604 1712 0,'0'0'0,"0"0"16,0 0-16,0 0 0,0 0 0,0 0 0,0 0 16,0 0-16,0 0 0,0 0 0,0 0 0,0 0 0,0 0 15,24 0-15,-24 0 0,0 0 0,0 0 0,25 0 0,-25 0 16,0 0-16,25 0 0,-25-25 0,0 25 0,25 0 15,-25 0-15,25 0 0,-25 0 0,24 0 0,-24 0 0,25 0 16,-25 0-16,25 0 0,-25 0 0,25 0 0,-25 0 16,0 0-16,0 0 0,25 0 0,-25 0 0,0 0 0,0 0 15,0 0-15,0 25 0</inkml:trace>
  <inkml:trace contextRef="#ctx0" brushRef="#br0" timeOffset="24372.394">18653 2034 0,'0'0'0,"0"0"0,0 0 0,0 0 0,0 0 16,0 0-16,0 0 0,0 0 0,0 0 0,0 0 15,0 0-15,0 0 0,0 0 0,0 0 0,25 0 0,-25 0 16,0 0-16,25 0 0,-25 0 0,25 0 0,-25 0 15,24 0-15,-24 0 0,0 0 0,25 0 0,-25 0 0,25 0 16,-25 0-16,25 0 0,-25 0 0,25 0 0,-25 0 0,24 0 16,-24 0-16,25 0 0,-25 0 0,25 0 0,0 0 15,-25 0-15</inkml:trace>
  <inkml:trace contextRef="#ctx0" brushRef="#br0" timeOffset="24741.4151">19720 1538 0,'0'0'0,"0"0"0,-25-25 15,25 25-15,0 0 0,0 0 0,0 0 0,0-25 0,-25 25 16,25 0-16,0 0 0,0 0 0,0 0 0,0 0 16,0 0-16,-25 0 0,25 0 0,0 0 0,0 0 0,0 0 15,0 0-15,0 0 0,0 0 0,-24 25 0,24-25 0,0 0 16,-25 25-16,25-25 0,0 0 0,-25 25 0,25-1 0,0-24 15,0 25-15,-25-25 0,25 25 0,0 0 0,0-25 16,0 25-16,0 0 0,0-25 0,0 24 0,0 1 16,0 0-16,0-25 0,0 25 0,0-25 0,0 25 0,0-1 15,0-24-15,0 25 0,0-25 0,25 0 0,-25 25 0,0-25 16,0 25-16,0-25 0,0 0 0,0 25 0,0-25 15,0 0-15,25 24 0,-25-24 0,0 0 0,0 0 0,0 0 16,25 0-16,-25 0 0,0 0 0,0 0 0</inkml:trace>
  <inkml:trace contextRef="#ctx0" brushRef="#br0" timeOffset="27068.5482">20216 1960 0,'0'0'0,"0"0"0,0 0 0,0 0 0,0 0 15,0-25-15,0 25 0,25 0 0,-25 0 0,0 0 16,0-25-16,0 25 0,0 0 0,24 0 0,-24 0 0,0-25 15,0 25-15,25 0 0,-25 0 0,0-25 0,25 25 0,-25 0 16,0-24-16,25 24 0,-25 0 0,0-25 0,0 25 16,25-25-16,-25 25 0,0 0 0,0-25 0,0 25 0,0 0 15,0-25-15,0 25 0,24-24 0,-24 24 0,0 0 16,0-25-16,0 25 0,25 0 0,-25-25 0,0 25 0,0 0 15,0-25-15,25 25 0,-25 0 0,0 0 0,0 0 0,0-25 16,0 25-16,0 0 0,0 0 0,0 0 0,0 0 16,0 0-16,0 0 0,0 0 0,0 0 0,0 0 0,0 0 15,0 0-15,0 0 0,0 0 0,25 0 0,-25 0 16,0 25-16,0-25 0,0 0 0,0 25 0,0-25 0,0 25 15,0-25-15,0 25 0,0-1 0,0-24 0,-25 25 0,25 0 16,0-25-16,0 25 0,0-25 0,0 25 0,0-1 16,-25-24-16,25 25 0,0-25 0,0 25 0,0-25 0,0 0 15,0 25-15,-25-25 0,25 25 0,25-25 0,-25 0 16,0 24-16,0-24 0,0 0 0,0 25 0,0-25 0,0 0 15,0 0-15,0 0 0,0 0 0,0 0 0,0 0 0</inkml:trace>
  <inkml:trace contextRef="#ctx0" brushRef="#br0" timeOffset="27327.563">20637 2009 0,'25'0'0,"-25"0"0,0 0 0,0 25 0,0-25 0,0 0 15,0 0-15,0 0 0,0 0 0,0 0 0,0 0 16,0 0-16,0 25 0,0-25 0,0 0 0,0 0 0,0 0 16,25 25-16,-25-25 0,0 0 0,0 0 0,0 24 15,0-24-15,0 0 0,0 0 0,0 25 0,0-25 0,-25 25 16,25-25-16,0 0 0,0 25 0,0-25 0,0 0 15,0 25-15,0-25 0,0 0 0,-25 24 0,25-24 16,0 0-16,0 0 0,0 25 0,0-25 0,0 0 0,0 0 16,0 0-16,0 0 0,0 0 0</inkml:trace>
  <inkml:trace contextRef="#ctx0" brushRef="#br0" timeOffset="27858.5934">21382 1538 0,'0'0'0,"0"-25"0,0 25 0,0 0 0,-25 0 0,25 0 16,0 0-16,0 0 0,0 0 0,0 0 0,0-25 0,-25 25 16,25 0-16,0 0 0,0 0 0,0 0 0,0 0 15,0 25-15,0-25 0,0 0 0,0 0 0,0 0 0,-25 25 16,25-25-16,0 0 0,0 25 0,0-1 0,-25-24 15,25 25-15,0 0 0,0-25 0,-24 25 0,24 0 0,0 0 16,0-25-16,0 24 0,-25 1 0,25 0 0,0-25 0,0 25 16,-25 0-16,25-25 0,0 24 0,0-24 0,0 25 15,0-25-15,0 25 0,0-25 0,0 25 0,0-25 0,0 0 16,0 25-16,25-25 0,-25 24 0,0-24 0,0 0 15,0 25-15,25-25 0,-25 0 0,0 0 0,0 25 0,24-25 16,-24 0-16,0 0 0,25 0 0,-25 0 0,0-25 16,25 25-16,-25 0 0,0 0 0,25-25 0,-25 25 0,0 0 15,0-24-15,25 24 0,-25-25 0,0 25 0,0-25 16,0 25-16,0 0 0,0-25 0,0 25 0,0 0 0,0 0 15,0-25-15,0 25 0,0 0 0,0-24 0,0 24 0,0 0 16,0-25-16,-25 25 0,25 0 0,0 0 0,0 0 16,0 0-16,-25 0 0,25 0 0,0 0 0,0 25 0,0-25 15,0 0-15,-25 0 0,25 0 0,0 24 0,0-24 16,0 0-16,0 0 0,-25 25 0,25-25 0,0 0 0,0 25 15,0-25-15,0 0 0,0 25 0,0-25 0,0 0 0,0 0 16,0 25-16,0-25 0,0 0 0</inkml:trace>
  <inkml:trace contextRef="#ctx0" brushRef="#br0" timeOffset="28096.607">21828 2034 0,'0'0'0,"0"0"0,0 0 0,0 0 0,0 0 0,0 0 15,0 0-15,0 0 0,0 0 0,0 25 0,0-25 16,0 0-16,0 0 0,-25 0 0,25 0 0,0 0 16,0 25-16,0-25 0,0 0 0,0 0 0,0 24 15,0-24-15,0 0 0,0 25 0,0-25 0,0 0 0,0 25 16,0-25-16,0 25 0,0-25 0,0 0 0,0 25 0,0-25 15,0 0-15,0 24 0,0-24 0,0 0 0,0 0 0,-24 0 16,24 0-16,0 0 0,0 0 0,0 0 0</inkml:trace>
  <inkml:trace contextRef="#ctx0" brushRef="#br0" timeOffset="28354.6218">22175 1761 0,'0'0'0,"0"0"16,0 0-16,0 0 0,25 0 0,-25-25 0,0 25 15,0 0-15,0 0 0,0 0 0,0 0 0,25 0 0,-25 0 16,0 0-16,0 0 0,25 0 0,-25 0 0,25 0 15,-25 0-15,0 0 0,24 0 0,-24 0 0,25 0 0,0 0 16,-25 0-16,25 0 0,-25 0 0,25 0 0,-1 0 0,-24 0 16,25 0-16,-25 0 0,25 0 0,-25 0 0,25 0 15,-25 0-15,0 0 0</inkml:trace>
  <inkml:trace contextRef="#ctx0" brushRef="#br0" timeOffset="28767.6454">22547 1935 0,'0'0'0,"0"0"0,0 0 0,0 0 0,0 0 0,0 0 16,0 0-16,0 0 0,0 0 0,0 0 0,25 0 16,-25 0-16,0-25 0,0 25 0,0 0 0,25 0 0,-25-25 15,0 25-15,0 0 0,25 0 0,-25 0 0,0-25 16,0 25-16,25 0 0,-25 0 0,0-24 0,0 24 0,24 0 15,-24-25-15,0 25 0,0-25 0,0 25 0,25-25 0,-25 25 16,0-25-16,0 25 0,25-24 0,-25 24 0,0-25 16,0 25-16,0-25 0,25 25 0,-25 0 0,0 0 0,0-25 15,0 25-15,0 0 0,0 0 0,0 0 0,0 0 16,0 0-16,0-25 0,0 25 0,0 0 0,0 0 0,0 0 15,0 0-15,0 0 0,0 0 0,0 0 0,0 0 0,0 25 16,0-25-16,0 0 0,0 0 0,0 25 0,0-25 16,25 0-16,-25 25 0,0-25 0,0 0 0,0 25 0,0-25 15,0 24-15,-25-24 0,25 25 0,0-25 0,0 25 16,0-25-16,0 25 0,0-25 0,0 25 0,0-25 0,0 24 15,0-24-15,0 25 0,0-25 0,0 0 0,0 25 0,0-25 16,0 0-16,0 0 0,0 25 0,0-25 0,0 0 16,0 0-16,0 0 0,0 0 0,-25 0 0,25 25 0,0-25 15,0 0-15,0 0 0,0 0 0,0 0 0,0 0 16,0 0-16,0 0 0,0-25 0,0 25 0,0 0 0</inkml:trace>
  <inkml:trace contextRef="#ctx0" brushRef="#br0" timeOffset="29211.6708">23118 1315 0,'0'0'0,"0"0"0,0 0 16,0 0-16,0 0 0,0 0 0,0 0 0,0 0 0,0 0 15,0 0-15,0 0 0,0 0 0,0 0 0,0 0 16,0 24-16,0-24 0,0 0 0,0 0 0,0 0 0,25 25 15,-25-25-15,0 0 0,0 25 0,25-25 0,-25 0 0,0 25 16,0-25-16,24 25 0,-24-25 0,0 24 0,0-24 16,0 25-16,25-25 0,-25 25 0,0 0 0,0-25 0,0 25 15,0-1-15,0 1 0,0-25 0,0 25 0,0 0 16,0 0-16,0-25 0,0 25 0,0-1 0,0-24 0,0 25 15,0-25-15,0 25 0,-25-25 0,25 25 0,0 0 0,0-25 16,0 24-16,-24-24 0,24 25 0,0 0 0,0-25 16,-25 25-16,25-25 0,0 25 0,-25-25 0,25 0 0,0 24 15,0-24-15,-25 25 0,25-25 0,0 25 0,-25-25 16,25 25-16,0-25 0,-24 0 0,24 25 0,0-25 0,-25 0 15,25 0-15,0 0 0,0 24 0,-25-24 0,25 0 16,0 0-16,0 0 0,0 0 0,0 0 0,0 0 16,0 0-16,0-24 0,0 24 0,0 0 0,0 0 0,0 0 15,25-25-15</inkml:trace>
  <inkml:trace contextRef="#ctx0" brushRef="#br0" timeOffset="29649.6958">23688 1786 0,'0'0'0,"25"0"0,-25 0 16,0 0-16,0 0 0,0 0 0,0 0 0,0 0 0,0 0 15,0-25-15,0 25 0,0 0 0,0 0 0,0 0 0,0 0 16,0 0-16,0 0 0,0 0 0,0 0 0,0 0 16,0 0-16,0 0 0,0 0 0,0 0 0,0 0 0,0 0 15,0 0-15,0 0 0,0 0 0,0 0 0,0 0 16,0 25-16,0-25 0,0 0 0,0 0 0,0 0 0,0 0 15,0 0-15,0 0 0,0 0 0,0 0 0,0 0 0,0 0 16,0-25-16,0 25 0,0 0 0,0 0 0,0 0 16,0 0-16,0 0 0,0 0 0,0 0 0,0 0 0,0 0 15,0 0-15,0 0 0,0 0 0,0 0 0,0 0 16,0 0-16,0 0 0,0 0 0,0 0 0,0 0 0,0 25 15,0-25-15,0 0 0,0 0 0,0 25 0,0-25 0,0 25 16</inkml:trace>
  <inkml:trace contextRef="#ctx0" brushRef="#br0" timeOffset="29841.7068">23713 1984 0,'0'0'0,"0"0"0,0 0 0,0 0 0,0 25 0,0-25 16,0 0-16,0 25 0,25-25 0,-25 0 0,0 25 15,0-25-15,0 0 0,0 25 0,0-25 0,25 0 0,-25 24 16,0-24-16,0 0 0,0 25 0,0-25 0,0 0 0,0 25 15,0-25-15,0 0 0,0 25 0,0-25 0,0 0 16,-25 25-16,25-25 0,0 24 0,0-24 0,-25 0 0,25 25 16,0-25-16,-25 0 0,25 0 0,-24 25 0,24-25 15,-25 0-15,25 0 0,-25 0 0,25 0 0</inkml:trace>
  <inkml:trace contextRef="#ctx0" brushRef="#br0" timeOffset="30738.7581">24557 1513 0,'0'0'0,"0"0"0,0 0 0,0 0 0,24 0 0,-24 0 0,0 0 0,0 0 0,0 0 0,0 0 0,0 0 0,0 0 0,0 0 0,0 0 0,0 0 0,0 0 0,0 0 0,25 0 0,-25 0 0,0 25 0,0-25 0,0 0 0,0 25 0,25-25 0,-25 24 0,0-24 0,0 25 0,0-25 0,0 25 15,0 0-15,0-25 0,0 25 0,0 0 0,0-25 16,-25 24-16,25 1 0,0-25 0,0 25 0,0 0 0,0-25 16,0 25-16,0-25 0,0 0 0,0 24 0,0-24 0,0 25 15,0-25-15,0 0 0,0 0 0,0 0 0,0 0 16,0 25-16,0-25 0,0 0 0,0 0 0,0 0 0,0 0 15,0 0-15,25 0 0,-25-25 0,0 25 0,0 0 16,0 0-16,0 0 0,0 0 0,25 0 0,-25 0 0,0 0 16,0-25-16,25 25 0,-25 0 0,0 0 0,0-24 0,0 24 15,24-25-15,-24 25 0,0-25 0,0 25 16,25-25-16,-25 25 0,0-25 0,25 25 0,-25-24 0,25 24 0,-25-25 15,25 0-15,-25 25 0,24-25 0,-24 25 0,0-25 16,0 25-16,25-25 0,-25 25 0,0 0 0,0-24 0,25 24 16,-25 0-16,0 0 0,0 0 0,0 0 0,0 0 0,25 0 15,-25 0-15,0 0 0,0 0 0,0 0 0,0 0 16,0 0-16,0 0 0,0 0 0,0 24 0,0-24 15,0 25-15,0-25 0,0 25 0,0-25 0,0 25 0,0-25 16,0 25-16,0-25 0,0 25 0,0-25 0,25 24 0,-25 1 16,0-25-16,0 0 0,0 25 0,0-25 0,0 25 15,0-25-15,0 25 0,0-25 0,0 0 0,0 24 0,0-24 16,0 0-16,25 25 0,-25-25 0,0 0 0,0 0 15,0 0-15,0 0 0,24 0 0,-24 0 0,0 0 0,0 0 16,25 0-16,-25 25 0,0-25 0,0-25 0,25 25 16,-25 0-16,0 0 0,0 0 0,25 0 0,-25-25 0,0 25 15,0 0-15,0-24 0,25 24 0,-25 0 0,0-25 16,0 25-16,24-25 0,-24 25 0,0-25 0,25 0 0,-25 25 15,0-24-15,0 24 0,25-25 0,-25 25 0,0-25 0,0 25 16,0-25-16,25 25 0,-25 0 0,0 0 0,0-25 0,0 25 16,0 0-16,0 0 0,0 0 0,0 0 0,0 0 15,0 0-15,0 0 0,0 0 0,0 0 0,0 0 0,0 0 16,0 0-16,0 0 0,0 0 0,0 0 0,25 0 15,-25 0-15,0 0 0,24 0 0,-24 0 0,25 25 0,-25-25 16,25 0-16</inkml:trace>
  <inkml:trace contextRef="#ctx0" brushRef="#br0" timeOffset="30967.7712">25598 1736 0,'0'0'0,"0"0"15,0 0-15,0 0 0,0 0 0,0 0 0,0 0 0,0 0 16,25 0-16,-25 0 0,0 0 0,0 0 0,25 0 0,-25 0 16,0 0-16,25 0 0,-25 25 0,25-25 0,-1 0 15,-24 0-15,25 0 0,-25 0 0,25 0 0,0 0 0,-25 25 16,25-25-16,-25 0 0,24 0 0,-24 0 0,25 0 15,-25 0-15,25 25 0,-25-25 0,0 0 0,25 0 0</inkml:trace>
  <inkml:trace contextRef="#ctx0" brushRef="#br0" timeOffset="31168.7827">25574 2009 0,'0'0'0,"0"0"0,0 0 0,0 0 0,0 0 15,0 0-15,0 0 0,0 0 0,0 0 0,0 0 0,24 0 16,-24 0-16,0 0 0,25 0 0,-25 0 0,0 0 15,25 0-15,0 0 0,-25 0 0,25 0 0,-1 0 0,-24 0 16,25 0-16,0 25 0,0-25 0,-25 0 0,25 0 16,-1 0-16,1 0 0,0 0 0,0 0 0,-25 0 0,25 25 15,0-25-15,-1 0 0,-24-25 0,25 25 0</inkml:trace>
  <inkml:trace contextRef="#ctx0" brushRef="#br0" timeOffset="31843.8213">27012 1315 0,'0'0'0,"-25"0"0,25 0 0,0 0 0,0 0 0,0 0 15,0 0-15,0-25 0,0 25 0,0 0 0,-24 0 16,24 0-16,0 0 0,0 0 0,0 0 0,0 0 0,0 0 16,0 0-16,-25 0 0,25 0 0,0 25 0,0-25 15,-25 0-15,25 0 0,0 24 0,0-24 0,-25 25 0,25 0 16,0 0-16,-25-25 0,25 25 0,-24-1 0,24 1 0,0 0 15,-25 0-15,25 0 0,0-1 0,0-24 0,-25 25 16,25 0-16,0 0 0,0 0 0,0 0 0,0-25 0,0 24 16,0 1-16,0-25 0,0 25 0,0 0 0,0-25 15,25 25-15,-25-25 0,0 24 0,0-24 0,25 25 0,-25-25 16,0 25-16,24-25 0,-24 0 0,0 25 0,25-25 0,-25 0 15,25 0-15,-25 0 0,0 25 0,25-25 0,-25 0 16,0-25-16,25 25 0,-25 0 0,0 0 0,0 0 0,24 0 16</inkml:trace>
  <inkml:trace contextRef="#ctx0" brushRef="#br0" timeOffset="35956.0565">27285 1761 0,'0'0'0,"0"0"0,0 0 16,0 0-16,0 0 0,0 0 0,0 0 0,0 0 15,0 0-15,0 0 0,0 0 0,25 0 0,-25 0 0,0 0 16,0-25-16,0 25 0,0 0 0,25 0 0,-25 0 0,0 0 15,0 0-15,25-24 0,-25 24 0,0 0 0,0 0 16,24 0-16,-24-25 0,0 25 0,25 0 0,-25 0 0,25 0 16,-25-25-16,0 25 0,25 0 0,-25 0 0,0-25 15,0 25-15,25 0 0,-25-25 0,0 25 0,0-25 0,0 25 16,0 0-16,24-24 0,-24 24 0,0 0 0,0 0 0,0 0 15,0-25-15,0 25 0,0 0 0,0 0 0,0 0 16,25 0-16,-25 0 0,0 0 0,0 0 0,0 0 0,0 0 16,0 0-16,0 0 0,0 0 0,0 0 0,0 0 15,0 0-15,0 0 0,0 0 0,0 0 0,0 0 0,0 0 16,-25 25-16,25-25 0,0 24 0,0-24 0,0 25 0,0 0 15,-24-25-15,24 25 0,0-25 0,0 25 0,0-25 16,0 25-16,0-25 0,-25 24 0,25-24 0,0 25 0,0-25 16,0 25-16,0-25 0,0 0 0,-25 25 0,25-25 15,0 25-15,0-25 0,0 0 0,0 24 0,0-24 0,-25 0 16,25 25-16,0-25 0,0 0 0,0 0 0,0 0 0,0 0 15,25 25-15,-25-25 0,0 0 0</inkml:trace>
  <inkml:trace contextRef="#ctx0" brushRef="#br0" timeOffset="36225.0719">27682 1910 0,'25'0'0,"-25"0"0,0 25 0,0-25 0,0 0 16,0 0-16,0 0 0,0 0 0,0 25 0,0-25 16,0 0-16,0 0 0,0 0 0,0 0 0,0 0 0,0 0 15,0 24-15,0-24 0,0 0 0,0 0 0,0 0 0,0 25 16,0-25-16,-25 25 0,25-25 0,0 25 0,0-25 15,0 25-15,0-25 0,-25 0 0,25 24 0,0-24 16,0 0-16,0 25 0,-25-25 0,25 0 0,0 0 0,0 0 16,0 25-16,0-25 0,0 0 0,0 0 0,-24 0 0</inkml:trace>
  <inkml:trace contextRef="#ctx0" brushRef="#br0" timeOffset="36749.1019">28277 1761 0,'0'0'0,"0"0"0,0 0 0,0-25 0,0 25 15,0 0-15,0 0 0,0-24 0,0 24 0,0 0 16,0 0-16,0 0 0,25-25 0,-25 25 0,0 0 0,0 0 15,0 0-15,0 0 0,0 0 0,25 0 0,-25 0 0,0-25 16,0 25-16,0 0 0,25 0 0,-25 0 0,0 0 0,25 0 16,-25 0-16,0-25 0,24 25 0,-24 0 0,0 0 15,0 0-15,25 0 0,-25 0 0,0 0 0,0 0 0,0 0 16,0 0-16,0 0 0,25 0 0,-25 0 0,0 25 15,0-25-15,0 0 0,-25 25 0,25-25 0,0 0 0,0 25 16,0-1-16,-25-24 0,25 25 0,0-25 0,-24 25 16,24-25-16,-25 25 0,25-25 0,-25 25 0,25-1 0,-25-24 15,25 25-15,-25-25 0,25 25 0,0-25 0,-24 25 16,24-25-16,0 25 0,-25-25 0,25 24 0,0-24 0,0 0 15,-25 25-15,25-25 0,0 0 0,0 25 0,0-25 0,0 0 16,0 0-16,25 0 0,-25 0 0,0 25 0,0-25 16,0 0-16,25 0 0,-25 0 0,0 0 0,24 0 15,-24 0-15,25 0 0,-25 0 0,25 25 0,0-25 0,-25 0 16,25 0-16,-1 0 0,-24 0 0,25 0 0,0 0 0,-25 0 15,25-25-15,0 25 0,-25 0 0,24 0 0,1 0 16,-25 0-16,25 0 0</inkml:trace>
  <inkml:trace contextRef="#ctx0" brushRef="#br0" timeOffset="36961.114">28823 2009 0,'0'0'0,"0"0"0,0 0 0,0 0 15,0 25-15,0-25 0,0 0 0,0 0 0,0 0 0,0 0 16,0 0-16,0 0 0,0 0 0,0 0 0,0 25 0,-25-25 15,25 0-15,0 0 0,0 25 0,-25-25 0,25 24 16,0-24-16,0 25 0,0-25 0,-24 25 0,24-25 16,0 0-16,0 25 0,-25-25 0,25 0 0,0 25 0,0-25 15,0 0-15,0 0 0,0 24 0,0-24 0,0 0 0,0 0 16,0 0-16,0 0 0,0 0 0,0-24 0,0 24 15</inkml:trace>
  <inkml:trace contextRef="#ctx0" brushRef="#br0" timeOffset="37560.1483">29344 1563 0,'0'0'0,"0"0"0,0 0 0,0 0 0,0-25 15,0 25-15,0 0 0,0 0 0,0 0 0,0 0 0,0 0 16,0-25-16,0 25 0,25 0 0,-25 0 0,0 0 15,0 0-15,0 0 0,25-25 0,-25 25 0,0 0 0,0 0 16,24 0-16,-24 0 0,0 0 0,0 0 0,25 0 0,-25 0 16,0 0-16,0 0 0,25 0 0,-25 0 0,0 0 15,0 0-15,25 0 0,-25 0 0,0 25 0,0-25 0,0 0 16,0 0-16,0 25 0,0-25 0,0 0 0,0 25 0,0-25 15,-25 24-15,25 1 0,0-25 0,0 25 0,-25-25 16,25 25-16,0 0 0,0-25 0,-25 25 0,25-25 0,0 0 16,0 24-16,-24-24 0,24 0 0,0 25 0,0-25 15,-25 0-15,25 25 0,0-25 0,0 0 0,0 0 0,0 0 16,0 25-16,-25-25 0,25 0 0,0 0 0,0 0 15,0 0-15,0 0 0,0 0 0,0 0 0,0 0 0,0 0 16,0 0-16,0 0 0,25 0 0,-25 0 0,0 0 16,0 0-16,0 0 0,25 25 0,-25-25 0,0 0 0,24 0 15,-24 0-15,0 24 0,25-24 0,-25 0 0,0 0 16,0 0-16,25 0 0,-25 25 0,0-25 0,0 0 0,0 25 0,0-25 15,0 25-15,0-25 0,0 0 0,0 25 0,0-25 16,0 0-16,0 24 0,0-24 0,0 0 0,0 0 0,-25 25 16,25-25-16,0 0 0,0 0 0,0 0 0,-25 0 15,25 25-15,0-25 0,0 0 0,-24 0 0,24 0 0,0 0 16,-25 0-16,25 0 0,0 0 0,-25 25 0,25-25 15,0 0-15,-25 0 0,25 0 0,0 0 0,0 0 0,-25 0 16,25 0-16,0-25 0,0 25 0,0 0 0,0 0 0,0 0 16,0 0-16,0-25 0,0 25 0,0 0 0,0 0 15,0-25-15,0 25 0</inkml:trace>
  <inkml:trace contextRef="#ctx0" brushRef="#br0" timeOffset="37961.1712">29964 1339 0,'0'-24'0,"0"24"0,0 0 0,0 0 16,0 0-16,0 0 0,0 0 0,25 0 0,-25 0 16,0 0-16,0 0 0,0 24 0,0-24 0,0 0 0,25 0 15,-25 0-15,0 0 0,0 0 0,0 25 0,24-25 16,-24 0-16,0 25 0,0-25 0,0 25 0,25-25 0,-25 25 15,0-25-15,0 24 0,0 1 0,0-25 0,0 25 0,0 0 16,0-25-16,0 25 0,0-1 0,0 1 16,0-25-16,0 25 0,-25 0 0,25 0 0,0 0 0,0-25 15,0 24-15,-24 1 0,24 0 0,0-25 0,-25 25 0,25 0 16,0-1-16,-25-24 0,25 25 0,-25-25 0,25 25 0,0-25 15,-25 25-15,25-25 0,-24 25 0,24-25 0,0 0 0,-25 24 16,25-24-16,0 0 0,-25 25 0,25-25 0,0 0 16,0 25-16,-25-25 0,25 0 0,0 0 0,0 25 15,0-25-15,-25 0 0,25 0 0,0 0 0,0 0 0,0-25 16,0 25-16</inkml:trace>
  <inkml:trace contextRef="#ctx0" brushRef="#br0" timeOffset="39160.2398">30510 1067 0,'0'0'15,"0"0"-15,0 0 0,0 0 0,0 0 0,0 0 0,0 0 0,0 0 16,0 0-16,-25 0 0,25-25 0,0 25 0,0 0 15,0 0-15,0 0 0,0 0 0,0 0 0,0 0 0,0 0 16,0 0-16,0 0 0,0 0 0,0 0 0,0 0 0,0 0 16,0 0-16,0 0 0,25 0 0,-25 0 0,0 0 15,0 0-15,0-25 0,0 25 0,0 0 0,0 0 0,0 0 16,0 0-16,0 0 0,0 0 0,0 0 0,0 0 0,-25 0 15,25 25-15,0-25 0,0 0 0,0 0 0,0 0 0,0 0 16,0 0-16,0 25 0,0-25 0,0 0 0,0 0 0,0 0 16,0 24-16,0-24 0,0 25 0,0-25 0,0 0 15,0 0-15,25 25 0,-25-25 0,0 0 0,0 25 0,0-25 16,0 0-16,0 0 0,0 25 0,0-25 0,25 0 0,-25 24 15,0-24-15,0 0 0,0 0 0,0 25 0,24-25 0,-24 0 16,0 25-16,0-25 0,0 0 0,0 0 0,25 0 0,-25 0 16,0 0-16,0 0 0,0 0 0,0 0 0,0 0 15,0 0-15,25 0 0,-25 0 0,0 0 0,0 0 0,0 0 16,0 25-16,0-25 0,0 0 0,0 0 0,0 0 0,0 0 15,0 0-15,0 0 0,0 0 0,0 0 0,0 0 0,0 0 16,0 0-16,0 0 0,0 0 0,0 0 0,0 0 16,-25 0-16,25 0 0,0 0 0,0 0 0,0 0 0,-25 0 15,25 0-15,0 25 0,0-25 0,-24 0 0,24 0 16,0 24-16,0-24 0,-25 0 0,25 25 0,0-25 0,0 0 15,-25 25-15,25-25 0,0 25 0,0-25 0,-25 0 0,25 25 16,0-25-16,0 0 0,0 24 0,-25-24 0,25 25 0,0-25 16,0 25-16,0-25 0,0 25 0,0-25 0,-24 0 15,24 25-15,0-25 0,0 24 0,0-24 0,0 25 0,0-25 16,0 25-16,-25-25 0,25 25 0,0-25 0,0 25 15,0-25-15,-25 25 0,25-1 0,0-24 0,0 25 0,0-25 16,0 25-16,0 0 0,-25-25 0,25 25 0,0-1 16,0-24-16,0 25 0,0 0 0,0-25 0,-25 25 0,25-25 15,0 25-15,0-25 0,0 24 0,0-24 0,0 25 0,0-25 16,0 25-16,-24-25 0,24 25 0,0-25 0,0 0 15,0 25-15,0-25 0,0 0 0,0 0 0,0 0 16,0 24-16,0-24 0,0 0 0,0 0 0,-25 0 0,25 0 16,0 25-16,0-25 0,0 0 0,0 0 0,0 0 15,0 0-15,0 0 0,-25 0 0,25 0 0,0 0 0,0 0 16,0 0-16,0 0 0,0 0 0,0 0 0,0 0 0,0 0 15,-25 0-15,25 0 0,0 0 0,0 0 0,0 0 16</inkml:trace>
  <inkml:trace contextRef="#ctx0" brushRef="#br0" timeOffset="45410.5973">2977 3249 0,'0'0'0,"0"0"0,0 0 0,0 0 0,0 0 16,0-24-16,0 24 0,0 0 0,0 0 0,0 0 16,0 0-16,0 0 0,0 0 0,0 0 0,0-25 0,0 25 15,0 0-15,0 0 0,24 0 0,-24 0 0,0 0 0,0-25 16,0 25-16,0 0 0,0 0 0,0 0 0,0 0 15,0 0-15,0 0 0,0 0 0,0-25 0,0 25 0,0 0 16,0 0-16,0 0 0,-24 0 0,24-25 0,0 25 16,0 0-16,0 0 0,0 0 0,0 0 0,-25 0 0,25 0 15,0 0-15,0-24 0,0 24 0,0 0 0,0 0 16,-25 0-16,25 0 0,0 0 0,0 0 0,0 0 0,0 0 15,0 0-15,0 0 0,-25 0 0,25 0 0,0 0 16,0 0-16,0 0 0,0 0 0,-25 24 0,25-24 0,0 0 16,0 0-16,0 0 0,-24 25 0,24-25 0,0 0 15,0 25-15,0-25 0,-25 25 0,25-25 0,0 25 0,0-1 16,0-24-16,0 25 0,0 0 0,0 0 0,0-25 15,0 25-15,0-1 0,0 1 0,0-25 0,0 25 0,0 0 16,0-25-16,25 25 0,-25-25 0,0 24 0,0-24 16,24 25-16,-24-25 0,0 0 0,25 0 0,-25 25 0,25-25 15,-25 0-15,0 0 0,25 0 0,-25 0 0,25 0 16,-1 0-16,-24 0 0,25 0 0,-25-25 0,25 25 15,0 0-15,-25-25 0,25 25 0,-25-24 0,24 24 0,-24 0 16,0-25-16,25 25 0,-25-25 0,25 25 0</inkml:trace>
  <inkml:trace contextRef="#ctx0" brushRef="#br0" timeOffset="47042.6907">3175 3349 0,'0'0'0,"0"0"0,0 0 0,0 0 0,0 0 0,0 0 15,0 0-15,0 0 0,0 0 0,0-25 0,0 25 16,0 0-16,0 0 0,0 0 0,25-25 0,-25 25 15,0 0-15,0-25 0,25 25 0,-25-25 0,0 25 0,24-24 16,-24 24-16,25-25 0,-25 25 0,0 0 0,25-25 16,-25 25-16,25-25 0,-25 25 0,0-25 0,25 25 0,-25-24 15,24 24-15,-24-25 0,0 0 0,0 25 0,25-25 16,-25 25-16,0-25 0,0 25 0,0-24 0,0 24 0,0 0 15,0-25-15,0 25 0,0-25 0,0 25 0,0 0 16,0 0-16,0-25 0,0 25 0,-25 0 0,25-25 16,0 25-16,0 0 0,0 0 0,-24 0 0,24-24 0,0 24 15,-25 0-15,25 0 0,0 0 0,0 0 0,-25 0 16,25 0-16,0 0 0,0 0 0,-25 0 0,25 0 0,0 0 15,0 0-15,-25 0 0,25 24 0,0-24 0,0 0 16,0 0-16,0 0 0,0 0 0,0 0 0,0 0 0,0 25 16,0-25-16,0 0 0,0 25 0,0-25 0,0 0 0,0 25 15,0-25-15,0 0 0,0 25 0,0-25 0,0 24 16,0-24-16,25 25 0,-25 0 0,0-25 0,0 25 15,0 0-15,0-25 0,0 24 0,0-24 0,0 25 0,0 0 16,0-25-16,25 25 0,-25-25 0,0 25 0,0-25 16,-25 24-16,25-24 0,0 25 0,0 0 0,0-25 0,0 25 15,0-25-15,0 25 0,0-25 0,0 0 0,0 24 16,0-24-16,0 0 0,0 0 0,0 0 0,0 25 0,0-25 15,0 0-15,0 0 0,0 0 0,0 0 0,0 0 0,0 25 16,0-25-16,0 0 0,0 0 0,0 0 0,0 0 16,0 0-16,0 0 0,0 0 0,0-25 0,0 25 15,25 0-15,-25 0 0,0 0 0,0-25 0,0 25 0,0 0 16,25-24-16,-25 24 0,0-25 0,0 25 0,25 0 15,-25-25-15,0 25 0,0 0 0,24-25 0,-24 25 16,0 0-16,0 0 0,25-25 0,-25 25 0,0 0 0,0 0 16,0 0-16,0 0 0,0 0 0,0 0 0,0 0 15,0 0-15,25 0 0,-25 0 0,0 0 0,0 0 0,0 25 16,0-25-16,0 0 0,0 25 0,0-25 0,0 0 15,0 25-15,25-25 0,-25 25 0,0-25 0,0 0 0,0 24 16,0-24-16,0 25 0,0-25 0,0 25 0,0-25 16,0 0-16,0 25 0,0-25 0,0 0 0,0 25 15,0-25-15,0 0 0,0 0 0,25 0 0,-25 0 0,0 0 16,0 0-16,0 24 0,24-24 0,-24 0 0,0 0 15,0-24-15,25 24 0,-25 0 0,0 0 0,0 0 0,25 0 16,-25 0-16,0 0 0,0 0 0,25-25 0,-25 25 16,0 0-16,0-25 0,25 25 0,-25 0 0,0-25 0,24 25 15,-24-25-15,0 25 0,0 0 0,25-24 0,-25 24 16,0-25-16,0 25 0,0-25 0,0 25 0,0 0 15,0-25-15,0 25 0,25 0 0,-25-25 0,0 25 0,0 0 16,0 0-16,0-24 0,0 24 0,0 0 0,0 0 16,0 0-16,0 0 0,0 0 0,0 0 0,0 0 15,-25 0-15,25 0 0,0 0 0,0 0 0,0 0 0,0 0 16,0 24-16,0-24 0,0 0 0,0 0 0,0 25 15,0-25-15,0 0 0,0 25 0,0-25 0,0 25 0,0-25 16,0 0-16,0 25 0,0-25 0,0 24 0,25-24 16,-25 0-16,0 25 0,0-25 0,0 0 0,0 25 0,0-25 15,0 0-15,0 25 0,0-25 0,25 0 0,-25 0 16,0 25-16,0-25 0,0 0 0,0 0 0,25 0 15,-25 0-15,0 24 0,0-24 0,0 0 0,0 0 0,25 0 16,-25 0-16,0 0 0,0-24 0,24 24 0,-24 0 16,0 0-16,0-25 0,25 25 0,-25 0 0,0 0 0,25-25 15,-25 25-15,0 0 0,25-25 0,-25 25 0,0 0 16,25-25-16,-25 25 0,0-24 0,0 24 0,24 0 0,-24-25 15,0 25-15,0 0 0,0-25 0,0 25 0,0 0 16,0-25-16,0 25 0,0 0 0,0 0 0,0-25 16,0 25-16,0 0 0,0 0 0,0 0 0,0-24 0,0 24 15,0 0-15,0 0 0,0 0 0,0 0 0,0 0 16,0 0-16,0 0 0,0 0 0,0 24 0,0-24 15,0 0-15,0 0 0,0 0 0,0 25 0,0-25 0,0 0 16,0 25-16,0-25 0,0 25 0,0-25 0,0 25 16,0-25-16,0 24 0,0-24 0,0 0 0,0 25 0,0-25 15,0 25-15,25-25 0,-25 0 0,0 25 0,0-25 16,0 0-16,0 0 0,0 25 0,0-25 0,25 0 0,-25 0 15,0 0-15,0 0 0,0 24 0,0-24 0,0 0 16,25 0-16,-25 0 0,0 0 0,0 0 0,0 0 16,25 0-16,-25 0 0,0 0 0,24-24 0,-24 24 0,0 0 15,25 0-15,-25-25 0,0 25 0,0 0 0,25-25 16,-25 25-16,0 0 0,0-25 0,25 25 0,-25 0 0,0-25 15,0 25-15,0-24 0,0 24 0,0-25 0,25 25 16,-25 0-16,0-25 0,0 25 0,0-25 0,0 25 16,0-25-16,0 25 0,0 0 0,0-24 0,0 24 0,0 0 15,0 0-15,0 0 0,0-25 0,0 25 0,0 0 16,0 0-16,-25 0 0,25 0 0,0 25 0,0-25 0,0 0 15,25 0-15,-25 0 0,0 24 0,0-24 0,0 25 16,0-25-16,0 0 0,0 25 0,0-25 0,0 25 16,0-25-16,0 25 0,0-25 0,0 0 0,0 24 0,0-24 15,0 25-15,0-25 0,0 25 0,0-25 0,0 0 0,0 25 16,0-25-16,0 25 0,0-25 0,0 0 0,0 0 15,0 0 17,0 0-32,0 24 0,0-24 0,0 0 0,0 0 0,0 0 0,0 0 0,0 0 0,0-24 0,0 24 0,0 0 0,0 0 0,0 0 0,0 0 0,0-25 15,0 25-15,24 0 0,-24-25 0,0 25 0,0-25 16,0 25-16,25 0 0,-25-25 0,0 1 0,0 24 0,25-25 15,-25 25-15,0 0 0,0-25 0,25 25 0,-25 0 16,0-25-16,0 25 0,25 0 0,-25 0 0,0 0 16,0-25-16,0 25 0,24 0 0,-24 25 0,0-25 0,0 0 15,0 0-15,0 0 0,25 0 0,-25 25 0,0-25 0,0 0 16,0 25-16,0-25 0,0 0 0,0 25 0,0-25 15,0 0-15,0 24 0,0-24 0,0 0 0,0 25 16,0-25-16,0 0 0,0 0 0,0 25 0,0-25 0,0 0 16,0 0-16,0 0 0,25 0 0,-25 25 0,0-25 15,0 0-15,0 0 0,0 0 0,25 0 0,-25 0 16,0 0-16,25 0 0,-25-25 0,24 25 0,-24 0 0,25 0 15,0-25-15,-25 25 0,25 0 0,-25-25 0,25 25 0,-1 0 16,-24-24-16</inkml:trace>
  <inkml:trace contextRef="#ctx0" brushRef="#br0" timeOffset="47515.7177">4688 3200 0,'0'0'0,"0"0"16,0-25-16,0 25 0,0 0 0,0 0 0,0-25 15,0 25 17,0 0-32,-25 0 0,25-25 0,0 25 0,0 0 0,0 0 0,0 0 0,-25 0 0,25 0 0,0 0 0,0 0 0,0 0 0,0 0 0,-24 25 0,24-25 15,0 0-15,0 0 0,0 25 0,0-25 0,0 0 16,-25 25-16,25-25 0,0 25 0,0-25 0,0 24 0,0-24 15,0 25-15,0-25 0,0 25 0,0-25 0,0 0 16,0 25-16,0-25 0,0 0 0,0 0 0,0 25 0,0-25 16,0 0-16,0 0 0,0 24 0,0-24 0,0 0 15,0 0-15,0 0 0,0 0 0,25 0 0,-25 0 0,0 0 16,0 0-16,0 0 0,0 0 0,24 0 0,-24 0 15,0 0-15,0-24 0,0 24 0,25 0 0,-25-25 0,0 25 16,0 0-16,0-25 0,25 25 0,-25 0 0,0-25 16,0 25-16,0-25 0,0 25 0,25 0 0,-25-24 15,0 24-15,0 0 0,0 0 0,0 0 0,0 0 16,0 0-16,0 0 0,0 0 0,0 24 0,0-24 0,0 0 15,0 25-15,0-25 0,0 0 0,0 25 0,0 0 0,0-25 16,0 25-16,0-1 0,25 1 0,-25-25 0,0 25 16,0 0-16,0 0 0,0-1 0,0-24 0,0 25 15,0 0-15,0 0 0,0-25 0,0 25 0,0-1 0,0-24 16,0 25-16,0-25 0,0 25 0,0-25 0,0 0 15,0 25-15,0-25 0,0 0 0,-25 25 0,25-25 0,0 0 16,0 0-16,0 25 0,-25-25 0,25 0 0,0 0 16,0 0-16,-25 24 0,25-24 0,0 0 0,-25 0 0,25 0 15,-24 0-15,24 0 0,0 0 0,-25 0 0,25 0 16,-25 0-16,25 0 0,-25-24 0,25 24 0,0 0 15,-25 0-15,25-25 0,-24 25 0,24 0 0,-25-25 0,25 25 16,-25 0-16,25-25 0,-25 25 0</inkml:trace>
  <inkml:trace contextRef="#ctx0" brushRef="#br0" timeOffset="47826.7355">3845 3026 0,'0'0'0,"0"0"15,0 0-15,0 0 0,25 0 0,-25 0 0,0-25 0,0 25 16,0 0-16,0 0 0,0 0 0,0 0 0,24 0 15,-24 0-15,0-24 0,0 24 0,0 0 0,25 0 0,-25 0 16,0 0-16,0 0 0,25 0 0,-25 0 0,0 0 16,0 0-16,25 0 0,-25 0 0,0 24 0,0-24 0,0 0 15,0 0-15,0 0 0,0 25 0,0-25 0,0 0 16,0 0-16,0 0 0,0 25 0,-25-25 0,25 0 15,0 0-15,0 25 0,-25-25 0,25 0 0,0 0 0,0 0 16,-25 25-16,25-25 0,0 0 0</inkml:trace>
  <inkml:trace contextRef="#ctx0" brushRef="#br0" timeOffset="48033.7473">4043 2778 0,'0'-25'0,"0"25"0,25 0 16,-25 0-16,0-24 0,25 24 0,-25 0 0,0 0 0,0 0 15,0 0-15,0 0 0,25 0 0,-25 0 0,0 0 16,0 0-16,0 0 0,0 24 0,0-24 0,0 0 0,-25 25 16,25-25-16,0 0 0,0 25 0,0 0 0,-25-25 15,25 25-15,0-25 0,0 24 0,0 1 0,-25-25 16,25 25-16,0-25 0,0 25 0,0-25 0,-25 25 0</inkml:trace>
  <inkml:trace contextRef="#ctx0" brushRef="#br0" timeOffset="48922.7982">5680 3150 0,'0'0'0,"0"0"0,0 0 0,0 0 0,0 0 15,0 0-15,0 0 0,0 0 0,0 0 0,0 0 16,0 0-16,0 0 0,0-25 0,0 25 0,0 0 0,0 0 15,0 25-15,0-25 0,0 0 0,25 0 0,-25 0 0,0 0 16,0 25-16,0-25 0,0 25 0,25-25 0,-25 0 16,0 25-16,0-25 0,0 24 0,0-24 0,0 0 15,0 25-15,0-25 0,0 25 0,0-25 0,0 25 0,0-25 16,0 0-16,0 0 0,0 25 0,25-25 0,-50 0 15,25 0-15,0 0 0,0 0 0,0 24 0,0-24 16,0 0-16,0 0 0,0 0 0,0 0 0,0 0 0,0 0 16,0 0-16,0 0 0,0 0 0,0 0 0,0 0 15,0 0-15,0 0 0,25-24 0,-25 24 0,0 0 16,0-25-16,0 25 0,0 0 0,0-25 0,0 25 0,0-25 15,24 25-15,-24-25 0,0 1 0,0 24 0,25-25 0,-25 25 16,0-25-16,25 25 0,-25 0 0,0-25 0,25 25 16,-25 0-16,0 0 0,0-25 0,25 25 0,-25 0 15,0 25-15,0-25 0,25 0 0,-25 0 0,0 0 0,0 25 16,0-25-16,0 0 0,24 25 0,-24-25 0,0 25 15,0-25-15,0 0 0,0 24 0,0-24 0,0 25 0,0-25 16,0 25-16,0-25 0,0 0 0,0 25 0,0-25 16,0 0-16,0 0 0,0 25 0,0-25 0,0 0 0,0 0 15,0 24-15,0-24 0,0 0 0,0 0 0,0 0 16,0 0-16,0 0 0,0 0 0,0 0 0,0 0 15,0 0-15,0 0 0,0 0 0,0 0 0,0 0 0,0 0 16,25 0-16,-25-24 0,0 24 0,0 0 0,0-25 16,0 25-16,0 0 0,25-25 0,-25 25 0,0-25 15,0 25-15,25-25 0,-25 25 0,0-24 0,0 24 0,0-25 16,25 25-16,-25 0 0,0-25 0,0 25 0,24 0 15,-24-25-15,0 25 0,0 0 0,25 0 0,-25 0 0,0 0 16,0 0-16,0 0 0,0 0 0,25 0 0,-25 0 16,0 0-16,0 25 0,0-25 0,0 0 0,0 25 0,0-25 15,0 25-15,0-25 0,0 24 0,0-24 0,0 25 16,0-25-16,0 25 0,0-25 0,0 25 0,0-25 15,0 0-15,0 25 0,-25-25 0,25 24 0,0-24 0,0 25 16,0-25-16,0 0 0,25 0 0,-25 25 0,0-25 16,0 0-16,0 25 0,0-25 0,0 0 0,0 0 0,0 0 15,25 0-15,-25 0 0,0 0 0,0 0 0,0 0 16,25 0-16,-25 0 0,0 0 0,24 0 0,-24-25 0,0 25 15,25 0-15,-25-25 0,25 25 0,-25 0 0,0-25 16,25 25-16,-25 0 0,0-24 0,25 24 0</inkml:trace>
  <inkml:trace contextRef="#ctx0" brushRef="#br0" timeOffset="49533.8331">6350 3150 0,'0'0'0,"0"0"15,0-25-15,0 25 0,0 0 0,0-24 0,0 24 0,0 0 16,0 0-16,0 0 0,0 0 0,0 0 0,0 0 16,0 0-16,0 0 0,0 0 0,0 24 0,0-24 0,0 0 15,0 25-15,0-25 0,0 0 0,0 25 0,0-25 16,0 25-16,0-25 0,0 25 0,0-1 0,0-24 0,0 25 15,0-25-15,0 25 0,0-25 0,0 25 0,0-25 16,0 0-16,0 25 0,0-25 0,0 0 0,0 24 16,0-24-16,0 0 0,0 0 0,0 0 0,0 25 0,0-25 15,0 0-15,0 0 0,25 0 0,-25 0 0,0 0 16,0 0-16,0 0 0,0 0 0,0 0 0,0-25 0,25 25 15,-25 0-15,0 0 0,0-24 0,24 24 0,-24 0 16,0-25-16,0 25 0,25-25 0,-25 25 0,0-25 16,0 25-16,25-25 0,-25 25 0,0 0 0,0-24 0,25 24 15,-25-25-15,0 25 0,0 0 0,0-25 0,0 25 16,25 0-16,-25 0 0,0 0 0,0-25 0,0 25 0,0 0 15,0 0-15,24 0 0,-24 0 0,0 0 0,0 0 16,0 25-16,0-25 0,0 0 0,0 0 0,0 0 16,0 25-16,0-25 0,0 25 0,0-25 0,0 0 0,0 24 15,0-24-15,0 25 0,0-25 0,0 25 0,0-25 16,0 0-16,0 25 0,0-25 0,0 25 0,0-25 0,0 0 15,0 24-15,0-24 0,0 0 0,0 25 0,0-25 16,0 0-16,0 0 0,0 0 0,0 0 0,0 0 0,0 25 16,0-25-16,0 0 0,25-25 0,-25 25 0,0 0 15,0 0-15,25 0 0,-25 0 0,0-25 0,25 25 16,-25 0-16,0-24 0,0 24 0,25 0 0,-25-25 0,0 25 15,0 0-15,24-25 0,-24 25 0,0 0 0,0-25 16,25 25-16,-25 0 0,0 0 0,0 0 0,0-25 16,25 25-16,-25 0 0,0 0 0,0 0 0,0 0 0,0 0 15,0 0-15,0 0 0,0 25 0,0-25 0,0 0 16,0 0-16,0 0 0,0 25 0,0-25 0,0 25 15,0-25-15,0 0 0,0 25 0,0-25 0,0 0 0,0 24 16,0-24-16,0 0 0,0 0 0,0 25 0,0-25 0,0 0 16,0 0-16,25 0 0,-25 25 0,0-25 0,0 0 15,0 0-15,25 0 0,-25 0 0,24 0 0,-24 0 16,0 0-16,25 0 0,-25-25 0,25 25 0,-25 0 0,25 0 15,-25 0-15,0-25 0,25 25 0,-25 0 0,0 0 16</inkml:trace>
  <inkml:trace contextRef="#ctx0" brushRef="#br0" timeOffset="50045.8624">6945 3150 0,'0'0'0,"0"0"16,0 0-16,0 0 0,0 0 0,0-25 0,-24 25 0,24 0 16,0 0-16,0 0 0,24 0 0,-24 0 0,0 0 15,0-24-15,0 24 0,0 0 0,25 0 0,-25-25 16,0 25-16,25 0 0,-25-25 0,25 25 0,-25 0 0,25-25 15,-1 25-15,-24-25 0,25 25 0,-25 0 0,25-24 0,-25 24 16,25-25-16,-25 25 0,0 0 0,25-25 0,-25 25 16,0-25-16,0 25 0,0-25 0,0 25 0,0 0 15,0-24-15,0 24 0,0-25 0,0 25 0,0 0 0,-25-25 16,25 25-16,0-25 0,0 25 0,-25 0 0,25-25 15,0 25-15,0 0 0,-25 0 0,25 0 0,0-24 0,0 24 16,0 0-16,0 0 0,0 0 0,-25 0 0,25 0 16,0 0-16,0 0 0,0 0 0,0 24 0,0-24 0,0 0 15,0 25-15,0-25 0,0 25 0,0-25 0,0 25 16,0 0-16,0-25 0,0 24 0,-24 1 0,24 0 15,0-25-15,0 25 0,0 0 0,0-1 0,0-24 0,0 25 16,0 0-16,0 0 0,0 0 0,0-25 0,0 24 16,0 1-16,0-25 0,0 25 0,0-25 0,-25 25 15,25-25-15,0 0 0,0 25 0,0-25 0,0 0 0,0 24 16,25-24-16,-25 0 0,0 0 0,0 0 0,0 0 0,0 25 15,0-25-15,24 0 0,-24-25 0,0 25 0,0 0 16,25 0-16,-25 0 0,0 0 0,0-24 0,25 24 16,-25 0-16,0 0 0,0 0 0,0 0 0,25 0 0,-25 0 15,0 0-15,0 24 0,0-24 0,0 0 0,0 0 16,0 25-16,0-25 0,0 0 0,0 25 0,0-25 0,0 0 15,0 25-15,0-25 0,-25 0 0,25 25 0,0-25 16,0 0-16,0 24 0,0-24 0,-25 0 0,25 0 16,0 25-16,0-25 0,-25 0 0,25 0 0,0 0 0,-24 0 15,24 0-15,-25 0 0,25 0 0,-25-25 0</inkml:trace>
  <inkml:trace contextRef="#ctx0" brushRef="#br0" timeOffset="50221.8725">6623 2753 0,'0'-24'0,"0"24"0,0 0 0,0-25 0,0 25 16,0 0-16,0 0 0,0 0 0,0 0 0,0 0 16,0-25-16,0 25 0,0 0 0,0 0 0,0 0 0,0 0 15,0 25-15,0-25 0,25 0 0,-25 0 0,0 0 16,0 0-16,0 0 0,0 25 0,0-25 0,0 0 15,0 0-15</inkml:trace>
  <inkml:trace contextRef="#ctx0" brushRef="#br0" timeOffset="51080.9216">8483 3001 0,'0'0'0,"0"0"0,0 0 16,0 0-16,0 0 0,0 0 0,0 0 0,0 0 0,0 0 15,0 0-15,0 0 0,0 0 0,0 0 0,0 25 16,0-25-16,0 25 0,0-25 0,0 25 0,0-25 0,0 25 16,0-25-16,25 24 0,-25 1 0,0-25 0,0 25 15,0 0-15,0-25 0,0 25 0,0-1 0,0-24 16,0 25-16,0 0 0,0-25 0,0 25 0,0-25 0,0 25 15,0-25-15,0 24 0,0-24 0,0 0 0,0 25 16,0-25-16,0 0 0,0 0 0,0 0 0,0 25 16,0-25-16,0 0 0,0 0 0,0 0 0,0 0 0,0 0 15,0 0-15,0 0 0,0 0 0,0-25 0,-25 25 16,25 0-16,0 0 0,0-25 0,0 25 0,0-24 0,0 24 15,0-25-15,0 25 0,0-25 0,0 25 0,25-25 16,-25 0-16,0 25 0,0-24 0,0-1 0,0 0 0,0 25 16,0-25-16,0 0 0,0 1 0,0-1 0,0 25 15,25-25-15,-25 0 0,0 25 0,0-25 0,0 25 16,0-24-16,25 24 0,-25 0 0,0-25 0,0 25 0,24 0 15,-24-25-15,0 25 0,0 0 0,25 0 0,-25 0 0,0 0 16,25 0-16,-25 0 0,0 0 0,0 0 0,25 0 16,-25 25-16,0-25 0,0 0 0,25 0 0,-25 25 15,0-25-15,0 0 0,0 24 0,0-24 0,0 25 0,0-25 16,0 25-16,0-25 0,0 25 0,-25-25 0,25 0 15,0 25-15,0-25 0,0 24 0,-25-24 0,25 0 16,0 25-16,0-25 0,-25 25 0,25-25 0,0 0 0,0 25 16,0-25-16,-25 0 0,25 0 0,0 0 0,0 0 15,0 0-15,0 25 0,0-25 0,25 0 0,-25 0 16,0 0-16,0 0 0,0 0 0,0 0 0,25 0 0,-25 0 15,0 0-15,0 24 0,25-24 0,-25 0 0,0 0 16,0 25-16,25-25 0,-25 0 0,0 25 0,0-25 0,24 0 16,-24 25-16,0-25 0,0 0 0,0 25 0,25-25 15,-25 0-15,0 24 0,0-24 0,0 0 0,-25 25 16,25-25-16,0 0 0,0 0 0,0 25 0,-24-25 0,24 0 15,0 0-15,-25 25 0,25-25 0,-25 0 0,25 25 16,0-25-16,-25 0 0,25 0 0,-25 0 0,25 0 0,-24 24 16,24-24-16,0-24 0,-25 24 0,25 0 0,-25 0 0,25 0 15,0 0-15,-25 0 0,25 0 0,0 0 0,0 0 16,0-25-16,0 25 0,0 0 0,0 0 0,0 0 15,0 0-15</inkml:trace>
  <inkml:trace contextRef="#ctx0" brushRef="#br0" timeOffset="51995.974">9699 3398 0,'0'0'0,"0"25"0,0-25 0,-25 0 16,25 0-16,0 0 0,0 0 0,0-25 0,0 25 15,0 0-15,0 0 0,0 0 0,0 0 0,0-25 16,25 25-16,-25 0 0,0 0 0,24-24 0,-24 24 0,25-25 16,-25 25-16,25-25 0,0 25 0,-25-25 0,25 25 0,-1-25 15,-24 1-15,25 24 0,0-25 0,-25 0 0,25 0 16,0 25-16,-25-25 0,24 1 0,1-1 0,-25 0 15,25 0-15,-25 25 0,25-25 0,-25 1 0,25 24 0,-25-25 16,0 0-16,0 0 0,0 25 0,0-25 0,0 25 16,0-24-16,0 24 0,0 0 0,0-25 0,0 25 0,-25-25 15,25 25-15,0 0 0,-25 0 0,25 0 0,0 0 16,0 0-16,-25 0 0,25 0 0,0 0 0,-25 0 0,25 0 15,0 0-15,-24 0 0,24 0 0,0 0 0,0 25 16,-25-25-16,25 0 0,0 25 0,0-25 0,0 24 16,0-24-16,-25 25 0,25-25 0,0 25 0,0-25 0,0 25 15,0 0-15,0-25 0,0 24 0,0 1 0,0-25 16,0 25-16,0 0 0,0 0 0,0-1 0,0 1 0,0-25 15,0 25-15,0 0 0,0 0 0,0-1 0,0-24 16,0 25-16,0 0 0,0-25 0,0 25 0,0-25 0,0 25 16,0-25-16,0 0 0,0 24 0,0-24 0,0 0 15,0 25-15,0-25 0,25 0 0,-25 0 0,0 0 16,0 0-16,25 0 0,-25 0 0,24 0 0,-24 0 0,0 0 15,25-25-15,-25 25 0,25 0 0,-25 0 0,25-24 16,-25 24-16,25 0 0,-25-25 0,25 25 0,-25-25 0,0 25 16,24 0-16,-24-25 0,0 25 0,0 0 0,25-25 15,-25 25-15,0 0 0,0 0 0,0-24 0,0 24 0,0 0 16,0-25-16,0 25 0,0 0 0,0 0 0,0 0 15,0-25-15,0 25 0,0 0 0,0 0 0,0 0 16,0 0-16,0 0 0,0 0 0,0 0 0,0 0 0,0 25 16,0-25-16,0 0 0,0 0 0,0 0 0,-25 0 15,25 0-15,0 25 0,0-25 0,0 0 0,0 0 16,-24 24-16,24-24 0,0 0 0,0 0 0,0 25 0,-25-25 15,25 0-15,0 25 0,0-25 0,0 0 0,0 0 16,0 25-16,0-25 0,0 0 0,0 0 0,0 0 0,0 25 16,0-25-16,0 0 0,0 0 0,0 0 0,25 0 15,-25 24-15,0-24 0,0 0 0,0 0 0,0 0 0,0-24 16,0 24-16,0 0 0,0 0 0,24 0 0,-24 0 15,0 0-15,0 0 0,0 0 0,25 0 0,-25 0 16,0-25-16,0 25 0,0 0 0,0 0 0,25 0 0,-25 0 16,0 0-16,0-25 0,0 25 0,0 0 0,0 0 0,25 0 15,-25 0-15,0 0 0,0 25 0,0-25 0,0 0 16,0 25-16,0-25 0,0 0 0,0 24 0,0-24 15,0 25-15,0-25 0,0 25 0,0-25 0,0 0 0,0 25 16,0-25-16,0 0 0,-25 0 0,25 25 0,0-25 16,0 0-16,0 0 0,0 0 0,0 0 0,0 0 15,0 0-15,0-25 0,0 25 0,0 0 0,0 0 0</inkml:trace>
  <inkml:trace contextRef="#ctx0" brushRef="#br0" timeOffset="52168.9839">10170 3026 0,'0'0'0,"0"0"0,0 0 0,0 0 15,0 0-15,0 0 0,0 0 0,0 0 0,25 0 0,-25 0 16,0 0-16,0 0 0,25 0 0,-25 0 0,0 0 16,24 0-16,-24 0 0,25 0 0,-25 0 0,25 0 0,-25 0 15,25 0-15,0 0 0,-25 0 0,24 0 0,1 0 16,-25 0-16,25 0 0,0 0 0,0 25 0,-25-25 15</inkml:trace>
  <inkml:trace contextRef="#ctx0" brushRef="#br0" timeOffset="52884.0248">11609 3150 0,'0'0'0,"-25"0"0,25-25 0,0 25 16,0 0-16,-25-24 0,25 24 0,0 0 0,-25 0 16,25 0-16,0 0 0,-25 0 0,25 0 0,0 24 0,0-24 15,0 0-15,0 0 0,-24 0 0,24 25 0,0-25 16,0 25-16,0-25 0,0 25 0,0-25 0,-25 25 0,25-1 15,25-24-15,-25 25 0,0-25 0,0 25 0,0 0 16,0-25-16,0 25 0,0-25 0,0 24 0,24-24 16,-24 25-16,0-25 0,0 0 0,0 25 0,25-25 0,-25 0 15,0 25-15,0-25 0,25 0 0,-25 0 0,0 0 16,25 0-16,-25 0 0,0 0 0,25 0 0,-25 0 15,0 0-15,24 0 0,-24 0 0,25 0 0,-25-25 0,0 25 16,25 0-16,-25 0 0,0-25 0,25 25 0,-25 0 16,0-25-16,25 25 0,-25-24 0,0 24 0,0 0 0,24-25 15,-24 25-15,0-25 0,0 25 0,0-25 0,0 25 16,25-25-16,-25 25 0,0 0 0,0-24 0,0 24 0,0 0 15,0 0-15,0 0 0,0-25 0,0 25 0,0 0 16,0 0-16,0 0 0,0 0 0,0 25 0,0-25 16,0 0-16,-25 0 0,25 0 0,0 24 0,0-24 0,0 0 15,0 25-15,0-25 0,0 25 0,-24-25 0,24 25 16,0-25-16,0 25 0,0-25 0,0 24 0,0-24 0,0 25 15,0-25-15,0 25 0,0-25 0,0 0 0,0 25 16,24-25-16,-24 0 0,0 0 0,0 25 0,0-25 0,0 0 16,0 0-16,25 0 0,-25 0 0,0 0 0,0 0 15,0 0-15,25 0 0,-25 0 0,0-25 0,25 25 16,-25 0-16,0 0 0,25-25 0,-25 25 0,0 0 0,24-25 15,-24 25-15,0-25 0,0 25 0,0-24 0,0 24 16,0-25-16,0 25 0,0 0 0,0-25 0,0 25 0,0-25 16,0 25-16,0-25 0,0 25 0,-24 0 0,24-24 15,0 24-15,0 0 0,0-25 0,0 25 0,0 0 0,0 0 16,0 0-16,0-25 0,-25 25 0,25 0 0,0 0 15,0 0-15,-25-25 0,25 25 0,0 0 0</inkml:trace>
  <inkml:trace contextRef="#ctx0" brushRef="#br0" timeOffset="53093.0367">11906 2902 0,'0'0'0,"0"0"0,0 0 0,0 0 15,25 0-15,-25 0 0,0 0 0,25 0 0,-25 0 16,0 25-16,25-25 0,-25 0 0,0 0 0,0 0 0,24 0 15,-24 25-15,0-25 0,0 0 0,0 0 0,0 25 16,0-25-16,0 0 0,0 24 0,0-24 0,0 0 0,0 25 16,-24-25-16,24 25 0,0-25 0,0 25 0,-25-25 15,25 0-15,-25 25 0,25-25 0,-25 0 0,25 24 16,-25-24-16</inkml:trace>
  <inkml:trace contextRef="#ctx0" brushRef="#br0" timeOffset="53582.0647">12799 3200 0,'0'0'0,"0"-25"0,-25 25 0,25 0 0,0-25 16,0 25-16,0 0 0,0-25 0,-24 25 0,24 0 15,0 0-15,0 0 0,0 0 0,0-24 0,0 24 0,0 0 16,-25 0-16,25 0 0,0 0 0,0 0 0,0 0 16,0 0-16,0 0 0,-25 24 0,25-24 0,0 0 15,0 0-15,0 25 0,0-25 0,-25 25 0,25-25 0,0 25 16,0-25-16,0 25 0,0-1 0,25-24 0,-25 25 15,0-25-15,0 25 0,0 0 0,0-25 0,25 0 0,-25 25 16,0-25-16,0 24 0,25-24 0,-25 25 0,0-25 16,24 0-16,-24 25 0,0-25 0,25 0 0,-25 25 15,0-25-15,0 0 0,25 0 0,-25 0 0,0 0 0,0 25 16,0-25-16,0 0 0,0 0 0,0 0 0,0 0 0,0 0 15,0 0-15,0 0 0,0 0 0,0 0 0,-25 0 16,25 0-16,0 0 0,-25 0 0,25 24 0,0-24 16,-24 0-16,24 0 0,-25 0 0,25 0 0,0 0 0,-25 0 15,25 0-15,0 0 0,0 0 0,-25 0 0,25 0 16,0 0-16,0 0 0,0 0 0,0 0 0,0 0 0,0 0 15,0 0-15,25 0 0,-25-24 0,0 24 0,0 0 16,25 0-16,-25-25 0,25 25 0,-25-25 0,24 25 16,1 0-16,-25-25 0,25 25 0</inkml:trace>
  <inkml:trace contextRef="#ctx0" brushRef="#br0" timeOffset="53923.0842">13047 3299 0,'0'0'0,"0"-25"0,0 25 0,0 0 0,0 0 0,0 0 0,0 0 0,0 0 0,0-25 0,0 25 16,0 0-16,0 0 0,-25 0 0,25 0 0,0 0 0,0 0 0,0 0 0,0 0 0,0 0 0,-24 0 0,24 0 0,0 0 0,0 0 0,0 0 0,-25 25 0,25-25 0,0 0 0,0 25 0,-25-25 0,25 25 0,0-25 16,0 0-16,0 25 0,0-25 0,0 24 0,0-24 15,0 25-15,0-25 0,0 25 0,0-25 0,25 0 16,-25 25-16,0-25 0,0 0 0,0 25 0,0-25 15,25 0-15,-25 0 0,0 24 0,0-24 0,24 0 0,-24 0 16,0 0-16,25 0 0,-25 0 0,0 0 0,0 0 16,25 0 46,-25-24-62,0 24 0,0 0 0,25-25 0,-25 25 16,0-25-16,0 25 0,0-25 0,25 25 0,-25-25 0,0 25 0,0-24 0,0 24 0,0-25 0,0 25 0,0-25 0,0 0 0,0 25 0,0-25 0,0 25 0,0-24 0,-25 24 0,25-25 0,0 25 0,0-25 0,0 25 15,0 0-15,0-25 0,-25 25 0,25 0 0,0 0 0,0 0 0,0-25 0,0 25 0,0 0 0,-25 0 0,25 0 16,0 0-16,0-24 0</inkml:trace>
  <inkml:trace contextRef="#ctx0" brushRef="#br0" timeOffset="54146.097">13072 2778 0,'0'0'0,"0"0"0,25 0 16,-25 0-16,0 0 0,0 0 0,0 0 0,0 0 15,25 0-15,-25 0 0,0 0 0,0 0 0,24 0 0,-24 0 16,0 0-16,25 25 0,-25-25 0,0 0 0,0 0 0,0 0 15,0 25-15,25-25 0,-25 0 0,0 25 0,0-25 16,-25 24-16,25-24 0,0 25 0,0-25 0,0 0 16,0 25-16,-25-25 0,25 0 0,0 0 0,0 25 15,-24-25-15,24 0 0,0 0 0,0 0 0</inkml:trace>
  <inkml:trace contextRef="#ctx0" brushRef="#br0" timeOffset="54363.1094">13345 2704 0,'25'0'0,"-25"0"0,0 0 16,0 0-16,25 0 0,-25 0 0,0 0 0,0 0 0,0 0 16,0 0-16,24 0 0,-24 25 0,0-25 0,0 0 15,0 0-15,0 0 0,0 0 0,0 24 0,0-24 0,0 0 16,0 0-16,0 25 0,0-25 0,0 0 0,0 25 0,-24-25 15,24 0-15,0 25 0,-25-25 0,25 0 16,0 25-16,-25-25 0,25 24 0,-25-24 0,0 0 0,25 0 16,-24 25-16,-1-25 0,25 0 0</inkml:trace>
  <inkml:trace contextRef="#ctx0" brushRef="#br0" timeOffset="55274.1615">14213 3274 0,'0'0'0,"0"-25"0,0 25 0,0 0 16,-25 0-16,25 0 0,0-24 0,0 24 0,0 0 15,0 0-15,0 0 0,-25 0 0,25 0 0,0 0 0,0-25 16,0 25-16,0 25 0,0-25 0,-24 0 0,24 0 15,0 0-15,0 0 0,0 0 0,0 0 0,-25 0 0,25 24 16,0-24-16,0 0 0,0 25 0,-25-25 0,25 25 16,0-25-16,0 25 0,0-25 0,0 25 0,0-25 15,0 24-15,0-24 0,0 25 0,0-25 0,25 25 0,-25 0 16,0-25-16,0 25 0,25-25 0,-25 0 0,0 24 0,24-24 15,-24 0-15,0 0 0,25 0 0,-25 25 0,25-25 16,-25 0-16,0 0 0,25 0 0,-25 0 0,25 0 16,-25 0-16,24 0 0,-24-25 0,0 25 0,25 0 15,-25 0-15,25-24 0,-25 24 0,0 0 0,25-25 0,-25 25 16,25 0-16,-25-25 0,0 25 0,25-25 0,-25 25 15,0 0-15,0-25 0,24 25 0,-24-24 0,0 24 0,0-25 16,0 25-16,0-25 0,0 25 0,0-25 0,0 25 0,0-25 16,0 25-16,0 0 0,0-24 0,-24 24 15,24 0-15,0 0 0,0 0 0,0-25 0,0 25 0,0 0 16,0 0-16,24 0 0,-24 25 0,0-25 0,0 0 15,0 0-15,0 0 0,0 0 0,0 24 0,0-24 0,-24 0 16,24 25-16,0-25 0,0 0 0,0 25 0,0-25 16,0 25-16,0-25 0,0 25 0,0-25 0,0 24 46,0-24-46,0 25 0,0-25 0,0 0 0,24 25 0,-24-25 0,0 25 0,0-25 0,0 0 0,0 0 0,0 0 0,25 25 0,-25-25 0,0 0 0,0 0 0,0 0 0,25 0 16,-25 0-16,0 0 0,0 0 0,0 0 0,25 0 16,-25 0-16,0-25 0,25 25 0,-25 0 0,24 0 0,-24-25 15,25 25-15,-25 0 0,0-25 0,25 25 0,-25 0 16,0-25-16,25 25 0,-25 0 0,0-24 0,0 24 15,25-25-15,-25 25 0,0-25 0,0 25 0,0-25 0,0 25 16,0-25-16,0 25 0,0 0 0,0-24 0,0 24 16,0 0-16,0 0 0,0 0 0,0 0 0,0 0 0,0 0 15,0 0-15,0 0 0,0 24 0,-25-24 0,25 0 16,0 0-16,0 25 0,0-25 0,0 25 0,0-25 15,0 0-15,0 25 0,-25-25 0,25 25 0,0-25 0,0 24 16,0-24-16,25 25 0,-25-25 0,0 0 0,0 25 0,0-25 16,0 25-16,0-25 0,0 0 0,0 25 0,0-25 15,25 0-15,-25 0 0,0 0 0,0 24 0,24-24 16,-24 0-16,25 0 0,-25 0 0,0 0 0,25 0 0,0 0 15,-25-24-15,25 24 0,-25 0 0,24 0 0,1 0 16</inkml:trace>
  <inkml:trace contextRef="#ctx0" brushRef="#br0" timeOffset="55661.1836">14932 3299 0,'0'0'0,"0"-25"0,0 25 0,0 0 16,0 0-16,0-25 0,-24 25 0,24 0 0,0 0 0,0 0 16,0 0-16,0 0 0,0 0 0,0-24 0,0 24 15,-25 0-15,25 0 0,0 0 0,0 0 0,0 0 16,0 24-16,0-24 0,0 0 0,-25 0 0,25 0 0,0 25 15,0-25-15,0 0 0,-25 25 0,25-25 0,0 0 16,0 25-16,-25-25 0,25 25 0,0-25 0,0 24 0,0-24 16,0 25-16,0-25 0,0 0 0,0 0 0,25 25 15,-25-25-15,0 0 0,0 25 0,0-25 0,0 0 0,25 0 16,-25 0-16,0 0 0,0 0 0,25 0 0,-25 0 15,0 0-15,0 0 0,25 0 0,-25 0 0,0 0 16,24 0-16,-24 0 0,0-25 0,0 25 0,25 0 0,-25 0 16,0-25-16,0 25 0,25 0 0,-25 0 0,0-25 15,0 25-15,0 0 0,0 0 0,25-24 0,-25 24 0,0 0 16,0 0-16,0 0 0,0 0 0,0 0 0,0 0 15,0 24-15,0-24 0,0 0 0,0 0 0,0 25 0,0-25 16,0 0-16,0 25 0,0-25 0,0 0 0,-25 25 16,25-25-16,0 25 0,0-25 0,0 0 0,0 24 15,0-24-15,0 0 0,0 0 0,0 25 0,0-25 0,0 0 16,0 0-16,0 0 0,-25 0 0,25 0 0,0 0 15,0 0-15,0 0 0,0-25 0,-25 25 0</inkml:trace>
  <inkml:trace contextRef="#ctx0" brushRef="#br0" timeOffset="55907.1977">15032 2679 0,'0'0'0,"0"0"0,0 0 0,0 0 0,0 0 0,24 0 15,-24 0-15,0 0 0,0 0 0,25 0 0,-25 0 16,0 0-16,25 0 0,-25 0 0,25 0 0,-25 0 0,0 25 16,25-25-16,-25 0 0,0 0 0,24 25 0,-24-25 15,0 0-15,0 24 0,0-24 0,0 25 0,0-25 16,0 0-16,0 25 0,0-25 0,-24 25 0,24-25 15,0 25-15,-25-25 0,25 24 0,-25-24 0,25 0 0,-25 25 16,0-25-16,25 0 0,-24 25 0</inkml:trace>
  <inkml:trace contextRef="#ctx0" brushRef="#br0" timeOffset="56386.2251">15900 3026 0,'0'0'0,"0"0"0,0 0 0,0 0 16,0 0-16,0 0 0,0 0 0,0 0 0,0 0 0,0 0 16,0 0-16,0 0 0,0 0 0,0 0 0,0 0 15,0 0-15,0 25 0,25-25 0,-25 0 0,0 25 0,0-25 16,0 25-16,0-1 0,0-24 0,0 25 0,0 0 15,0-25-15,0 25 0,0 0 0,0-1 0,0-24 0,0 25 16,0 0-16,-25-25 0,25 25 0,0 0 0,0-25 16,0 24-16,0-24 0,0 25 0,0-25 0,0 0 15,0 25-15,-25-25 0,25 0 0,0 0 0,0 25 0,0-25 16,0 0-16,0 0 0,0 0 0,0 0 0,0 0 15,0 25-15,0-25 0,0 0 0,0 0 0,0 0 16,0 0-16,0-25 0,0 25 0,0 0 0,0 0 0,0-25 16,0 25-16</inkml:trace>
  <inkml:trace contextRef="#ctx0" brushRef="#br0" timeOffset="56692.2426">16197 3200 0,'0'0'0,"0"0"0,0-25 0,0 25 0,0 0 0,0 0 16,0 0-16,0 0 0,0-25 0,0 25 0,0 0 15,-24 0-15,24 0 0,0-25 0,0 25 0,0 0 16,0 0-16,-25 0 0,25 0 0,0 0 0,0 0 0,-25 0 16,25 0-16,0 0 0,0 0 0,-25 0 0,25 25 15,0-25-15,-25 0 0,25 25 0,0-25 0,0 0 0,0 25 16,0-25-16,0 25 0,0-25 0,-24 0 0,24 24 15,0-24-15,0 25 0,0-25 0,0 25 0,0-25 16,0 25-16,0-25 0,0 25 0,0-1 0,0-24 0,0 25 16,0-25-16,0 0 0,0 25 0,0-25 0,24 0 15,-24 25-15,0-25 0,0 0 0,0 0 0,25 25 0,-25-25 16,0 0-16,25 0 0,-25 0 0,25 0 0,-25 0 15,25 0-15,-1 0 0,-24 0 0,25 0 0,-25-25 16,25 25-16,0 0 0,0 0 0,-1-25 0,1 25 0</inkml:trace>
  <inkml:trace contextRef="#ctx0" brushRef="#br0" timeOffset="57182.2706">16842 3175 0,'0'-25'0,"0"25"16,0-25-16,0 25 0,-24 0 0,24-24 0,0 24 15,0-25-15,-25 25 0,25 0 0,0-25 0,-25 25 16,25 0-16,0-25 0,-25 25 0,25 0 0,0-25 0,-25 25 16,25 0-16,0 0 0,0 0 0,-24-24 0,24 24 15,0 0-15,0 0 0,-25 0 0,25 0 0,0 0 0,-25 0 16,25 0-16,0 24 0,0-24 0,-25 0 0,25 25 15,0-25-15,0 25 0,0 0 0,0-25 0,-25 25 0,25-1 16,0-24-16,0 25 0,0 0 0,0 0 0,-24-25 16,24 25-16,0-1 0,0 1 0,0-25 0,0 25 15,0-25-15,0 25 0,0-25 0,0 25 0,24-25 0,-24 24 16,0-24-16,0 0 0,25 25 0,-25-25 0,0 0 15,0 25-15,0-25 0,25 0 0,-25 0 0,0 0 0,0 0 16,0 0-16,0 0 0,25 0 0,-25 0 0,0 0 16,25 0-16,-25 0 0,0 0 0,24 0 0,-24 0 0,0 0 15,25-25-15,-25 25 0,0 0 0,25-25 0,-25 25 16,0 0-16,0-24 0,25 24 0,-25 0 0,0-25 15,0 25-15,0 0 0,0 0 0,25 0 0,-25 0 0,0 0 16,0-25-16,0 25 0,0 0 0,0 0 0,0 0 16,0 0-16,0 25 0,0-25 0,-25 0 0,25 0 0,0 25 15,0-25-15,0 24 0,0-24 0,0 25 0,0-25 16,0 25-16,0-25 0,0 25 0,0-25 0,0 0 15,0 25-15,0-25 0,0 24 0,-25-24 0,25 0 0,0 0 16,0 25-16,0-25 0,0 0 0,0 0 0,0 0 16,0 0-16,0 0 0,0 0 0,0 0 0,0 0 15,0 0-15,0 0 0</inkml:trace>
  <inkml:trace contextRef="#ctx0" brushRef="#br0" timeOffset="57355.2805">16718 3324 0,'0'0'15,"0"0"-15,0 0 0,0 0 0,0 0 0,0 0 16,25 0-16,-25 0 0,0 0 0,0 0 0,0 0 0,25 0 15,-25 0-15,0 0 0,25 0 0,-25 0 0,25 0 16,-25 0-16,24 0 0,1 0 0,-25-25 0,25 25 0,0 0 16,0 0-16,-25 0 0,24 0 0,1 0 15,0 0-15,-25 0 0,25 0 0,0 0 0,-25 0 0,24 0 16,-24 0-16,25 0 0</inkml:trace>
  <inkml:trace contextRef="#ctx0" brushRef="#br0" timeOffset="57730.302">17214 3026 0,'0'0'0,"0"0"0,0 0 0,0 0 0,0 0 16,0 0-16,0 0 0,0 0 0,0 0 0,0 0 16,0 0-16,0 0 0,0 0 0,0 0 0,0 0 0,0 0 15,0 25-15,0-25 0,25 25 0,-25-25 0,0 25 16,0-25-16,0 24 0,0-24 0,0 25 0,0 0 0,0-25 15,0 25-15,0 0 0,0-1 0,0-24 0,0 25 16,0-25-16,0 25 0,0-25 0,0 25 0,0-25 0,25 25 16,-25-25-16,0 0 0,0 0 0,0 24 0,0-24 15,0 0-15,0 0 0,0 0 0,0 0 0,0 0 16,0 0-16,0 0 0,0 0 0,0 0 0,0 0 15,0 0-15,0 0 0,25 0 0,-25-24 0,0 24 0,0 0 16,0-25-16,25 25 0,-25-25 0,0 25 0,24-25 0,-24 25 16,0-25-16,0 25 0,25-24 0,-25 24 0,0-25 15,0 25-15,0-25 0,25 25 0,-25-25 0,0 25 16,0 0-16,0-25 0,0 25 0,0 0 0,0 0 0,0 0 15,0 0-15,0 0 0,0 0 0,0 0 0,0 0 16,0 0-16,0 25 0,25-25 0,-25 0 0,0 0 0,0 0 16,25 0-16,-25 0 0,0 0 0,24 0 0,-24 0 15,25 25-15,-25-25 0</inkml:trace>
  <inkml:trace contextRef="#ctx0" brushRef="#br0" timeOffset="57966.3155">17735 3125 0,'0'-24'0,"0"24"0,0 0 0,0 0 16,0 0-16,0-25 0,0 25 0,0 0 15,0 0-15,0 0 0,0 0 0,0 0 0,0 0 0,0 0 16,0 0-16,0 0 0,0 0 0,0 25 0,0-25 0,0 0 16,0 24-16,0-24 0,0 25 0,0 0 0,0-25 15,0 25-15,-24 0 0,24-25 0,0 24 0,0 1 16,0-25-16,0 25 0,0 0 0,0-25 0,-25 25 0,25-1 15,0-24-15,0 25 0,0-25 0,0 25 0,0-25 0,0 25 16,0-25-16,0 0 0,0 25 0,0-25 0,-25 0 16,25 0-16,0 0 0,0 0 0,0 0 0,-25 0 15,25-25-15,0 25 0,0 0 0</inkml:trace>
  <inkml:trace contextRef="#ctx0" brushRef="#br0" timeOffset="58157.3264">17562 3026 0,'25'0'0,"-25"0"0,0 0 0,0 0 15,0 0-15,0 0 0,24 0 0,-24 0 0,0 0 0,25 0 16,-25 0-16,25 0 0,-25 0 0,25 0 0,0 0 16,-25 0-16,24 25 0,1-25 0,-25 0 0,25 0 15,0 0-15,0 0 0,-1 0 0,-24 25 0,25-25 0,0 0 16,0 0-16,-25 0 0,25 25 0,-1-25 0,1 0 15,-25 0-15,25 24 0,0-24 0,0 0 0</inkml:trace>
  <inkml:trace contextRef="#ctx0" brushRef="#br0" timeOffset="58543.3485">18827 3051 0,'-25'-25'0,"25"25"0,0 0 0,0 0 0,0 0 15,0-25-15,0 25 0,0 0 0,0 0 0,0 0 0,0 0 16,0 0-16,0 25 0,0-25 0,25 0 0,-25 25 15,0-25-15,0 0 0,0 25 0,0 0 0,0-25 0,0 24 16,0 1-16,0 0 0,0-25 0,0 25 0,0 0 16,-25-1-16,25-24 0,0 25 0,0 0 0,0 0 15,0 0-15,0-25 0,0 24 0,0 1 0,0-25 0,0 25 16,0-25-16,-25 25 0,25-25 0,0 25 0,0-25 15,0 0-15,0 24 0,-25-24 0,25 0 0,0 0 16,0 25-16,0-25 0,0 0 0,0 0 0,0 0 0,0 0 16,0 0-16,0 0 0,0 0 0,0 0 0,0 0 15,0 0-15,0 0 0,0 0 0,-24 0 0,24-25 0,0 25 16,0 0-16,0 0 0,0-24 0,0 24 0,0 0 15,0-25-15,0 25 0,0-25 0</inkml:trace>
  <inkml:trace contextRef="#ctx0" brushRef="#br0" timeOffset="58981.3735">18802 3076 0,'0'0'15,"0"-25"-15,25 25 0,-25 0 0,0-25 0,0 25 0,0 0 16,0-25-16,0 25 0,25 0 0,-25-24 0,0 24 16,0 0-16,24 0 0,-24-25 0,0 25 0,25 0 0,-25 0 15,0 0-15,25 0 0,-25 0 0,25 0 0,-25 0 16,0 0-16,25 0 0,-25 0 0,24 0 0,-24 0 15,0 0-15,25 0 0,-25 0 0,0 25 0,25-25 0,-25 0 16,0 24-16,0-24 0,0 25 0,0-25 0,25 25 0,-25 0 16,0-25-16,-25 25 0,25-25 0,0 24 0,0-24 15,0 25-15,0 0 0,-25-25 0,25 25 0,0-25 16,-25 25-16,25-25 0,0 24 0,-24-24 0,24 25 15,-25-25-15,25 25 0,-25-25 0,25 25 0,0-25 0,-25 0 16,25 0-16,0 0 0,0 25 0,-25-25 0,25 0 16,0 0-16,0 0 0,0 0 0,0 0 0,0 0 0,0 0 15,0 0-15,0 0 0,0 0 0,0 0 0,0 0 16,0 0-16,0 0 0,0 0 0,25 0 0,-25 0 15,0 0-15,0 0 0,25 0 0,-25 0 0,0 0 0,0 0 16,25 24-16,-25-24 0,0 0 0,25 0 0,-25 0 16,24 0-16,-24 25 0,25-25 0,-25 0 0,25 0 0,-25 25 15,25-25-15,-25 0 0,25 25 0,-25-25 0,24 0 16,-24 0-16,0 25 0,25-25 0,-25 0 0,0 0 15,0 24-15,25-24 0,-25 0 0,0 0 0,0 25 0,0-25 16,0 0-16,0 0 0,0 0 0,25 0 0,-25 0 16,0 0-16,0 0 0,0 0 0,0 0 0,0 0 0,0 0 15,-25 0-15,25-25 0,0 25 0</inkml:trace>
  <inkml:trace contextRef="#ctx0" brushRef="#br0" timeOffset="59782.4193">19323 2753 0,'0'0'0,"0"0"0,0 0 0,0 0 16,0 0-16,0 0 0,-25 0 0,25 0 0,0 0 0,0 0 15,0 0-15,0-24 0,0 24 0,0 0 0,0 0 0,0 0 16,0 0-16,0 0 0,0 0 0,0-25 0,0 25 15,0 0-15,0 0 0,0 0 0,0 0 0,0-25 0,0 25 16,0 0-16,0 0 0,25 0 0,-25 0 0,0 0 16,0 0-16,0 0 0,0 0 0,0 0 0,0 0 15,25 0-15,-25 0 0,0 0 0,0 0 0,0 0 0,0 0 16,24 0-16,-24 0 0,0 0 0,25 0 0,-25 0 15,0 0-15,25 0 0,-25 0 0,0 25 0,0-25 0,0 0 16,0 0-16,0 0 0,0 0 0,0 0 0,0 25 16,0-25-16,0 0 0,0 24 0,0-24 0,0 25 0,-25-25 15,25 0-15,0 25 0,0-25 0,0 0 0,-25 25 0,25-25 16,0 0-16,0 0 0,0 25 0,-24-25 0,24 0 15,0 24-15,0-24 0,0 0 0,0 0 0,0 0 16,0 0-16,0 0 0,0 0 0,0 0 0,0 0 16,0 0-16,0 0 0,0 0 0,0 0 0,0 0 0,0 0 15,0 0-15,0 0 0,24 0 0,-24 0 0,0 0 0,0 0 16,25 0-16,-25 0 0,0 25 0,25-25 0,-25 0 15,0 0-15,0 0 0,0 0 0,25 0 0,-25 25 16,0-25-16,0 0 0,0 0 0,0 25 47,25-25-47,-25 0 0,0 0 0,0 0 0,0 25 0,0-25 0,0 0 0,0 0 0,0 24 0,0-24 0,-25 0 0,25 0 0,0 0 0,0 25 0,0-25 0,-25 0 0,25 0 0,0 0 15,-25 0-15,25 0 0,0 25 0,-25-25 0,25 0 16,-24 0-16,24 0 47,0 0-47,-25 0 0,25 0 0,0 0 0,-25 0 0,25 0 0,0 0 0,0 0 0,0 0 0,0 0 0,0 0 0,0-25 0,0 25 0,0 0 0,0 0 0,0 0 0,0-25 0,25 25 15,-25 0-15,25 0 0</inkml:trace>
  <inkml:trace contextRef="#ctx0" brushRef="#br0" timeOffset="63848.6519">11807 4465 0,'0'0'15,"0"0"-15,0 0 0,0 0 0,0 0 0,25 0 0,-25 0 16,0 0-16,0 0 0,0-25 0,0 25 0,0 0 15,0 0-15,0 0 0,0 0 0,0 0 0,0 0 0,0 0 16,0 0-16,0 0 0,0 0 0,0 0 0,0 0 16,0 0-16,0 0 0,0 0 0,-25 0 0,25 0 15,0 0-15,0 0 0,0 0 0,0 0 0,0 0 0,0 0 16,0 0-16,25 0 0,-25 0 0,0 25 0,0-25 15,0 0-15,0 25 0,0-25 0,0 24 0,0-24 0,0 25 16,-25-25-16,25 25 0,0-25 0,0 25 0,0 0 16,0-25-16,0 24 0,0 1 0,0-25 0,0 25 0,0 0 15,0-25-15,-25 25 0,25-25 0,0 24 0,0 1 16,0-25-16,0 25 0,0-25 0,0 0 0,0 25 15,0-25-15,0 25 0,0-25 0,0 0 0,0 25 0,0-25 16,0 0-16,0 0 0,0 0 0,0 0 0,0 24 16,0-24-16,0 0 0,0 0 0,0 0 0,0 0 0,0 0 15,0 0-15,0 0 0,0 0 0,0 0 0,0 0 16,0 0-16,0 0 0,0 0 0,0 0 0,0-24 15,0 24-15,0 0 0,0 0 0,0 0 0</inkml:trace>
  <inkml:trace contextRef="#ctx0" brushRef="#br0" timeOffset="64391.683">11931 4514 0,'0'-24'0,"0"24"0,0 0 0,0 0 16,0 0-16,0-25 0,0 25 0,0 0 0,25 0 0,-25 0 15,0 0-15,0-25 0,0 25 0,0 0 0,0 0 16,0 0-16,25-25 0,-25 25 0,0 0 0,0 0 16,24 0-16,-24 0 0,0 0 0,0 0 0,25 25 0,-25-25 15,0 0-15,25 0 0,-25 0 0,0 25 0,0-25 16,0 0-16,25 25 0,-25-25 0,0 0 0,0 24 15,0-24-15,0 25 0,-25-25 0,25 0 0,0 25 0,0-25 16,0 25-16,-25-25 0,25 0 0,0 25 0,-25-25 16,25 24-16,0-24 0,-24 0 0,24 25 0,0-25 0,0 25 15,-25-25-15,25 0 0,0 25 0,0-25 0,-25 0 16,25 0-16,0 0 0,0 25 0,0-25 0,0 0 15,0 0-15,0 0 0,0 0 0,25 0 0,-25 0 0,0 0 16,0 0-16,0 0 0,25 0 0,-25 0 0,0 0 16,0 0-16,24 0 0,-24 0 0,0 0 0,0 0 0,25 24 15,-25-24-15,0 0 0,25 0 0,-25 0 0,0 25 16,0-25-16,25 0 0,-25 0 0,0 0 0,0 25 0,0-25 15,0 0-15,0 25 0,0-25 0,0 0 0,0 25 16,0-25-16,0 0 0,0 25 0,0-25 0,-25 0 0,25 0 16,0 24-16,0-24 0,0 0 0,-25 0 0,25 25 15,0-25-15,-25 0 0,25 0 0,0 0 0,0 25 16,-24-25-16,24 0 0,0 0 0,-25 0 0,25 0 0,0 0 15,0 0-15,-25 0 0,25 0 0,0 0 0,0 0 16,-25 0-16,25 0 0,0 0 0,0 0 0,0-25 0,0 25 16,0 0-16,0 0 0,0 0 0,0-25 0,0 25 15,0 0-15,0 0 0,0-24 0,25 24 0,-25 0 16,0 0-16,0-25 0,25 25 0,-25 0 0,0 0 0,25-25 15,-25 25-15,0 0 0</inkml:trace>
  <inkml:trace contextRef="#ctx0" brushRef="#br0" timeOffset="65158.7268">12378 4738 0,'0'-25'16,"0"25"-16,0 0 0,0 0 0,0-25 0,0 25 0,0 0 15,-25-25-15,25 25 0,0 0 0,0-25 0,0 25 16,0 0-16,0-24 0,0 24 0,0 0 0,0 0 0,-25 0 16,25 0-16,0 0 0,0-25 0,0 25 0,0 0 15,-25 0-15,25 0 0,0 0 0,0 25 0,-25-25 16,25 0-16,0 0 0,-24 0 0,24 0 0,-25 24 0,25-24 15,0 0-15,-25 25 0,25-25 0,0 0 0,-25 25 0,25-25 16,0 25-16,0-25 0,-25 0 0,25 25 16,0-25-16,0 24 0,0-24 0,0 25 0,0-25 0,0 25 15,0-25-15,0 0 0,0 25 0,0-25 0,0 0 0,25 25 16,-25-25-16,0 0 0,0 0 0,0 25 0,0-25 15,25 0-15,-25 0 0,0 0 0,0 0 0,25 0 0,-25 0 16,0 0-16,0 0 0,25 0 0,-25 0 0,0 0 16,0 0-16,24 0 0,-24-25 0,0 25 0,25 0 0,-25 0 15,0-25-15,25 25 0,-25 0 0,0 0 0,25-25 16,-25 25-16,0 0 0,0-25 0,0 25 0,25-25 15,-25 25-15,0 0 0,0-24 0,0 24 0,0-25 16,0 25-16,0 0 0,0-25 0,0 25 0,0 0 0,0 0 16,0 0-16,0-25 0,0 25 0,0 0 0,0 0 15,0 0-15,0 0 0,0 0 0,0 0 0,0 0 0,0 0 16,0 0-16,0 25 0,0-25 0,0 0 0,0 0 15,0 0-15,0 25 0,0-25 0,0 0 0,-25 25 0,25-25 16,0 24-16,0-24 0,0 0 0,0 25 0,0-25 16,0 0-16,0 25 0,0-25 0,0 25 0,25-25 0,-25 0 15,0 25-15,0-25 0,0 0 0,0 0 0,0 25 16,0-25-16,0 0 0,24 0 0,-24 0 0,0 0 15,0 0-15,25 0 0,-25 0 0,0 0 0,25 0 0,-25 0 16,0 0-16,25 0 0,-25 0 0,0-25 0,25 25 16,-25 0-16,0 0 0,24 0 0,-24-25 0,0 25 15,0 0-15,25-25 0,-25 25 0,0 0 0,0 0 0,0-25 16,0 25-16,25 0 0,-25-25 0,0 25 0,0 0 15,0-24-15,0 24 0,0 0 0,0-25 0,0 25 0,0 0 16,0 0-16,0 0 0,0-25 0,0 25 0,0 0 16,0 0-16,0 25 0,0-25 0,0 0 0,0 0 0,0 0 15,0 25-15,-25-25 0,25 24 0,0-24 0,0 0 16,0 25-16,0-25 0,0 25 0,0-25 0,0 25 15,0-25-15,-25 25 0,25-25 0,0 0 0,0 25 0,0-25 16,0 0-16,0 24 0,0-24 0,0 0 0,0 0 16,0 0-16,0 25 0,0-25 0,0 0 0,0 0 0,0 0 15,0 0-15,0-25 0,0 25 0,0 0 0,0 0 16,25-24-16,-25 24 0,0-25 0</inkml:trace>
  <inkml:trace contextRef="#ctx0" brushRef="#br0" timeOffset="65353.738">12502 4390 0,'0'-24'0,"0"24"0,0 0 0,0 0 16,0 0-16,0 0 0,0-25 0,0 25 0,0 0 16,0 0-16,0 0 0,0 0 0,0 0 0,24 0 0,-24 0 15,0 0-15,25 0 0,-25 0 0,25 0 0,0 0 16,0 0-16,-25 0 0,24 0 0,1 0 0,0 0 0,0 0 15,-25 0-15,25 0 0,-1 0 0,1 0 0,-25 0 16,25 0-16,0 0 0,-25 0 0,25 0 0,-1 0 16,-24 0-16</inkml:trace>
  <inkml:trace contextRef="#ctx0" brushRef="#br0" timeOffset="65954.7724">13345 4911 0,'0'0'0,"0"0"16,0 0-16,0-24 0,0 24 0,0 0 0,0 0 16,25 0-16,-25-25 0,0 25 0,0 0 0,25 0 0,-25-25 15,24 25-15,-24 0 0,25-25 0,-25 25 0,25-25 16,-25 25-16,25 0 0,0-25 0,-25 25 0,24-24 15,1 24-15,-25-25 0,25 25 0,-25-25 0,25 0 0,0 25 16,-25-25-16,24 25 0,-24-24 0,0 24 0,25-25 16,-25 0-16,0 25 0,25-25 0,-25 25 0,0-25 0,0 25 15,0-24-15,0 24 0,0-25 0,0 25 0,0-25 16,0 25-16,0-25 0,0 25 0,0-25 0,-25 25 0,25-24 15,0 24-15,0 0 0,0-25 0,-25 25 0,25 0 16,0 0-16,0 0 0,-24-25 0,24 25 0,0 0 0,0 0 16,0 0-16,0 0 0,0 0 0,0 0 0,0 0 15,0 0-15,0 0 0,-25 25 0,25-25 0,0 0 16,0 25-16,0-25 0,0 0 0,0 24 0,-25-24 0,25 25 15,0-25-15,0 25 0,0-25 0,0 25 0,0 0 16,0-25-16,25 24 0,-25 1 0,0 0 0,0 0 16,-25-25-16,25 25 0,0-1 0,0 1 0,0 0 0,0 0 15,0 0-15,0-25 0,-25 24 0,25 1 0,0 0 16,0-25-16,0 25 0,0-25 0,0 25 0,0-25 0,0 25 15,0-25-15,0 24 0,0-24 0,0 25 0,0-25 16,0 0-16,0 0 0,0 0 0,0 25 0,0-25 0,0 0 16,0 0-16,0 0 0,0 0 0,0 0 0,0 0 15,25 0-15,-25 0 0,0 0 0,0 0 0,25-25 16,-25 25-16,25 0 0,-25 0 0,0 0 0,24 0 0,-24 0 15,25 0-15,-25-25 0,25 25 0</inkml:trace>
  <inkml:trace contextRef="#ctx0" brushRef="#br0" timeOffset="67112.8386">13866 4812 0,'0'0'0,"25"-25"0,-25 25 0,0 0 0,0-25 15,0 25-15,0-24 0,0 24 0,0 0 0,0-25 16,-25 25-16,25 0 0,0-25 0,0 25 0,0 0 0,0-25 16,0 25-16,-25 0 0,25-25 0,0 25 0,0 0 15,-25 0-15,25 0 0,0 0 0,-25 0 0,25-24 16,0 24-16,0 0 0,0 24 0,-24-24 0,24 0 0,0 0 15,0 0-15,-25 0 0,25 0 0,0 25 0,0-25 0,0 25 47,-50 49 31,50-74-78,0 25 0,0-25 0,0 25 0,0-25 0,0 25 0,0-25 0,0 25 0,0-25 0,0 0 0,0 25 0,0-25 0,0 0 0,25 24 0,-25-24 0,0 0 0,0 0 0,0 0 0,25 0 0,-25 25 0,0-25 0,0 0 0,0 0 0,25 0 16,-25 0-16,0 0 0,0 0 0,24 0 0,-24-25 0,0 25 0,25 0 0,-25 0 0,0 0 0,25 0 0,-25-24 0,0 24 0,25 0 0,-25-25 0,0 25 0,25-25 0,-25 25 0,0 0 15,0-25-15,24 25 0,-24-25 0,0 25 0,0-25 16,0 25-16,0 0 0,0-24 0,0 24 0,0-25 0,25 25 16,-25 0-16,0 0 0,0-25 0,0 25 0,0 0 15,0 0-15,0 0 0,-25 0 0,25 0 0,0 0 16,0 0-16,0 0 0,0 0 0,0 0 0,0 0 0,0 0 15,0 25-15,0-25 0,0 0 0,0 25 0,-24-25 0,24 0 16,0 24-16,0-24 0,0 25 0,0-25 0,0 25 16,0-25-16,0 25 0,0-25 0,0 25 0,0-25 0,0 25 15,0-25-15,0 0 0,0 24 0,0-24 0,0 0 16,0 25-16,0-25 0,0 0 0,0 0 0,0 25 15,0-25-15,0 0 0,0 0 0,24 0 0,-24 0 0,0 0 16,25 0-16,-25 0 0,25 0 0,-25-25 0,25 25 16,-25 0-16,25 0 0,-25-25 0,24 25 0,-24 0 0,25-24 15,-25 24-15,0 0 0,25-25 0,-25 25 0,0-25 16,25 25-16,-25-25 0,0 25 0,0-25 0,0 25 15,0-25-15,25 25 0,-25-24 0,0-1 0,0 25 0,0-25 16,0 25-16,0-25 0,0 25 0,0 0 0,0 0 16,0-25-16,0 25 0,0 0 0,0 0 0,0 0 0,0 0 15,0 0-15,0 0 0,0 0 0,0 0 0,0 25 16,0-25-16,0 0 0,0 25 0,0-25 0,0 0 15,0 25-15,0-25 0,0 25 0,0-25 0,0 24 0,0-24 16,0 25-16,0-25 0,0 0 0,0 25 0,0-25 16,0 25-16,0-25 0,0 0 0,0 25 0,0-25 0,0 0 15,0 25-15,0-25 0,0 0 0,0 24 0,0-24 16,0 0-16,0 0 0,0 0 0,0 25 0,0-25 0,0 0 15,0 0-15,0 0 0,0 0 0,0 0 0,0 0 16,0 0-16,0 0 0,0 0 0,0 0 0,0-25 16,0 25-16,0 0 0,0 0 0,0 0 0,0 0 0,0-24 15,0 24-15,24 0 0,-24-25 0,0 25 0,0-25 16,0 25-16,0-25 0,0 25 0,25-25 0,-25 25 15,0-25-15,0 25 0,0-24 0,25 24 0,-25-25 16,0 25-16,0-25 0,0 25 0,25 0 0,-25 0 0,0 0 16,25-25-16,-25 25 0,0 0 0,24 0 0,-24 0 0,0 25 15,25-25-15,-25 0 0,0 0 0,25 25 0,-25-25 16,0 0-16,0 25 0,0-25 0,0 24 0,25-24 0,-25 0 15,0 25-15,0-25 0,0 0 0,0 25 0,0-25 16,0 25-16,0-25 0,0 0 0,0 0 0,0 25 16,0-25-16,0 0 0,0 25 0,0-25 0,0 0 0,0 0 15,0 24-15,0-24 0,0 0 0,-25 0 0,25 0 16,0 0-16,0 0 0,0 0 0,0 0 0,0 0 0,0 0 15,0 0-15,0 0 0,0 0 0,0 0 0,0 0 16,0 0-16,0 0 0,0-24 0,0 24 0,0 0 16,0-25-16,0 25 0,25 0 0,-25-25 0,0 25 0,0-25 15,25 25-15,-25 0 0,0-25 0,0 25 0,25-25 16,-25 25-16,0-24 0,24-1 0,-24 25 0,0 0 0,25-25 15,-25 25-15,0 0 0,0 0 0,25 0 16,-25 0-16,0 0 0,0 0 0,25 0 0,-25 0 0,0 0 16,0 0-16,25 0 0,-25 25 0,0-25 0,0 0 0,0 0 15,0 25-15,24-25 0,-24 0 0,0 24 0,0-24 16,0 25-16,0-25 0,0 0 0,0 25 0,0-25 15,0 25-15,-24-25 0,24 25 0,0-25 0,0 0 0,0 25 16,0-25-16,0 0 0,0 24 0,0-24 0,0 0 0,0 25 16,-25-25-16,25 0 0,0 0 0,0 25 0,0-25 15,0 0-15,0 0 0,0 0 0,-25 0 0,25 0 16,0 0-16,0-25 0,0 25 0,0 0 0,0 0 0</inkml:trace>
  <inkml:trace contextRef="#ctx0" brushRef="#br0" timeOffset="67338.8515">14188 4390 0,'0'0'0,"0"0"0,0 0 15,0-24-15,0 24 0,0 0 0,0 0 0,0 0 16,0 0-16,0 0 0,25 0 0,-25 0 0,0 0 0,0 0 15,25 0-15,-25-25 0,25 25 0,-25 25 0,24-25 16,-24 0-16,25 0 0,0 0 0,-25 0 0,25 0 0,0 0 16,-25 24-16,25-24 0,-1 0 0,1 0 0,-25 0 15,25 0-15,-25 25 0,25-25 0,-25 0 0,25 0 16,-25 0-16,24 0 0</inkml:trace>
  <inkml:trace contextRef="#ctx0" brushRef="#br0" timeOffset="68544.9205">3621 5904 0,'0'0'0,"0"0"0,0 0 0,0 0 0,0 0 0,0 0 15,0 0-15,-24 0 0,24 0 0,0 0 0,0 24 16,0-24-16,0 0 0,-25 0 0,25 0 0,0 25 0,0-25 16,-25 25-16,25-25 0,0 0 0,-25 25 0,25 0 15,0-25-15,0 24 0,-25-24 0,25 25 0,0-25 16,-24 25-16,24 0 0,0-25 0,-25 25 0,25-1 0,-25-24 15,25 25-15,0-25 0,-25 25 0,25 0 0,0-25 16,-25 25-16,25-25 0,-24 24 0,24-24 0,0 25 0,-25-25 16,25 25-16,0-25 0,0 0 0,-25 25 0,25-25 15,0 0-15,0 0 0,0 0 0,-25 25 0,25-25 0,0 0 16,0 0-16,0 0 0,0 0 0,0 0 0,0 0 15,0 0-15,0 0 0,0-25 0,0 25 0,0 0 16,0-25-16,0 25 0,0 0 0,0-25 0</inkml:trace>
  <inkml:trace contextRef="#ctx0" brushRef="#br0" timeOffset="69156.9555">3373 6028 0,'0'0'0,"0"0"16,0 0-16,0 0 0,0 0 0,0 0 0,0-25 0,0 25 15,0 0-15,0 0 0,0 0 0,0 0 0,0 0 16,0 0-16,0 0 0,0 0 0,0 25 0,0-25 15,0 0-15,25 0 0,-25 0 0,0 24 0,0-24 16,0 0-16,25 25 0,-25-25 0,0 25 0,0-25 0,0 25 16,25 0-16,-25-25 0,0 24 0,0-24 0,0 25 15,0-25-15,25 25 0,-25-25 0,0 25 0,0-25 0,0 25 16,0-1-16,0-24 0,24 25 0,-24-25 0,0 25 15,0-25-15,0 0 0,25 25 0,-25-25 0,0 0 16,0 25-16,25-25 0,-25 0 0,0 0 0,0 24 0,25-24 16,-25 0-16,0 0 0,25 0 0,-25 0 0,24 0 0,-24 0 15,25 0-15,-25 0 0,25 0 0,-25 0 0,25-24 16,-25 24-16,25 0 0,-25 0 0,25 0 0,-25-25 15,24 25-15,-24 0 0,0 0 0,25 0 0,-25-25 16,25 25-16,-25 0 0,0 0 0,0-25 0,25 25 0,-25 0 16,0-25-16,0 25 0,0 0 0,0 0 0,0-24 0,0 24 15,0 0-15,0-25 0,0 25 0,0 0 0,0-25 16,0 25-16,0 0 0,0-25 0,0 25 0,0 0 15,0 0-15,0-25 0,-25 25 0,25 0 0,0 0 0,0 0 16,0 0-16,0 0 0,-25-24 0,25 24 0,0 0 16,0 0-16,-25 0 0,25 0 0,0 0 0,0 0 0,0 0 15,-24 24-15,24-24 0,0 0 0,0 0 0,-25 0 16,25 25-16,0-25 0,0 0 0,0 25 0,0-25 15,-25 25-15,25-25 0,0 25 0,0-25 47,0 24-47,0-24 0,0 25 0,0-25 0,0 25 0,0-25 0,0 25 0,0-25 0,25 25 0,-25-25 0,0 0 78,0 24-78,0-24 0,25 25 0,-25-25 0,0 0 0,0 25 0,24-25 0,-24 0 0,25 0 0,-25 25 0,0-25 0,25 0 0,-25 0 0,25 0 0,-25 0 0,25 0 0,-25 0 0,24 0 0,-24 0 0,25-25 0,-25 25 16,25 0-16,-25 0 0,25 0 0,-25-25 0,25 25 0,-25 0 0,24-25 0,-24 25 0,25 0 0,-25-24 0,0 24 0,25 0 0,-25-25 0,25 25 0,-25 0 0,0-25 0,0 25 0,25-25 15,-25 25-15,0-25 0,24 1 0,-24 24 0,0-25 0</inkml:trace>
  <inkml:trace contextRef="#ctx0" brushRef="#br0" timeOffset="69387.9687">4217 6052 0,'0'-24'0,"0"24"16,0 0-16,0-25 0,0 25 0,0 0 0,0 0 15,0 0-15,0 0 0,0 0 0,0 0 0,0 0 0,0 0 16,0 0-16,0 0 0,-25 0 0,25 0 0,0 0 16,0 25-16,0-25 0,0 0 0,0 24 0,0-24 0,0 25 15,-25 0-15,25-25 0,0 25 0,0 0 0,0-25 16,0 24-16,0 1 0,0 0 0,0-25 0,0 25 0,0 0 15,0-25-15,0 24 0,0-24 0,0 25 0,0-25 16,0 25-16,0-25 0,0 25 0,0-25 0,0 25 16,0-25-16,0 0 0,0 24 0,0-24 0,0 0 0,0 0 15,0 25-15,0-25 0,0 0 0,0 0 0,0 0 16,0 0-16,-25 0 0,25 0 0,0-25 0,0 25 0,0 0 15,0 0-15,-24 0 0,24 0 0</inkml:trace>
  <inkml:trace contextRef="#ctx0" brushRef="#br0" timeOffset="69536.9773">4043 6300 0,'0'0'0,"0"0"0,0 0 0,0 0 0,0 0 16,0-24-16,0 24 0,0 0 0,0 0 0,0 0 15,0 0-15,0 0 0,0 0 0,25 0 0,-25 0 0,0 0 16,25 0-16,-25 0 0,0 0 0,25-25 0,-25 25 16,24 0-16,-24 0 0,25 0 0,-25 0 0,25-25 0,-25 25 15,25 0-15,-25 0 0,25-25 0,-25 25 0,24 0 16,-24 0-16,25-25 0,-25 25 0,0 0 0,0-24 0,0 24 15,0 0-15</inkml:trace>
  <inkml:trace contextRef="#ctx0" brushRef="#br0" timeOffset="69715.9875">4266 5705 0,'0'-25'0,"0"25"0,0 0 16,0 0-16,0 0 0,0 0 0,0 0 0,0 0 0,0 0 15,0 25-15,0-25 0,-24 0 0,24 0 0,0 25 16,0-25-16,0 0 0,0 25 0,0-25 0,-25 24 0,25 1 15,0-25-15,0 25 0,0 0 0,0-25 0,0 25 16,-25 0-16,25-25 0,0 24 0,0 1 0</inkml:trace>
  <inkml:trace contextRef="#ctx0" brushRef="#br0" timeOffset="71495.0893">5631 6052 0,'0'0'0,"0"0"0,0 0 0,0 0 0,0 0 16,0 0-16,0 0 0,0 0 0,0 25 0,0-25 0,0 0 15,0 0-15,0 0 0,0 0 0,0 0 0,0 0 16,0 0-16,0 0 0,0 0 0,0 0 0,0 0 0,0 0 15,0 0-15,0 0 0,0 0 0,0 0 0,0 25 16,0-25-16,0 0 0,0 0 0,0 0 0,24 0 16,-24 0-16,0 25 0,0-25 0,0 0 0,0 0 0,0 25 15,0-25-15,0 0 0,0 24 0,0-24 0,0 0 16,0 25-16,0-25 0,0 25 0,0-25 0,0 25 15,0-25-15,0 0 0,0 25 0,0-25 0,0 24 0,0-24 16,0 25-16,0-25 0,0 25 0,0-25 0,0 25 0,0-25 16,0 0-16,0 25 0,0-25 0,0 0 0,0 24 15,0-24-15,0 0 0,0 25 0,0-25 0,0 25 16,0-25-16,0 0 0,25 25 0,-25-25 0,0 25 0,0-25 15,0 0-15,0 24 0,0-24 0,0 25 0,0-25 16,0 0-16,0 25 0,0-25 0,0 25 0,0-25 16,0 25-16,0-25 0,0 0 0,0 24 0,0-24 0,0 25 15,0-25-15,0 0 0,0 25 0,0-25 0,0 0 16,0 25-16,0-25 0,0 0 0,0 25 0,0-25 0,0 0 15,0 24-15,0-24 0,0 0 0,0 0 0,0 25 16,0-25-16,0 0 0,0 0 0,0 25 0,0-25 16,0 0-16,0 25 0,0-25 0,0 0 0,0 25 15,0-25-15,0 0 0,0 0 0,0 25 0,0-25 0,0 0 16,0 24-16,0-24 0,0 0 0,0 25 0,0-25 0,0 0 15,0 25-15,0-25 0,0 0 0,0 25 0,0-25 16,0 0-16,0 25 0,0-25 0,0 0 0,0 0 16,0 24-16,0-24 0,0 0 0,0 25 0,0-25 0,0 0 15,0 25-15,0-25 0,0 0 0,0 0 0,25 25 16,-25-25-16,0 0 0,0 25 0,0-25 0,0 0 0,0 24 15,0-24-15,0 0 0,0 0 0,0 25 0,0-25 16,0 0-16,0 25 0,0-25 0,0 0 0,0 25 0,0-25 16,0 0-16,0 0 0,0 25 0,0-25 0,0 0 15,0 24-15,0-24 0,0 25 0,0-25 0,0 0 16,0 25-16,0-25 0,0 0 0,0 0 0,0 25 0,0-25 15,0 0-15,0 25 0,0-25 0,0 0 0,0 0 16,0 24-16,0-24 0,0 0 0,0 25 0,0-25 0,0 0 16,0 0-16,0 25 0,0-25 0,0 0 0,0 0 15,0 25-15,0-25 0,0 0 0,0 25 0,0-25 16,0 0-16,25 24 0,-25-24 0,0 0 0,0 25 0,0-25 15,0 0-15,0 25 0,0-25 0,0 0 0,0 25 16,0-25-16,0 0 0,0 25 0,0-25 0,0 0 0,0 24 16,0-24-16,0 0 0,0 25 0,0-25 0,0 0 15,0 25-15,0-25 0,0 0 0,0 25 0,0-25 16,0 0-16,0 0 0,0 25 0,0-25 0,0 0 0,0 24 15,0-24-15,0 25 0,0-25 0,0 0 0,0 25 16,0-25-16,0 0 0,0 25 0,0-25 0,0 124 125,0-124-125,0 0 0,0 25 0,0-25 0,0 25 0,0-25 15,0 24-15,0-24 0,0 25 0,0-25 0,0 0 0,0 25 0,0-25 0,0 25 0,0-25 0,0 25 0,0-25 0,0 0 0,0 24 0,0-24 0,0 0 0,0 25 0,0-25 0,0 25 0,0-25 0,-25 0 0,25 25 0,0-25 0,0 25 0,0-25 0,0 0 0,0 24 0,0-24 0,0 0 0,0 25 0,0-25 0,0 25 16,0-25-16,0 0 0,0 25 0,0-25 0,0 0 0,0 25 16,0-25-16,0 0 0,0 24 0,0-24 0,0 0 0,0 25 15,0-25-15,0 0 0,0 25 0,0-25 0,0 25 0,0-25 16,0 0-16,-25 25 0,25-25 0,0 24 0,0-24 15,0 0-15,0 25 0,0-25 0,0 0 0,0 25 16,0-25-16,0 25 0,0-25 0,0 25 0,0-25 0,0 0 16,0 24-16,0-24 0,0 25 0,0-25 0,0 25 15,0-25-15,0 25 0,-25-25 0,25 25 0,0-25 16,0 24-16,0-24 0,0 25 0,0-25 0,0 25 0,0-25 15,0 25-15,0-25 0,0 0 0,0 25 0,0-25 16,0 24-16,-24 1 0,24-25 0,0 25 0,0-25 0,0 25 16,0-25-16,0 25 0,0-25 0,0 25 0,0-25 15,0 0-15,0 24 0,0-24 0,0 25 0,-25-25 16,25 0-16,0 25 0,0-25 0,0 25 0,0-25 0,0 25 15,0-25-15,-25 0 0,25 24 0,0-24 0,0 25 16,0-25-16,0 25 0,0-25 0,0 0 0,0 25 0,0-25 16,0 0-16,0 0 0,0 25 0,0-25 0,0 0 15,0 0-15,0 0 0,0 24 0,0-24 0,0 0 0,0 0 16,0 0-16,0 0 0,0 0 0,0 0 0,0 0 15,0 0-15,0 0 0,0 0 0,0 0 0,0 0 0,0 0 16,0 0-16,0 0 0,0 0 0,0 0 0,0 0 16,0 0-16,0 0 0,0 0 0,0 0 0,0 0 15,0 0-15,0 0 0,0 0 0,0-24 0,0 24 0,0 0 16,0 0-16,0-25 0,0 25 0,0 0 0,0-25 15,0 25-15,0 0 0,0-25 0,-25 25 0</inkml:trace>
  <inkml:trace contextRef="#ctx0" brushRef="#br0" timeOffset="74201.244">6499 6226 0,'0'0'16,"0"0"-16,0 0 0,0 0 0,0 0 0,0 0 0,0 0 16,0 0-16,0 0 0,0 0 0,0 0 0,0 0 15,0 0-15,0 0 0,25 0 0,-25 0 0,0 0 16,0 0-16,24 0 0,-24 0 0,25 0 0,-25 0 0,25 0 15,-25 0-15,25 0 0,-25 0 0,25 0 0,-25 0 16,24 0-16,-24 0 0,25 0 0,-25 0 0,25 0 0,-25 0 16,25 0-16,-25 0 0,25 0 0,-25 0 0,24 0 15,-24 0-15,25 0 0,-25 0 0,25 0 0,-25 0 16,0 0-16</inkml:trace>
  <inkml:trace contextRef="#ctx0" brushRef="#br0" timeOffset="74655.27">7069 6449 0,'0'0'0,"0"0"0,0 0 0,0 0 0,0 0 0,0-25 0,0 25 0,25 0 0,-25 0 0,0 0 0,0-24 0,0 24 0,0 0 0,25-25 0,-25 25 0,0 0 0,0-25 0,25 25 0,-25 0 0,0-25 16,25 25-16,-25-25 0,0 25 0,0-24 0,24 24 0,-24-25 0,0 25 0,25-25 0,-25 0 0,0 25 0,0-25 0,25 25 0,-25-24 0,0 24 0,0-25 15,0 25-15,0-25 0,25 25 0,-25-25 0,0 25 16,0-25-16,0 25 0,0 0 0,0 0 0,0-24 0,0 24 15,0 0-15,0 0 0,0 0 0,0 0 0,0 0 16,0 0-16,0 0 0,0 0 0,0 0 0,0 24 0,0-24 16,25 0-16,-25 25 0,0-25 0,0 0 0,0 25 15,0 0-15,0-25 0,0 25 0,0-25 0,0 24 0,0-24 16,0 25-16,0 0 0,0-25 0,0 25 0,0-25 15,0 25-15,0-1 0,0-24 0,0 25 0,0-25 16,0 0-16,0 25 0,0-25 0,0 25 0,0-25 0,0 0 16,0 0-16,24 25 0,-24-25 0,0 0 0,0 0 15,0 0-15,0 0 0</inkml:trace>
  <inkml:trace contextRef="#ctx0" brushRef="#br0" timeOffset="75597.3239">9302 6052 0,'0'0'0,"0"0"0,0 0 0,-25 0 16,25 0-16,0 0 0,0 0 0,0 0 0,0 0 15,-25 0-15,25 0 0,0 0 0,0 0 0,0 0 0,0 0 16,-25 0-16,25 0 0,0 0 0,0 0 0,-24 0 15,24 0-15,0 0 0,0 0 0,0 0 0,0 25 16,0-25-16,0 0 0,0 0 0,0 25 0,0-25 0,0 25 16,0-25-16,0 25 0,0-25 0,0 24 0,0-24 15,0 25-15,0-25 0,0 25 0,0 0 0,0-25 0,0 25 16,0-1-16,0-24 0,24 25 0,-24 0 0,0-25 15,0 25-15,0-25 0,0 25 0,25-25 0,-25 24 16,0-24-16,0 0 0,25 25 0,-25-25 0,0 0 0,0 25 16,25-25-16,-25 0 0,0 0 0,0 0 0,25 0 15,-25 0-15,0 0 0,0 0 0,24 0 0,-24 0 0,0 0 16,25-25-16,-25 25 0,0 0 0,25 0 0,-25-25 15,0 25-15,25 0 0,-25-24 0,0 24 0,0-25 0,25 25 16,-25-25-16,0 25 0,0-25 0,24 0 0,-24 25 16,0-24-16,0-1 0,0 0 0,0 25 0,0-25 15,0 0-15,0 1 0,0 24 0,0-25 0,0 25 0,0-25 16,0 25-16,0-25 0,-24 25 0,24-25 0,0 25 15,0 0-15,0 0 0,0 0 0,-25 0 0,25 0 0,0 0 16,0 0-16,-25 0 0,25 0 0,0 0 0,-25 0 16,25 0-16,0 0 0,-25 0 0,25 25 0,0-25 15,0 0-15,-24 0 0,24 0 0,0 0 0</inkml:trace>
  <inkml:trace contextRef="#ctx0" brushRef="#br0" timeOffset="76428.3714">11708 6474 0,'0'0'0,"0"0"16,0 0-16,0 0 0,0 0 0,0 0 0,0 0 15,0 0-15,0 0 0,25 0 0,-25 0 0,0-25 16,0 25-16,0 0 0,0 0 0,0 0 0,24 0 0,-24-25 16,0 25-16,0 0 0,25 0 0,-25-24 0,0 24 15,0 0-15,25 0 0,-25-25 0,0 25 0,0 0 16,25-25-16,-25 25 0,0 0 0,0-25 0,25 25 0,-25-25 15,0 25-15,0-24 0,24 24 0,-24-25 0,0 25 16,0-25-16,0 25 0,0-25 0,0 25 0,0 0 0,0-25 16,0 25-16,0-24 0,0 24 0,25 0 0,-25 0 15,0-25-15,0 25 0,0 0 0,0 0 0,0 0 0,0 0 16,0 0-16,0 0 0,0 0 0,0 0 0,0 0 15,0 0-15,0 0 0,0 0 0,0 0 0,0 25 16,0-25-16,0 0 0,0 24 0,0-24 0,0 25 0,0 0 16,0-25-16,0 25 0,0 0 0,0-1 0,0-24 15,0 25-15,0 0 0,0 0 0,0-25 0,0 25 16,0-1-16,0 1 0,0-25 0,0 25 0,0 0 0,0-25 15,0 25-15,0-25 0,0 24 0,0 1 0,0-25 0,0 25 16,0-25-16,0 25 0,0-25 0,-25 25 0,25-25 16</inkml:trace>
  <inkml:trace contextRef="#ctx0" brushRef="#br0" timeOffset="78087.4663">7144 7888 0,'0'0'0,"0"0"0,25 0 15,-25 0-15,0 0 0,0 0 0,0 0 0,0-25 16,0 25-16,0 0 0,0 0 0,0 0 0,0-25 0,24 25 15,-24 0-15,0 0 0,0-25 0,25 25 0,-25 0 16,0-24-16,25 24 0,-25-25 0,0 25 0,25 0 0,-25-25 16,0 25-16,0-25 0,25 25 0,-25 0 0,0-25 15,0 25-15,24 0 0,-24-24 0,0 24 0,25 0 16,-25-25-16,0 25 0,0 0 0,0-25 0,0 25 0,0 0 15,0-25-15,0 25 0,25 0 0,-25-25 0,0 25 16,0 0-16,0 0 0,0-24 0,0 24 0,0 0 0,0 0 16,0-25-16,0 25 0,0 0 0,0 0 0,0 0 15,0 0-15,0 0 0,0-25 0,0 25 0,0 0 16,0 0-16,0 0 0,0 0 0,0 0 0,0 0 0,0 0 15,0 0-15,0 0 0,0 0 0,0 25 0,0-25 16,0 0-16,0 0 0,0 25 0,0-25 0,0 24 0,0-24 16,0 25-16,0-25 0,0 25 0,0 0 0,0-25 15,0 25-15,0-1 0,0-24 0,0 25 0,0 0 0,0-25 16,0 25-16,0 0 0,0-25 0,0 24 0,0-24 15,0 25-15,0-25 0,0 25 0,0-25 0,0 25 16,0-25-16,0 25 0,0-25 0,0 0 0,0 24 0,0-24 16,-25 0-16,25 25 0,0-25 0,0 0 0,0 0 15,0 0-15,0 25 0</inkml:trace>
  <inkml:trace contextRef="#ctx0" brushRef="#br0" timeOffset="79629.5545">9500 7293 0,'0'0'0,"0"0"0,0 0 0,0 0 16,0 0-16,0 0 0,0 0 0,0 0 0,0 0 16,0-25-16,-25 25 0,25 0 0,0 0 0,0 0 15,0 0-15,0 0 0,0 0 0,0 0 0,0 0 0,0 0 16,-24 0-16,24 0 0,0 0 0,0 0 0,0 0 15,0 0-15,0 0 0,-25 0 0,25 25 0,0-25 16,0 0-16,0 0 0,-25 24 0,25-24 0,0 0 0,0 25 16,0-25-16,0 0 0,-25 25 0,25-25 0,0 25 15,0-25-15,-25 25 0,25-25 0,0 24 0,0 1 0,0-25 16,-24 25-16,24 0 0,0-25 0,0 25 0,0-1 15,0 1-15,0 0 0,-25-25 0,25 25 0,0 0 16,0-1-16,0 1 0,0-25 0,0 25 0,0 0 0,0 0 16,0-25-16,25 24 0,-25-24 0,0 25 0,0-25 15,0 25-15,0-25 0,24 25 0,-24-25 0,0 0 0,0 25 16,0-25-16,0 0 0,25 24 0,-25-24 0,0 0 15,0 0-15,0 0 0,25 0 0,-25 0 0,0 0 0,0 0 16,25 0-16,-25 0 0,0 0 0,25 0 0,-25-24 16,0 24-16,24 0 0,-24-25 0,0 25 0,25 0 0,-25-25 15,0 25-15,0-25 0,0 25 0,25 0 0,-25-25 16,0 25-16,0-24 0,0 24 0,0-25 0,0 25 15,0 0-15,-25-25 0,25 25 0,0-25 0,0 25 16,0 0-16,0-25 0,0 25 0,0 0 0,0 0 0,-25-24 16,25 24-16,0 0 0,0 0 0,0 0 0,-24 0 15,24-25-15,0 25 0,0 0 0,-25 0 0,25 0 0,0 25 16,-25-25-16,25 0 0,0 0 0,-25 0 0,25 0 15,0 24-15,-25-24 0,25 0 0,0 25 0,0-25 0,0 0 16,0 0-16,0 25 0,0-25 0,0 0 0,-24 0 16,24 0-16</inkml:trace>
  <inkml:trace contextRef="#ctx0" brushRef="#br0" timeOffset="80345.5955">11460 7838 0,'0'0'0,"0"0"16,0 0-16,0 0 0,0 0 0,0-25 0,0 25 15,0 0-15,0 0 0,0 0 0,0 0 0,0 0 0,0 0 16,0 0-16,0 0 0,0 0 0,0 0 0,25 0 16,-25 0-16,0 0 0,0 0 0,24 0 0,-24 0 15,0 0-15,25 0 0,-25 0 0,25 0 0,-25 0 16,25 0-16,-25 0 0,25 0 0,-25 0 0,24 0 0,-24 0 15,25 0-15,-25 0 0,25 0 0,-25 0 0,0 0 16,25 25-16,-25-25 0,0 0 0,25 0 0,-25 0 0,0 0 16,0 0-16,24 0 0,-24 25 0,0-25 0,0 0 15,0 0-15</inkml:trace>
  <inkml:trace contextRef="#ctx0" brushRef="#br0" timeOffset="80749.6186">11857 7987 0,'0'0'0,"0"0"16,0 0-16,0 0 0,0 0 0,24-25 0,-24 25 16,0 0-16,0 0 0,0 0 0,0-25 0,0 25 0,25 0 15,-25 0-15,0-24 0,0 24 0,25 0 0,-25-25 16,0 25-16,0 0 0,25-25 0,-25 25 0,0-25 15,0 25-15,25 0 0,-25-25 0,0 25 0,24-24 0,-24 24 16,0-25-16,0 25 0,0-25 0,25 25 0,-25-25 16,0 25-16,0-25 0,0 25 0,0-24 0,25 24 0,-25 0 15,0-25-15,0 25 0,0-25 0,0 25 0,0 0 16,0 0-16,0-25 0,0 25 0,0 0 0,0 0 15,0 0-15,0 0 0,0-25 0,0 25 0,0 0 0,0 0 16,0 0-16,0 0 0,0 25 0,0-25 0,25 0 16,-25 0-16,0 0 0,0 25 0,0-25 0,0 25 0,0-25 15,0 25-15,0-25 0,0 24 0,0-24 0,-25 25 16,25 0-16,0-25 0,0 25 0,0 0 0,0-1 15,0-24-15,0 25 0,0 0 0,0-25 0,-25 25 0,25 0 16,0-25-16,0 24 0,0 1 0,0-25 0,0 25 16,0-25-16,0 25 0,0-25 0,0 25 0,0-25 0,0 0 15,0 25-15,0-25 0,0 0 0,0 0 0,0 0 16</inkml:trace>
  <inkml:trace contextRef="#ctx0" brushRef="#br0" timeOffset="82048.6929">7069 9401 0,'0'0'0,"0"0"0,0 0 0,0 0 0,0 0 0,0 0 0,0 0 0,0 0 0,0 0 0,0-25 0,0 25 0,0 0 0,0 0 16,0 0-16,0-25 0,0 25 0,25 0 0,-25 0 0,0 0 0,0-24 0,0 24 0,25 0 0,-25-25 0,0 25 0,0-25 0,25 25 0,-25 0 0,0-25 15,25 25-15,-25-25 0,24 25 0,-24 0 0,0-24 16,25 24-16,-25-25 0,0 25 0,0-25 0,25 25 15,-25 0-15,0-25 0,0 25 0,0 0 0,0-25 0,25 25 16,-25-24-16,0 24 0,0 0 0,0 0 0,0-25 16,0 25-16,0 0 0,0 0 0,0-25 0,0 25 0,25 0 15,-25 0-15,0 0 0,0 0 0,0 0 0,0 0 16,0 0-16,0 0 0,0 0 0,0 0 0,0 0 0,0 0 15,0 25-15,0-25 0,0 0 0,0 25 0,0-25 16,0 24-16,0-24 0,0 25 0,0-25 0,0 25 16,0 0-16,0 0 0,0-25 0,0 24 0,0 1 0,0-25 15,0 25-15,0 0 0,0-25 0,0 25 0,0-25 16,0 24-16,0-24 0,0 25 0,0-25 0,24 25 15,-24-25-15,0 0 0,0 25 0,0-25 0,0 0 0,0 0 16,0 0-16,0 0 0,0 0 0,0 0 0,0 0 16,0 0-16,0 0 0</inkml:trace>
  <inkml:trace contextRef="#ctx0" brushRef="#br0" timeOffset="83019.7484">9500 9128 0,'0'0'0,"0"0"0,0 0 16,0-25-16,0 25 0,0 0 0,0 0 0,0 0 0,0-24 15,0 24-15,-25 0 0,25 0 0,0 0 0,0-25 16,0 25-16,0 0 0,25 0 0,-25 0 0,0-25 0,0 25 15,0 0-15,25 0 0,-25 0 0,0-25 0,0 25 16,25 0-16,-25 0 0,0 0 0,0 0 0,25 0 16,-25 0-16,0-25 0,24 25 0,-24 0 0,0 0 0,25 0 15,-25 0-15,0 0 0,25 0 0,-25 0 0,0 0 16,0 0-16,25 0 0,-25 0 0,0 25 0,0-25 15,0 0-15,0 0 0,0 25 0,25-25 0,-25 0 0,0 25 16,0-25-16,0 0 0,0 25 0,-25-25 0,25 24 16,0-24-16,0 25 0,0-25 0,-25 25 0,25-25 0,0 25 15,-25-25-15,25 25 0,0-1 0,-25-24 0,25 25 16,-24-25-16,24 25 0,-25-25 0,25 25 0,0-25 0,-25 25 15,25-25-15,-25 24 0,25-24 0,0 25 0,-25-25 16,25 25-16,0-25 0,0 0 0,0 25 0,0-25 16,0 0-16,0 0 0,0 25 0,0-25 0,0 0 0,0 0 15,0 0-15,0 0 0,25 0 0,-25 24 0,0-24 16,25 0-16,-25 0 0,25 0 0,-25 0 0,25 0 0,-25 0 15,24 0-15,-24 0 0,25 0 0,0 0 0,-25 0 16,25 0-16,-25 0 0,25 0 0,-25 0 0,24 0 16,-24 0-16,25 0 0,0 0 0,-25 0 0,25 0 0,-25 0 15,25 0-15,-25 0 0,24 0 0,-24 0 0,0 0 16,25 0-16,-25 0 0,0 0 0</inkml:trace>
  <inkml:trace contextRef="#ctx0" brushRef="#br0" timeOffset="83988.8039">11782 8954 0,'0'0'0,"0"0"0,0 0 0,0 0 0,0 0 0,0-24 15,0 24-15,0 0 0,0 0 0,0 0 0,0 0 16,0 0-16,25-25 0,-25 25 0,0 0 0,0 0 15,0 0-15,0 0 0,0 0 0,25-25 0,-25 25 0,0 0 16,0 0-16,0 0 0,25 0 0,-25 0 0,0 0 16,24 0-16,-24 0 0,0 0 0,0 0 0,25 0 0,-25 0 15,0 0-15,0 0 0,0 0 0,0 0 0,25 0 16,-25 0-16,0 0 0,0 0 0,0 25 0,0-25 0,0 0 15,0 25-15,0-25 0,0 0 0,0 24 0,0-24 16,0 25-16,0-25 0,0 0 0,-25 25 0,25-25 16,0 25-16,0-25 0,-25 0 0,25 25 0,0-25 0,0 0 15,-24 25-15,24-25 0,0 0 0,0 24 0,-25-24 16,25 0-16,0 0 0,0 25 0,0-25 0,-25 0 0,25 0 15,0 25-15,0-25 0,0 0 0,0 0 0,0 0 16,0 0-16,0 0 0,0 0 0,0 0 0,0 0 0,0 0 16,25 0-16,-25 0 0,0 0 0,0 0 0,0 0 15,25 0-15,-25 0 0,0 0 0,24 0 0,-24 0 16,0 0-16,25 0 0,-25 0 0,0 0 0,0 0 0,25 0 15,-25 0-15,0 25 0,0-25 0,25 0 0,-25 0 16,0 0-16,0 0 0,0 25 0,25-25 0,-25 0 0,0 24 16,0-24-16,0 25 0,0-25 0,0 0 0,0 25 15,24-25-15,-24 25 0,0-25 0,0 25 0,0-25 16,0 0-16,0 24 0,0-24 0,-24 0 0,24 25 0,0-25 15,0 0-15,0 25 0,0-25 0,-25 0 0,25 0 16,0 0-16,0 25 0,-25-25 0,25 0 0,0 0 0,-25 0 16,25 0-16,0 0 0,-25 0 0,25 25 0,0-25 15,0 0-15,-24 0 0,24 0 0,0 0 0,-25 0 0,25-25 16,0 25-16,0 0 0,-25 0 0,25 0 0,0 0 15,0 0-15,0 0 0,0-25 0,0 25 0,0 0 0,0 0 16,0 0-16,0-25 0,0 25 0</inkml:trace>
  <inkml:trace contextRef="#ctx0" brushRef="#br0" timeOffset="85634.898">13221 6548 0,'0'0'0,"0"0"0,0 0 0,0 0 0,0 0 16,0 0-16,0 0 0,0 0 0,0 0 0,0 0 15,0 0-15,0 0 0,0 0 0,0 0 0,0 0 16,0 0-16,0 0 0,0 0 0,0 0 0,0 0 0,0 0 15,0 0-15,0 0 0,0 0 0,0 0 0,0 0 16,0 0-16,0 0 0,0 0 0,0 0 0,0 0 0,0 0 16,0 0-16,0 0 0,0 0 0,0 0 0,0 0 15,0 0-15,0 0 0,0 25 0,0-25 0,0 0 0,0 0 16,0 25-16,0-25 0,0 0 0,25 25 0,-25-25 15,0 25-15,0-25 0,0 0 0,0 24 0,0-24 16,0 25-16,0-25 0,0 25 0,0-25 0,0 25 0,0-25 16,0 25-16,0-25 0,0 24 0,0-24 0,0 25 15,0-25-15,0 25 0,0-25 0,0 25 0,0-25 0,0 25 16,0-25-16,0 25 0,0-25 0,0 24 0,0 1 15,0-25-15,0 25 0,0-25 0,0 25 0,0 0 16,0-25-16,0 24 0,0 1 0,0-25 0,0 25 0,0-25 16,0 25-16,0 0 0,0-25 0,0 24 0,0-24 0,0 25 15,25 0-15,-25-25 0,0 25 0,0-25 0,0 25 16,0-1-16,0-24 0,0 25 0,0-25 0,0 25 15,0 0-15,0-25 0,0 25 0,0-25 0,0 24 0,0-24 16,0 25-16,0 0 0,0-25 0,0 25 0,0-25 16,0 25-16,0-25 0,0 24 0,0 1 0,-25-25 0,25 25 15,0-25-15,0 25 0,0-25 0,0 25 0,0-25 16,0 24-16,0 1 0,0-25 0,0 25 0,0-25 15,0 25-15,0-25 0,0 25 0,0-25 0,0 24 0,0-24 16,0 0-16,0 25 0,0-25 0,-25 25 0,25-25 16,0 25-16,0-25 0,0 25 0,0-25 0,0 24 0,0-24 15,0 25-15,0-25 0,0 25 0,0-25 0,0 25 16,0-25-16,0 25 0,0-25 0,0 0 0,0 25 15,0-25-15,0 24 0,0-24 0,0 25 0,0-25 16,0 0-16,-25 25 0,25-25 0,0 25 0,0-25 0,0 0 16,0 25-16,0-25 0,0 24 0,0-24 0,0 0 0,0 25 15,0-25-15,0 25 0,0-25 0,0 0 0,0 25 16,0-25-16,0 0 0,0 25 0,-25-25 0,25 0 15,0 24-15,0-24 0,0 0 0,0 25 0,0-25 0,0 25 16,0-25-16,0 25 0,0-25 0,0 25 0,0-25 16,0 24-16,0-24 0,0 0 0,0 25 0,0-25 0,0 25 15,0-25-15,0 25 0,0-25 0,0 0 0,0 25 16,0-25-16,0 24 0,0-24 0,0 0 0,0 25 15,0-25-15,0 25 0,0-25 0,0 0 0,0 25 0,0-25 16,0 0-16,0 25 0,0-25 0,0 24 0,0-24 16,0 0-16,0 25 0,0-25 0,0 25 0,0-25 0,0 0 15,0 25-15,0-25 0,0 25 0,-25-25 0,25 24 16,0-24-16,0 0 0,0 25 0,0-25 0,0 25 15,0-25-15,0 25 0,0-25 0,0 0 0,0 25 0,0-25 16,0 24-16,0-24 0,0 0 0,0 25 0,0-25 16,0 25-16,0-25 0,0 0 0,0 25 0,0-25 0,0 0 15,0 25-15,0-25 0,0 0 0,0 25 0,0-25 16,0 0-16,0 24 0,0-24 0,0 0 0,0 25 0,0-25 15,0 25-15,0-25 0,0 0 0,0 25 0,0-25 16,0 0-16,0 25 0,0-25 0,0 0 0,0 24 0,0-24 16,0 25-16,0-25 0,0 0 0,0 25 0,0-25 15,0 25-15,0-25 0,0 0 0,-24 25 0,24-25 16,0 0-16,0 0 0,0 24 0,0-24 0,0 0 0,0 0 15,0 25-15,0-25 0,0 0 0,0 0 0,0 0 16,0 25-16,0-25 0,0 0 0,0 0 0,0 0 16,0 25-16,0-25 0,0 0 0,0 0 0,0 25 0,0-25 15,0 0-15,0 0 0,-25 0 0,25 24 0,0-24 16,0 0-16,0 0 0,0 0 0,0 25 0,0-25 0,0 0 15,0 0-15,0 0 0,0 0 0,0 0 0,0 0 16,0 0-16,0 0 0,0 0 0,0 0 0,0 0 0,0 0 16,0 0-16,0 0 0,0 0 0,0-25 0,0 25 15,0 0-15,0-24 0,0 24 0,0-25 0,0 25 16,0-25-16</inkml:trace>
  <inkml:trace contextRef="#ctx0" brushRef="#br0" timeOffset="86195.9301">14263 7739 0,'0'0'0,"0"0"0,0 0 0,0 0 0,0 0 0,0 0 15,0 0-15,0 0 0,24 0 0,-24 0 0,0 0 0,0 0 16,0 0-16,0 0 0,0 0 0,0 0 0,0 0 16,0 0-16,0 0 0,0 0 0,0 0 0,25 0 0,-25 0 15,0 0-15,0 0 0,25 0 0,-25 0 0,0 0 16,25 0-16,-25 0 0,0 0 0,25 0 0,-25 0 0,25 0 15,-25 25-15,0-25 0,24 0 0,-24 0 0,25 0 16,-25 0-16,25 0 0,-25 0 0,25 0 0,-25 0 16,25 0-16,-25 0 0,24 0 0,-24 0 0,0 0 0,25 25 15,-25-25-15,0 0 0,25 0 0,-25 0 0,0 0 16,0 0-16,0 0 0,0 0 0,0 0 0,-25 0 15,25 0-15</inkml:trace>
  <inkml:trace contextRef="#ctx0" brushRef="#br0" timeOffset="86405.9421">14337 8037 0,'0'0'0,"0"0"0,0 0 0,0 0 0,0 25 0,0-25 15,0 0-15,0 0 0,25 0 0,-25 0 0,0 0 16,0 0-16,25 0 0,-25 0 0,25 0 0,-25 0 0,24 0 15,-24 0-15,25 0 0,-25 0 0,25 0 0,0 0 16,-25 0-16,25 0 0,-1 0 0,1 0 0,0-25 0,-25 25 16,25 0-16,0 0 0,-1 0 0,1 0 15,0 0-15,0 0 0,0 0 0</inkml:trace>
  <inkml:trace contextRef="#ctx0" brushRef="#br0" timeOffset="134284.6806">15701 7838 0,'0'0'0,"0"0"0,0 0 15,0 0-15,0 0 0,0-25 0,0 25 0,0 0 16,0 0-16,0 0 0,0 0 0,0 0 0,0 0 0,0 0 15,0 0-15,0 0 0,0 0 0,0 0 0,0 0 16,0 0-16,0 0 0,0 0 0,0 0 0,0 0 16,0 0-16,0 0 0,0 0 0,0 0 0,0 0 0,0 0 15,0 0-15,0 0 0,0 0 0,0 0 0,0 0 16,0 0-16,0 0 0,0 0 0,0 0 0,0 0 0,0 0 15,0 0-15,0 0 0,0 0 0,0 0 0,0 0 16,0 0-16,0 0 0,0 0 0,0 0 0,0-24 16,25 24-16,-25 0 0,0 0 0,0 0 0,25 0 0,-25 0 15,0 0-15,25 0 0,-25 0 0,25 0 0,-1 0 16,-24 0-16,25 0 0,-25 0 0,25 0 0,-25 0 0,25 0 15,-25 0-15,25 0 0,-25 0 0,24 0 0,-24 0 16,25 0-16,-25 0 0,25 0 0,-25 0 0,0 0 0,25 0 16,-25 0-16,0 0 0,0 0 0,0 0 0,0 0 15,0 0-15,0 0 0,0 0 0,0 0 0,0 0 16,0 0-16,0 0 0,0 0 0,0 0 0</inkml:trace>
  <inkml:trace contextRef="#ctx0" brushRef="#br0" timeOffset="135052.7245">16594 7789 0,'-24'0'0,"24"0"0,0 0 0,0-25 16,0 25-16,0 0 0,0 0 0,0 0 0,0 0 16,0-25-16,0 25 0,-25 0 0,25 0 0,0-25 15,0 25-15,0 0 0,0 0 0,0 0 0,0-25 0,0 25 16,0 0-16,0 0 0,0-24 0,0 24 0,0 0 0,0 0 15,0 0-15,0-25 0,0 25 0,0 0 0,0 0 16,0 0-16,0-25 0,0 25 0,25 0 0,-25 0 16,0 0-16,0 0 0,0-25 0,0 25 0,24 0 0,-24 0 15,0 0-15,25 0 0,-25 0 0,0 0 0,25-25 16,-25 25-16,0 0 0,25 0 0,-25 0 0,0 0 15,25 0-15,-25 0 0,0 0 0,0 0 0,24 0 0,-24 0 16,0 0-16,0 25 0,0-25 0,0 0 0,25 0 16,-25 0-16,0 25 0,0-25 0,0 0 0,0 25 0,0-25 15,0 0-15,0 25 0,0-25 0,-25 24 0,25-24 16,0 25-16,0-25 0,-24 25 0,24-25 0,-25 25 15,25-25-15,0 25 0,-25-25 0,25 24 0,-25-24 0,25 0 16,0 25-16,-25-25 0,25 25 0,-24-25 0,24 25 16,-25-25-16,25 25 0,0-25 0,-25 0 0,25 0 0,-25 24 15,25-24-15,0 0 0,0 0 0,-25 25 0,25-25 16,0 0-16,0 0 0,0 0 0,0 0 0,0 0 0,0 0 15,0 0-15,0 0 0,0 0 0,0 0 0,0 0 16,0 0-16,0 0 0,0 0 0,25 25 0,-25-25 16,0 0-16,0 0 0,25 0 0,-25 0 0,0 0 0,25 0 15,-25 0-15,0 0 0,25 0 0,-25 0 0,24 0 16,-24 0-16,25 0 0,-25 0 0,25 0 0,-25 0 0,25 0 15,-25 0-15,0 25 0,25-25 0,-25 0 0,24 0 16,-24 0-16,25 0 0,-25 0 0,0 0 0,25 0 16,-25 0-16,0 0 0,0 0 0,0 0 0,25-25 0,-25 25 15,0 0-15,0 0 0,0 0 0,0 0 0,0 0 16</inkml:trace>
  <inkml:trace contextRef="#ctx0" brushRef="#br0" timeOffset="135566.7539">17214 7615 0,'0'0'0,"0"0"0,0-25 47,0 25-47,0 0 0,0 0 0,0 0 0,0 0 0,0 0 0,0 0 0,0 0 0,0 0 0,0 0 0,0 0 0,0 0 0,0 0 0,0 0 0,0 0 0,0 0 0,0 0 93,0 0-93,0 0 0,0 0 0,0 0 0,0 25 0,0-25 0,0 0 0,-24 0 0,24 25 0,0-25 0,0 25 0,0-25 0,-25 0 0,25 24 0,0-24 0,0 25 0,-25-25 0,25 0 0,0 25 0,-25-25 0,25 0 0,0 25 0,0-25 0,-25 0 0,25 25 0,0-25 16,0 0-16,0 24 0,0-24 0,-24 0 0,24 0 0,0 0 0,0 0 0,0 0 0,0 25 0,0-25 0,0 0 0,0 0 0,0 0 15,0 0-15,0 0 0,0 0 0,0 0 0,0 0 16,0 0-16,0 0 0,24 0 0,-24 25 0,0-25 16,0 0-16,0 0 0,25 0 0,-25 0 0,0 0 0,25 0 15,-25 0-15,25 0 0,-25 0 0,25 25 0,-1-25 16,-24 0-16,25 0 0,-25 0 0,25 0 0,0 0 0,-25 0 15,25 0-15,-1 0 0,-24 0 0,25 0 0,0 0 16,-25 0-16,25 0 0,-25 0 0,0 0 0,25 0 0,-25 0 16,0 0-16,24 0 0,-24 0 0,0 0 0,0 0 15,0 0-15,0 0 0,0 0 0,0 0 0,0 0 16,0 0-16,0 0 0,0 0 0,0 0 0,-24 0 0,24-25 15,0 25-15,0 0 0,0 0 0,0 0 0,-25 0 0,25 0 16,0-25-16,0 25 0,0 0 0,-25 0 0</inkml:trace>
  <inkml:trace contextRef="#ctx0" brushRef="#br0" timeOffset="135814.7681">17363 7689 0,'0'0'0,"0"-24"0,0 24 0,0 0 0,0 0 0,0 0 16,0 0-16,0-25 0,0 25 0,0 0 0,0 0 16,0 0-16,0 0 0,0 0 0,0 0 0,0 0 15,0 0-15,0 0 0,0 0 0,0 0 0,0 25 0,0-25 16,0 0-16,0 0 0,0 24 0,0-24 0,0 25 15,0-25-15,0 25 0,0-25 0,0 25 0,0-25 0,0 25 16,0-1-16,0-24 0,0 25 0,0 0 0,0-25 16,0 25-16,0 0 0,0-25 0,-25 24 0,25 1 0,0-25 15,0 25-15,0-25 0,0 25 0,0-25 0,0 25 16,0-25-16,0 25 0,0-25 0,0 24 0,-24-24 15,24 25-15,0-25 0,0 25 0,0-25 0,0 0 0,0 25 16,0-25-16,0 0 0,0 0 0,-25 0 0,25 0 16,0 0-16,0 0 0,0 0 0,0 0 0</inkml:trace>
  <inkml:trace contextRef="#ctx0" brushRef="#br0" timeOffset="136287.7952">17983 7789 0,'0'0'0,"0"-25"16,0 25-16,0 0 0,0 0 0,0 0 0,0 0 16,0 0-16,0 0 0,0 0 0,0 0 0,0 0 0,0 0 15,0-25-15,0 25 0,0 0 0,0 0 0,25 0 16,-25 0-16,0 0 0,0 0 0,0 0 0,0 0 0,0 0 15,0 0-15,25 0 0,-25 0 0,0 0 0,25 0 16,-25 0-16,25 0 0,-25 0 0,24 0 0,-24 0 16,25 0-16,0 0 0,-25 0 0,25 0 0,-25 0 0,25-25 15,-25 25-15,24 0 0,-24 0 0,25 0 0,-25 0 16,25 0-16,-25 0 0,25 0 0,-25 0 0,25 0 15,-25 0-15,0 0 0,24 0 0,-24 0 0,0 0 0,0 0 16,25 0-16,-25 0 0,0 0 0,0 0 0,0 0 16,0 0-16,0 0 0,0 0 0,-25 0 0,25 0 15,0 0-15</inkml:trace>
  <inkml:trace contextRef="#ctx0" brushRef="#br0" timeOffset="136540.8097">18033 7838 0,'-25'0'16,"25"0"-16,0 0 0,0 0 0,0 0 0,0 0 0,0 0 15,0 0-15,0 0 0,0 0 0,0 0 0,0 0 16,0 0-16,0 0 0,0 0 0,25 0 0,-25 0 16,0 0-16,25 0 0,-25 0 0,25 0 0,-25 0 0,24 0 15,-24 0-15,25 0 0,0 0 0,-25-25 0,25 25 16,0 0-16,-25 0 0,24 0 0,1 0 0,-25 0 0,25 0 15,-25 0-15,25 0 0,-25 0 0,25 0 0,-25 0 16,24 0-16,-24 0 0,25 0 0,-25 0 0,0 0 16,0 0-16,25 0 0,-25 0 0,0 0 0,0 0 0,0 0 15,0 0-15,0-24 0,0 24 0,0 0 0,0 0 16,-25 0-16,25 0 0</inkml:trace>
  <inkml:trace contextRef="#ctx0" brushRef="#br0" timeOffset="136835.8265">18256 7541 0,'0'0'16,"0"0"-16,0 0 0,0 0 0,0 0 0,0 0 16,0 0-16,0 0 0,0 0 0,0 0 0,0 0 0,0 0 15,0 0-15,0 0 0,0 0 0,0 0 0,0 0 16,0 0-16,0 0 0,0 0 0,0 0 0,0 0 0,0 24 15,0-24-15,0 25 0,0-25 0,0 25 0,0-25 16,0 25-16,0-25 0,0 25 0,0-1 0,0-24 0,0 25 16,0 0-16,-25 0 0,25-25 0,0 25 0,0-1 15,0 1-15,-24-25 0,24 25 0,0 0 0,0-25 16,0 25-16,-25-25 0,25 24 0,0 1 0,0-25 0,0 25 15,0-25-15,-25 25 0,25-25 0,0 0 0,0 25 16,0-25-16,-25 0 0,25 25 0,0-25 0,0 0 16,0 24-16,0-24 0,0 0 0,0 0 0,0 0 0,25 0 15,-25 0-15</inkml:trace>
  <inkml:trace contextRef="#ctx0" brushRef="#br0" timeOffset="137301.8532">18827 7789 0,'0'-25'0,"0"25"0,0 0 0,0-25 0,0 25 16,0 0-16,0-25 0,0 25 0,0 0 0,0 0 15,0-25-15,0 25 0,0 0 0,0 0 0,0-24 0,0 24 16,-25 0-16,25 0 0,0 0 0,0 0 0,0 0 15,0 0-15,0 0 0,0 0 0,0 0 0,0 0 16,0 0-16,0 0 0,0 0 0,0 24 0,0-24 16,-25 0-16,25 25 0,0-25 0,0 25 0,0-25 0,-25 25 15,25 0-15,0-25 0,0 24 0,-24 1 0,24-25 16,0 25-16,0 0 0,0-25 0,0 25 0,0-1 0,0-24 15,-25 25-15,25-25 0,0 25 0,0-25 0,25 25 0,-25-25 16,0 25-16,0-25 0,0 0 0,0 25 0,0-25 16,0 0-16,0 0 0,24 24 0,-24-24 0,0 0 15,0 0-15,25 0 0,-25 0 0,25 0 0,-25 0 0,0 0 16,25 0-16,-25 0 0,25-24 0,-25 24 0,24 0 15,-24-25-15,25 25 0,-25 0 0,25-25 0,-25 25 0,0-25 16,25 25-16,-25-25 0,0 25 0,25-25 0,-25 1 16,0 24-16,0-25 0,0 0 0,24 25 0,-24-25 0,0 0 15,0 25-15,0-24 0,0-1 0,0 25 0,0-25 16,0 25-16,-24-25 0,24 25 0,0 0 0,0-25 15,0 25-15,-25 0 0,25 0 0,0-24 0,-25 24 0,25 0 16,-25 0-16,25 0 0,0 0 0,-25 0 0,25 0 16,-24 0-16,24-25 0,-25 25 0,25 0 0,0 0 15,0 0-15</inkml:trace>
  <inkml:trace contextRef="#ctx0" brushRef="#br0" timeOffset="137701.8761">20315 7937 0,'0'0'0,"0"0"15,0 0-15,0 0 0,0 0 0,0 0 0,0 0 16,0 0-16,0 0 0,0 0 0,0 0 0,0-24 0,0 24 16,0 0-16,0 0 0,0 0 0,25 0 0,-25 0 15,25 0-15,-25 0 0,24 0 0,-24 0 0,25 0 16,-25 0-16,25 0 0,-25 0 0,25 0 0,0 0 0,-25 0 15,24 0-15,-24 0 0,25 0 0,-25 0 0,25 0 16,-25 0-16,25 0 0,-25 0 0,0 0 0,25 0 0,-25 0 16,0 0-16,0 0 0,0 0 0,0 0 0,0 0 15,0 0-15,-25 0 0,25 0 0,0 24 0</inkml:trace>
  <inkml:trace contextRef="#ctx0" brushRef="#br0" timeOffset="137897.8873">20389 8037 0,'0'0'0,"0"0"0,0 0 0,0 0 0,0 0 15,0 0-15,0 0 0,25 0 0,-25 0 0,0 0 16,0 0-16,0 0 0,25 0 0,-25 0 0,0 0 0,25 0 16,-25 0-16,25 0 0,-25 0 0,24 0 0,1 0 15,-25 0-15,25 0 0,-25 0 0,25 0 0,-25 0 0,25 0 16,-25-25-16,24 25 0,-24 0 0,25 0 0,-25 0 15,25 0-15,-25 0 0,0 0 0,0 0 0,25 0 16,-25 0-16,0-25 0</inkml:trace>
  <inkml:trace contextRef="#ctx0" brushRef="#br0" timeOffset="138163.9025">20762 7764 0,'0'0'0,"0"0"0,0 0 0,0-25 0,0 25 15,0 0-15,0 0 0,0 0 0,24 0 0,-24 0 16,0 0-16,0 0 0,0 0 0,25 0 0,-25 0 0,25 0 15,-25 0-15,0 25 0,25-25 0,-25 0 0,25 0 0,-1 25 16,-24-25-16,0 0 0,25 24 0,-25-24 0,25 25 16,-25-25-16,0 0 0,0 25 0,0-25 0,0 25 15,0-25-15,0 25 0,0-25 0,0 24 0,0-24 16,-25 25-16,25-25 0,0 0 0,-25 25 0,25-25 0,-24 25 15,24-25-15,-25 0 0,25 25 0,-25-25 0,0 0 16,25 25-16,-25-25 0,1 0 0,-1 24 0,0-24 0,0 0 16,0 25-16,0-25 0,25 0 0,-24 0 0,-1 25 0,0-25 15,25 0-15</inkml:trace>
  <inkml:trace contextRef="#ctx0" brushRef="#br0" timeOffset="138670.9315">22051 7516 0,'0'0'0,"0"-25"0,0 25 0,0 0 15,0 0-15,0 0 0,0 0 0,0 0 0,0 0 16,0 0-16,0 0 0,0 0 0,0 0 0,0 0 15,0 0-15,0 0 0,0 0 0,0 0 0,0 0 0,0 25 16,0-25-16,0 25 0,0-25 0,0 0 0,25 24 16,-25-24-16,0 25 0,0 0 0,0-25 0,0 25 0,0-25 15,0 25-15,-25-1 0,25-24 0,0 25 0,0 0 16,0-25-16,0 25 0,0-25 0,0 25 0,0-25 0,0 24 15,0-24-15,0 25 0,-24-25 0,24 0 0,0 25 16,0-25-16,0 25 0,0-25 0,0 0 0,0 25 16,0-25-16,0 0 0,0 0 0,0 24 0,0-24 0,0 0 15,0 0-15,0 0 0,0 0 0,0 0 0,0 0 16,0 0-16,0 0 0,0 0 0,0 0 0,0 0 0,0 0 15,0 0-15,0-24 0,0 24 0,0 0 0</inkml:trace>
  <inkml:trace contextRef="#ctx0" brushRef="#br0" timeOffset="139118.9571">22126 7441 0,'25'0'0,"-25"-24"16,0 24-16,0 0 0,0 0 0,0 0 0,0 0 0,0 0 0,24 0 0,-24 0 0,0 0 0,25 0 0,-25 0 0,25 0 0,-25-25 0,25 25 0,-25 0 0,25 0 0,-25 0 0,24 25 0,1-25 0,-25 0 0,25 0 0,-25 0 0,0 0 0,25 24 0,-25-24 0,0 0 16,25 25-16,-25-25 0,0 0 0,0 25 0,-25-25 15,25 25-15,0-25 0,0 0 0,-25 25 0,25-25 16,0 24-16,-25-24 0,25 0 0,-25 25 0,25-25 0,-24 25 15,24-25-15,-25 0 0,25 25 0,0-25 0,-25 0 16,25 0-16,0 25 0,-25-25 0,25 0 0,0 0 16,0 0-16,0 24 0,0-24 0,0 0 0,0 0 0,0 0 15,0 0-15,0 0 0,0 25 0,0-25 0,25 0 16,-25 0-16,0 0 0,0 0 0,25 25 0,-25-25 0,0 0 15,25 25-15,-25-25 0,0 0 0,0 25 0,24-25 16,-24 0-16,0 24 0,25-24 0,-25 25 0,0-25 0,25 0 16,-25 25-16,0-25 0,0 0 0,0 25 0,0-25 15,0 0-15,0 0 0,0 25 0,0-25 0,-25 0 16,25 0-16,0 24 0,-25-24 0,25 0 0,-24 0 0,24 0 15,-25 0-15,25 25 0,-25-25 0,25 0 0,-25 0 16,25 0-16,-25 0 0,25 0 0,-24 0 0,24 0 0,-25 0 16,25 0-16,0 0 0,0 0 0,-25-25 0,25 25 15,0 0-15,0 0 0,25 0 0,-25 0 0,0-24 16,0 24-16,25 0 0,-25 0 0,24 0 0</inkml:trace>
  <inkml:trace contextRef="#ctx0" brushRef="#br0" timeOffset="139755.9936">23341 7888 0,'0'0'0,"0"-25"0,0 25 0,0 0 0,-25 0 0,25 0 15,0-25-15,0 25 0,0 0 0,0 0 0,0 0 16,0-25-16,25 25 0,-25 0 0,0 0 0,0-24 16,25 24-16,-25 0 0,25-25 0,-25 25 0,25 0 0,-25-25 15,24 25-15,1 0 0,0-25 0,-25 25 0,25-25 16,0 25-16,-1-24 0,1 24 0,0-25 0,0 0 15,-25 25-15,25-25 0,-1 25 0,1-25 0,-25 25 0,25-24 16,-25 24-16,25-25 0,-25 25 0,25-25 0,-25 0 16,0 25-16,24-25 0,-24 25 0,0-24 0,0 24 0,0-25 15,0 25-15,0-25 0,0 25 0,0-25 0,0 25 16,0-25-16,0 25 0,0 0 0,0-24 0,-24 24 0,24 0 15,0 0-15,0-25 0,-25 25 0,25 0 0,0 0 16,-25-25-16,25 25 0,0 0 0,0 0 0,0 0 16,-25 0-16,25 0 0,0 0 0,0 0 0,0 0 0,0 0 15,0 0-15,0 0 0,-25 0 0,25 25 0,0-25 16,0 0-16,0 25 0,0-25 0,0 24 0,0-24 0,0 25 15,0-25-15,0 25 0,0-25 0,0 25 0,0 0 16,0-25-16,-24 24 0,24 1 0,0 0 0,0 0 0,0-25 16,0 25-16,0-1 0,0 1 0,0 0 0,-25-25 15,25 25-15,0 0 0,0-1 0,0-24 0,0 25 16,-25 0-16,25-25 0,0 25 0,0-25 0,0 25 0,0-25 15,0 24-15,0-24 0,0 25 0,-25-25 0,25 0 16,0 25-16,0-25 0,0 25 0,0-25 0,0 0 16,0 0-16,0 25 0,0-25 0,0 0 0,25 0 0,-25 0 15,0 0-15,0 24 0,25-24 0,-25 0 0,25 0 16,-25 0-16,24-24 0,1 24 0,-25 0 0,25 0 0,0 0 15,-25 0-15,25-25 0</inkml:trace>
  <inkml:trace contextRef="#ctx0" brushRef="#br0" timeOffset="140148.016">23912 7863 0,'25'0'0,"-25"0"0,24-25 0,-24 25 0,0 0 15,25 0-15,-25 0 0,0-25 0,0 25 0,0 0 16,0 0-16,0-24 0,0 24 0,0 0 0,0 0 0,0-25 15,0 25-15,0 0 0,0 0 0,0 0 0,0 0 16,0-25-16,0 25 0,-25 0 0,25 0 0,0 0 0,0 0 16,0 0-16,0 0 0,-24 0 0,24 25 0,0-25 15,0 0-15,-25 0 0,25 0 0,0 25 0,-25-25 16,25 0-16,0 24 0,-25-24 0,25 25 0,0-25 0,0 0 15,-25 25-15,25-25 0,0 25 0,0-25 0,0 0 16,0 25-16,0-25 0,0 0 0,0 24 0,0-24 0,0 0 16,0 0-16,0 25 0,0-25 0,0 0 0,25 0 15,-25 0-15,0 25 0,0-25 0,0 0 0,0 0 16,0 0-16,0 0 0,0 0 0,0 0 0,0 0 0,0 0 15,25 0-15,-25 0 0,0-25 0,0 25 0,0 0 16,25 0-16,-25 0 0,0 0 0,0 0 0,0 0 0,25 0 16,-25-25-16,0 25 0,0 0 0,0 0 0,0 0 15,0 0-15,0 0 0,0 0 0,0 0 0,0 0 16,0 0-16,0 25 0,0-25 0,0 0 0,0 25 0,0-25 15,0 0-15,0 25 0,0-25 0,0 0 0,0 25 16,0-25-16,0 25 0,0-25 0,0 0 0,0 0 0,0 24 16,0-24-16,0 0 0,0 0 0,0 0 0,0 0 0,24 25 15,-24-25-15,0 0 0,0 0 0,0 0 0,0 0 16,0-25-16,25 25 0,-25 0 0,0 0 0,0 0 15,25-24-15,-25 24 0,0 0 0</inkml:trace>
  <inkml:trace contextRef="#ctx0" brushRef="#br0" timeOffset="140343.0271">24085 7565 0,'-24'0'0,"24"0"0,0 0 0,0 0 16,0 0-16,0 0 0,0 0 0,0 0 0,0 0 0,0 0 15,24 0-15,-24 0 0,0 0 0,0 0 0,25 0 16,-25 0-16,25 0 0,-25 0 0,25 0 0,-25 0 15,25 0-15,-1 0 0,-24 0 0,25 25 0,0-25 0,-25 0 16,25 0-16,0 0 0,-1 0 0,-24 0 0,25 0 16,0 25-16,-25-25 0,25 0 0,0 0 0,-25 0 15,24 0-15</inkml:trace>
  <inkml:trace contextRef="#ctx0" brushRef="#br0" timeOffset="141059.0681">25028 7615 0,'0'0'0,"0"0"0,0-25 0,0 25 0,0 0 0,0 0 16,0-25-16,-25 25 0,25 0 0,0 0 0,0-24 0,0 24 15,0 0-15,0 0 0,0 0 0,-25 0 0,25 0 16,0 0-16,0 0 0,0 0 0,0 0 0,0 0 15,0 0-15,0 0 0,0 24 0,-24-24 0,24 0 16,0 25-16,0-25 0,0 0 0,0 25 0,-25-25 0,25 25 16,0-25-16,0 25 0,0-25 0,0 24 0,0 1 0,0-25 15,0 25-15,0-25 0,25 25 0,-25-25 0,0 25 16,0-25-16,0 0 0,0 24 0,0-24 0,24 25 15,-24-25-15,0 0 0,0 0 0,0 25 0,25-25 0,-25 0 16,0 0-16,25 0 0,-25 0 0,0 0 0,25 0 16,-25 0-16,0 0 0,25 0 0,-25 0 0,24 0 0,-24 0 15,25 0-15,-25 0 0,25-25 0,-25 25 0,0 0 16,25-25-16,-25 25 0,25 0 0,-25-24 0,0 24 15,24-25-15,-24 25 0,0-25 0,25 25 0,-25-25 0,0 25 16,0-25-16,0 25 0,25-24 0,-25 24 0,0-25 16,0 25-16,0 0 0,0-25 0,0 25 0,0 0 0,0 0 15,0-25-15,0 25 0,0 0 0,0 0 0,0 0 16,-25 0-16,25 0 0,0 0 0,0 0 0,0 0 0,0 0 15,0 0-15,-25 25 0,25-25 0,0 0 0,0 25 16,0-25-16,-24 25 0,24-25 0,0 24 0,0 1 16,0-25-16,0 25 0,-25-25 0,25 25 0,0 0 0,0-25 15,0 24-15,0-24 0,0 25 0,0-25 0,0 0 16,25 25-16,-25-25 0,0 0 0,0 0 0,0 25 15,0-25-15,24 0 0,-24 0 0,0 0 0,0 0 0,25 0 16,-25 0-16,0 0 0,25 0 0,-25-25 0,25 25 16,-25 0-16,0-25 0,0 25 0,25 0 0,-25-25 0,0 25 15,0-24-15,24 24 0,-24-25 0,0 0 0,0 25 16,0-25-16,0 0 0,0 25 0,25-24 0,-25-1 0,0 25 15,0-25-15,0 25 0,0-25 0,0 25 0,0-25 16,0 25-16,0 0 0,0 0 0,0-24 0,0 24 16,0 0-16,0 0 0,0 0 0,0-25 0,-25 25 0,25 0 15,0 0-15,0 0 0,0 0 0,0-25 0,0 25 16</inkml:trace>
  <inkml:trace contextRef="#ctx0" brushRef="#br0" timeOffset="141279.0807">25499 7268 0,'0'0'0,"0"0"0,0 0 0,0 0 0,0 0 16,25-25-16,-25 25 0,0 0 0,0 0 0,25 0 16,-25 0-16,0 25 0,25-25 0,-25 0 0,0 0 0,24 0 15,-24 0-15,25 25 0,-25-25 0,0 0 0,0 0 16,25 0-16,-25 24 0,0-24 0,0 0 0,0 0 0,0 25 15,0-25-15,0 0 0,0 25 0,0-25 0,-25 0 16,25 0-16,-25 25 0,25-25 0,-24 0 0,-1 25 0,25-25 16,-25 0-16,0 0 0,0 24 0,25-24 0,-24 0 15</inkml:trace>
  <inkml:trace contextRef="#ctx0" brushRef="#br0" timeOffset="141768.1086">26615 7615 0,'0'0'0,"0"0"0,0-25 0,0 25 16,0 0-16,0-25 0,-24 25 0,24 0 0,0-24 0,0 24 15,-25 0-15,25 0 0,0-25 0,0 25 0,-25 0 16,25 0-16,0 0 0,0 0 0,-25 0 0,25-25 0,0 25 15,0 0-15,0 0 0,0 25 0,-25-25 0,25 0 16,0 0-16,0 0 0,0 0 0,0 25 0,0-25 0,0 24 16,0-24-16,0 25 0,0-25 0,0 25 15,25-25-15,-25 25 0,0 0 0,0-25 0,0 24 0,25 1 16,-25-25-16,0 25 0,25-25 0,-25 25 0,0-25 0,25 25 15,-25-25-15,0 24 0,24-24 0,-24 25 0,0-25 16,0 0-16,0 25 0,0-25 0,0 0 0,0 25 0,0-25 16,0 0-16,0 0 0,0 0 0,0 0 0,0 0 15,0 25-15,0-25 0,0 0 0,-24 0 0,24 0 16,0 0-16,0 0 0,-25 0 0,25 0 0,-25 0 0,25 0 15,0 0-15,0-25 0,-25 25 0,25 0 0,0 0 16,-25 0-16,25 0 0,0 0 0,0 0 0,0 0 0,0 0 16,-24 0-16,24 0 0,0-25 0,24 25 0,-24 0 15,0 0-15,0-25 0,25 25 0,-25 0 0,25 0 16,-25-25-16,25 25 0,-25 0 0</inkml:trace>
  <inkml:trace contextRef="#ctx0" brushRef="#br0" timeOffset="142126.1291">26938 7665 0,'0'0'0,"0"0"0,0-25 0,0 25 0,0 0 15,0 0-15,0-25 0,0 25 0,0 0 0,0 0 16,0-25-16,0 25 0,0 0 0,0 0 0,-25 0 0,25 0 16,0-25-16,0 25 0,-25 0 0,25 0 0,0 0 15,0 0-15,-25 0 0,25 25 0,0-25 0,-24 0 16,24 0-16,0 25 0,-25-25 0,25 25 0,0-25 0,0 25 15,-25-25-15,25 24 0,0 1 0,0-25 0,0 25 16,-25-25-16,25 25 0,0 0 0,0-25 0,0 24 0,0-24 16,0 25-16,0-25 0,0 25 0,25-25 0,-25 0 15,0 25-15,0-25 0,0 0 0,0 0 0,25 0 0,-25 0 16,0 0-16,0 0 0,25 0 0,-25 0 0,0 0 15,0 0-15,24 0 0,-24-25 0,0 25 0,0 0 16,25-25-16,-25 25 0,0 0 0,0-25 0,0 25 0,25-24 16,-25 24-16,0-25 0,0 25 0,0-25 0,0 25 15,25-25-15,-25 25 0,0-25 0,0 25 0,0-24 0,0 24 16,0-25-16,0 25 0,0 0 0,0-25 0,0 25 15,0 0-15,0 0 0,0 0 0,0 0 0,0-25 16,0 25-16,0 0 0,0 0 0,0 0 0,0 0 0,0-25 16,0 25-16,0 0 0</inkml:trace>
  <inkml:trace contextRef="#ctx0" brushRef="#br0" timeOffset="142393.1444">27087 7045 0,'0'0'0,"0"0"15,25 0-15,-25 0 0,0 0 0,24 0 0,-24 0 16,0 0-16,25 0 0,-25 0 0,0 0 0,0 0 0,25 0 15,-25 24-15,0-24 0,0 0 0,0 0 0,0 25 16,0-25-16,0 0 0,0 25 0,0-25 0,0 25 0,0-25 16,0 0-16,0 25 0,0-25 0,-25 0 0,25 0 15,0 24-15,0-24 0,-25 0 0,25 0 0,0 25 16,0-25-16,0 0 0,-24 0 0</inkml:trace>
  <inkml:trace contextRef="#ctx0" brushRef="#br0" timeOffset="142659.1596">27533 6672 0,'0'0'0,"25"0"0,-25 0 0,25 25 15,-25-25-15,0 0 0,25 0 0,-25 0 0,24 0 16,-24 0-16,25 0 0,-25 25 0,0-25 0,25 0 16,-25 0-16,0 25 0,25-25 0,-25 0 0,0 25 0,0-25 15,25 24-15,-25-24 0,0 0 0,0 25 0,-25-25 16,25 25-16,0-25 0,0 0 0,-25 25 0,25-25 0,-25 25 15,0-25-15,25 0 0,-24 25 0,-1-25 0,0 0 16,0 0-16,25 24 0,-25-24 0</inkml:trace>
  <inkml:trace contextRef="#ctx0" brushRef="#br0" timeOffset="143570.2117">28153 7516 0,'0'0'0,"0"-25"0,0 25 0,0 0 16,-24 0-16,24-25 0,0 25 0,0 0 0,0 0 0,0 0 16,0 0-16,0 0 0,0 0 0,-25 0 0,25 0 15,0 0-15,0 0 0,0 0 0,0 0 0,0 0 16,-25 0-16,25 25 0,0-25 0,0 0 0,-25 25 0,25-25 15,0 25-15,0-25 0,-25 24 0,25-24 0,0 25 16,0-25-16,0 25 0,-25-25 0,25 25 0,0-25 0,0 25 16,0-25-16,0 24 0,0 1 0,0-25 0,0 25 15,0-25-15,0 25 0,0-25 0,0 0 0,0 25 0,0-25 16,25 0-16,-25 24 0,0-24 0,0 0 0,25 0 15,-25 25-15,0-25 0,25 0 0,-25 0 0,25 0 16,-25 0-16,0 0 0,25 0 0,-25 0 0,24-25 0,-24 25 16,0 0-16,25 0 0,-25-24 0,25 24 0,-25 0 15,0-25-15,25 25 0,-25-25 0,0 25 0,25-25 16,-25 25-16,0-25 0,24 25 0,-24-24 0,0-1 0,0 25 15,0-25-15,0 25 0,0-25 0,25 25 0,-25-25 16,0 25-16,0-24 0,0 24 0,0 0 0,0 0 0,0 0 16,0-25-16,0 25 0,0 0 0,0 0 0,0 0 15,0 0-15,0 0 0,0 0 0,-25 25 0,25-25 16,0 0-16,0 0 0,0 24 0,0-24 0,0 25 0,-24-25 15,24 25-15,0-25 0,0 0 0,0 25 0,0 0 16,0-25-16,0 24 0,0-24 0,0 25 0,0-25 0,0 25 16,0-25-16,0 25 0,0-25 0,0 0 0,0 25 15,24-25-15,-24 24 0,0-24 0,0 0 0,25 0 0,-25 25 16,0-25-16,0 0 0,25 0 0,-25 0 0,25 0 15,-25 0-15,0 0 0,25 0 0,-25 0 0,24 0 16,-24 0-16,25 0 0,-25-25 0,25 25 0,-25 0 0,0-24 16,25 24-16,-25 0 0,0-25 0,0 0 0,25 25 15,-25-25-15,0 25 0,0-25 0,0 1 0,0 24 0,24-25 16,-24 0-16,0 25 0,0-25 0,0 25 0,0-25 15,0 25-15,0 0 0,0-24 0,0 24 0,0 0 16,0 0-16,0 0 0,0 0 0,0 0 0,0 0 0,0 0 16,0 0-16,0 24 0,0-24 0,0 0 0,0 0 15,0 25-15,-24-25 0,24 0 0,0 25 0,0-25 0,0 25 16,0-25-16,0 25 0,0-25 0,0 24 0,0-24 15,-25 25-15,25-25 0,0 25 0,0-25 0,0 25 0,0-25 16,0 25-16,0-25 0,25 0 0,-25 24 0,0-24 16,0 0-16,0 0 0,24 25 0,-24-25 0,25 0 15,-25 0-15,25 0 0,-25 0 0,25 0 0,-25 0 0,25 0 16,-1 0-16,-24 0 0,25 0 0,0 0 0,-25-25 15</inkml:trace>
  <inkml:trace contextRef="#ctx0" brushRef="#br0" timeOffset="143962.2341">28897 7590 0,'0'-25'0,"0"25"0,0 0 16,0-24-16,0 24 0,0 0 0,0-25 0,0 25 15,0 0-15,0 0 0,0 0 0,-24 0 0,24 0 0,0 0 16,0 0-16,-25 0 0,25 0 0,0 0 0,0 0 16,-25 25-16,25-25 0,0 24 0,-25-24 0,25 0 15,0 25-15,0-25 0,-25 25 0,25 0 0,0-25 0,0 25 16,-24-25-16,24 24 0,0-24 0,0 25 0,0 0 0,0-25 15,0 25-15,0-25 0,0 0 0,0 25 16,0-25-16,0 0 0,0 24 0,0-24 0,0 0 0,0 0 16,24 0-16,-24 0 0,0 0 0,0 0 0,25 25 15,-25-50-15,0 25 0,0 0 0,25 0 0,-25 0 0,0 0 16,25 0-16,-25-24 0,0 24 0,25 0 0,-25-25 15,0 25-15,0-25 0,24 25 0,-24-25 0,0 25 0,0 0 16,25-25-16,-25 25 0,0-24 0,0 24 0,0 0 16,0 0-16,0 0 0,0 0 0,0 0 0,0 0 15,0 0-15,0 0 0,0 0 0,0 24 0,0-24 0,0 25 16,0-25-16,-25 25 0,25-25 0,0 25 0,0-25 0,0 25 15,0-25-15,0 24 0,0-24 0,-24 25 0,24-25 16,0 0-16,0 25 0,0-25 0,0 0 0,0 25 16,0-25-16,0 0 0,0 0 0,0 0 0,0 25 0,0-25 15,0 0-15,0 0 0,0 0 0,0 0 0,0 0 16,0 0-16,0 0 0,0 0 0,24 0 0,-24-25 0,0 25 15</inkml:trace>
  <inkml:trace contextRef="#ctx0" brushRef="#br0" timeOffset="144264.2514">29294 6896 0,'0'25'0,"25"-25"0,-25 0 0,0 24 15,25-24-15,-25 0 0,25 25 0,-25-25 0,0 0 16,25 25-16,-25-25 0,24 25 0,-24-25 0,0 25 0,25-25 15,-25 24-15,0-24 0,0 25 0,0-25 0,0 25 16,0-25-16,0 0 0,0 25 0,0-25 0,-25 0 0,25 0 16,-24 25-16,24-25 0,-25 0 0,0 0 0,0 24 15,0-24-15,25 0 0,-24 25 0,-1-25 0,0 0 0,0 0 16,25 25-16,-25-25 0</inkml:trace>
  <inkml:trace contextRef="#ctx0" brushRef="#br0" timeOffset="144721.2776">30386 7417 0,'0'0'15,"0"0"-15,0 0 0,0-25 0,0 25 0,0 0 16,0 0-16,0 0 0,0 0 0,0 0 0,0 0 0,0 0 16,0 0-16,0 0 0,0 25 0,0-25 0,0 0 15,0 0-15,0 24 0,0-24 0,0 25 0,0 0 0,0-25 16,0 25-16,0 0 0,-25-25 0,25 24 0,0 1 15,0 0-15,0-25 0,0 25 0,0 0 0,0-1 16,0-24-16,0 25 0,0 0 0,0-25 0,0 25 0,0 0 16,-25-25-16,25 24 0,0-24 0,0 25 0,0-25 15,0 25-15,0-25 0,0 0 0,0 25 0,0-25 16,0 0-16,-25 0 0,25 25 0,0-25 0,0 0 0,0 0 15,0 0-15,0 0 0,0 0 0,0 0 0,0 0 16,0 0-16,0 0 0,0 0 0,0 0 0,0 0 0,0 0 16,0 0-16,0-25 0,0 25 0,-24 0 0,24-25 15,0 25-15,0 0 0,24-25 0,-24 25 0</inkml:trace>
  <inkml:trace contextRef="#ctx0" brushRef="#br0" timeOffset="145108.2997">30411 7441 0,'0'0'0,"0"0"0,24 0 0,-24-24 16,0 24-16,0 0 0,0 0 0,25 0 0,-25-25 15,0 25-15,0 0 0,25 0 0,-25 0 0,0 0 0,25 0 16,-25 0-16,25 0 0,-25 0 0,24 0 0,-24 0 16,0 0-16,25 0 0,-25 25 0,25-25 0,-25 0 0,25 24 15,-25-24-15,25 25 0,-25-25 0,0 25 0,24-25 16,-24 25-16,0-25 0,0 25 0,0-25 0,0 24 0,0-24 15,0 25-15,-24-25 0,24 25 0,0-25 0,-25 25 16,25-25-16,-25 25 0,25-25 0,-25 0 0,25 24 0,0-24 16,-25 25-16,25-25 0,-24 0 0,24 25 0,-25-25 15,25 0-15,0 0 0,-25 25 0,25-25 0,0 0 16,0 0-16,-25 25 0,25-25 0,0 0 0,0 0 0,0 0 15,0 0-15,0 24 0,0-24 0,0 0 0,0 0 16,0 0-16,0 0 0,25 0 0,-25 25 0,0-25 0,25 0 16,-25 0-16,0 25 0,25-25 0,-25 0 0,0 25 15,24-25-15,-24 0 0,25 25 0,-25-25 0,25 0 0,-25 24 16,0-24-16,25 25 0,-25-25 0,25 0 0,-25 25 15,24-25-15,-24 0 0,25 25 0,-25-25 0,0 0 0,0 0 16,25 25-16,-25-25 0,0 0 0,0 0 0,0 0 16,0 0-16,0 0 0,0 0 0,0 0 0,25 0 0,-25 0 15,0 0-15,0 0 0,25-25 0</inkml:trace>
  <inkml:trace contextRef="#ctx0" brushRef="#br0" timeOffset="145882.344">31204 7020 0,'0'0'0,"0"-25"0,0 25 15,0 0-15,0 0 0,-25 0 0,25 0 0,0 0 0,0 0 16,0 0-16,0 0 0,0 0 0,0 0 0,0 0 15,0 0-15,0 0 0,-24 0 0,24 0 0,0 0 0,0 0 16,0-25-16,0 25 0,0 0 0,0 0 0,0 0 16,0 0-16,0 0 0,0 0 0,0 0 140,49-25-140,-49 1 0,25 24 0,-25 0 0,0 0 0,25 24 0,-25-24 0,0 0 0,25 0 0,-25 0 0,25 0 0,-25 0 0,0 0 0,24 25 0,-24-25 0,0 0 0,0 25 0,0-25 0,0 0 0,0 25 0,0-25 0,0 0 0,0 25 0,0-25 0,0 0 0,-24 24 0,24-24 0,0 25 0,-25-25 0,25 0 0,-25 25 0,25-25 0,-25 0 0,25 0 0,-25 25 31,0-25 0,25 0-31,-24 0 0,24 0 0,0 0 0,-25 0 0,25 0 0,-25 25 0,25-25 0,0 0 16,0 0-16,0 0 0,0 0 0,0 0 0,0 0 0,0 0 0,0 0 0,0 0 0,0 0 0,0 0 0,0 0 0,0 0 0,0 0 0,0 0 0,0 0 0,25 0 0,-25 0 0,0 0 0,0 0 0,25 24 0,-25-24 16,24 0-16,-24 0 0,0 0 0,25 0 0,-25 25 15,0-25-15,0 0 0,25 0 0,-25 25 0,0-25 0,0 0 16,0 25-16,25-25 0,-25 0 0,0 25 0,0-25 15,0 24-15,0-24 0,-25 0 0,25 25 0,0-25 0,0 0 16,0 25-16,-25-25 0,25 0 0,0 0 0,-25 0 16,25 0-16,0 0 0,-24 0 0,24 25 0,-25-25 0,25 0 15,0 0-15,-25 0 0,25 0 0,-25 0 0,25 0 16,-25 0-16,25 0 0,-24 0 0,24 0 0,0-25 0,0 25 15,-25 0-15,25 0 0,0 0 0,0 0 0,0 0 16,-25-25-16,25 25 0,0 0 0,0 0 0,0 0 0,0 0 16,0 0-16,0 0 0,0 0 0,0 0 0,0 0 15,0 0-15</inkml:trace>
  <inkml:trace contextRef="#ctx0" brushRef="#br0" timeOffset="149699.5623">1860 10567 0,'0'0'0,"0"0"0,0 0 16,0 0-16,0 0 0,0-25 0,0 25 0,0 0 16,0 0-16,0 0 0,0 0 0,0 0 0,0 0 0,25 0 15,-25 0-15,0 0 0,0 0 0,0 0 0,0 0 16,0 0-16,0 0 0,0 0 0,0 0 0,0 0 0,0 0 15,0 0-15,0 0 0,0 0 0,0 0 0,0-25 0,0 25 16,0 0-16,0 0 0,0 0 0,0 0 0,0 0 16,0 0-16,0 0 0,0 0 0,0 0 0,0 0 0,0 0 15,0 0-15,0 0 0,0 0 0,0 0 0,0 0 16,0 0-16,0 0 0,0 0 0,0 0 0,0-25 0,0 25 15,0 0-15,0 0 0,0 0 0,0 0 0,0 0 0,0 0 16,0 0-16,0 0 0,0 0 0,0 0 0,0 0 16,0 0-16,0 0 0,0 0 0,0 0 0,0 0 0,0 0 15,0 0-15,-25 25 0,25-25 0,0 0 0,0 0 16,0 0-16,0 25 0,0-25 0,0 0 0,0 0 0,-24 25 47,24-25-47,0 0 0,0 25 0,-25-25 0,25 24 0,0-24 0,-25 25 0,25-25 0,0 25 0,-25-25 0,25 25 0,0-25 0,-25 25 0,25-25 0,-24 24 0,24-24 0,-25 25 15,25 0-15,-25-25 0,25 25 0,0-25 78,-25 25-78,25-25 0,-25 24 0,25-24 0,0 25 0,0-25 0,0 0 0,-25 0 0,25 0 0,0 25 0,0-25 0,0 0 0,0 0 0,0 0 16,0 0-16,0 0 0,0 0 0,0 0 0,0 0 0,0 0 0,0-25 0,0 25 0,0 0 0,25 0 0,-25 0 0,0-25 0,0 25 0,0 0 0,0-24 0,25 24 0,-25 0 0,0-25 0,0 25 0</inkml:trace>
  <inkml:trace contextRef="#ctx0" brushRef="#br0" timeOffset="149955.5769">1860 10517 0,'0'0'0,"25"0"0,-25 0 0,0 0 0,0 0 0,0 0 0,0-25 0,25 25 0,-25 0 0,0 25 0,0-25 16,0 0-16,0 0 0,25 0 0,-25 0 0,0 0 0,0 0 0,25 0 0,-25 25 0,0-25 0,0 0 0,24 0 15,-24 25-15,0-25 0,0 0 0,25 0 0,-25 25 16,0-25-16,0 24 0,0-24 0,25 25 0,-25-25 15,0 25-15,0-25 0,0 25 0,0-25 0,0 25 0,0-25 16,0 24-16,0-24 0,0 25 0,0-25 0,0 25 0,0-25 16,0 0-16,0 25 0,0-25 0,0 25 0,0-25 0,0 0 15,0 24-15,0-24 0,0 0 0,0 25 0,-25-25 16,25 0-16,0 25 0,0-25 0,0 0 0,0 0 15,0 0-15,-25 0 0,25 0 0,0 0 0,0 0 0,0 0 16,-24 0-16</inkml:trace>
  <inkml:trace contextRef="#ctx0" brushRef="#br0" timeOffset="150138.5874">1761 10790 0,'0'0'0,"-25"0"0,25 0 0,0 0 0,0 0 16,0 0-16,0 0 0,0 0 0,25 0 0,-25 0 0,0 0 15,0 0-15,0 0 0,25 0 0,-25 0 0,25-25 0,-25 25 16,25 0-16,-25 0 0,24 0 0,1 0 0,-25 0 15,25 0-15,0 0 0,-25 0 0,25 0 0,-1 0 0,-24 0 16,25 0-16,-25 0 0,25 0 0,0 0 0,-25-25 0,25 25 16,-25 0-16,24 0 0,-24 0 0,25 0 0,-25-24 15</inkml:trace>
  <inkml:trace contextRef="#ctx0" brushRef="#br0" timeOffset="150413.6031">2257 10517 0,'0'0'16,"0"0"-16,0 0 0,0 0 0,0 0 0,0 0 15,0 0-15,0 0 0,0 0 0,0 0 0,0 0 0,0 0 16,0 0-16,0 0 0,0 25 0,0-25 0,0 0 0,0 25 16,0-25-16,0 0 0,0 25 0,0-25 0,0 24 15,0-24-15,-25 25 0,25-25 0,0 0 0,0 25 16,0-25-16,0 25 0,0-25 0,0 25 0,0-25 0,0 24 15,0-24-15,0 25 0,0-25 0,0 25 0,0-25 0,0 0 16,0 25-16,0-25 0,0 25 0,0-25 0,0 0 16,0 24-16,0-24 0,0 0 0,-24 0 0,24 0 0,0 25 15,0-25-15,0 0 0,0 0 0,0 0 0,0 0 16,0 0-16,0 0 0,0 0 0,0 0 0,0-25 0,0 25 15,0 0-15,0 0 0,0-24 0</inkml:trace>
  <inkml:trace contextRef="#ctx0" brushRef="#br0" timeOffset="150721.6208">2208 10492 0,'0'0'0,"24"0"16,-24 0-16,0-24 0,0 24 0,0 0 0,0 0 16,0 0-16,0 0 0,0 0 0,0 0 0,25-25 0,-25 25 15,0 0-15,25 0 0,-25 0 0,0 0 0,25 0 16,-25 0-16,25 0 0,-25 0 0,24 0 0,-24 0 0,25 25 15,0-25-15,-25 0 0,25 0 0,-25 24 0,25-24 0,-25 0 16,24 25-16,-24-25 0,0 25 0,0 0 0,25-25 16,-25 25-16,0-25 0,0 24 0,0-24 0,0 25 15,0-25-15,0 25 0,0-25 0,0 25 0,0 0 0,0-25 16,0 0-16,-25 24 0,25-24 0,0 25 0,-24-25 0,24 25 15,0-25-15,-25 25 0,25-25 0,-25 25 0,25-25 16,-25 0-16,25 24 0,-25-24 0,25 0 0,-24 25 16,24-25-16,-25 0 0,25 25 0,-25-25 0,25 0 0,0 25 15,-25-25-15,25 0 0,-25 0 0,25 25 0,0-25 0,0 0 16,-24 0-16,24 0 0,0 0 0,0 24 0,-25-24 15,25 0-15,0 0 0</inkml:trace>
  <inkml:trace contextRef="#ctx0" brushRef="#br0" timeOffset="151024.6381">1736 11162 0,'0'0'0,"0"0"0,0 0 16,0 0-16,0 0 0,0 0 0,0 0 0,0 0 0,0 0 15,0 0-15,0 0 0,0 0 0,0 0 0,0 0 0,0 0 16,25 0-16,-25 0 0,0 0 0,0 0 0,25 0 16,-25 0-16,25 0 0,-25 0 0,25 0 0,-1 0 0,-24 0 15,25 0-15,0 0 0,0 0 0,0 0 0,-1 0 16,1 0-16,-25 0 0,25 0 0,0 0 0,0 0 0,-1 0 15,1 0-15,25 0 0,-25 0 0,-1 0 0,1 0 16,0 0-16,0 0 0,0 0 0,-1 0 0,1 0 0,0 0 16,0 0-16,0 0 0,-25 0 0,24 0 0,1 0 0,-25 25 15,25-25-15,-25 0 0,25 0 0,-25 0 0,0 0 16,0 0-16,0 0 0,0 0 0,25 0 0</inkml:trace>
  <inkml:trace contextRef="#ctx0" brushRef="#br0" timeOffset="151233.65">3026 10740 0,'0'0'0,"0"0"0,0 0 0,0 0 16,0 0-16,0 0 0,0 0 0,0 0 0,0 0 0,0 0 15,0 0-15,0 0 0,0 0 0,0 0 0,0 0 16,0 0-16,0 0 0,0 0 0,0 0 0,25 0 0,-25 0 16,0 0-16,0 0 0,0 25 0,0-25 0,0 0 15,0 0-15</inkml:trace>
  <inkml:trace contextRef="#ctx0" brushRef="#br0" timeOffset="151375.6582">3051 10939 0,'0'0'0,"0"25"0,0-25 0,0 0 0,0 0 16,-25 0-16,25 0 0,0 0 0,0 0 0,0 0 0,0 0 15,0 0-15,0 0 0,0 0 0,0 0 0,0 0 16,0 0-16,0 0 0,25 0 0,-25 0 0,0-25 0,0 25 16,0 0-16</inkml:trace>
  <inkml:trace contextRef="#ctx0" brushRef="#br0" timeOffset="152601.7283">4614 10592 0,'0'0'0,"0"0"16,0 0-16,0 0 0,0 0 0,0 0 0,0 0 0,0 0 15,0 0-15,0-25 0,0 25 0,0 0 0,0 0 16,0 0-16,0 0 0,0 0 0,0 0 0,0 0 15,0 0-15,0 0 0,0 0 0,0 0 0,0 0 0,0 25 16,0-25-16,0 0 0,0 0 0,24 0 0,-24 24 16,0-24-16,0 25 0,-24-25 0,24 25 0,0-25 0,0 25 15,0 0-15,0-25 0,0 24 0,-25 1 0,25 0 16,0-25-16,0 25 0,0 0 0,0-25 0,-25 24 15,25 1-15,0-25 0,0 25 0,0-25 0,-25 25 0,25-25 16,0 25-16,0-25 0,0 0 0,0 24 0,0-24 16,0 0-16,0 25 0,-25-25 0,25 0 0,0 0 0,0 0 15,0 25-15,0-25 0,0 0 0,0 0 0,0 0 16,0 0-16,0 0 0,0-25 0,0 25 0,0 0 0,0 0 15,0 0-15,0-25 0,25 25 0,-25 0 0</inkml:trace>
  <inkml:trace contextRef="#ctx0" brushRef="#br0" timeOffset="153126.7583">4614 10542 0,'0'0'0,"0"0"15,0 0-15,0 0 0,0 0 0,24-25 0,-24 25 16,0 0-16,0 0 0,0 0 0,0 0 0,25-25 0,-25 25 15,0 0-15,25 0 0,-25 0 0,0 0 0,25 0 16,-25 0-16,0 0 0,25 0 0,-25 0 0,24 0 0,-24 0 16,25 0-16,-25 25 0,0-25 0,25 0 0,-25 25 15,0-25-15,0 0 0,25 25 0,-25-25 0,0 0 16,0 25-16,0-25 0,0 24 0,0-24 0,-25 25 0,25-25 15,0 25-15,0-25 0,0 25 0,-25-25 0,25 25 16,-25-25-16,25 24 0,0-24 0,-24 0 0,24 25 16,-25-25 108,-25 75-124,50-75 0,0 0 0,0 0 0,0 0 0,0 0 0,0 0 0,0 0 0,0 0 0,25 0 0,-25 0 0,0 0 0,0 0 0,25 0 0,-25 0 0,0 0 0,0 0 0,25 0 0,-25 24 0,0-24 0,0 0 0,24 0 0,-24 0 0,0 0 0,25 25 0,-25-25 0,0 0 0,0 0 16,0 25-16,25-25 0,-25 0 0,0 0 0,0 25 0,0-25 0,0 0 0,0 25 0,0-25 0,0 0 0,0 0 0,0 24 0,0-24 16,0 0-16,-25 0 0,25 25 0,0-25 0,0 0 0,-25 0 15,25 0-15,0 0 0,-24 25 0,24-25 0,0 0 16,-25 0-16,25 0 0,0 0 0,-25 0 0,25 25 15,0-25-15,0 0 0,-25 0 0,25 0 0,0 0 0,0 0 16,-25 0-16,25 0 0,0 0 0,0 0 0,0 0 0,0 0 16,0 0-16,0 0 0,0 0 0,0 0 0,0 0 15,0-25-15,0 25 0,25 0 0,-25 0 0,0 0 16,0 0-16,25-25 0,-25 25 0</inkml:trace>
  <inkml:trace contextRef="#ctx0" brushRef="#br0" timeOffset="153362.7718">5234 10790 0,'0'0'0,"0"0"0,0 0 0,0 0 16,0 0-16,0 0 0,0 0 0,0 0 0,25 0 0,-25 0 15,0-25-15,24 25 0,-24 0 0,0 0 0,25 0 16,-25 0-16,25 0 0,-25 0 0,25 0 0,-25 0 0,25 0 16,-25 0-16,24 0 0,-24 25 0,25-25 0,-25 0 15,0 0-15,25 0 0,-25 0 0,0 0 0,0 0 0,25 0 16,-25 25-16,0-25 0,0 0 0</inkml:trace>
  <inkml:trace contextRef="#ctx0" brushRef="#br0" timeOffset="153547.7824">5209 11038 0,'0'0'0,"0"0"0,-25 0 16,25 0-16,0 0 0,0 0 0,0 0 0,0 0 16,25 0-16,-25 0 0,0 0 0,0 0 0,0 0 0,25 0 15,-25 0-15,25 0 0,-25 0 0,24 0 0,1 0 0,-25 0 16,25 0-16,0 0 0,-25 0 0,25 0 0,-1 0 15,-24 0-15,25 0 0,0 0 0,0 0 0,-25 0 16,25 0-16,-1 0 0,-24 0 0</inkml:trace>
  <inkml:trace contextRef="#ctx0" brushRef="#br0" timeOffset="155188.8763">6474 10443 0,'0'0'0,"0"0"0,0-25 0,0 25 15,0 0-15,0 0 0,0 0 0,0 0 0,0 0 0,0 0 16,0 0-16,0 0 0,0 0 0,0-25 0,0 25 15,0 0-15,-25 0 0,25 0 0,0 0 0,0 0 0,0 0 16,0 0-16,0 0 0,0 0 0,0 0 0,0 0 16,0 0-16,0 0 0,0 0 0,0 0 0,0 0 0,0 0 15,0 0-15,0 0 0,0 0 0,0 0 0,0 0 16,0 0-16,-25 0 0,25 0 0,0 0 0,0 0 15,0 25-15,0-25 0,0 0 0,0 0 0,0 0 0,-24 25 16,24-25-16,0 0 0,0 0 0,0 25 0,0-25 16,0 0-16,0 0 0,0 24 0,0-24 0,0 0 0,0 0 15,0 25-15,24-25 0,-24 0 0,0 25 0,0-25 16,0 0-16,0 25 0,0-25 0,25 0 0,-25 25 0,0-25 15,0 0-15,0 24 0,0-24 0,25 0 0,-25 25 16,0-25-16,0 0 0,0 0 0,25 25 0,-25-25 16,0 0-16,0 0 0,0 25 0,0-25 0,0 0 0,0 0 15,0 25-15,0-25 0,0 0 0,0 0 0,0 0 16,0 24-16,0-24 0,0 0 0,0 0 0,0 0 15,0 0-15,-25 0 0,25 25 0,0-25 0,0 0 0,0 0 16,-25 0-16,25 0 0,0 0 0,-25 0 0,25 0 16,0 25-16,0-25 0,-24 0 0,24 0 0,0 0 0,0 0 15,0 0-15,0 0 0,0 0 0,-25 0 0,25 0 16,0 0-16,0 0 0,0 0 0,0 0 0,0 0 0,0 0 15,0 0-15,0 0 0,0 0 0,0 0 0,25 0 16,-25 0-16,0 0 0,0 0 0,0 0 0,0 0 16,0 25-16,0-25 0,0 0 0,24 0 0,-24 25 0,0-25 15,0 0-15,0 24 0,0-24 0,0 25 0,0-25 16,0 25-16,0-25 0,0 25 0,0-25 0,0 25 0,0-25 15,0 24-15,0-24 0,0 25 0,0-25 0,0 0 16,0 25-16,0-25 0,0 25 0,0-25 0,0 0 0,0 25 16,0-25-16,0 0 0,0 0 0,0 24 0,0-24 15,-24 0-15,24 0 0,0 0 0,0 0 0,0 25 16,0-25-16,0 0 0,0 0 0,0 0 0,0 0 0,0 0 15,0 0-15,0 0 0,0 0 0,0 0 0,0 0 16,0 0-16,0 0 0,0 0 0,0 0 0</inkml:trace>
  <inkml:trace contextRef="#ctx0" brushRef="#br0" timeOffset="156624.9584">7020 10641 0,'0'0'0,"0"-25"0,0 25 0,0 0 0,0 0 0,0 0 16,0 0-16,0 0 0,0 0 0,0 0 0,0 0 16,0 0-16,0 0 0,0-24 0,0 24 0,0 0 15,0 0-15,0 0 0,0 0 0,0 0 0,0 0 0,0 0 16,0 0-16,0 0 0,0 0 0,0 0 0,0 0 15,0 0-15,0 0 0,0 0 0,0 0 0,0 0 16,0 24-16,0-24 0,0 0 0,0 0 0,0 25 0,0-25 16,0 0-16,0 25 0,-25-25 0,25 0 0,0 25 0,0-25 15,0 25-15,0-25 0,-25 24 0,25-24 16,0 25-16,0-25 0,0 25 0,0-25 0,0 25 0,0-25 15,0 25-15,0-25 0,-25 0 0,25 24 0,0-24 0,0 0 16,25 25-16,-25-25 0,0 0 0,0 25 0,0-25 16,0 0-16,0 0 0,0 0 0,0 25 0,0-25 0,0 0 15,25 0-15,-25 0 0,0 0 0,0 0 0,0 0 16,0 0-16,0 0 0,25 0 0,-25 0 0,0 0 15,25 0-15,-25 0 0,0 0 0,24 0 0,-24-25 0,0 25 16,25 0-16,-25 0 0,25-25 0,-25 25 0,0 0 16,0-25-16,25 25 0,-25 0 0,25-24 0,-25 24 0,0-25 15,0 25-15,24-25 0,-24 25 0,0-25 0,25 25 16,-25-25-16,0 25 0,0-24 0,0 24 0,25-25 15,-25 25-15,0-25 0,0 25 0,0 0 0,0-25 0,0 25 16,0 0-16,0-25 0,0 25 0,0 0 0,0 0 16,25 0-16,-25-24 0,0 24 0,0 0 0,0 0 0,0 0 15,0 0-15,0 0 0,0 0 0,0 0 0,0 0 16,0 0-16,0 0 0,0 24 0,0-24 0,-25 0 0,25 0 15,0 25-15,0-25 0,0 25 0,0-25 0,0 25 16,0-25-16,0 25 0,0-25 0,0 24 0,0-24 16,0 25-16,0-25 0,0 25 0,-25 0 0,25-25 0,0 25 15,0-25-15,0 0 0,0 24 0,0-24 0,0 25 16,0-25-16,0 0 0,0 25 0,0-25 0,0 0 15,0 0-15,0 25 0,0-25 0,0 0 0,0 0 0,0 0 16,0 25-16,0-25 0,0 0 0,0 0 0,0 0 16,0 0-16,0 24 0,0-24 0,0 0 0,0 0 0,0 0 15,0 0-15,0 0 0,0 25 0,0-25 0</inkml:trace>
  <inkml:trace contextRef="#ctx0" brushRef="#br0" timeOffset="156901.9743">7541 10790 0,'0'0'0,"-25"0"16,25 0-16,0 0 0,0 0 0,0 0 0,0 0 0,0 0 15,0 0-15,0 0 0,0 0 0,0 0 0,0 0 16,0 0-16,0 0 0,25 0 0,-25 0 0,0 0 16,0 0-16,0 0 0,24 25 0,-24-25 0,0 0 0,25 0 15,-25 0-15,0 0 0,25 0 0,-25 0 0,25 0 16,-25 0-16,0 25 0,25-25 0,-25 0 0,0 0 15,0 0-15,24 0 0,-24 0 0,0 0 0,0 0 0,0 0 16,0 24-16,0-24 0,25 0 0</inkml:trace>
  <inkml:trace contextRef="#ctx0" brushRef="#br0" timeOffset="157102.9858">7516 10988 0,'0'0'0,"0"0"0,0 0 0,0 0 15,0 0-15,0 0 0,0 0 0,0 0 0,0 25 0,0-25 16,0 0-16,0 0 0,0 0 0,25 0 0,-25 0 15,0 0-15,24 0 0,-24 0 0,25 0 0,-25 0 16,25 0-16,-25 0 0,25 0 0,-25 0 0,25 0 0,-25 0 16,24 0-16,1 0 0,-25 0 0,25 0 0,-25-25 15,25 25-15,-25 0 0,25 0 0,-1 0 0,-24 0 16,25 0-16,-25 0 0,25 0 0</inkml:trace>
  <inkml:trace contextRef="#ctx0" brushRef="#br0" timeOffset="157397.0026">8409 10616 0,'0'0'0,"0"0"16,0-24-16,0 24 0,0 0 0,0 0 0,0 0 0,0 0 15,0 0-15,-25 0 0,25 0 0,0 0 0,0 0 16,0 0-16,0 0 0,0 0 0,0 0 0,0 0 0,0 0 16,-25 24-16,25-24 0,0 0 0,0 25 0,-25-25 15,25 25-15,0 0 0,-24 0 0,24-25 0,0 24 0,-25 1 16,25 0-16,0-25 0,0 25 0,-25 0 0,25-1 15,0-24-15,0 25 0,0 0 0,-25-25 0,25 25 16,0-25-16,0 25 0,0-1 0,0-24 0,25 25 0,-25-25 16,0 0-16,0 25 0,0-25 0,25 0 0,-25 25 15,0-25-15,25 0 0</inkml:trace>
  <inkml:trace contextRef="#ctx0" brushRef="#br0" timeOffset="161389.2309">8706 10939 0,'0'0'0,"0"0"16,0 0-16,0 0 0,0 0 0,0 0 0,25 0 0,-25 0 15,0 0-15,0 0 0,0-25 0,0 25 0,0 0 16,0 0-16,0 0 0,0 0 0,0 0 0,0 0 16,25 0-16,-25-25 0,0 25 0,0 0 0,0 0 0,0 0 15,25 0-15,-25 0 0,0-25 0,0 25 0,0 0 16,25 0-16,-25 0 0,0-24 0,0 24 0,24 0 15,-24-25-15,0 25 0,0 0 0,25-25 0,-25 25 0,0 0 16,0-25-16,0 25 0,0 0 0,25-25 0,-25 25 16,0-24-16,0 24 0,0 0 0,0-25 0,0 25 15,0 0-15,0 0 0,0-25 0,25 25 0,-25 0 0,0 0 16,0-25-16,0 25 0,0 0 0,0 0 0,0 0 15,0 0-15,0 0 0,0 0 0,0 0 0,0 0 0,0 0 16,0 0-16,0 0 0,0 0 0,0 0 0,0 0 16,0 0-16,0 0 0,0 25 0,0-25 0,0 25 0,0-25 15,0 25-15,0-25 0,0 24 0,0-24 0,0 25 16,0-25-16,0 25 0,0-25 0,0 25 0,0-25 15,0 25-15,0-25 0,0 24 0,0-24 0,0 25 0,0-25 16,0 0-16,0 25 0,0-25 0,0 0 0,0 25 0,0-25 16,0 0-16,0 25 0,-25-25 0,25 0 0,0 24 15,0-24-15,0 0 0,25 0 0,-25 0 0,0 0 16,0 0-16</inkml:trace>
  <inkml:trace contextRef="#ctx0" brushRef="#br0" timeOffset="161619.2441">9079 10988 0,'0'0'0,"24"0"0,-24 0 0,0 0 0,0 0 0,0 0 16,0 0-16,0 0 0,0 0 0,0 0 0,0 25 15,0-25-15,0 0 0,0 0 0,0 0 0,0 25 16,0-25-16,0 0 0,0 0 0,0 25 0,0-25 0,0 0 15,0 25-15,0-25 0,0 0 0,0 24 0,0-24 16,0 0-16,0 25 0,-24-25 0,24 0 0,0 25 16,0-25-16,0 0 0,0 0 0,-25 0 0,25 25 0,0-25 15,0 0-15,0 0 0,0 0 0,0 0 0,0 0 0</inkml:trace>
  <inkml:trace contextRef="#ctx0" brushRef="#br0" timeOffset="162029.2675">9376 11013 0,'0'0'16,"0"0"-16,0-25 0,0 25 0,25 0 0,-25 0 15,0 0-15,0 0 0,0 0 0,0-24 0,0 24 0,25 0 16,-25 0-16,0-25 0,0 25 0,25 0 0,-25 0 15,24-25-15,-24 25 0,0 0 0,25-25 0,-25 25 16,25 0-16,-25-25 0,25 25 0,-25-24 0,25 24 0,-25-25 16,24 25-16,-24-25 0,25 25 0,-25-25 0,25 25 15,-25-25-15,0 25 0,25 0 0,-25-24 0,0 24 0,0-25 16,0 25-16,0 0 0,0 0 0,0-25 0,0 25 15,25 0-15,-25 0 0,0 0 0,-25 0 0,25 0 0,0 0 16,0 0-16,0 0 0,0 0 0,0 0 0,0 0 16,0 0-16,0 0 0,0 0 0,0 25 0,0-25 15,0 0-15,0 25 0,0-25 0,0 0 0,0 24 0,0-24 16,0 25-16,0-25 0,0 0 0,0 25 0,0-25 15,0 25-15,0-25 0,0 0 0,0 25 0,0-25 16,0 0-16,0 24 0,0-24 0,0 0 0,0 25 0,0-25 16,0 0-16,0 25 0,0-25 0,0 0 0,0 25 15,0-25-15,0 0 0,0 0 0,-25 0 0,25 0 0,0 25 16,0-25-16,0 0 0,0 0 0,0 0 0,0 0 15,0 0-15</inkml:trace>
  <inkml:trace contextRef="#ctx0" brushRef="#br0" timeOffset="162265.281">9897 10889 0,'0'0'0,"0"0"0,0 0 15,0 0-15,0 0 0,0 0 0,0 0 0,25 25 0,-25-25 16,0 0-16,0 0 0,0 0 0,0 25 0,0-25 15,0 0-15,0 0 0,0 25 0,0-25 0,25 0 0,-25 24 16,-25-24-16,25 25 0,0-25 0,0 25 0,0-25 16,0 0-16,0 25 0,0-25 0,-25 25 0,25-25 15,0 24-15,0-24 0,0 0 0,0 25 0,0-25 0,-25 0 16,25 0-16,0 0 0,0 0 0,0 0 0,0 0 15,0 0-15,0 0 0</inkml:trace>
  <inkml:trace contextRef="#ctx0" brushRef="#br0" timeOffset="162726.3074">10443 10716 0,'0'-25'0,"0"25"0,0 0 15,0 0-15,0-25 0,0 25 0,-25 0 0,25 0 0,0 0 16,0-25-16,0 25 0,0 0 0,0 0 0,0 0 16,-25 0-16,25 0 0,0 0 0,0 0 0,0 0 0,0 0 15,0 0-15,0 0 0,0 0 0,-25 25 0,25-25 16,0 0-16,0 25 0,0-25 0,-24 0 0,24 25 15,0-25-15,0 24 0,-25 1 0,25-25 0,0 25 0,0-25 16,-25 25-16,25 0 0,0-25 0,0 24 0,0-24 0,0 25 16,0-25-16,-25 25 0,25-25 0,0 25 0,0-25 15,0 0-15,0 25 0,25-25 0,-25 0 0,0 24 16,0-24-16,0 0 0,0 0 0,0 0 0,0 25 0,25-25 15,-25 0-15,0 0 0,25 0 0,-25 0 0,0 0 16,24-25-16,-24 25 0,25 0 0,-25 0 0,0-24 16,25 24-16,-25 0 0,0-25 0,25 25 0,-25-25 0,0 25 15,25 0-15,-25-25 0,0 0 0,0 25 0,0-24 16,24 24-16,-24-25 0,0 0 0,0 25 0,0-25 15,0 25-15,0-25 0,0 25 0,0-24 0,0 24 0,-24 0 16,24 0-16,0-25 0,0 25 0,0 0 0,0 0 16,-25 0-16,25 0 0,0 0 0,0 0 0,0 0 0,-25 0 15,25 0-15,0 0 0,0 0 0,0 0 0,0 0 16,0 0-16,0 0 0,0 0 0,0 0 0,0 0 0</inkml:trace>
  <inkml:trace contextRef="#ctx0" brushRef="#br0" timeOffset="163078.3275">10790 10443 0,'0'0'0,"0"0"0,25 0 0,-25 0 15,0 0-15,0-25 0,0 25 0,25 25 0,-25-25 16,0 0-16,24 0 0,-24 0 0,0 0 0,25 0 0,-25 0 16,0 25-16,25-25 0,-25 0 0,25 24 0,-25-24 15,0 0-15,25 25 0,-25-25 0,24 25 0,-24-25 16,0 25-16,0-25 0,0 25 0,25-1 0,-25-24 0,0 25 15,0-25-15,0 25 0,-25 0 0,25 0 0,0-25 16,0 24-16,0 1 0,0-25 0,-24 25 0,24-25 16,0 25-16,-25-25 0,25 25 0,0-25 0,-25 24 0,25-24 15,-25 25-15,25-25 0,-25 25 0,25-25 0,0 25 16,-24-25-16,24 0 0,-25 25 0,25-25 0,0 0 15,-25 0-15,25 24 0,0-24 0,-25 0 0,25 0 0,0 0 16,0 0-16,0 0 0,0 0 0,0 0 0,0 0 0,0 0 16,0 0-16,25 0 0</inkml:trace>
  <inkml:trace contextRef="#ctx0" brushRef="#br0" timeOffset="163269.3384">11509 10716 0,'0'0'0,"0"0"0,0 0 16,0 0-16,0-25 0,0 25 0,0 0 0,0 0 0,0 0 16,0 0-16,0 0 0,0 0 0,0 0 0,0 0 15,0 0-15,0 0 0,0 0 0,0 25 0,0-25 0,25 0 16,-25 0-16,0 0 0,0 0 0</inkml:trace>
  <inkml:trace contextRef="#ctx0" brushRef="#br0" timeOffset="163477.3503">11584 10964 0,'0'0'0,"0"0"0,0 0 0,0 24 0,0-24 0,0 0 15,0 0-15,0 25 0,0-25 0,0 0 0,0 25 0,0-25 16,0 0-16,0 25 0,0-25 0,-25 0 0,25 25 15,0-25-15,0 0 0,-25 24 0,25-24 0,0 25 16,-25-25-16,25 0 0,-24 0 0,24 25 0,-25-25 0,25 0 16,-25 0-16,25 25 0,-25-25 0,25 0 0,-25 0 15</inkml:trace>
  <inkml:trace contextRef="#ctx0" brushRef="#br0" timeOffset="164096.3858">12229 10517 0,'0'0'15,"0"0"-15,0 0 0,0 0 0,0 0 0,0 25 0,0-25 16,0 0-16,0 25 0,0-25 0,0 0 0,0 25 16,0-25-16,0 24 0,0-24 0,0 25 0,25 0 15,-25-25-15,0 25 0,0-25 0,0 25 0,0-1 0,0-24 16,0 25-16,0-25 0,0 25 0,0-25 0,24 25 15,-24-25-15,0 25 0,0-25 0,0 0 0,0 24 0,25-24 16,-25 0-16,0 0 0,0 0 0,0 0 0,0 25 0,0-25 16,0 0-16,0 0 0,0 0 0,25 0 0,-25 0 15,0 0-15,0-25 0,0 25 0,0 0 0,25 0 16,-25 0-16,0-24 0,25 24 0,-25 0 0,0-25 0,24 25 15,-24-25-15,25 25 0,-25-25 0,0 25 16,25-25-16,-25 1 0,0 24 0,25-25 0,-25 25 0,0-25 0,25 0 16,-25 25-16,0-25 0,0 25 0,24-24 0,-24 24 15,0 0-15,0-25 0,0 25 0,0 0 0,0 0 16,0 0-16,0 0 0,0 0 0,0 0 0,0 0 15,0 0-15,0 0 0,0 25 0,-24-25 0,24 0 0,0 0 16,0 0-16,0 0 0,0 24 0,0-24 0,0 0 0,0 0 16,0 0-16,0 25 0,0-25 0</inkml:trace>
  <inkml:trace contextRef="#ctx0" brushRef="#br0" timeOffset="164332.3993">12874 10765 0,'0'0'0,"0"0"0,0 0 0,0 0 16,0 0-16,0 0 0,0 0 0,0 0 0,0 0 15,0 0-15,0 0 0,24 0 0,-24 0 0,0 0 16,25 0-16,-25 0 0,25 0 0,-25 0 0,25 0 0,-25 0 15,25 0-15,-25 25 0,24-25 0,-24 0 0,25 0 16,-25 0-16,25 0 0,-25 0 0,25 0 0,-25 25 0,0-25 16,25 0-16,-25 0 0,0 0 0,0 0 0</inkml:trace>
  <inkml:trace contextRef="#ctx0" brushRef="#br0" timeOffset="164523.4102">12898 10988 0,'0'25'0,"-24"-25"0,24 0 0,24 0 15,-24 0-15,0 0 0,0 0 0,0 0 0,0 0 16,0 0-16,0 0 0,25 0 0,-25 0 0,0 0 0,25 0 16,-25 0-16,25 0 0,-25 0 0,25 0 0,-25 0 15,24 0-15,1 0 0,-25 0 0,25 0 0,0 0 16,0 0-16,-1 0 0,-24-25 0,25 25 0,0 0 0,0 0 15</inkml:trace>
  <inkml:trace contextRef="#ctx0" brushRef="#br0" timeOffset="164828.4276">14039 10542 0,'0'0'0,"-24"0"16,24 25-16,0-25 0,-25 0 0,25 0 0,0 0 15,-25 0-15,25 25 0,0-25 0,-25 0 0,25 24 0,-25-24 16,25 25-16,0-25 0,-24 25 0,24 0 0,0 0 15,-25-25-15,25 24 0,0 1 0,-25 0 0,25 0 0,0 0 16,0-25-16,0 24 0,0 1 0,-25 0 0,25-25 16,25 25-16,-25 0 0,0-25 0,0 24 0,0 1 15,0-25-15,0 25 0,0-25 0,25 25 0,-25-25 0,0 0 16,0 25-16,25-25 0,-25 0 0</inkml:trace>
  <inkml:trace contextRef="#ctx0" brushRef="#br0" timeOffset="166925.5476">14287 10988 0,'0'0'0,"0"0"0,0 0 16,0 0-16,0 0 0,0 0 0,0 0 0,0 0 15,0 0-15,0 0 0,0 0 0,0 0 0,0-24 0,0 24 16,0 0-16,0 0 0,0 0 0,0 0 0,25 0 16,-25-25-16,0 25 0,0 0 0,25 0 0,-25 0 15,0 0-15,25-25 0,-25 25 0,0 0 0,25 0 0,-25-25 16,0 25-16,25 0 0,-25 0 0,0-25 0,24 25 15,-24 0-15,25-24 0,-25 24 0,25-25 0,-25 25 16,0-25-16,25 25 0,-25 0 0,25-25 0,-25 25 0,0-25 16,24 25-16,-24-24 0,0 24 0,0 0 0,25-25 15,-25 25-15,0 0 0,0 0 0,0-25 0,0 25 0,0 0 16,0 0-16,0 0 0,0 0 0,0 0 0,0-25 15,0 25-15,0 0 0,0 0 0,0 25 0,0-25 0,0 0 16,0 0-16,0 0 0,0 25 0,0-25 0,0 0 16,0 25-16,0-25 0,0 24 0,0-24 0,0 25 15,0-25-15,-25 25 0,25-25 0,0 25 0,0 0 0,0-25 16,-24 24-16,24-24 0,0 25 0,0-25 0,0 25 15,0-25-15,-25 25 0,25-25 0,0 25 0,0-25 0,0 0 16,0 24-16,0-24 0,0 25 0,-25-25 0,25 0 16,0 0-16,0 25 0,0-25 0,0 0 0,0 0 0,0 0 15,0 0-15,25 0 0,-25 25 0,0-25 0,0 0 16</inkml:trace>
  <inkml:trace contextRef="#ctx0" brushRef="#br0" timeOffset="167127.5591">14784 10988 0,'0'0'0,"0"0"0,0 0 0,0 0 0,0 0 16,0 0-16,0 25 0,0-25 0,0 0 0,-25 0 16,25 0-16,0 25 0,0-25 0,0 0 0,0 25 0,0-25 15,-25 0-15,25 25 0,0-25 0,0 0 0,0 24 16,-25-24-16,25 0 0,0 25 0,0-25 0,0 25 15,0-25-15,-25 0 0,25 0 0,0 25 0,0-25 0,0 0 16,0 0-16,0 0 0,0 0 0,0 0 0,0 0 16</inkml:trace>
  <inkml:trace contextRef="#ctx0" brushRef="#br0" timeOffset="167611.5868">15280 10691 0,'0'0'0,"0"0"15,0 0-15,0-25 0,24 25 0,-24 0 0,0 0 16,0-25-16,0 25 0,0 0 0,0 0 0,0 0 16,0 0-16,25-25 0,-25 25 0,0 0 0,0 0 0,25 0 15,-25 0-15,0 0 0,25 0 0,-25 0 0,0 0 16,25 0-16,-25 0 0,25 0 0,-25 0 0,0 0 15,0 0-15,24 25 0,-24-25 0,0 0 0,0 0 0,0 0 16,0 25-16,0-25 0,0 0 0,0 25 0,0-25 16,0 0-16,0 25 0,0-25 0,-24 24 0,24-24 0,0 25 15,-25-25-15,25 25 0,-25-25 0,25 25 0,0-25 16,-25 25-16,25-25 0,-25 24 0,25-24 0,-25 0 0,25 25 15,0-25-15,-24 25 0,24-25 0,0 0 0,0 25 16,-25-25-16,25 0 0,0 0 0,0 0 0,0 25 16,0-25-16,0 0 0,0 0 0,0 0 0,0 0 0,0 24 15,0-24-15,0 0 0,0 0 0,0 0 0,0 0 0,25 0 16,-25 0-16,24 0 0,-24 25 0,25-25 0,-25 0 15,25 0-15,-25 0 0,25 0 0,0 0 0,-25 0 16,25 0-16,-1 0 0,1 0 0,-25-25 0,25 25 0,0 0 16,-25 0-16,25 0 0,-1 0 0,-24 0 0,25 0 15</inkml:trace>
  <inkml:trace contextRef="#ctx0" brushRef="#br0" timeOffset="167876.602">15726 10914 0,'0'0'0,"0"0"0,0 0 0,0 0 0,0 0 15,0 0-15,0 0 0,0 0 0,0 0 0,0 0 0,0 25 16,0-25-16,0 0 0,0 0 0,0 0 0,0 0 15,0 0-15,0 25 0,0-25 0,-25 0 0,25 0 0,0 24 16,0-24-16,0 0 0,0 0 0,-24 25 16,24-25-16,0 0 0,0 25 0,-25-25 0,25 0 0,-25 0 15,25 25-15,0-25 0,-25 0 0,25 0 0,0 0 0,-25 25 16,25-25-16,0 0 0,-24 0 0,24 0 0,0 0 15</inkml:trace>
  <inkml:trace contextRef="#ctx0" brushRef="#br0" timeOffset="168897.6604">16073 10641 0,'0'0'0,"0"0"0,0 0 16,0 0-16,0 0 0,0 0 0,0 0 0,0 0 15,0 0-15,0 0 0,0 0 0,0 0 0,0-25 0,0 25 16,0 0-16,0 0 0,25 0 0,-25 0 0,0 0 15,0-24-15,0 24 0,25 0 0,-25 0 0,0 0 0,0 0 16,25-25-16,-25 25 0,0 0 0,0 0 0,25 0 16,-25 0-16,0 0 0,0 0 0,24 0 0,-24 0 15,0 0-15,0 0 0,0 0 0,25 0 0,-25 0 0,0 0 16,0 0-16,0 0 0,0 0 0,25 0 0,-25 0 15,0 0-15,0 0 0,0 0 0,0 25 0,0-25 0,0 0 16,25 0-16,-25 24 0,-25-24 0,25 0 0,0 25 16,0-25-16,0 0 0,0 25 0,-25-25 0,25 25 0,0-25 15,0 0-15,-25 25 0,25-25 0,0 0 0,-24 24 16,24-24-16,0 0 0,-25 25 0,25-25 0,-25 0 15,25 0-15,0 25 0,-25-25 0,25 0 0,0 0 0,0 0 16,-25 0-16,25 25 0,0-25 0,0 0 0,0 0 16,0 0-16,0 0 0,0 0 0,0 0 0,0 0 0,0 0 15,25 0-15,-25 0 0,0 0 0,0 0 0,0 0 16,0 0-16,25 0 0,-25 0 0,0 0 0,25 0 15,-25 0-15,0 0 0,25 25 0,-25-25 0,0 0 0,0 0 16,24 0-16,-24 0 0,0 24 0,0-24 0,0 0 16,0 25-16,0-25 0,0 0 0,0 0 0,0 25 0,0-25 15,0 0-15,0 0 0,0 25 0,0-25 0,0 0 16,0 0-16,0 0 0,0 25 0,-24-25 0,24 0 0,0 0 15,0 0-15,-25 0 0,25 0 0,0 24 0,0-24 16,-25 0-16,25 0 0,0 0 0,-25 0 0,25 0 16,0 0-16,0 0 0,-25 0 0,25 0 0,0 0 0,0 0 15,-24 0-15,24 0 0,0-24 0,0 24 0,0 0 0,0 0 16,0 0-16,0-25 0,0 25 0,0 0 0,0-25 15,24 25-15,-24 0 0</inkml:trace>
  <inkml:trace contextRef="#ctx0" brushRef="#br0" timeOffset="169255.6808">16619 10368 0,'0'0'156,"124"149"-141,-124-124-15,0-25 0,0 25 0,0 0 0,0-1 0,0-24 0,0 25 0,0 0 0,0 0 0,-25 0 0,25-25 0,0 24 0,0 1 0,0 0 0,-24-25 0,24 25 0,0 0 0,-25-25 0,25 24 0,0 1 0,-25-25 0,25 25 0,-25-25 0,25 25 0,-25-25 0,25 0 0,-24 25 0,24-25 0,-25 0 0,25 24 0,-25-24 0,25 0 0,-25 25 0,0-25 16,25 0-16,0 0 0,-24 0 0,24 25 0,0-25 0,-25 0 0,25 0 0,0 0 0,0 0 16,0 0-16,0 0 0,25-25 0,-25 25 0,0 0 15,0 0-15,24-25 0</inkml:trace>
  <inkml:trace contextRef="#ctx0" brushRef="#br0" timeOffset="169445.6917">16942 10815 0,'0'0'15,"0"0"-15,0 0 0,0 0 0,0 0 0,0 0 16,0 0-16,0 0 0,0-25 0,0 25 0,0 0 0,0 0 16,0 0-16,0 0 0,0 0 0,0 0 15,0 0-15,0 0 0,0 0 0,0 0 0,0 25 0,0-25 16,24 0-16,-24 0 0,0 0 0,0 0 0,0 0 0,0 0 15,0 0-15,0 25 0,-24-25 0</inkml:trace>
  <inkml:trace contextRef="#ctx0" brushRef="#br0" timeOffset="169663.7042">16892 11038 0,'0'0'0,"0"25"0,0-25 0,0 0 16,0 25-16,0-25 0,0 0 0,0 24 0,0-24 0,0 25 15,0-25-15,0 0 0,0 25 0,0-25 0,0 25 0,0-25 16,0 0-16,0 25 0,0-25 0,0 0 0,0 25 16,0-25-16,-25 0 0,25 24 0,0-24 0,0 0 15,-25 0-15,25 25 0,-24-25 0,24 0 0,-25 0 0,25 0 16,0 0-16,-25 25 0,25-25 0</inkml:trace>
  <inkml:trace contextRef="#ctx0" brushRef="#br0" timeOffset="170526.7535">17661 10592 0,'0'0'16,"0"0"-16,0 0 0,0 0 0,0 0 0,0 0 0,0 0 15,0 0-15,0 0 0,0 0 0,0 0 0,0 0 16,0 24-16,0-24 0,0 0 0,0 0 0,0 0 0,0 25 15,0-25-15,-25 25 0,25-25 0,0 25 0,0-25 16,0 25-16,0-25 0,0 24 0,0 1 0,0-25 16,0 25-16,0-25 0,0 25 0,0-25 0,0 25 0,0-25 15,0 24-15,0-24 0,0 25 0,0-25 0,0 0 16,0 25-16,0-25 0,0 0 0,0 0 0,0 0 15,0 25-15,0-25 0,0 0 0,0 0 0,0 0 0,0 0 16,0 0-16,0 0 0,0 0 0,25 0 0,-25 0 16,0 0-16,0 0 0,0 0 0,0 0 0,0 0 0,0 0 15,25-25-15,-25 25 0,0 0 0,25-25 0,-25 25 16,0 0-16,0-25 0,24 25 0,-24-24 0,25 24 0,-25-25 15,0 25-15,25-25 0,-25 25 0,0-25 0,25 25 16,-25-25-16,0 25 0,25 0 0,-25-24 0,0 24 16,0 0-16,0 0 0,24-25 0,-24 25 0,0 0 0,0 0 15,0 0-15,0 0 0,0 0 0,0 0 0,0 0 16,0 0-16,0 0 0,0 25 0,0-25 0,0 0 0,0 0 15,0 24-15,0-24 0,0 0 0,0 25 0,0-25 16,0 25-16,0-25 0,0 25 0,0-25 0,0 25 16,0-25-16,0 24 0,-24-24 0,24 25 0,0-25 0,0 25 15,0-25-15,0 25 0,0-25 0,0 0 0,0 0 16,0 25-16,0-25 0,0 0 0,24 0 0,-24 24 0,0-24 15,0 0-15,0 0 0,0 0 0,25 0 0,-25 0 16,0 0-16,0 0 0,25-24 0,-25 24 0,0 0 16,0 0-16,25-25 0,-25 25 0,0 0 0,25-25 0,-25 25 15,0 0-15,24-25 0,-24 25 0,0-25 0,25 25 16,-25-24-16,0 24 0,25 0 0,-25-25 0,0 25 15,0-25-15,25 25 0,-25-25 0,0 25 0,0 0 0,0 0 16,0-25-16,0 25 0,25 0 0,-25 0 0,0 0 0,0 0 16,0 0-16,0 0 0,0 0 0,0 0 0,0 25 15,0-25-15,0 0 0,0 0 0,0 0 0,0 0 16,0 25-16,0-25 0,0 0 0,0 0 0,24 0 0</inkml:trace>
  <inkml:trace contextRef="#ctx0" brushRef="#br0" timeOffset="170784.7683">18430 10840 0,'0'0'0,"-25"0"15,50 0-15,-25 0 0,0 0 0,0 0 0,0 0 0,0 0 16,0 0-16,0 0 0,25 0 0,-25 0 0,0 0 16,24 0-16,-24 0 0,0 0 0,25 0 0,-25 0 15,25 0-15,-25 0 0,25 0 0,-25 0 0,25 0 0,-25 0 16,0 0-16,25 0 0,-25 0 0,24 0 0,-24 0 15,0 24-15,25-24 0,-25 0 0,0 0 0,0 0 16,0 0-16,25 0 0,-25 0 0</inkml:trace>
  <inkml:trace contextRef="#ctx0" brushRef="#br0" timeOffset="170980.7795">18355 11112 0,'0'0'0,"0"0"0,0 0 0,0 0 0,0 0 0,0 0 16,0 0-16,25 0 0,-25 0 0,0 0 0,0 0 15,25 0-15,-25 0 0,25 0 0,-25 0 0,25 0 0,-25 0 16,24 0-16,-24 0 0,25 0 0,0 0 0,-25 0 16,25 0-16,0 0 0,-25 0 0,25 25 0,-1-25 0,1 0 15,-25 0-15,25 0 0,0 0 0,-25 0 0,25 0 16</inkml:trace>
  <inkml:trace contextRef="#ctx0" brushRef="#br0" timeOffset="171346.8005">19621 10542 0,'0'0'0,"0"0"0,-25 0 0,25 0 0,-25 25 15,25-25-15,0 0 0,-25 0 0,25 25 0,-25-25 16,0 0-16,25 24 0,-24-24 0,24 25 0,-25 0 0,25-25 16,-25 25-16,0 0 0,25-25 0,-25 24 0,25 1 15,0 0-15,-24 0 0,24-25 0,0 25 0,0-1 16,-25 1-16,25 0 0,0-25 0,0 25 0,0 0 0,0-1 15,0-24-15,0 25 0,0 0 0,0-25 0,0 25 16,25 0-16,-25-25 0,0 24 0,0-24 0,0 25 16,0-25-16,24 25 0,-24-25 0</inkml:trace>
  <inkml:trace contextRef="#ctx0" brushRef="#br0" timeOffset="173101.9008">19993 10790 0,'0'0'0,"0"-25"16,0 25-16,0 0 0,0 0 0,-25 0 0,25 0 16,0-25-16,0 25 0,0 0 0,0 0 0,0 0 15,0-24-15,0 24 0,0 0 0,0 0 0,0 0 16,0-25-16,0 25 0,0 0 0,0 0 0,0 0 0,0-25 15,0 25-15,0 0 0,0 0 0,0 0 0,0-25 16,0 25-16,0 0 0,0 0 0,0 0 0,0 0 0,25-25 16,-25 25-16,0 0 0,0 0 0,0 0 0,0 0 15,0-24-15,0 24 0,0 0 0,24 0 0,-24 0 16,0 0-16,0 0 0,25 0 0,-25 0 0,0 0 15,25 0-15,-25 0 0,0 0 0,0 0 0,25 0 0,-25 0 0,0 0 16,0 0-16,25 0 0,-25 24 0,0-24 0,0 0 16,0 25-16,0-25 0,0 0 0,0 25 0,0-25 15,0 0-15,-25 25 0,25-25 0,0 25 0,0-25 0,-25 24 16,25-24-16,0 25 0,-25-25 0,25 25 0,-25-25 15,25 25-15,-24-25 0,24 0 0,-25 25 0,25-25 16,-25 24-16,25-24 0,-25 0 0,25 25 0,-25-25 0,25 0 16,0 0-16,-24 25 0,24-25 0,0 0 0,0 0 15,-25 25-15,25-25 0,0 0 0,0 0 0,0 0 16,0 0-16,0 0 0,0 25 0,0-25 0,0 0 0,0 0 15,25 0-15,-25 0 0,0 0 0,0 0 0,24 0 16,-24 24-16,0-24 0,25 0 0,-25 0 0,0 0 0,25 0 16,-25 0-16,25 0 0,-25 0 0,25 0 0,-25 0 15,24 0-15,-24 0 0,25 0 0,-25 0 0,25 0 0,-25 0 16,0 0-16,25 0 0,-25 0 0,25 0 0,-25 0 15</inkml:trace>
  <inkml:trace contextRef="#ctx0" brushRef="#br0" timeOffset="173303.9124">20241 10939 0,'0'0'16,"0"0"-16,0 0 0,0 0 0,0 0 0,0 0 15,0 0-15,0 0 0,0 0 0,0 0 0,0 0 16,0 0-16,0 25 0,0-25 0,0 0 0,0 0 0,0 0 16,0 24-16,0-24 0,0 0 0,0 0 0,-25 25 15,25-25-15,0 0 0,0 25 0,-25-25 0,25 0 0,0 25 16,0-25-16,-25 25 0,25-25 0,0 0 0,-25 24 15,25-24-15,0 0 0,0 25 0,-24-25 0,24 0 16,0 0-16,0 25 0,-25-25 0,25 0 0,0 0 0,0 0 16,0 0-16,0 0 0,0 0 0,0 0 0,0 0 0</inkml:trace>
  <inkml:trace contextRef="#ctx0" brushRef="#br0" timeOffset="173868.9447">20712 10691 0,'0'-25'0,"25"25"0,-25 0 0,0 0 0,0-25 0,0 25 16,0 0-16,0 0 0,0-25 0,0 25 0,0 0 16,25 0-16,-25 0 0,0-24 0,0 24 0,0 0 0,24 0 15,-24 0-15,0 0 0,0 0 0,25 0 0,-25 0 16,0 0-16,25 0 0,-25 0 0,0 0 0,25 0 15,-25 0-15,0 0 0,0 0 0,25 0 0,-25 0 16,0 0-16,0 24 0,0-24 0,0 0 0,0 0 0,0 25 16,0-25-16,0 0 0,0 25 0,0-25 0,0 0 0,0 25 15,-25-25-15,25 25 0,0-25 0,-25 24 0,25-24 16,0 0-16,-25 25 0,25-25 0,-25 0 0,25 25 15,0-25-15,-24 0 0,24 25 0,0-25 0,-25 0 0,25 25 16,0-25-16,0 0 0,-25 0 0,25 0 0,0 0 16,0 0-16,0 0 0,0 0 0,0 24 0,0-24 0,0 0 15,0 0-15,0 0 0,25 0 0,-25 0 0,0 0 16,0 0-16,25 25 0,-25-25 0,0 0 0,0 0 0,24 0 15,-24 0-15,0 25 0,0-25 0,0 0 16,0 0-16,0 0 0,0 25 0,25-25 0,-25 0 0,0 0 16,0 25-16,-25-25 0,25 0 0,0 0 0,0 0 0,0 24 15,0-24-15,0 0 0,-24 0 0,24 0 0,0 25 16,0-25-16,-25 0 0,25 0 0,-25 0 0,25 0 15,0 0-15,-25 0 0,25 0 0,0 25 0,-25-25 0,25 0 16,0 0-16,-25 0 0,25 0 0,0 0 0,0 0 16,-24 0-16,24 0 0,0 0 0,0 0 0,0 0 0,0 0 15,0 0-15,0-25 0,0 25 0,0 0 0,24 0 16,-24 0-16</inkml:trace>
  <inkml:trace contextRef="#ctx0" brushRef="#br0" timeOffset="174098.9579">21010 11013 0,'0'25'0,"0"-25"0,0 0 0,0 0 16,24 0-16,-24 0 0,0 0 0,0 0 0,0 0 0,0 0 16,0 0-16,0 25 0,0-25 0,-24 0 0,24 0 15,0 0-15,0 0 0,0 25 0,0-25 0,0 0 16,0 0-16,0 24 0,-25-24 0,25 0 0,0 0 0,0 25 15,-25-25-15,25 0 0,0 0 0,0 25 0,-25-25 16,25 0-16,0 0 0,-25 0 0,25 25 0,0-25 16,0 0-16,0 0 0,-24 0 0,24 0 0,0 0 0,0 0 15,0 0-15,0 0 0,0 0 0,0 0 0,0 0 16</inkml:trace>
  <inkml:trace contextRef="#ctx0" brushRef="#br0" timeOffset="174561.9843">21630 10567 0,'24'0'0,"-24"0"0,0 0 15,0 0-15,0 0 0,0 0 0,25 0 0,-25 0 16,0 0-16,25 0 0,-25 0 0,0 0 0,25 0 0,-25 0 15,25 0-15,-25 0 0,25 0 0,-25 0 0,24 0 16,-24 0-16,0 0 0,25 0 0,-25 0 0,25 0 16,-25 0-16,0 0 0,0 25 0,25-25 0,-25 0 0,0 0 15,0 0-15,0 0 0,0 0 0,0 0 0,0 0 16,0 24-16,0-24 0,0 0 0,0 25 0,-25-25 0,25 0 15,0 25-15,0-25 0,-25 25 0,25-25 0,0 25 16,-25-1-16,25-24 0,0 25 0,0-25 0,-24 25 0,24-25 16,0 25-16,0-25 0,-25 25 0,25-25 0,0 24 15,0-24-15,0 25 0,0-25 0,-25 25 0,25-25 16,0 0-16,0 25 0,0-25 0,0 0 0,0 25 0,0-25 15,0 0-15,0 0 0,0 24 0,0-24 0,0 0 16,0 0-16,-25 0 0,25 25 0,0-25 0,0 0 0,0 0 16,0 0-16,0 0 0,-25 0 0,25 0 0,0 0 15,0 0-15,-25 0 0,25 0 0</inkml:trace>
  <inkml:trace contextRef="#ctx0" brushRef="#br0" timeOffset="174745.9949">21530 10939 0,'-24'0'0,"24"0"0,0 0 0,0 0 16,0 0-16,0 0 0,0 0 0,24 0 0,-24 0 0,0 0 15,0 0-15,0 0 0,25 0 0,-25 0 0,25 0 16,-25 0-16,25 0 0,-25 0 0,25 0 0,-25 0 0,24 0 16,1 0-16,0 0 0,-25 25 0,25-25 0,0 0 15,0 0-15,-25 0 0,24 0 0,1 0 0,0 0 0,-25 0 16,25 0-16,-25 0 0,25 0 0,-1 0 0,-24-25 15,25 25-15,0 0 0</inkml:trace>
  <inkml:trace contextRef="#ctx0" brushRef="#br0" timeOffset="175063.013">22324 10567 0,'0'0'0,"0"0"0,0 25 0,0-25 16,25 0-16,-25 0 0,0 0 0,0 24 0,0-24 0,0 0 16,25 25-16,-25-25 0,0 25 0,0-25 0,0 25 0,0-25 15,0 25-15,0-25 0,0 24 0,0 1 0,0 0 16,-25-25-16,25 25 0,0 0 0,0-25 0,0 24 15,0 1-15,-25-25 0,25 25 0,0-25 0,-25 25 0,25 0 16,0-25-16,0 24 0,-24-24 0,24 0 0,0 25 16,0-25-16,-25 25 0,25-25 0,0 0 0,-25 0 15,25 25-15,0-25 0,0 0 0,-25 0 0,25 0 0,0 25 16,-25-25-16,25 0 0,0 0 0,0 0 0,0-25 15,0 25-15,0 0 0,0 0 0,0 0 0</inkml:trace>
  <inkml:trace contextRef="#ctx0" brushRef="#br0" timeOffset="175941.0632">22969 10021 0,'0'0'0,"0"0"0,0 0 0,0 0 0,0 0 16,0 0-16,0 0 0,0 0 0,0 0 0,0-25 0,0 25 16,0 0-16,25 0 0,-25 0 0,0 0 0,0 0 15,0 0-15,0 0 0,0 0 0,0 25 0,0-25 16,25 0-16,-25 0 0,0 0 0,0 0 0,0 0 0,0 0 15,0 0-15,0 25 0,0-25 0,0 0 0,0 0 16,0 25-16,0-25 0,-25 0 0,25 25 0,0-25 0,0 24 16,0-24-16,-25 25 0,25-25 0,0 25 0,0-25 15,-25 25-15,25-25 0,0 25 0,0-25 0,-24 24 16,24-24-16,0 25 0,-25-25 0,25 25 0,0-25 0,0 25 15,0 0-15,0-25 0,0 0 0,-25 24 0,25-24 16,0 25-16,0-25 0,0 25 0,0-25 0,0 25 0,0-25 16,0 0-16,0 25 0,0-25 0,0 0 0,0 0 15,0 24-15,25-24 0,-25 0 0,0 0 0,0 0 0,0 0 16,0 25-16,0-25 0,0 0 0,0 0 0,0 0 15,0 0-15,0 0 0,0 0 0,0 0 0,0 0 16,0 0-16,0 0 0,0 0 0,0-25 0,0 25 0,0 0 16,0 0-16,0 0 0,0 0 0,0 0 0,0 0 15,0 0-15,0 0 0,0 0 0,0 0 0,0 0 16,0 0-16,0 0 0,-25 0 0,25 25 0,0-25 0,0 0 15,0 0-15,0 0 0,-25 25 0,25-25 0,0 0 16,0 25-16,0-25 0,-25 0 0,25 25 0,0-25 0,0 24 16,0-24-16,0 25 0,0-25 0,0 25 0,0-25 15,-24 25-15,24-25 0,0 25 0,0-1 0,0-24 0,0 25 16,0-25-16,0 25 0,0-25 0,0 25 0,0 0 15,0-25-15,-25 24 0,25-24 0,0 25 0,0-25 16,0 25-16,0-25 0,0 25 0,0-25 0,0 25 0,0-25 16,0 0-16,0 24 0,0-24 0,-25 0 0,25 25 15,0-25-15,0 0 0,0 0 0,0 25 0,-25-25 0,25 0 16,0 0-16,-25 0 0,25 25 0,-25-25 0,25 0 15,-24 0-15,-1 25 0,25-25 0,-25 0 0,0 0 16,0 0-16,1 0 0,24 24 0,-25-24 0,0 0 0,0 0 16</inkml:trace>
  <inkml:trace contextRef="#ctx0" brushRef="#br0" timeOffset="177375.1453">4713 12129 0,'0'0'0,"0"0"15,0 0-15,0 0 0,0 0 0,0 0 0,0-24 0,0 24 16,0 0-16,0 0 0,0 0 0,0 0 0,0 0 0,0 0 15,0 0-15,0 0 0,0-25 0,0 25 0,0 0 16,0 0-16,0 0 0,0 0 0,0 0 0,0 0 16,0 0-16,0 0 0,0 0 0,0 0 0,0 0 0,0 0 15,0 25-15,0-25 0,0 0 0,0 0 0,0 24 0,-25-24 16,25 0-16,0 25 0,0-25 0,0 25 0,0 0 15,-25-25-15,25 25 0,0-25 0,0 25 0,0-1 16,-25-24-16,25 25 0,0-25 0,0 25 0,0 0 0,0-25 16,0 25-16,-24-25 0,24 24 0,0-24 0,0 25 15,0-25-15,0 25 0,0-25 0,-25 25 0,25-25 16,0 0-16,0 25 0,0-25 0,0 0 0,0 24 0,0-24 15,0 0-15,-25 0 0,25 0 0,0 25 0,0-25 16,0 0-16,0 0 0,0 0 0,0 0 0,0 0 0,0 0 16,0 0-16,0 0 0,0 0 0,0 0 0,0 0 15,0-25-15,0 25 0,0 0 0,0 0 0,0-24 0</inkml:trace>
  <inkml:trace contextRef="#ctx0" brushRef="#br0" timeOffset="177883.1743">4688 12129 0,'0'-24'0,"0"24"0,0 0 16,0 0-16,0 0 0,0-25 0,25 25 0,-25 0 0,0 0 16,0 0-16,0 0 0,0 0 0,25 0 0,-25-25 15,0 25-15,24 0 0,-24 0 0,0 0 0,25 0 0,-25 0 16,0 0-16,25 25 0,-25-25 0,0 0 0,25 0 15,-25 0-15,0 25 0,0-25 0,0 0 0,0 24 16,25-24-16,-25 0 0,-25 25 0,25-25 0,0 25 0,0-25 16,0 25-16,0-25 0,-25 25 0,25-25 0,0 25 15,-25-25-15,25 24 0,0-24 0,-25 25 0,25-25 0,-24 25 16,24-25-16,0 0 0,-25 25 0,25-25 0,0 25 47,0-25-47,-25 0 0,25 0 0,0 24 0,0-24 0,0 0 0,0 0 0,0 0 0,0 0 0,0 0 0,0 0 0,0 0 0,0 0 0,0 0 0,0 0 0,0 0 15,25 0-15,-25 0 0,0 0 0,0 0 0,25 0 16,-25 0-16,0 0 0,24 0 0,-24 0 0,0 0 0,0 0 15,25 0-15,-25 0 0,0 25 0,0-25 0,25 0 16,-25 0-16,0 25 0,0-25 0,0 0 0,0 25 0,0-25 16,0 0-16,0 0 0,0 25 0,0-25 0,0 0 15,0 24-15,0-24 0,0 0 0,0 0 0,0 0 0,-25 25 16,25-25-16,0 0 0,0 0 0,-25 25 0,25-25 15,0 0-15,-24 0 0,24 0 0,0 0 0,-25 0 16,25 25-16,-25-25 0,25 0 0,0 0 0,-25 0 0,25 0 16,0 0-16,0 0 0,-25 0 0,25 0 0,0 0 15,0-25-15,-24 25 0,24 0 0,0 0 0,0 0 0,0 0 16,0-25-16,0 25 0,0 0 0,0 0 0,0-25 15,24 25-15,-24 0 0,0-24 0,0 24 0,0 0 16,25-25-16,-25 25 0,0 0 0</inkml:trace>
  <inkml:trace contextRef="#ctx0" brushRef="#br0" timeOffset="178201.1925">5184 11832 0,'0'0'0,"0"0"16,0 0-16,0 0 0,0-25 0,0 25 0,0 0 0,0 0 16,0 0-16,0 0 0,0 0 0,0 0 0,0 0 15,0 0-15,0 0 0,0 0 0,0 25 0,0-25 0,0 0 16,0 0-16,-25 25 0,25-25 0,0 24 0,-24-24 15,24 25-15,0-25 0,-25 25 0,25-25 0,0 25 0,-25-25 16,25 25-16,0-25 0,-25 24 0,25-24 0,0 25 0,0-25 16,-25 25-16,25-25 0,0 25 0,0-25 0,-24 0 15,24 25-15,0-25 0,0 0 0,0 0 0</inkml:trace>
  <inkml:trace contextRef="#ctx0" brushRef="#br0" timeOffset="178570.2136">5432 12278 0,'0'0'0,"0"0"0,0 0 0,0 0 0,0 0 0,0 0 16,0 0-16,25-24 0,-25 24 0,0 0 0,0 0 16,0 0-16,0 0 0,0 0 0,0 0 0,25 0 0,-25 0 15,0 0-15,25 0 0,-25 0 0,0 24 0,24-24 16,-24 0-16,25 0 0,-25 0 0,25 0 0,-25 0 15,25 0-15,-25 0 0,25 0 0,-25 25 0,0-25 0,24 0 16,-24 0-16,0 0 0,25 0 0,-25 25 0,0-25 0,0 0 16,0 0-16,0 25 0</inkml:trace>
  <inkml:trace contextRef="#ctx0" brushRef="#br0" timeOffset="178760.2245">5482 12502 0,'0'0'15,"0"0"-15,0 0 0,0 0 0,0 0 0,0 0 0,0 0 0,0 0 16,0 0-16,0 0 0,0 0 0,0 0 0,25 0 0,-25 0 15,0 0-15,24 0 0,-24 0 0,25 0 0,-25-25 16,25 25-16,-25 0 0,25 0 0,-25 0 0,25 25 16,-25-25-16,24 0 0,-24 0 0,25 0 0,-25 0 0,25 0 15,-25 0-15,25 0 0,-25 0 0,25 0 0,-25 0 16,24 0-16,-24 24 0,25-24 0,-25 0 0</inkml:trace>
  <inkml:trace contextRef="#ctx0" brushRef="#br0" timeOffset="179407.2615">6548 11931 0,'0'0'0,"0"0"0,-24 0 0,24-25 0,0 25 15,0 0-15,0 0 0,0 0 0,0 0 0,0-25 16,0 25-16,0 0 0,0 0 0,0 0 0,0 0 0,0 0 15,0 0-15,0 0 0,0 0 0,0 0 0,0 0 16,0 0-16,0 0 0,0 0 0,-25 0 0,25 0 0,0 0 16,0 25-16,0-25 0,0 0 0,0 0 0,0 25 15,-25-25-15,25 0 0,0 25 0,0-25 0,0 0 0,0 25 16,0-25-16,-25 24 0,25-24 0,0 25 0,0-25 15,0 0-15,0 25 0,0-25 0,0 25 0,0-25 16,0 0-16,0 25 0,0-25 0,25 0 0,-25 24 0,0-24 16,0 25-16,25-25 0,-25 0 0,25 25 0,-25-25 15,0 0-15,24 0 0,-24 25 0,25-25 0,-25 0 16,0 25-16,25-25 0,-25 0 0,0 0 0,0 25 0,0-25 15,0 0-15,25 24 0,-25-24 0,-25 0 0,25 0 16,0 0-16,0 25 0,0-25 0,0 0 0,-25 0 0,25 25 16,0-25-16,0 0 0,-25 0 0,25 0 0,0 0 15,-24 25-15,24-25 0,0 0 0,-25 0 0,25 0 16,0 0-16,0 0 0,-25 0 0,25 0 0,0 0 0,0 25 15,0-25-15,0 0 0,0 0 0,0 0 0,0 0 16,0 0-16,0 0 0,0 0 0,0 0 0,0 0 0,0 0 16,25 0-16,-25 0 0,0 0 0,0 0 0,25 0 15,-25 24-15,0-24 0,0 0 0,0 0 0,24 25 0,-24-25 16,0 25-16,0-25 0,0 0 0,25 25 0,-25-25 15,0 25-15,0-25 0,0 24 0,0-24 0,0 25 0,0-25 16,0 25-16,0-25 0,-25 25 0,25-25 0,0 25 16,0-25-16,0 24 0,0-24 0,-24 25 0,24-25 15,0 0-15,0 25 0,-25-25 0,25 0 0,0 25 0,-25-25 16,25 0-16,0 25 0,0-25 0,-25 0 0,25 0 15,0 0-15,0 24 0,-25-24 0,25 0 0,0 0 16,0 0-16</inkml:trace>
  <inkml:trace contextRef="#ctx0" brushRef="#br0" timeOffset="180110.3017">6970 12353 0,'0'0'0,"0"0"0,0-25 0,0 25 0,0 0 0,0 0 16,0 0-16,0-25 0,0 25 0,0 0 0,0 0 15,0 0-15,0 0 0,0 0 0,0-25 0,0 25 0,0 0 16,0 0-16,0 0 0,0 0 0,0 0 0,0 0 16,0 0-16,0 0 0,0 25 0,0-25 0,0 0 15,0 0-15,0 0 0,0 0 0,0 25 0,0-25 0,0 0 16,0 25-16,0-25 0,0 25 0,0-25 0,-25 24 15,25-24-15,0 25 0,0-25 0,0 25 0,0-25 0,-24 25 16,24-25-16,0 25 0,0-25 0,0 24 0,0-24 16,0 0-16,0 25 0,0-25 0,0 0 0,0 25 15,0-25-15,0 0 0,0 25 0,0-25 0,0 0 0,0 0 16,0 0-16,0 0 0,0 25 0,24-25 0,-24 0 15,0 0-15,0 0 0,25-25 0,-25 25 0,25 0 0,-25 0 16,0 0-16,25-25 0,-25 25 0,25 0 0,-25-25 16,24 25-16,-24-25 0,25 25 0,-25 0 0,25-24 0,-25 24 15,25-25-15,-25 0 0,25 25 0,-25-25 0,0 25 16,24-25-16,-24 25 0,0-24 0,25 24 0,-25-25 15,0 25-15,0-25 0,0 25 0,25 0 0,-25-25 0,0 25 16,0 0-16,0 0 0,0 0 0,0 0 0,0 0 0,0 0 16,0 0-16,0 0 0,0 0 0,0 0 0,0 0 15,0 0-15,0 25 0,0-25 0,-25 0 0,25 25 16,0-25-16,0 25 0,0-25 0,0 24 0,0-24 15,0 25-15,-25-25 0,25 25 0,0-25 0,0 25 0,0-25 16,0 25-16,-24-25 0,24 24 0,0-24 0,0 0 16,0 25-16,0-25 0,0 0 0,0 25 0,0-25 15,0 0-15,0 25 0,0-25 0,0 0 0,0 0 0,0 0 16,0 25-16,0-25 0,0 0 0,0 0 0,0 0 15,24 0-15,-24 0 0,0 0 0,0-25 0,25 25 0,-25 0 16,0 0-16</inkml:trace>
  <inkml:trace contextRef="#ctx0" brushRef="#br0" timeOffset="180388.3176">7516 12378 0,'0'0'0,"0"0"0,0 0 0,0 0 0,0 0 0,0 0 15,0 0-15,0 0 0,0 0 0,0 0 0,25 0 16,-25 0-16,0 0 0,0 0 0,24 0 0,-24 0 15,0 0-15,25 0 0,-25 0 0,25 0 0,-25 0 0,0 0 16,25 0-16,-25 24 0,25-24 0,-25 0 0,24 0 0,-24 0 78,25 0-78,0 25 47,0-25-47,-25 0 0,0 0 0,0 0 0,0 25 0</inkml:trace>
  <inkml:trace contextRef="#ctx0" brushRef="#br0" timeOffset="180496.3238">7565 12526 0,'-24'0'0,"24"0"0,0 25 0,0-25 0,0 0 0,0 0 0,0 0 0,0 0 16,0 0-16,0 0 0,0 0 0,24 0 0,-24 0 0,0 0 16,25 0-16,-25 0 0,25 0 0,-25 0 0,25 0 15,-25 0-15,25 0 0,-25 0 0,24 0 0,-24 0 16,0 0-16,25 0 0,-25 0 0,25 0 0,-25 0 0,0 0 15,25 25-15,-25-25 0,0 0 0,25 0 0,-25 0 16</inkml:trace>
  <inkml:trace contextRef="#ctx0" brushRef="#br0" timeOffset="180877.3456">8508 12229 0,'0'-25'0,"0"25"0,0-25 0,0 25 16,0 0-16,0-25 0,0 25 0,0 0 0,0-25 15,0 25-15,0 0 0,0 0 0,0-24 0,0 24 16,0 0-16,0 0 0,0 0 0,0 0 0,0 0 0,0 0 16,0 0-16,-25 0 0,25 0 0,0 0 0,0 0 15,0 24-15,-25-24 0,25 0 0,0 25 0,-24-25 0,24 25 16,-25-25-16,25 25 0,-25 0 0,25 0 0,0-25 15,-25 24-15,25 1 0,-25 0 0,25 0 0,0 0 0,0-25 16,-24 24-16,24 1 0,0 0 0,0-25 0,0 25 16,0 0-16,0-25 0,0 24 0,0-24 0,24 25 15,-24-25-15,0 25 0,25-25 0,-25 25 0,25-25 0,-25 0 16,25 0-16,-25 0 0,25 25 0,-1-25 0,-24 0 15,25 0-15,0 0 0</inkml:trace>
  <inkml:trace contextRef="#ctx0" brushRef="#br0" timeOffset="181332.3716">8979 12254 0,'0'0'0,"0"0"0,0-25 0,0 25 0,0 0 0,0-25 15,0 25-15,0 0 0,0 0 0,0-25 0,0 25 16,0 0-16,0 0 0,0 0 0,0 0 0,25 0 15,-25 0-15,0-25 0,0 25 0,25 0 0,-25 0 0,0 0 16,0 0-16,25 0 0,-25 0 0,0 0 0,0 25 16,0-25-16,25 0 0,-25 0 0,0 0 0,0 25 15,0-25-15,0 0 0,0 0 0,0 25 0,0-25 0,0 25 16,-25-25-16,25 24 0,0-24 0,-25 25 0,25-25 15,0 25-15,-25-25 0,25 25 0,-25 0 0,25-25 0,0 24 16,-25-24-16,25 25 0,-24-25 0,24 25 0,0-25 16,-25 0-16,25 25 0,0-25 0,-25 0 0,25 25 15,0-25-15,0 0 0,0 0 0,0 0 0,0 24 0,0-24 16,0 0-16,0 0 0,0 0 0,0 0 0,25 0 15,-25 0-15,0 0 0,0 25 0,25-25 0,-25 0 0,24 0 16,-24 0-16,25 0 0,-25 0 0,25 0 0,-25 0 16,25 0-16,-25 0 0,25 0 0,-25 0 0,25 25 15,-1-25-15,-24 0 0,25 0 0,-25-25 0,25 25 0,-25 0 16,25 0-16,-25 0 0,25 0 0</inkml:trace>
  <inkml:trace contextRef="#ctx0" brushRef="#br0" timeOffset="181523.3825">9302 12477 0,'0'0'16,"0"0"-16,0 0 0,0 0 0,0 0 0,0 0 15,0 0-15,0 25 0,0-25 0,0 0 0,0 0 0,0 0 16,0 0-16,0 24 0,0-24 0,0 0 0,0 0 16,0 25-16,-25-25 0,25 25 0,0-25 0,0 0 0,0 25 15,0-25-15,-25 25 0,25-25 0,0 0 0,0 24 16,0-24-16,0 25 0,0-25 0,-25 0 0,25 25 15,0-25-15,0 0 0,0 25 0,0-25 0,0 0 0,0 0 16,0 0-16,0 0 0,0 0 0,25 0 0</inkml:trace>
  <inkml:trace contextRef="#ctx0" brushRef="#br0" timeOffset="181995.4095">9947 12254 0,'0'-25'15,"0"25"-15,0 0 0,0 0 0,0-25 0,0 25 0,0 0 16,0 0-16,0 0 0,0 0 0,0 0 0,0 0 15,0 0-15,0 0 0,0 0 0,0 0 0,0 25 0,0-25 16,0 0-16,0 0 0,0 25 0,-25-25 0,25 0 16,0 24-16,0-24 0,0 25 0,0-25 0,0 25 15,0-25-15,-25 0 0,25 25 0,0-25 0,0 25 0,0-25 16,0 0-16,0 24 0,0-24 0,0 25 0,0-25 15,0 0-15,0 25 0,0-25 0,0 25 0,0-25 0,0 0 16,0 25-16,0-25 0,25 0 0,-25 24 0,0-24 16,0 0-16,0 25 0,0-25 0,25 0 0,-25 0 0,0 25 15,0-25-15,24 0 0,-24 25 0,0-25 0,0 0 0,25 0 16,-25 25-16,0-25 0,0 0 0,0 0 0,0 0 15,25 0-15,-25 24 0,0-24 0,0 0 0,0 0 16,0 0-16,0 0 0,0 0 0,0 0 0,0 0 0,0 0 16,0 0-16,0 0 0,0 0 0,-25 0 0,25 0 15,0 0-15,0 0 0,-25 0 0,25 0 0,0 0 16,-24 0-16,24 0 0,-25 0 0,25 0 0,0 0 0,-25 0 15,25 0-15,-25 0 0,25 0 0,0 0 0,-25 0 16,25-24-16,0 24 0,-24 0 0,24-25 0,0 25 16,0 0-16</inkml:trace>
  <inkml:trace contextRef="#ctx0" brushRef="#br0" timeOffset="182192.4208">10071 12229 0,'0'0'0,"0"0"0,0 0 15,0-25-15,0 25 0,0 0 0,0 0 0,0 0 16,0 0-16,0 0 0,0 0 0,0 0 0,25-25 0,-25 25 15,0 0-15,0 0 0,24 0 0,-24 0 0,0 0 16,25 0-16,-25 25 0,25-25 0,-25 0 0,25 0 16,-25 0-16,25 0 0,-25 25 0,24-25 0,1 0 0,-25 0 15,25 25-15,-25-25 0,25 0 0,-25 0 0,0 24 0,25-24 16,-25 0-16,24 0 0,-24 25 0</inkml:trace>
  <inkml:trace contextRef="#ctx0" brushRef="#br0" timeOffset="182411.4333">10418 12427 0,'0'0'16,"0"0"-16,0 0 0,0 25 0,0-25 0,0 0 15,0 0-15,0 0 0,0 25 0,0-25 0,0 0 0,0 25 16,0-25-16,-25 0 0,25 24 0,0-24 0,0 0 15,-25 25-15,25-25 0,0 25 0,0-25 0,-24 0 16,24 25-16,0-25 0,-25 25 0,25-25 0,0 24 0,0-24 16,-25 0-16,25 25 0,0-25 0,0 0 0,0 0 15,0 0-15,0 0 0,0 0 0,0 25 0</inkml:trace>
  <inkml:trace contextRef="#ctx0" brushRef="#br0" timeOffset="182832.4574">10939 12328 0,'-25'0'0,"25"-25"0,0 25 15,0-25-15,0 25 0,0-24 0,-25 24 0,25-25 0,0 25 16,0 0-16,0-25 0,0 25 0,-25 0 0,25 0 15,0 0-15,0 0 0,0 0 0,0 0 0,0 0 16,0 0-16,-24 0 0,24 25 0,0-25 0,0 0 16,0 25-16,-25-25 0,25 24 0,0 1 0,0-25 0,0 25 15,-25-25-15,25 25 0,0 0 0,0-25 0,0 24 0,0 1 16,0-25-16,0 25 0,0-25 0,0 25 0,0-25 15,0 25-15,0-25 0,0 0 0,0 24 0,0-24 16,25 0-16,-25 25 0,0-25 0,0 0 0,25 0 0,-25 0 16,0 0-16,24 0 0,-24 0 0,0 0 0,25 0 15,-25 0-15,0 0 0,25-25 0,-25 25 0,25 0 0,-25 0 16,0-24-16,0 24 0,25-25 0,-25 25 0,0 0 15,0-25-15,0 25 0,0-25 0,0 0 0,24 25 0,-24-24 16,0 24-16,0-25 0,0 25 0,0 0 0,0-25 16,0 25-16,0 0 0,-24 0 0,24-25 0,0 25 15,0 0-15,0 0 0,0 0 0,0 0 0,0 0 0,0 0 16,-25 0-16,25 0 0,0 25 0,0-25 0,0 0 15,0 0-15,0 0 0,0 0 0,0 0 0</inkml:trace>
  <inkml:trace contextRef="#ctx0" brushRef="#br0" timeOffset="183143.4752">11286 12030 0,'25'0'0,"-25"0"0,0 0 15,0 0-15,25 0 0,-25 0 0,0 0 0,25 0 0,-25 0 16,24 0-16,-24 0 0,0 0 0,25 25 0,-25-25 16,25 0-16,-25 25 0,25-25 0,-25 0 0,0 25 0,25-25 15,-25 24-15,0 1 0,24-25 0,-24 25 0,0-25 16,0 25-16,25 0 0,-25 0 0,0-25 0,0 24 15,0 1-15,0-25 0,-25 25 0,25-25 0,0 25 0,0 0 16,-24-25-16,24 24 0,-25-24 0,25 25 0,-25-25 16,25 25-16,0-25 0,-25 25 0,25-25 0,-25 0 0,25 25 15,-24-25-15,24 0 0,-25 24 0,25-24 0,-25 0 16,25 25-16,-25-25 0,25 0 0,0 0 0,0 0 15,0 0-15,-25 25 0,25-25 0,0 0 0</inkml:trace>
  <inkml:trace contextRef="#ctx0" brushRef="#br0" timeOffset="183347.4869">11881 12402 0,'0'-24'0,"0"24"16,0 0-16,0 0 0,0 0 0,0 0 0,0 0 0,0 0 15,0 0-15,0 0 0,0 0 0,0 0 0,0 0 16,0 0-16,0 0 0,0 0 0,0 0 0,0 0 16,0 0-16,0 0 0,0 24 0,0-24 0,0 0 0,0 0 15,0 0-15,0 0 0,0 25 0</inkml:trace>
  <inkml:trace contextRef="#ctx0" brushRef="#br0" timeOffset="183558.4989">11931 12551 0,'0'25'15,"0"-25"-15,0 0 0,0 0 0,0 25 0,0-25 0,0 0 16,0 0-16,0 25 0,0-25 0,25 0 0,-25 24 16,0-24-16,0 0 0,0 25 0,0-25 0,0 25 0,-25-25 15,25 0-15,0 25 0,0-25 0,-25 25 0,25-25 0,-25 0 16,25 24-16,0-24 0,-24 25 0,24-25 0,-25 0 15,0 25-15,25-25 0,-25 0 0,25 25 0,-25-25 16,25 0-16,-24 25 0,24-25 0,-25 0 0,0 0 0,25 0 16,-25 0-16</inkml:trace>
  <inkml:trace contextRef="#ctx0" brushRef="#br0" timeOffset="184079.5287">12626 12179 0,'0'0'16,"0"0"-16,0 25 0,0-25 0,0 0 0,0 0 15,0 0-15,-25 0 0,25 0 0,0 25 0,0-25 0,0 0 16,0 25-16,0-25 0,0 24 0,-25-24 0,25 25 16,0-25-16,0 25 0,0-25 0,0 25 0,0 0 0,0-25 15,-25 24-15,25-24 0,0 25 0,0-25 0,0 25 16,0-25-16,0 25 0,0 0 0,0-25 0,25 0 15,-25 24-15,0-24 0,0 25 0,0-25 0,0 0 0,0 0 16,0 25-16,25-25 0,-25 0 0,0 0 0,0 0 16,0 0-16,25 0 0,-25 0 0,0 0 0,0-25 0,24 25 15,-24 0-15,25-25 0,-25 25 0,0 0 0,25-24 16,-25 24-16,25-25 0,-25 0 0,0 25 0,25-25 15,-25 0-15,24 25 0,-24-24 0,0-1 0,25 25 0,-25-25 16,0 0-16,25 25 0,-25 0 0,0-25 0,0 25 16,0-24-16,0 24 0,0 0 0,0 0 0,0 0 0,0 0 15,0 0-15,0 0 0,0 0 0,0 0 0,0 0 16,0 0-16,0 0 0,0 0 0,0 24 0,0-24 0,-25 0 15,25 0-15,0 0 0,0 25 0</inkml:trace>
  <inkml:trace contextRef="#ctx0" brushRef="#br0" timeOffset="184310.5419">13370 12353 0,'0'-25'0,"0"25"0,0 0 0,0 0 0,0 0 15,0-25-15,0 25 0,0 0 0,0 0 0,0 0 0,0 0 16,25 0-16,-25 0 0,0 0 0,24 0 0,-24 0 16,25 0-16,0 0 0,-25 0 0,25 25 0,0-25 0,-1 0 15,-24 0-15,25 0 0,0 25 0,-25-25 0,25 0 16,-25 0-16,25 25 0,-25-25 0,0 0 0,24 0 0,-24 24 15,0-24-15,0 0 0</inkml:trace>
  <inkml:trace contextRef="#ctx0" brushRef="#br0" timeOffset="184476.5514">13370 12551 0,'-25'0'0,"25"0"0,0 0 16,0 0-16,0 0 0,0 0 0,0 0 0,0 0 16,0 0-16,25 0 0,-25 0 0,0 0 0,0 0 0,25 0 15,-25 0-15,24 0 0,-24 0 0,25 0 0,-25 0 0,25 0 16,-25 25-16,25-25 0,0 0 0,-25 0 15,24 0-15,-24 0 0,25 0 0,-25 0 0,25 0 0,-25 0 16,25 0-16</inkml:trace>
  <inkml:trace contextRef="#ctx0" brushRef="#br0" timeOffset="184828.5716">14511 12055 0,'0'0'0,"0"0"0,0 0 0,0 0 15,0 0-15,-25 0 0,25 0 0,0 25 0,-25-25 0,25 0 16,0 0-16,-25 25 0,25-25 0,-24 0 0,24 24 16,-25 1-16,25-25 0,-25 25 0,25 0 0,-25-25 15,25 25-15,-25 0 0,25-1 0,0-24 0,-25 25 0,25 0 16,0 0-16,0 0 0,-24-25 0,24 24 0,0 1 15,0-25-15,0 25 0,0 0 0,0-25 0,0 25 16,0-25-16,0 24 0,0-24 0,0 25 0,0-25 0,24 25 16,-24-25-16,0 0 0,0 0 0,25 25 0,-25-25 15,0 0-15,25 0 0,-25 0 0,0 0 0</inkml:trace>
  <inkml:trace contextRef="#ctx0" brushRef="#br0" timeOffset="185192.5924">14957 12303 0,'0'0'0,"0"0"0,0 0 0,0 0 0,0 0 0,0-25 16,0 25-16,0 0 0,0 0 0,0 0 0,0 0 15,0 0-15,0 0 0,0 0 0,25 0 0,-25 0 16,0 0-16,25 0 0,-25 0 0,0 0 0,25 0 0,-25 25 15,24-25-15,1 0 0,-25 0 0,25 0 0,-25 0 16,25 0-16,-25 0 0,25 0 0,-25 25 0,24-25 0,-24 0 16</inkml:trace>
  <inkml:trace contextRef="#ctx0" brushRef="#br0" timeOffset="185630.6174">15379 12353 0,'0'-25'0,"0"25"0,0 0 0,0 0 16,0 0-16,0-25 0,0 25 0,0 0 0,0 0 16,25 0-16,-25-25 0,0 25 0,0 0 0,0 0 15,0 0-15,0-24 0,25 24 0,-25 0 0,0 0 0,0-25 16,24 25-16,-24 0 0,0 0 0,0 0 0,25 0 15,-25 0-15,0 0 0,0 0 0,25 0 0,-25 0 0,0 0 16,0 0-16,25 0 0,-25 0 0,0 0 0,25 0 16,-25 0-16,0 0 0,0 0 0,0 25 0,0-25 0,24 0 15,-24 0-15,0 0 0,0 24 0,0-24 0,-24 0 16,24 25-16,0-25 0,0 0 0,0 25 0,-25-25 15,25 25-15,0-25 0,-25 25 0,25-25 0,-25 24 0,25-24 16,-25 25-16,1-25 0,24 25 0,-25-25 0,0 0 16,25 25-16,-25-25 0,25 25 0,-25-25 0,25 0 0,-25 24 15,25-24-15,0 0 0,-24 0 0,24 0 0,0 25 16,0-25-16,0 0 0,0 0 0,0 0 0,0 0 15,0 0-15,0 25 0,24-25 0,-24 0 0,0 0 0,0 0 16,25 0-16,-25 0 0,25 0 0,-25 0 0,25 25 16,0-25-16,-25 0 0,25 0 0,-1 0 0,-24 0 15,25 0-15,0 25 0,-25-25 0,25 0 0,0 0 0,-1 0 16,-24 0-16,25 0 0,-25 0 0,25 0 0,0 0 15,-25 0-15</inkml:trace>
  <inkml:trace contextRef="#ctx0" brushRef="#br0" timeOffset="185827.6287">15801 12576 0,'0'0'0,"0"0"16,0 0-16,0 0 0,0 0 0,0 0 0,0 0 0,0 0 15,0 0-15,0 0 0,0 0 0,0 0 0,0 25 16,0-25-16,0 0 0,0 0 0,0 25 0,0-25 0,-25 0 15,25 24-15,0-24 0,-25 0 0,25 25 0,0-25 16,-25 25-16,25-25 0,-25 0 0,25 25 0,-24-25 16,24 0-16,0 0 0,0 25 0,-25-25 0</inkml:trace>
  <inkml:trace contextRef="#ctx0" brushRef="#br0" timeOffset="186824.6857">16520 12328 0,'-25'124'0,"25"-99"0,-25-25 0,25 0 0,-24 0 31</inkml:trace>
  <inkml:trace contextRef="#ctx0" brushRef="#br0" timeOffset="188178.7632">16396 12204 0,'0'0'0,"0"0"0,0 0 0,0-25 15,0 25-15,0 0 0,0 0 0,0 0 0,0 0 16,0 0-16,0 0 0,0 0 0,0 0 0,0 0 0,0 0 15,0 0-15,0 0 0,0 0 0,0-25 0,0 25 0,0 0 16,0 0-16,0 0 0,0 0 0,25 0 0,-25 0 16,0 0-16,0 0 0,0 0 0,0 0 0,0-25 0,0 25 15,0 0-15,0 0 0,0 0 0,0 0 0,25 0 16,-25 0-16,0-24 0,0 24 0,0 0 0,24 0 15,-24 0-15,0 0 0,0-25 0,25 25 0,-25 0 0,0 0 16,25 0-16,-25 0 0,0 0 0,25-25 0,-25 25 16,0 0-16,25 0 0,-25 0 0,0 0 0,0 0 0,24 0 15,-24 0-15,0 0 0,25 0 0,-25 25 0,0-25 16,0 0-16,0 0 0,0 0 0,25 0 0,-25 25 15,0-25-15,0 0 0,0 0 0,0 24 0,0-24 0,0 25 16,0-25-16,0 0 0,-25 25 0,25-25 0,0 25 16,0-25-16,0 0 0,-25 25 0,25-25 0,0 25 0,-24-25 15,24 24-15,0-24 0,-25 25 0,25-25 0,-25 0 16,25 25-16,-25-25 0,25 0 0,-25 0 0,25 25 15,-24-25-15,24 0 0,0 0 0,-25 25 0,25-25 0,-25 0 16,25 0-16,0 0 0,-25 0 0,25 24 0,0-24 16,-25 0-16,25 0 0,0 0 0,0 0 0,0 0 0,0 0 15,0 0-15,0 0 0,0 0 0,0 0 0,0 0 16,0 0-16,0 0 0,0 0 0,0 0 0,0 0 0,0-24 15,0 24-15,25 0 0,-25 0 0,0 0 0,0 0 16,25 0-16,-25 0 0,0 0 0,0 0 0,25-25 16,-25 25-16,0 0 0,25 0 0,-25 0 0,24 0 0,-24 0 15,0 0-15,25 0 0,-25 0 0,0 0 0,0 0 16,25 25-16,-25-25 0,0 0 0,0 0 0,25 0 15,-25 24-15,0-24 0,0 0 0,0 0 0,0 25 0,0-25 16,0 0-16,0 25 0,0-25 0,0 0 0,-25 0 16,25 25-16,0-25 0,0 0 0,0 0 0,-25 25 0,25-25 15,0 0-15,0 0 0,0 24 0,-25-24 0,25 0 16,0 0-16,0 0 0,0 25 0,-24-25 0,24 0 0,0 0 15,0 0-15,-25 0 0,25 0 0,0 0 0,0 25 16,0-25-16,-25 0 0,25 0 0,0 0 0,-25 0 16,25 0-16,0 0 0,0-25 0,0 25 0,-25 0 0,25 0 15,0 0-15,0 0 0,0 0 0,0 0 0,0 0 16,0-25-16,0 25 0,0 0 0,0 0 0,-25 0 0,25 0 15,0 0-15,0 0 0,0 0 0,0-24 0,0 24 16,25 0-16,-25 0 0,0 0 0,0 0 0,0 0 0,0 0 16,0 0-16,25 0 0,-25 0 0,0 0 0,25 0 15,-25 0-15,25 0 0</inkml:trace>
  <inkml:trace contextRef="#ctx0" brushRef="#br0" timeOffset="188503.7818">16743 12824 0,'0'25'0,"0"-25"0,0 0 0,0 0 0,0 0 0,0 0 0,0 0 0,0 0 0</inkml:trace>
  <inkml:trace contextRef="#ctx0" brushRef="#br0" timeOffset="189019.8113">17462 12526 0,'0'0'0,"0"0"0,0 0 0,0 0 15,0 0-15,0 0 0,0 0 0,0 0 0,0 0 0,0 0 0,0 0 0,0 0 0,0 0 0,0 0 0,0 0 0,0 0 0,0 0 0,0 0 0,0 0 0,0 0 0,0 0 0,0 0 0,0 0 0,0 0 16,0 0-16,0 0 0,0 0 0,0 0 0,0 0 0,0 0 0,0 0 0,0 0 0,0 0 0,0 0 0,0 0 0,0 0 0,0 0 0,0 0 0,0 0 0,0 0 0,0 0 0,0 0 0,0 0 0,0 0 15,0 0-15,0 0 0,0 0 0,0 0 0,0 0 16,0 0-16,0 25 0,0-25 0,0 0 0,0 0 0,0 0 16,0 0-16,0 0 0,0 0 0,0 0 0,0 0 0,0 0 15,0 0-15,0 0 0,0 0 0,0 0 0,0 0 16,0 0-16,0 0 0,0 0 0,0 0 0,0 0 15,0 0-15,0 0 0,0 0 0,0 0 0,0 0 0,0 0 16,25 0-16,-25 0 0,0 0 0,0 0 0,0 0 16,0 0-16,0 0 0</inkml:trace>
  <inkml:trace contextRef="#ctx0" brushRef="#br0" timeOffset="189399.833">17066 12477 0,'0'0'0,"0"0"0,0 0 0,0 0 0,0 0 0,24 0 16,-24 0-16,0 0 0,0 0 0,0 0 0,0 0 0,0 0 15,0 0-15,25 0 0,-25 0 0,0 0 0,0 25 16,0-25-16,0 0 0,0 0 0,0 24 0,0-24 15,0 0-15,0 0 0,0 25 0,0-25 0,0 25 0,0-25 16,0 0-16,0 25 0,0-25 0,0 25 0,0-25 16,-25 0-16,25 24 0,0-24 0,0 25 0,-24-25 0,24 0 15,0 25-15,-25-25 0,25 0 0,0 25 0,-25-25 16,25 0-16,-25 25 0,0-25 0,25 0 0,-24 0 0,24 0 15,-25 0-15,0 24 0,25-24 0,-25 0 0,25 0 16,-25 0-16,25 0 0,0 0 0,-24-24 0</inkml:trace>
  <inkml:trace contextRef="#ctx0" brushRef="#br0" timeOffset="190020.8685">17711 12576 0,'0'25'0,"0"-25"0,0 0 0,0 0 0,0 0 0,0 25 0,-25-25 0,25 0 0,0 0 0,0 0 16,0 0-16,0 0 0,0 0 0,0 0 0,0 0 0,0 0 0,0 0 0,0 0 0,25 0 0,-25 0 0</inkml:trace>
  <inkml:trace contextRef="#ctx0" brushRef="#br0" timeOffset="191618.96">17537 12452 0,'0'0'16,"0"0"-16,0 0 0,0 0 0,0 0 0,0 0 0,0 0 15,0 0-15,0 0 0,0 0 0,0 0 0,0 0 16,0 0-16,0 0 0,0 0 0,0 0 0,0 0 15,0 0-15,0 0 0,25 0 0,-25 0 0,0 0 16,0 0-16,0 0 0,0 0 0,0 0 0,25 0 0,-25-25 16,0 25-16,0 0 0,24 0 0,-24-25 0,0 25 0,25 0 15,-25-24-15,0 24 0,25 0 0,-25-25 0,25 25 16,-25 0-16,25-25 0,-25 25 0,24-25 0,-24 25 15,25-25-15,-25 25 0,25-24 0,-25 24 0,25-25 0,-25 25 16,0-25-16,25 25 0,-25-25 0,24 25 0,-24-25 16,25 25-16,-25-25 0,0 1 0,25 24 0,-25-25 0,0 25 15,0 0-15,25-25 0,-25 25 0,0-25 0,0 25 16,25 0-16,-25 0 0,0-25 0,0 25 0,0 0 0,0 0 15,0 0-15,0 0 0,0 0 0,0 0 0,0 0 16,0 0-16,0 0 0,0 0 0,0 0 0,0 0 16,0 0-16,0 0 0,0 0 0,0 25 0,0-25 0,0 0 15,0 25-15,0-25 0,-25 0 0,25 25 0,0-25 16,0 25-16,0-25 0,0 24 0,0 1 0,0-25 15,0 25-15,-25-25 0,25 25 0,0-25 0,0 25 0,0-25 16,0 25-16,0-25 0,0 24 0,-25-24 0,25 25 16,0-25-16,0 25 0,0-25 0,0 0 0,0 25 0,-25-25 15,25 25-15,0-25 0,0 0 0,0 24 0,0-24 16,0 0-16,0 0 0,0 25 0,0-25 0,0 0 0,0 0 15,0 0-15,0 0 0,0 25 0,0-25 0,0 0 16,0 0-16,0 0 0,0 0 0,0 0 0,0 0 16,0 0-16,0 0 0,0 0 0,0 0 0,0 0 0,0 0 15,0 0-15,0 0 0,25 0 0,-25-25 0,0 25 16</inkml:trace>
  <inkml:trace contextRef="#ctx0" brushRef="#br0" timeOffset="191981.9807">18405 11881 0,'0'0'15,"0"0"-15,0 0 0,0 0 0,0 0 0,0 0 16,0 0-16,0 0 0,0 0 0,0 0 0,0 0 0,0 0 16,0 0-16,0 0 0,0 25 0,25-25 0,-25 25 15,0-25-15,0 25 0,0-25 0,25 25 0,-25-25 16,0 24-16,0 1 0,0-25 0,0 25 0,0 0 0,0-25 15,0 25-15,0-1 0,0 1 0,0-25 0,0 25 16,0 0-16,0 0 0,-25-25 0,25 25 0,0-1 16,0-24-16,-25 25 0,25-25 0,-25 25 0,25-25 0,0 25 15,-25-25-15,25 25 0,-24-25 0,24 24 0,-25-24 16,0 0-16,25 25 0,-25-25 0,25 0 0,0 0 0,-25 25 15,25-25-15,-24 0 0,24 0 0,0 0 0,0 0 16,-25 25-16,25-25 0,0 0 0,0 0 0,0 0 0,0 0 16,25-25-16</inkml:trace>
  <inkml:trace contextRef="#ctx0" brushRef="#br0" timeOffset="192553.0134">18777 12328 0,'0'0'15,"0"-25"-15,0 25 0,0 0 0,25 0 0,-25 0 16,0 0-16,0 0 0,0 0 0,0 0 0,0 0 0,0 0 16,0 0-16,0 0 0,0 0 0,0 0 0,0 0 0,0 0 405</inkml:trace>
  <inkml:trace contextRef="#ctx0" brushRef="#br0" timeOffset="193244.0529">18827 12576 0,'0'0'0,"0"25"0,-25-25 0,25 0 0,0 0 0,0 25 0,0-25 0,-25 24 0,25-24 0,0 0 0,0 25 0,-25-25 15,25 25-15,0-25 0,-24 0 0,24 25 0,-25-25 0,25 0 0,0 25 0,-25-25 0,25 0 0,0 24 0,-25-24 0,25 0 0,0 0 0,0 0 0,-25 0 0,25 0 0,0 0 0,0 0 0,0 0 0,0 0 0,0 0 0</inkml:trace>
  <inkml:trace contextRef="#ctx0" brushRef="#br0" timeOffset="194245.1102">19571 12030 0,'0'0'0,"25"0"0,-25 0 0,0 0 16,0 0-16,0 0 0,0 0 0,0 0 0,0 0 0,0 0 16,0 0-16,0 0 0,0 0 0,0 0 0,0 0 0,0 0 15,0 25-15,0-25 0,0 0 0,0 0 0,0 25 16,0-25-16,0 25 0,0-25 0,0 24 0,0-24 0,0 25 15,0-25-15,0 25 0,0 0 0,0-25 0,0 25 16,-25-25-16,25 25 0,0-1 0,0-24 0,0 25 16,0-25-16,0 25 0,0-25 0,0 25 0,-25-25 0,25 25 15,0-25-15,0 0 0,0 24 0,0-24 0,0 0 16,0 25-16,0-25 0,0 0 0,0 0 0,0 0 0,0 25 15,0-25-15,0 0 0,0 0 0,0 0 0,0 0 16,0 0-16,0 0 0,0 0 0,0 0 0,0 0 16,0 0-16,25 0 0,-25 0 0,0 0 0,0 0 15,0 0-15,0 0 0,25 0 0,-25-25 0,0 25 0,25 0 16,-25-25-16,0 25 0,24 0 0,-24-24 0,0 24 0,25-25 15,-25 25-15,25-25 0,-25 25 0,0-25 0,25 25 16,-25-25-16,25 25 0,-25-24 0,0-1 0,24 25 16,-24-25-16,0 25 0,25-25 0,-25 25 0,0 0 0,25-25 15,-25 25-15,0 0 0,0 0 0,0 0 0,0 0 16,0 0-16,0 0 0,0 0 0,0 0 0,0 0 0,0 0 15,0 0-15,0 0 0,0 0 0,0 0 0,0 25 16,0-25-16,0 0 0,0 25 0,0-25 0,0 25 0,0-25 16,-25 25-16,25-25 0,0 24 0,0-24 0,0 25 15,0-25-15,0 25 0,0-25 0,0 25 0,0-25 16,0 25-16,0-25 0,-25 0 0,25 24 0,0-24 0,0 0 15,0 0-15,25 25 0,-25-25 0,0 0 0,0 0 16,0 0-16,0 0 0,0 0 0,0 0 0,0 0 16,0 0-16,25 0 0,-25 0 0,0 0 0,0 0 0,25 0 15,-25 0-15,0 0 0,25 0 0,-25-25 0,24 25 16,-24 0-16,25 0 0,-25-24 0,25 24 0,-25 0 0,0-25 15,25 25-15,-25 0 0,25-25 0,-25 25 0,24-25 16,-24 0-16,25 25 0,-25-24 0,0 24 0,25-25 0,-25 25 16,0-25-16,25 25 0,-25 0 0,0-25 0,0 25 15,0 0-15,25 0 0,-25 0 0,0 0 0,0 0 0,0 0 16,0 0-16,0 0 0,0 0 0,0 0 0,0 0 15,0 0-15,-25 0 0,25 0 0,0 0 0,0 0 16,0 0-16,0 0 0,0 0 0,0 25 0,25-25 0,-25 0 16,0 0-16</inkml:trace>
  <inkml:trace contextRef="#ctx0" brushRef="#br0" timeOffset="194475.1233">20315 12254 0,'0'0'0,"0"0"0,0 0 0,0 0 16,0 0-16,0 0 0,0 0 0,0 0 0,25 0 0,-25 0 16,0 0-16,25 0 0,-25 0 0,0 0 0,24 0 15,-24 0-15,25 0 0,-25 24 0,25-24 0,0 0 16,-25 0-16,25 0 0,-25 0 0,24 25 0,-24-25 0,25 0 15,-25 0-15,25 0 0,-25 25 0,0-25 0,25 0 16,-25 0-16,0 0 0,0 0 0,0 0 0,0 0 16,0 0-16</inkml:trace>
  <inkml:trace contextRef="#ctx0" brushRef="#br0" timeOffset="194654.1336">20315 12427 0,'-25'0'0,"25"0"0,0 0 15,0 0-15,0 0 0,0 0 0,0 0 0,0 0 0,0 0 16,0 0-16,0 0 0,25 25 0,-25-25 0,0 0 15,25 0-15,-25 0 0,25 0 0,-25 0 0,24 0 0,1 0 16,-25 0-16,25 0 0,0 0 0,0 0 0,-25 0 16,24 0-16,1 25 0,-25-25 0,25 0 0,0 0 15,-25 0-15,25 0 0,-1 0 0</inkml:trace>
  <inkml:trace contextRef="#ctx0" brushRef="#br0" timeOffset="196631.2466">21109 12477 0,'0'25'0,"0"-25"0,0 0 0,0 0 0,25 24 0,-25-24 0,0 0 0,0 25 0,0-25 0,0 0 0,0 0 0,24 0 0,-24 25 0,0-25 0,0 0 0,0 0 0,0 0 0,25 0 0,-25 0 0,0 0 0,0 0 0,25 0 0,-25 0 0,0-25 0,25 25 0,-25 0 0,0 0 0</inkml:trace>
  <inkml:trace contextRef="#ctx0" brushRef="#br0" timeOffset="197829.3152">21456 11981 0,'-25'0'0,"25"0"0,0 0 16,0 0-16,0 0 0,0 0 0,0 0 0,0 0 15,0 0-15,0 0 0,0 0 0,0 0 0,0 0 0,0 0 16,0 0-16,0 0 0,0 0 0,0 0 0,0 0 15,0 0-15,0 0 0,0 0 0,0 0 0,0 0 0,0 0 16,0 0-16,0 0 0,0 0 0,-25 0 0,25 0 16,0 0-16,0 0 0,0 0 0,-24 0 0,24 0 0,0 0 15,0 0-15,-25 0 0,25 0 0,0 24 0,0-24 16,-25 0-16,25 0 0,0 0 0,-25 25 0,25-25 15,0 0 282</inkml:trace>
  <inkml:trace contextRef="#ctx0" brushRef="#br0" timeOffset="199382.404">21382 12080 0,'0'0'16,"0"0"-16,0 0 0,0 0 0,0 0 0,-25 0 0,25 0 15,0 0-15,0 0 0,0 0 0,0 0 0,0 0 16,0 0-16,0 0 0,0 0 0,0 0 0,0-25 0,0 25 16,0 0-16,0 0 0,0 0 0,0 0 0,0 0 15,0 0-15,0 0 0,0 0 0,0 0 0,0 0 16,0 0-16,0 0 0,0 0 0,0 0 0,0 0 15,0 0-15,0 0 0,0 0 0,0 0 0,0 0 0,0 0 16,0 0-16,0 0 0,0 0 0,0 0 0,-25 0 0,25 0 16,0 0-16,0 0 0,0 0 0,0 0 15,0 0-15,0 0 0,-25 25 0,25-25 0,0 0 0,0 0 0,0 0 16,0 0-16,0 0 0,-25 25 0,25-25 0,0 0 15,0 0-15,0 0 0,-24 24 0,24-24 0,0 0 16,0 0-16,-25 25 0,25-25 0,0 0 0,0 0 0,-25 25 16,25-25-16,0 0 0,0 25 0,-25-25 0,25 0 15,0 0-15,0 25 0,-25-25 0,25 0 0,0 25 0,0-25 16,0 0-16,-24 24 0,24-24 0,0 0 0,0 25 15,0-25-15,0 0 0,0 25 0,-25-25 0,25 0 16,0 25-16,0-25 0,0 0 0,0 25 0,-25-25 0,25 24 16,0-24-16,0 0 0,0 25 0,0-25 0,-25 0 15,25 0-15,0 25 0,0-25 0,0 0 0,0 0 0,0 25 16,0-25-16,-25 0 0,25 25 0,0-25 0,0 0 15,0 0-15,0 24 0,0-24 0,0 0 0,0 0 16,0 25-16,0-25 0,0 0 0,-24 0 0,24 0 0,0 25 16,0-25-16,0 0 0,0 0 0,0 0 0,0 25 15,0-25-15,0 0 0,0 0 0,0 0 0,0 0 0,0 0 16,0 0-16,0 0 0,24 25 0,-24-25 0,0 0 15,0 0-15,0 0 0,0 0 0,0 0 0,0 0 0,0 0 16,0 0-16,0 0 0,0 0 0,0 0 0,0 0 16,0 24-16,0-24 0,0 0 0,0 0 0,0 0 15,0 0-15,0 0 0,0 0 47,0 0-47,0 0 0,0 0 0,0 0 0,0 0 0,0 0 0,0 0 0,0 0 0,0 0 0,0 0 0,0 0 0,0 0 0,0 0 0,0 0 0,0 0 0,25 0 0,-25 0 0,0 25 0,0-25 16,0 0-16,0 0 0,0 0 0,0 0 0,0 0 15,0 0-15,0 0 0,0 0 0,0 0 0,0 0 0,0 0 16,0 0-16,0 0 0,0 0 0,0 0 0,0 0 15,0 0-15,0 0 0,25-25 0,-25 25 0,0 0 0,0 0 16,25-24-16,-25 24 0,0 0 0</inkml:trace>
  <inkml:trace contextRef="#ctx0" brushRef="#br0" timeOffset="200371.4606">21779 12080 0,'0'0'0,"0"0"15,0 0-15,0 0 0,0 0 0,0 0 0,0 0 16,0 0-16,0 0 0,0 0 0,0 0 0,0 0 0,0 0 16,0 0-16,0 0 0,0 0 0,0 0 0,0 0 15,0 0-15,0 0 0,0 0 0,0 0 0,0 0 0,0 0 16,0 0-16,0 0 0,0 0 0,0 0 0,0 0 15,0 25-15,0-25 78,0 0-78,0 0 0,0 24 0,-25-24 0,25 0 0,0 25 0,0-25 0,0 25 0,0-25 0,0 0 0,0 25 0,-25-25 0,25 0 0,0 25 0,0-25 0,0 0 0,0 0 0,0 25 0,0-25 0,0 0 0,0 0 0,0 24 0,-25-24 0,25 0 0,0 0 0,0 0 0,0 0 0,0 25 0,0-25 0,0 0 16,0 0-16,0 0 0,25 0 0,-25 0 0,0 0 0,0 0 16,0 0-16,0 0 0,0 0 0,0 0 0,0 0 15,0 0-15,0 0 0,25 0 0,-25 0 0,0 0 0,0 0 16,25 0-16,-25 0 0,0 0 0,0 0 0,24 0 15,-24 0-15,0 0 0,25 0 0,-25 0 0,0 0 16,0 0-16,25 0 0,-25 0 0,0 0 0,0 0 0,0 0 16,0 0-16,0 0 0,25 0 0,-25 0 0,0 25 15,0-25-15,0 0 0,0 0 0,0 0 0,0 0 0,0 0 16,0 25-16,0-25 0,0 0 0,0 0 0,0 25 15,0-25-15,0 0 0,0 0 0,0 0 0,0 24 16,0-24-16,0 0 0,0 0 0,0 25 0,0-25 0,0 0 16,0 0-16,0 25 0,0-25 0,0 0 0,0 0 15,0 25-15,0-25 0,0 0 0,-25 0 0,25 0 0,0 25 16,0-25-16,0 0 0,0 0 0,0 0 15,0 0-15,0 24 0,-25-24 0,25 0 0,0 0 0,0 0 16,0 0-16,0 0 0,0 0 0,0 0 0,-25 0 0,25 0 16,0 0-16,0 0 0,0 0 0,-24 0 0,24 0 15,0 0-15,0 0 0,0 25 0,-25-25 0,25 0 0,0 0 16,0-25-16,0 25 0,-25 0 0,25 0 0,0 0 15,0 0-15,0 0 0,-25 0 0,25 0 0,0 0 0,0 0 16,0 0-16,0 0 0,0 0 0,0-24 0,0 24 16,0 0-16,0 0 0,0 0 0,0-25 0,0 25 15,0 0-15,0 0 0,0-25 0,0 25 0,25 0 0,-25 0 16,0-25-16,0 25 0,0 0 0,25-25 0,-25 25 15</inkml:trace>
  <inkml:trace contextRef="#ctx0" brushRef="#br0" timeOffset="200653.4767">21903 12080 0,'0'0'0,"0"0"16,24 0-16,-24 0 0,0 0 0,0 0 0,0 0 15,0 0-15,0 0 0,0 0 0,0 0 0,0 0 16,25 0-16,-25 0 0,0 0 0,0 0 0,0 0 0,25 0 16,-25 0-16,0 0 0,25 0 0,-25 0 0,0 0 15,25 0-15,-25 0 0,0 0 0,24 0 0,-24 0 0,0 0 16,25 0-16,-25 0 0,0 0 0,25 0 0,-25 0 15,0 0-15,25 25 0,-25-25 0,0 0 0,0 0 16,25 0-16,-25 0 0,0 0 0,24 0 0,-24 0 16,0 0-16,0 0 0,25 24 0,-25-24 0,0 0 0,0 0 15,0 0-15</inkml:trace>
  <inkml:trace contextRef="#ctx0" brushRef="#br0" timeOffset="200964.4945">22200 12378 0,'0'0'0,"0"0"0,0 0 0,0 0 16,0 0-16,0 0 0,0 0 0,0 0 0,25 0 0,-25 0 15,0 0-15,0 0 0,0 0 0,0-25 0,0 25 16,0 0-16,0 0 0,0 0 0,0 0 0,0 25 15,0-25-15,0 0 0,0 0 0,0 0 0,0 0 0,0 0 16,0 0-16,0 0 0,0 0 0,0 0 0,0 24 16,0-24-16,0 0 0,-25 0 0,25 0 0,0 0 15,0 25-15</inkml:trace>
  <inkml:trace contextRef="#ctx0" brushRef="#br0" timeOffset="201167.5061">22200 12576 0,'0'0'0,"0"0"15,0 0-15,25 25 0,-25-25 0,0 0 0,0 0 16,0 0-16,0 25 0,25-25 0,-25 0 0,0 24 15,0-24-15,0 0 0,0 25 0,0-25 0,0 0 0,0 25 16,0-25-16,0 0 0,0 25 0,0-25 0,0 0 16,0 25-16,0-25 0,-25 0 0,25 24 0,0-24 0,0 0 15,-25 0-15,25 0 0,0 25 0,-25-25 0,25 0 16,-24 0-16,24 0 0,0 0 0,-25 0 0,25 0 0,-25 0 15,25 0-15,0 0 0,-25 0 0,25 0 0,0 0 16</inkml:trace>
  <inkml:trace contextRef="#ctx0" brushRef="#br0" timeOffset="201675.5352">22944 12179 0,'0'-25'16,"0"25"-16,-24 0 0,24 0 0,0 0 0,0 0 15,0 0-15,0 0 0,0 0 0,24 0 0,-24 0 0,0 0 16,0 0-16,0 0 0,0 0 0,0 0 0,0 0 16,0 0-16,0 0 0,0 0 0,0 25 0,-24-25 0,24 0 15,0 25-15,0-25 0,-25 0 0,25 25 0,0-25 16,0 0-16,-25 25 0,25-25 0,0 0 0,-25 24 0,25-24 15,0 25-15,-25-25 0,25 0 0,0 0 0,-24 25 16,24-25-16,0 0 0,0 0 0,0 25 0,0-25 16,0 0-16,-25 0 0,25 0 0,0 0 0,0 0 0,0 0 15,0 25-15,0-25 0,0 0 0,0 0 0,0 0 16,0 0-16,25 0 0,-25 0 0,0 0 0,0 0 0,0 0 15,0 0-15,24 0 0,-24 0 0,0 0 0,0 0 16,25 24-16,-25-24 0,0 0 0,25 0 0,-25 0 16,25 0-16,-25 0 0,25 0 0,-25 0 0,0 0 0,24 0 15,-24 25-15,25-25 0,-25 0 0,25 0 0,-25 0 16,0 0-16,25 0 0,-25 0 0,25 0 0,-25 0 0,0 0 15,24 0-15,-24 0 0,0 0 0,0 0 0,25 0 16,-25 0-16,0 0 0,0 0 0,0 0 0,0 0 16,0 0-16,0 0 0,0 0 0,0-25 0,0 25 0,0 0 15,0 0-15,0 0 0,0-24 0</inkml:trace>
  <inkml:trace contextRef="#ctx0" brushRef="#br0" timeOffset="201945.5506">23044 12204 0,'0'0'0,"0"0"0,0 0 0,0 0 0,24 0 16,-24 0-16,0 0 0,0 0 0,0 0 0,0 0 15,0 0-15,0 0 0,0 0 0,0 0 0,0 0 16,0 0-16,0 0 0,0 25 0,0-25 0,0 0 16,0 25-16,0-25 0,0 24 0,0-24 0,0 0 0,0 25 15,0-25-15,0 25 0,0-25 0,0 25 0,0 0 0,0-25 16,0 0-16,0 24 0,0-24 0,0 25 0,0-25 15,-24 25-15,24-25 0,0 0 0,0 25 0,0-25 16,0 25-16,0-25 0,-25 0 0,25 24 0,0-24 0,0 0 16,0 0-16,-25 25 0,25-25 0,0 0 0,0 0 15,0 25-15,-25-25 0,25 0 0,0 0 0,0 0 0,0 0 16,0 0-16,0 25 0,0-25 0,0 0 0,0 0 15,0 0-15,25 0 0,-25 0 0,0 0 0,0 0 0</inkml:trace>
  <inkml:trace contextRef="#ctx0" brushRef="#br0" timeOffset="202158.5628">23416 12353 0,'0'0'15,"0"-25"-15,0 25 0,0 0 0,24 0 0,-24 0 0,0 0 16,0-25-16,0 25 0,0 0 0,0 0 0,0 0 15,0 0-15,0 0 0,0 0 0,0 0 0,0 0 0,25 0 16,-25 0-16,0 0 0,0 0 0,0 0 0,0 0 16,0 25-16,0-25 0,0 0 0,0 0 0,0 0 15,0 0-15,0 25 0,-25-25 0,25 0 0,0 0 0,0 0 16,0 25-16,-24-25 0,24 0 0</inkml:trace>
  <inkml:trace contextRef="#ctx0" brushRef="#br0" timeOffset="202390.5761">23440 12502 0,'0'0'0,"0"0"0,0 0 0,0 0 0,0 0 0,0 0 16,0 0-16,0 24 0,25-24 0,-25 0 0,0 0 16,0 0-16,0 0 0,0 25 0,0-25 0,0 0 15,25 0-15,-25 25 0,0-25 0,0 0 0,0 25 0,0-25 16,0 0-16,0 25 0,0-25 0,0 0 0,0 24 15,0-24-15,0 25 0,0-25 0,0 0 0,0 0 0,-25 25 16,25-25-16,0 0 0,-25 0 0,25 25 0,0-25 16,-24 0-16,24 0 0,0 0 0,0 0 0,-25 0 0,25 0 15,0 25-15,0-25 0,-25 0 0,25 0 0,0 0 16,0 0-16,0 0 0</inkml:trace>
  <inkml:trace contextRef="#ctx0" brushRef="#br0" timeOffset="202926.6067">23986 12105 0,'25'0'0,"-25"0"0,0 0 0,0-25 16,0 25-16,0 0 0,0 0 0,0 0 0,0 0 15,0 0-15,25 0 0,-25 0 0,0 0 0,0 0 0,0 0 16,0 0-16,0 0 0,25 0 0,-25 0 0,0 0 16,0 0-16,24 0 0,-24 0 0,0 25 0,0-25 0,0 0 15,25 0-15,-25 24 0,0-24 0,0 0 0,0 25 16,0-25-16,0 0 0,0 25 0,0-25 0,0 25 15,0-25-15,-25 25 0,25-25 0,0 25 0,-24-25 0,24 24 16,0-24-16,-25 25 0,25-25 0,-25 25 0,25-25 16,-25 25-16,25-25 0,-25 25 0,25-25 0,-24 0 0,24 24 15,0-24-15,-25 0 0,25 25 0,0-25 0,-25 0 16,25 0-16,0 0 0,0 25 0,0-25 0,0 0 0,0 0 15,-25 0-15,25 0 0,0 25 0,0-25 0,0 0 16,0 0-16,25 0 0,-25 0 0,0 0 0,0 25 16,0-25-16,0 0 0,0 0 0,25 0 0,-25 0 0,0 0 15,0 0-15,25 24 0,-25-24 0,24 0 0,-24 0 16,0 0-16,25 0 0,-25 25 0,25-25 0,-25 0 15,25 0-15,-25 0 0,25 0 0,-25 0 0,24 0 0,-24 0 16,25 0-16,-25 0 0,25 0 0,-25 0 0,25 0 16,-25 0-16,0 0 0,25 0 0,-25 0 0,24 0 0,-24-25 15,0 25-15,25 0 0,-25-24 0,0 24 0</inkml:trace>
  <inkml:trace contextRef="#ctx0" brushRef="#br0" timeOffset="203433.6357">24557 11931 0,'0'0'0,"0"0"0,0 0 0,0 0 16,24 0-16,-24 0 0,0 0 0,0 0 0,0-25 0,0 25 15,0 0-15,0 0 0,0 0 0,0 0 0,0 0 0,0 0 16,0 0-16,0 0 0,25 0 0,-25 25 15,0-25-15,0 0 0,0 0 0,0 0 0,0 0 0,0 0 16,0 0-16,25 25 0,-25-25 0,0 0 0,0 0 16,0 25-16,0-25 0,0 0 0,25 24 0,-25-24 0,0 0 15,0 25-15,0-25 0,0 25 0,0 0 0,0-25 16,0 25-16,0-25 0,0 24 0,0 1 0,0-25 0,0 25 15,0 0-15,0-25 0,-25 25 0,25 0 0,0-25 16,0 24-16,0-24 0,-25 25 0,25 0 0,0-25 16,0 25-16,0-25 0,-25 25 0,25-25 0,0 24 0,0-24 15,-24 25-15,24-25 0,0 25 0,-25-25 0,25 0 16,0 25-16,0-25 0,-25 0 0,25 25 0,0-25 0,0 0 15,-25 24-15,25-24 0,0 0 0,-25 0 0,25 25 16,0-25-16,0 0 0,-24 0 0,24 0 0,0 0 0,0 25 16,-25-25-16,25 0 0,0 0 0,0 0 0,0 0 15,-25 0-15,25 0 0,0 0 0,0 0 0,0 0 0,0 0 16,-25 0-16,25 0 0,0 0 0,0 0 0,0-25 15,0 25-15,0 0 0,0 0 0,25 0 0,-25-25 16,0 25-16,25 0 0</inkml:trace>
  <inkml:trace contextRef="#ctx0" brushRef="#br0" timeOffset="204236.6816">25078 11633 0,'0'0'0,"0"0"0,0 0 0,0 0 0,0 0 15,0 0-15,0 0 0,0 0 0,0 0 0,0 0 16,0 0-16,0 0 0,0 0 0,0 0 0,0 0 0,0 0 15,0 0-15,0 0 0,0 0 0,0 0 0,0 25 16,0-25-16,0 0 0,0 0 0,0 0 0,0 25 16,0-25-16,0 0 0,0 0 0,0 0 0,0 25 0,0-25 15,-25 0-15,25 25 0,0-25 0,0 0 0,0 24 16,0-24-16,0 0 0,0 25 0,-25-25 0,25 0 15,0 25-15,0-25 0,0 0 0,0 25 0,0-25 0,0 0 16,0 25-16,0-25 0,0 24 0,0-24 0,0 0 16,0 25-16,0-25 0,0 0 0,0 25 0,0-25 0,0 0 15,0 0-15,0 25 0,0-25 0,0 0 0,0 0 16,0 25-16,0-25 0,25 0 0,-25 0 0,0 0 0,0 0 15,0 24-15,0-24 0,25 0 0,-25 0 0,0 0 16,0 0-16,0 0 0,0 0 0,0 0 0,0 0 16,0 0-16,0 0 0,0 0 0,0 0 0,0 0 0,0 0 15,0 0-15,0 0 0,0 0 0,0 0 0,0 0 16,0 0-16,0 0 0,0 0 0,0 0 0,0 0 0,0 0 15,-25 0-15,25 0 0,0 0 0,0 0 0,0 0 16,0 0-16,0 0 0,0 0 0,0 25 0,0-25 16,-25 0-16,25 0 0,0 0 0,0 0 0,0 25 0,0-25 15,0 0-15,0 0 0,0 25 0,0-25 0,-25 0 16,25 25-16,0-25 0,0 0 0,0 24 0,0-24 0,0 0 15,0 25-15,0-25 0,0 25 0,0-25 0,-25 25 16,25-25-16,0 0 0,0 25 0,0-25 0,0 25 16,0-25-16,0 24 0,0-24 0,0 25 0,0-25 0,25 0 15,-25 25-15,0-25 0,0 25 0,0-25 0,0 0 0,0 25 16,0-25-16,0 0 0,0 24 0,0-24 0,0 0 15,0 0-15,0 25 0,0-25 0,0 0 0,-25 25 16,25-25-16,0 0 0,0 0 0,0 25 0,0-25 0,0 0 16,-24 0-16,24 25 0,0-25 0,0 0 0,0 0 15,0 24-15,0-24 0,-25 0 0,25 0 0,0 0 0,0 25 16,0-25-16,0 0 0,0 0 0,-25 0 0,25 0 15,0 0-15,0 0 0,0 0 0,0 0 0,0 0 16,-25 0-16,25 0 0,0 0 0,0 0 0,-25 0 16,25 0-16,0 0 0,-25 0 0,25 0 0,0 0 0</inkml:trace>
  <inkml:trace contextRef="#ctx0" brushRef="#br0" timeOffset="205860.7745">4713 13643 0,'0'0'0,"0"0"0,0 0 15,0 0-15,0 0 0,0 0 0,0-25 0,0 25 16,0 0-16,0 0 0,0 0 0,0 0 0,0-25 0,0 25 15,0 0-15,0 0 0,0 0 0,0 0 0,0 0 16,0 0-16,0-25 0,0 25 0,0 0 0,0 0 16,0 0-16,0 0 0,0 0 0,0 0 0,0 0 0,0 0 15,0 0-15,0 0 0,0 0 0,0 0 0,0 0 16,0 0-16,0 0 0,0 0 0,0 0 0,0 0 15,0 0-15,0 25 0,0-25 0,0 0 0,0 25 0,0-25 16,0 0-16,-25 25 0,25-25 0,0 24 0,0-24 16,0 25-16,0-25 0,0 25 0,0-25 0,0 25 0,0-25 15,0 25-15,0-25 0,-25 24 0,25-24 0,0 25 16,0 0-16,0-25 0,0 25 0,0-25 0,0 25 0,0-25 15,0 24-15,-25-24 0,25 25 0,0-25 0,0 25 16,0-25-16,0 25 0,0-25 0,0 25 0,0-25 16,0 0-16,-24 24 0,24-24 0,0 0 0,0 0 0,0 25 15,0-25-15,0 0 0,0 0 0,0 0 0,0 0 16,0 0-16,0 0 0,0 0 0,0 0 0,0 25 0,0-25 15,0 0-15,-25-25 0,25 25 0,0 0 0,0 0 16,0 0-16,0 0 0,0 0 0,-25-25 0,25 25 16</inkml:trace>
  <inkml:trace contextRef="#ctx0" brushRef="#br0" timeOffset="206443.8079">4738 13593 0,'0'0'16,"24"0"-16,-24 0 0,0 0 0,0-25 0,0 25 0,0 0 15,25 0-15,-25 0 0,0 0 0,0-25 0,0 25 16,25 0-16,-25 0 0,0 0 0,25 0 0,-25 0 0,0 0 15,0 0-15,25 0 0,-25 0 0,0 0 0,0 0 16,0 0-16,25 0 0,-25 25 0,0-25 0,0 0 16,0 25-16,0-25 0,0 0 0,0 25 0,0-25 0,0 25 15,0-25-15,-25 24 0,25-24 0,0 0 0,0 25 16,0-25-16,0 25 0,0-25 0,-25 25 0,25-25 0,0 0 15,0 25-15,0-25 0,-25 24 0,25-24 0,0 0 16,0 25-16,-25-25 0,25 0 0,0 25 0,-25-25 16,25 0-16,0 25 0,0-25 0,-24 0 0,24 0 0,0 0 15,0 0-15,0 0 0,0 0 0,0 25 16,0-25-16,0 0 0,0 0 0,0 0 0,24 0 0,-24 0 0,0 0 15,0 0-15,25 0 0,-25 0 0,0 0 0,25 0 16,-25 0-16,25 0 0,-25 0 0,0 0 0,25 0 16,-25 0-16,0 0 0,0 24 0,25-24 0,-25 0 0,0 0 15,0 0-15,0 25 0,0-25 0,0 0 0,0 25 16,0-25-16,0 0 0,0 0 0,0 25 0,0-25 0,0 0 15,0 25-15,0-25 0,0 0 0,-25 24 0,25-24 16,0 0-16,0 25 0,0-25 0,-25 0 0,25 0 16,0 25-16,-25-25 0,25 0 0,0 0 0,0 25 0,-25-25 15,25 0-15,0 0 0,-25 0 0,25 25 0,0-25 16,0 0-16,-24 0 0,24 0 0,0 0 0,-25 0 0,25 0 15,0 0-15,0 0 0,-25 0 0,25 0 0,0 0 16,0 0-16,0-25 0,0 25 0,0 0 0,0 0 16,0-25-16,0 25 0,0 0 0,0-25 0,0 25 0,0 0 15,25-25-15,-25 25 0,0 0 0,0-24 0,0 24 16,0 0-16,25 0 0</inkml:trace>
  <inkml:trace contextRef="#ctx0" brushRef="#br0" timeOffset="207447.8653">5308 13271 0,'0'0'0,"0"0"0,0-25 16,0 25-16,25 0 0,-25 0 0,0 0 0,0 0 15,0 0-15,0 0 0,0 0 0,0 0 0,0 0 0,0 0 16,0 0-16,0 0 0,0 0 0,0 0 0,0 0 16,0 0-16,-25 0 0,25 0 0,0 0 0,0 25 15,0-25-15,0 0 0,0 0 0,-25 24 0,25-24 0,0 0 16,0 25-16,0-25 0,0 0 0,-24 25 0,24-25 15,0 0-15,0 25 0,0-25 0,-25 0 0,25 25 0,0-25 16,0 0-16,0 0 0,0 24 0,0-24 0,0 0 16,-25 0-16,25 0 0,0 0 0,0 25 0,0-25 0,0 0 15,0 0-15,0 0 0,0 0 0</inkml:trace>
  <inkml:trace contextRef="#ctx0" brushRef="#br0" timeOffset="207830.8872">5482 13221 0,'0'0'0,"0"0"0,0 0 0,0 0 0,0 0 0,0 0 0,0 0 0,0 0 0,0 25 0,0-25 0,0 0 0,0 0 0,0 0 0,0 25 0,0-25 0,-25 0 0,25 24 16,0-24-16,0 25 0,0-25 0</inkml:trace>
  <inkml:trace contextRef="#ctx0" brushRef="#br0" timeOffset="207989.8963">5680 13767 0,'0'0'0,"0"0"0,0 0 0,0 0 0,0 0 16,0 0-16,0 0 0,0 0 0,0 0 0,0 0 15,0 0-15,0 0 0,0 0 0,0 0 0,0 0 16,25 0-16,-25 0 0,0 0 0,25 0 0,-25 24 15,0-24-15,25 0 0,-25 0 0,24 0 0,-24 0 0,25 0 16,-25 0-16,25 0 0,-25 0 0,25 25 0,-25-25 16,25 0-16,-25 0 0,0 0 0,25 0 0,-25 0 0,0 25 15,0-25-15,24 0 0</inkml:trace>
  <inkml:trace contextRef="#ctx0" brushRef="#br0" timeOffset="208583.9303">5779 14039 0,'0'0'0,"0"0"0,0 0 16,0 0-16,0 0 0,0 0 0,0 0 0,0 0 15,0 0-15,0 0 0,0 0 0,0 0 0,0 0 0,0 0 16,25 0-16,-25 0 0,0 0 0,0 0 16,25 0-16,-25-24 0,25 24 0,-25 0 0,25 0 0,-25 0 15,25 0-15,-25 0 0,24 0 0,-24 0 0,25 0 16,-25 0-16,25 0 0,-25 0 0,25 0 0,-25 0 0,25 0 15,-1 0-15,-24 0 0,0 0 0,25 0 0,-25 0 16,25 0-16,-25 0 0,0 0 0</inkml:trace>
  <inkml:trace contextRef="#ctx0" brushRef="#br0" timeOffset="209620.9896">6772 13370 0,'0'0'15,"0"0"-15,0 0 0,0 0 0,0 0 0,0-25 16,0 25-16,0 0 0,0 0 0,0 0 0,-25 0 0,25-25 16,0 25-16,0 0 0,0 0 0,0 0 0,0 0 15,0 0-15,0 0 0,0 0 0,0 0 0,0 0 0,0 0 16,0 0-16,0 0 0,0-25 0,0 25 0,0 0 15,-25 0-15,25 25 0,0-25 0,0 0 0,0 0 16,-25 0-16,25 0 0,0 0 0,0 0 0,0 0 0,-25 0 16,25 25-16,0-25 0,0 0 0,0 0 0,0 0 15,0 25-15,0-25 0,0 0 0,0 0 0,0 25 0,0-25 16,0 0-16,0 24 0,25-24 0,-25 0 0,0 0 15,0 25-15,25-25 0,-25 0 0,0 25 0,0-25 16,25 0-16,-25 25 0,0-25 0,25 25 0,-25-25 0,0 0 16,24 0-16,-24 24 0,0-24 0,25 0 0,-25 0 0,0 25 15,0-25-15,25 0 0,-25 0 0,0 25 0,0-25 16,0 0-16,0 0 0,25 25 0,-25-25 0,0 0 16,0 0-16,0 0 0,0 25 0,0-25 0,0 0 0,0 0 15,0 0-15,0 0 0,0 0 0,-25 24 0,25-24 16,0 0-16,0 0 0,0 0 0,-25 0 0,25 25 0,0-25 15,-25 0-15,25 0 0,0 0 0,-24 0 0,24 0 16,0 0-16,0 0 0,-25 0 0,25 25 0,0-25 16,0 0-16,0 0 0,-25 0 0,25 0 0,0 0 15,0 0-15,0 0 0,0 0 0,0 0 0,25 0 0,-25 0 16,0 0-16,0 0 0,0 0 0,0 0 0,0 0 0,25 0 15,-25 0-15,0 0 0,0 25 0,0-25 0,24 0 16,-24 0-16,0 0 0,0 0 0,25 25 0,-25-25 16,0 0-16,0 24 0,25-24 0,-25 0 0,0 25 15,0-25-15,0 0 0,0 25 0,25-25 0,-25 25 0,0-25 16,0 25-16,0-25 0,0 24 0,-25-24 0,25 25 0,0-25 15,0 25-15,0-25 0,0 25 0,0-25 0,0 0 16,0 25-16,0-25 0,0 24 0,0-24 0,-25 0 0,25 25 16,0-25-16,0 0 0,0 25 0,0-25 0,0 0 15,-25 0-15,25 25 0,0-25 0,0 0 0,0 0 16,0 25-16,-24-25 0,24 0 0,0 0 0,0 24 0,-25-24 15,25 0 63,0 0-78,0 25 0,0-25 0,0 0 0,-25 0 0,25 0 0,0 0 0,0 0 0,0 0 0,0 0 0,0 0 0,0 0 0</inkml:trace>
  <inkml:trace contextRef="#ctx0" brushRef="#br0" timeOffset="211385.0905">7342 13667 0,'0'0'0,"0"0"16,0-24-16,0 24 0,0 0 0,0 0 0,0 0 0,0 0 15,25 0-15,-25 0 0,0 0 0,0 0 0,0 0 16,0 0-16,0 0 0,0 0 0,0 0 0,0-25 16,0 25-16,0 0 0,0 0 0,0 0 0,0 0 0,0 0 15,0 0-15,0 0 0,0 0 0,0 0 0,0 0 16,0 0-16,0 0 0,0 0 0,0 0 0,0 0 15,0 0-15,0 0 0,0 0 0,0 0 0,0 0 0,0 0 16,0 0-16,0 0 0,0 0 0,0 0 0,0 0 16,0 0-16,0 0 0,0 0 0,0 0 0,0 25 0,0-25 15,0 0-15,0 0 0,0 24 0,-25-24 0,25 25 16,0-25-16,0 0 0,0 25 0,0-25 0,-25 25 0,25-25 15,0 25-15,0-25 0,0 24 0,0-24 0,-24 25 16,24-25-16,0 0 0,0 25 0,0-25 0,0 25 16,0-25-16,0 25 0,0-25 0,0 24 0,0-24 15,0 0-15,-25 25 0,25-25 0,0 0 0,0 25 0,25-25 16,-25 0-16,0 25 0,0-25 0,0 0 0,0 0 0,0 25 15,24-25-15,-24 0 0,0 0 0,0 0 0,25 0 16,-25 0-16,0 24 0,25-24 0,-25 0 0,25 0 0,-25 0 16,25 0-16,-25-24 0,24 24 0,-24 0 0,25 0 15,-25 0-15,0 0 0,25-25 0,-25 25 0,25 0 16,-25 0-16,0-25 0,25 25 0,-25 0 0,0-25 0,24 25 15,-24-25-15,0 25 0,0 0 0,0-24 0,25 24 16,-25-25-16,0 25 0,0-25 0,0 25 0,0-25 16,0 25-16,0-25 0,0 25 0,25-24 0,-25 24 0,0-25 15,0 25-15,0-25 0,0 25 0,0-25 0,0 25 16,0 0-16,0-25 0,0 25 0,0 0 0,0-24 0,25 24 15,-25 0-15,0 0 0,0-25 0,0 25 0,0 0 16,0 0-16,0 0 0,0 0 0,0 0 0,0 0 0,0 0 16,0 0-16,0 0 0,0 0 0,0 0 0,0 0 15,0 0-15,0 0 0,0 25 0,0-25 0,-25 0 16,25 24-16,0-24 0,0 25 0,0-25 0,0 25 0,0-25 15,-25 25-15,25-25 0,0 25 0,0-1 0,0-24 16,0 25-16,-25-25 0,25 25 0,0-25 0,0 25 0,0 0 16,0-25-16,0 24 0,0-24 0,-24 0 0,24 25 15,0-25-15,0 25 0,0-25 0,0 0 0,0 25 0,-25-25 16,25 0-16,0 0 0,0 25 0,0-25 0,0 0 15,0 0-15,0 0 0,0 0 0,0 0 0,0 24 16,25-24-16,-25 0 0,0 0 0,0 0 0,0 0 0,0 0 16,0 0-16,0 0 0,0 0 0,0 0 0,0 0 15</inkml:trace>
  <inkml:trace contextRef="#ctx0" brushRef="#br0" timeOffset="211696.1083">7962 13841 0,'0'0'0,"25"0"15,-25 0-15,0 0 0,0 0 0,0 0 0,0 0 16,0 0-16,0 0 0,0 0 0,0-25 0,0 25 0,0 0 16,0 0-16,25 0 0,-25 0 0,0 0 0,25 0 15,-25 0-15,0 0 0,25 25 0,-25-25 0,24 0 0,-24 0 16,25 0-16,-25 0 0,25 0 0,0 0 0,-25 0 15,25 0-15,-25 0 0,24 0 0,-24 0 0,25 25 16,-25-25-16,0 0 0,0 0 0,25 0 0,-25 0 0,0 0 16,0 0-16,0 0 0,0 0 0,0 0 0,-25 0 15</inkml:trace>
  <inkml:trace contextRef="#ctx0" brushRef="#br0" timeOffset="211910.1205">8037 14015 0,'0'0'0,"0"0"0,0 0 15,0 0-15,0 0 0,0 0 0,0 24 0,25-24 0,-25 0 16,0 0-16,0 0 0,24 0 0,-24 0 0,0 0 16,25 0-16,-25 0 0,25 0 0,-25 0 0,25 0 15,-25 0-15,25 0 0,-25 0 0,24 0 0,1 0 0,-25 0 16,25 0-16,-25 0 0,25 0 0,-25 0 0,0 0 15,25 0-15,-25 0 0,24 0 0,-24 0 0,0 0 0,25 0 16,-25 0-16,25 0 0,-25 0 0</inkml:trace>
  <inkml:trace contextRef="#ctx0" brushRef="#br0" timeOffset="212244.1396">8930 13692 0,'0'0'0,"0"-25"0,0 25 0,0 0 0,0 0 0,-25 0 16,25 0-16,0 0 0,0 0 0,0-24 0,0 24 0,0 0 15,-25 24-15,25-24 0,0 0 0,0 0 0,0 0 16,-25 0-16,25 25 0,0-25 0,0 0 0,-25 25 16,25-25-16,0 25 0,-24-25 0,24 25 0,0-25 0,-25 24 15,25-24-15,0 25 0,-25 0 0,25-25 0,0 25 16,0 0-16,0-25 0,0 24 0,0-24 0,0 25 0,0-25 15,0 25-15,0 0 0,0-25 0,0 25 0,0-25 16,0 24-16,0-24 0,0 0 0,0 25 0,0-25 0,25 25 16,-25-25-16,0 0 0,25 0 0,-25 25 15,0-25-15</inkml:trace>
  <inkml:trace contextRef="#ctx0" brushRef="#br0" timeOffset="213444.2083">9252 13717 0,'0'0'0,"0"0"16,0-25-16,0 25 0,0 0 0,0 0 0,0 0 0,0 0 16,0 0-16,0 0 0,0 0 0,0 0 0,0 0 0,0 0 15,0 0-15,0 0 0,0-25 0,0 25 0,0 0 16,0 0-16,0 0 0,0 0 0,0 0 0,0 0 15,0-24-15,0 24 0,0 0 0,0 0 0,0 0 0,0 0 16,0 0-16,25 0 0,-25 0 0,0 0 0,0 0 16,0 0-16,25-25 0,-25 25 0,0 0 0,0 0 0,0 0 15,25 0-15,-25 0 0,0 0 0,24 0 0,-24 0 16,0 0-16,0 25 0,25-25 0,-25 0 0,0 0 0,0 0 15,0 24-15,0-24 0,0 0 0,0 0 0,0 25 16,0-25-16,0 25 0,0-25 0,0 0 0,0 25 16,-25-25-16,25 25 0,0-25 0,0 24 0,-24-24 0,24 25 15,-25-25-15,25 0 0,-25 25 0,25-25 0,0 25 16,-25-25-16,25 0 0,-25 0 0,25 25 0,0-25 15,0 0-15,-24 0 0,24 0 0,0 0 0,0 24 0,0-24 16,0 0-16,0 0 0,0 0 0,0 0 0,0 0 0,0 0 16,0 0-16,0 0 0,0 0 0,0 0 0,0-24 15,0 24-15,24 0 0,-24 0 0,0 0 0,25 0 16,-25 0-16,25 0 0,-25 0 0,0 0 0,25 0 15,-25 0-15,0 0 0,25 0 0,-25 0 0,0 0 0,0 0 16,24 0-16,-24 0 0,0 0 0,0 0 0,0 24 0,0-24 16,25 0-16,-25 0 0,0 0 0,0 25 0,0-25 15,0 0-15,0 25 0,0-25 0,0 0 0,0 25 0,0-25 16,-25 0-16,25 25 0,0-25 0,0 0 0,0 0 15,0 24-15,-24-24 0,24 0 0,0 0 0,0 25 16,-25-25-16,25 0 0,0 0 0,0 0 0,-25 25 16,25-25-16,0 0 0,-25 0 0,25 0 0,0 0 0,-25 0 15,25 0-15,0 0 0,-24 0 0,24 0 0,0 0 16,0 0-16,0 0 0,-25-25 0,25 25 0,0 0 0,0 0 15,0 0-15,0 0 0,0-25 0,-25 25 0,25 0 16,0 0-16,0 0 0,0 0 0,0-24 0,0 24 0,25 0 16,-25 0-16,0 0 0,0 0 0,0 0 0,25 0 15,-25 0-15,0 0 0,24 0 0,-24 0 0,0 0 0,25 0 16,-25 0-16,25 0 0,-25 0 0,25-25 0,-25 25 15</inkml:trace>
  <inkml:trace contextRef="#ctx0" brushRef="#br0" timeOffset="213652.2202">9823 13866 0,'0'0'0,"24"0"15,-24 0-15,0 0 0,0 0 0,0-25 0,0 25 0,0 0 16,0 0-16,0 0 0,0 0 0,0 0 0,0 0 15,0 0-15,0 0 0,0 0 0,0 0 0,0 0 16,0 25-16,0-25 0,0 0 0,0 0 0,0 0 0,0 0 16,0 0-16,-24 25 0,24-25 0,0 0 0,0 0 15,0 0-15,0 0 0</inkml:trace>
  <inkml:trace contextRef="#ctx0" brushRef="#br0" timeOffset="213895.2341">9847 14039 0,'0'0'0,"0"0"0,25 0 0,-25 0 0,0 25 15,0-25-15,0 0 0,0 0 0,25 0 0,-25 0 16,0 0-16,0 0 0,0 25 0,25-25 0,-25 0 0,0 0 16,0 0-16,0 25 0,0-25 0,25 0 0,-25 0 15,0 25-15,0-25 0,0 0 0,0 0 0,0 24 16,0-24-16,0 0 0,0 25 0,-25-25 0,25 25 0,0-25 15,0 0-15,-25 25 0,25-25 0,0 0 0,-25 25 0,25-25 16,0 0-16,-25 24 0,25-24 0,0 0 0,-24 0 16,24 25-16,0-25 0,-25 0 0,25 0 0,0 0 15,0 0-15,0 0 0,0 0 0,0 0 0,0 0 0</inkml:trace>
  <inkml:trace contextRef="#ctx0" brushRef="#br0" timeOffset="214425.2644">10393 13692 0,'0'0'0,"0"0"16,0 0-16,0 0 0,0-25 0,0 25 0,0 0 0,0 0 15,-25 0-15,25 0 0,0 25 0,0-25 0,0 0 16,0 0-16,0 0 0,-24 0 0,24 0 0,0 0 15,0 0-15,0 25 0,-25-25 0,25 0 0,0 0 0,0 0 16,0 25-16,0-25 0,0 0 0,-25 0 0,25 25 16,0-25-16,0 0 0,0 0 0,0 0 0,0 24 15,0-24-15,0 0 0,0 0 0,0 25 0,0-25 0,0 0 16,0 0-16,25 25 0,-25-25 0,0 0 0,0 25 15,0-25-15,0 0 0,0 0 0,25 25 0,-25-25 0,0 0 16,0 0-16,0 24 0,24-24 0,-24 0 0,0 0 16,0 25-16,25-25 0,-25 0 0,0 0 0,0 25 0,25-25 15,-25 0-15,0 0 0,0 0 0,0 25 0,25-25 16,-25 0-16,0 0 0,0 0 0,0 0 0,0 25 15,0-25-15,0 0 0,25 0 0,-25 0 0,0 0 0,0 0 16,0 0-16,0 24 0,0-24 0,-25 0 0,25 0 0,0 0 16,0 0-16,0 0 0,0 0 0,0 0 0,-25 0 15,25 0-15,0 0 0,0 0 0,-25 0 0,25 0 16,0 0-16,-25 0 0,25 0 0,0 0 0,-24 0 0,24 0 15,0 0-15,0 0 0,-25 0 0,25 0 0,0 0 16,-25 0-16,25 0 0,0 0 0,0 0 0,-25-24 16,25 24-16,0 0 0,0 0 0,0-25 0,0 25 15</inkml:trace>
  <inkml:trace contextRef="#ctx0" brushRef="#br0" timeOffset="214627.276">10443 13667 0,'25'0'0,"-25"0"0,0 0 0,0 0 0,0 0 0,0 0 15,24-24-15,-24 24 0,0 0 0,0 0 0,25 0 16,-25 0-16,25 0 0,-25 0 0,25 0 0,0 0 0,-25 0 16,24 0-16,1 0 0,-25 0 0,25 0 0,0 0 15,0 0-15,-25 0 0,24 0 0,-24 0 0,25 0 16,0 0-16,-25 0 0,0 24 0,25-24 0,-25 0 0,0 0 15,25 0-15,-25 0 0,0 0 0,0 0 0</inkml:trace>
  <inkml:trace contextRef="#ctx0" brushRef="#br0" timeOffset="214811.2865">10815 13767 0,'0'0'0,"0"0"0,0 0 0,0 0 0,0 0 16,0 0-16,0 0 0,0 0 0,0 0 0,0 0 15,0 0-15,0 0 0,0 0 0,0 0 0,0 0 0,0 0 16,0 0-16,0 0 0,0 0 0,0 0 15,0 0-15,0 0 0,0 24 0,0-24 0,0 0 0,25 0 16,-25 0-16,0 0 0,0 0 0,0 25 0,0-25 0,0 0 16,0 0-16,0 0 0,0 0 0</inkml:trace>
  <inkml:trace contextRef="#ctx0" brushRef="#br0" timeOffset="215019.2984">10864 13965 0,'25'0'0,"-25"0"0,0 0 0,0 0 0,0 25 0,0-25 16,0 0-16,25 0 0,-25 0 0,0 0 0,0 25 15,0-25-15,0 0 0,25 0 0,-25 0 0,0 24 16,0-24-16,0 0 0,0 25 0,0-25 0,0 0 0,0 0 16,0 25-16,0-25 0,-25 0 0,25 25 0,0-25 15,0 0-15,-25 25 0,25-25 0,0 0 0,-25 24 16,25-24-16,-24 0 0,24 0 0,0 25 0,-25-25 0,25 0 15,-25 0-15,25 0 0,0 0 0,-25 0 0,25 0 16</inkml:trace>
  <inkml:trace contextRef="#ctx0" brushRef="#br0" timeOffset="215543.3283">11311 13742 0,'0'0'0,"0"0"0,0-25 0,0 25 0,0 0 0,0 0 16,0 0-16,0 0 0,0 0 0,25-25 0,-25 25 15,0 0-15,0 0 0,25 0 0,-25 0 0,0 0 16,24 0-16,-24 0 0,25 0 0,-25 0 0,0 0 0,25 0 15,-25 0-15,0 25 0,25-25 0,-25 0 0,0 0 0,25 0 16,-25 0-16,0 0 0,0 25 0,0-25 0,0 0 16,0 25-16,0-25 0,0 0 0,0 24 0,0-24 15,-25 0-15,25 25 0,0-25 0,-25 25 0,25-25 0,-25 0 16,25 25-16,-25-25 0,25 25 0,-24-25 0,24 0 15,-25 24-15,25-24 0,-25 0 0,25 0 0,-25 25 16,25-25-16,0 0 0,-25 0 0,25 25 0,0-25 0,0 0 16,0 0-16,-24 0 0,24 25 0,0-25 0,0 0 15,0 0-15,0 0 0,0 0 0,0 0 0,24 0 0,-24 25 16,0-25-16,0 0 0,25 0 0,-25 0 0,0 0 15,25 0-15,-25 0 0,25 0 0,-25 24 0,25-24 0,-25 0 16,24 0-16,-24 0 0,25 0 0,-25 0 0,25 0 16,0 0-16,-25 0 0,25 0 0,-25 0 0,24 0 15,1 0-15,-25 0 0,25 0 0,-25-24 0,25 24 0,-25 0 16,0 0-16,25 0 0,-25-25 0</inkml:trace>
  <inkml:trace contextRef="#ctx0" brushRef="#br0" timeOffset="215902.3489">11807 13618 0,'0'0'0,"0"0"0,25 0 0,-25 0 0,0 0 0,0 0 16,25 0-16,-25 0 0,0 0 0,24 0 0,-24 0 15,0 0-15,25 0 0,-25 0 0,0 0 0,25 25 0,-25-25 16,25 0-16,-25 0 0,0 24 0,25-24 0,-25 0 16,0 25-16,24-25 0,-24 25 0,0-25 0,0 25 0,0-25 15,0 25-15,0-25 0,0 24 0,0-24 0,0 25 16,0 0-16,-24-25 0,24 25 0,0 0 0,0-25 15,-25 24-15,25-24 0,-25 25 0,25-25 0,-25 25 0,25-25 16,-25 25-16,25-25 0,-24 25 0,24-25 0,-25 24 16,25-24-16,-25 0 0,0 25 0,25-25 0,-25 0 15,25 25-15,-24-25 0,24 0 0,0 0 0,-25 0 0,25 0 16,0 25-16,-25-25 0,25 0 0,0 0 0,0 0 15,0 0-15,0 0 0,0 0 0,0 0 0,0 0 0,0-25 16,0 25-16,0 0 0,0 0 0,0 0 0,25 0 16,-25-25-16,0 25 0,25 0 0</inkml:trace>
  <inkml:trace contextRef="#ctx0" brushRef="#br0" timeOffset="216155.3634">12427 13866 0,'0'0'0,"0"0"0,0 0 0,0 0 0,0 0 16,0 0-16,0 0 0,0 0 0,0 0 0,0 0 15,25 0-15,-25 0 0,0 0 0,0 0 0,0 0 0,0 0 16,0 0-16,0 0 0,0 0 0,0 0 0,0 0 0,0 0 16,0 0-16,0 0 0,0 25 0,0-25 0,0 0 15,0 0-15,0 0 0,-25 0 0,25 24 0</inkml:trace>
  <inkml:trace contextRef="#ctx0" brushRef="#br0" timeOffset="216357.3749">12402 13990 0,'0'0'0,"0"25"0,0-25 0,0 0 0,0 0 16,0 0-16,0 0 0,25 0 0,-25 0 0,0 0 15,0 24-15,0-24 0,25 0 0,-25 0 0,0 0 0,0 25 16,25-25-16,-25 0 0,0 0 0,0 25 0,0-25 16,25 0-16,-25 25 0,0-25 0,0 25 0,0-25 0,0 0 15,0 24-15,0-24 0,-25 25 0,25-25 0,0 0 16,0 25-16,-25-25 0,25 0 0,-25 25 0,0-25 0,25 0 15,-24 0-15,-1 25 0,0-25 0,0 0 0,25 0 16,-25 0-16,1 0 0,-1 24 0,25-24 0</inkml:trace>
  <inkml:trace contextRef="#ctx0" brushRef="#br0" timeOffset="217084.4165">12973 13717 0,'0'-25'0,"0"25"0,0 0 16,0 0-16,0-25 0,0 25 0,0 0 0,0 0 16,0-24-16,0 24 0,0 0 0,0 0 0,0 0 0,0 0 15,0 0-15,25 0 0,-25 0 0,0 0 0,0 0 16,0 0-16,0 0 0,0 0 0,0 0 0,0 0 15,0 0-15,0 0 0,0 0 0,0 0 0,0 0 0,0 24 16,0-24-16,0 0 0,0 25 0,0-25 0,0 25 16,0-25-16,0 25 0,0-25 0,0 25 0,0-25 15,0 24-15,0-24 0,0 25 0,0-25 0,0 25 0,0-25 16,0 25-16,0-25 0,0 25 0,0-25 0,0 24 15,0-24-15,0 0 0,0 25 0,0-25 0,0 0 0,0 25 16,0-25-16,0 0 0,0 0 0,0 25 0,0-25 16,0 0-16,0 0 0,0 0 0,24 0 0,-24 0 0,0 0 15,0 25-15,0-25 0,0 0 0,0 0 0,0 0 16,0 0-16,0 0 0,0 0 0,0 0 0,0-25 15,25 25-15,-25 0 0,0 0 0,0 0 0,25 0 0,-25-25 16,0 25-16,25 0 0,-25-25 0,0 25 0,25-25 16,-25 25-16,0-24 0,24 24 0,-24-25 0,0 25 0,25-25 15,-25 0-15,0 25 0,25-25 0,-25 25 0,0-24 16,0 24-16,25 0 0,-25-25 0,0 25 0,0 0 15,0-25-15,25 25 0,-25 0 0,0 0 0,0 0 0,0 0 16,0-25-16,0 25 0,0 0 0,0 0 0,25 0 16,-25 0-16,0 0 0,0 0 0,0 0 0,0 0 0,0 0 15,0 25-15,0-25 0,0 0 0,0 0 0,0 0 78,0 0-78,0 0 0,0 0 0,24 25 0,-24-25 0,0 0 0,0 0 0,0 0 0</inkml:trace>
  <inkml:trace contextRef="#ctx0" brushRef="#br0" timeOffset="217258.4264">13345 13891 0,'0'0'0,"0"0"0,0 0 0,0 0 15,0 0-15,0 0 0,0 0 0,0 0 0,0 0 16,0 0-16,25-25 0,-25 25 0,0 0 0,0 0 15,25 25-15,-25-25 0,24 0 0,-24 0 0,0 0 0,25 0 16,0 0-16,-25 0 0,25 0 0,-25 24 0,25-24 16,-25 0-16,24 0 0,-24 0 0,25 25 0,-25-25 0,25 0 15,-25 0-15,0 0 0,25 25 0,-25-25 0,0 0 16,0 0-16,0 0 0,0 0 0</inkml:trace>
  <inkml:trace contextRef="#ctx0" brushRef="#br0" timeOffset="217450.4374">13370 14114 0,'0'0'0,"0"0"16,0 0-16,0 0 0,0 0 0,0 0 0,0 0 16,0 0-16,25 0 0,-25 0 0,0 0 0,24 0 0,-24 25 15,0-25-15,25 0 0,-25 0 0,25 0 0,0 0 16,-25 0-16,25 0 0,-25 0 0,24 0 0,-24 0 15,25 0-15,0 24 0,-25-24 0,25 0 0,-25 0 0,25 0 16,-1 0-16,-24 0 0,25 0 0,-25 0 0</inkml:trace>
  <inkml:trace contextRef="#ctx0" brushRef="#br0" timeOffset="217795.4572">14461 13692 0,'0'-25'0,"-25"25"16,25 0-16,0 0 0,0 0 0,-24 0 0,24-24 15,0 24-15,0 0 0,-25 0 0,25 0 0,0 0 16,-25 0-16,25 0 0,0 0 0,-25 24 0,25-24 0,0 0 16,-25 0-16,25 0 0,0 25 0,-25-25 0,25 0 15,-24 25-15,24-25 0,-25 25 0,25-25 0,0 25 0,-25-1 16,25-24-16,0 25 0,0 0 0,-25-25 0,25 25 15,0 0-15,0-1 0,0-24 0,0 25 0,0 0 16,0-25-16,0 25 0,0 0 0,0-1 0,25-24 0,-25 25 16,0 0-16,25-25 0,-25 25 0,25 0 0,-25-25 15,24 24-15,-24-24 0,25 25 0,0-25 0,0 25 0</inkml:trace>
  <inkml:trace contextRef="#ctx0" brushRef="#br0" timeOffset="218633.5051">15056 13568 0,'0'0'0,"0"0"0,0 0 0,0 0 16,0 0-16,-24 0 0,24 0 0,0 0 0,0 0 15,0 0-15,0 0 0,0 0 0,-25 0 0,25 25 0,0-25 16,0 0-16,-25 0 0,25 0 0,0 0 0,0 25 16,0-25-16,-25 0 0,25 0 0,0 0 0,0 25 0,-25-25 15,25 0-15,0 0 0,0 24 0,-24-24 0,24 0 16,0 0-16,-25 25 0,25-25 0,0 0 0,-25 0 15,25 25-15,0-25 0,0 0 0,-25 0 0,25 25 0,0-25 16,-25 0-16,25 0 0,0 25 0,0-25 0,0 0 16,-24 0-16,24 0 0,0 24 0,0-24 0,0 0 0,0 0 15,0 0-15,0 0 0,0 0 0,0 0 0,0 0 16,24 0-16,-24 25 0,0-25 0,0 0 0,0 0 0,25 0 15,-25 0-15,0 0 0,0 0 0,25 0 0,-25 0 16,25 0-16,-25 0 0,25 0 0,-25 0 0,0 0 16,24 0-16,-24 0 0,25 0 0,-25 0 0,25 25 15,-25-25-15,25 0 0,-25 0 0,25 0 0,-25 0 0,0 0 16,24 0-16,-24 0 0,0 0 0,0 0 0,25 0 15,-25 0-15,0 0 0,0 25 0,25-25 0,-25 0 0,0 0 16,0 0-16,0 0 0,0 0 0,0 0 0,25 0 16,-25 0-16,0 0 0,0 0 0,0 0 0</inkml:trace>
  <inkml:trace contextRef="#ctx0" brushRef="#br0" timeOffset="218945.5229">15230 13667 0,'0'0'16,"0"0"-16,0 0 0,0-24 0,0 24 0,0 0 15,0 0-15,0 0 0,0 0 0,0 0 0,0 0 0,0 0 16,0 0-16,0 0 0,0 0 0,0 0 0,0 0 16,0 0-16,0 0 0,0 0 0,0 24 0,0-24 0,0 0 15,0 0-15,0 25 0,0-25 0,0 0 0,-25 25 16,25-25-16,0 25 0,0-25 0,0 25 0,0-25 0,0 24 15,0-24-15,-25 25 0,25-25 0,0 25 0,0-25 16,0 25-16,0-25 0,0 25 0,-24-25 0,24 24 16,0-24-16,0 25 0,0-25 0,-25 25 0,25-25 0,0 0 15,0 25-15,0-25 0,0 0 0,0 25 0,-25-25 16,25 0-16,0 24 0,0-24 0,0 0 0,0 0 15,0 0-15,0 0 0,0 0 0,0 0 0,0 0 0,0 0 16,0 0-16,0 0 0,0 0 0,0 0 0,0 0 16,0 0-16,25 0 0,-25 0 0,0-24 0</inkml:trace>
  <inkml:trace contextRef="#ctx0" brushRef="#br0" timeOffset="219119.5329">15453 13866 0,'0'0'0,"0"0"0,0 0 0,0 0 0,25 0 0,-25 0 16,0 0-16,0-25 0,0 25 0,0 0 15,0 0-15,0 0 0,0 0 0,0 0 0,0 0 0,0 0 16,25 0-16,-25 0 0,0 0 0,0 0 0,0 0 0,0 0 16,0 25-16,0-25 0,0 0 0,0 0 0,0 0 15,0 0-15,0 0 0,0 25 0,0-25 0</inkml:trace>
  <inkml:trace contextRef="#ctx0" brushRef="#br0" timeOffset="219331.545">15577 14039 0,'0'0'0,"0"0"0,0 0 0,0 0 0,25 0 15,-25 25-15,0-25 0,0 0 0,0 0 0,0 0 16,25 0-16,-25 25 0,0-25 0,0 0 0,0 0 0,0 0 16,0 25-16,0-25 0,0 0 0,0 0 0,0 25 15,0-25-15,0 0 0,0 0 0,-25 24 0,25-24 0,0 0 16,0 0-16,-25 25 0,25-25 0,0 0 0,-24 0 15,24 25-15,-25-25 0,25 0 0,0 0 0,0 0 0,-25 25 16,25-25-16,0 0 0,0 0 0,0 0 0,0 0 16,0 0-16,0 0 0</inkml:trace>
  <inkml:trace contextRef="#ctx0" brushRef="#br0" timeOffset="219846.5745">16073 13742 0,'0'0'0,"0"-25"0,0 25 0,0 0 16,25-25-16,-25 25 0,0 0 0,0-25 0,0 25 0,0 0 16,25 0-16,-25 0 0,0 0 0,0 0 0,0-24 15,25 24-15,-25 0 0,0 0 0,0 0 0,25 0 0,-25 0 16,0 0-16,24 0 0,-24 0 0,0 0 0,25 24 15,-25-24-15,0 0 0,0 0 0,0 0 0,25 0 0,-25 0 16,0 25-16,0-25 0,0 0 0,0 0 0,0 25 16,0-25-16,0 0 0,-25 25 0,25-25 0,0 0 15,0 25-15,-25-25 0,25 0 0,0 24 0,-24-24 0,24 25 16,-25-25-16,25 0 0,-25 25 0,0-25 0,25 25 15,-25-25-15,1 0 0,24 25 0,0-25 0,-25 0 16,25 0-16,0 24 0,-25-24 0,25 0 0,0 0 0,0 0 16,0 0-16,0 25 0,0-25 0,-25 0 0,25 0 0,0 0 15,0 0-15,0 0 0,25 0 0,-25 25 0,0-25 16,0 0-16,0 0 0,0 0 0,25 0 0,-25 0 15,0 25-15,0-25 0,25 0 0,-25 0 0,24 0 0,-24 0 16,0 0-16,25 25 0,-25-25 0,25 0 0,-25 0 16,25 0-16,0 0 0,-25 0 0,24 0 0,-24 0 15,25 0-15,0 0 0,-25 24 0,25-24 0,0 0 0,-25 0 16,24 0-16,-24-24 0,25 24 0,-25 0 0,25 0 15,0 0-15,-25 0 0</inkml:trace>
  <inkml:trace contextRef="#ctx0" brushRef="#br0" timeOffset="220023.5846">16495 13891 0,'0'0'0,"0"0"0,0 0 0,0 0 16,0 0-16,0 0 0,0 0 0,0 0 0,0 0 16,25 0-16,-25 0 0,0 0 0,0 0 0,0 0 0,0 0 15,0 0-15,0 0 0,0 0 0,0 0 0,0 0 16,0 0-16,0 0 0,0 0 0,0 0 0,0 0 15,0 0-15,0 24 0,0-24 0,0 0 0,0 0 0,0 0 16,0 0-16,0 25 0,0-25 0,0 0 0</inkml:trace>
  <inkml:trace contextRef="#ctx0" brushRef="#br0" timeOffset="220254.5978">16570 14089 0,'0'0'0,"0"0"0,0 0 16,24 0-16,-24 0 0,0 0 0,0 0 0,0 25 0,0-25 15,0 0-15,0 0 0,25 0 0,-25 0 0,0 25 16,0-25-16,0 0 0,0 0 0,0 0 0,0 24 0,0-24 15,0 0-15,0 25 0,0-25 0,0 0 0,0 25 16,0-25-16,0 0 0,0 25 0,0-25 0,-25 25 16,25-25-16,0 0 0,-24 24 0,24-24 0,-25 0 0,25 0 15,-25 25-15,25-25 0,-25 0 0,25 0 0,0 0 16,-25 25-16,25-25 0,-24 0 0,24 0 0,0 0 15,0 0-15,-25 0 0,25 0 0,0 0 0,0-25 0,0 25 16,0 0-16,0 0 0,0 0 0</inkml:trace>
  <inkml:trace contextRef="#ctx0" brushRef="#br0" timeOffset="220497.6117">17140 14015 0,'0'0'0,"25"0"0,-25 0 15,0 0-15,0-25 0,25 25 0,-25 0 0,0 0 16,0 0-16,0 0 0,24 0 0,-24 0 0,0 0 16,0 0-16,25 0 0,-25 0 0,0 0 0,0 0 0,25 0 15,-25 0-15,25 0 0,-25 0 0,0 0 0,25 0 16,-25 0-16,24 0 0,-24 0 0,25 0 0,0 0 0,-25 25 15,25-25-15,-25 0 0,25 0 0,-25 0 0,24 24 16,-24-24-16,25 0 0,-25 0 0,25 0 0,-25 25 16,0-25-16</inkml:trace>
  <inkml:trace contextRef="#ctx0" brushRef="#br0" timeOffset="220882.6337">17587 14114 0,'0'0'0,"0"0"0,0 0 16,0 0-16,0 0 0,0 0 0,0 0 0,0 0 0,0 0 15,0 0-15,24 0 0,-24 0 0,0 0 0,0-25 16,0 25-16,0 0 0,0 0 0,25 0 0,-25 0 0,0-25 15,0 25-15,25 0 0,-25 0 0,0 0 0,0 0 16,25-25-16,-25 25 0,0 0 0,25 0 0,-25 0 16,24-24-16,-24 24 0,0 0 0,25-25 0,-25 25 0,25 0 15,-25-25-15,25 25 0,-25 0 0,25-25 0,-25 25 16,0-25-16,24 25 0,-24-24 0,25 24 0,-25-25 0,0 25 15,25-25-15,-25 25 0,0 0 0,0-25 0,0 25 16,25 0-16,-25 0 0,0 0 0,0 0 0,0 0 0,0 0 16,0 0-16,0 0 0,0 0 0,0 0 0,0 0 15,0 0-15,0 0 0,0 0 0,0 0 0,0 0 16,0 0-16,0 0 0,0 0 0,0 25 0,0-25 0,0 0 15,-25 25-15,25-25 0,0 25 0,0-25 0,0 24 0,0-24 16,0 25-16,0-25 0,0 25 0,-25-25 16,25 25-16,0-25 0,0 0 0,0 25 0,0-25 0,0 24 15,-25-24-15,25 25 0,0-25 0,0 0 0,0 25 0,0-25 16,0 0-16,0 0 0,0 25 0,0-25 0,-24 0 15,24 0-15,0 0 0,0 0 0,0 0 0,0 0 0,0 0 16,0 0-16,24 0 0,-24 0 0,0 0 0</inkml:trace>
  <inkml:trace contextRef="#ctx0" brushRef="#br0" timeOffset="221257.6552">18529 13519 0,'0'0'0,"0"0"0,0 0 15,25 0-15,-25 0 0,0 0 0,0 0 0,25 0 0,-25 0 16,0 24-16,0-24 0,0 0 0,25 25 0,-25-25 15,0 0-15,0 25 0,0 0 0,24-25 0,-24 25 0,0-1 16,0-24-16,0 25 0,0 0 0,0-25 0,0 25 16,0 0-16,0-1 0,0 1 0,0-25 0,0 25 15,0 0-15,0 0 0,-24-25 0,24 24 0,0 1 0,0-25 16,0 25-16,-25 0 0,25-25 0,0 25 0,-25-25 15,25 0-15,0 24 0,-25-24 0,25 25 0,-25-25 0,25 0 16,0 0-16,-25 25 0,25-25 0,-24 0 0,24 0 16,-25 0-16,25 25 0,0-25 0,-25 0 0,25 0 15,0 0-15,-25 0 0,25 0 0,0 0 0,-25 0 0,25 0 16,0 0-16,0 0 0,0 0 0,-24 0 0,24 0 15,0 0-15,0 0 0,0 0 0,0 0 0,24 0 0</inkml:trace>
  <inkml:trace contextRef="#ctx0" brushRef="#br0" timeOffset="221472.6675">18926 13965 0,'0'0'0,"25"0"0,-25 0 0,0 0 0,0 0 0,0 0 15,0-25-15,0 25 0,0 0 0,0 0 0,0 0 16,25 0-16,-25 0 0,0 0 0,0 0 0,0 0 16,0 0-16,0 0 0,0 0 0,0 25 0,0-25 0,0 0 15,0 0-15,0 0 0,0 0 0,0 25 0,0-25 16,0 0-16,0 0 0,0 25 0,0-25 0</inkml:trace>
  <inkml:trace contextRef="#ctx0" brushRef="#br0" timeOffset="221639.677">18976 14139 0,'0'0'0,"0"24"0,0-24 0,0 0 0,0 0 0,0 25 15,0-25-15,0 0 0,0 25 0,0-25 0,0 25 0,0-25 16,0 0-16,-25 25 0,25-25 0,0 24 0,0-24 16,0 25-16,-25-25 0,25 25 0,0-25 0,-25 25 15,25-25-15,0 0 0,-25 25 0,25-25 0,-24 25 0,-1-25 16,25 24-16,-25-24 0,25 0 0,-25 25 0,25-25 15,-25 0-15,25 0 0</inkml:trace>
  <inkml:trace contextRef="#ctx0" brushRef="#br0" timeOffset="222586.7312">19968 13841 0,'0'-25'0,"0"25"15,0 0-15,0 0 0,0 0 0,25 0 0,-25 0 16,0 0-16,0 0 0,0 0 0,0 0 0,0 0 0,0 0 15,0 0-15,0 0 0,0 0 0,0 0 0,0 0 16,0 0-16,0 25 0,0-25 0,0 0 0,24 0 0,-24 25 16,0-25-16,0 25 0,0-25 0,0 0 0,0 24 15,0-24-15,0 25 0,0-25 0,-24 25 0,24-25 16,0 0-16,0 25 0,0-25 0,0 25 0,0-25 0,0 0 15,0 24-15,24-24 0,-24 0 0,0 0 0,0 25 16,0-25-16,0 0 0,0 0 0,0 0 0,0 0 0,0 0 16,0 0-16,0 0 0,0 0 0,0 0 0,0 0 15,0 0-15,0 0 0,0 0 0,25 0 0,-25 0 16,0 0-16,0 0 0,25 0 0,-25-25 0,0 25 0,25 0 15,-25-24-15,25 24 0,-25 0 0,24-25 0,-24 25 16,25 0-16,-25-25 0,0 25 0,25-25 0,-25 25 0,25-25 16,-25 25-16,25-24 0,-25 24 0,0-25 0,24 25 15,-24 0-15,0 0 0,0-25 0,25 25 0,-25 0 16,0 0-16,0 0 0,0 0 0,0-25 0,0 25 0,0 0 15,0 0-15,0 0 0,0 0 0,0 25 0,0-25 0,0 0 16,0 0-16,0 0 0,0 25 0,0-25 0,0 0 16,0 25-16,0-25 0,0 0 0,0 24 0,0-24 15,0 25-15,0-25 0,0 0 0,0 25 0,0-25 0,-25 25 16,25-25-16,0 25 0,0-25 0,0 0 0,0 24 15,0-24-15,0 0 0,0 25 0,25-25 0,-25 0 16,0 0-16,0 0 0,0 0 0,0 25 0,0-25 0,25 0 16,-25 0-16,0 0 0,0 0 0,0-25 0,25 25 15,-25 0-15,0 0 0,25 0 0,-25 0 0,0-25 16,24 25-16,-24 0 0,25-24 0,-25 24 0,0 0 0,25-25 15,-25 25-15,25-25 0,-25 25 0,0-25 0,25 25 0,-25-25 16,0 25-16,24 0 0,-24-24 0,0 24 16,0 0-16,0 0 0,0-25 0,25 25 0,-25 0 0,0 0 15,0 0-15,0 0 0,0 0 0,0 0 0,0 0 16,-25 0-16,25 25 0,0-25 0,0 0 0,0 0 0,0 0 15,0 0-15,0 24 0,0-24 0,0 0 0,0 0 0,0 0 16</inkml:trace>
  <inkml:trace contextRef="#ctx0" brushRef="#br0" timeOffset="222817.7444">20861 13990 0,'0'0'0,"0"0"0,0 0 0,25 0 0,-25 0 15,0 0-15,0 0 0,0 0 0,0 0 0,24 0 0,-24 0 16,0 0-16,25 0 0,-25 0 0,25 0 0,-25 0 16,0 0-16,25 0 0,-25 0 0,25 0 0,-25 25 0,24-25 15,-24 0-15,25 0 0,-25 0 0,25 24 0,-25-24 16,0 0-16,25 0 0,-25 0 0,0 25 0,0-25 15,0 0-15,0 0 0,0 0 0,0 0 0,0 0 0</inkml:trace>
  <inkml:trace contextRef="#ctx0" brushRef="#br0" timeOffset="222985.754">20935 14188 0,'-25'0'0,"25"0"0,0 0 0,-24 0 0,24 0 16,0 0-16,0 0 0,0 0 0,0 0 0,0 0 16,0 0-16,0 0 0,0 0 0,0 0 0,24 0 0,-24 0 15,0 0-15,25 0 0,-25 0 0,25 0 0,-25 0 16,25 25-16,-25-25 0,25 0 0,-1 0 0,1 0 15,-25 0-15,25 0 0,0 0 0,0 0 0,-1 0 0,1 25 16,0-25-16,0 0 0,0 0 0</inkml:trace>
  <inkml:trace contextRef="#ctx0" brushRef="#br0" timeOffset="223331.7738">22002 13841 0,'0'0'15,"0"-25"-15,0 25 0,0 0 0,0 0 0,0 0 0,0 0 16,-25 0-16,25-25 0,0 25 0,0 0 0,0 0 16,0 0-16,0 0 0,0 0 0,-25 25 0,25-25 0,0 0 15,-25 0-15,25 25 0,0-25 0,-24 25 0,24-25 16,-25 25-16,25-1 0,0-24 0,-25 25 0,25 0 15,-25 0-15,25-25 0,0 25 0,-25-1 0,25 1 0,0 0 16,0 0-16,0-25 0,0 25 0,-24-1 0,48 1 16,-24 0-16,0-25 0,0 25 0,0 0 0,0-25 0,25 24 15,-25-24-15,0 25 0,25-25 0,-25 25 0</inkml:trace>
  <inkml:trace contextRef="#ctx0" brushRef="#br0" timeOffset="224399.8349">22275 13717 0,'0'0'0,"0"0"0,0 0 15,24-25-15,-24 25 0,0 0 0,0 0 0,25 0 16,-25 0-16,0 0 0,25 0 0,-25 0 0,0 0 15,25 0-15,-25 0 0,25 0 0,-25 0 0,0 0 0,24 0 16,-24 0-16,0 0 0,0 0 0,25 0 0,-25 25 16,0-25-16,0 0 0,0 0 0,0 0 0,0 25 0,0-25 15,0 0-15,0 0 0,0 25 0,0-25 0,-25 0 78,25 24-78,0-24 0,-24 0 0,24 25 0,-25-25 0,25 25 0,-25-25 0,25 0 0,-25 25 0,25-25 0,-25 0 0,25 25 0,-24-25 0,-1 0 16,25 24-16,-25-24 0,25 0 0,-25 25 0,25-25 0,-25 0 0,25 0 0,0 25 0,0-25 0,-24 0 0,24 0 0,0 0 0,0 0 0,0 0 0,0 25 0,0-25 0,0 0 0,0 0 0,0 0 15,0 0-15,0 0 0,0 0 0,24 0 16,-24 25-16,0-25 0,25 0 0,-25 0 0,25 0 0,-25 0 16,25 0-16,-25 0 0,25 24 0,-25-24 0,24 0 0,-24 0 15,25 0-15,0 0 0,-25 0 0,25 25 0,-25-25 16,25 0-16,-25 0 0,0 0 0,24 0 0,-24 0 0,25 0 15,-25 0-15,0 25 0,0-25 0,25 0 0,-25 0 16,0 0-16,25 0 0,-25 0 0,0 0 0,0 0 0,0 0 16,25-25-16</inkml:trace>
  <inkml:trace contextRef="#ctx0" brushRef="#br0" timeOffset="224618.8474">22870 13866 0,'0'0'0,"0"0"0,0 0 0,0 0 16,0 0-16,0 0 0,25 0 0,-25 0 0,0 0 0,0 0 16,0 0-16,0 0 0,0 0 0,0 0 0,0 0 15,0 0-15,0 0 0,0 0 0,0 0 0,0 0 16,0 25-16,0-25 0,0 0 0,0 0 0,0 0 0,0 0 15,0 24-15,0-24 0,-25 0 0,25 0 0,0 0 16,0 25-16,0-25 0</inkml:trace>
  <inkml:trace contextRef="#ctx0" brushRef="#br0" timeOffset="224843.8603">22870 14064 0,'0'0'0,"0"0"16,25 0-16,-25 0 0,0 0 0,0 0 0,0 0 0,0 25 15,25-25-15,-25 0 0,0 0 0,0 0 0,0 25 16,0-25-16,24 0 0,-24 0 0,0 25 0,0-25 15,0 0-15,0 24 0,25-24 0,-25 0 0,0 25 0,-25-25 16,25 0-16,0 25 0,0-25 0,0 0 0,0 25 16,-24-25-16,24 25 0,-25-25 0,25 0 0,0 24 15,-25-24-15,25 0 0,-25 0 0,25 25 0,-25-25 0,25 0 16,0 0-16,-24 0 0,24 0 0,0 0 0,-25 0 15,25 0-15,0 0 0,0 0 0,0 0 0</inkml:trace>
  <inkml:trace contextRef="#ctx0" brushRef="#br0" timeOffset="225543.9003">23564 13742 0,'0'0'0,"0"-25"0,0 25 0,0 0 15,0 0-15,0 0 0,0-25 0,0 25 0,25 0 16,-25 0-16,0 0 0,0 0 0,0-25 0,0 25 0,0 0 15,0 0-15,0 0 0,25 0 0,-25 0 0,0 0 16,0 0-16,0-24 0,25 24 0,-25 0 0,0 0 0,25 0 16,-25 0-16,24 0 0,-24 24 0,0-24 0,25 0 15,-25 0 94,25 50-109,-25-50 0,0 0 0,-25 25 0,25-25 0,0 0 0,0 25 0,-25-25 0,25 24 0,0-24 0,-24 0 0,24 25 0,-25-25 0,25 0 0,-25 25 0,25-25 0,-25 0 0,25 0 16,0 0-16,-25 25 0,25-25 0,-24 0 0,24 0 0,0 0 31,-25 0-31,25 0 0,0 25 0,0-25 0,-25 0 0,25 0 16,0 0-16,0 0 0,0 0 0,0 0 0,0 0 0,0 0 0,25 0 0,-25 0 0,0 0 0,0 0 0,0 24 0,25-24 0,-25 0 0,0 0 0,0 0 0,24 0 0,-24 0 0,0 25 0,25-25 0,-25 0 0,0 0 0,25 25 0,-25-25 0,0 0 0,0 0 0,0 25 15,25-25-15,-25 0 0,0 25 0,0-25 0,0 0 16,0 24-16,0-24 0,0 0 0,-25 0 0,25 25 16,0-25-16,0 0 0,0 0 0,0 0 0,0 0 0,-25 0 15,25 25-15,0-25 0,0 0 0,0 0 0,-25 0 16,25 0-16,0 0 0,0 0 0,-24 0 0,24 0 0,0 0 15,-25 0-15,25 0 0,0 0 0,-25 0 0,25 0 16,0 0-16,-25-25 0,25 25 0,0 0 0,-25 0 0,25 0 16,0 0-16,0 0 0,-24 0 0,24-25 0,0 25 15,0 0-15,0 0 0,0 0 0,0 0 0,0-24 16,0 24-16,0 0 0,24 0 0,-24 0 0,0 0 0,25-25 15,-25 25-15,25 0 0,-25 0 0</inkml:trace>
  <inkml:trace contextRef="#ctx0" brushRef="#br0" timeOffset="225871.9191">24135 13990 0,'0'0'16,"25"0"-16,-25 0 0,0 0 0,0 0 0,0 0 0,0 0 15,0 0-15,0 0 0,0 0 0,0 0 0,0 0 16,0 0-16,0 0 0,0 0 0,0 0 0,0 0 0,0 0 16,0 0-16,0 0 0,0 0 0,0 0 0,0 0 0,0 0 15,0 0-15,0 0 0,0 0 0,0 0 16,0 0-16,0 0 0,0 0 0,0 25 0,0-25 0,0 0 15,-25 0-15,25 0 0,0 24 0,0-24 0,0 0 16,-25 0-16,25 0 0,0 0 0,0 25 0</inkml:trace>
  <inkml:trace contextRef="#ctx0" brushRef="#br0" timeOffset="226085.9314">24135 14213 0,'0'0'0,"0"0"0,0 0 0,0 25 15,0-25-15,0 0 0,0 0 0,0 0 0,0 25 16,25-25-16,-25 0 0,0 0 0,0 24 0,0-24 15,0 0-15,0 25 0,0-25 0,0 0 0,0 0 16,-25 25-16,25-25 0,0 0 0,0 25 0,0-25 0,-25 0 16,25 25-16,0-25 0,-25 0 0,25 25 0,0-25 0,-24 0 15,24 0-15,0 0 0,-25 24 0,25-24 0,0 0 16,-25 0-16,25 0 0,0 0 0,0 0 0,0 0 0,0 0 15,0 0-15</inkml:trace>
  <inkml:trace contextRef="#ctx0" brushRef="#br0" timeOffset="226934.9799">24557 13841 0,'0'0'16,"0"0"-16,0 0 0,0-25 0,0 25 0,0 0 0,0 0 16,0 0-16,0 0 0,0 0 0,0 0 0,0 0 15,0 0-15,0 0 0,0 0 0,0 0 0,0 0 0,24 0 16,-24 0-16,0 0 0,0 0 0,0 0 0,25 0 15,-25 0-15,0 0 0,25 0 0,-25 0 0,0 0 16,25 0-16,-25 0 0,25 0 0,-25 0 0,24 0 0,-24 25 16,0-25-16,25 0 0,-25 0 0,0 0 0,25 0 0,-25 0 15,25 0-15,-25 0 0,0 0 0,25 0 16,-25 0-16,24 0 0,-24 25 0,0-25 0,25 0 0</inkml:trace>
  <inkml:trace contextRef="#ctx0" brushRef="#br0" timeOffset="228372.0621">25202 13742 0,'0'0'0,"0"-25"0,0 25 0,0 0 0,0 0 15,0 0-15,0 0 0,0 0 0,0 0 0,0 0 16,0 0-16,0 0 0,0 0 0,0 0 0,0 0 0,0 0 15,0 0-15,0 0 0,0 0 0,0-25 0,0 25 16,0 0-16,0 0 0,0 0 0,0 0 0,0 0 16,0 0-16,0 0 0,0 0 0,0 0 0,0 0 0,0 0 15,0 0-15,0-25 0,0 25 0,0 0 0,0 0 16,0 0-16,0 0 0,0 0 0,0 0 0,0 0 0,0 0 15,24-24-15,-24 24 0,0 0 0,0 0 0,0 0 16,0 0-16,0 0 0,0 0 0,0-25 0,0 25 16,0 0 140,124 25-156,-124-25 0,0 0 0,0 0 0,0 24 0,0-24 0,25 0 0,-25 25 0,0-25 0,-25 0 0,25 25 0,0-25 0,0 0 0,0 25 0,0-25 0,0 0 0,-24 25 0,24-25 0,0 0 0,0 24 0,-25-24 0,25 0 0,0 0 0,-25 25 0,25-25 0,-25 0 0,25 0 0,0 0 15,-25 25-15,25-25 0,0 0 0,-24 0 0,24 0 0,0 0 0,-25 0 0,25 0 0,0 0 0,0 0 0,0 25 0,-25-25 0,25 0 0,0 0 0,0 0 16,0 0-16,0 0 0,0 0 0,0 0 0,0 0 15,0 0-15,0 0 0,0 0 0,0 0 0,0 0 0,0 0 16,25 0-16,-25 0 0,0 0 0,0 25 0,25-25 16,-25 0-16,24 0 0,-24 0 0,0 0 0,25 0 0,-25 24 15,25-24-15,-25 0 0,0 0 0,25 25 0,-25-25 16,0 0-16,25 25 0,-25-25 0,0 0 0,24 25 0,-24-25 15,0 0-15,0 25 0,0-25 0,0 0 0,0 24 16,0-24-16,0 25 0,0-25 0,0 0 0,-24 25 0,24-25 16,0 0-16,0 0 0,-25 25 0,25-25 15,0 0-15,-25 0 0,25 0 0,-25 25 0,25-25 0,-25 0 16,25 0-16,-24 0 0,24 0 0,0 0 0,-25 0 0,25 0 15,-25 0-15,25 0 0,0 0 0,-25 0 0,25 0 16,0 0-16,0 0 0,-25 0 0,25 0 0,0 0 0,0 0 16,0 0-16,0 0 0,-24 0 0,24 0 0,0 0 15,0 0-15,0 0 0,0-25 0,0 25 0,0 0 0,0 0 16,0 0-16,0 0 0,0-25 0,0 25 0,0 0 15,0 0-15,0 0 0,24 0 0,-24-25 0,0 25 16,0 0-16,0 0 0,25 0 0,-25 0 0,0 0 0</inkml:trace>
  <inkml:trace contextRef="#ctx0" brushRef="#br0" timeOffset="229195.1092">25797 13494 0,'0'0'0,"0"0"0,0 0 0,0 0 15,0 0-15,0-25 0,0 25 0,0 0 0,0 0 16,0 0-16,25 0 0,-25 0 0,0 0 0,0 0 0,0 0 16,0 0-16,0 0 0,0 0 0,0 0 0,0 0 15,0 0-15,0 0 0,24 0 0,-24 25 0,0-25 0,0 0 16,0 0-16,0 0 0,0 0 0,0 0 0,25 25 15,-25-25-15,0 0 0,0 0 0,0 24 0,0-24 16,0 0-16,0 25 0,0-25 0,0 0 0,0 25 0,25-25 16,-25 25-16,0-25 0,0 0 0,0 25 0,0-25 15,0 24-15,0-24 0,0 25 0,0-25 0,0 25 16,0-25-16,0 25 0,0-25 0,0 25 0,0-1 0,0-24 15,0 25-15,0-25 0,0 25 0,-25 0 0,25-25 16,0 25-16,0-25 0,0 24 0,-25-24 0,25 25 0,0-25 16,0 25-16,-24 0 0,24-25 0,0 25 0,-25-25 15,25 24-15,-25-24 0,25 0 0,0 25 0,0-25 0,-25 25 16,25-25-16,0 0 0,-25 25 0,25-25 0,0 0 15,-24 25-15,24-25 0,0 0 0,0 0 0,-25 24 16,25-24-16,0 0 0,-25 0 0,25 25 0,0-25 0,-25 0 16,25 0-16,0 0 0,0 0 0,0 25 0,-25-25 15,25 0-15,0 0 0,0 0 0,0 0 0,0 0 0,0 0 16,-24 0-16,24 0 0,0 0 0,0 0 156,24-50-156,-24 50 0,25 0 0,-25-24 0</inkml:trace>
  <inkml:trace contextRef="#ctx0" brushRef="#br0" timeOffset="230162.1645">26442 13295 0,'0'0'0,"0"0"15,0 0-15,0-24 0,0 24 0,0 0 0,0 0 16,0 0-16,0 0 0,0 0 0,0 0 0,0 0 0,25 0 15,-25 0-15,0 0 0,0 0 0,0 0 0,0 0 16,0 0-16,0 0 0,0 0 0,24 24 0,-24-24 0,0 0 16,0 0-16,0 0 0,0 0 0,0 0 0,0 0 15,0 0-15,0 25 0,0-25 47,-49 50 31,49-50-78,0 25 0,0-25 0,-25 0 0,25 0 0,0 24 0,0-24 0,0 0 0,-25 0 0,25 25 0,0-25 0,0 0 0,0 25 0,-25-25 0,25 0 0,0 0 0,0 25 0,0-25 0,0 0 0,-24 25 0,24-25 0,0 0 0,0 0 0,0 24 47,0-24-47,0 0 0,0 25 0,-25-25 0,25 0 0,0 25 0,0-25 0,0 0 0,0 25 0,0-25 0,0 0 0,0 25 0,0-25 0,0 24 0,0-24 0,0 0 0,0 25 0,0-25 0,0 0 0,25 25 0,-25-25 0,0 0 0,0 25 0,0-25 0,0 0 0,0 0 0,24 0 0,-24 25 15,0-25-15,0 0 0,0 0 0,0 0 0,25 0 16,-25 0-16,0 24 0,0-24 0,0 0 0,0 0 0,0 0 16,0 0-16,0 0 0,0 0 0,0 0 0,25 0 15,-25 0-15,0 0 0,0 0 0,0 0 0,0 0 0,0 0 16,0 0-16,0 0 0,0 0 0,0 0 0,0-24 15,0 24-15,0 0 0,0 0 0,0 0 0,0 0 16,0 0-16,0 0 0,0 0 0,-25 0 0,25 0 0,0 0 16,0-25-16,0 25 0,-25 0 0,25 0 0,0 0 15,-24 0-15,24 0 0,0 0 0,0 0 0,-25 0 0,25 0 16,0 0-16,-25 0 0,25 0 0,0 0 0,0 0 15,0 0-15,-25 0 0,25 0 0,0 0 0,0 25 16,0-25-16,0 0 0,0 0 0,-25 0 0,25 24 0,0-24 16,0 0-16,0 0 0,0 25 0,0-25 0,0 0 15,0 25-15,0-25 0,0 0 0,-24 25 0,24-25 0,0 0 16,0 25-16,0-25 0,0 0 0,0 0 0,0 24 15,0-24-15,0 0 0,0 25 0,0-25 0,0 0 16,0 0-16,0 25 0,0-25 0,0 0 0,0 25 0,0-25 16,0 0-16,-25 0 0,25 25 0,0-25 0,0 0 15,0 0-15,0 24 0,0-24 0,0 0 0,0 0 0,0 25 16,0-25-16,0 0 0,0 0 0,0 25 0,0-25 15,0 0-15,0 0 0,0 25 0,0-25 0,0 0 0,0 0 16,0 25-16,0-25 0,0 0 0,0 24 0,0-24 16,0 0-16,-25 0 0,25 0 0,0 25 0,0-25 15,0 0-15,0 0 0,0 0 0,-25 0 0,25 25 0,0-25 16,0 0-16,-25 0 0,25 0 0,0 0 0,-24 0 15,24 0-15,0 0 0,-25 0 0,25 0 0,-25 0 16,25 0-16,0 0 0,-25 0 0,25 0 0,-25 0 0,25 0 16,0 0-16,-24 0 0,24 0 0,0-25 0,0 25 15,0 0-15,0 0 0,-25 0 0,25 0 0,0 0 0,0 0 16,0 0-16,0 0 0,0-25 0,0 25 0,0 0 15,0 0-15,0 0 0,0 0 0,0-24 0,0 24 16,0 0-16,0 0 0,0 0 0,0-25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28.34025" units="1/cm"/>
          <inkml:channelProperty channel="Y" name="resolution" value="28.33948" units="1/cm"/>
          <inkml:channelProperty channel="T" name="resolution" value="1" units="1/dev"/>
        </inkml:channelProperties>
      </inkml:inkSource>
      <inkml:timestamp xml:id="ts0" timeString="2021-10-26T02:29:46.278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2059 1612 0,'0'0'0,"0"0"16,0 0-16,0 0 0,0-25 0,0 25 0,0 0 0,0 0 15,0 0-15,0 0 0,0 0 0,0 0 0,0-24 0,25 24 16,-25 0-16,0 0 0,0 0 0,0 0 0,0 0 15,0 0-15,0 0 0,0 0 0,0 0 0,0 0 0,0 0 16,0 0-16,0 0 0,0 0 0,0 0 0,0 0 16,0 0-16,0 0 0,0 0 0,0 0 0,0 0 0,0 0 15,0 0-15,0 0 0,0 0 0,0 0 0,-25 0 0,25 0 16,0 0-16,0 0 0,0 24 0,0-24 0,0 0 0,0 25 15,-25-25-15,25 25 0,0-25 0,0 25 0,0-25 0,0 25 16,-25-25-16,25 25 0,0-25 0,0 24 0,0-24 0,-25 25 16,25-25-16,0 25 0,0-25 0,-24 25 0,24-25 15,0 25-15,0-25 0,0 0 0,0 24 0,-25-24 0,25 25 16,0-25-16,0 0 0,0 25 0,0-25 0,-25 0 0,25 0 15,0 25-15,0-25 0,0 0 0,0 0 0,0 25 0,0-25 16,0 0-16,-25 0 0,25 0 0,0 0 0,0 0 0,0 0 16,0 0-16,0 0 0,0 0 0,0 0 0,0 0 15,0 0-15,0 0 0,0-25 0,0 25 0,0 0 0,0 0 16,0-25-16</inkml:trace>
  <inkml:trace contextRef="#ctx0" brushRef="#br0" timeOffset="264.0151">1860 1712 0,'0'0'16,"0"0"-16,0 0 0,0 0 0,0-25 0,0 25 15,0 0-15,0 0 0,0 0 0,0 0 0,0 0 0,0 0 0,0 0 16,0 0-16,0 0 0,0 0 0,0 0 0,0 0 0,0 0 16,0 0-16,0 0 0,0 25 0,0-25 0,25 0 15,-25 0-15,0 0 0,0 24 0,0-24 0,25 0 0,-25 25 16,0-25-16,0 0 0,25 25 0,-25-25 0,0 0 0,0 25 15,0-25-15,25 0 0,-25 25 0,0-25 0,0 24 0,0-24 16,24 0-16,-24 25 0,0-25 0,0 0 0,0 25 0,0-25 16,0 0-16,0 25 0,0-25 0,0 0 0,0 0 15,0 0-15,25 25 0,-25-25 0,0 0 0,0 0 0,0 0 16,0 0-16,0 0 0,0 0 0,0 0 0,0 0 15,0 0-15,0 0 0,0 0 0,0 0 0,0 24 0,0-24 0,0 0 16</inkml:trace>
  <inkml:trace contextRef="#ctx0" brushRef="#br0" timeOffset="513.0294">1712 1910 0,'0'0'15,"0"0"-15,0-25 0,0 25 0,0 0 0,0 0 0,0 0 16,0 0-16,0 0 0,0 0 0,0 0 0,0 0 0,0 0 15,0 0-15,0 0 0,0 0 0,0 0 0,24 0 16,-24 0-16,0 0 0,25 0 0,-25 0 0,0 0 0,25-25 16,0 25-16,-25 0 0,25 0 0,-25 0 0,24 0 0,-24 0 15,25 0-15,0 0 0,-25 0 0,25 0 0,-25 0 0,25 0 16,-25 0-16,24 0 0,1 0 0,-25 0 0,25 0 0,-25 0 15,0 0-15,25 0 0,-25 0 0,0 0 0,25 0 0,-25 0 16,0 0-16,0 0 0,0 0 0,0 0 0,0 0 16</inkml:trace>
  <inkml:trace contextRef="#ctx0" brushRef="#br0" timeOffset="1253.0717">2034 1587 0,'0'-24'0,"0"24"0,0 0 0,0 0 0,-25-25 0,25 25 0,0 0 0,0-25 0,-25 25 0,25 0 0,0 0 0,0-25 0,-24 25 0,24 0 0,0 0 0,0 0 0,-25 0 0,25-25 0,0 25 0,-25 0 16,25 0-16,0 0 0,0 0 0,-25-24 0,25 24 0,0 0 0,0 0 0,-25 0 0,25 0 0,0 0 0,0 0 0,-24 0 0,24 0 0,0 0 16,0 0-16,-25 0 0,25-25 0,0 25 0,-25 0 0,25 0 15,0 25-15,-25-25 0,25 0 0,0 0 0,0 0 0,-25 24 16,25-24-16,0 0 0,-24 0 0,24 25 0,0-25 15,-25 0-15,25 0 0,-25 0 0,25 25 0,0-25 0,-25 0 16,25 0-16,0 25 0,-25-25 0,25 0 0,0 0 0,-25 25 16,25-25-16,0 0 0,0 0 0,0 24 0,-24-24 0,24 0 15,0 25-15,0-25 0,0 0 0,0 25 0,0-25 0,-25 0 16,25 25-16,0-25 0,0 25 0,0-25 0,0 25 0,0-25 15,0 0-15,0 24 0,0-24 0,0 25 0,-25-25 0,25 25 16,0-25-16,0 25 0,0-25 0,0 25 0,0-25 0,0 0 16,25 24-16,-25-24 0,0 25 0,0-25 0,0 0 0,0 25 15,0-25-15,0 0 0,0 25 0,25-25 0,-25 0 0,0 25 16,0-25-16,24 0 0,-24 24 0,0-24 0,0 0 0,25 25 15,-25-25-15,25 0 0,-25 0 0,0 25 0,25-25 0,-25 0 16,25 0-16,-25 25 0,25-25 0,-25 0 0,24 0 16,-24 0-16,25 0 0,-25 25 0,25-25 0,-25 0 0,25 0 15,0 0-15,-25 0 0,24 0 0,-24 0 0,25 0 0,0 0 16,-25 0-16,25 0 0,-25 0 0,25 0 0,-1 0 15,-24 0-15,25 0 0,-25 0 0,25 0 0,-25 0 0,25 0 16,-25-25-16,25 25 0,-25 0 0,24 0 0,-24-25 0,0 25 16,25 0-16,-25 0 0,0-25 0,25 25 0,-25 0 0,0-25 15,0 25-15,25 0 0,-25-24 0,0 24 0,0-25 0,0 25 16,25 0-16,-25-25 0,0 25 0,0-25 0,0 25 15,0-25-15,0 25 0,0-24 0,0 24 0,0-25 0,0 25 16,0-25-16,0 0 0,0 25 0,-25-25 0,25 25 0,0-24 16,0-1-16,0 25 0,0-25 0,0 25 0,0-25 0,0 25 15,-25-25-15,25 25 0,0 0 0,0-25 0,0 25 16,-25 0-16,25-24 0,0 24 0,0 0 0,0 0 0,-25-25 15,25 25-15,0 0 0,0 0 0,0 0 0,-24-25 0,24 25 16,0 0-16,0 0 0,-25 0 0,25 0 0,0 0 0,0 0 16,0 0-16,-25 0 0,25 0 0,0 0 0,0 0 0,0 0 15,-25 0-15,25 25 0,0-25 0,0 0 0,0 0 16,-25 0-16,25 0 0,0 0 0</inkml:trace>
  <inkml:trace contextRef="#ctx0" brushRef="#br0" timeOffset="1884.1078">3001 1538 0,'0'0'0,"0"0"0,0 0 16,0 0-16,0 0 0,0-25 0,0 25 0,0 0 15,0 0-15,0 0 0,-24 0 0,24 0 0,0-25 0,0 25 16,0 0-16,0 0 0,0 0 0,0 0 0,0 0 0,0 0 16,0 0-16,0 0 0,0 25 0,0-25 0,0 0 15,0 0-15,0 25 0,0-25 0,0 0 0,0 25 0,0-25 16,0 24-16,0-24 0,0 25 0,0 0 0,0-25 15,0 25-15,0 0 0,0 0 0,0-25 0,0 24 0,0 1 16,0-25-16,0 25 0,0-25 0,0 25 0,0-25 0,0 25 16,0-25-16,0 0 0,0 24 0,0-24 0,0 0 0,0 25 15,0-25-15,0 0 0,0 0 0,0 25 0,0-25 0,0 0 16,0 0-16,0 0 0,0 25 0,0-25 0,-25 0 15,25 0-15,0 0 0,0 0 0,0 0 0,0 25 0,0-25 16,0 0-16,0 0 0,0 0 0,0 0 0,0 0 0,0 0 16,0-25 30,0 25-46,0 0 0,0 0 0,0-25 0,0 25 0</inkml:trace>
  <inkml:trace contextRef="#ctx0" brushRef="#br0" timeOffset="2314.1324">2952 1612 0,'0'0'0,"0"-25"0,0 25 0,0 0 0,0 0 0,25-24 0,-25 24 0,0 0 0,0 0 0,0 0 0,24-25 0,-24 25 0,0 0 0,25 0 0,-25 0 0,0 0 0,25 0 0,-25 0 0,0 0 0,0 0 0,25 0 0,-25 0 0,0 0 0,25 0 0,-25 0 0,0 25 0,0-25 0,24 0 0,-24 24 0,0-24 0,0 25 0,0-25 0,0 25 0,0 0 0,0-25 0,0 25 16,0-25-16,0 25 0,-24-1 0,24-24 0,0 25 0,0-25 15,0 25-15,-25-25 0,25 25 0,0-25 0,0 25 0,0-25 16,-25 0-16,25 24 0,0-24 0,0 0 0,0 25 0,0-25 16,0 0-16,0 0 0,0 0 0,0 25 0,0-25 15,0 0-15,0 0 0,0 0 0,0 0 0,0 0 0,0 0 16,0 0-16,0 0 0,0 0 0,25 0 0,-25 0 0,0 0 15,0 0-15,0 0 0,0 0 0,25 0 0,-25 0 0,0 25 16,0-25-16,0 0 0,24 0 0,-24 0 0,0 0 16,0 0-16,25 0 0,-25 0 0,0 0 0,0 25 0,0-25 15,0 0-15,25 0 0,-25 0 0,0 24 0,0-24 0,0 0 16,0 0-16,0 25 0,0-25 0,0 0 0,-25 0 15,25 25-15,0-25 0,0 0 0,0 0 0,0 0 0,-25 25 16,25-25-16,0 0 0,0 0 0,-24 0 0,24 0 0,0 0 16,0 25-16,0-25 0,-25 0 0,25 0 0,0 0 15,0 0-15,0 0 0,0 0 0,-25 0 0,25 0 0,0 0 16,0 0-16,0 0 0,0 0 0,0-25 0,0 25 15,0 0-15,0 0 0,0 0 0,0 0 0,0 0 0,0-25 16,0 25-16,0 0 0,0-25 0,0 25 0,25 0 0,-25-25 16,0 25-16,0 0 0</inkml:trace>
  <inkml:trace contextRef="#ctx0" brushRef="#br0" timeOffset="3479.199">3349 1712 0,'0'0'0,"0"0"0,0-25 0,0 25 15,0 0-15,0 0 0,0 0 0,0 0 0,0 0 0,0 0 16,0 0-16,0 0 0,0 0 0,0 0 0,0 0 0,0 0 15,0 0-15,0 0 0,0 0 0,0 0 0,0 0 16,0 0-16,0 0 0,0 0 0,0 25 0,0-25 0,0 0 16,0 24-16,0-24 0,0 0 0,0 25 0,0-25 15,0 25-15,0-25 0,0 25 0,0-25 0,0 0 0,0 25 16,0-25-16,0 24 0,0-24 0,0 25 0,0-25 0,0 25 15,0-25-15,0 0 0,0 25 0,0-25 0,0 25 16,0-25-16,0 0 0,0 24 0,0-24 0,0 0 0,0 0 16,24 0-16,-24 25 0,0-25 0,0 0 0,0 0 15,0 0-15,25 0 0,-25 0 0,0-25 0,0 25 0,0 0 16,25 0-16,-25 0 0,0 0 0,0 0 0,25 0 0,-25 0 15,0 0-15,0 0 0,25 0 0,-25-24 0,0 24 16,24 0-16,-24 0 0,0 0 0,0-25 0,25 25 0,-25 0 16,0 0-16,0-25 0,25 25 0,-25 0 0,0 0 15,0-25-15,25 25 0,-25 0 0,0 0 0,0 0 0,0-25 16,0 25-16,0 0 0,0-24 0,25 24 0,-25 0 0,-25-25 15,25 25-15,0 0 0,0-25 0,0 25 0,0 0 16,0 0-16,0 0 0,0-25 0,0 25 0,0 0 0,0 0 16,-25 0-16,25 0 0,0 0 0,0 0 0,0 0 15,0-25-15,0 25 0,0 0 0,-25 0 0,25 0 0,0 0 16,0 0-16,0 0 0,0 0 0,0 0 0,0 0 0,0 0 15,-25 25 17,25-25-32,0 0 0,0 0 0,0 0 0,0 0 0,0 0 0,0 25 0,0-25 0,0 0 0,0 0 0,0 0 0,0 25 0,0-25 0,0 0 0,0 25 15,0-25-15,0 0 0,0 24 0,0-24 0,0 25 0,0-25 16,0 0-16,0 25 0,0-25 0,0 25 0,0-25 15,25 0-15,-25 25 0,0-25 0,0 0 0,0 24 0,0-24 16,25 0-16,-25 0 0,0 25 0,0-25 0,0 0 0,0 0 16,25 25-16,-25-25 0,0 0 0,0 0 0,25 0 15,-25 0-15,0 0 0,24 0 0,-24 0 0,0 0 0,25 0 16,-25 0-16,25-25 0,-25 25 0,25 0 0,-25 0 15,25-25-15,-25 25 0,25 0 0,-25-24 0,0 24 0,24 0 16,-24-25-16,0 25 0,25-25 0,-25 25 0,0 0 0,0-25 16,0 25-16,0 0 0,0-25 0,0 25 0,0-24 15,0 24-15,0 0 0,0-25 0,0 25 0,0 0 0,0-25 16,0 25-16,0 0 0,0-25 0,0 25 0,0 0 15,0-25-15,0 25 0,0 0 0,0 0 0,0 0 0,0 0 16,0 0-16,-25 0 0,25 0 0,0 0 0,0 0 0,0 0 16,0 0-16,0 0 0,0 0 0,0 0 0,0 0 15,0 0-15,0 0 0,0 25 0,0-25 0,0 0 0,0 0 16,0 25-16,0-25 0,0 0 0,0 25 0,0-25 15,0 0-15,0 25 0,0-25 0,0 0 0,0 24 0,0-24 16,0 25-16,0-25 0,0 0 0,0 25 0,0-25 0,0 25 16,0-25-16,0 0 0,0 25 0,0-25 0,0 24 15,0-24-15,0 0 0,0 25 0,25-25 0,-25 0 0,0 25 16,0-25-16,0 0 0,0 0 0,25 0 0,-25 0 15,0 0-15,0 0 0,0 0 0,25 0 0,-25 0 0,0 0 16,0 0-16,25-25 0,-25 25 0,0 0 0,24 0 0,-24-25 16,25 25-16,-25-24 0,0 24 0,0 0 0,25-25 15,-25 25-15,0-25 0,25 25 0,-25 0 0,0-25 0,0 25 16,0-25-16,25 25 0,-25-24 0,0 24 0,0 0 15,0 0-15,0-25 0,0 25 0,0 0 0,0 0 0,0-25 16,0 25-16,0 0 0,0 0 0,0 0 0,0 0 0,0 0 16,0 0-16,0 0 0,0 0 0,0 0 0,0 0 15,0 0-15,0 0 0,0 0 0,0 0 0,0 25 0,0-25 16,0 0-16,0 0 0,-25 25 0,25-25 0,0 24 15,0-24-15,0 0 0,0 25 0,0-25 0,0 25 0,0-25 16,0 25-16,0-25 0,25 25 0,-25-25 0,0 0 0,0 24 16,0-24-16,0 0 0,0 0 0,0 25 0,0-25 15,0 0-15,0 0 0,24 0 0,-24 0 0,0 0 0,0 0 16,0 0-16,25 0 0,-25 0 0,0 0 0,0 0 15,25 0-15,-25 0 0,0 0 0,0-25 0,0 25 0,0 0 16,0-24-16,25 24 0,-25 0 0,0-25 0,-25 25 16,25-25-16</inkml:trace>
  <inkml:trace contextRef="#ctx0" brushRef="#br0" timeOffset="3758.215">3671 1612 0,'0'0'0,"0"0"0,-25-25 15,25 25-15,0 0 0,0 0 0,0 0 0,-25-24 0,25 24 16,0 0-16,0 0 0,0-25 0,0 25 0,0 0 16,0 0-16,25 0 0,-25-25 0,0 25 0,0 0 0,0-25 15,25 25-15,-25 0 0,0 0 0,0-25 0,25 25 0,-25 0 16,0 0-16,25 0 0,-25-24 0,0 24 0,25 0 15,-25 0-15,0 0 0,24 0 0,-24 0 0,0 0 0,0 0 16,0 0-16,25 0 0,-25 0 0,0 0 0,0 0 16,0 24-16,0-24 0,0 0 0,25 0 0,-25 0 0,0 0 15,0 0-15,0 0 0,0 0 0,0 0 0,0 0 0,0 0 16,0 25-16,0-25 0,0 0 0,0 0 0,0 0 15</inkml:trace>
  <inkml:trace contextRef="#ctx0" brushRef="#br0" timeOffset="3937.2252">3894 1315 0,'0'0'15,"0"0"-15,25 0 0,-25 0 0,0 0 0,0 0 16,0 0-16,0 0 0,0 0 0,0 0 0,0 0 0,25 0 16,-25 0-16,0 0 0,0 24 0,25-24 0,-25 0 0,0 0 15,0 25-15,0-25 0,0 0 0,25 25 0,-25-25 16,0 25-16,0-25 0,0 0 0,0 25 0,0-25 0,-25 24 15,25-24-15,0 0 0,0 25 0,-25-25 0,25 25 16,0-25-16,-25 0 0,25 25 0</inkml:trace>
  <inkml:trace contextRef="#ctx0" brushRef="#br0" timeOffset="4120.2357">3522 1463 0,'0'0'15,"0"0"-15,0 0 0,0 0 0,0-24 0,25 24 0,-25 0 16,0 0-16,0 0 0,0 0 0,0 0 0,0-25 15,0 25-15,0 0 0,0 0 0,25 0 0,-25 0 0,0 0 16,0 0-16,0 0 0,25 0 0,-25 0 0,0 0 0,0 25 16,0-25-16,24 0 0,-24 0 0,0 0 0,0 0 15,25 0-15,-25 0 0</inkml:trace>
  <inkml:trace contextRef="#ctx0" brushRef="#br0" timeOffset="4623.2645">5432 1712 0,'0'0'0,"-25"0"16,25-25-16,0 25 0,0 0 0,0-25 0,0 25 0,-24 0 16,24 0-16,0-25 0,0 25 0,0 0 0,0 0 15,0 0-15,0 0 0,-25 0 0,25 0 0,0 0 0,0-25 16,0 25-16,-25 25 0,25-25 0,0 0 0,-25 0 15,25 0-15,0 0 0,-25 0 0,25 25 0,0-25 0,-24 0 16,24 0-16,0 25 0,-25-25 0,25 25 0,0-25 16,-25 0-16,25 24 0,0-24 0,-25 25 0,25-25 0,0 25 15,0-25-15,0 25 0,0-25 0,0 25 0,0-25 0,0 24 16,0-24-16,0 0 0,0 25 0,0-25 0,0 0 15,0 25-15,0-25 0,0 0 0,25 0 0,-25 0 0,0 25 16,0-25-16,25 0 0,-25 0 0,25 0 0,-25 0 0,0-25 16,24 25-16,-24 0 0,25 0 0,-25 0 0,25-25 15,-25 25-15,25 0 0,-25-25 0,25 25 0,-1 0 0,-24-24 16,25 24-16,-25 0 0,0-25 0,25 0 0,-25 25 15,0-25-15,25 25 0,-25-25 0</inkml:trace>
  <inkml:trace contextRef="#ctx0" brushRef="#br0" timeOffset="4884.2794">5457 1265 0,'0'0'0,"0"0"0,0-25 0,-25 25 0,25 0 0,0 0 16,0 0-16,0 0 0,0 0 0,0 0 0,0 0 0,-25 0 16,25 0-16,0 25 0,0-25 0,0 25 0,0-25 15,25 25-15,-25-25 0,0 24 0,0-24 0,0 25 0,0 0 16,0-25-16,0 25 0,25 0 0,-25-25 0,0 24 15,0 1-15,0 0 0,25 0 0,-25-25 0,0 25 0,0-1 16,0 1-16,0-25 0,0 25 0,0 0 0,25-25 0,-25 25 16,0 0-16,0-25 0,0 24 0,0-24 0,0 25 15,0-25-15,0 25 0,0-25 0,0 25 0,0-25 0,0 25 16,0-25-16,0 0 0,0 24 0,0-24 0,0 0 15,0 25-15,0-25 0,0 0 0,0 0 0,0 25 0,0-25 16,0 0-16,0 0 0,0 0 0,0 0 0,0 0 0,24 0 16,-24-25-16</inkml:trace>
  <inkml:trace contextRef="#ctx0" brushRef="#br0" timeOffset="5425.3103">5680 1637 0,'0'0'0,"-25"0"0,25 0 15,0 0-15,0 0 0,0 0 0,0 0 0,-24 0 0,24 0 16,0 0-16,0 0 0,0 0 0,0-25 0,0 25 15,0 0-15,-25 0 0,25 0 0,0 0 0,0 25 0,0-25 16,0 0-16,0 0 0,0 0 0,0 25 0,0-25 16,0 25-16,0-25 0,0 0 0,0 25 0,0-25 0,0 24 15,0-24-15,0 25 0,0-25 0,0 25 0,0-25 0,0 25 16,0-25-16,0 25 0,0-25 0,0 0 0,0 24 15,0-24-15,0 25 0,0-25 0,0 0 0,25 25 0,-25-25 16,0 0-16,0 25 0,0-25 0,24 0 0,-24 0 16,0 0-16,0 0 0,0 0 0,25 0 0,-25 0 0,0 0 15,25 0-15,-25 0 0,0 0 0,25 0 0,-25-25 0,25 25 16,-25 0-16,24 0 0,-24 0 0,25-25 0,-25 25 15,0 0-15,25-25 0,-25 25 0,25 0 0,-25-24 0,0 24 16,0-25-16,0 25 0,25-25 0,-25 25 0,0 0 16,0-25-16,0 25 0,0 0 0,0-25 0,0 25 0,0 0 15,0-24-15,0 24 0,0 0 0,0-25 0,-25 25 0,25 0 16,0 0-16,0-25 0,0 25 0,0 0 0,-25 0 15,25 0-15,0 0 0,0 0 0,0 0 0,0 0 0,-25 0 16,25 0-16,0 0 0,0 0 0,0 0 0,0 0 16,0 0-16,0 0 0,0 25 0,0-25 0,0 0 0,-25 0 15,25 25-15,0-25 0,0 0 0,0 24 0,0-24 0,0 0 16,0 25-16,0-25 0,0 25 0,0-25 0,0 25 15,0-25-15,0 0 0,25 25 0,-25-25 0,0 24 0,0-24 16,0 0-16,0 25 0,0-25 0,0 0 0,0 0 16,0 25-16,25-25 0,-25 0 0,0 0 0,0 25 0,25-25 15,-25 0-15,0 0 0,25 0 0,-25 0 0,0 0 0,25 0 16,-25 0-16,0 0 0,24-25 0,-24 25 0,25 0 15,-25-25-15,25 25 0,-25 0 0,0-25 0,25 25 0,-25-24 16,0 24-16,25 0 0,-25-25 0,0 0 0,0 25 16</inkml:trace>
  <inkml:trace contextRef="#ctx0" brushRef="#br0" timeOffset="5788.3311">6052 1687 0,'0'-25'0,"0"25"0,0 0 0,0 0 15,0 0-15,0-25 0,0 25 0,0 0 0,0 0 0,0 0 16,0 0-16,0 0 0,0 25 0,0-25 0,0 0 16,0 0-16,0 0 0,0 25 0,0-25 0,0 0 0,0 25 15,0-25-15,0 0 0,0 24 0,0-24 0,0 25 0,0-25 16,0 25-16,0-25 0,0 0 0,0 25 0,0-25 15,0 25-15,0-25 0,0 0 0,0 24 0,0-24 0,0 0 16,0 0-16,0 0 0,0 25 0,0-25 0,0 0 16,0 0-16,0 0 0,0 0 0,0 0 0,0 0 0,25 0 15,-25 0-15,0 0 0,0 0 0,0 0 0,0-25 0,25 25 16,-25 0-16,0 0 0,0-24 0,25 24 0,-25 0 15,0-25-15,25 25 0,-25 0 0,0-25 0,24 25 0,-24-25 16,0 25-16,0 0 0,25-25 0,-25 25 0,0 0 16,0 0-16,25 0 0,-25 0 0,0 0 0,0 0 0,0 0 15,0 0-15,0 25 0,0-25 0,0 0 0,0 0 16,0 0-16,0 25 0,0-25 0,0 25 0,0-25 0,0 0 15,0 25-15,0-25 0,0 24 0,0-24 0,0 25 0,-25-25 16,25 0-16,0 25 0,0-25 0,0 25 0,0-25 16,0 0-16,0 25 0,0-25 0,0 0 0,0 0 0,0 24 15,0-24-15,0 0 0,0 25 0,0-25 0,0 0 0,0 0 16,0 0-16,0 0 0,0 0 0,0 0 0,0 0 15,-25 0-15</inkml:trace>
  <inkml:trace contextRef="#ctx0" brushRef="#br0" timeOffset="6056.3464">5804 1563 0,'0'0'0,"-25"0"0,25 0 0,0 0 16,0 0-16,0-25 0,0 25 0,0 0 0,0 0 0,0-25 15,0 25-15,0 0 0,0-25 0,0 25 0,25 0 0,-25-25 16,0 25-16,25-24 0,-25 24 0,25-25 0,-25 25 16,25 0-16,-25 0 0,25 0 0,-25 0 0,24 0 0,-24 0 15,0 0-15,25 0 0,-25 0 0,25 0 0,-25 0 16,0 0-16,0 0 0,25 25 0,-25-25 0,0 0 0,0 0 15,25 24-15,-25-24 0,0 0 0,0 0 0,0 0 0,0 25 16,0-25-16,0 0 0,0 0 0,0 0 0,0 0 16,24 0-16,-24 0 0</inkml:trace>
  <inkml:trace contextRef="#ctx0" brushRef="#br0" timeOffset="6301.3604">6226 1339 0,'0'0'0,"0"0"0,0 0 0,0 0 0,0 0 0,0 0 15,0 0-15,0 25 0,0-25 0,0 0 0,25 0 16,-25 0-16,0 0 0,0 0 0,0 25 0,0-25 0,25 0 16,-25 0-16,0 0 0,0 0 0,24 0 0,-24 0 15,0 0-15,25 0 0,-25 0 0,0 0 0,0 0 0,25 0 16,-25 0-16,0 0 0,0-25 0,25 25 0,-25 0 0,0 0 15,0 0-15,25-25 0,-25 25 0,0 0 0,0 0 16,0-24-16,0 24 0,0 0 0,0 0 0,0-25 0,0 25 16,-25-25-16,25 25 0,0 0 0,0 0 0,-25-25 15,25 25-15</inkml:trace>
  <inkml:trace contextRef="#ctx0" brushRef="#br0" timeOffset="6490.3713">5779 1339 0,'0'0'0,"-24"0"15,24 25-15,0-25 0,0 0 0,0 0 0,0 0 0,0 0 16,0 0-16,0 0 0,0-25 0,0 25 0,0 0 16,24 0-16,-24 0 0,0 0 0,0 0 0,25 0 0,-25 0 15,0 0-15,0 0 0,25 0 0,-25 0 0,0 0 16,0 0-16,25 0 0,-25 25 0,0-25 0,0 0 0,0 0 15,25 0-15</inkml:trace>
  <inkml:trace contextRef="#ctx0" brushRef="#br0" timeOffset="6937.3968">7268 1935 0,'0'0'0,"0"0"0,-25 0 0,25-25 15,0 25-15,0 0 0,0 0 0,0 0 0,0 0 0,0 0 16,0-25-16,0 25 0,0 0 0,0-25 0,0 25 0,0 0 15,25-24-15,-25 24 0,0 0 0,25-25 0,-25 25 16,0-25-16,24 25 0,-24 0 0,25-25 0,-25 25 0,25 0 16,-25-25-16,25 25 0,-25-24 0,0 24 0,25-25 15,-25 0-15,0 25 0,0-25 0,24 25 0,-24-25 0,0 0 16,0 25-16,0-24 0,0 24 0,0 0 0,0-25 0,0 25 15,25 0-15,-25 0 0,0 0 0,0 0 0,0 0 0,0 0 16,0 0-16,0 0 0,0 0 0,0 0 0,0 25 16,0-25-16,0 0 0,0 24 0,0-24 0,0 25 15,0-25-15,0 25 0,0 0 0,0-25 0,0 25 0,-25 0 16,25-1-16,0-24 0,0 25 0,0 0 0,0-25 0,0 25 15,0 0-15,-24-25 0,24 24 0,0-24 0,0 25 16,0 0-16,0-25 0,0 25 0,0-25 0,0 25 0,0-25 16,0 0-16,0 24 0,0-24 0,0 0 0,0 25 15,0-25-15,24 0 0,-24 0 0,0 0 0,0 0 0</inkml:trace>
  <inkml:trace contextRef="#ctx0" brushRef="#br0" timeOffset="7339.4198">8111 1736 0,'0'0'0,"0"0"16,0 0-16,0 0 0,0-24 0,-25 24 0,25 0 0,0 0 15,0 0-15,0 0 0,0 0 0,0 0 0,0 0 16,0 0-16,0 0 0,0 0 0,0 0 0,0 0 0,0 0 16,0 0-16,0 0 0,0 0 0,25 24 0,-25-24 15,0 0-15,0 25 0,0-25 0,0 25 0,25-25 0,-25 25 16,0 0-16,0-25 0,0 24 0,0-24 0,0 25 15,25-25-15,-25 25 0,0-25 0,0 25 0,0-25 0,0 25 16,0-25-16,0 0 0,0 0 0,25 24 0,-25-24 16,0 0-16,0 0 0,0 0 0,0 0 0,0 0 0,0 0 15,0 0-15,0 0 0,0 0 0,24 0 0,-24 0 0,0 0 16,0-24-16,0 24 0,0 0 0,0 0 0,0-25 15,25 25-15,-25 0 0,0-25 0,0 25 0,0-25 0,25 25 16,-25-25-16,0 25 0,0-24 0,0 24 0,0-25 0,25 25 16,-25-25-16,0 25 0,0 0 0,0-25 0,0 25 15,0 0-15,0-25 0,25 25 0,-25 0 0,0 0 0,0 0 16,0 0-16,0 0 0,0 0 0</inkml:trace>
  <inkml:trace contextRef="#ctx0" brushRef="#br0" timeOffset="7740.4428">8384 1836 0,'0'0'0,"0"0"0,0 0 0,0 0 0,0 0 16,0 0-16,0 0 0,0 0 0,0 0 0,0 0 0,0 0 16,25 0-16,-25 0 0,0 0 0,0 0 0,0 0 15,0 0-15,25 0 0,-25-25 0,0 25 0,24 0 0,-24 0 16,25 0-16,-25-25 0,0 25 0,25 0 0,-25 0 15,25-25-15,-25 25 0,25 0 0,-25 0 0,0 0 0,0-25 16,24 25-16,-24 0 0,0-24 0,0 24 0,0 0 0,0 0 16,0-25-16,0 25 0,0 0 0,0-25 0,0 25 15,0 0-15,-24 0 0,24-25 0,0 25 0,0 0 16,-25 0-16,25 0 0,0 0 0,-25-25 0,25 25 0,0 0 15,-25 0-15,25 0 0,-25 0 0,25 0 0,0 0 0,-24 0 16,24 25-16,0-25 0,-25 0 0,25 0 0,0 25 0,0-25 16,-25 0-16,25 25 0,0-25 0,0 25 0,0-25 15,0 24-15,-25-24 0,25 0 0,0 25 0,0-25 0,0 25 16,0-25-16,0 0 0,0 25 0,0-25 0,0 25 0,0-25 15,0 24-15,0-24 0,25 0 0,-25 25 16,0-25-16,0 25 0,0-25 0,25 0 0,-25 25 0,0-25 0,25 0 16,-25 0-16,0 25 0,24-25 0,-24 0 0,25 0 15,-25 0-15,25 0 0,0 24 0,0-24 0,-25 0 0,24-24 16,1 24-16,-25 0 0,25 0 0,0 0 0,0 0 0,-1 0 15,1 0-15</inkml:trace>
  <inkml:trace contextRef="#ctx0" brushRef="#br0" timeOffset="8025.4591">9029 1761 0,'0'0'0,"0"0"0,0-25 15,0 25-15,0 0 0,0 0 0,0 0 0,0-24 0,0 24 16,0 0-16,0 0 0,-25 0 0,25 0 0,0 0 16,0 0-16,0-25 0,-25 25 0,25 0 0,0 0 0,0 0 15,-25 0-15,25 0 0,0 25 0,0-25 0,-24 0 0,24 0 16,0 0-16,0 24 0,-25-24 0,25 0 0,0 0 15,0 25-15,-25-25 0,25 0 0,0 25 0,0-25 0,-25 25 16,25-25-16,0 25 0,0-1 0,0-24 0,0 25 16,0-25-16,0 25 0,0-25 0,0 25 0,0-25 0,25 25 15,-25-25-15,0 0 0,0 24 0,25-24 0,-25 0 0,25 25 16,-25-25-16,24 0 0,-24 0 0,25 25 0,-25-25 15,25 0-15,0 0 0,0-25 0,0 25 0,-1 0 0,1 0 16,0 0-16,0-25 0,0 25 0,-1 0 0,-24-24 16,25 24-16,0 0 0,0-25 0,0 25 0,-1-25 0,-24 0 15,25 25-15,0-25 0,-25 1 0</inkml:trace>
  <inkml:trace contextRef="#ctx0" brushRef="#br0" timeOffset="8249.4719">9500 1513 0,'0'-25'0,"0"25"0,0 0 0,0-25 15,-25 25-15,25 0 0,0 0 0,0-24 0,0 24 16,0 0-16,0 0 0,0 24 0,-24-24 0,24 0 0,0 0 15,0 25-15,0-25 0,0 25 0,0 0 0,-25-25 16,25 25-16,0-1 0,0 1 0,0-25 0,0 25 0,0 0 16,0 0-16,0 0 0,0-1 0,0 1 0,0 0 0,0 0 15,0 0-15,0-1 0,0 1 0,0-25 0,0 25 16,0 0-16,0 0 0,0-25 0,0 24 0,0-24 0,0 0 15,0 25-15,0-25 0,0 0 0,0 0 0,0 25 16,0-25-16,0 0 0,0 0 0,0 0 0,0 0 0,0 0 16,0 0-16,0-25 0,0 25 0,0 0 0,-25 0 0</inkml:trace>
  <inkml:trace contextRef="#ctx0" brushRef="#br0" timeOffset="8635.4939">9351 1811 0,'0'-25'0,"0"25"16,0 0-16,0 0 0,0 0 0,0 0 0,0 0 0,0-25 15,0 25-15,0 0 0,0 0 0,25 0 0,-25 0 16,0 0-16,0 0 0,25 0 0,-25-25 0,0 25 0,25 0 15,-25 0-15,0 0 0,25 0 0,-25 0 0,0 0 0,24 0 16,-24 0-16,0 0 0,25 0 0,-25 25 0,0-25 16,0 0-16,25 0 0,-25 0 0,0 0 0,0 25 0,0-25 15,0 0-15,0 0 0,0 25 0,0-25 0,0 0 16,0 25-16,0-25 0,0 24 0,0-24 0,0 0 0,0 25 15,0-25-15,0 0 0,0 25 0,0-25 0,0 0 0,0 25 16,0-25-16,0 0 0,0 25 0,25-25 0,-25 0 16,0 0-16,0 0 0,0 24 0,0-24 0,0 0 0,25 0 15,-25 0-15,0 0 0,24 0 0,-24 0 0,25 0 16,-25 0-16,0 0 0,25 0 0,-25-24 0,25 24 0,-25 0 15,25-25-15,-25 25 0,24-25 0,-24 25 0,0 0 16,0-25-16,25 25 0,-25-25 0,0 25 0,0 0 0,0-24 16,0 24-16,0-25 0,0 25 0,0-25 0,0 25 0,-25-25 15,25 25-15,0 0 0,0-25 0,-24 25 0,24 0 16,0 0-16,0 0 0,-25 0 0,25 0 0,0 0 0,-25 0 15,25 0-15,0 0 0,0 0 0,-25 0 0,25 0 0,0 0 16,0 0-16,-25-24 0,25 24 0,0 0 0,0 0 16,-24 0-16,24 0 0,0 0 0</inkml:trace>
  <inkml:trace contextRef="#ctx0" brushRef="#br0" timeOffset="8829.505">9649 1463 0,'0'0'0,"0"0"0,25 0 0,-25 0 15,0 0-15,25 0 0,-25 0 0,24 0 0,-24 0 0,25 0 16,-25 0-16,0 0 0,25 0 0,-25 0 0,0 25 0,0-25 16,0 0-16,25 0 0,-25 25 0,0-25 0,-25 25 15,25-25-15,0 25 0,-25-25 0,25 24 0,-25 1 0,25-25 16,-24 25-16,-1-25 0,0 25 0,25-25 0,-25 0 15,0 25-15</inkml:trace>
  <inkml:trace contextRef="#ctx0" brushRef="#br0" timeOffset="9919.5674">10988 1860 0,'0'0'0,"0"0"0,0 0 15,0 0-15,0-24 0,0 24 0,0 0 0,0 0 0,0 0 16,25-25-16,-25 25 0,0 0 0,0 0 0,0-25 15,0 25-15,0 0 0,0 0 0,0 0 0,0 0 0,0-25 16,0 25-16,0 0 0,0 0 0,0 0 0,0 0 0,0 0 16,0 0-16,-25 0 0,25 0 0,0 0 0,0 0 15,0 0-15,0 0 0,0 0 0,0 0 0,0 0 0,0 0 16,-24 0-16,24 0 0,0 0 0,0 0 0,-25 0 15,25 0-15,0 0 0,0 0 0,-25 0 0,25 0 0,0 0 16,-25 0-16,25 25 0,0-25 0,-25 0 0,25 0 0,0 0 16,-24 25-16,24-25 0,0 0 0,0 0 0,-25 25 15,25-25-15,0 0 0,0 0 0,0 24 0,0-24 0,0 0 16,0 0-16,0 25 0,0-25 0,0 0 0,25 0 15,-25 0-15,0 25 0,0-25 0,24 0 0,-24 0 0,0 0 16,25 0-16,-25 0 0,25 0 0,-25 0 0,0 0 0,25 0 16,-25 0-16,25 0 0,-25 0 0,24 0 0,-24-25 15,25 25-15,-25 0 0,25 0 0,-25 0 0,0-25 0,25 25 16,-25 0-16,0 0 0,0-24 0,25 24 0,-25 0 15,0-25-15,0 25 0,0 0 0,24-25 0,-24 25 0,0 0 16,0-25-16,0 25 0,0-25 0,0 25 0,0 0 16,0-24-16,0 24 0,0 0 0,0-25 0,0 25 0,0 0 15,0 0-15,0 0 0,0 0 0,0 0 0,0 0 0,0 0 16,0 0-16,0 0 0,0 25 0,0-25 0,0 0 15,0 24-15,0-24 0,0 0 0,0 25 0,0-25 0,0 25 16,0 0-16,0-25 0,0 25 0,0-25 0,0 24 0,0 1 16,0-25-16,0 25 0,0 0 0,-24-25 0,24 25 15,0-1-15,0-24 0,0 25 0,0 0 0,0-25 16,0 25-16,0 0 0,0-25 0,0 24 0,-25-24 0,25 25 15,0-25-15,0 25 0,0-25 0,0 0 0,0 25 16,0-25-16,0 0 0,0 0 0,0 25 0,0-25 0,0 0 16,0 0-16,0 0 0,0 0 0,0 0 0,0 0 0,0 0 15,0 0-15,0 0 0,25-25 0,-25 25 0,0 0 16,0 0-16,0-25 0,0 25 0,24-25 0,-24 25 15</inkml:trace>
  <inkml:trace contextRef="#ctx0" brushRef="#br0" timeOffset="10445.5975">11361 1687 0,'0'0'0,"0"0"0,0 0 0,0 0 0,0-25 0,0 25 15,0 0-15,0 0 0,0 0 0,0 0 0,0 0 16,0 0-16,0 0 0,0 0 0,0 0 0,0 0 0,0 25 0,0-25 15,0 0-15,0 0 0,0 0 0,0 25 0,0-25 16,0 0-16,0 0 0,0 24 0,0-24 0,0 0 0,0 25 16,0-25-16,-25 25 0,25-25 0,0 25 0,0-25 15,0 25-15,0-25 0,0 0 0,0 24 0,0-24 16,0 0-16,0 25 0,0-25 0,0 0 0,0 0 0,0 25 0,0-25 15,0 0-15,0 0 0,0 25 0,0-25 0,25 0 16,-25 0-16,0 0 0,0 0 0,0 0 0,24 0 16,-24 0-16,0 0 0,0 0 0,25 0 0,-25-25 0,0 25 15,25 0-15,-25 0 0,25-25 0,-25 25 0,0-25 0,25 25 16,-25-24-16,24 24 0,-24-25 0,0 25 0,0-25 15,25 25-15,-25-25 0,0 25 0,0-25 0,0 25 0,0-24 16,0 24-16,0 0 0,0-25 0,25 25 0,-25 0 16,0-25-16,0 25 0,0 0 0,-25 0 0,25 0 0,0 0 15,0 0-15,0 0 0,0 0 0,0 0 0,0 25 0,0-25 16,0 0-16,0 0 0,0 25 0,0-25 0,0 24 15,0-24-15,0 25 0,0-25 0,-25 25 0,25-25 0,0 0 16,0 25-16,0-25 0,0 25 0,0-25 0,0 24 16,0-24-16,-24 0 46,24 25-46,0-25 0,0 25 0,0-25 0,0 25 0,0-25 0,24 0 0,-24 0 0,0 25 0,0-25 0,0 0 0,0 0 0,0 24 0,25-24 0,-25 0 0,0 0 0,25 0 0,-25 0 0,25-24 0,-25 24 0,25 0 16,-25 0 15,24-25-31</inkml:trace>
  <inkml:trace contextRef="#ctx0" brushRef="#br0" timeOffset="10816.6187">11807 1736 0,'0'0'16,"0"0"-16,0 0 0,0 0 0,0-24 0,-25 24 16,25 0-16,0 0 0,0 0 0,0 0 0,-25 0 0,25 0 15,0-25-15,0 50 0,0-25 0,0 0 0,-24 0 16,24 0-16,0 0 0,0 0 0,0 0 0,-25 24 0,25-24 15,0 0-15,0 0 0,0 25 0,-25-25 0,25 25 0,0-25 16,0 25-16,0-25 0,0 0 0,-25 25 0,25-25 16,0 24-16,0-24 0,0 0 0,0 25 0,0-25 0,0 0 15,0 0-15,0 25 0,0-25 0,0 0 0,0 0 16,0 0-16,0 25 0,0-25 0,25 0 0,-25 0 0,0 0 15,0 0-15,0 0 0,25 0 0,-25 0 0,0 0 0,25 0 16,-25 0-16,0 0 0,24 0 0,-24-25 0,0 25 16,25 0-16,-25-25 0,0 25 0,25-25 0,-25 25 0,0 0 15,0-24-15,25 24 0,-25-25 0,0 25 0,0 0 16,0-25-16,25 25 0,-25 0 0,0 0 0,0-25 0,0 25 15,0 0-15,0 0 0,0 0 0,0 0 0,0 25 0,0-25 16,0 0-16,0 0 0,0 25 0,0-25 0,0 0 16,0 25-16,-25-25 0,25 0 0,0 24 0,0-24 0,0 0 15,0 25-15,0-25 0,0 0 0,0 25 0,0-25 16,25 0-16,-25 25 0,0-25 0,0 0 0,0 25 0,0-25 15,24 0-15,-24 0 0,0 0 0,0 0 0,25 0 0,-25 0 16,0 0-16,0 0 0,25 0 0,-25 0 0,25-25 16,-25 25-16,0 0 0,25 0 0</inkml:trace>
  <inkml:trace contextRef="#ctx0" brushRef="#br0" timeOffset="11269.6446">12725 1885 0,'0'25'0,"0"-25"0,-25 0 0,25 0 0,0 0 16,0 0-16,0 0 0,0 0 0,0 0 0,25 0 16,-25 0-16,0-25 0,0 25 0,0 0 0,0 0 0,25-25 15,-25 25-15,24 0 0,-24-24 0,0 24 0,25 0 16,-25-25-16,25 25 0,-25 0 0,0-25 0,25 25 0,-25 0 15,25-25-15,-25 25 0,0 0 0,0-25 0,24 25 0,-24-24 16,0 24-16,0-25 0,0 0 0,25 25 0,-25-25 16,0 25-16,0-25 0,0 25 0,0-25 0,0 25 0,0-24 15,0 24-15,0 0 0,0 0 0,0 0 0,0 0 16,0 0-16,0 0 0,0 0 0,0 0 0,0 0 0,0 0 15,0 24-15,0-24 0,0 0 0,0 25 0,0-25 0,0 25 16,25 0-16,-25-25 0,0 25 0,0 0 0,0-25 16,0 24-16,0-24 0,0 25 0,0 0 0,0-25 0,0 25 15,0 0-15,0-25 0,0 24 0,0 1 0,-25-25 16,25 25-16,0-25 0,0 25 0,0-25 0,0 0 0,-25 0 15,25 25-15,0-25 0,0 0 0,0 24 0,-24-24 0,24 0 16,0 25-16,0-25 0</inkml:trace>
  <inkml:trace contextRef="#ctx0" brushRef="#br0" timeOffset="12682.7254">13543 1935 0,'0'0'0,"-24"0"0,24 0 0,0 0 16,0 0-16,0 0 0,0 0 0,0 0 0,0 0 0,0 0 15,0 0-15,0 0 0,0-25 0,0 25 0,24 0 0,-24 0 16,0-25-16,0 25 0,25 0 0,-25 0 0,0-25 16,25 25-16,-25 0 0,25-24 0,0 24 0,-25 0 0,24-25 15,1 25-15,-25-25 0,25 25 0,0-25 0,0 25 16,-25-25-16,24 25 0,1-24 0,0 24 0,0-25 0,-25 0 15,25 25-15,-1-25 0,-24 0 0,25 0 0,0 25 0,-25-24 16,25-1-16,-25 25 0,25-25 0,-25 0 0,0 25 16,0-25-16,0 25 0,0-24 0,0 24 0,0-25 0,0 25 15,0 0-15,0 0 0,-25-25 0,25 25 0,0 0 16,-25 0-16,25 0 0,0 0 0,-25 0 0,25-25 0,0 25 15,-25 0-15,25 0 0,-24 0 0,24 0 0,0 0 16,-25 0-16,25 0 0,0 25 0,-25-25 0,25 0 0,0 0 16,-25 0-16,25 0 0,0 0 0,0 0 0,-25 0 0,25 25 15,0-25-15,0 0 0,0 25 0,0-25 0,0 24 16,0-24-16,-24 25 0,24-25 0,0 25 0,0-25 0,0 25 15,0-25-15,0 25 0,0-1 0,0-24 0,0 25 16,0 0-16,0-25 0,0 25 0,24 0 0,-24 0 0,-24-25 16,24 24-16,0 1 0,0 0 0,0-25 0,0 25 15,0-25-15,0 25 0,0-25 0,0 24 0,0-24 0,0 25 16,0-25-16,0 25 0,0-25 0,0 25 0,0-25 0,0 0 15,0 25-15,0-25 0,0 0 0,0 0 0,0 24 16,0-24-16,0 0 0,0 0 0,0 0 0,0 0 0,0 0 16,0 0-16,0 0 0,0 0 0,0 0 0,0 0 0,0 0 15,0 0 126,148-173-141,-148 173 0,0-25 0,0 25 0,25 0 0,-25 0 0,0 0 0,0 0 15,0 0-15,0 0 0,0 0 0,0 0 0,0 0 0,0 0 0,0 0 0,0 0 0,0 25 0,0-25 0,0 0 0,0 0 0,0 0 0,0 25 0,0-25 0,0 0 0,0 24 0,0-24 0,0 0 0,0 25 0,0-25 0,0 25 0,0-25 0,0 0 0,0 25 16,0-25-16,0 0 0,0 0 0,0 25 0,0-25 0,0 0 0,0 24 0,0-24 0,0 0 0,0 0 0,0 0 0,25 0 0,-25 25 15,0-25-15,0 0 0,0 0 0,25-25 0,-25 25 16,0 0-16,0 0 0,25 0 0,-25 0 0,24 0 16,-24-24-16,25 24 0,-25 0 0,25 0 0,-25-25 0,25 25 0,-25 0 15,25-25-15,-25 25 0,0 0 0,24-25 0,-24 25 16,0-25-16,25 25 0,-25 0 0,0-24 0,0 24 15,0 0-15,25-25 0,-25 25 0,0-25 0,0 25 0,0 0 16,0 0-16,0-25 0,0 25 0,0 0 0,0 0 0,0 0 16,0 0-16,0 0 0,0 0 0,0 0 0,0-25 15,0 25-15,0 0 0,0 0 0,0 0 0,-25 0 0,25 0 16,0 0-16,0 25 0,0-25 0,0 0 0,0 0 0,0 0 15,0 25-15,-25-25 0,25 0 0,0 0 0,0 25 16,0-25-16,0 25 0,0-25 0,0 0 0,0 24 0,0-24 16,0 0-16,-24 25 0,24-25 0,0 25 0,0-25 15,0 0-15,0 25 0,0-25 0,0 0 0,0 0 0,24 25 16,-24-25-16,0 0 0,0 24 0,0-24 0,0 0 0,0 0 15,0 0-15,25 0 0,-25 25 0,0-25 0,0 0 16,0 0-16,0 0 0,25 0 0,-25 0 0,0 0 16,0-25-16,0 25 0,25 0 0,-25 0 0,25 0 0,-25-24 0,0 24 15,24 0-15,-24-25 0,0 25 0,25 0 0,-25 0 16,0-25-16,0 25 0,0 0 0,25 0 0,-25 0 15,0 0-15,0 0 0,0 0 0,0 0 0,0 0 0,0 0 16,0-25-16,0 25 0,0 0 0,0 0 0,0-25 0,0 25 16,0 0-16,0 0 0,0 0 0,0 0 0,0-24 0,0 24 15,0 0-15,0 0 0,0 0 0,0 0 0,0-25 16,0 25-16,0 0 0,0 0 0,0-25 0,0 25 0,0 0 15,-25-25-15,25 25 0,0 0 0,0-25 0,0 25 16,0 0-16,0 0 0,0 0 0,0 0 0,0 0 0,0 0 16,0 0-16,0 0 0,0 0 0,0 0 0,0 0 15,0 0-15,0 0 0,0 0 0,0 0 0,0 0 0,0 0 16,0 0-16,0-24 0,0 24 0,0 0 0,0 0 0,-25 0 15,25 0-15,0 0 0,0 24 0,0-24 0,0 0 16,0 0-16,-24 0 0,24 0 0,0 0 0,0 0 0,0 0 16,0 0-16,0-24 0,0 24 0,0 0 0,-25 0 15,25 0-15,0 0 0,0 0 0,0 0 0,0 0 0,0 0 16,0 0-16,0 0 0,25 0 0,-25 0 0,0 0 0,0 0 15,0 24-15,0-24 0,0 0 0,0 0 0,0 0 16,0 0-16,0 25 0,0-25 0,0 0 0,0 0 0,0 25 16</inkml:trace>
  <inkml:trace contextRef="#ctx0" brushRef="#br0" timeOffset="12965.7416">14362 2381 0,'0'0'0,"0"0"0,0 0 16,0 0-16,25-25 0,-25 25 0,0 0 0,0 0 15,0 0-15,0 0 0,0 0 0,0 0 0,0 0 0,0 0 16,-25 0-16,25 0 0,0 0 0,0 0 0,0 0 16,0 0-16,0 0 0,0 0 0,0 0 0,0-24 0,0 24 15,25 0-15,-25 0 0,0 0 0,0 0 0,0 0 16,0-25-16,0 25 0,0 0 0,0 0 0,0 0 0,25-25 15,-25 25-15</inkml:trace>
  <inkml:trace contextRef="#ctx0" brushRef="#br0" timeOffset="13511.7729">14957 1662 0,'0'0'0,"0"0"0,0-25 0,0 25 0,0 0 0,0 0 16,0 0-16,0 0 0,0 0 0,0 0 0,0 0 0,0 0 15,0 0-15,0 0 0,0 0 0,0 0 0,0 0 16,25 0-16,-25 0 0,0 0 0,0 0 0,0 25 0,0-25 15,0 0-15,0 0 0,0 25 0,0-25 0,25 25 16,-25-25-16,0 24 0,0-24 0,0 25 0,0-25 0,0 25 16,0 0-16,0-25 0,0 25 0,0-1 0,25-24 0,-25 25 15,0 0-15,0-25 0,0 25 0,0-25 0,0 0 16,0 25-16,0-25 0,0 0 0,0 0 0,0 24 15,0-24-15,24 0 0,-24 0 0,0 0 0,0 0 0,0 0 16,0 0-16,0 0 0,0 0 0,0 0 0,0 0 0,0-24 16,0 24-16,0 0 0,25 0 0,-25 0 0,0 0 0,0 0 15,0-25-15,25 25 0,-25 0 0,0-25 0,0 25 16,25 0-16,-25-25 0,0 25 0,25-25 0,-25 25 0,0-24 15,0 24-15,0-25 0,0 25 0,24 0 0,-24-25 16,0 25-16,0 0 0,0 0 0,0 0 0,0-25 0,0 25 16,25 0-16,-25 0 0,0 0 0,0 0 0,0 0 0,0 0 15,0 0-15,0 0 0,0 0 0,0 0 0,0 0 16,0 25-16,0-25 0,0 0 0,25 0 0,-25 0 0,0 0 15</inkml:trace>
  <inkml:trace contextRef="#ctx0" brushRef="#br0" timeOffset="13943.7976">15304 1885 0,'0'25'0,"0"-25"0,0 0 0,0 0 16,0 0-16,0 0 0,0 0 0,0 0 0,0 0 0,0 0 16,0 0-16,0 0 0,0 0 0,0 0 0,0 0 0,25 0 15,-25 0-15,0 0 0,0 0 0,25 0 0,-25 0 16,0 0-16,25 0 0,-25-25 0,25 25 0,-25 0 0,25 0 15,-25 0-15,24-25 0,-24 25 0,25 0 0,-25-24 16,0 24-16,25 0 0,-25-25 0,0 25 0,0 0 0,0 0 16,0-25-16,25 25 0,-25 0 0,0 0 0,0 0 0,0 0 15,-25-25-15,25 25 0,0 0 0,0 0 0,0 0 16,0-25-16,0 25 0,-25 0 0,25 0 0,0-24 0,0 24 15,-25 0-15,25 0 0,0-25 0,0 25 0,-24 0 16,24 0-16,0 0 0,0 0 0,0 0 0,-25 0 0,25 0 16,0 0-16,0 25 0,-25-25 0,25 0 0,0 0 0,0 0 15,-25 0-15,25 24 0,0-24 0,0 0 0,-25 25 16,25-25-16,0 0 0,0 25 0,-25-25 0,25 25 15,0-25-15,0 25 0,0-25 0,0 24 0,-24-24 0,24 25 16,0-25-16,0 25 0,0-25 0,0 25 0,0-25 0,0 0 16,24 25-16,-24-25 0,0 0 0,0 0 0,0 24 0,25-24 15,-25 0-15,0 0 0,0 0 0,25 25 0,-25-25 16,0 0-16,0 0 0,25 0 0,-25 0 0,25 0 15,-25 0-15,25 0 0,-25 0 0,24 0 0,-24 0 0,25 0 16,0 0-16,-25 0 0,25 0 0,0 0 0,-1 0 0,-24 0 16,25 0-16,0-25 0,0 25 0,0 0 0,-25 0 15</inkml:trace>
  <inkml:trace contextRef="#ctx0" brushRef="#br0" timeOffset="14278.8167">16073 1712 0,'0'0'0,"0"0"16,0-25-16,0 25 0,0 0 0,0-25 0,0 25 0,0 0 15,-24-25-15,24 25 0,0 0 0,0 0 0,0-25 0,0 25 16,0 0-16,0 0 0,0-25 0,-25 25 0,25 0 16,0 0-16,0 0 0,0 0 0,0 0 0,0 0 0,0 0 15,0 0-15,-25 0 0,25 0 0,0 0 0,0 0 16,0 0-16,-25 25 0,25-25 0,0 25 0,-25-25 0,25 25 15,0-25-15,0 25 0,-24 0 0,24-25 0,0 24 16,-25-24-16,25 25 0,0 0 0,0-25 0,0 25 0,0-25 16,-25 25-16,25-25 0,0 24 0,0-24 0,0 25 0,25-25 15,-25 25-15,0-25 0,0 25 0,0-25 0,0 25 16,25-25-16,-25 24 0,0-24 0,24 0 0,-24 0 0,25 0 15,-25 0-15,25 0 0,0 0 0,-25 0 0,25 0 0,-1 0 16,-24 0-16,25 0 0,0 0 0,0 0 0,0-24 16,-1 24-16,1-25 0,-25 25 0,25 0 0,0-25 0,0 25 15,-25-25-15,24 25 0,1-25 0,-25 25 0,25-24 16,-25 24-16,25-25 0,-25 25 0</inkml:trace>
  <inkml:trace contextRef="#ctx0" brushRef="#br0" timeOffset="14513.8302">16446 1439 0,'0'-25'0,"0"25"0,-25 0 0,25 0 16,0 0-16,0 0 0,0 0 0,0 0 0,0 0 0,-25 0 15,25 0-15,0 0 0,0 25 0,0-25 0,0 0 0,0 24 16,0-24-16,0 25 0,0-25 0,0 25 0,0 0 16,0 0-16,0-1 0,0-24 0,0 25 0,0 0 0,0 0 15,0 0-15,0-25 0,-25 25 0,25-1 0,0-24 16,0 25-16,0 0 0,0-25 0,0 25 0,0 0 0,0-25 15,0 24-15,0-24 0,0 25 0,0-25 0,0 25 0,0-25 16,0 0-16,0 25 0,0-25 0,0 0 0,0 25 16,0-25-16,0 0 0,0 0 0,0 0 0,0 0 0,0 0 15,0 0-15,0 0 0,0 0 0,0 0 0,-25 0 16,25-25-16,0 25 0,0 0 0</inkml:trace>
  <inkml:trace contextRef="#ctx0" brushRef="#br0" timeOffset="14915.8532">16297 1786 0,'0'0'0,"0"-25"0,0 25 0,0 0 0,0 0 15,0-25-15,24 25 0,-24 0 0,0 0 0,0 0 16,0-24-16,25 24 0,-25 0 0,0 0 0,0 0 0,0 0 15,25 0-15,-25 0 0,0 0 0,25 0 0,-25 0 0,25 0 16,-25 0-16,0 0 0,25 0 0,-25 24 0,0-24 16,24 0-16,-24 0 0,0 0 0,0 0 0,25 25 0,-25-25 15,0 0-15,0 0 0,0 0 0,0 25 0,0-25 16,0 0-16,0 0 0,0 0 0,0 0 0,0 25 0,0-25 15,0 0-15,0 0 0,-25 25 0,25-25 0,0 24 16,0-24-16,0 0 0,0 25 0,-24-25 0,24 25 0,0-25 16,0 0-16,0 25 0,0-25 0,0 25 0,0-25 0,0 0 15,0 24-15,0-24 0,0 0 0,0 0 0,0 25 16,0-25-16,0 0 0,0 0 0,0 0 0,0 0 0,24 0 15,-24 0-15,0 0 0,25 0 0,-25 0 0,25 0 16,-25 0-16,0 0 0,25 0 0,0 0 0,-25 0 0,24-25 16,-24 25-16,0 0 0,25 0 0,-25-24 0,0 24 0,25-25 15,-25 25-15,0 0 0,0-25 0,25 25 0,-25-25 16,0 25-16,0-25 0,0 25 0,0-24 0,0 24 0,0-25 15,0 25-15,0-25 0,0 25 0,0-25 0,0 25 16,-25 0-16,25 0 0,0-25 0,0 25 0,0 0 0,0 0 16,0 0-16,0 0 0,0 0 0,0 0 0,0 0 0,0 0 15,0 0-15,0 0 0,0 0 0,0 0 0,0 0 16,0-24-16,0 24 0,-25 0 0,25 0 0,0 0 0,0-25 15,0 25-15</inkml:trace>
  <inkml:trace contextRef="#ctx0" brushRef="#br0" timeOffset="15128.8653">16669 1414 0,'25'0'16,"-25"0"-16,0 0 0,0 0 0,0 25 0,0-25 0,0 0 15,24 0-15,-24 0 0,0 0 0,0 0 0,25 0 16,-25 24-16,0-24 0,25 0 0,-25 0 0,0 0 0,0 0 15,25 25-15,-25-25 0,0 0 0,0 25 0,0-25 16,-25 25-16,25-25 0,0 0 0,-25 25 0,25-25 0,-25 24 16,25-24-16,-24 25 0,-1-25 0,0 25 0,0-25 15,0 25-15,1 0 0,-1-25 0,0 25 0,-25-25 16</inkml:trace>
  <inkml:trace contextRef="#ctx0" brushRef="#br0" timeOffset="18346.0494">4018 3200 0,'0'-25'0,"0"25"0,0 0 0,0 0 0,0 0 16,0 0-16,0 0 0,0 0 0,-24-25 0,24 25 15,0 0-15,0 0 0,0 0 0,0 0 0,0-25 0,0 25 16,0 0-16,0 0 0,0 0 0,0 0 0,0-24 16,0 24-16,0 0 0,0 0 0,0 0 0,0 0 15,0 0-15,0 0 0,0 0 0,0 0 0,-25-25 0,25 25 16,0 0-16,0 0 0,0 0 0,-25 0 0,25 0 15,0 0-15,0 0 0,-25 0 0,25 0 0,0 0 0,0-25 16,-25 25-16,25 0 0,0 0 0,0 0 0,-24 0 16,24 0-16,0 0 0,-25 0 0,25 0 0,0 0 0,0 0 15,-25 0-15,25 25 0,0-25 0,0 0 0,0 0 16,-25 0-16,25 0 0,0 0 0,0 0 0,0 25 0,-25-25 15,25 0-15,0 0 0,0 0 0,-24 24 0,24-24 16,0 0-16,0 25 0,0-25 0,0 25 0,-25-25 16,25 25-16,0 0 0,0-25 0,0 24 0,0 1 15,0-25-15,0 25 0,0-25 0,0 25 0,0 0 0,0-25 16,0 24-16,0-24 0,25 25 0,-25-25 0,0 25 0,0 0 15,0-25-15,24 0 0,-24 25 0,0-25 0,25 24 16,-25-24-16,0 0 0,25 0 0,-25 25 0,25-25 16,-25 0-16,0 0 0,25 0 0,-25 0 0,0 0 0,24 0 15,-24 0-15,25-25 0,-25 25 0,25 0 0,-25 0 16,0-24-16,25 24 0,-25 0 0,0 0 0,25-25 0,-25 25 15,0 0-15,0-25 0,0 25 0,24 0 0,-24 0 16,0 0-16,0-25 0,0 25 0,0 0 0,0 0 0,0 0 16,25 0-16,-25 0 0,0-25 0,0 25 0,0 0 15,0 0-15,0 0 0,0 0 0,0 0 0,0 0 16,0 0-16,0 0 0,0 0 0,0 0 0,0 0 0,0 0 15,0 25-15,0-25 0,0 0 0,0 0 0,0 0 16,0 25-16,0-25 0,0 0 0,0 0 0,0 0 16,0 25-16,0-25 0,0 0 0,0 0 0,0 0 0,0 0 15,0 25-15,0-25 0,0 0 0,0 0 0,0 0 16,0 0-16,0 0 0,0 0 0,0 0 0,0 0 0,0 24 15</inkml:trace>
  <inkml:trace contextRef="#ctx0" brushRef="#br0" timeOffset="18535.0602">3919 3398 0,'0'0'0,"-25"0"0,25 0 0,0 0 0,0 0 16,0 0-16,0 0 0,0 0 0,0 0 0,0 0 0,0 0 16,0 0-16,0 0 0,0 0 0,25 0 0,-25 0 15,0 0-15,25 0 0,-25 0 0,25 0 0,-25 0 16,25-25-16,-1 25 0,1 0 0,-25 0 0,25 0 0,0 0 15,0 0-15,-1 0 0,-24 0 0,25-24 0,0 24 16,0 0-16,0 0 0,-25 0 0,24-25 0,1 25 0,-25 0 16,25 0-16</inkml:trace>
  <inkml:trace contextRef="#ctx0" brushRef="#br0" timeOffset="18846.078">4514 2952 0,'0'0'0,"0"0"0,0 0 16,0 0-16,0 0 0,0 0 0,0 0 0,0 25 0,0-25 15,0 0-15,-24 0 0,24 0 0,0 24 0,0-24 16,0 25-16,-25-25 0,25 25 0,0-25 0,-25 25 0,25 0 15,0-25-15,0 24 0,-25 1 0,25 0 0,0 0 16,0-25-16,-25 25 0,25-1 0,0-24 0,0 25 0,0 0 16,-24 0-16,24-25 0,0 25 0,0-25 0,-25 24 15,25 1-15,0-25 0,0 25 0,0-25 0,-25 25 0,25-25 16,0 25-16,0-25 0,0 0 0,0 24 0,0-24 15,0 0-15,0 0 0,0 25 0,0-25 0,0 0 16,0 0-16,0 0 0,0 0 0,0 0 0,0 0 0,0 0 16,0 0-16</inkml:trace>
  <inkml:trace contextRef="#ctx0" brushRef="#br0" timeOffset="19624.1225">4589 3225 0,'0'-25'15,"0"25"-15,0 0 0,0 0 0,0 0 0,-25 0 16,25-25-16,0 25 0,0 0 0,0 0 0,-25 0 0,25 0 16,0 0-16,0 0 0,0 0 0,0 0 0,0 0 15,0 0-15,0 0 0,0 0 0,0 0 0,0 0 0,0 0 16,0 0-16,0 0 0,0 25 0,0-25 0,0 0 15,0 25-15,0-25 0,0 24 0,0-24 0,0 25 0,0-25 16,0 25-16,0-25 0,0 0 0,25 25 0,-25-25 16,0 25-16,0-25 0,25 24 0,-25-24 0,0 0 15,0 25-15,25-25 0,-25 0 0,0 25 0,24-25 0,-24 0 16,0 25-16,25-25 0,-25 0 0,0 0 0,0 25 15,25-25-15,-25 0 0,0 0 0,0 24 0,0-24 16,0 0-16,0 0 0,0 25 0,0-25 0,0 0 0,0 0 16,0 0-16,0 0 0,0 0 0,0 0 0,0 0 15,0 0-15,0 0 0,-25 0 0,25 0 0,0 0 0,0 0 16,-25 0-16,25 0 0,0 0 0,0 0 0,-24 0 15,24 0-15,0 0 0,0-25 0,0 25 0,0 0 0,0 0 16,0-24-16,0 24 0,0 0 0,0-25 0,0 25 16,0 0-16,0-25 0,24 25 0,-24 0 0,0-25 15,25 25-15,-25-25 0,0 25 0,25-24 0,-25 24 0,0 0 16,25-25-16,-25 25 0,0 0 0,25-25 0,-25 25 0,0 0 15,24 0-15,-24 0 0,0-25 0,0 25 0,25 0 16,-25 0-16,0 0 0,0 0 0,0 0 0,0 0 16,25 0-16,-25 0 0,0 25 0,0-25 0,0 0 0,0 0 15,0 0-15,0 25 0,0-25 0,0 0 0,0 25 16,0-25-16,0 0 0,0 24 0,0-24 0,0 25 15,25-25-15,-25 0 0,0 25 0,0-25 0,0 25 0,0-25 16,0 0-16,0 25 0,0-25 0,0 24 0,25-24 16,-25 0-16,0 25 0,0-25 0,0 0 0,0 0 15,25 0-15,-25 25 0,0-25 0,0 0 0,0 0 0,24 0 16,-24 0-16,0 0 0,25 0 0,-25 0 0,0 0 0,25 0 15,-25 0-15,0-25 0,25 25 0,-25 0 0,0 0 16,25-25-16,-25 25 0,0 0 0,0-24 0,24 24 16,-24-25-16,0 25 0,0-25 0,0 25 0,0 0 0,0-25 15,0 25-15,0 0 0,0-25 0,0 25 0,0 0 16,0-24-16,0 24 0,0 0 0,0 0 0,0 0 0,0-25 15,0 25-15,0 0 0,0 25 0,0-25 0,0 0 16,0 0-16,0 0 0,0 24 0,0-24 0,0 0 0,0 25 16,0-25-16,0 25 0,0-25 0,0 25 0,0-25 15,0 0-15,0 25 0,0-25 0,0 24 0,0-24 16,0 0-16,0 0 0,0 25 0,0-25 0,0 0 0,0 0 15,0 0-15,0 25 0,0-25 0,0 0 0,0 0 16,0 0-16,0 0 0,25 0 0,-25-25 0,0 25 0,0 0 16</inkml:trace>
  <inkml:trace contextRef="#ctx0" brushRef="#br0" timeOffset="19890.1377">5110 2853 0,'0'0'0,"25"24"0,-25-24 0,0 0 0,0 0 0,24 0 16,-24 0-16,0 0 0,0 0 0,0 25 15,0-25-15,25 0 0,-25 25 0,0-25 0,0 25 0,0-25 16,0 25-16,0-25 0,0 0 0,0 24 0,0-24 0,0 25 16,0-25-16,0 0 0,-25 0 0,25 25 0,0-25 15,0 0-15,0 0 0,-24 25 0,24-25 0,0 0 16,0 0-16</inkml:trace>
  <inkml:trace contextRef="#ctx0" brushRef="#br0" timeOffset="20097.1495">5259 2729 0,'0'0'0,"0"0"16,0 0-16,24 0 0,-24 0 0,0 0 0,25 24 0,-25-24 15,0 0-15,0 0 0,25 0 0,-25 25 0,0-25 16,0 0-16,0 25 0,0-25 0,0 0 0,0 25 15,0-25-15,0 25 0,0-25 0,0 24 0,-25-24 0,25 0 16,0 25-16,0-25 0,-25 25 0,25-25 0,0 25 0,-24-25 16,24 0-16</inkml:trace>
  <inkml:trace contextRef="#ctx0" brushRef="#br0" timeOffset="20828.1913">6300 3324 0,'0'-25'0,"0"25"0,0-25 0,0 25 0,-24 0 0,24-25 15,0 25-15,-25 0 0,25-24 0,0 24 0,0 0 16,-25 0-16,25-25 0,0 25 0,0 0 0,0 0 15,-25 0-15,25 0 0,0 0 0,0 0 0,0 0 0,0 0 16,0 0-16,0 0 0,-25 25 0,25-25 0,0 24 0,0-24 16,0 25-16,0-25 0,0 25 0,0-25 0,0 25 15,0-25-15,0 25 0,0-25 0,0 24 0,0 1 16,0-25-16,0 25 0,0-25 0,0 0 0,0 25 0,25-25 15,-25 0-15,0 25 0,0-25 0,0 0 0,25 0 16,-25 0-16,0 24 0,0-24 0,25 0 0,-25 0 0,0 0 16,25 0-16,-25 0 0,0 0 0,24 0 0,-24-24 15,25 24-15,-25 0 0,25 0 0,-25-25 0,25 25 0,-25 0 16,0-25-16,25 25 0,-25-25 0,24 25 0,-24 0 15,0-25-15,0 25 0,25-24 0,-25 24 0,0-25 16,25 25-16,-25 0 0,0-25 0,0 25 0,0 0 0,0-25 16,0 25-16,0 0 0,0 0 0,0 0 0,0 0 15,0 0-15,0 0 0,0 0 0,0 0 0,0 0 16,0 0-16,0 0 0,0 0 0,0 0 0,0 0 0,0 0 15,0 0-15,0 0 0,0 0 0,0 25 0,0-25 16,-25 0-16,25 0 0,0 25 0,0-25 0,0 0 16,0 25-16,0-25 0,0 24 0,0-24 0,0 25 0,0-25 15,0 0-15,0 25 0,0-25 0,0 25 0,25-25 0,-25 25 16,0-25-16,0 0 0,0 24 0,25-24 15,-25 0-15,0 0 0,25 25 0,-25-25 0,0 0 0,24 0 16,-24 0-16,0-25 0,25 25 0,-25 0 0,0 0 0,25-24 16,-25 24-16,25 0 0,-25-25 0,0 25 0,0-25 15,25 25-15,-25-25 0,0 25 0,0 0 0,0-25 0,0 25 16,0 0-16,0-24 0,0 24 0,0 0 0,0 0 15,-25-25-15,25 25 0,0 0 0,0 0 0,0-25 16,-25 25-16,25 0 0,0 0 0,0 0 0,-25 0 0,25 0 16,0 0-16,0 0 0,-25 0 0,25 0 0,0-25 15,0 25-15,0 0 0,-24 0 0,24 0 0,0 0 0,0 0 16,0 0-16</inkml:trace>
  <inkml:trace contextRef="#ctx0" brushRef="#br0" timeOffset="21030.2029">6821 2803 0,'25'0'0,"-25"0"0,0 0 0,0 0 0,0 0 16,0 0-16,0 0 0,0 0 0,0 0 0,0 0 15,0 0-15,0 0 0,0 25 0,0-25 0,0 0 0,0 0 16,0 25-16,0-25 0,0 24 0,-25-24 0,25 25 15,0 0-15,0-25 0,0 25 0,0 0 0,-25-25 16,25 24-16,0 1 0,0-25 0,0 25 0,0 0 0,0-25 16,0 25-16</inkml:trace>
  <inkml:trace contextRef="#ctx0" brushRef="#br0" timeOffset="21492.2293">7516 3274 0,'0'0'0,"0"0"0,0-25 0,0 25 0,0 0 0,0 0 16,0 0-16,0-24 0,0 24 0,0 0 0,0 0 16,0 0-16,0 0 0,0 0 0,0 0 0,0 0 15,0 0-15,0 0 0,0 0 0,0 0 0,0 0 0,0 0 16,0 0-16,25 24 0,-25-24 0,0 25 0,0-25 15,0 25-15,0-25 0,0 25 0,24-25 0,-24 25 0,0-25 16,0 24-16,0-24 0,0 25 0,0-25 0,25 25 16,-25-25-16,0 25 0,0-25 0,0 25 0,0-25 0,25 0 15,-25 24-15,0-24 0,0 0 0,0 0 0,0 0 16,0 25-16,0-25 0,0 0 0,25 0 0,-25 0 15,0 0-15,0 0 0,0 0 0,0 0 0,0-25 0,25 25 16,-25 0-16,0-24 0,0 24 0,24-25 0,-24 25 16,0-25-16,0 25 0,0-25 0,25 25 0,-25-25 0,0 25 15,0-24-15,0 24 0,25-25 0,-25 25 0,0-25 16,0 25-16,0-25 0,25 25 0,-25 0 0,0 0 0,0 0 15,0-25-15,0 25 0,25 0 0,-25 0 0,0 0 16,0 0-16,0 0 0,0 0 0,24 0 0</inkml:trace>
  <inkml:trace contextRef="#ctx0" brushRef="#br0" timeOffset="21900.2526">7937 3349 0,'0'24'0,"0"-24"0,0 0 15,0 0-15,0 0 0,0 0 0,0 0 0,0 0 16,0 0-16,25 0 0,-25 0 0,0-24 0,0 24 0,25 0 15,-25 0-15,0 0 0,25-25 0,-25 25 0,25 0 16,-25 0-16,25-25 0,-25 25 0,24 0 0,-24-25 0,25 25 16,-25 0-16,25 0 0,-25-25 0,0 25 0,0 0 15,0 0-15,25 0 0,-25-24 0,0 24 0,0 0 16,0 0-16,-25 0 0,25-25 0,0 25 0,0 0 0,0-25 15,0 25-15,-25 0 0,25 0 0,0-25 0,0 25 16,-25 0-16,25 0 0,0 0 0,0 0 0,-24 0 0,24 0 16,0 0-16,0 0 0,-25 0 0,25 0 0,0 0 15,0 25-15,-25-25 0,25 0 0,0 0 0,0 25 16,-25-25-16,25 0 0,0 25 0,0-25 0,-25 0 0,25 24 15,0-24-15,0 25 0,0-25 0,0 0 0,0 25 16,0-25-16,0 25 0,0-25 0,0 25 0,0-25 0,0 0 16,0 24-16,0-24 0,0 25 0,0-25 0,25 25 15,-25-25-15,0 0 0,25 25 0,-25-25 0,0 0 0,25 0 16,-25 25-16,25-25 0,-25 0 0,24 0 0,-24 0 15,25 0-15,0 0 0,-25 0 0,25 0 0,0 0 16,-1 0-16,1 0 0,0 0 0,0 0 0,-25 0 0,25 0 16,-1-25-16,1 25 0,0 0 0,0 0 0,0-25 15</inkml:trace>
  <inkml:trace contextRef="#ctx0" brushRef="#br0" timeOffset="22218.2708">8706 3349 0,'0'0'0,"0"0"15,0-25-15,-24 25 0,24 0 0,0 0 0,0-25 0,0 25 16,0 0-16,0-25 0,0 25 0,0 0 0,0-25 15,0 25-15,-25 0 0,25-24 0,0 24 0,0-25 16,0 25-16,0 0 0,-25 0 0,25 0 0,0-25 0,0 25 16,0 0-16,0 0 0,0 0 0,-25 0 0,25 25 15,0-25-15,0 0 0,0 0 0,-25 0 0,25 25 0,0-25 16,0 0-16,-24 24 0,24-24 0,0 25 0,0-25 15,-25 25-15,25-25 0,0 25 0,0-25 0,0 25 0,0-25 16,0 0-16,0 24 0,0-24 0,0 25 0,0-25 16,0 25-16,0-25 0,0 25 0,0-25 0,25 0 15,-25 25-15,0-25 0,24 24 0,-24-24 0,0 0 0,25 25 16,0-25-16,-25 0 0,25 0 0,0 0 0,-25 0 15,24 0-15,1 0 0,0 0 0,0 0 0,-25 0 0,25 0 16,-1-25-16,1 25 0,0 0 0,0-24 0,-25 24 16,25-25-16,-1 25 0,1 0 0,-25-25 0,25 25 0,-25-25 15,25 25-15</inkml:trace>
  <inkml:trace contextRef="#ctx0" brushRef="#br0" timeOffset="22454.2843">9153 3001 0,'0'0'0,"0"0"15,0 0-15,0 0 0,0 0 0,0 0 0,0-24 0,0 24 16,0 0-16,0 0 0,0 24 0,0-24 0,0 0 15,0 0-15,0 25 0,0-25 0,0 25 0,-25-25 0,25 25 16,0-25-16,0 25 0,0-1 0,0 1 0,0-25 16,0 25-16,0 0 0,0 0 0,0-25 0,0 24 15,-25 1-15,25 0 0,0-25 0,0 25 0,0 0 0,0-1 16,0-24-16,0 25 0,0 0 0,0 0 0,0-25 15,0 25-15,0-25 0,0 24 0,0-24 0,0 0 0,0 25 16,0-25-16,0 0 0,0 0 0,0 0 0,0 25 16,0-25-16,0 0 0,0 0 0,0-25 0,-24 25 15,24 0-15,0 0 0,0 0 0</inkml:trace>
  <inkml:trace contextRef="#ctx0" brushRef="#br0" timeOffset="22824.3055">9029 3398 0,'0'-25'16,"0"25"-16,0-24 0,0 24 0,0-25 0,0 25 16,0-25-16,0 25 0,0 0 0,0-25 0,0 25 0,0-25 15,0 25-15,0 0 0,25 0 0,-25 0 0,0-24 16,25 24-16,-25 0 0,0 0 0,24 0 0,-24 0 15,0 0-15,25 0 0,-25 0 0,0 0 0,25 0 0,-25 0 16,0 0-16,0 0 0,25 24 0,-25-24 0,0 0 16,0 0-16,0 25 0,25-25 0,-25 25 0,0-25 15,0 25-15,0-25 0,0 0 0,-25 25 0,25-25 0,0 24 16,0-24-16,0 25 0,0-25 0,0 25 0,0-25 15,0 0-15,0 25 0,0-25 0,0 25 0,0-25 0,25 0 16,-25 24-16,0-24 0,0 0 0,0 0 0,0 0 16,0 0-16,24 25 0,-24-25 0,0 0 0,0 0 0,25 0 15,-25-25-15,25 25 0,-25 0 0,25 0 0,-25-24 16,25 24-16,-25 0 0,0-25 0,24 25 0,-24 0 0,25-25 15,-25 25-15,0-25 0,0 25 0,25-25 0,-25 25 16,0-24-16,0 24 0,0-25 0,0 25 0,0-25 0,0 25 16,-25-25-16,25 25 0,0-25 0,0 25 0,0 0 15,0-24-15,-25 24 0,25 0 0,0 0 0,0 0 16,-24 0-16,24 0 0,0 0 0,0 0 0,-25 0 0,25 0 15,0 0-15,0 0 0,0 0 0,-25 0 0,25 0 16,0 0-16,0 0 0,0 0 0,0 0 0,0 0 16,0 0-16</inkml:trace>
  <inkml:trace contextRef="#ctx0" brushRef="#br0" timeOffset="23019.3167">9426 2977 0,'0'0'0,"0"0"0,0 0 16,0 0-16,0 0 0,0 0 0,25 0 0,-25 0 15,0 0-15,0 0 0,24 0 0,-24 0 0,0 0 16,25 24-16,-25-24 0,0 0 0,0 0 0,0 25 0,25-25 16,-25 0-16,0 25 0,-25-25 0,25 25 0,0-25 15,0 25-15,-25-25 0,25 24 0,-24 1 0,24-25 0,-25 25 16,0-25-16,25 25 0,-25-25 0</inkml:trace>
  <inkml:trace contextRef="#ctx0" brushRef="#br0" timeOffset="23838.3635">10368 3175 0,'0'0'0,"0"-25"0,0 25 0,0 0 16,0 0-16,0-25 0,0 25 0,0 0 0,0 0 15,0 0-15,0 0 0,0 0 0,0-24 0,0 24 16,0 0-16,0 0 0,0 0 0,0 0 0,25 0 0,-25 0 15,0 0-15,0 0 0,25 0 0,-25 0 0,0 0 16,0 0-16,25 0 0,-25 24 0,0-24 0,25 0 0,-25 25 16,0-25-16,0 0 0,24 25 0,-24-25 0,0 25 15,0-25-15,0 25 0,0-1 0,0-24 0,0 25 0,0-25 16,0 25-16,0-25 0,-24 25 0,24-25 0,0 25 15,0-1-15,-25-24 0,25 25 0,0-25 0,-25 0 16,25 25-16,0-25 0,-25 25 0,25-25 0,0 0 0,-25 25 16,25-25-16,0 0 0,0 0 0,-24 24 0,24-24 15,0 0-15,0 0 0,0 0 0,-25 0 0,25 0 0,0 0 16,0 0-16,0-24 0,0 24 0,0 0 0,0 0 15,25 0-15,-25 0 0,0 0 0,0-25 0,0 25 0,24 0 16,-24 0-16,0-25 0,25 25 0,-25-25 0,25 25 16,0 0-16,-25-25 0,25 25 0,-1-24 0,-24 24 15,25 0-15,-25-25 0,25 25 0,0-25 0,-25 25 0,25-25 16,-25 25-16,24 0 0,1-25 0,-25 25 0,0-24 15,25 24-15,-25 0 0,0-25 0,25 25 0,-25 0 16,0-25-16,0 25 0,0 0 0,0 0 0,0 0 0,0 0 16,0 0-16,0 0 0,0 0 0,0 0 0,0 0 15,0 0-15,0 0 0,0 0 0,0 0 0,0 0 0,0 0 16,0 0-16,0 0 0,0 0 0,-25 25 0,25-25 15,0 25-15,0-25 0,0 24 0,0-24 0,-25 25 0,25 0 16,0-25-16,0 25 0,0-25 0,0 25 0,0-25 16,0 24-16,0-24 0,0 25 0,0-25 0,25 25 15,-25-25-15,0 0 0,0 25 0,25-25 0,-25 0 0,0 0 16,25 0-16,-25 25 0,24-25 0,-24 0 0,25 0 0,-25 0 16,25 0-16,0 0 0,-25 0 0,25-25 0,-1 25 15,-24 0-15,25 0 0,0-25 0,-25 25 0,25 0 16,-25-25-16</inkml:trace>
  <inkml:trace contextRef="#ctx0" brushRef="#br0" timeOffset="24402.3958">12030 3299 0,'0'0'0,"0"0"16,0 0-16,0 0 0,0-25 0,0 25 0,0 0 15,0 0-15,0 0 0,0 0 0,0 0 0,0 0 16,0 0-16,0 0 0,0 0 0,0 0 0,0 25 0,0-25 15,0 0-15,0 0 0,0 0 0,0 25 0,25-25 16,-25 0-16,0 25 0,0-25 0,0 24 0,0-24 0,0 25 16,0-25-16,0 25 0,0-25 0,0 25 0,25 0 15,-25-25-15,0 24 0,0-24 0,0 25 0,0-25 16,0 25-16,0-25 0,0 0 0,0 25 0,0-25 0,0 25 15,0-25-15,25 0 0,-25 0 0,0 0 0,0 24 16,0-24-16,0 0 0,0 0 0,0 0 0,24 0 0,-24-24 16,0 24-16,0 0 0,0 0 0,25-25 0,-25 25 15,0 0-15,0-25 0,25 25 0,-25-25 0,0 0 16,25 25-16,-25-24 0,0 24 0,0-25 0,25 25 0,-25-25 15,0 25-15,0-25 0,0 25 0,0 0 0,0-25 0,0 25 16,0 0-16,0 0 0,25 0 0,-25 0 0,0 0 16,0-24-16,0 24 0,0 0 0,0 0 0,0 0 15,0 0-15,0 0 0,0 0 0,24 24 0,-24-24 0,0 0 16,0 0-16,0 0 0,25 0 0,-25 0 0,0 0 15,0 0-15,25 0 0</inkml:trace>
  <inkml:trace contextRef="#ctx0" brushRef="#br0" timeOffset="24865.4222">12675 3423 0,'0'0'0,"0"0"0,0 0 0,0 0 0,0 0 16,0-25-16,0 25 0,0 0 0,0 0 0,0 0 15,0-25-15,-25 25 0,25 0 0,0 0 0,0-24 0,0 24 16,0 0-16,-24-25 0,24 25 0,0 0 0,0-25 15,0 25-15,0 0 0,-25 0 0,25-25 0,0 25 16,0 0-16,0 0 0,-25 0 0,25 0 0,0 0 0,0 0 16,-25 0-16,25 0 0,0 0 0,0 0 0,-25 0 15,25 25-15,0-25 0,-24 0 0,24 25 0,0-25 0,-25 25 16,25-25-16,0 24 0,0-24 0,-25 0 0,25 25 15,0-25 173,174 75-188,-174-75 0,24 0 0,-24-25 0,0 25 0,0 0 0,0 0 0,25 0 0,-25 0 0,0-25 0,0 25 0,0 0 0,0 0 0,0 0 15,0 0-15,0 25 0,0-25 0,0 0 0,0 0 0,0 0 0,0 25 0,0-25 0,0 0 0,0 24 0,-25-24 0,25 0 0,0 25 0,0-25 0,0 0 0,0 25 0,0-25 0,0 0 0,0 25 0,0-25 0,0 0 16,25 0-16,-25 0 0,0 25 0,0-25 0,0 0 0,0 0 0,0 0 0,25 0 0,-25 0 0,0-25 0,0 25 0,25 0 15</inkml:trace>
  <inkml:trace contextRef="#ctx0" brushRef="#br0" timeOffset="25060.4334">12675 3125 0,'0'0'0,"0"0"0,0 0 16,0 0-16,0 0 0,0 0 0,25 0 0,-25 0 15,0 0-15,0 0 0,25 0 0,-25 0 0,25 0 0,-25 0 16,24 0-16,1 0 0,-25 0 0,25-24 0,0 24 0,-25 24 15,25-24-15,-1 0 0,-24 0 0,25 0 0,0 0 16,-25 0-16,25 0 0,0 0 0,-25 0 0,24 0 16,1 0-16,-25 0 0,25 0 0</inkml:trace>
  <inkml:trace contextRef="#ctx0" brushRef="#br0" timeOffset="26768.5311">14064 3373 0,'0'0'0,"0"0"15,0 0-15,0 0 0,0 0 0,0 0 0,0 0 0,0 0 16,0 0-16,0 0 0,0 0 0,0 0 16,0-24-16,0 24 0,25 0 0,-25 0 0,0 0 0,0 0 15,0-25-15,25 25 0,-25 0 0,0-25 0,25 25 16,-25 0-16,24-25 0,-24 25 0,25-25 0,-25 25 0,25 0 15,0-24-15,-25 24 0,25-25 0,-1 25 0,-24-25 16,25 25-16,0-25 0,-25 0 0,25 25 0,0-24 0,-25 24 16,25-25-16,-25 25 0,24-25 0,-24 25 0,25-25 15,-25 25-15,0-25 0,0 25 0,25-24 0,-25 24 16,0-25-16,0 25 0,-25 0 0,25-25 0,0 25 0,0 0 15,0-25-15,0 25 0,-25 0 0,25 0 0,0-25 0,-24 25 16,24 0-16,0-24 0,0 24 0,-25 0 0,25 0 16,0 0-16,-25-25 0,25 25 0,0 0 0,-25 0 15,25 0-15,0 0 0,0 0 0,-25 25 0,25-25 16,0 0-16,0 0 0,-25 0 0,25 0 0,0 0 0,0 24 15,0-24-15,0 0 0,0 25 0,-24-25 0,24 25 0,0-25 16,0 25-16,0-25 0,0 25 0,0-1 0,0-24 16,0 25-16,0 0 0,0-25 0,-25 25 0,25 0 15,0-1-15,0-24 0,0 25 0,0 0 0,0 0 16,0-25-16,0 25 0,0-1 0,0-24 0,0 25 0,-25 0 15,25-25-15,0 25 0,0-25 0,0 0 0,0 25 16,0-25-16,0 24 0,0-24 0,0 25 0,0-25 0,0 0 16,0 25-16,0-25 0,0 0 0,0 0 0,0 0 15,0 0-15,-25 25 0,25-25 0,0 0 0,0 0 0,0 0 16,0 0-16,0 0 0,25 0 0,-25 0 0,0 0 15,0 0-15,0-25 0,0 25 0,0 0 0,25 0 16,-25 0-16,0 0 0,0-25 0,25 25 0,-25 0 0,24 0 16,-24-25-16,0 25 0,25-24 0,-25 24 0,25 0 0,-25-25 15,25 25-15,-25-25 0,25 25 0,-25-25 16,25 25-16,-25 0 0,0 0 0,24-25 0,-24 25 0,0 0 15,0 0-15,0 0 0,0 0 0,0 0 0,0 0 0,0 0 16,0 0-16,0 0 0,0 0 0,0 0 0,0 0 16,0 0-16,0 0 0,0 0 0,0 0 0,0 0 0,0 0 15,0 25-15,0-25 0,-24 0 0,24 0 0,0 25 16,0-25-16,0 0 0,0 25 0,0-25 0,0 25 15,0-25-15,0 24 0,0-24 0,0 0 0,0 25 0,0-25 16,0 25-16,0-25 0,0 25 0,0-25 0,0 0 16,0 25-16,0-25 0,0 0 0,0 24 0,24-24 15,-24 0-15,0 0 0,0 0 0,0 0 0,0 0 0,25 0 16,-25 0-16,0 0 0,0 0 0,25 0 0,-25 0 15,0 0-15,25 0 0,-25 0 0,0-24 0,25 24 0,-25 0 16,24 0-16,-24-25 0,0 25 0,25 0 0,-25 0 16,0-25-16,25 25 0,-25 0 0,0 0 0,25-25 15,-25 25-15,0 0 0,0-25 0,25 25 0,-25 0 0,0-24 16,0 24-16,24 0 0,-24-25 0,0 25 0,0 0 0,0 0 15,0 0-15,0 0 0,0 0 0,0 0 0,0-25 16,0 25-16,0 0 0,0 0 0,0 0 0,0 0 16,0 0-16,0 0 0,0 0 0,0 0 0,0 25 0,0-25 15,-24 0-15,24 0 0,0 0 0,0 0 0,0 0 16,0 25-16,-25-25 0,25 0 0,0 0 0,0 24 0,0-24 15,0 0-15,0 25 0,0-25 0,0 0 0,0 25 16,0-25-16,0 25 0,0-25 0,0 0 0,0 25 0,0-1 16,0-24-16,0 0 0,0 25 0,25-25 0,-25 25 15,0-25-15,24 0 0,-24 0 0,0 0 0,25 0 16,-25 0-16,25 0 0,-25 0 0,25 0 0,-25 0 15,25 0-15,-25 0 0,24-25 0,-24 25 0,0 0 0,25-25 16,-25 25-16,25-24 0,-25 24 0,0 0 0,0-25 16,0 25-16,25 0 0,-25-25 0,0 25 0,0-25 0,0 25 15,0 0-15,-25-25 0,25 25 0,0-24 0,0 24 16,0-25-16,0 25 0,0-25 0,0 0 203</inkml:trace>
  <inkml:trace contextRef="#ctx0" brushRef="#br0" timeOffset="26830.5346">14684 3770 0,'0'0'15,"0"0"-15,0 0 0,0 0 0,0 25 0,0-25 0,0 0 0,0 0 0,0 0 0,0 0 0,0 0 0,0 0 0,0 0 0,0 0 0,0 0 0,0 0 0,0 0 0,0 0 16,0 0-16,0 0 0,0 0 0,0 0 0,0 0 0,25 0 15,-25 0-15,0-25 0,0 25 0,25 0 0,-25 0 16</inkml:trace>
  <inkml:trace contextRef="#ctx0" brushRef="#br0" timeOffset="27430.569">15801 3249 0,'0'0'0,"0"-24"0,0 24 0,-25 0 0,25 0 0,0-25 47,0 25-47,0 0 0,0 0 0,0-25 0,0 25 0,0 0 0,0 0 0,0 0 0,0 0 0,0 0 0,0 0 0,0 0 0,0 0 0,0 0 0,0 0 0,0 0 15,0 0-15,0 0 0,0 0 0,0 0 0,0 0 16,0 0-16,25 0 0,-25 25 0,0-25 0,0 0 0,0 25 15,0-25 48,0 272 15,0-272-78,0 0 15,24 0-15,-24 0 0,0 0 0,0 0 0,0 0 0,0 0 0,0 0 0,0 0 0,25 0 0,-25-24 0,0 24 0,0 0 0,0 0 0,25-25 0,-25 25 16,0-25-16,25 25 0,-25 0 0,0-25 0,0 25 0,25-25 0,-25 25 0,0-24 0,0 24 0,24-25 0,-24 25 0,0-25 0,0 25 0,0-25 0,25 25 0,-25 0 0,0-25 0,0 25 0,0 0 0,25 0 0,-25 0 0,0-24 0,0 24 0,0 0 0,0 0 0,0 0 16,0 24-16,0-24 0,0 0 0,0 0 0,0 0 0,0 0 0,25 0 15,-25 0-15,0 25 0,0-25 0,0 0 16,0 0-16,0 25 0,25-25 0</inkml:trace>
  <inkml:trace contextRef="#ctx0" brushRef="#br0" timeOffset="27874.5944">16098 3448 0,'0'0'0,"0"0"16,0 0-16,0 0 0,0 0 0,0 0 0,0 0 15,0 0-15,0 0 0,0 0 0,0 0 0,25 0 16,-25 0-16,0 0 0,0 0 0,0 0 0,0-25 0,25 25 16,-25 0-16,0 0 0,0-25 0,25 25 0,-25 0 15,0 0-15,24 0 0,-24 0 0,0-25 0,0 25 0,25 0 16,-25 0-16,0 0 0,0-24 0,25 24 0,-25 0 15,0 0-15,0 0 0,0-25 0,0 25 0,0 0 0,0 0 16,0 0-16,0 0 0,0 0 0,0 0 0,0-25 16,0 25-16,0 0 0,0 0 0,0 0 0,0 0 0,-25-25 15,25 25-15,0 0 0,0 0 0,0 0 0,0 0 16,0 0-16,0 0 0,-25-25 0,25 25 0,0 0 0,0 0 15,0 0-15,0 0 0,-24 0 0,24 0 16,0 0-16,0 0 0,0 0 0,-25 0 0,25-24 0,0 24 16,0 24-16,0-24 0,0 0 0,-25 0 0,25 0 0,0 0 15,0 0-15,0 0 0,0 25 0,-25-25 0,25 0 16,0 0-16,0 0 0,0 25 0,0-25 0,0 0 0,-25 25 15,25-25-15,0 25 0,0-25 0,0 24 0,0-24 16,0 25-16,0-25 0,0 25 0,0-25 0,0 25 16,0-25-16,0 25 0,0-25 0,0 24 0,0-24 15,0 25-15,0-25 0,0 25 0,25-25 0,-25 0 0,0 25 16,0-25-16,25 0 0,-25 0 0,25 0 0,-25 0 15,25 0-15,-25 0 0,24 0 0,-24 0 0,25 0 0,0 0 16,-25 0-16,25 0 0,0 0 0,-1 0 0,-24 0 16,25 0-16,0 0 0,0 0 0,-25 0 0,25-25 0</inkml:trace>
  <inkml:trace contextRef="#ctx0" brushRef="#br0" timeOffset="28294.6184">16743 3398 0,'0'-25'0,"0"25"0,0 0 16,0-24-16,0 24 0,0 0 0,0 0 0,0 0 0,0-25 15,-25 25-15,25 0 0,0 0 0,0 0 0,0 0 16,-24-25-16,24 25 0,0 0 0,0 0 0,-25 0 0,25 0 16,0 0-16,-25 0 0,25 0 0,0 0 0,-25 0 15,25 0-15,0 0 0,-25 0 0,25 0 0,0 0 16,-24 0-16,24 0 0,0 0 0,-25 0 0,25 25 0,0-25 15,-25 0-15,25 0 0,0 0 0,-25 25 0,25-25 16,0 0-16,0 24 0,-25-24 0,25 25 0,0-25 16,0 0-16,0 25 0,25-25 0,-25 25 0,0-25 0,0 25 15,0-25-15,25 24 0,-25-24 0,0 25 0,25-25 16,-25 0-16,0 25 0,25-25 0,-25 0 0,0 25 0,24-25 15,-24 0-15,25 0 0,-25 25 0,25-25 0,-25 0 16,25 0-16,-25 0 0,25 0 0,-1 0 0,-24 0 16,25-25-16,-25 25 0,25 0 0,0 0 0,-25-25 0,25 25 15,-1 0-15,-24-25 0,25 25 0,0-25 0,-25 25 16,25-24-16,0 24 0,-25-25 0,0 25 0,24-25 0</inkml:trace>
  <inkml:trace contextRef="#ctx0" brushRef="#br0" timeOffset="28571.6342">17140 2927 0,'0'0'0,"0"0"0,0 0 0,0 0 16,0 0-16,-25 0 0,25-25 0,0 25 0,0 0 0,0 0 16,0 0-16,0 0 0,0 25 0,0-25 0,0 0 15,0 0-15,0 0 0,0 0 0,0 25 0,0-25 16,0 25-16,-25-1 0,25-24 0,0 25 0,0 0 0,0 0 15,0 0-15,0-25 0,0 24 0,0 1 0,0 0 16,-24-25-16,24 25 0,0 0 0,0-1 62,0-24-62,0 25 0,0 0 0,0-25 0,-25 25 0,25 0 0,0-25 0,0 24 0,0-24 0,0 25 0,0-25 0,0 0 0,0 25 0,0-25 0,0 0 0,0 25 0,0-25 0,0 0 0,0 0 0,0 0 0,-25 25 16,25-25-16,0 0 0,0 0 0,0 0 0,0 0 0,0 0 0,0 0 0,0-25 16,0 25-16,0 0 0,0 0 0</inkml:trace>
  <inkml:trace contextRef="#ctx0" brushRef="#br0" timeOffset="29049.6616">16991 3249 0,'0'0'0,"25"-24"0,-25 24 0,0 0 15,0 0-15,0 0 0,0 0 0,25 0 0,-25 0 0,0 0 16,25 0-16,-25 0 0,0 0 0,24 0 0,-24 0 15,25 0-15,-25 0 0,25 0 0,0 0 0,-25 0 16,25 24-16,-25-24 0,24 0 0,-24 0 0,25 0 0,-25 0 16,0 25-16,0-25 0,25 0 0,-25 25 0,0-25 15,0 0-15,0 25 0,0-25 0,0 0 0,0 25 0,0-25 16,0 24-16,0-24 0,-25 0 0,25 25 0,0-25 15,0 25-15,-25-25 0,25 25 0,0-25 0,0 25 16,0-25-16,0 0 0,0 24 0,-24-24 0,24 25 0,0-25 16,0 0-16,0 0 0,0 25 0,24-25 0,-24 0 0,0 0 15,0 0-15,0 0 0,0 25 0,25-25 0,-25 0 16,0 0-16,25 0 0,-25 0 0,25 0 0,-25 0 15,25 0-15,-25 0 0,24 0 0,-24-25 0,25 25 0,-25 0 16,0 0-16,25-25 0,-25 25 0,0 0 0,0-25 16,25 25-16,-25-24 0,0 24 0,0-25 0,0 25 0,0-25 15,0 0-15,0 25 141,-50-99-141,50 99 0,0 0 15,0 0-15,0 0 0,0-25 0,0 25 0,0 0 0,0 0 0,0 0 0,0 0 0</inkml:trace>
  <inkml:trace contextRef="#ctx0" brushRef="#br0" timeOffset="29188.6695">17388 2977 0,'0'0'0,"0"24"0,25-24 16,-25 0-16,0 0 0,0 0 0,0 0 0,0 0 0,0 0 16,25 0-16,-25 0 0,0 0 0,24 0 0,-24 0 0,0 25 15,25-25-15,-25 0 0,0 0 0,25 25 0,-25-25 16,0 0-16,0 25 0,0-25 0,0 0 0,0 25 0,-25-25 15,25 24-15,0-24 0,-25 25 0,25-25 0,-24 0 16,-1 25-16,25-25 0,-25 25 0,0-25 0,0 0 16,25 0-16</inkml:trace>
  <inkml:trace contextRef="#ctx0" brushRef="#br0" timeOffset="30747.7587">18752 2877 0,'0'0'0,"0"0"0,0-24 0,0 24 16,0 0-16,0 0 0,0-25 0,0 25 0,0 0 0,0 0 15,0 0 16,0-25-31,0 25 0,0 0 16,0 0-16,0 0 0,0-25 0,0 25 0,0 0 0,0 0 0,0-25 0,0 25 0,0 0 0,0 0 0,0 0 0,0 0 0,-24 0 0,24 0 0,0 0 0,0 0 0,0 0 16,0 0-16,0 0 0,0 0 0,0 0 0,0-24 0,-25 24 15,25 24-15,0-24 0,-25 0 0,25 0 0,0 0 16,0 0-16,-25 0 0,25 0 0,0 0 0,-25 25 0,25-25 15,0 0-15,0 0 0,-24 25 0,24-25 0,0 0 16,0 25-16,-25-25 0,25 0 0,0 25 0,0-25 16,0 24-16,0-24 0,0 0 0,0 25 0,0-25 0,0 0 15,0 0-15,0 25 0,0-25 0,0 0 0,0 25 16,0-25-16,0 25 0,0-25 0,0 0 0,0 24 0,0-24 15,25 25-15,-25-25 0,0 0 0,24 25 0,-24-25 16,0 25-16,25-25 0,-25 0 0,25 25 0,-25-25 16,25 0-16,-25 0 0,0 24 0,25-24 0,-25 0 0,24 25 15,-24-25-15,0 0 0,25 0 0,-25 25 0,25-25 16,-25 0-16,0 25 0,0-25 0,0 0 0,25 0 0,-25 25 15,0-25-15,0 0 0,0 24 0,0-24 0,0 0 16,0 0-16,0 25 0,-25-25 0,25 0 0,0 0 0,0 25 16,0-25-16,0 0 0,-25 0 0,25 25 0,0-25 15,-25 0-15,25 0 0,0 0 0,-24 25 0,24-25 16,0 0-16,-25 0 0,25 0 0,-25 0 0,25 0 0,0 0 15,-25 24-15,25-24 0,-25 0 0,25 0 0,0 0 16,-24 0-16,24 0 0,0 0 0,0 0 0,-25 0 0,25 0 16,0 0-16,0 0 0,0 0 0,-25 0 0,25 0 15,0 0-15,0-24 0,0 24 0,0 0 0,0-25 16,25 25-16,-25 0 0,0-25 0,0 25 0,0 0 0,25-25 15,-25 25-15,0 0 0,0-25 0,24 25 0,-24 0 16,0 0-16,0 0 0,25 0 0,-25 0 0,0-24 0,0 24 16</inkml:trace>
  <inkml:trace contextRef="#ctx0" brushRef="#br0" timeOffset="31067.777">19174 3200 0,'0'0'0,"0"0"15,0 0-15,0 0 0,0 0 0,0 0 0,0 0 47,0-25-47,0 25 0,0 0 0,0 0 0,0 0 0,25 0 0,-25 0 0,0 0 0,25 0 0,-25 25 0,0-25 0,24 0 0,-24 0 0,25 0 78,-25 0-62,25 0-16,-25 25 0,25-25 0,0 0 0,-25 0 0,24 0 0,-24 24 0,25-24 0,-25 0 0,25 0 0,-25 25 0,25-25 0,-25 0 0,0 0 0,0 25 0,25-25 0,-25 0 0,0 25 0,0-25 0,-25 0 0,25 0 0</inkml:trace>
  <inkml:trace contextRef="#ctx0" brushRef="#br0" timeOffset="31208.7851">19124 3473 0,'-24'0'15,"24"0"-15,0 0 0,0 0 0,0 0 0,0 0 16,0 0-16,0 0 0,0 0 0,0 0 0,0 0 0,24 0 16,-24 0-16,0-25 0,25 25 0,-25 0 0,25 0 15,0 0-15,-25 25 0,25-25 0,-1 0 0,-24 0 0,25 0 16,0 0-16,-25 0 0,25 0 0,0 0 0,-25 0 15,24 0-15,-24 0 0,25 0 0,-25 24 0,0-24 0,25 0 16,-25 0-16,0 0 0,25 0 0</inkml:trace>
  <inkml:trace contextRef="#ctx0" brushRef="#br0" timeOffset="31907.825">20265 2877 0,'0'0'0,"0"0"0,0-24 0,0 24 0,0 0 16,0 0-16,0 0 0,-24 0 0,24 0 0,0 0 15,0 0-15,0 0 0,0 0 0,0 0 0,0 0 0,0 0 16,0 0-16,0 0 0,0 0 0,0 0 0,0 0 16,0 0-16,0 0 0,0 0 0,-25 0 0,25 24 15,0-24-15,0 0 0,0 25 0,-25-25 0,25 0 0,0 25 16,0-25-16,-25 25 0,25-25 0,0 0 0,0 25 15,0-25-15,0 24 0,0-24 0,0 25 0,0-25 0,0 25 16,0-25-16,0 25 0,25-25 0,-25 25 0,0-25 16,0 24-16,25 1 0,-25-25 0,0 25 0,0-25 15,25 25-15,-25-25 0,0 0 0,0 25 0,0-25 0,24 24 16,-24-24-16,0 0 0,0 25 0,0-25 0,0 0 15,0 25-15,0-25 0,0 0 0,0 0 0,0 25 0,0-25 16,-24 0-16,24 0 0,0 0 0,0 0 0,0 0 16,0 0-16,-25 0 0,25 0 0,0 0 0,0 0 15,0 0-15,0 0 0,0 0 0,0 0 0,-25 0 0,25 0 16,0 0-16,0 0 0,0 0 0,0 0 0,0 0 0,0 0 15,0 0-15,0 0 0,0-25 0,0 25 0,0 0 16,0 0-16,25 0 0,-25 0 0,0 0 0,0 0 16,0 0-16,0 0 0,25 0 0,-25 0 0,0 0 0,0 25 15,0-25-15,24 0 0,-24 0 0,0 25 0,0-25 16,0 0-16,0 24 0,0-24 0,0 0 0,25 25 15,-25-25-15,0 25 0,0-25 0,-25 25 0,25-25 0,0 25 16,0-25-16,0 0 0,0 24 0,0-24 0,0 0 16,-24 25-16,24-25 0,0 25 0,0-25 0,0 0 15,0 0-15,0 25 0,-25-25 0,25 0 0,0 0 0,0 25 16,0-25-16,0 0 0,0 0 0,-25 0 0,25 0 0,0 0 15,0 0-15,0 0 0,0 0 0,0 0 0,0 0 16,0 0-16,0 0 0</inkml:trace>
  <inkml:trace contextRef="#ctx0" brushRef="#br0" timeOffset="32680.8693">20985 3026 0,'0'0'0,"0"0"16,0 0-16,0 0 0,0 0 0,0 0 0,25-25 0,-25 25 15,0 0-15,0 0 0,0 0 0,0 0 0,0 0 16,0 0-16,0 0 0,0 0 0,0 0 0,0 25 16,0-25-16,0 0 0,0 25 0,-25-25 0,25 0 0,0 25 15,0-25-15,0 25 0,0-1 0,-25-24 0,25 25 16,0 0-16,0-25 0,-25 25 0,25-25 0,0 25 0,0-1 15,0-24-15,-25 25 0,25-25 0,0 25 0,0 0 16,0-25-16,0 25 0,0-25 0,0 24 0,0-24 0,0 0 16,0 25-16,0-25 0,0 0 0,0 25 0,0-25 15,25 0-15,-25 0 0,0 25 0,0-25 0,0 0 16,25 0-16,-25 0 0,0 0 0,0 0 0,25 0 0,-25 0 15,25 0-15,-25 0 0,0-25 0,24 25 0,-24 0 16,25 0-16,-25-25 0,0 25 0,25 0 0,-25-25 16,0 25-16,25-24 0,-25 24 0,0-25 0,25 25 0,-25-25 15,24 0-15,-24 25 0,0-25 0,25 25 0,-25-24 16,25-1-16,-25 25 0,0-25 0,0 25 0,0-25 0,25 25 15,-25-25-15,0 25 0,0-24 0,0 24 0,0 0 16,0 0-16,0 0 0,0-25 0,0 25 0,0 0 0,0 0 16,0 0-16,0 0 0,0 0 0,0 0 0,0 0 78,0 0-63,0 0-15,0 0 0,0 0 0,0 0 0,0 0 0,0 25 0,0-25 0,0 0 0,0 0 0,-25 24 0,25-24 0,0 0 0,0 25 0,0-25 0,0 25 0,-25-25 0,25 25 0,0 0 0,0-25 0,0 24 0,0-24 0,-25 25 0,25-25 0,0 25 0,0-25 0,0 25 0,0-25 0,0 0 0,0 25 0,0-25 0,0 24 0,0-24 16,0 0-16,0 25 0,0-25 0,0 0 15,0 25-15,0-25 0,0 0 0,0 25 0,0-25 78,0 0-78,0 0 0,0 0 0,25 0 0,-25 25 16,0-25-16,0 0 0,25 0 0</inkml:trace>
  <inkml:trace contextRef="#ctx0" brushRef="#br0" timeOffset="33030.8893">21332 3597 0,'0'0'0,"0"0"0,0 0 15,0 0-15,0 0 0,0 0 0,0 0 0,0 0 16,0 0-16,0 0 0,0 0 0,0 0 0,25-25 0,-25 25 16,0 0-16,0 0 0,25-25 0,-25 25 0,24 0 15,-24-25-15,25 25 0,-25 0 0,0-25 0,25 25 0,-25-24 16,25 24-16,-25 0 0,0-25 0,0 25 0,25 0 15,-25 0-15,0 0 0,0 0 0,0 0 0,0 0 0,0 0 16,0 0-16,0 0 0,0 0 0,0 0 0,0 0 16,0 0-16,0 0 0,0 0 0,0 0 0,0 0 15,0 0-15,0 0 0,0 25 0,0-25 0,0 0 0,0 0 16,0 24-16,0-24 0,0 0 0,-25 25 0,25-25 15,0 0-15,0 25 0,0-25 0,0 25 0,0-25 16,0 0-16,0 25 0,-25-25 0,25 24 0,0-24 0,0 0 16,0 0-16,0 25 0,0-25 0,0 0 0,0 0 15,0 25-15,0-25 0,0 0 0,0 0 0,0 25 0,0-25 16,0 0-16,0 0 0,0 25 0,-25-25 0,25 0 15,0 25-15,0-25 0,0 0 0,-25 0 0,25 24 0,0-24 16,0 0-16,0 0 0,0 0 0,0 25 0,0-25 16,0 0-16,0 0 0,0 0 0,0 0 0,0 0 15,25 0-15,-25 0 0,0 0 0</inkml:trace>
  <inkml:trace contextRef="#ctx0" brushRef="#br0" timeOffset="33400.9104">21952 3497 0,'0'0'0,"0"0"0,0 0 16,0 0-16,0 0 0,0 0 0,0-24 0,0 48 15,0-24-15,0 0 0,0 0 0,25 0 0,-25 0 16,0 25-16,0-25 0,25 0 0,-25 25 0,0-25 0,0 25 16,25-25-16,-25 0 0,0 25 0,0-25 0,0 24 15,0-24-15,0 25 0,-25-25 0,25 25 0,0-25 0,0 0 16,0 25-16,-25-25 0,25 0 0,0 25 0,-25-25 0,25 0 15,-25 0-15,25 25 0,0-25 0,-24 0 0,24 0 16,-25 0-16,25 0 0,0 0 0,-25 0 0,25 0 16,-25 0-16</inkml:trace>
  <inkml:trace contextRef="#ctx0" brushRef="#br0" timeOffset="34068.9487">22796 3001 0,'0'0'0,"0"-24"0,0 24 0,0 0 0,0 0 0,0-25 15,0 25-15,0 0 0,0 0 0,0-25 0,0 25 16,0 0-16,0 0 0,0 0 0,0 0 0,0 25 16,0-25-16,0 0 0,0 0 0,0 0 0,0 0 0,0 25 15,-25-25-15,25 24 0,0-24 0,0 25 0,0-25 16,-25 25-16,25-25 0,0 25 0,-25 0 0,25-1 0,0-24 15,-25 25-15,25 0 0,0 0 0,-25-25 0,25 25 16,0-1-16,0-24 0,0 25 0,-24 0 0,24-25 16,0 25-16,0-25 0,0 25 0,0-25 0,0 0 15,0 24-15,0-24 0,24 0 0,-24 25 0,0-25 0,0 0 16,25 0-16,-25 0 0,0 25 0,25-25 0,-25 0 0,0 0 15,25 0-15,-25 0 0,25-25 0,0 25 0,-25 0 16,24 0-16,-24-25 0,25 25 0,-25 0 0,25-24 16,-25 24-16,25-25 0,-25 25 0,25-25 0,-25 25 0,0-25 15,0 25-15,24-25 0,-24 25 0,0-24 0,0 24 16,25-25-16,-25 0 0,0 25 0,0-25 0,25 0 0,-25 25 15,0-24-15,0 24 0,0-25 0,0 25 0,0-25 16,25 25-16,-25 0 0,0 0 0,0 0 0,0 0 0,0 0 16,0 0-16,0 0 0,0 0 0,0 0 0,0 25 15,0-25-15,-25 0 0,25 25 0,0-25 0,0 24 16,0-24-16,0 25 0,0-25 0,0 25 0,-25 0 0,25-25 15,0 25-15,0-1 0,0-24 0,0 25 0,0-25 16,0 25-16,-25-25 0,25 25 0,0-25 0,0 25 0,0-25 16,0 24-16,0-24 0,0 25 0,0-25 0,0 0 15,0 25-15,0-25 0,0 0 0,0 25 0,0-25 16,25 0-16,-25 0 0,0 0 0,0 0 0,0 0 0,25 0 15</inkml:trace>
  <inkml:trace contextRef="#ctx0" brushRef="#br0" timeOffset="34403.9678">23044 3497 0,'0'0'0,"0"0"15,0 0-15,0 0 0,0 0 0,0 0 0,0 0 16,0 0-16,0 0 0,0 0 0,0 0 0,0 0 16,0 0-16,24 0 0,-24 0 0,0-24 0,0 24 0,25 0 15,-25 0-15,0 0 0,25 24 0,-25-24 0,0 0 0,25 0 16,-25 0-16,0 0 0,0 0 0,25 0 0,-25 0 15,0 25-15,0-25 0,0 0 0,0 0 0,0 25 16,0-25-16,0 0 0,0 25 0,0-25 0,0 0 0,-25 25 16,25-25-16,0 0 0,0 24 0,-25-24 0,25 0 15,0 0-15,-25 0 0,25 25 0,0-25 0,-25 0 0,25 0 16,0 0-16,0 0 0,0 25 0,-24-25 0,24 0 15,0 0-15,0 0 0,0 0 0,0 0 0,0 0 16,0 0-16,0 0 0,24 0 0,-24 0 0,0 25 0,0-25 16,25 0-16,-25 0 0,25 0 0,-25 0 0,25 0 15,-25 0-15,25 0 0,-1 0 0,-24 0 0,25 0 0,0 0 16,0 0-16,-25 0 0,25-25 0,-1 25 0,1 0 15,-25 0-15,25 0 0,0-25 0,-25 25 0,25 0 16,-25-25-16,24 25 0,-24 0 0</inkml:trace>
  <inkml:trace contextRef="#ctx0" brushRef="#br0" timeOffset="34610.9797">23614 3448 0,'0'0'0,"0"0"0,0 0 0,0 0 0,0 0 16,0 0-16,0 0 0,0 0 0,0 0 0,0 25 15,0-25-15,0 0 0,0 0 0,0 0 0,25 0 0,-25 0 16,0 24-16,0-24 0,0 0 0,0 0 0,0 25 15,0-25-15,-25 0 0,25 25 0,0-25 0,0 0 16,0 25-16,-25-25 0,25 25 0,0-25 0,0 0 0,-25 24 16,25-24-16,-24 0 0,24 25 0,0-25 0,-25 0 15,25 25-15,-25-25 0,25 0 0,0 0 0,0 0 0,-25 0 16,25 25-16,0-25 0,0 0 0,0 0 0</inkml:trace>
  <inkml:trace contextRef="#ctx0" brushRef="#br0" timeOffset="34829.9922">23912 3448 0,'0'0'15,"0"0"-15,0-25 0,25 25 0,-25 0 0,0 0 0,0 0 16,0 0-16,0 0 0,0 0 0,0 0 0,0 0 15,0 0-15,0 0 0,0 0 0,0 0 0,0 0 0,0 0 16,0 0-16,0 0 0,0 0 0,24 0 0,-24 0 16,0 0-16,25 0 0,-25 0 0,0 0 0,25 0 15,-25 0-15,0 0 0,25 0 0,-25 0 0,0 0 0</inkml:trace>
  <inkml:trace contextRef="#ctx0" brushRef="#br0" timeOffset="34992.0015">24160 3448 0,'0'0'16,"0"0"-16,0 0 0,0 0 0,0 0 0,0 0 15,0 0-15,0 0 0,0 0 0,0 0 0,0 0 0,0 0 16,0 0-16,0 0 0,0 0 0,0-25 0,0 25 16,0 0-16,25 0 0,-25 0 0,0 25 0,24-25 15,-24 0-15,25 0 0,-25 0 0,0 0 0,25 0 0,-25 0 16,25 0-16</inkml:trace>
  <inkml:trace contextRef="#ctx0" brushRef="#br0" timeOffset="35143.0101">24532 3497 0,'0'0'0,"-25"0"0,25 0 0,0-24 0,0 24 15,0 0-15,0 0 0,0 0 0,0 0 0,0 0 16,0 0-16,0 0 0,0 0 0,0 0 0,0 0 16,0 0-16,0 0 0,0 0 0,25 0 0,-25 0 15,0 0-15,0 0 0,0 0 0,0 0 0,0 0 0</inkml:trace>
  <inkml:trace contextRef="#ctx0" brushRef="#br0" timeOffset="35465.0285">25177 3497 0,'0'0'16,"0"0"-16,0 0 0,0 0 0,0 0 0,0 0 16,0 0-16,0 0 0,0 0 0,0 0 0,0 0 0,0 25 15,0-25-15,25 0 0,-25 25 0,0-25 0,0 0 16,0 25-16,0-25 0,0 0 0,0 25 0,0-25 15,0 0-15,0 24 0,0-24 0,0 0 0,0 25 0,0-25 16,-25 25-16,25-25 0,0 0 0,-25 25 0,25-25 16,-25 0-16,25 25 0,-25-25 0,25 0 0,-24 0 0,24 25 15,-25-25-15,25 0 0,-25 0 0,25 0 0,0 0 16,-25 0-16,25 0 0,0 0 0</inkml:trace>
  <inkml:trace contextRef="#ctx0" brushRef="#br0" timeOffset="36163.0684">25995 2902 0,'0'0'0,"0"0"0,0-25 0,0 25 0,0 0 0,0 0 0,0 0 0,0 0 0,0 0 0,0 0 0,0 0 0,0 25 0,0-25 0,0 0 0,0 0 0,0 25 0,0-25 0,-24 0 0,24 25 0,0-25 0,-25 25 0,25-1 0,0 1 0,-25-25 0,25 25 0,0 0 15,-25 0-15,25-1 0,0 1 0,-25 0 0,25 0 0,0 0 0,0-25 0,-25 24 0,25 1 0,0 0 0,0-25 0,0 25 0,0 0 0,0-25 0,0 24 16,0-24-16,0 25 0,0-25 0,0 25 0,0-25 15,0 0-15,0 25 0,0-25 0,25 0 0,-25 0 0,0 0 16,25 0-16,-25 0 0,0 0 0,25 25 0,-25-50 0,25 25 16,-25 0-16,25 0 0,-25 0 0,24-25 0,-24 25 15,0 0-15,25-25 0,-25 25 0,25-25 0,-25 25 16,0-24-16,25 24 0,-25-25 0,25 25 0,-25-25 0,24 25 15,-24-25-15,0 0 0,25 1 0,-25 24 0,25-25 16,-25 0-16,25 0 0,-25 25 0,25-25 0,-25 1 0,0 24 16,24-25-16,-24 25 0,0-25 0,0 25 0,0-25 15,0 25-15,0 0 0,25 0 0,-25 0 0,0-25 0,0 25 16,0 0-16,0 0 0,0 0 0,0 0 0,-25 0 15,25 0-15,0 0 0,0 0 0,0 0 0,0 25 16,0-25-16,0 0 0,0 0 0,0 25 0,-24-25 0,24 0 16,0 25-16,0 0 0,0-25 0,0 24 0,-25-24 15,25 25-15,0 0 0,0-25 0,0 25 0,-25-25 16,25 25-16,0-1 0,0-24 0,0 25 0,0-25 0,0 25 15,0-25-15,0 25 0,0-25 0,0 25 0,-25-25 16,25 0-16,0 24 0,25-24 0,-25 0 0,0 0 16,0 25-16,0-25 0,0 0 0,0 0 0,0 0 0,0 0 15,25 0-15,-25 0 0,0 25 0,25-25 0,-25 0 0,0-25 16,24 25-16</inkml:trace>
  <inkml:trace contextRef="#ctx0" brushRef="#br0" timeOffset="36578.0922">26318 3324 0,'0'0'0,"0"0"15,0 0-15,0 0 0,0 0 0,0 0 0,0 0 16,0 0-16,25 0 0,-25 0 0,0 0 0,0 0 0,0 25 16,0-25-16,0 0 0,0 24 0,0-24 0,0 0 15,-25 25-15,25-25 0,0 0 0,0 25 0,0-25 0,0 0 16,0 25-16,0-25 0,0 25 0,0-25 0,0 0 15,0 24-15,0-24 0,0 0 0,0 25 0,0-25 16,0 0-16,0 0 0,0 0 0,0 25 0,0-25 0,0 0 16,0 0-16,0 0 0,0 0 0,0 0 0,0 0 15,0 0-15,0 0 0,0 0 0,0 0 0,0 0 0,0 0 16,0-25-16,25 25 0,-25 0 0,0-25 0,24 25 15,-24 0-15,0-24 0,25 24 0,-25-25 0,25 25 0,-25 0 16,25-25-16,-25 25 0,25 0 0,-25 0 0,24-25 16,-24 25-16,25 0 0,-25 0 0,0 0 0,25 0 15,-25 0-15,0 0 0,0 0 0,0 0 0,0 0 0,0 0 16,0 25-16,0-25 0,0 0 0,0 25 0,0-25 15,0 0-15,0 25 0,-25-25 0,25 24 0,0-24 0,0 25 16,-25-25-16,25 0 0,0 25 0,0-25 0,0 25 16,-24-25-16,24 0 0,0 25 0,0-25 0,0 0 0,0 0 15,0 24-15,0-24 0,0 0 0,0 0 0,0 0 16,24 0-16,-24 0 0,0 0 0,0 0 0,0 0 15,25 0-15,-25-24 0,0 24 0,25 0 0,-25 0 16</inkml:trace>
  <inkml:trace contextRef="#ctx0" brushRef="#br0" timeOffset="37314.1343">27037 2629 0,'0'0'16,"0"0"-16,0 0 0,0 0 0,0 0 0,0 0 0,0 0 16,0 0-16,0 0 0,0 0 0,0 0 0,0 0 15,0 0-15,0 0 0,0 0 0,0 25 0,0-25 0,0 25 16,0-25-16,0 0 0,-25 25 0,25-25 0,0 25 15,0-25-15,0 24 0,0-24 0,0 25 0,0-25 0,0 25 16,0-25-16,-25 25 0,25 0 0,0-25 0,0 24 16,0 1-16,0-25 0,0 0 0,0 25 0,0-25 15,0 25-15,25-25 0,-25 0 0,0 25 0,0-25 0,0 0 16,25 24-16,-25-24 0,0 0 0,0 0 0,25 25 15,-25-25-15,0 0 0,0 0 0,25 0 0,-25 0 0,0 0 16,0 0-16,25 0 0,-25 0 0,0 0 0,0 0 16,0 0-16,24 0 0,-24 0 0,0 0 0,0-25 15,0 25-15,0 0 0,0 0 0,0 0 0,0 0 0,0 0 16,0 0-16,0-24 0,0 24 0,0 0 0,0 0 15,0 0-15,-24 0 0,24 0 0,0 0 0,0 0 0,0 0 16,0 0-16,-25 0 0,25 0 0,0 0 0,0 0 16,0 0-16,0 24 0,0-24 0,-25 0 0,25 25 0,0-25 15,0 25-15,0-25 0,0 25 0,0-25 0,-25 25 16,25-25-16,0 24 0,0 1 0,0-25 0,0 25 15,0 0-15,0-25 0,-25 25 0,25-25 0,0 24 0,0-24 16,0 25-16,0-25 0,0 25 0,0-25 0,0 25 16,0 0-16,0-25 0,0 24 0,0-24 0,0 25 15,0 0-15,0-25 0,0 25 0,0-25 0,0 25 0,0-25 16,0 24-16,0-24 0,0 25 0,0-25 0,0 0 15,0 25-15,0-25 0,0 0 0,0 0 0,-25 25 0,25-25 16,0 0-16,0 0 0,0 0 0,0 0 0,0 0 16,-24 25-16,24-25 0,0 0 0,-25 0 0,25 0 15,0 0-15,-25 0 0,25 0 0,0 0 0,-25 0 0,25 0 16,0 0-16,0 0 0,-25 0 0,25 0 0,0 0 15,0 0-15,0 0 0,0 0 0,0 0 0,0 0 0,0 0 16,0 0-16,0 0 0,0 0 0,0 0 0,0 0 16,0 0-16,0-25 0,0 25 0,0 0 0,0 0 15,0 0-15</inkml:trace>
  <inkml:trace contextRef="#ctx0" brushRef="#br0" timeOffset="38830.221">3944 4440 0,'0'0'0,"0"0"0,0 0 0,0 0 0,0 0 16,0 0-16,0 0 0,0 0 0,0 0 0,0 0 15,0 0-15,0 0 0,0 0 0,0 0 0,0 0 0,0 0 16,25 25-16,-25-25 0,0 0 0,0 0 0,0 0 16,0 0-16,25 0 0,-25 0 0,0 0 0,0 25 15,24-25-15,-24 0 0,0 0 0,0 0 0,25 24 0,-25-24 16,0 0-16,25 0 0,-25 25 0,0-25 0,0 25 15,0-25-15,25 0 0,-25 25 0,0-25 0,0 25 16,0-25-16,25 24 0,-25-24 0,0 0 0,0 25 0,0-25 16,0 25-16,0-25 0,24 0 0,-24 0 0,0 25 15,0-25-15,0 0 0,0 25 0,0-25 0,0 0 0,0 0 16,0 0-16,0 0 0,25 0 0,-25-25 0,0 25 15,0 0-15</inkml:trace>
  <inkml:trace contextRef="#ctx0" brushRef="#br0" timeOffset="39196.2419">4390 4366 0,'0'0'0,"0"0"0,0 0 0,0 0 0,0 0 16,0 0-16,0 0 0,0 0 0,0 0 0,0 0 15,0 0-15,0 0 0,0 0 0,0 0 0,0 0 16,0 0-16,0 24 0,0-24 0,0 0 0,0 0 0,0 25 16,0-25-16,0 25 0,0-25 0,-24 25 0,24-25 15,0 25-15,0-1 0,-25-24 0,25 25 0,0 0 0,-25-25 16,25 25-16,0 0 0,-25-1 0,25-24 0,0 25 15,-25 0-15,25-25 0,0 25 0,-24 0 0,24-1 16,-25-24-16,25 25 0,0 0 0,-25-25 0,25 25 0,-25-25 16,25 25-16,0-25 0,-25 25 0,25-25 0,0 24 0,-24-24 15,24 25-15,0-25 0,0 0 0,0 0 0,-25 25 16,25-25-16,0 0 0,0 0 0,0 0 0,0 25 15,0-25-15,0 0 0,0 0 0,0 0 0,0 0 0,0 0 16,0 0-16,0-25 0,0 25 0,0 0 0,25 0 0,-25 0 16,0 0-16,24 0 0,-24-25 0,0 25 15,25 0-15,-25 0 0,0-25 0</inkml:trace>
  <inkml:trace contextRef="#ctx0" brushRef="#br0" timeOffset="39562.2629">4862 4341 0,'0'0'0,"-25"0"0,25 0 0,0 0 0,0 0 0,0 25 16,0-25-16,-25 0 0,25 0 0,0 0 0,0 24 15,0-24-15,-25 25 0,25-25 0,0 25 0,-25-25 0,25 25 16,-24 0-16,24-25 0,0 24 0,-25 1 0,25 0 15,-25-25-15,25 25 0,0 0 0,-25-1 0,25 1 16,0-25-16,-25 25 0,25 0 0,0 0 0,0-25 16,-24 24-16,24 1 0,0-25 0,0 25 0,0-25 0,0 25 15,-25-25-15,25 25 0,0-25 0,0 0 0,0 0 0,0 25 16,0-25-16,0 0 0,0 0 0,0 0 0,0 0 0,0 24 15,0-24-15,0 0 0,0 0 0,0 0 0,0-24 16,0 24-16,25 0 0,-25 0 0,0-25 0,0 25 16,24 0-16</inkml:trace>
  <inkml:trace contextRef="#ctx0" brushRef="#br0" timeOffset="40013.2887">5234 4564 0,'0'0'0,"0"0"0,0 0 0,0 0 0,0 0 16,0 0-16,-25-25 0,25 25 0,0 0 0,0 0 0,0 0 15,0 0-15,0 0 0,0-25 0,-25 25 0,25 0 16,0 0-16,0 0 0,-25 0 0,25 0 0,0 0 0,0 0 15,-24 0-15,24 0 0,0 0 0,0 0 0,-25 0 16,25 25-16,0-25 0,-25 0 0,25 25 0,-25-25 16,25 25-16,0-25 0,-25 25 0,25-25 0,-24 24 0,24 1 15,0-25-15,0 25 0,-25-25 0,25 25 0,0 0 16,0-25-16,0 24 0,0-24 0,0 25 0,0-25 15,0 25-15,25-25 0,-25 25 0,0-25 0,0 25 0,24-25 16,-24 0-16,0 25 0,25-25 0,-25 0 0,25 0 0,-25 24 16,0-24-16,25 0 0,0 0 0,-25 0 0,24 0 15,-24 0-15,25 0 0,-25-24 0,25 24 0,0 0 0,-25 0 16,25 0-16,-1 0 0,1 0 0,-25-25 0,25 25 15,0 0-15,-25 0 0,25 0 0,-1-25 0,-24 25 16</inkml:trace>
  <inkml:trace contextRef="#ctx0" brushRef="#br0" timeOffset="40980.344">5556 4787 0,'0'0'16,"0"0"-16,0 0 0,0-25 0,0 25 0,0 0 15,0 0-15,0 0 0,0 0 0,0-24 0,0 24 0,0 0 16,0 0-16,0 0 0,0-25 0,-25 25 0,25 0 16,0-25-16,0 25 0,0 0 0,0 0 0,0-25 0,-24 25 15,24 0-15,0-25 0,0 25 0,0 0 0,-25 0 16,25 0-16,0 0 0,0-24 0,-25 24 0,25 0 0,0 0 15,0 0-15,0 0 0,-25 0 0,25 0 0,0 24 16,0-24-16,-25 0 0,25 0 0,0 0 0,-24 25 0,24-25 16,0 0-16,0 25 0,-25-25 0,25 0 0,0 25 15,0-25-15,0 25 0,-25-25 0,25 24 0,0-24 0,0 25 16,0-25-16,0 25 0,0 0 0,0-25 0,0 0 15,0 25-15,25-25 0,-25 25 0,0-25 0,0 0 16,0 0-16,25 24 0,-25-24 0,0 0 0,0 0 16,24 0-16,-24 0 0,0 0 0,25 0 0,-25 0 0,0 0 15,25 0-15,-25 0 0,0 0 0,25 0 0,-25 0 16,0 0-16,0-24 0,25 24 0,-25 0 0,0 0 0,24-25 15,-24 25-15,0 0 0,0-25 0,0 25 0,25 0 0,-25-25 16,0 25-16,0 0 0,0-25 0,0 25 16,0-25-16,0 25 0,0 0 0,0-24 0,0 24 0,0-25 15,0 25-15,0 0 0,0 0 0,0 0 0,0-25 0,0 25 16,0 0-16,-25 0 0,25 0 0,0 0 0,0 0 15,0 0-15,0 0 0,0 0 0,0 0 0,0 0 0,0 0 16,0 0-16,0 25 0,0-25 0,0 0 0,0 0 16,0 0-16,0 25 0,0-25 0,0 0 0,0 24 15,0-24-15,0 25 0,0-25 0,0 0 0,0 25 0,0-25 16,0 25-16,0-25 0,0 0 0,0 25 0,25-25 15,-25 25-15,0-25 0,0 0 0,0 0 0,0 24 16,0-24-16,25 0 0,-25 0 0,0 0 0,0 0 0,0 25 16,0-25-16,25 0 0,-25 0 0,0 0 0,0 0 15,0 0-15,0 0 0,25 0 0,-25-25 0,0 25 0,0 0 16,24 0-16,-24 0 0,0-24 0,0 24 15,25-25-15,-25 25 0,0 0 0,0-25 0,25 25 0,-25-25 16,0 25-16,0 0 0,0-25 0,25 25 0,-25-25 0,0 25 16,0 0-16,0-24 0,0 24 0,0 0 0,0-25 0,0 25 15,0 0-15,0 0 0,0 0 0,0 0 0,0 0 16,0 0-16,0 0 0,0 0 0,0 0 0,0 0 15,0 0-15,0 0 0,0 0 0,0 0 0,0 0 0,0 0 16,0 0-16,0 0 0,0 25 0,0-25 0,0 0 16,-25 24-16,25-24 0,0 25 0,0-25 0,0 25 15,0-25-15,0 0 0,0 25 0,0-25 0,0 25 0,0-25 16,0 25-16,0-25 0,25 0 0,-25 24 0,0-24 15,0 0-15,0 25 0,0-25 0,0 0 0,0 0 0,0 25 16,25-25-16,-25 0 0,0 0 0,0 0 0,24 0 16,-24 0-16,0 0 0,25 0 0,-25 0 0,0 0 0,25-25 15,-25 25-15,25 0 0,-25 0 0,0-25 0,25 25 16,-25 0-16,25-24 0,-25 24 0,0 0 0,24-25 15,-24 25-15,0 0 0,0-25 0,0 25 0,25-25 0,-25 25 16,0 0-16,0-25 0,0 25 0,0-25 0,0 25 16,0 0-16,0-24 0,0 24 0,0 0 0,-25 0 15,25 0-15,0 0 0,0-25 0,0 25 0,0 0 0,0 0 16,0 25-16,0-25 0,0 0 0,0 0 0,0 0 0,0 0 15,0 24-15,0-24 0,0 0 0,0 25 0,0-25 16,0 0-16,0 25 0,-24-25 0,24 25 0,0-25 16,0 25-16,0-25 0,0 25 0,0-25 0,0 0 0,0 24 15,24-24-15,-24 25 0,0-25 0,0 0 0,0 25 16,0-25-16,0 0 0,0 0 0,25 25 0,-25-25 15,0 0-15,0 0 0,0 0 0,0 0 0,25 0 0,-25 0 16,0 0-16,0 0 0,0 0 0,25 0 0,-25-25 16,0 25-16,0 0 0,0-25 0,0 25 0,0-25 0,0 25 15</inkml:trace>
  <inkml:trace contextRef="#ctx0" brushRef="#br0" timeOffset="41408.3684">5407 4514 0,'0'0'0,"0"0"0,0-24 0,0 24 16,0 0-16,0 0 0,0 0 0,0 0 0,0-25 0,0 25 15,0 0-15,0 0 0,0 0 0,0-25 0,25 25 16,-25 0-16,0 0 0,0 0 0,25 0 0,-25-25 16,0 25-16,0 0 0,25 0 0,-25 0 0,0 0 0,25 0 15,-25 0-15,0 25 0,24-25 0,-24 0 0,0 0 0,0 0 16,25 25-16,-25-25 0,0 0 0,0 25 15,0-25-15,25 0 0,-25 0 0,0 24 0,0-24 156</inkml:trace>
  <inkml:trace contextRef="#ctx0" brushRef="#br0" timeOffset="41472.3721">5631 4366 0,'0'0'0,"0"0"0,0 0 0,0 0 0,0 0 0,0 0 0,0 0 0,0 0 0,0 0 0,0 0 0,0 0 0,0-25 0,0 25 0,24 0 0,-24 0 0,25 0 0,-25 0 0,25 0 0,-25 0 0,25 0 0,0 0 0,-25 25 16,24-25-16,-24 0 0,25 0 0,0 0 0,0 24 0,-25-24 0,25 0 15,0 0-15,-25 25 0,24-25 0,1 0 0,-25 25 16,25-25-16,0 0 0,-25 25 0</inkml:trace>
  <inkml:trace contextRef="#ctx0" brushRef="#br0" timeOffset="41640.3817">6400 4614 0,'0'0'0,"0"0"16,0 0-16,0 0 0,0 0 0,0 0 0,0 0 16,0 0-16,0 0 0,0 0 0,0 0 0,0 0 0,0 0 15,0 0-15,0 0 0,0 0 0,0 0 0,0 0 0,0 0 16,24 0-16,-24 24 0,0-24 0,0 0 0,0 0 15,0 0-15</inkml:trace>
  <inkml:trace contextRef="#ctx0" brushRef="#br0" timeOffset="41812.3916">6524 4936 0,'0'0'0,"0"0"0,0 0 0,0 0 0,-25 0 0,25 0 16,0 0-16,0 0 0,0 0 0,0 0 0,0 0 15,0 0-15,0 0 0,0 0 0,0 0 0,0 0 0,0 0 16,0 0-16,0 0 0,0 0 0,0 0 0,0-25 15,25 25-15,-25 0 0,0 0 0,0 0 0,0 0 0,0 0 16,0 0-16</inkml:trace>
  <inkml:trace contextRef="#ctx0" brushRef="#br0" timeOffset="42465.4289">7689 4490 0,'0'0'0,"-24"0"0,24 0 0,0 0 0,0 0 0,0 0 15,0 0-15,0 0 0,0 0 0,0 0 0,0 0 16,0 0-16,0 0 0,0 0 0,0 0 0,0 0 16,0 0-16,0 0 0,0 24 0,0-24 0,0 0 0,-25 25 15,25-25-15,0 25 0,0 0 0,0-25 0,0 25 16,0-1-16,-25 1 0,25 0 0,0 0 0,0-25 15,0 25-15,0-1 0,0 1 0,-25 0 0,25 0 0,0-25 16,0 25-16,0 0 0,0-25 0,0 24 0,0-24 16,0 25-16,0-25 0,0 25 0,0-25 0,0 25 0,0-25 15,0 0-15,0 0 0,0 25 0,0-25 0,0 0 16,0 0-16,0 24 0,0-24 0,0 0 0,0 0 0,0 0 15,0 0-15,0 0 0,0 0 0,0-24 0,0 24 16,0 0-16,0 0 0,25-25 0,-25 25 0,0 0 16,0-25-16,0 25 0,0-25 0,0 25 0,0-25 0,0 25 15,0-24-15</inkml:trace>
  <inkml:trace contextRef="#ctx0" brushRef="#br0" timeOffset="42892.4533">7689 4564 0,'0'-25'0,"0"25"0,0 0 0,0 0 0,0 0 0,0-25 0,25 25 0,-25 0 0,0 0 0,0 0 0,0 0 0,25 0 0,-25 0 15,0 0-15,0 0 0,25 0 0,-25 0 0,0 0 0,0 0 16,25 25-16,-25-25 0,0 0 0,24 25 0,-24-25 16,0 25-16,0-25 0,0 25 0,0-1 0,0-24 0,0 25 15,0-25-15,0 25 0,0-25 0,0 25 0,0 0 0,0-25 16,0 24-16,-24-24 0,24 25 0,0-25 0,0 25 15,-25-25-15,25 0 0,0 25 0,0-25 0,-25 0 16,25 25-16,0-25 0,0 0 0,0 0 0,0 0 0,0 0 16,0 0-16,0 0 0,0 0 0,0 0 0,0 0 15,0 0-15,25 0 0,-25 0 0,0 0 0,0 0 0,0 0 16,25 0-16,-25 0 0,0 0 0,24 0 0,-24 0 15,0 0-15,25 0 0,-25 0 0,0 25 0,25-25 16,-25 0-16,0 0 0,25 24 0,-25-24 0,0 0 0,0 25 16,0-25-16,0 0 0,25 25 0,-25-25 0,0 25 15,0-25-15,0 0 0,0 25 0,0-25 0,0 0 0,-25 24 16,25-24-16,0 0 0,0 25 0,0-25 0,-25 0 15,25 0-15,0 25 0,0-25 0,-25 0 0,25 0 0,0 0 16,-25 0-16,25 25 0,0-25 0,-24 0 0,24 0 16,0 0-16,0 0 0,-25 0 0,25 0 0,0 0 0,0-25 15,0 25-15,0 0 0,0 0 0,-25 0 0,25 0 16,0-25-16,0 25 0,0 0 0,25 0 0,-25-25 15,0 25-15,0 0 0,0-24 0</inkml:trace>
  <inkml:trace contextRef="#ctx0" brushRef="#br0" timeOffset="43887.5102">8111 4862 0,'0'0'0,"0"0"0,0 0 0,0-25 15,0 25-15,0 0 0,0 0 0,0 0 0,0 0 16,0 0-16,0 0 0,0 0 0,0 0 0,0 0 15,0 0-15,0 0 0,0 0 0,-25 0 0,25 0 0,0 0 16,0 0-16,0 0 0,0 25 0,0-25 0,0 0 16,0 0-16,0 25 0,0-25 0,0 24 0,0-24 15,0 25-15,0-25 0,-24 25 0,24-25 0,0 25 0,0-25 16,0 25-16,0-1 0,0-24 0,0 25 0,0-25 15,0 0-15,0 25 0,0-25 0,24 25 0,-24-25 0,0 0 16,0 0-16,0 0 0,25 0 0,-25 0 0,0 0 16,25 0-16,-25 0 0,0 0 0,25 0 0,-25 0 15,25 0-15,-25 0 0,0-25 0,24 25 0,-24 0 0,25 0 16,-25-25-16,25 25 0,-25 0 0,25-25 0,-25 25 15,25 0-15,-25-24 0,24 24 0,-24-25 0,0 25 0,25-25 16,-25 25-16,0 0 0,25-25 0,-25 25 0,0-25 16,0 25-16,0-24 0,0 24 0,0 0 0,0-25 0,0 25 15,0 0-15,0 0 0,0-25 0,0 25 0,-25 0 16,25 0-16,0-25 0,0 25 0,0 0 0,0 0 0,0 0 15,-25 0-15,25 0 0,0 0 0,0 0 0,0 0 16,0 0-16,-24 0 0,24 0 0,0 25 0,0-25 16,0 0-16,0 0 0,-25 0 0,25 25 0,0-25 0,0 0 15,0 25-15,0-25 0,0 0 0,0 24 0,0-24 16,0 25-16,0-25 0,0 0 0,0 25 0,0-25 15,0 25-15,0-25 0,0 0 0,0 25 0,0-25 0,25 24 16,-25-24-16,0 0 0,0 25 0,0-25 0,24 0 16,-24 25-16,0-25 0,0 0 0,25 0 0,-25 0 15,0 0-15,0 0 31,25 0-31,-25 0 0,0 0 0,25 0 0,-25 0 0,0 0 0,25-25 47,-25 25-47,24 0 0,-24 0 0,25 0 0,-25-25 0,25 25 0,-25 0 0,0-24 0,25 24 0,-25-25 0,0 25 0,25 0 0,-25-25 0,0 25 0,0-25 0,0 25 0,24 0 0,-24-25 0,0 25 0,0-24 0,0 24 0,0 0 0,0-25 0,0 25 16,0 0-16,0-25 0,0 25 0,0 0 0,0 0 15,0-25 63,0 25-78,0 0 0,0 0 0,0 0 0,0 0 0,0-25 0,0 25 0,0 0 0,0 0 0,0 0 0,0 0 0,-24 25 0,24-25 0,0 0 0,0 0 0,0 0 0,0 0 0,0 25 0,0-25 0,0 25 0,0-25 0,0 0 0,0 25 0,0-25 0,0 24 0,0-24 0,0 25 0,0-25 0,0 0 0,0 25 0,0-25 0,0 25 16,0-25-16,0 0 0,24 25 0,-24-25 0,0 0 0,0 0 16,0 0-16,0 24 0,25-24 0,-25 0 0,0 0 15,0 0-15,0 0 0,25 0 0,-25 0 0,0 0 16,25 0-16,-25 0 0,25 0 0,-25 0 0,24 0 0,-24-24 15,25 24-15,-25 0 0,25-25 0,-25 25 0,25 0 16,-25-25-16,0 25 0,25 0 0,-25-25 0,0 25 16,0-25-16,0 25 0,24 0 0,-24-24 0,0 24 0,0 0 15,0-25-15,0 25 0,0 0 0,0 0 0,0-25 16,0 25-16,0 0 0,-24 0 0,24 0 0,0 0 0,0 0 15,0-25-15,0 25 0,0 0 0,0 0 0,0 0 16,0 25-16,0-25 0,0 0 0,0 0 0,-25 0 16,25 25-16,0-25 0,0 0 0,0 25 0,0-25 0,0 24 15,0-24-15,0 0 0,0 25 0,0-25 0,0 25 0,0-25 16,0 25-16,0-25 0,0 25 0,0-25 0,0 24 15,0-24-15,0 0 0,25 25 0,-25-25 0,0 0 16,0 0-16,0 25 0,0-25 0,0 0 0,24 0 0,-24 0 16,0 0-16,0 0 0,0 0 0,0 0 0,25-25 15,-25 25-15,0 0 0,0 0 0,0-25 0,0 25 0,0 0 16,0-24-16,0 24 0</inkml:trace>
  <inkml:trace contextRef="#ctx0" brushRef="#br0" timeOffset="44239.5304">8533 4465 0,'0'0'0,"0"25"0,25-25 0,-25 0 0,0 0 0,24 24 0,-24-24 0,0 0 0,0 0 0,0 0 0,25 25 0,-25-25 0,0 0 16,0 0-16,0 0 0</inkml:trace>
  <inkml:trace contextRef="#ctx0" brushRef="#br0" timeOffset="44398.5395">8731 4366 0,'0'0'0,"0"0"0,25 0 16,-25 0-16,0 0 0,0 0 0,25 0 0,-25 0 16,0 0-16,25 0 0,-25 0 0,24 0 0,-24 24 15,0-24-15,25 0 0,-25 0 0,0 25 0,0-25 0,0 0 16,0 25-16,0-25 0,0 0 0,0 25 0,0-25 15,0 25-15,0-25 0,-25 24 0,25-24 0,-24 25 0,24-25 16,-25 25-16,25-25 0,-25 0 0,0 25 0,0-25 16</inkml:trace>
  <inkml:trace contextRef="#ctx0" brushRef="#br0" timeOffset="44582.55">8260 4614 0,'0'0'0,"0"0"0,0 0 16,0 0-16,0 0 0,0 0 0,0 0 0,0 0 15,0 0-15,0 0 0,0 0 0,0 0 0,0-25 0,25 25 16,-25 0-16,0 0 0,0 0 0,0 0 0,0 0 16,0 0-16,0 0 0,0 25 0,0-25 0,0 0 0,0 0 15,0 0-15,0 0 0,0 0 0,0 0 0</inkml:trace>
  <inkml:trace contextRef="#ctx0" brushRef="#br0" timeOffset="45551.6054">8632 4589 0,'0'0'0,"0"0"16,0 0-16,0 0 0,0 0 0,0 0 0,0 0 0,0 0 15,0 0-15,0 0 0,0 0 0,0 0 0,0 0 16,0 0-16,0 0 0,0-25 0,0 25 0,0 0 16,0 0-16,0 0 0,0 0 0,0 0 0,0 0 0,0 0 15,0 0-15,0 0 0,0 0 0,0 0 0,0 0 16,0 0-16,0 0 0,0 0 0,0 0 0,0 0 15,0 0-15,0 0 0,0 0 0,0 0 0,0 0 0,-25 0 16,25 0-16,0 0 0,0 0 0,0 0 0,0 25 16,-25-25-16,25 0 0,0 0 0,-24 0 0,24 0 15,0 25-15,-25-25 0,25 0 0,0 0 0,-25 24 0,25-24 16,0 25-16,-25-25 0,25 0 0,0 0 0,0 25 15,0-25-15,0 0 0,0 0 0,25 0 0,-25 0 0,0 0 16</inkml:trace>
  <inkml:trace contextRef="#ctx0" brushRef="#br0" timeOffset="46262.6461">10765 5011 0,'0'0'0,"0"0"0,-25 0 16,25 0-16,0 0 0,0-25 0,-24 25 0,24 0 16,0 0-16,0 0 0,-25-25 0,25 25 0,0 0 0,-25 0 15,25 0-15,0-25 0,-25 25 0,25 0 0,0 0 16,-25 0-16,25 0 0,0 0 0,0-25 0,-24 25 15,24 0-15,-25 0 0,25 0 0,0 0 0,-25 0 0,25 0 16,0 0-16,-25 0 0,25 0 0,0 0 0,-25 0 16,25 0-16,0 25 0,-24-25 0,24 0 0,-25 0 0,25 25 15,0-25-15,-25 0 0,25 25 0,0-25 0,0 25 16,-25-25-16,25 24 0,0-24 0,0 25 0,0-25 15,0 25-15,0-25 0,0 25 0,25-25 0,-25 25 16,0-25-16,0 0 0,25 24 0,-25-24 0,0 0 0,25 0 16,-25 0-16,24 0 0,-24 0 0,25 0 0,-25 0 15,25 0-15,-25 0 0,25 0 0,-25 0 0,25 0 0,-1-24 16,-24 24-16,25 0 0,-25 0 0,25-25 0,0 25 15,-25-25-15,25 25 0,-25-25 0,0 25 0,24-25 0,-24 25 16,25-24-16,-25-1 0,0 25 0</inkml:trace>
  <inkml:trace contextRef="#ctx0" brushRef="#br0" timeOffset="46516.6606">10864 4589 0,'0'0'0,"0"0"0,0-25 16,0 25-16,-24 0 0,24-25 0,0 25 0,0 0 16,0 0-16,0 0 0,0 0 0,0 0 0,0 0 0,0 0 15,0 0-15,0 0 0,0 25 0,0-25 0,0 0 16,0 25-16,0-25 0,0 25 0,-25-25 0,25 24 15,0 1-15,0 0 0,0-25 0,0 25 0,0 0 0,0-1 16,0 1-16,0 0 0,0-25 0,0 25 0,-25 0 16,25 0-16,0-25 0,0 24 0,0 1 0,0 0 15,0-25-15,0 25 0,0-25 0,0 25 0,0-1 0,0-24 16,0 25-16,0-25 0,0 0 0,0 25 0,0-25 0,0 0 15,0 0-15,0 25 0,0-25 0,0 0 0,0 0 16,0 0-16,0 0 0,25 0 0,-25 0 0,0 0 16,0-25-16,0 25 0,25 0 0,-25-25 0,0 25 0</inkml:trace>
  <inkml:trace contextRef="#ctx0" brushRef="#br0" timeOffset="47425.7126">11013 4837 0,'0'0'0,"0"0"0,0 0 15,0-25-15,0 25 0,0 0 0,0 0 0,0 0 16,0 0-16,0 0 0,0 0 0,0 0 0,0 0 0,0 0 15,0 0-15,0 0 0,-25 0 0,25 0 0,0 25 16,0-25-16,0 0 0,0 0 0,0 25 0,-24-25 16,24 0-16,0 25 0,0-25 0,0 24 0,0-24 0,0 25 15,0-25-15,24 25 0,-24-25 0,0 0 0,0 25 16,0-25-16,0 25 0,0-25 0,0 0 0,0 0 0,0 24 15,25-24-15,-25 0 0,0 25 0,0-25 0,0 0 16,25 0-16,-25 0 0,0 0 0,0 0 0,25 0 0,-25 0 16,25 0-16,-25 0 0,24 0 0,-24 0 0,25 0 15,-25-25-15,25 25 0,-25 0 0,25 0 0,0-24 16,-25 24-16,25 0 0,-25-25 0,24 25 0,-24-25 0,25 25 15,-25 0-15,25-25 0,-25 25 0,0-25 0,25 25 16,-25-24-16,0 24 0,0 0 0,0-25 0,0 25 16,0-25-16,0 25 0,0 0 0,0-25 0,0 25 0,0 0 15,0 0-15,0-25 0,0 25 0,-25 0 0,25 0 16,0-25-16,0 25 0,0 0 0,-25 0 0,25 0 0,0 0 15,-25 0-15,25 0 0,0 0 0,0 0 0,0 0 16,-24 0-16,24 0 0,0 0 0,0 25 0,0-25 0,-25 0 16,25 0-16,0 25 0,0-25 0,0 0 0,-25 25 15,25-25-15,0 0 0,0 25 0,0-25 0,0 25 16,0-25-16,0 24 0,0-24 0,25 25 0,-25-25 0,0 25 15,0-25-15,0 0 0,0 25 0,0-25 0,25 25 0,-25-25 16,0 0-16,24 0 0,-24 24 0,0-24 0,25 0 16,-25 0-16,0 0 0,25 0 0,-25 0 0,25 0 15,0 0-15,-25 0 0,24 0 0,-24 0 0,25-24 0,-25 24 16,25 0-16,-25 0 0,25-25 0,-25 25 0,25 0 15,-25-25-15,24 25 0,-24 0 0,0-25 0,25 25 16,-25-25-16,0 25 0,0-24 0,0 24 0,0 0 0,0-25 16,0 25-16,0-25 0,0 25 0,0 0 0,0-25 15,0 25-15,0 0 0,0-25 0,0 25 0,0 0 16,0 0-16,0-25 0,0 25 0,0 0 0,-25 0 0,25 0 15,0 0-15,0 0 0,0 0 0,0 0 0,0 0 0,0 0 16,0 0-16,0 25 0,0-25 0,0 0 0,0 25 16,0-25-16,0 0 0,0 25 0,0-25 0,0 25 15,0-25-15,0 0 0,0 25 0,0-25 0,0 24 0,0-24 16,0 25-16,0-25 0,-24 0 0,24 25 0,0-25 15,0 25-15,0-25 0,0 0 0,24 25 0,-24-25 16,0 0-16,0 0 0,0 0 0,0 24 0,0-24 0,0 0 16,0 0-16,0 0 0,0 0 0,0 0 0,25 0 0,-25-24 15,0 24-15,0 0 0,25 0 0,-25-25 0,0 25 16,25 0-16,-25-25 0,0 25 0,25-25 0,-25 25 15,0-25-15,24 25 0,-24 0 0,0-24 0,0 24 16,25 0-16,-25-25 0,0 25 0,0 0 0,25 0 0,-25-25 16,0 25-16,0 0 0,0 0 0,0 0 0,25 0 15,-25 0-15,0 0 0,0 0 0,0 0 0,0 0 16,0 0-16,0 25 0,0-25 0,0 0 0,0 25 0,0-25 15,0 0-15,0 24 0,0-24 0,0 0 0,0 25 16,-25-25-16,25 25 0,0-25 0,0 25 0,0-25 0,0 0 16,0 25-16,0-25 0,0 24 0,0-24 0,0 0 0,0 25 15,0-25-15,0 0 0,0 0 0,0 25 0,0-25 16,0 0-16,0 0 0,0 0 0,0 0 0,0 0 15,0-25-15,0 25 0,0 0 0,0 0 0,0 0 0,-25-25 16,25 25-16</inkml:trace>
  <inkml:trace contextRef="#ctx0" brushRef="#br0" timeOffset="47669.7266">11261 4638 0,'0'0'0,"0"-24"0,0 24 16,0 0-16,0 0 0,0-25 0,0 25 0,0 0 15,0-25-15,0 25 0,0 0 0,0-25 0,25 25 0,-25 0 16,0-25-16,0 25 0,25 0 0,-25-24 0,25 24 16,-25 0-16,25-25 0,-25 25 0,24 0 0,-24 0 0,25 0 15,-25 0-15,25 0 0,-25 0 0,0 0 0,25 0 16,-25 0-16,0 0 0,0 0 0,25 0 0,-25 0 15,0 25-15,0-25 0,0 0 0,0 0 0,24 0 16,-24 24-16,0-24 0,0 0 0,0 0 0,25 0 0</inkml:trace>
  <inkml:trace contextRef="#ctx0" brushRef="#br0" timeOffset="47963.7434">11683 4490 0,'0'0'0,"0"0"0,0 0 15,0 0-15,0 0 0,0 0 0,0 0 0,0 0 16,0 0-16,0 0 0,0 0 0,0 0 0,0 0 15,0 0-15,0 24 0,25-24 0,-25 0 0,0 0 16,25 0-16,-25 0 0,0 0 0,24 25 0,-24-25 0,25 0 16,-25-25-16,25 25 0,-25 0 0,25 0 0,-25 0 0,25 0 15,-25 0-15,24-24 0,-24 24 0,25 0 0,-25 0 16,0-25-16,0 25 0,25 0 0,-25 0 0,0-25 15,0 25-15,0 0 0,0-25 0,0 25 0,0 0 0,0-25 16,0 25-16,-25 0 0,25-24 0,0 24 0,0 0 16,0-25-16,-25 25 0,25 0 0,0 0 0,-24 0 15,24 0-15,0 0 0,0 0 0,-25 0 0,25 0 0,0 0 16,0 0-16,-25 25 0,25-25 0,0 0 0,0 0 15,0 24-15,-25-24 0,25 0 0,0 0 0</inkml:trace>
  <inkml:trace contextRef="#ctx0" brushRef="#br0" timeOffset="48822.7925">12998 4936 0,'0'0'15,"0"0"-15,0-25 0,0 25 0,-25 0 0,25 0 16,0 0-16,0-24 0,-25 24 0,25 0 0,0 0 0,0-25 16,0 25-16,0 0 0,0-25 0,0 25 0,0 0 15,-25-25-15,25 25 0,0 0 0,25-25 0,-25 25 16,0 0-16,0 0 0,0-25 0,0 25 0,0 0 0,0 0 15,25 0-15,-25-24 0,0 24 0,0 0 0,25 0 16,-25 0-16,0 0 0,24 0 0,-24-25 0,0 25 16,25 0-16,-25 0 0,25 0 0,-25 0 0,0 25 0,25-25 15,-25 0-15,0 0 0,25 0 0,-25 24 0,0-24 16,0 25-16,0-25 0,0 0 0,24 25 0,-24-25 0,0 25 15,0-25-15,-24 25 0,24 0 0,0-25 0,0 24 16,0-24-16,0 25 0,-25-25 0,25 25 0,0-25 0,0 25 16,-25-25-16,25 25 0,0-25 0,-25 24 0,25-24 15,0 0-15,-25 25 0,25-25 0,0 0 0,0 25 16,0-25-16,-24 0 0,24 0 0,0 0 0,0 0 0,0 0 15,0 0-15,0 0 0,0 0 0,0 0 0,0 0 16,24 0-16,-24 0 0,0-25 0,25 25 0,-25 0 0,0-25 16,25 25-16,-25 0 0,25-24 0,0-1 0,-25 25 15,24-25-15,-24 25 0,25-25 0,-25 25 0,25-25 16,-25 25-16,25-24 0,-25 24 0,25-25 0,-25 25 0,0-25 15,25 25-15,-25 0 0,0 0 0,0-25 0,0 25 16,0 0-16,0 0 0,0 0 0,0 0 0,0 0 0,0 0 16,0 0-16,0 0 0,0 0 0,0 0 0,0 0 15,0 0-15,-25 25 0,25-25 0,0 25 0,0-25 16,0 0-16,-25 25 0,25-1 0,0-24 0,0 25 0,0-25 15,0 25-15,0-25 0,0 25 0,0-25 0,0 25 16,25-25-16,-25 24 0,0-24 0,0 25 0,25-25 0,-25 0 16,24 25-16,-24-25 0,25 0 0,-25 0 0,25 0 15,0 0-15,0 0 0,-1 0 0,1-25 0,0 25 0,0 0 16,-25 0-16,25-25 0,-1 25 0,1 0 0,0-24 15,-25 24-15,25 0 0,-25 0 0,25-25 0</inkml:trace>
  <inkml:trace contextRef="#ctx0" brushRef="#br0" timeOffset="49682.8417">14684 4961 0,'0'0'0,"0"0"0,0 0 0,0-25 0,0 25 0,0 0 0,-24 0 0,24-25 0,0 25 16,0 0-16,0-24 0,0 24 0,0 0 0,0 0 0,-25-25 15,25 25-15,0 0 0,0 0 0,0-25 0,0 25 16,0 0-16,0 0 0,-25-25 0,25 25 0,0 0 15,0 0-15,0 0 0,0 0 0,0 0 0,-25 0 16,25 0-16,0 0 0,0 0 0,-25 0 0,25 25 0,0-25 16,-24 0-16,24 25 0,0-25 0,-25 0 0,25 25 0,0-25 15,0 0-15,-25 24 0,25-24 0,0 25 0,0-25 16,0 0-16,0 25 0,0-25 0,0 25 0,0-25 15,0 0-15,0 25 0,0-25 0,0 24 0,25-24 0,-25 0 16,0 25-16,25-25 0,-25 0 0,0 0 0,24 25 16,-24-25-16,25 0 0,-25 0 0,0 0 0,25 0 0,-25 0 15,25 0-15,-25 0 0,0 0 0,25-25 0,-25 25 16,24 0-16,-24 0 0,25 0 0,-25-25 0,0 25 0,25 0 15,-25-24-15,0 24 0,25-25 0,-25 25 0,0 0 16,0-25-16,25 25 0,-25-25 0,0 25 0,0-25 16,0 25-16,0-24 0,0 24 0,24 0 0,-24-25 0,0 25 15,0 0-15,0 0 0,0-25 0,0 25 0,0 0 16,0 0-16,0 0 0,0 0 0,0 0 0,0 0 0,0 0 15,-24 0-15,24 0 0,0 25 0,0-25 0,0 0 16,0 25-16,0-25 0,0 24 0,-25 1 0,25-25 16,0 25-16,0 0 0,0-25 0,0 25 0,0-1 0,-25 1 15,25-25-15,0 25 0,0 0 0,0-25 0,0 25 16,0-1-16,0-24 0,0 25 0,0 0 0,0-25 0,0 25 15,0-25-15,0 25 0,0-25 0,0 0 0,0 24 16,0-24-16,0 0 0,0 25 0,0-25 0,0 0 16,0 0-16,0 0 0,0 25 0,0-25 0,0 0 0,0 0 15,0 0-15,0 0 0,0 0 0,0 0 0,25 0 16,-25 0-16,0 0 0,0 0 0,0 0 0,0 0 15,0 0-15,0 0 0,0 0 0,0 0 0,25 0 0</inkml:trace>
  <inkml:trace contextRef="#ctx0" brushRef="#br0" timeOffset="50257.8746">15056 4713 0,'0'0'15,"0"0"-15,0 0 0,0 0 0,0-25 0,0 25 16,0 0-16,0 0 0,0 0 0,0 0 0,0 0 0,0 0 16,0-25-16,0 25 0,0 0 0,0 0 0,0 0 15,0 0-15,0 0 0,0 25 0,0-25 0,0 0 16,0 0-16,0 25 0,0-25 0,-24 25 0,24-25 0,0 24 15,0-24-15,0 25 0,0 0 0,0-25 0,0 25 16,0 0-16,0-25 0,-25 25 0,25-25 0,0 24 16,0 1-16,0-25 0,0 25 0,0-25 0,0 0 0,0 25 15,0-25-15,0 0 0,25 25 0,-25-25 0,0 0 16,0 24-16,0-24 0,0 0 0,0 0 0,24 0 0,-24 0 15,0 0-15,0 0 0,25 0 0,-25 0 0,25 0 16,-25-24-16,25 24 0,-25 0 0,25 0 0,-25-25 0,24 25 16,-24-25-16,25 25 0,-25-25 0,25 25 0,-25-25 15,0 25-15,25-24 0,-25 24 0,25-25 0,-25 25 16,0-25-16,0 25 0,24-25 0,-24 25 0,0-25 0,0 25 15,0-25-15,0 25 0,0 0 0,0-24 0,0 24 16,0 0-16,-24 0 0,24-25 0,0 25 0,0 0 0,0 0 16,0 0-16,0 0 0,0 0 0,0 0 0,0 0 15,0 0-15,0 0 0,0 25 0,0-25 0,0 0 0,-25 24 16,25-24-16,0 25 0,0-25 0,0 25 0,-25-25 15,25 25-15,0-25 0,0 25 0,0-25 0,0 25 16,0-25-16,-25 24 0,25-24 0,0 25 0,0-25 0,0 0 16,25 25-16,-25-25 0,0 25 0,0-25 0,0 25 15,0-25-15,0 0 0,0 0 0,25 24 0,-25-24 16,0 0-16,0 0 0,25 0 0,-25 0 0,0 0 0,24 0 15,-24 0-15,25 0 0,-25 0 0,25 0 0,-25-24 16,25 24-16,-25 0 0,25-25 0,-25 25 0,25-25 0,-25 25 16,24 0-16,-24-25 0,25 25 0,-25-25 0</inkml:trace>
  <inkml:trace contextRef="#ctx0" brushRef="#br0" timeOffset="50660.8977">15528 4837 0,'25'-25'0,"-25"25"0,0 0 0,0-25 0,0 25 15,0-25-15,0 25 0,0 0 0,0-24 0,0 24 16,0 0-16,0-25 0,0 25 0,0 0 0,0 0 0,0-25 16,0 25-16,0 0 0,0 0 0,-25 0 0,25 0 15,0 0-15,0 0 0,0 0 0,-25 0 0,25 25 0,0-25 16,0 0-16,0 25 0,-25-25 0,25 0 0,0 24 15,-25-24-15,25 0 0,0 25 0,0-25 0,0 25 0,-24 0 16,24-25-16,0 25 0,0-25 0,0 25 0,0-25 16,0 24-16,0-24 0,0 0 0,0 25 0,0-25 15,0 25-15,0-25 0,0 0 0,0 25 0,24-25 0,-24 0 16,0 0-16,0 0 0,0 0 0,25 25 0,-25-25 15,0 0-15,25-25 0,-25 25 0,0 0 0,25 0 16,-25 0-16,0 0 0,25-25 0,-25 25 0,24 0 0,-24-25 16,25 25-16,-25-25 0,25 25 0,-25 0 0,0-24 0,25 24 15,-25-25-15,0 25 0,0-25 0,25 0 0,-25 25 16,0-25-16,0 25 0,0-25 0,0 25 0,0 0 15,0 0-15,0-24 0,0 24 0,0 0 0,0 0 0,0 0 16,0 0-16,0 24 0,0-24 0,0 0 0,0 0 16,0 25-16,-25-25 0,25 25 0,0-25 0,0 25 15,0-25-15,0 25 0,0-25 0,0 0 0,-25 25 0,25-25 16,0 24-16,0-24 0,25 0 0,-25 25 0,0-25 0,0 0 15,0 25-15,0-25 0,0 0 0,0 0 0,25 25 16,-25-25-16,0 0 0,24 0 0,-24 0 0,0 0 16,25 0-16,-25 0 0,25 0 0,-25 0 0,25-25 0,-25 25 15,25 0-15,-1 0 0,-24 0 0</inkml:trace>
  <inkml:trace contextRef="#ctx0" brushRef="#br0" timeOffset="51191.928">16644 4663 0,'0'-25'0,"0"25"15,0-24-15,0 24 0,25-25 0,-25 25 0,0-25 0,0 25 16,0-25-16,0 25 0,0 0 0,0-25 0,0 25 16,0-24-16,0 24 0,0 0 0,-25 0 0,25-25 0,0 25 15,0 0-15,0 0 0,0 0 0,-25 0 0,25 0 16,0 0-16,-25 0 0,25-25 0,-24 50 0,24-25 0,0 0 15,-25 0-15,25 0 0,-25 0 0,25 0 0,-25 0 16,25 0-16,-25 25 0,25-25 0,-24 0 0,24 0 16,0 24-16,0-24 0,-25 0 0,25 25 0,0-25 0,0 0 15,0 25-15,0-25 0,25 25 0,-25-25 0,0 25 16,0-25-16,24 24 0,-24-24 0,0 25 0,25 0 0,-25-25 15,25 25-15,-25-25 0,25 25 0,0-25 0,-25 24 16,24-24-16,1 25 0,-25 0 0,25-25 0,-25 25 0,25-25 16,-25 0-16,25 25 0,-25-25 0,0 25 0,0-25 15,24 0-15,-24 24 0,0-24 0,0 0 0,0 0 16,0 25-16,0-25 0,0 0 0,0 0 0,0 0 0,0 0 15,0 0-15,-24 25 0,24-25 0,0 0 0,0 0 16,-25 0-16,25 0 0,0 0 0,-25 0 0,25 0 16,-25 0-16,25 0 0,-25 0 0,25 0 0,-24 0 0,24 0 15,0 0-15,-25 0 0,25-25 0,0 25 0,-25 0 16,25 0-16,0 0 0,0 0 0,0 0 0,0 0 0,0 0 15,0 0-15,0 0 0,0-25 0,0 25 0,0 0 16,0 0-16,0 0 0,0 0 0,0 0 0,25 0 0,-25 0 16,0 0-16,25 0 0,-25 0 0</inkml:trace>
  <inkml:trace contextRef="#ctx0" brushRef="#br0" timeOffset="53312.0493">12353 5953 0,'0'0'0,"0"0"16,0 0-16,0 0 0,0 0 0,0-25 0,0 25 15,0 0-15,0 0 0,0 0 0,0 0 0,0-24 16,0 24-16,0 0 0,0 0 0,0 0 0,0 0 0,0-25 15,0 25-15,0 0 0,0 0 0,0 0 0,0 0 16,0 0-16,0 0 0,0 0 0,0 0 0,-25 0 0,25 0 16,0 0-16,0 0 0,0 25 0,0-25 0,0 0 15,0 24-15,0-24 0,0 0 0,0 25 0,0-25 0,-25 25 16,25 0-16,0-25 0,0 25 0,0-1 0,0-24 15,-25 25-15,25 0 0,0 0 0,0-25 0,0 25 16,0-1-16,0-24 0,0 25 0,0 0 0,-24-25 0,24 25 16,0-25-16,0 25 0,0-25 0,0 0 0,0 24 15,0-24-15,0 25 0,0-25 0,0 0 0,0 25 16,0-25-16,0 0 0,0 25 0,0-25 0,0 0 0,0 0 15,0 0-15,-25 0 0,25 25 0,0-25 0,0 0 16,0 0-16,0 0 0,0 0 0,0 0 0,0 0 0,25 0 16,-25 0-16,0-25 0,0 25 0,0 0 0,0 0 15,0-25-15,24 25 0,-24-25 0</inkml:trace>
  <inkml:trace contextRef="#ctx0" brushRef="#br0" timeOffset="53825.0786">12402 5928 0,'0'0'16,"0"0"-16,0-24 0,0 24 0,0 0 0,0 0 0,0 0 16,0-25-16,0 25 0,0 0 0,0 0 0,25 0 15,-25 0-15,0 0 0,0 0 0,25-25 0,-25 25 0,0 0 16,25 0-16,-25 0 0,0 0 0,25 0 0,-25 25 15,0-25-15,24 0 0,-24 0 0,0 25 0,0-25 16,0 24-16,25-24 0,-25 0 0,0 25 0,0-25 0,0 25 16,-25-25-16,25 25 0,0-25 0,0 25 0,0-1 15,-24-24-15,24 25 0,0-25 0,-25 0 0,25 25 0,0-25 16,-25 25-16,25-25 0,0 0 0,-25 25 0,25-25 15,0 0-15,0 24 0,-25-24 0,25 0 0,0 0 16,0 0-16,0 0 0,0 25 0,0-25 0,-24 0 0,24 0 16,0 0-16,24 0 0,-24 0 0,0 0 0,0 0 15,0 0-15,0 0 0,0 0 0,25 0 0,-25 0 0,0 25 16,0-25-16,25 0 0,-25 0 0,0 0 0,25 0 0,-25 25 15,0-25-15,25 0 0,-25 25 0,0-25 16,0 24-16,24-24 0,-24 0 0,0 25 0,0-25 0,25 25 16,-25-25-16,0 25 0,0-25 0,0 0 0,0 25 0,0-25 15,0 0-15,0 24 0,0-24 0,-25 0 0,25 25 16,0-25-16,0 0 0,0 0 0,-24 0 0,24 0 0,0 25 15,-25-25-15,25 0 0,0 0 0,0 0 0,-25 0 16,25 0-16,0 0 0,-25 0 0,25 0 0,0 0 16,-25 0-16,25 0 0,0 0 0,0 0 0,0-25 15,-24 25-15,24 0 0,0 0 0,0 0 0,0-25 0,0 25 16,0 0-16,0 0 0,0 0 0,24 0 0,-24-24 15,0 24-15,0 0 0,0 0 0,0 0 0,25 0 16,-25 0-16,0-25 0,25 25 0</inkml:trace>
  <inkml:trace contextRef="#ctx0" brushRef="#br0" timeOffset="54517.1182">12849 6251 0,'0'-25'0,"0"25"16,0-25-16,0 25 0,0 0 0,-25-25 0,25 25 0,0 0 15,0-24-15,-25 24 0,25 0 0,0 0 0,-25 0 16,25-25-16,0 25 0,0 0 0,-24 0 0,24 0 16,0 0-16,-25 0 0,25 25 0,0-25 0,-25 0 15,25 0-15,0 24 0,-25-24 0,25 25 0,0-25 0,0 25 16,-25-25-16,25 25 0,0-25 0,0 0 0,0 25 0,0-1 15,0-24-15,0 0 0,0 25 0,0-25 0,0 25 16,0-25-16,0 25 0,0-25 0,0 0 0,0 25 0,0-25 16,0 0-16,0 0 0,25 24 0,-25-24 0,0 0 15,0 0-15,0 0 0,25 0 0,-25 0 0,0 0 16,25 0-16,-25 0 0,0 0 0,25 0 0,-25 0 0,0 0 15,24 0-15,-24 0 0,0-24 0,25 24 0,-25 0 16,0-25-16,25 25 0,-25 0 0,0-25 0,0 25 0,25-25 16,-25 25-16,0-25 0,25 25 0,-25-24 0,0 24 15,0 0-15,0-25 0,24 25 0,-24-25 0,0 25 0,0-25 16,0 25-16,0 0 0,0-25 0,0 25 0,0 0 15,0 0-15,0 0 0,0-24 0,0 24 0,0 0 16,0 0-16,0 0 0,0 0 0,0 0 0,0 24 0,0-24 16,0 0-16,0 0 0,0 25 0,-24-25 0,24 0 15,0 25-15,0-25 0,0 25 0,0-25 0,0 25 16,0-25-16,0 24 0,0 1 0,0-25 0,0 25 0,0-25 15,0 25-15,0-25 0,0 25 0,0-25 0,0 0 16,0 24-16,0-24 0,0 0 0,0 25 0,0-25 0,24 0 16,-24 0-16,0 0 0,0 25 0,0-25 0,0 0 15,25 0-15,-25 0 0,0-25 0,0 25 0,25 0 0,-25 0 16,0 0-16,25-25 0,-25 25 0,0 0 0,25 0 15,-25-24-15,0 24 0,0-25 0,24 25 0,-24 0 16,0-25-16,0 25 0,0-25 0,25 25 0,-25 0 0,0-25 16,0 25-16,0-24 0,25 24 0,-25 0 0,0-25 15,0 25-15,0 0 0,0 0 0,0 0 0,0-25 0,0 25 16,0 0-16,0 25 0,0-25 0,0 0 0,0 0 15,0 25-15,-25-25 0,25 0 0,0 24 0,0-24 0,0 25 16,0-25-16,0 25 0,0-25 0,0 25 0,0-25 16,0 0-16,-25 25 0,25-25 0,0 0 0,0 24 15,0-24-15,25 0 0,-25 0 0,0 25 0,0-25 0,0 0 16,0 0-16,0 0 0,0 0 0,0 0 0,0-25 15,0 25-15,0 0 0,0 0 0,25-24 0</inkml:trace>
  <inkml:trace contextRef="#ctx0" brushRef="#br0" timeOffset="54701.1287">13047 5978 0,'-25'0'16,"25"0"-16,0 0 0,0 0 0,0 0 0,0 0 15,0 0-15,0 0 0,0 0 0,0 0 0,0 0 0,0 0 16,0-25-16,25 25 0,-25 0 0,25 0 0,-25 0 15,25 0-15,0 0 0,-25 0 0,24 0 0,1 0 16,0 0-16,-25 0 0,25 0 0,0 0 0,0 0 0,-25 0 16,24 0-16,1 0 0,-25 0 0</inkml:trace>
  <inkml:trace contextRef="#ctx0" brushRef="#br0" timeOffset="55313.1638">13990 6474 0,'0'0'0,"-25"0"15,25 0-15,0 0 0,0 0 0,0 0 0,0-25 0,0 25 16,-25 0-16,25 0 0,25 0 0,-25 0 0,0-25 15,0 25-15,0 0 0,25 0 0,-25-24 0,0 24 16,25 0-16,-25-25 0,24 25 0,-24 0 0,25-25 0,0 25 16,0 0-16,-25-25 0,25 25 0,-1-25 0,1 25 0,0 0 15,0-24-15,0-1 0,-1 25 0,-24-25 0,25 0 16,0 25-16,0-25 0,0 1 0,0 24 0,-25-25 16,24 0-16,-24 0 0,25 25 0,-25-25 0,25 1 0,-25 24 15,0-25-15,0 25 0,0-25 0,0 25 0,0-25 16,0 25-16,0 0 0,0-25 0,-25 25 0,25-24 15,0 24-15,0 0 0,-25 0 0,25 0 0,0-25 0,-24 25 16,24 0-16,0 0 0,-25 0 0,25 0 0,0 0 16,-25 0-16,25 0 0,0 0 0,-25 0 0,25 0 15,0 0-15,-25 0 0,25 25 0,0-25 0,0 0 0,-25 0 16,25 24-16,0-24 0,0 0 0,0 25 0,-24-25 15,24 25-15,0-25 0,0 25 0,0 0 0,-25-25 0,25 24 16,0 1-16,0 0 0,0-25 0,0 25 0,0 0 16,0-1-16,0 1 0,0-25 0,0 25 0,0 0 0,0 0 15,0-25-15,0 24 0,0 1 0,0 0 0,0-25 0,0 25 16,0 0-16,0-25 0,0 24 0,0-24 0,0 25 15,0-25-15,0 25 0,0-25 0,0 25 0,0-25 16,0 0-16,0 0 0,0 25 0,0-25 0,25 0 16,-25 0-16,0 24 0,0-24 0,24 0 0,-24 0 0,25-24 15,-25 24-15,25 0 0,-25 0 0,25 0 0</inkml:trace>
  <inkml:trace contextRef="#ctx0" brushRef="#br0" timeOffset="55849.1944">14635 6375 0,'0'0'0,"0"-25"0,0 25 16,0 0-16,0 0 0,0-25 0,0 25 0,-25 0 15,25 0-15,0-25 0,0 25 0,0 0 0,-25 0 0,25-24 16,0 24-16,0 0 0,0 0 0,0 0 0,0-25 16,0 25-16,-25 0 0,25 0 0,0 0 0,0 0 0,0 0 15,0 0-15,-24 0 0,24 0 0,0 0 0,0 0 0,-25 25 16,25-25-16,-25 0 0,25 0 0,0 24 0,-25-24 15,25 25-15,0-25 0,-25 25 0,25-25 0,0 25 16,-24-25-16,24 0 0,0 25 0,0-25 0,0 24 0,0-24 16,0 25-16,0-25 0,0 25 0,0-25 0,0 0 15,0 25-15,0-25 0,0 25 0,24-25 0,-24 0 16,0 24-16,0-24 0,25 0 0,-25 0 0,0 25 0,0-25 15,25 0-15,-25 0 0,0 0 0,25 0 0,-25 0 16,0 0-16,25 0 0,-25-25 0,24 25 0,-24 0 0,0 0 16,25 0-16,-25-24 0,25 24 0,-25-25 0,0 25 15,25 0-15,-25-25 0,0 25 0,25-25 0,-25 25 0,0-25 16,0 25-16,24 0 0,-24-24 0,0 24 0,0-25 15,0 25-15,0-25 0,0 25 0,0 0 0,0-25 0,0 25 16,0 0-16,0 0 0,0-25 0,0 25 0,0 0 16,0 0-16,0 0 0,0 0 0,0 0 0,0 0 15,0 0-15,0 0 0,-24 0 0,24 0 0,0 0 0,0 25 16,0-25-16,0 0 0,0 25 0,-25-25 0,25 25 15,0-25-15,0 0 0,0 25 0,0-25 0,0 24 0,0-24 16,0 25-16,-25-25 0,25 25 0,0-25 0,0 0 16,0 25-16,0-25 0,25 0 0,-25 25 0,0-25 15,0 0-15,0 24 0,0-24 0,0 0 0,25 0 0,-25 0 16,0 25-16,0-25 0,24 0 0,-24 0 0,0 0 15,0 0-15,25-25 0,-25 25 0,25 0 0,-25 0 16,25 0-16,-25-24 0,0 24 0,25 0 0,-25-25 0,24 25 16,-24 0-16,0-25 0,25 25 0,-25-25 0,0 25 15,0-25-15</inkml:trace>
  <inkml:trace contextRef="#ctx0" brushRef="#br0" timeOffset="56425.2274">14883 6300 0,'0'0'0,"0"-24"0,25 24 0,-25 0 0,0 0 16,0 0-16,0 0 0,0 0 0,0 0 0,-25 24 16,25-24-16,0 0 0,0 0 0,0 25 0,0-25 15,0 0-15,0 25 0,0-25 0,0 25 0,0-25 0,0 0 16,0 25-16,0-25 0,0 24 0,0-24 0,0 25 15,-25-25-15,25 0 0,0 25 0,0-25 0,0 25 0,0-25 16,0 0-16,0 0 0,0 25 0,0-25 0,0 0 16,0 0-16,0 0 0,0 24 0,0-24 0,0 0 0,0 0 15,0 0-15,0 0 0,0 0 0,0 0 0,0 0 16,0 0-16,0 0 0,0-24 0,0 24 0,0 0 15,0 0-15,0-25 0,0 25 0,0 0 0,0-25 0,0 25 16,0-25-16,0 25 0,0-25 0,25 25 0,-25-24 16,0 24-16,0-25 0,0 25 0,0-25 0,25 25 0,-25-25 15,0 25-15,24 0 0,-24 0 0,0-25 0,0 25 16,25 0-16,-25 0 0,0 0 0,25 0 0,-25 0 15,0 0-15,0 25 0,25-25 0,-25 0 0,0 0 0,0 25 16,25-25-16,-25 0 0,0 25 0,0-25 0,0 0 16,24 25-16,-24-25 0,0 0 0,0 24 0,0-24 0,0 25 15,0-25-15,0 0 0,0 25 0,0-25 0,0 0 16,0 25-16,0-25 0,0 0 0,0 25 0,0-25 0,0 0 15,0 0-15,0 0 0,0 0 0,0 24 0,0-24 16,0 0-16,0 0 0,0 0 0,0 0 0,0 0 16,0 0-16,0 0 0,0 0 0,0 0 0,0-24 0,0 24 15,25 0-15,-25 0 0,0-25 0,0 25 0,0 0 16,25-25-16,-25 25 0,0-25 0,25 25 0,-25-25 15,25 25-15,-25 0 0,0-24 0,24 24 0,-24-25 0,0 25 16,25 0-16,-25 0 0,0-25 0,25 25 0,-25 0 16,0 0-16,0 0 0,0 0 0,25 0 0,-25 0 0,0 0 15,0 0-15,0 0 0,0 0 0,0 25 0,0-25 16,0 0-16,0 25 0,0-25 0,0 24 0,0-24 0,0 0 15,0 25-15,0-25 0,0 25 0,-25-25 0,25 25 16,0-25-16,0 0 0,0 25 0,0-25 0,-25 0 16,25 24-16,0-24 0,0 0 0,0 25 0,0-25 0,0 0 15,0 0-15,0 0 0,0 0 0,0 0 0,0 0 0,0 0 16,0 0-16,0 0 0,0 0 0,0-25 0,0 25 15</inkml:trace>
  <inkml:trace contextRef="#ctx0" brushRef="#br0" timeOffset="56652.2403">15007 5978 0,'0'0'0,"0"0"0,0 0 0,0 0 0,0 0 16,0 0-16,0 0 0,0 0 0,0 0 0,25 0 15,-25 0-15,0 0 0,24 0 0,-24 0 0,25 0 0,0 0 16,0 0-16,-25 0 0,25 0 0,-1 0 0,1 0 16,0 0-16,0 0 0,0 0 0,-1 0 0,-24 0 15,25 25-15,0-25 0,0 0 0,-25 0 0,25 0 0,-25 0 16,25 0-16,-25 0 0,24 25 0</inkml:trace>
  <inkml:trace contextRef="#ctx0" brushRef="#br0" timeOffset="58410.3409">2555 7789 0,'0'0'0,"0"0"0,0 0 0,0 0 0,0 0 0,0 0 16,0 0-16,0 0 0,0 0 0,0 0 0,0 0 16,0 0-16,0 0 0,0 0 0,0 0 0,0 0 0,0 0 15,0 0-15,0 0 0,0 0 0,0 0 0,0 0 0,0 0 16,0 0-16,0 0 0,0 0 0,0 0 0,0 0 15,0 0-15,0 0 0,0 0 0,0 0 0,0 0 0,0 0 16,0 0-16,0 0 0,0 0 0,0 0 0,0 0 16,0 0-16,0 0 0,0 0 0,0 0 0,0 0 15,0 0-15,0 0 0,0 0 0,0 0 0,0 0 0,0 0 16,0 0-16,0 0 0,0 0 0,0 0 0,0 0 15,0 0-15,0 0 0,0 0 0,0 0 0,0 0 0,0 0 16,0 0-16,0 0 0,0 0 0,0 0 0,0 0 16,0 0-16,0 0 0,0 0 0,0 0 0,0 0 0,0 0 15,0 0-15,0 0 0,0 0 0,0 0 0,0 0 0,0 0 16,0 0-16,0 0 0,0 0 0,0 0 0,0 0 15,0 0-15,0 0 0,0 0 0,0 0 0,0 0 16,0 0-16,25 0 0,-25 0 0,0 0 0,0 0 0,0 0 16,24 0-16,-24 0 0,0 0 0,25 0 0,-25 0 0,25 0 15,-25 0-15,25 0 0,-25 0 0,0 0 0,25 0 16,-25-25-16,0 25 0,25 0 0,-25 0 0,0 0 15,24 0-15,-24 0 0,0 0 0,0 0 0,0 0 0,0 0 16,0 0-16,0 0 0,0 0 0,0 0 0,0 25 16,0-25-16,0 0 0</inkml:trace>
  <inkml:trace contextRef="#ctx0" brushRef="#br0" timeOffset="58705.3578">2704 7640 0,'0'0'0,"0"0"0,0 0 0,0 0 15,0 0-15,0 0 0,0 0 0,0 0 0,0 0 0,0 0 16,0 0-16,0 0 0,0 0 0,0 0 0,0 0 15,0 0-15,0 0 0,0 0 0,0 25 0,-25-25 16,25 0-16,0 24 0,0-24 0,0 25 0,0-25 0,0 25 16,0 0-16,0-25 0,0 25 0,0-25 0,-25 24 0,25 1 15,0-25-15,0 25 0,0-25 0,0 25 0,0-25 16,0 25-16,0-25 0,0 0 0,0 24 0,0-24 15,0 0-15,0 0 0,0 25 0,0-25 0,0 0 0,0 0 16,25 0-16</inkml:trace>
  <inkml:trace contextRef="#ctx0" brushRef="#br0" timeOffset="59096.3801">2902 7541 0,'0'0'0,"0"0"0,0 0 0,0 0 0,0 0 16,0 0-16,0 0 0,0 0 0,0 0 0,0 0 16,0 0-16,0 0 0,0 0 0,0 0 0,0 0 0,0 0 15,0 0-15,0 0 0,0 0 0,0 0 0,0 0 0,25 0 16,-25 0-16,0 24 0,0-24 0,0 0 0,25 0 15,-25 25-15,0-25 0,25 0 0,-25 25 0,0-25 16,24 0-16,-24 25 0,0-25 0,25 25 0,-25-25 16,0 0-16,25 24 0,-25-24 0,0 0 0,0 25 0,25-25 15,-25 25-15,0-25 0,0 25 0,25-25 0,-25 25 0,0-25 16,0 24-16,0-24 0,0 0 0,0 25 0,0-25 15,0 25-15,0-25 0,0 0 0,0 25 0,0-25 0,0 0 16,-25 25 15,25-25-31,0 0 0,-25 24 0,25-24 0,0 0 0,-25 25 0,25-25 0,-25 0 0,25 25 0,-24-25 0,24 0 0,0 0 0,-25 25 0,25-25 0,-25 0 16,25 0-16,0 0 0,0 0 0,-25 25 0,25-25 0,0 0 15,0 0-15,0 0 0,0 0 0,0 0 0,0-25 0,0 25 16,25 0-16</inkml:trace>
  <inkml:trace contextRef="#ctx0" brushRef="#br0" timeOffset="60233.4452">4862 7441 0,'0'0'0,"0"-24"16,0 24-16,0 0 0,-25 0 0,25 0 0,0-25 0,0 25 15,0 0-15,0 0 0,-25 0 0,25 0 0,0-25 16,0 25-16,0 0 0,0 0 0,0 0 0,-25 0 16,25 0-16,0-25 0,0 25 0,0 0 0,0 0 0,0 0 15,0 0-15,0 0 0,0 0 0,0 0 0,-25 0 16,25 0-16,0 0 0,0 0 0,0 0 0,0 0 15,0 0-15,0 25 0,-24-25 0,24 0 0,0 0 0,0 0 16,0 0-16,-25 0 0,25 0 0,0 25 0,-25-25 16,25 0-16,0 25 0,-25-25 0,25 24 0,-25-24 0,25 25 15,-24 0-15,24 0 0,0-25 0,0 25 0,-25-1 16,25 1-16,0-25 0,0 25 0,0 0 0,-25 0 0,25-25 15,0 24-15,0 1 0,0 0 0,0-25 0,0 25 16,25 0-16,-25-25 0,0 24 0,0-24 0,0 25 16,0-25-16,25 0 0,-25 25 0,0-25 0,0 0 0,24 25 15,-24-25 126,174-50-141,-174 50 0,0 0 0,25 0 0,-25 0 0,0-25 0,0 25 0,0 0 0,0 0 15,0 0-15,0-24 0,0 24 0,25 0 0,-25-25 0,0 25 0,0 0 0,0-25 0,0 25 0,0 0 0,0 0 0,0 0 0,0-25 0,0 25 0,0 0 0,0 0 0,0 0 0,0 0 0,0 0 0,0 0 0,0 0 0,0 25 0,0-25 0,0 0 0,0 0 0,0 25 0,0-25 16,0 25-16,0-25 0,0 24 0,0 1 0,0-25 0,0 25 0,0 0 0,0-25 0,0 25 15,0-25-15,0 24 0,0-24 0,0 25 0,0-25 16,0 0-16,0 25 0,0-25 0,0 0 0,0 25 16,0-25-16,0 0 0,0 0 0,0 0 0,0 0 0,0 0 15,0 0-15,0 0 0,0 0 0,0 0 0,0 0 16,0 0-16</inkml:trace>
  <inkml:trace contextRef="#ctx0" brushRef="#br0" timeOffset="60423.456">4812 7689 0,'-25'0'0,"25"0"0,0 0 15,0 0-15,0 0 0,0 0 0,0 0 0,0 0 16,0 0-16,0 0 0,0 0 0,0 0 0,25 0 0,-25 0 16,0 0-16,25 0 0,-25 0 0,25 0 0,-25 0 15,25 0-15,-1 0 0,-24 0 0,25 0 0,0 0 16,-25-24-16,25 24 0,0 0 0,-1 0 0,-24 0 0,25 0 15,0 0-15,-25 0 0,25-25 0,-25 25 0,25 0 16,-25 0-16,24-25 0</inkml:trace>
  <inkml:trace contextRef="#ctx0" brushRef="#br0" timeOffset="61050.4919">5358 7243 0,'0'-25'0,"0"25"16,0 0-16,0 0 0,0 0 0,0 0 0,-25 0 15,25 0-15,0 0 0,0-25 0,0 25 0,0 0 0,0 0 16,0 0-16,0 0 0,0 0 0,0 25 0,0-25 16,0 0-16,0 0 0,-25 0 0,25 0 0,0 25 0,0-25 15,0 25-15,0-25 0,-25 25 0,25-25 0,0 24 16,0 1-16,-24 0 0,24-25 0,0 25 0,0 0 15,-25-1-15,25 1 0,0 0 0,-25 0 0,25 0 0,0-25 16,0 24-16,-25 1 0,25 0 0,0 0 0,0 0 16,-25-1-16,25-24 0,0 25 0,0 0 0,0 0 15,-24-25-15,24 25 0,0-1 0,0-24 0,0 25 0,0-25 16,0 25-16,0-25 0,0 25 0,0-25 0,0 0 15,-25 25-15,25-25 0,0 0 0,0 0 0,0 24 0,0-24 16,0 0-16,0 0 0,0 0 0,0 0 0,0 0 16,0 0-16,0 0 0,0 0 0,0 0 0,0 0 0,0 0 15,0 25-15,0-25 0,0 0 0,0 0 0,0 0 16,0-25-16,0 25 0,0 0 0,0 0 0,25 0 15,-25 0-15,0 0 0,0-24 0,0 24 0,24 0 0,-24-25 16,0 25-16,25 0 0,-25-25 0</inkml:trace>
  <inkml:trace contextRef="#ctx0" brushRef="#br0" timeOffset="61985.5454">5606 7491 0,'0'0'0,"0"0"0,0-25 16,-25 25-16,25 0 0,0 0 0,0 0 0,0 0 16,-25 0-16,25 0 0,0 0 0,0 0 0,0 0 0,-25 0 15,25 0-15,0 0 0,0 0 0,0 0 0,0 0 16,0 0-16,0 0 0,0 0 0,-24 0 0,24 0 15,0 25-15,0-25 0,0 0 0,0 0 0,0 0 0,0 25 16,0-25-16,0 0 0,0 25 0,0-25 0,0 0 16,0 24-16,0-24 0,0 25 0,0-25 0,24 25 0,-24 0 15,0-25-15,0 25 0,0-25 0,25 24 0,-25 1 16,0-25-16,25 25 0,-25-25 0,0 25 0,0-25 15,25 25-15,-25-25 0,0 24 0,25-24 0,-25 25 0,0-25 16,0 0-16,24 25 0,-24-25 0,0 0 0,0 25 16,0-25-16,0 0 0,0 0 0,0 25 0,0-25 0,0 0 15,0 0-15,0 0 0,0 0 0,0 0 0,0 0 16,0 24-16,0-24 0,0 0 0,-24 0 0,24 0 15,0 0-15,0 0 0,0 0 0,-25 0 0,25 0 0,0 0 16,0 0-16,0 0 0,-25 0 0,25 0 0,0 0 16,0 0-16,0 0 0,0-24 0,0 24 0,0 0 0,0 0 15,25-25-15,-25 25 0,0-25 0,0 25 0,0 0 16,25-25-16,-25 25 0,0-25 0,24 25 0,-24-24 15,25 24-15,-25-25 0,25 25 0,-25-25 0,25 25 0,-25 0 16,25-25-16,-25 25 0,24 0 0,-24-25 0,25 25 16,-25 0-16,25 0 0,-25 0 0,0 0 0,25 0 0,-25 0 15,0-24-15,25 24 0,-25 0 0,0 0 0,0 24 16,0-24-16,0 0 0,0 0 0,0 0 0,25 0 0,-25 0 15,0 0-15,0 25 0,0-25 0,0 0 0,0 25 16,-25-25-16,25 0 0,0 25 0,0-25 0,0 25 0,0-25 16,0 24-16,0-24 0,0 25 0,0-25 0,0 25 15,0-25-15,0 25 0,0-25 0,0 0 0,0 25 16,0-25-16,0 24 0,0-24 0,0 0 0,0 25 0,0-25 15,0 0-15,0 0 0,25 25 0,-25-25 0,0 0 16,0 0-16,24 0 0,-24 0 0,0 0 0,0 0 16,25 0-16,-25 0 0,0 0 0,25 0 0,-25 0 0,0 0 15,25-25-15,-25 25 0,25 0 0,-25 0 0,0-25 16,24 25-16,-24-24 0,0 24 0,25 0 0,-25-25 0,0 25 15,25-25-15,-25 25 0,0-25 0,0 25 0,25-25 16,-25 25-16,0-24 0,0 24 0,25-25 0,-25 25 0,0-25 16,0 25-16,0 0 0,0 0 0,0-25 0,0 25 15,0 0-15,0 0 0,0 0 0,0 0 0,0 0 16,0 0-16,0 25 0,0-25 0,0 0 0,0 25 0,0-25 15,0 0-15,0 25 0,-25-25 0,25 24 0,0-24 0,0 25 16,0-25-16,0 25 0,0-25 0,0 0 0,0 25 16,0-25-16,0 25 0,0-25 0,0 0 0,0 24 15,0-24-15,0 0 0,0 0 0,0 25 0,0-25 0,0 0 16,0 0-16,0 0 0,0 0 0,0 0 0,0 0 15,25 0-15,-25 0 0,0 0 0,0 0 0,0-25 16,0 25-16,24 0 0,-24 0 0</inkml:trace>
  <inkml:trace contextRef="#ctx0" brushRef="#br0" timeOffset="62233.5596">6276 7317 0,'0'0'0,"24"0"0,-24 0 16,0 0-16,0 0 0,25 0 0,-25 0 0,0 0 16,25 0-16,-25 0 0,0 25 0,25-25 0,-25 0 0,0 0 15,0 25-15,0-25 0,0 0 0,25 25 0,-25-25 16,0 0-16,0 25 0,-25-25 0,25 0 0,0 24 15,0-24-15,0 0 0,0 0 0,-25 25 0,25-25 0,0 0 16,-25 0-16,25 0 0,0 0 0,-25 25 0,25-25 16,0 0-16,-24 0 0</inkml:trace>
  <inkml:trace contextRef="#ctx0" brushRef="#br0" timeOffset="62447.5718">6375 7169 0,'0'0'0,"25"0"15,-25 0-15,0 0 0,24 0 0,-24 0 0,0 0 0,25 0 16,-25 0-16,0 0 0,25 24 0,-25-24 0,0 0 16,25 0-16,-25 0 0,0 25 0,0-25 0,25 0 15,-25 0-15,0 25 0,0-25 0,0 25 0,0-25 0,0 25 16,-25-25-16,25 0 0,-25 24 0,25-24 0,-25 25 15,25 0-15,-25-25 0,1 25 0,24-25 0,-25 25 0,0-25 16</inkml:trace>
  <inkml:trace contextRef="#ctx0" brushRef="#br0" timeOffset="63155.6123">7590 7813 0,'0'0'0,"0"0"0,0-24 0,0 24 16,-25-25-16,25 25 0,0 0 0,0-25 0,0 25 0,25-25 15,-25 25-15,0-25 0,0 25 0,0 0 0,0-24 16,0 24-16,25 0 0,-25 0 0,0-25 0,0 25 16,25 0-16,-25 0 0,0 0 0,25 0 0,-25 0 0,0 0 15,0 0-15,24 0 0,-24 0 0,0 25 0,0-25 16,25 0-16,-25 24 0,0-24 0,0 0 0,0 25 0,0-25 15,0 25-15,0 0 0,0-25 0,0 25 0,-25-25 16,25 24-16,0-24 0,0 25 0,0-25 0,0 25 16,0-25-16,-24 0 0,24 25 0,0-25 0,0 25 0,-25-25 15,25 0-15,0 24 0,0-24 0,-25 0 0,25 25 47,0-25-47,0 0 0,0 0 0,0 0 0,-25 0 0,25 0 0,0 0 0,0 0 0,0 0 0,0 0 0,0 0 0,0 0 0,25 0 0,-25 0 0,0 0 0,0-25 16,25 25-16,-25 0 0,0-24 0,25 24 0,-25-25 0,24 25 15,-24-25-15,0 25 0,25-25 0,-25 25 0,25-25 16,-25 1-16,25 24 0,-25-25 0,0 25 0,25-25 0,-25 25 15,24-25-15,-24 25 0,0-25 0,0 25 0,25-24 16,-25 24-16,0 0 0,0-25 0,0 25 0,0 0 0,0 0 16,0 0-16,0 0 0,0 0 0,0 0 0,0 0 15,0 0-15,0 0 0,0 0 0,0 0 0,0 25 16,0-25-16,0 24 0,0-24 0,0 25 0,0-25 0,-25 25 15,25-25-15,0 25 0,0 0 0,0-25 0,0 24 16,0-24-16,0 25 0,0 0 0,0-25 0,0 25 0,0-25 16,0 25-16,0-25 0,0 24 0,0-24 0,0 25 15,0-25-15,25 0 0,-25 25 0,0-25 0,25 0 16,-25 25-16,25-25 0,0 0 0,-25 0 0,24 0 0,1 0 15,0 0-15,0 0 0,-25-25 0,25 25 0,0 0 16,-1 0-16,1-25 0,-25 25 0</inkml:trace>
  <inkml:trace contextRef="#ctx0" brushRef="#br0" timeOffset="63373.6248">8558 7615 0,'0'0'16,"0"0"-16,0 0 0,0 0 0,0 0 0,0 0 0,0 0 15,0 0-15,24 0 0,-24 0 0,0 0 0,0 0 16,25 0-16,-25 0 0,0 0 0,25 0 0,-25 0 0,25 0 16,-25 0-16,25 25 0,-25-25 0,24 0 0,-24 0 15,25 0-15,-25 0 0,25 0 0,-25 25 0,25-25 16,-25 0-16,25 0 0,-25 0 0,0 0 0,24 24 0,-24-24 15,0 0-15,0 0 0,0 25 0</inkml:trace>
  <inkml:trace contextRef="#ctx0" brushRef="#br0" timeOffset="63582.6367">8458 7937 0,'0'0'0,"0"0"0,0 0 0,0 0 0,0 0 0,0 0 0,0 0 0,0 0 0,25 0 0,-25 0 0,0 0 0,25 0 0,-25 0 0,25 0 0,-25 0 0,25 0 0,-25 0 0,24 0 0,1 0 0,-25 0 0,25 0 0,0 0 0,0 0 0,-1 0 0,1 0 0,-25 0 0,25 0 0,0 25 0,0-25 0,-1 0 0,1 0 0,0 0 0,0 0 16,0 0-16,-1 0 0,1 25 0,0-25 0,0 0 15,-25 0-15,25 0 0,0 0 0,-1 0 0,-24 0 0</inkml:trace>
  <inkml:trace contextRef="#ctx0" brushRef="#br0" timeOffset="64077.6651">10145 7615 0,'0'-25'16,"-25"25"-16,25 0 0,0 0 0,0 0 0,0-25 0,0 25 15,0 0-15,-24-24 0,24 24 0,0 0 0,0 0 16,0-25-16,0 25 0,-25 0 0,25 0 0,0 0 15,0 0-15,0 0 0,-25-25 0,25 25 0,0 0 0,0 0 16,-25 0-16,25 25 0,0-25 0,-25 0 0,25 0 16,0 0-16,-25 0 0,25 25 0,0-25 0,-24 24 0,24-24 15,0 25-15,-25-25 0,25 25 0,0 0 0,0-25 16,0 25-16,0-1 0,-25-24 0,25 25 0,0 0 15,0 0-15,0-25 0,0 25 0,0-1 0,0-24 0,0 25 16,0 0-16,0-25 0,0 25 0,25-25 0,-25 25 16,0-25-16,0 24 0,25-24 0,-25 0 0,0 25 0,0-25 15,24 0-15,-24 0 0,25 25 0,-25-25 0,0 0 16,25 0-16,0 0 0,-25 0 0,25 0 0,-25 0 0,25 0 15,-1-25-15,-24 25 0,25 0 0</inkml:trace>
  <inkml:trace contextRef="#ctx0" brushRef="#br0" timeOffset="64411.6842">10269 8037 0,'-25'0'0,"25"25"0,0-25 0,0 0 16,0 0-16,0 0 0,0 0 0,0 0 0,0 0 15,0 0-15,0 0 0,0 0 0,0-25 0,0 25 16,25 0-16,-25 0 0,0 0 0,0-25 0,25 25 0,-25 0 15,0 0-15,25-25 0,-25 25 0,0 0 0,25-25 16,-25 25-16,0-25 0,24 25 0,-24 0 0,0-24 16,25 24-16,-25-25 0,0 25 0,25-25 0,-25 25 0,0-25 15,25 25-15,-25-25 0,0 25 0,0 0 0,0-24 16,0 24-16,25 0 0,-25-25 0,0 25 0,0 0 0,0 0 15,0 0-15,0 0 0,0 0 0,0 25 0,0-25 16,0 0-16,0 0 0,0 24 0,0-24 0,0 0 0,0 25 16,0-25-16,-25 25 0,25-25 0,0 25 0,0-25 15,0 25-15,0-25 0,0 24 0,0 1 0,0-25 16,0 25-16,0-25 0,-25 25 0,25-25 0,0 0 0,0 25 15,0-25-15,0 25 0,0-25 0,0 0 0,-25 24 16,25-24-16,0 0 0,0 0 0,0 0 0,0 0 0,0 0 16</inkml:trace>
  <inkml:trace contextRef="#ctx0" brushRef="#br0" timeOffset="66048.7778">11038 7590 0,'0'0'0,"0"0"0,0-25 15,0 25-15,0 0 0,0 0 0,0 0 0,0 0 16,0 0-16,0 0 0,0 0 0,0 0 0,0 0 0,0 0 15,0 0-15,0 0 0,0 0 0,0 0 0,0 0 16,0 0-16,0 0 0,0 0 0,0 0 0,0 0 16,0 0-16,0 0 0,0 0 0,0 0 0,0 0 0,0 0 15,0 0-15,0 0 0,0 0 0,0 0 0,0 0 16,0 0 62,0 0-78,0 0 0,0 0 0,0 0 0,0 0 0,0 0 0,0 0 0,0 0 0,0 0 0,0 0 0,0 0 0,0 0 0,0 0 0,0 0 0,0 0 0,0 0 0,0 0 0,0 0 0,0 0 0,0 0 0,0 0 0,0 0 0,0 0 0,0 0 0,0 0 0,0 0 0,0 0 0,0 0 0,0 0 0,0 0 0,0 0 0,0 0 15,0 0-15,0 0 0,0 0 0,0 0 16,0 0-16,0 0 0,0 0 0,0 0 0,0 0 0,0 0 16,0 0-16,0 0 0,0 0 0,0 0 0,0 0 0,0 0 15,0 0-15,0 0 0,0 0 0,0 0 0,0-24 16,0 24-16,0 0 0,0 0 0,0 0 0,0 0 0,0 0 15,0 0-15,0 0 0,0 0 0,0 0 0,0 0 16,0 0-16,0 0 0,0 0 0,0 0 0,0 0 0,0 0 16,0 0-16,0 0 0,0 0 0,0 0 0,0 0 15,0 0-15,0 0 0,0 0 0,0 0 0,0 0 16,0 0-16,0 0 0,0 0 0,0 0 0,0 0 0,0 0 15,0 0-15,0 0 0,0 0 0,0 0 0,0 0 16,0 0-16,0 0 0,0 0 0,0 0 0,0 0 16,0 0-16,0 0 0,25 0 0,-25 0 0,0 0 0,0 0 15,0 0-15,0 0 0,0 0 0,0 0 0,0 0 16,-25 0-16,25 0 0,0 0 0,0 0 0,0 0 0,0 0 15,0 0-15,0 0 0,0 0 0,0 0 0,0 0 16,0 0-16,0 0 0,0 0 0,0 0 0,0 0 0,0 0 16,0 0-16,0 0 0,0 0 0,25 0 0,-25 0 15,0 0-15,0 0 0,0 0 0,0 0 0,0 0 16,0 0-16,0 0 0,0 0 0,0 0 0,0 0 0,0 0 15,0 0-15,0 0 0,0 0 0,0 0 0,0 0 16,0 0-16,0 0 0,0 0 0,0 0 0,0 0 0,0 0 16,0 0-16,0 0 0,0 0 0,0 0 0,0 0 15,0 0-15,0 0 0,0 0 0,0 0 0,0 0 0,-25 0 16,25 0-16,0 0 0,0 0 0,0 0 0,0 0 15,0 0-15,0 0 0,0 0 0,0 0 0,0 0 16,0 0-16,0 24 0,0-24 0,0 0 0,0 25 0,0-25 16,0 0-16,0 25 0,0-25 0,-25 25 0,25-25 15,0 25-15,0-25 0,0 24 0,0 1 0,0-25 16,0 25-16,0-25 0,0 25 0,0-25 0,0 25 0,0-25 15,0 24-15,0-24 0,0 0 0,0 25 0,0-25 16,0 0-16,0 25 0,0-25 0,0 0 0,0 0 0,0 25 16,0-25-16,0 0 0,0 0 0,0 0 0,0 0 15,0 0-15,0 0 0,25 0 0,-25 0 0,0 0 0,0 0 16,0 0-16,25 0 0,-25 0 0,0 0 0,25 0 15,-25-25-15,0 25 0,24 0 0,-24-25 0,25 25 16,-25-25-16,25 25 0,-25-24 0,25 24 0,-25-25 0,0 25 16,25-25-16,-25 25 0,25-25 0,-25 25 0,24-25 0,-24 25 15,0-24-15,25-1 0,-25 25 0,25-25 0,-25 25 16,0-25-16,25 0 0,-25 25 0,0-24 0,25 24 15,-25-25-15,0 25 0,0-25 0,0 25 0,0 0 0,0-25 16,0 25-16,0 0 0,24 0 0,-24 0 0,0-25 16,0 25-16,0 0 0,-24 0 0,24 0 0,0 0 15,0 0-15,0 0 0,0 25 0,0-25 0,-25 0 0,25 25 16,0-25-16,0 25 0,0-25 0,-25 25 0,25-25 15,0 24-15,0 1 0,-25-25 0,25 25 0,0 0 16,0-25-16,-25 25 0,25-1 0,0-24 0,0 25 0,0 0 16,-24-25-16,24 25 0,0-25 0,0 25 0,0-1 0,0-24 15,0 25-15,0-25 0,0 0 0,0 25 0,0-25 16,24 25-16,-24-25 0,0 0 0,0 0 0,0 25 15,0-25-15,0 0 0,25 0 0,-25 0 0,0 24 0,25-24 16,-25 0-16,25 0 0,-25 0 0,25 0 0,-25 0 16</inkml:trace>
  <inkml:trace contextRef="#ctx0" brushRef="#br0" timeOffset="66359.7956">11460 8037 0,'0'0'0,"0"0"16,-25 25-16,25-25 0,0 0 0,0 0 0,0 0 0,0 0 15,0 0-15,0 0 0,0 0 0,0 0 0,0 0 16,0-25-16,25 25 0,-25 0 0,0 0 0,0 0 15,0 0-15,25 0 0,-25-25 0,0 25 0,0 0 0,24-25 16,-24 25-16,0 0 0,25-25 0,-25 25 0,0 0 16,0-25-16,25 25 0,-25-24 0,0 24 0,0 0 0,0-25 15,25 25-15,-25-25 0,0 25 0,0 0 0,0-25 16,0 25-16,0 0 0,0 0 0,25 0 0,-25 0 0,0 0 15,0 0-15,0 0 0,0 0 0,0 0 0,0 0 16,0 25-16,0-25 0,0 25 0,0-25 0,-25 25 16,25-25-16,0 24 0,0-24 0,0 25 0,0-25 0,0 25 15,-25-25-15,25 25 0,0-25 0,0 25 0,0-25 16,0 25-16,0-25 0,0 24 0,0-24 0,0 25 15,0-25-15,0 0 0,0 25 0,0-25 0,0 0 0,0 0 16,25 0-16,-25 0 0,25 0 0,-25 0 0,24 0 16</inkml:trace>
  <inkml:trace contextRef="#ctx0" brushRef="#br0" timeOffset="66579.8082">11956 7937 0,'0'0'0,"0"0"0,0 0 16,0 0-16,0 0 0,0 0 0,0 0 0,0 0 0,0 0 15,25 0-15,-25 0 0,0 0 0,0 0 0,24 0 16,-24 0-16,0 0 0,25 0 0,-25 0 0,25 0 0,-25 0 16,25 0-16,-25 0 0,25 0 0,-1 0 0,-24 0 15,25 0-15,-25 0 0,25 0 0,-25 0 0,25 0 16,-25 0-16,0 0 0,25 0 0,-25 0 0,0 0 0,0 0 15,0 0-15,0 0 0,0 0 0,0 0 0,0 0 16</inkml:trace>
  <inkml:trace contextRef="#ctx0" brushRef="#br0" timeOffset="66768.819">12154 7764 0,'0'-25'0,"-25"25"16,25 0-16,0 0 0,0 0 0,0 0 0,0 0 0,0 0 16,0 0-16,0 0 0,0 0 0,0 0 0,0 0 15,0 25-15,0-25 0,0 25 0,0-25 0,0 24 16,0-24-16,0 25 0,-24-25 0,24 25 0,0-25 0,0 25 15,0 0-15,0-25 0,0 24 0,-25-24 0,25 25 16,0-25-16,0 25 0,0-25 0,0 25 0,0 0 0,0-25 16,0 0-16,0 25 0,0-25 0,0 0 0,0 24 15,25-24-15</inkml:trace>
  <inkml:trace contextRef="#ctx0" brushRef="#br0" timeOffset="67247.8464">13196 7590 0,'0'0'0,"0"0"0,-25 0 16,25-25-16,0 25 0,-25 0 0,25 0 0,0-24 15,-24 24-15,24 0 0,0 0 0,-25 0 0,25-25 0,0 25 16,-25 0-16,25 0 0,0 0 0,0 0 0,-25 0 15,25 0-15,0 0 0,0 0 0,-25 0 0,25 0 16,0 0-16,-24 25 0,24-25 0,0 0 0,0 24 0,-25-24 16,25 0-16,0 25 0,0 0 0,-25-25 0,25 25 15,0 0-15,0-25 0,0 24 0,0 1 0,0 0 0,-25-25 16,25 25-16,0 0 0,0-1 0,25-24 0,-25 25 15,0-25-15,0 25 0,0 0 0,25-25 0,-25 0 16,0 25-16,25-25 0,-25 24 0,24-24 0,-24 0 0,25 0 16,-25 0-16,25 25 0,-25-25 0,25 0 0,-25 0 15,25 0-15,-25 0 0,24 0 0,1-25 0,-25 25 0</inkml:trace>
  <inkml:trace contextRef="#ctx0" brushRef="#br0" timeOffset="67558.8642">13295 7888 0,'0'0'16,"0"0"-16,0 0 0,0-25 0,0 25 0,0 0 15,0 0-15,0 0 0,0 0 0,0 0 0,0 0 0,0 0 16,25 0-16,-25 0 0,0 0 0,0-25 0,0 25 16,0 0-16,25 0 0,-25 0 0,0 25 0,0-25 15,0 0-15,25 0 0,-25 0 0,0 0 0,0 0 0,0 0 16,0 25-16,0-25 0,0 0 0,0 0 0,0 25 15,0-25-15,-25 0 0,25 0 0,0 24 0,0-24 16,-25 0-16,25 25 0,0-25 0,-25 0 0,25 25 0,0-25 16,-24 25-16,24-25 0,0 0 0,-25 25 0,25-25 15,0 0-15,0 0 0,0 25 0,0-25 0,0 0 0,0 0 16,0 0-16,0 0 0,0 24 0,0-24 0,0 0 15,0 0-15,25 0 0,-25 0 0,0 0 0,24 0 0,-24 0 16,25 0-16,0 0 0,0 0 0,-25 0 0,25 0 16,-1 0-16,1 0 0,0 0 0,0-24 0,0 24 15,-1 0-15,-24 0 0,25-25 0,0 25 0,0 0 0</inkml:trace>
  <inkml:trace contextRef="#ctx0" brushRef="#br0" timeOffset="68072.8936">13940 7565 0,'0'0'0,"0"0"0,0 0 0,0 0 15,0 0-15,0 0 0,0 0 0,0 0 0,0 0 0,0 0 16,0 0-16,0 0 0,0 0 0,0 25 0,0-25 0,-25 0 15,25 0-15,0 25 0,0-25 0,0 25 0,-24-25 16,24 25-16,0-25 0,0 24 0,0 1 0,-25-25 16,25 25-16,0 0 0,0-25 0,0 25 0,0-25 0,0 24 15,0 1-15,0-25 0,0 0 0,0 25 0,0-25 16,0 25-16,0-25 0,0 0 0,0 0 0,0 25 0,25-25 15,-25 0-15,0 0 0,0 0 0,0 0 0,24 0 16,-24 0-16,0 0 0,25 0 0,-25 0 0,25 0 16,-25 0-16,25 0 0,-25 0 0,25 0 0,-25-25 15,24 25-15,-24 0 0,25-25 0,-25 25 0,25-25 0,-25 25 16,25 0-16,-25-25 0,25 1 0,-25 24 0,0-25 0,24 0 15,-24 25-15,0-25 0,0 0 0,25 25 0,-25-24 16,0-1-16,0 25 0,0-25 0,0 25 0,0-25 16,25 25-16,-25-25 0,0 25 0,0-24 0,-25 24 0,25 0 15,0 0-15,0 0 0,0 0 0,0 0 0,0 0 16,0 0-16,0 0 0,0 0 0,0 0 0,0 24 0,0-24 15,0 0-15,0 25 0,0-25 0,0 25 0,-25-25 16,25 25-16,0 0 0,0-25 0,0 24 0,0 1 0,0-25 16,-24 25-16,24 0 0,0-25 0,0 25 0,0-1 15,0-24-15,0 25 0,0-25 0,0 25 0,0-25 16,-25 25-16,25-25 0,0 25 0,0-25 0,0 0 0,0 24 15,0-24-15,25 0 0,-25 25 0,0-25 0,0 0 16,0 0-16,24 0 0,-24 0 0,0 25 0</inkml:trace>
  <inkml:trace contextRef="#ctx0" brushRef="#br0" timeOffset="68395.912">14263 7962 0,'0'0'0,"0"0"0,0 0 0,0 0 0,0 0 15,0 0-15,0 0 0,0 0 0,0 0 0,0 0 16,0 0-16,0 0 0,0 0 0,24 0 0,-24 0 0,0 0 15,0 0-15,0 0 0,0 0 0,25 0 0,-25 0 16,0 0-16,0 0 0,25 0 0,-25 0 0,0 0 0,0 0 16,0 0-16,0 25 0,0-25 0,0 0 0,0 0 15,0 0-15,0 25 0,0-25 0,0 0 0,0 0 16,0 0-16,0 25 0,0-25 0,-25 0 0,25 25 0,0-25 15,-25 0-15,25 0 0,0 24 0,-24-24 0,24 0 16,0 25-16,0-25 0,-25 0 0,25 25 0,0-25 0,0 0 16,0 0-16,0 0 0,0 25 0,0-25 0,0 0 15,0 0-15,0 0 0,25 0 0,-25 0 0,0 0 16,0 0-16,24 0 0,-24 0 0,25 0 0,0 0 0,-25 0 15,25 0-15,0 0 0,0 0 0,-1 0 0,1 0 16,0 0-16,0 0 0,-25 0 0,25 0 0,-1 0 0,1 0 16,0-25-16,0 25 0</inkml:trace>
  <inkml:trace contextRef="#ctx0" brushRef="#br0" timeOffset="68637.9259">15056 7813 0,'0'0'16,"0"0"-16,0 0 0,0 0 0,0 0 0,0 0 15,25 0-15,-25 0 0,0 0 0,25 0 0,-25 0 0,0 25 16,25-25-16,-25 0 0,25 0 0,-25 0 0,24 0 15,-24 0-15,25 0 0,-25 0 0,25 0 0,-25 0 16,0 0-16,0 0 0,25 25 0,-25-25 0,0 0 0,0-25 16,0 25-16,0 0 0,0 0 0,25 0 0,-25 0 15</inkml:trace>
  <inkml:trace contextRef="#ctx0" brushRef="#br0" timeOffset="68816.9361">15205 7739 0,'0'0'0,"0"0"0,-25 0 0,25 0 0,0 0 0,0 0 16,0 0-16,0 0 0,0 0 0,0 25 0,0-25 15,0 0-15,0 25 0,0-25 0,0 0 0,0 24 16,0-24-16,0 25 0,0-25 0,-24 0 0,24 25 0,0 0 16,0-25-16,0 25 0,-25-25 0,25 24 0,0-24 15,-25 25-15,25-25 0,-25 25 0,25-25 0,0 25 0,-25-25 16,25 25-16,0-25 0</inkml:trace>
  <inkml:trace contextRef="#ctx0" brushRef="#br0" timeOffset="69221.9593">16346 7888 0,'0'0'0,"0"0"0,0 0 0,0 0 0,0 0 16,0 0-16,0 0 0,0 0 0,0 0 0,0 0 15,25 0-15,-25 0 0,0 0 0,0 0 0,25 0 16,-25 0-16,0 0 0,25 0 0,-25 0 0,0 0 0,25 0 15,-25 0-15,0 0 0</inkml:trace>
  <inkml:trace contextRef="#ctx0" brushRef="#br0" timeOffset="69388.9688">16644 7937 0,'0'0'0,"0"0"0,0 0 0,0 0 0,0 0 16,0 0-16,0 0 0,0-24 0,0 24 0,0 0 15,0 0-15,0 0 0,0 0 0,0 0 0,0 0 0,0 0 16,0 0-16,0 0 0,25 0 0,-25 0 0,0 0 15,25 0-15,-25 0 0,24 0 0,-24 0 0,0 0 16,25 0-16</inkml:trace>
  <inkml:trace contextRef="#ctx0" brushRef="#br0" timeOffset="69550.9781">16991 7962 0,'0'0'0,"0"0"0,0 0 0,0 0 0,0 0 16,0 0-16,0 0 0,0 0 0,0 0 0,0 0 15,0 0-15,0 0 0,0-25 0,25 25 0,-25 0 0,0 0 16,0 0-16,0 0 0,25 0 0,-25 0 0,0 0 0,0 0 15,0 0-15,25 0 0,-25 0 0,0 0 0,0 0 16,0 0-16,24 0 0</inkml:trace>
  <inkml:trace contextRef="#ctx0" brushRef="#br0" timeOffset="69907.9985">18083 7987 0,'0'-25'0,"0"25"0,0 0 0,0 0 0,0 0 0,0 0 16,0 0-16,24 0 0,-24 0 0,0 0 0,25-25 0,-25 25 15,25 0-15,-25 0 0,25 0 0,-25 0 0,25 0 16,-25 0-16,24 0 0,1 0 0,-25 0 0,25 0 16,-25 0-16,25 0 0,-25 0 0,25 0 0,-25 0 0,24 0 15,-24 0-15,0 0 0,25 0 0,-25 0 0,0 0 16,0 0-16,0 0 0</inkml:trace>
  <inkml:trace contextRef="#ctx0" brushRef="#br0" timeOffset="70122.0108">18231 7838 0,'0'0'0,"0"0"0,0 0 0,0 0 0,0 0 16,0 0-16,0 0 0,0 0 0,0 0 0,0 0 0,0 0 16,0 0-16,0 0 0,0 0 0,0 0 0,0 25 15,0-25-15,0 0 0,0 25 0,0-25 0,0 25 16,0-25-16,0 24 0,-24 1 0,24-25 0,0 25 0,0 0 15,-25-25-15,25 25 0,0 0 0,0-25 0,0 24 16,-25 1-16,25-25 0,0 25 0,0-25 0,0 25 0,25-25 16,-25 25-16,0-25 0,25 0 0,-25 24 15,0-24-15</inkml:trace>
  <inkml:trace contextRef="#ctx0" brushRef="#br0" timeOffset="70710.0444">19819 7516 0,'0'0'0,"0"0"0,-25-25 0,25 25 15,0 0-15,0-25 0,0 25 0,0 0 0,-25-25 16,25 25-16,0 0 0,0-24 0,0 24 0,-24 0 16,24-25-16,0 25 0,-25 0 0,25 0 0,0 0 0,0-25 15,-25 25-15,25 0 0,0 0 0,-25 0 0,25 0 0,-25 0 16,25 0-16,0 25 0,-24-25 0,24 0 0,-25 0 15,25 25-15,-25-25 0,25 24 0,-25-24 0,25 25 16,-25-25-16,25 25 0,0-25 0,-25 25 0,25 0 0,0-1 16,-24-24-16,24 25 0,0 0 0,0 0 0,0 0 15,0-1-15,0-24 0,0 25 0,0 0 0,0 0 16,0-25-16,0 25 0,0-1 0,0-24 0,24 25 0,-24 0 15,0-25-15,0 25 0,0-25 0,25 0 0,-25 25 16,0-25-16,25 0 0,-25 24 0,25-24 0,-25 0 0,0 0 16,25 0-16,-25 0 0,25 0 0,-25 0 0,24 0 15,-24 0-15,25 0 0,-25 0 0,25 0 0,-25 0 0,25 0 16,-25 0-16,0-24 0,25 24 0,-25 0 0,24 0 15,-24-25-15,0 25 0,0 0 0,25-25 0</inkml:trace>
  <inkml:trace contextRef="#ctx0" brushRef="#br0" timeOffset="71096.0665">19844 7789 0,'0'0'0,"0"0"0,0 0 15,0-25-15,0 25 0,0 0 0,0 0 0,0 0 16,0 0-16,0 0 0,0 0 0,0 0 0,0 0 0,0 0 15,0 0-15,0 0 0,0 0 0,0 0 0,0 0 0,0 0 16,0 25-16,0-25 0,0 0 0,0 0 0,-25 24 16,25-24-16,0 25 0,0-25 0,0 0 0,0 25 15,0-25-15,-25 25 0,25-25 0,0 0 0,0 25 0,0-25 16,0 0-16,0 24 0,0-24 0,-25 0 0,25 25 15,0-25-15,0 0 78,0 0-78,0 0 0,0 25 0,0-25 0,0 0 0,0 0 0,0 0 0,0 0 0,0 0 0,0 0 0,0 0 0,0 0 0,0 0 0,25 0 0,-25 0 0,0 0 0,0 0 0,0 0 0,25 0 0,-25-25 0,0 25 0,25 0 0,-25-25 0,0 25 0,25 0 0,-25 0 0,24-24 0,-24 24 0,0 0 0,25-25 0,-25 25 16,0 0-16,25 0 0,-25 0 0,0-25 0,0 25 16,0 0-16,25 0 0,-25 0 0,0 0 0,0 0 15,0 0-15,0 25 78,0-25-78,0 0 0,0 0 0,0 25 0,0-25 0,-25 0 0,25 24 0,0-24 0,0 0 0,0 25 0,0-25 0,0 0 0,0 0 0,0 25 0,0-25 0,0 0 0,0 25 0,0-25 0,0 0 0,0 0 0,0 25 0,0-25 0,0 0 0,0 0 0,25 0 0,-25 0 0,0 25 0,0-25 0,25 0 0,-25 0 0,24 0 16,-24 0-16,25 0 0,-25 0 0,25 0 0,0-25 15,-25 25-15,25 0 0,-1 0 0</inkml:trace>
  <inkml:trace contextRef="#ctx0" brushRef="#br0" timeOffset="71701.1011">20637 7516 0,'0'0'0,"0"0"15,0 0-15,0-25 0,0 25 0,0 0 0,0 0 0,0 0 16,0 0-16,0 0 0,0 0 0,0 0 0,0 0 0,0 0 16,0 0-16,0 0 0,0 0 0,0 0 0,0 0 15,0 0-15,0 0 0,0 0 0,-24 25 0,24-25 16,0 25-16,0-25 0,0 24 0,0-24 0,-25 25 15,25 0-15,0 0 0,0 0 0,-25-25 0,25 24 0,0 1 16,0 0-16,-25 0 0,25-25 0,0 25 0,0-1 0,0-24 16,0 25-16,-25-25 0,25 25 0,0-25 0,0 25 15,0-25-15,0 25 0,0-25 0,0 0 0,0 24 0,0-24 16,0 0-16,25 25 0,-25-25 0,0 0 0,0 0 15,0 25-15,0-25 0,0 0 0,25 0 0,-25 0 16,0 0-16,0 0 0,25 0 0,-25 0 0,25 0 0,-25 0 16,0 0-16,24 0 0,-24 0 0,25 0 0,-25-25 15,25 25-15,-25 0 0,25 0 0,-25-25 0,0 25 16,25 0-16,-25-24 0,0 24 0,25-25 0,-25 25 0,0-25 15,24 25-15,-24-25 0,0 25 0,25-25 0,-25 25 16,25-24-16,-25-1 0,0 25 0,0-25 0,25 0 0,-25 25 16,0-25-16,0 25 0,25-24 0,-25 24 0,0-25 15,0 25-15,0 0 0,24-25 0,-24 25 0,0 0 0,0 0 16,0-25-16,0 25 0,0 0 0,0 0 15,0 0-15,25 0 0,-25 0 0,0 0 0,0 0 0,0 0 16,0 0-16,-25 0 0,25 0 0,0 0 0,0 0 0,0 25 16,0-25-16,0 25 0,0-25 0,0 25 0,-24-25 15,24 24-15,0-24 0,0 25 0,0 0 0,-25-25 0,25 25 16,0-25-16,0 25 0,-25-1 0,25-24 0,0 25 15,0-25-15,0 0 0,0 25 0,0-25 0,0 25 16,-25-25-16,25 0 0,0 25 0,0-25 0,0 0 0,0 24 16,0-24-16,0 0 0,0 25 0,0-25 0,0 0 15,0 0-15,0 0 0,0 0 0,0 0 0,25 0 0,-25 0 16,0 0-16</inkml:trace>
  <inkml:trace contextRef="#ctx0" brushRef="#br0" timeOffset="72128.1255">21034 7937 0,'0'0'0,"0"0"0,0 0 0,0 0 0,0 0 16,0 0-16,0 0 0,0 0 0,0 0 0,0 0 15,-24 25-15,24-25 0,0 0 0,0 0 0,0 0 0,0 25 16,0-25-16,0 0 0,0 0 0,0 25 0,0-25 15,0 0-15,0 0 0,0 25 0,0-25 0,0 0 16,0 0-16,0 0 0,0 0 0,0 0 0,0 25 0,0-25 16,0 0-16,0 0 0,0 0 0,0 0 0,0 0 15,0 0-15,24 0 0,-24 0 0,0 0 0,0 0 0,0 0 16,25 0-16,-25 0 0,0 0 0,25 0 0,-25 0 15,0 0-15,25 0 0,-25-25 0,0 25 0,25 0 0,-25 0 16,24 0-16,-24 0 0,25-25 0,-25 25 0,25 0 16,-25 0-16,25 0 0,-25-25 0,25 25 0,-25 0 15,0 0-15,24 0 0,-24 0 0,0 0 0,0 0 0,25 0 16,-25 0-16,0 0 0,0 0 0,0 0 0,0 0 15,0 0-15,0 25 0,0-25 0,0 0 0,-25 25 0,25-25 16,0 0-16,0 25 0,0-25 0,-24 24 0,24-24 16,0 0-16,0 25 0,0-25 0,0 0 0,0 25 15,0-25-15,0 0 0,0 0 0,0 0 0,0 25 0,24-25 16,-24 0-16,25 0 0,-25 0 0,25 0 0,-25 25 15,25-25-15,0 0 0,-1 0 0,1 0 0,0 0 0,0 0 16,0 0-16,-25 0 0,24 0 0</inkml:trace>
  <inkml:trace contextRef="#ctx0" brushRef="#br0" timeOffset="73675.214">2530 9401 0,'0'0'0,"0"0"0,0 0 0,0-25 16,0 25-16,0 0 0,0 0 0,0 0 0,0 0 0,0 0 15,0 0-15,0 0 0,0 0 0,0 0 0,0 0 0,0 0 16,0 0-16,0 0 0,0 0 0,0 0 0,0 0 16,25 0-16,-25 0 0,0 0 0,0 0 0,0 0 15,25 0-15,-25 0 0,0 0 0,0 0 0,24 0 0,-24 0 16,0 0-16,0 0 0,25 0 0,-25 0 0,0 0 15,25 0-15,-25 0 0,0 0 0,0 0 0,25 0 0,-25 25 16,0-25-16,25 0 0,-25 0 0,0 0 0,25 0 0,-25 0 16,0 0-16,24-25 0,-24 25 0,0 0 15,0 0-15,0 0 0,0 0 0,0 0 109</inkml:trace>
  <inkml:trace contextRef="#ctx0" brushRef="#br0" timeOffset="73817.2221">2704 9203 0,'-25'0'0,"25"0"0,0 0 0,0 0 0,0 0 0,0 0 0,0 0 0,0 0 0,0 0 0,0 0 0,0 0 0,0 0 0,0 0 15,0 0-15,0 0 0,0 0 0,0 24 0,0-24 16,0 0-16,0 0 0,0 25 0,0-25 0,0 0 0,0 25 15,-25-25-15,25 25 0,0-25 0,0 25 0,0-25 16,0 24-16,0 1 0,0-25 0,0 25 0,0-25 0,0 25 16,0-25-16,0 0 0,0 25 0,0-25 0,-25 24 15,25-24-15,0 0 0,0 25 0,0-25 0,0 0 0,0 0 16,0 0-16,0 0 0,0 0 0,0 0 0,0 0 15</inkml:trace>
  <inkml:trace contextRef="#ctx0" brushRef="#br0" timeOffset="74250.2469">2778 9128 0,'0'0'0,"0"0"0,0 0 0,0 0 15,0 0-15,0 0 0,0 0 0,0 0 0,0 0 0,0 0 16,0 0-16,0 0 0,0 0 0,0 0 0,-25 0 16,25 0-16,0 0 0,0 0 0,0 0 0,0 0 15,0 0-15,0 0 0,25 0 0,-25 0 0,0 0 0,0 0 16,0 0-16,0 0 0,0 0 0,0 0 0,0 0 15,0 25-15,25-25 0,-25 0 0,0 0 0,0 25 0,0-25 16,25 0-16,-25 25 0,0-25 0,0 0 0,25 0 0,-25 24 16,0-24-16,0 0 0,24 0 0,-24 25 0,0-25 15,0 0-15,25 25 0,-25-25 0,0 0 0,0 25 0,0-25 16,0 0-16,25 0 0,-25 25 0,0-25 0,0 0 15,0 24-15,0-24 0,25 0 0,-25 25 0,0-25 0,0 0 16,0 0-16,0 25 0,0-25 0,0 0 0,0 0 16,0 25-16,0-25 0,0 0 0,0 0 0,-25 25 0,25-25 15,0 0-15,0 0 0,-25 24 0,25-24 0,-25 0 16,25 25-16,-24-25 0,24 25 0,-25-25 0,25 0 15,-25 25-15,25-25 0,-25 25 0,25-25 0,0 0 0,-25 0 16,25 24-16,0-24 0,-24 0 0,24 0 0,0 0 0,0 0 16,0 0-16,0 0 0,0 0 0</inkml:trace>
  <inkml:trace contextRef="#ctx0" brushRef="#br0" timeOffset="75161.299">4614 8979 0,'0'0'0,"0"0"0,0 0 0,0 0 16,0 0-16,0 0 0,0 0 0,0 0 0,0 0 15,0 0-15,0 0 0,0 0 0,0 0 0,0 0 0,0 0 16,0 0-16,0 0 0,0 0 0,0 0 0,0 0 16,0 25-16,-25-25 0,25 0 0,0 25 0,0-25 15,0 25-15,0-25 0,0 25 0,0-1 0,0-24 0,0 25 16,0 0-16,0-25 0,0 25 0,0 0 0,0-25 15,0 24-15,0-24 0,0 25 0,-25 0 0,25-25 0,0 25 16,0-25-16,0 25 0,0-25 0,0 24 16,0 1-16,0-25 0,0 25 0,0-25 0,0 0 0,0 25 15,0-25-15,-25 0 0,25 25 0,0-25 0,0 0 0,0 0 16,0 0-16,0 0 0,0 0 0,0 0 0,0 0 15,0 0-15,0 0 0,0 0 0,0 0 0,0-25 0,0 25 16</inkml:trace>
  <inkml:trace contextRef="#ctx0" brushRef="#br0" timeOffset="75536.3205">4837 9029 0,'0'0'0,"0"0"0,0-25 0,0 25 0,0 0 16,-25 0-16,25 0 0,0 0 0,0 0 0,0-25 16,0 25-16,0 0 0,0 0 0,-25 0 0,25 0 15,0 0-15,0 0 0,0 0 0,0 0 0,0 0 0,-25 0 16,25 0-16,0 0 0,0 0 0,0 0 0,-24 0 15,24 25-15,0-25 0,0 0 0,0 0 0,0 25 0,-25-25 16,25 0-16,0 0 0,0 25 0,0-25 0,0 25 16,0-25-16,0 0 0,0 24 0,0-24 0,0 25 15,0-25-15,0 25 0,0 0 0,0-25 0,-25 25 0,25-25 16,0 24-16,0-24 0,0 25 0,0 0 0,0-25 15,0 25-15,0-25 0,0 25 0,25-25 0,-25 24 16,0-24-16,0 25 0,0-25 0,0 0 0,0 0 0,0 25 16,25-25-16,-25 0 0,0 0 0,0 0 0,24 0 15,-24 0-15,0 0 0,25 0 0,-25 0 0,0 0 0,25 0 16,-25 0-16,0-25 0,25 25 0,-25 0 0,0 0 15,25-25-15</inkml:trace>
  <inkml:trace contextRef="#ctx0" brushRef="#br0" timeOffset="76187.3577">4887 9327 0,'0'0'0,"0"0"0,0 0 0,0 0 16,0 0-16,0 0 0,0 0 0,0-25 0,0 25 15,0 0-15,0 0 0,0 0 0,24-25 0,-24 25 0,0 0 16,25-25-16,-25 25 0,25 0 0,-25-25 0,25 25 15,-25-24-15,25 24 0,-25-25 0,24 25 0,-24-25 0,25 0 16,-25 25-16,25-25 0,-25 25 0,25-24 0,-25 24 16,25-25-16,-25 25 0,0-25 0,24 25 0,-24-25 15,0 25-15,0-25 0,0 25 0,0 0 0,0-25 0,0 25 16,0 0-16,0 0 0,0-24 0,-24 24 0,24 0 0,0 0 15,0-25-15,-25 25 0,25 0 0,0 0 0,0-25 16,-25 25-16,25 0 0,0 0 0,-25 0 0,25 0 16,0 0-16,0 0 0,-25 0 0,25 0 0,0 0 0,0 0 15,-24 0-15,24 0 0,0 0 0,0 0 0,0 0 16,0 0-16,0 0 0,0 25 0,-25-25 0,25 0 15,0 25-15,0-25 0,0 24 0,0-24 0,0 25 0,0-25 16,0 25-16,0 0 0,0-25 0,-25 25 0,25 0 16,0-1-16,0-24 0,0 25 0,0 0 0,0 0 15,0-25-15,0 25 0,0-1 0,0-24 0,0 25 0,0 0 16,0-25-16,0 25 0,0-25 0,0 25 0,0-25 0,0 24 15,0-24-15,0 25 0,0-25 0,0 25 0,0-25 16,-25 0-16,25 0 0,0 25 0,0-25 0,0 0 16,0 0-16,0 0 0,0 0 0,0 0 0,0 0 0,0 0 15,0 0-15,0 0 0,25 0 0,-25 0 0,0 0 16,0 0-16,0-25 0,0 25 0,25 0 0,-25 0 15,0-25-15,25 25 0,-25 0 0,24-25 0,-24 25 0,0-24 16,25 24-16,-25-25 0,0 25 0,25 0 0,-25-25 0,0 25 16,0 0-16,25 0 0,-25-25 0,0 25 0,0 0 15,0 0-15,0 0 0,0 0 0,0 25 0,25-25 0,-25 0 16,0 0-16,0 25 0,0-25 0,0 0 0,-25 25 15,25-25-15,0 24 0,0-24 0,0 25 0,0-25 16,0 0-16,25 25 0,-25-25 0,0 25 0,0-25 0,0 0 16,0 25-16,0-25 0,0 0 0,0 24 0,0-24 15,0 0-15,0 25 0,0-25 0,0 0 0,0 0 16,24 0-16,-24 25 0,0-25 0,0 0 0,0 0 0,25 0 15,-25 0-15,25 0 0,-25 0 0,25 0 0,-25 0 16,25 0-16,-25-25 0,24 25 0,1 0 0,-25-25 0</inkml:trace>
  <inkml:trace contextRef="#ctx0" brushRef="#br0" timeOffset="76851.3957">5556 9302 0,'0'0'0,"0"0"0,0 0 16,-25 0-16,25-25 0,0 25 0,0 0 0,0 0 15,0-25-15,-24 25 0,24 0 0,0 0 0,0 0 0,-25 0 16,25-25-16,0 25 0,0 0 0,0 0 0,-25 0 15,25 0-15,0 0 0,0 0 0,0 0 0,-25 0 16,25 0-16,0 0 0,0 0 0,-25 0 0,25 25 0,0-25 16,0 0-16,-24 0 0,24 25 0,0-25 0,0 0 15,-25 25-15,25-25 0,0 25 0,0-25 0,0 24 16,0-24-16,0 25 0,-25-25 0,25 0 0,0 25 0,25-25 15,-25 25-15,0-25 0,0 25 0,0-25 0,0 0 16,0 24-16,25-24 0,-25 0 0,0 0 0,0 0 0,24 25 16,-24-25-16,0 0 0,0 0 0,25 0 0,-25 0 15,0 0-15,0 0 0,25 0 0,-25 0 0,0 0 0,25 0 16,-25 0-16,0 0 0,0-25 0,25 25 0,-25 0 15,0 0-15,24-24 0,-24 24 0,0 0 0,0-25 0,0 25 16,25-25-16,-25 25 0,0-25 0,0 25 0,0-25 16,0 25-16,0 0 0,0-24 0,0 24 0,0-25 0,0 25 15,0 0-15,0 0 0,0 0 0,0-25 0,0 25 16,0 0-16,0 0 0,0 0 0,0 0 0,0 0 15,0 0-15,0 0 0,0 0 0,0 0 0,0 0 16,0 25-16,0-25 0,0 0 0,0 0 0,0 0 0,0 25 16,0-25-16,0 0 0,0 24 0,0-24 0,0 25 15,0-25-15,0 25 0,0-25 0,0 25 0,0-25 16,0 0-16,0 25 0,0-25 0,0 24 0,0-24 0,0 0 15,0 25-15,0-25 0,0 0 0,0 25 0,0-25 0,0 0 16,25 0-16,-25 0 0,0 0 0,0 25 0,0-25 16,0 0-16,0 0 0,0 0 0,25 0 0,-25 0 0,0-25 15,0 25-15,0 0 0,25 0 0,-25 0 0,0 0 16,0-25-16,0 25 0,24 0 0,-24 0 0,0-25 15,0 25-15,0 0 0,0-24 0,25 24 0,-25 0 0,0-25 16,0 25-16,0 0 0,0-25 0,0 25 0,0 0 16,0 0-16,0-25 0,0 25 0,0 0 0,0 0 15,0 0-15,0 0 0,0 0 0,0 0 0,0 0 0,0 25 16,0-25-16,0 0 0,0 0 0,0 25 0,0-25 15,0 0-15,0 25 0,0-25 0,0 24 0,0-24 0,0 0 16,0 25-16,0-25 0,0 0 0,0 25 0,0-25 16,0 0-16,0 0 0,0 25 0,0-25 0,0 0 0,0 0 15,0 0-15,0 0 0,0 0 0,25-25 0,-25 25 16,0 0-16,0 0 0</inkml:trace>
  <inkml:trace contextRef="#ctx0" brushRef="#br0" timeOffset="77002.4043">5829 9103 0,'0'0'0,"0"0"0,0 0 0,0 0 0,0 0 16,0 0-16,0 0 0,0 0 0,0 0 0,0 0 16,0 0-16,0 0 0,0 0 0,0 0 0,0 0 0,0 25 15,0-25-15,0 0 0,0 0 0,25 0 0,-25 0 16</inkml:trace>
  <inkml:trace contextRef="#ctx0" brushRef="#br0" timeOffset="77473.4313">6697 8979 0,'0'0'0,"0"0"0,0 0 0,0-25 0,-25 25 15,25 0-15,0 0 0,0 25 0,0-25 0,0 0 16,0 0-16,0 25 0,0-25 0,0 0 0,0 25 0,-24 0 16,24-25-16,0 25 0,0-1 0,0 1 0,0-25 15,0 25-15,0 0 0,0 0 0,0-1 0,0 1 16,0 0-16,0-25 0,0 25 0,0 0 0,0-1 0,0 1 15,0-25-15,0 25 0,0 0 0,0-25 0,0 25 16,0-25-16,0 24 0,0-24 0,0 25 0,0-25 16,0 25-16,0-25 0,0 0 0,0 0 0,0 0 0,0 0 15,0 0-15,0 0 0,0 0 0,0 0 0,-25 0 0,25 0 16,0 0-16</inkml:trace>
  <inkml:trace contextRef="#ctx0" brushRef="#br0" timeOffset="77663.4421">6524 9252 0,'0'0'0,"0"-25"0,0 25 0,0 0 16,0 0-16,0-24 0,0 24 0,0 0 0,0 0 0,0 0 15,24 0-15,-24 0 0,0 0 0,25 0 0,-25-25 16,0 25-16,25 0 0,0 0 0,-25 0 0,25-25 0,-25 25 16,24 0-16,1 0 0,0 0 0,-25 0 0,25 0 15,-25 0-15,25 0 0,-1 0 0,-24 25 0,25-25 0,-25 0 16,25 0-16,-25 25 0,25-25 0,-25 0 0,0 24 15,25-24-15,-25 25 0,0-25 0,0 0 0,25 25 16,-25-25-16,0 0 0,0 25 0</inkml:trace>
  <inkml:trace contextRef="#ctx0" brushRef="#br0" timeOffset="77910.4562">6871 9351 0,'0'0'16,"0"0"-16,0 0 0,0 0 0,0 0 0,0 0 15,0 0-15,0-24 0,0 24 0,0 0 0,0-25 16,0 25-16,0 0 0,0-25 0,25 25 0,-25-25 0,0 25 16,0 0-16,25 0 0,-25-25 0,0 25 0,24 0 15,-24 0-15,0 0 0,0 0 0,25 0 0,-25 0 0,0 0 16,0 0-16,25 0 0,-25 25 0,0-25 0,25 0 15,-25 25-15,0-25 0,0 0 0,0 25 0,25-25 0,-25 25 16,0-25-16,0 24 0,0-24 0,0 25 0,0-25 16,0 25-16,0-25 0,0 25 0,0-25 0,0 0 15,-25 25-15,25-25 0,0 0 0,0 24 0,0-24 0,0 0 16,0 25-16,0-25 0,0 0 0,0 0 0,0 0 15,0 25-15,25-25 0,-25 0 0,0 0 0,0 0 0,0 0 16,24 0-16,-24 0 0,0 0 0,25-25 0,-25 25 16,0 0-16,25 0 0</inkml:trace>
  <inkml:trace contextRef="#ctx0" brushRef="#br0" timeOffset="78436.4863">7268 9302 0,'0'0'0,"0"0"0,0 0 15,0 0-15,0 0 0,0 0 0,0 0 0,0 0 0,0 0 16,0 0-16,0 0 0,-25 0 0,25 0 0,0 0 15,0 0-15,0 0 0,0 0 0,0 25 0,0-25 0,0 0 16,0 24-16,0-24 0,0 0 0,0 25 0,0-25 16,0 25-16,0-25 0,-25 25 0,25-25 0,0 25 15,0-25-15,0 24 0,0-24 0,0 0 0,0 25 0,0-25 16,25 0-16,-25 25 0,0-25 0,0 0 0,0 25 15,0-25-15,0 0 0,0 0 0,0 0 0,25 0 0,-25 0 16,0 0-16,0 0 0,25 0 0,-25 0 0,0 0 16,24 0-16,-24 0 0,0 0 0,25 0 0,-25 0 0,25-25 15,-25 25-15,0 0 0,25-25 0,-25 25 0,25 0 16,-25-25-16,24 25 0,-24-24 0,0 24 0,0 0 15,25-25-15,-25 25 0,0-25 0,0 25 0,0 0 0,0 0 16,0-25-16,0 25 0,0 0 0,0-25 0,0 25 16,0 0-16,0 0 0,0 0 0,0-24 0,0 24 0,0 0 15,-25 0-15,25 0 0,0-25 0,0 25 0,0 0 16,0 0-16,0 0 0,-24 0 0,24 0 0,0 0 0,0 0 15,0 0-15,0 0 0,0 0 0,0 0 0,-25 0 16,25 25-16,0-25 0,0 0 0,0 0 0,0 24 16,0-24-16,0 25 0,-25-25 0,25 0 0,0 25 0,0-25 15,0 25-15,0-25 0,0 0 0,0 25 0,0-25 16,0 24-16,0-24 0,25 0 0,-25 25 0,0-25 15,0 0-15,0 25 0,0-25 0,0 0 0,25 25 0,-25-25 16,0 0-16,0 0 0,24 0 0,-24 0 0,0 0 16,25 25-16,-25-25 0,25 0 0,-25-25 0,25 25 0,-25 0 15,25 0-15,-1 0 0,-24 0 0,25-25 0,-25 25 16,25 0-16,-25 0 0,25-25 0,-25 25 0,25 0 0,-25-25 15,0 25-15,0-24 0,24 24 0,-24 0 0,0-25 16</inkml:trace>
  <inkml:trace contextRef="#ctx0" brushRef="#br0" timeOffset="78810.5077">7714 9227 0,'0'0'0,"0"0"16,0 0-16,-25 0 0,25 25 0,0-25 0,0 0 16,0 0-16,0 25 0,0-25 0,0 0 0,0 25 0,0-25 15,0 25-15,0-25 0,0 24 0,0-24 0,0 25 16,0-25-16,0 0 0,0 25 0,0-25 0,0 25 0,0-25 15,0 0-15,0 25 0,0-25 0,0 0 0,0 0 16,0 24-16,0-24 0,0 0 0,0 0 0,0 0 16,0 0-16,0 25 0,0-25 0,0 0 0,0 0 0,0 0 15,0 0-15,25 0 0,-25-25 0,0 25 0,0 0 0,0 0 16,25 0-16,-25-24 0,25 24 0,-25 0 15,25-25-15,-25 25 0,24-25 0,-24 25 0,0-25 0,25 25 16,-25 0-16,25-25 0,-25 25 0,0 0 0,25-24 0,-25 24 16,0 0-16,0 0 0,0 0 0,0 0 0,0 0 15,25 0-15,-25 0 0,0 0 0,0 24 0,0-24 16,0 0-16,0 0 0,0 25 0,0-25 0,0 25 0,0-25 15,0 0-15,0 25 0,0-25 0,0 0 0,0 25 16,0-25-16,0 0 0,0 24 0,0-24 0,0 0 16,0 0-16,0 25 0,0-25 0,0 0 0,0 0 0,0 0 15,0 0-15,0 0 0,24 0 0,-24 0 0,0 0 16,0 0-16,0 0 0,0 0 0,0 0 0,0 0 0,0 0 15</inkml:trace>
  <inkml:trace contextRef="#ctx0" brushRef="#br0" timeOffset="79076.5229">7491 9128 0,'0'-25'0,"0"25"0,0 0 0,0 0 16,0-24-16,0 24 0,0 0 0,0-25 0,0 25 15,0 0-15,0-25 0,0 25 0,0 0 0,25-25 16,-25 25-16,0 0 0,25-25 0,-25 25 0,0 0 0,24-25 16,-24 25-16,0 0 0,25 0 0,-25 0 0,0 0 15,25 0-15,-25 0 0,0 0 0,25 0 0,-25 0 16,0 0-16,25 0 0,-25 0 0,0 0 0,24 0 0,-24 0 15,0 25-15,0-25 0,0 0 0,0 0 0,25 25 0,-25-25 16,0 0-16,0 0 0,0 0 0,0 25 0,0-25 16</inkml:trace>
  <inkml:trace contextRef="#ctx0" brushRef="#br0" timeOffset="79271.5341">7838 8830 0,'0'0'0,"0"0"0,25 0 16,-25 0-16,0 0 0,0 0 0,0 0 0,0 0 15,25 0-15,-25 0 0,0 0 0,0 25 0,25-25 0,-25 0 16,0 0-16,0 25 0,24-25 0,-24 25 0,0-25 16,0 0-16,0 25 0,0-25 0,0 24 0,0-24 15,-24 25-15,24-25 0,0 25 0,-25-25 0,25 0 16,-25 25-16,25-25 0,-25 25 0,0-25 0</inkml:trace>
  <inkml:trace contextRef="#ctx0" brushRef="#br0" timeOffset="79438.5436">7342 9079 0,'0'0'0,"0"0"0,0 0 0,0 0 0,0 0 0,0-25 16,0 25-16,0 0 0,0 0 0,0 0 0,0 0 16,0 0-16,0 0 0,0 0 0,0 0 0,0 0 15,0 0-15,0 0 0,0 0 0,0 0 0,25 0 0,-25 0 16,0 0-16,0 0 0,0 0 0,25 0 0,-25 0 15,0 0-15,0 0 0</inkml:trace>
  <inkml:trace contextRef="#ctx0" brushRef="#br0" timeOffset="79889.5694">9203 9327 0,'-25'-25'0,"25"25"15,0-25-15,0 25 0,-25 0 0,25-25 0,0 25 0,-25-25 16,25 25-16,-25-24 0,25 24 0,0 0 0,-24-25 16,24 25-16,0-25 0,-25 25 0,25 0 0,0 0 0,-25-25 15,25 25-15,0 0 0,-25 0 0,25 0 0,0 0 16,-25 0-16,25 0 0,0 0 0,-25 0 0,25 25 15,-24-25-15,24 0 0,0 25 0,-25-25 0,25 25 0,0-25 16,-25 24-16,25 1 0,0-25 0,0 25 0,0-25 16,-25 25-16,25 0 0,0-25 0,0 24 0,0-24 0,25 25 15,-25-25-15,0 25 0,0-25 0,0 25 0,0-25 16,25 0-16,-25 25 0,0-25 0,25 0 0,-25 0 15,24 0-15,-24 0 0,25 24 0,-25-24 0,25-24 0,0 24 16,-25 0-16,25 0 0,0 0 0,-25 0 0,24-25 16,1 25-16,-25-25 0,25 25 0,-25-25 0,25 25 0,-25-25 15,25 25-15,-25-24 0,0-1 0,24 25 0,-24-25 16,0 0-16</inkml:trace>
  <inkml:trace contextRef="#ctx0" brushRef="#br0" timeOffset="80209.5878">9252 8830 0,'0'0'0,"0"0"0,0 0 16,0 0-16,0 0 0,0 0 0,0 0 0,-25 25 0,25-25 15,0 25-15,0-25 0,0 25 0,0 0 0,0-25 16,-24 24-16,24 1 0,0-25 0,0 25 0,0 0 0,0 0 16,0 0-16,0-1 0,0 1 0,0-25 0,0 25 15,0 0-15,0 0 0,-25-1 0,25 1 0,0 0 16,0 0-16,0-25 0,0 25 0,0-1 0,0 1 0,0-25 15,0 25-15,0-25 0,0 25 0,0-25 0,0 25 16,0-25-16,0 0 0,-25 24 0,25-24 0,0 0 16,0 0-16,0 0 0,0 0 0,0 0 0,-25-24 0,25 24 15,0 0-15</inkml:trace>
  <inkml:trace contextRef="#ctx0" brushRef="#br0" timeOffset="80271.5913">9054 9227 0,'0'0'0,"0"0"0,0-24 0,0 24 0,0 0 0,0 0 0,0 0 0,0-25 0,0 25 16,0 0-16,25 0 0,-25 0 0,0 0 0,24 0 0,-24 0 0,0 0 0,25 0 0,0 0 0,-25 25 0,25-25 0,0 0 0,-25 0 0,24 0 0,1 0 0,-25 0 0,25 24 0,0-24 0,0 0 0,-25 0 0,24 25 0,-24-25 16,25 0-16,0 0 0,-25 25 0,25-25 0,-25 0 15,25 0-15,-25 0 0,24 0 0</inkml:trace>
  <inkml:trace contextRef="#ctx0" brushRef="#br0" timeOffset="81180.6433">9550 9277 0,'0'-25'0,"0"25"0,0 0 0,0 0 16,0 0-16,0-25 0,0 25 0,0 0 0,0 0 15,-25-24-15,25 24 0,0 0 0,0-25 0,0 25 16,0 0-16,-25 0 0,25-25 0,0 25 0,0 0 0,0-25 15,-25 25-15,25 0 0,0 0 0,0-25 0,-24 25 0,24 0 16,0 0-16,0 0 0,-25 0 0,25 0 0,0 0 16,-25 0-16,25 0 0,0 0 0,-25 25 0,25-25 15,0 0-15,-25 25 0,25-25 0,0 25 0,0-25 0,-24 25 16,24-25-16,0 24 0,0-24 0,0 25 0,0-25 15,0 25-15,0-25 0,0 25 0,0 0 0,0-25 0,0 0 16,0 24-16,0-24 0,0 25 0,24-25 0,-24 25 16,0-25-16,0 0 0,0 25 0,25-25 0,-25 0 15,0 0-15,0 25 0,25-25 0,-25 0 0,0 0 16,0 0-16,25 0 0,-25 0 0,0 0 0,25 0 0,-25 0 15,0 0-15,24 0 0,-24 0 0,25 0 0,-25 0 16,0-25-16,25 25 0,-25 0 0,25-25 0,-25 25 0,0 0 16,25-25-16,-25 25 0,0-25 0,0 25 0,24-24 15,-24 24-15,0-25 0,0 25 0,0-25 0,0 25 0,0-25 16,0 25-16,25 0 0,-25-25 0,0 25 0,0 0 15,0-24-15,0 24 0,0 0 0,0 0 0,0-25 0,0 25 16,0 0-16,0 0 0,0 0 0,0 0 0,0 0 16,0 0-16,0 0 0,0 0 0,0 0 0,0 0 0,-25 0 15,25 0-15,0 0 0,0 0 0,0 25 0,0-25 16,0 0-16,0 0 0,-24 24 0,24-24 0,0 25 15,0-25-15,0 25 0,0-25 0,0 25 0,-25-25 0,25 0 16,0 25-16,0-25 0,0 24 0,0-24 0,0 0 16,0 25-16,0-25 0,0 0 0,0 25 0,25-25 15,-25 0-15,0 0 0,0 0 0,0 25 0,0-25 0,0 0 16,24 0-16,-24 0 0,0 0 0,0 0 0,25 0 15,-25 0-15,0 0 0,25 0 0,-25 0 0,0 0 0,25-25 16,-25 25-16,0 0 0,25 0 0,-25 0 0,0-25 16,0 25-16,24-25 0,-24 25 0,0 0 0,0-24 0,0 24 15,0-25-15,25 25 0,-25-25 0,0 25 0,0 0 16,0-25-16,0 25 0,0 0 0,0-25 0,0 25 15,0 0-15,0-24 0,0 24 0,0 0 0,0 0 0,0 0 16,0 0-16,0 0 0,0 0 0,0 0 0,0 0 16,0 0-16,0 0 0,0 24 0,0-24 0,0 0 0,0 0 15,0 25-15,0-25 0,0 0 0,0 25 0,0-25 16,0 25-16,0-25 0,0 25 0,0-25 0,0 0 15,0 24-15,0-24 0,0 25 0,0-25 0,-25 0 0,25 25 16,0-25-16,0 0 0,0 0 0,0 25 0,0-25 16,0 0-16,0 0 0,0 0 0,0 0 0,0 0 0,0 0 15,0 0-15,0 25 0,0-25 0,0-25 0,25 25 16,-25 0-16,0 0 0,0 0 0,0 0 0,0 0 15,25-25-15,-25 25 0,0 0 0,0-25 0,25 25 0,-25 0 16,0-25-16,25 25 0,-25-24 0,0 24 0,24-25 16,-24 25-16,25-25 0,-25 25 0,0 0 0,25-25 15,-25 25-15,0 0 0,25-25 0,-25 25 0,0 0 0,0 0 16,0 0-16,25 0 0,-25 0 0,0 25 0,0-25 0,0 0 15,0 0-15,0 25 0,0-25 0,0 0 0,0 0 16,0 25-16,0-25 0,0 25 0,0-25 0,0 0 16,0 24-16,0-24 0,0 0 0,0 25 0,0-25 0,0 0 15,0 0-15,0 25 0,0-25 0,0 0 0,24 0 16,-24 25-16,0-25 0,0 0 0,25 0 0,-25 0 15,25 0-15,-25 0 0,25 25 0,-25-25 0,25 0 0,0-25 16,-25 25-16,24 0 0,-24 0 0,25 0 0,0 0 16</inkml:trace>
  <inkml:trace contextRef="#ctx0" brushRef="#br0" timeOffset="81670.6713">10294 9203 0,'0'-25'0,"0"25"0,0 0 16,0 0-16,0 0 0,-25 0 0,25-25 0,0 25 0,-25 0 0,25 0 15,0 0-15,0 0 0,-24 25 0,24-25 0,0 0 16,0 0-16,0 0 0,0 25 0,-25-25 0,25 0 0,0 24 15,0-24-15,0 25 0,0-25 0,0 25 0,0-25 16,0 25-16,0-25 0,0 25 0,0-25 0,0 0 0,0 24 16,0-24-16,0 25 0,0-25 0,0 0 0,0 0 15,25 25-15,-25-25 0,0 0 0,0 0 0,24 0 16,-24 0-16,0 0 0,25 0 0,-25 0 0,0 0 0,25 0 15,-25 0-15,0 0 0,25 0 0,-25 0 0,0-25 16,25 25-16,-25 0 0,0-25 0,24 25 0,-24 0 16,0-24-16,0 24 0,0 0 0,0-25 0,25 25 0,-25-25 15,0 25-15,0 0 0,0-25 0,0 25 0,0 0 16,0-25-16,0 25 0,0 0 0,0 0 0,0 0 0,0 0 15,0 0-15,0 0 0,0 25 0,0-25 0,0 0 16,-25 25-16,25-25 0,0 25 0,0-25 0,0 25 0,0-25 16,0 24-16,0 1 0,0-25 0,0 25 0,0 0 15,0 0-15,0-25 0,-24 24 0,24 1 0,0-25 16,0 25-16,0 0 0,0-25 0,0 25 0,0-1 0,0-24 15,0 25-15,0 0 0,0-25 0,0 25 0,0-25 16,0 25-16,0-25 0,0 24 0,0-24 0,0 0 16,-25 25-16,25-25 0,0 0 0,0 0 0,0 25 0,-25-25 15,25 0-15,0 0 0,-25 0 0,25 25 0,-25-25 0,25 0 16,0 0-16,-24 0 0,24 0 0,-25 0 0,25 0 15,0 0-15,-25 0 0,25 0 0,-25 0 0,25 0 16,0 0-16,-25-25 0,25 25 0,0 0 0,-24 0 0,24-25 16,-25 25-16,25 0 0,0-25 0,-25 25 0,25-24 15,-25 24-15,25-25 0</inkml:trace>
  <inkml:trace contextRef="#ctx0" brushRef="#br0" timeOffset="81993.6898">9550 8855 0,'0'0'0,"0"0"0,0 0 0,0 0 16,-25 0-16,25 0 0,0 0 0,0 0 0,0 0 16,0 0-16,0 0 0,0 0 0,0 0 0,0 0 15,0 0-15,0 0 0,0 0 0,0 0 0,0 0 0,0 0 16,0 0-16,0 0 0,0 0 0,0 25 0,0-25 15,25 0-15,-25 0 0,0 0 0,0 0 0,25 0 0,-25 0 16,0 0-16,24 0 0,-24 0 0,0 0 0,25 0 16,-25 0-16,0 0 0,25 0 0,-25 0 0,25-25 0,-25 25 15,0 0-15,0 0 0,25-25 0,-25 25 0,0 0 16</inkml:trace>
  <inkml:trace contextRef="#ctx0" brushRef="#br0" timeOffset="82210.7022">9748 8682 0,'0'0'0,"25"0"16,-25 0-16,0 0 0,0 0 0,0 24 0,25-24 15,-25 0-15,0 0 0,0 0 0,25 0 0,-25 0 0,0 25 16,0-25-16,24 0 0,-24 0 0,0 25 0,0-25 16,0 25-16,0-25 0,0 0 0,0 25 0,0-25 0,0 0 15,0 24-15,-24-24 0,24 0 0,0 25 0,-25-25 16,25 0-16,0 25 0,-25-25 0,25 0 0,-25 25 47,0-25-32,25 0-15,-24 0 0,24 25 0,-25-25 0</inkml:trace>
  <inkml:trace contextRef="#ctx0" brushRef="#br0" timeOffset="82655.7277">11137 8905 0,'0'0'0,"0"-25"15,0 25-15,0 0 0,0-25 0,0 25 0,0 0 0,0-25 16,0 25-16,0 0 0,0 0 0,0 0 0,0 0 16,0 0-16,0 0 0,0 0 0,0 0 0,0 0 0,0 0 15,0 0-15,0 25 0,0-25 0,0 25 0,0 0 16,0-25-16,0 25 0,0-1 0,0 1 0,0 0 0,0 0 15,0-25-15,0 25 0,-25 0 0,25-1 0,0 1 16,0 0-16,0 0 0,0-25 0,0 25 0,0-1 16,0-24-16,0 25 0,0 0 0,0-25 0,0 25 0,0-25 15,0 25-15,0-25 0,0 24 0,0-24 0,0 0 16,0 25-16,0-25 0,0 0 0,0 0 0,0 0 0,0 0 15,0 0-15,0 0 0,-24 0 0,24 0 0,0 0 16,0 0-16,0 0 0,-25-25 0</inkml:trace>
  <inkml:trace contextRef="#ctx0" brushRef="#br0" timeOffset="82817.7369">11013 9153 0,'0'0'0,"0"-25"0,0 25 0,0 0 15,0 0-15,0 0 0,-25-25 0,25 25 0,0 0 16,0 0-16,25 0 0,-25 0 0,0 0 0,0 0 16,0 0-16,25-24 0,-25 24 0,25 0 0,-25 0 0,25 0 15,-1 0-15,1 0 0,0 0 0,-25 0 0,25-25 16,0 25-16,0 0 0,-1 0 0,1 0 0,0 0 0,-25 0 15,25-25-15,0 25 0,-1 0 0,-24 0 0,25-25 16,-25 25-16,25 0 0,-25 0 0,25-25 0,-25 25 0</inkml:trace>
  <inkml:trace contextRef="#ctx0" brushRef="#br0" timeOffset="83758.7908">11435 8781 0,'0'0'0,"-25"0"16,25 0-16,0 0 0,0 0 0,0 0 0,0 0 0,0 0 15,0 0-15,0 0 0,0 0 0,0 25 0,0-25 16,0 0-16,0 24 0,0-24 0,0 25 0,-25 0 0,25-25 15,0 25-15,0 0 0,0-25 0,0 24 0,0 1 16,0 0-16,0 0 0,0-25 0,0 25 0,0 0 0,0-1 16,0-24-16,0 25 0,0 0 0,0 0 0,0 0 15,0-25-15,0 24 0,0 1 0,-24-25 0,24 25 16,0-25-16,0 25 0,0-25 0,0 25 0,0-25 0,0 0 15,0 24-15,0-24 0,0 0 0,0 0 0,24 0 16,-24 25-16,0-25 0,0 0 0,0 0 0,0 0 0,0 0 16,0 0-16,0 0 0,0 0 0,0 0 0,25 0 15,-25-25-15,0 25 0,0 0 0,25 0 0,-25-24 0,0 24 16,25 0-16,-25-25 0,0 25 0,25-25 0,-25 25 15,0-25-15,24 25 0,-24-25 0,0 25 0,0-24 16,25 24-16,-25-25 0,0 25 0,0 0 0,0-25 0,0 25 16,25 0-16,-25 0 0,0 0 0,0 0 0,0 0 15,0 0-15,0 0 0,0 0 0,0 0 0,0 0 16,0 0-16,0 0 0,0 0 0,0 0 0,-25 0 0,25 0 15,0 25-15,0-25 0,0 0 0,0 0 0,0 25 16,0-25-16,0 24 0,0-24 0,0 0 0,0 25 0,0-25 16,0 25-16,0-25 0,0 25 0,0-25 0,0 0 15,0 25-15,0-25 0,0 24 0,0-24 0,0 0 0,0 25 16,0-25-16,25 0 0,-25 25 0,0-25 0,0 0 15,0 0-15,0 0 0,0 0 0,25 25 0,-25-25 16,0 0-16,0 0 0,0 0 0,0 0 0,25 0 0,-25-25 16,0 25-16,0 0 0,24 0 0,-24 0 0,0-25 15,25 25-15,-25 0 0,0-25 0,25 25 0,-25-24 16,0 24-16,25-25 0,-25 25 0,0-25 0,0 25 0,25-25 15,-25 25-15,0-25 0,0 1 0,0 24 0,0-25 16,24 25-16,-24-25 0,0 25 0,0-25 0,0 25 0,0 0 16,0 0-16,0 0 0,0-25 0,0 25 0,0 0 15,0 0-15,0 0 0,0 25 0,0-25 0,0 0 0,-24 0 16,24 0-16,0 25 0,0-25 0,0 0 0,0 25 15,0-25-15,0 25 0,-25-25 0,25 24 0,0-24 16,0 25-16,0-25 0,0 25 0,0-25 0,0 25 0,0-25 16,0 25-16,0-25 0,0 24 0,0-24 0,0 25 0,0-25 15,0 0-15,0 25 0,0-25 0,0 0 0,25 25 16,-25-25-16,0 0 0,0 0 0,0 0 0,0 25 15,24-25-15,-24 0 0,0 0 0,0 0 0,25 0 16,-25 0-16,0 0 0,0 0 0,25-25 0,-25 25 0,0 0 16,25 0-16,-25 0 0,0-25 78,25 25-78,-25 0 0,0-25 0,0 25 0,24-25 0,-24 25 0,0-24 0,0 24 0,25-25 0,-25 25 0,0-25 0,0 25 0,0-25 0,0 25 0,0-25 0,0 25 0,0-24 0,25 24 0,-25 0 0,0-25 0,0 25 0,0 0 0,0-25 0,0 25 0,0 0 0,-25 0 0,25 0 0,0 0 0,0 0 0,0 0 15,0 0-15,0 0 0,0 0 0,0 0 0,0 0 16,0 25-16,0-25 0,0 0 0,0 25 0,0-25 15,0 24-15,0-24 0,-25 25 0,25-25 0,0 25 78,0-25-78,0 25 0,0 0 0,0-25 0,0 24 0,0-24 0,0 0 0,0 25 0,0-25 0,0 25 0,0-25 0,0 0 0,0 25 0,0-25 0,0 0 0,0 0 0,0 25 0,25-25 0,-25 0 0,0 0 0,25 0 0,-25 24 0,25-24 0,-25 0 0,25 0 0,-25 0 0,24 0 0,1 0 16,0-24-16,-25 24 0,25 0 0,0 0 0,-1 0 16,-24-25-16</inkml:trace>
  <inkml:trace contextRef="#ctx0" brushRef="#br0" timeOffset="83999.8045">12353 9277 0,'0'0'0,"0"0"0,0 0 16,0 0-16,-25 0 0,25 0 0,0 0 0,0-25 0,0 25 15,0 0-15,0 0 0,0 0 0,0 0 0,-25 0 16,25 0-16,0 0 0,0 0 0,0 0 0,0 0 0,0 25 15,0-25-15,0 0 0,0 25 0,0-25 0,0 0 16,0 25-16,-25-25 0,25 24 0,0-24 0,0 25 16,0-25-16,0 25 0,0-25 0,0 0 0,0 25 0,0-25 15,0 25-15,0-25 0,0 0 0,0 24 0,0-24 16,0 0-16,25 0 0,-25 25 0,0-25 0,0 0 0,0 0 15,0 0-15,0 0 0,25 0 0,-25 25 0,0-25 16,0-25-16,25 25 0,-25 0 0,0 0 0,0 0 16,0 0-16,25-25 0,-25 25 0,0 0 0</inkml:trace>
  <inkml:trace contextRef="#ctx0" brushRef="#br0" timeOffset="84276.8204">12005 8855 0,'0'0'0,"0"0"0,0 0 15,0 0-15,0 0 0,25 0 0,-25 0 0,0 0 16,0 0-16,0 0 0,0 0 0,25 25 0,-25-25 0,0 0 15,0 0-15,25 25 0,-25-25 0,0 0 0,0 25 16,25-25-16,-25 0 0,0 24 0,0-24 0,0 0 16,0 25-16,0-25 0,0 0 0,0 25 0,0-25 0,0 0 15,0 0-15,0 25 0,0-25 0,0 0 0,-25 0 16,25 0-16,0 0 0,0 0 0,-25 0 0,25 0 0,0 0 15,0 0-15,0 0 0</inkml:trace>
  <inkml:trace contextRef="#ctx0" brushRef="#br0" timeOffset="84524.8346">12303 8731 0,'0'0'0,"0"0"0,0 0 16,0 0-16,0 0 0,0 0 0,0 25 0,0-25 15,0 0-15,0 0 0,0 25 0,0-25 0,0 0 0,0 25 16,-25-25-16,25 24 0,0-24 0,0 25 31,-24-25-31,24 25 0,0 0 0,0-25 0,-25 25 0,25-25 0,0 24 0,-25-24 0,25 25 0,0-25 0,-25 25 16,25-25 15,0 0 0</inkml:trace>
  <inkml:trace contextRef="#ctx0" brushRef="#br0" timeOffset="84996.8616">13196 9227 0,'0'0'16,"0"-24"-16,0 24 0,0 0 0,0 0 0,0 0 15,0 0-15,0 0 0,0 0 0,0 0 0,0 0 0,0 0 16,0 0-16,0 0 0,0 0 0,0 0 0,0 0 0,0 0 15,25 24-15,-25-24 0,0 0 0,0 0 16,0 25-16,25-25 0,-25 0 0,0 25 0,0-25 0,0 25 16,25-25-16,-25 0 0,0 25 0,0-25 0,0 24 0,0-24 15,0 25-15,0-25 0,0 0 0,0 25 0,0-25 16,0 0-16,0 25 0,24-25 0,-24 0 0,0 0 15,0 25-15,0-25 0,0 0 0,0 0 0,0 0 0,0 0 16,0 0-16,0 0 0,0 0 0,25 0 0,-25 0 16,0 0-16,0 0 0,0 0 0,0-25 0,25 25 0,-25 0 15,0 0-15,25-25 0,-25 25 0,0 0 0,25-25 16,-25 25-16,0-25 0,24 25 0,-24-24 0,0 24 15,0-25-15,25 0 0,-25 25 0,0-25 0,0 25 0,25-25 16,-25 25-16,0-24 0,0 24 0,0 0 0,25 0 16,-25-25-16,0 25 0,0 0 0,0 0 0,0 0 0,0 0 15,0-25-15,0 25 0,25 0 0,-25 0 0,0 0 16,0 0-16,0 0 0,0 0 0,0 25 0,0-25 0,0 0 15,24 0-15,-24 0 0,0 0 0,0 0 0,25 0 16,-25 0-16,0 25 0,0-25 0</inkml:trace>
  <inkml:trace contextRef="#ctx0" brushRef="#br0" timeOffset="85372.8831">13742 9327 0,'0'0'0,"0"0"15,0 0-15,0 0 0,0 0 0,0 0 0,0 0 16,0 0-16,0-25 0,0 25 0,0 0 0,0 0 0,0-25 15,0 25-15,0 0 0,0 0 0,25-25 0,-25 25 16,0 0-16,0 0 0,0-25 0,0 25 0,0 0 0,0 0 16,0-24-16,0 24 0,0 0 0,0 0 0,0-25 15,-25 25-15,25 0 0,0 0 0,0 0 0,0 0 16,-25 0-16,25-25 0,0 25 0,-25 0 0,25 0 0,-25 0 15,25 25-15,0-25 0,-24 0 0,24 0 0,0 0 16,-25 0-16,25 0 0,0 25 0,0-25 0,-25 0 16,25 24-16,0-24 0,0 0 0,0 25 0,0-25 0,-25 0 15,25 25-15,0-25 0,0 25 0,0-25 0,0 0 16,0 25-16,0-25 0,0 24 0,25-24 0,-25 0 15,0 25-15,0-25 0,0 25 0,25-25 0,-25 0 0,0 25 16,0-25-16,25 0 0,-25 25 0,0-25 0,24 0 0,-24 0 16,25 24-16,-25-24 0,25 0 0,-25 0 0,25 0 15,-25 0-15,25 25 0,-1-25 0,-24 0 0,25 0 16,0 0-16,-25 0 0,25 0 0,0 0 0,-1 0 0,1 0 15,-25 0-15,25 0 0,0-25 0</inkml:trace>
  <inkml:trace contextRef="#ctx0" brushRef="#br0" timeOffset="85688.9011">14263 9277 0,'0'-25'0,"-25"25"16,25 0-16,0-25 0,0 25 0,0 0 0,0-24 16,-25 24-16,25 0 0,0-25 0,0 25 0,0 0 0,-25 0 15,25 0-15,0-25 0,0 25 0,0 0 0,-25 0 16,25 0-16,0 0 0,0 0 0,0 0 0,0 0 15,-24 0-15,24 0 0,0 0 0,0 0 0,-25 0 0,25 25 16,0-25-16,0 0 0,-25 25 0,25-25 0,0 24 0,0-24 16,0 25-16,-25 0 0,25-25 0,0 25 0,0-25 15,0 25-15,0-25 0,0 24 0,25-24 0,-25 25 16,0-25-16,0 25 0,0-25 0,0 0 0,25 25 0,-25-25 15,0 25-15,0-25 0,25 0 0,-25 0 0,0 24 16,24-24-16,-24 0 0,25 0 0,-25 0 0,25 0 0,-25 0 16,25 0-16,-25 0 0,25 0 0,-25 0 0,24 0 15,1 0-15,-25 0 0,25-24 0,0 24 0,-25 0 16,25-25-16,0 25 0,-25 0 0,24-25 0,1 25 0,-25-25 15,25 25-15,-25-25 0,25 25 0,-25-24 0,25-1 16</inkml:trace>
  <inkml:trace contextRef="#ctx0" brushRef="#br0" timeOffset="85919.9144">14684 8905 0,'0'0'0,"0"0"0,-24 0 0,24 25 16,0-25-16,0 0 0,0 0 0,0 0 0,0 24 0,0-24 16,0 0-16,0 25 0,-25-25 0,25 25 0,0-25 0,0 25 15,0 0-15,0-25 0,0 25 0,0-1 16,0-24-16,-25 25 0,25 0 0,0 0 0,0-25 0,0 25 15,0-1-15,0 1 0,0-25 0,0 25 0,-25 0 0,25 0 16,0-25-16,0 24 0,0-24 0,0 25 0,0-25 16,0 25-16,0-25 0,0 25 0,-25-25 0,25 25 15,0-25-15,0 0 0,0 0 0,0 24 0,0-24 0,0 0 16,0 0-16,-24 0 0,24 0 0,0 0 0,0 0 15,0 0-15,-25 0 0,25-24 0,0 24 0</inkml:trace>
  <inkml:trace contextRef="#ctx0" brushRef="#br0" timeOffset="86276.9348">14511 9277 0,'25'0'0,"-25"-25"0,0 25 0,0 0 0,0-25 0,24 25 15,-24 0-15,0 0 0,25-24 0,-25 24 0,0 0 16,25 0-16,-25 0 0,0 0 0,25 0 0,-25 0 0,0 0 16,25 0-16,-25 0 0,24 0 0,-24 24 0,25-24 0,-25 0 15,0 0-15,25 0 0,-25 25 0,0-25 16,0 0-16,25 25 0,-25-25 0,0 0 0,0 25 0,0-25 0,0 0 15,0 25-15,-25-25 0,25 24 0,0-24 0,0 0 16,0 25-16,0-25 0,0 0 0,0 25 0,0-25 16,0 25-16,0-25 0,0 0 0,0 0 0,0 25 0,0-25 15,0 0-15,0 0 0,0 24 0,0-24 0,0 0 16,0 0-16,25 0 0,-25 0 0,0 0 0,25 0 15,-25 0-15,0 0 0,24 0 0,-24 0 0,25-24 0,0 24 16,-25 0-16,25 0 0,-25-25 0,0 25 0,25 0 16,-25-25-16,0 25 0,0-25 0,24 25 0,-24-25 0,0 25 15,0-24-15,0 24 0,0-25 0,0 25 0,0-25 16,0 25-16,0 0 0,0-25 0,0 25 0,-24-25 0,24 25 16,0 0-16,0 0 0,0-24 0,0 24 15,-25 0-15,25 0 0,0 0 0,0 0 0,0 0 0,-25 0 16,25 0-16,0 0 0,0 0 0,-25 0 0,25 0 0,0-25 15,0 25-15,-25 0 0,25 0 0</inkml:trace>
  <inkml:trace contextRef="#ctx0" brushRef="#br0" timeOffset="86472.946">14957 8979 0,'0'0'0,"0"0"0,0 0 0,0 25 0,0-25 15,25 0-15,-25 0 0,0 0 0,0 0 0,25 25 16,-25-25-16,0 0 0,0 25 0,25-25 0,-25 0 0,0 25 15,0-25-15,0 24 0,0-24 0,0 0 0,0 25 16,0-25-16,0 25 0,0-25 0,-25 25 0,25-25 16,0 0-16,-25 25 0,25-25 0,-25 0 0,25 0 0,-25 24 15,25-24-15</inkml:trace>
  <inkml:trace contextRef="#ctx0" brushRef="#br0" timeOffset="87168.9858">16421 8954 0,'0'0'0,"0"0"0,0 0 0,0 0 0,0 0 15,0 0-15,-25 0 0,25 0 0,0 25 0,0-25 16,0 0-16,0 0 0,0 0 0,0 25 0,0-25 0,-25 25 15,25-25-15,0 25 0,0 0 0,0-25 0,0 24 16,0 1-16,0 0 0,0 0 0,0-25 0,0 25 16,-25-1-16,25 1 0,0-25 0,0 25 0,0 0 15,0 0-15,0-25 0,-25 24 0,25-24 0,0 25 0,0-25 16,0 25-16,0-25 0,0 25 0,0-25 0,0 25 15,0-25-15,-24 0 0,24 0 0,0 24 0,0-24 0,0 0 16,0 0-16,0 0 0,0 0 0,-25 0 0,25 0 0,0 0 16,0 0-16,-25 0 0,25 0 0</inkml:trace>
  <inkml:trace contextRef="#ctx0" brushRef="#br0" timeOffset="87334.9953">16272 9203 0,'25'0'0,"-25"0"0,0 0 0,0-25 0,0 25 0,0 0 15,0 0-15,0-25 0,0 25 0,24 0 0,-24 0 16,0 0-16,25-25 0,-25 25 0,25 0 0,0 0 15,-25 0-15,25 0 0,-25 0 0,25 0 0,-1 0 0,-24 0 16,25 0-16,0 0 0,-25 0 0,25 25 0,-25-25 16,25 0-16,-25 25 0,24-25 0,-24 25 0,25-25 15,-25 24-15,25-24 0,-25 25 0</inkml:trace>
  <inkml:trace contextRef="#ctx0" brushRef="#br0" timeOffset="87922.0289">16594 9426 0,'0'0'0,"0"0"0,0 0 0,0 0 16,0-25-16,0 25 0,0 0 0,0-25 15,0 25-15,0 0 0,0-25 0,0 25 0,0 0 0,0-24 16,0 24-16,25 0 0,-25-25 0,0 25 0,0 0 0,25 0 16,-25-25-16,0 25 0,25 0 0,-25 0 0,25 0 15,-25 0-15,0 0 0,24 0 0,-24 0 0,0 0 16,0 0-16,25 0 0,-25 0 0,0 0 0,0 0 0,0 0 15,0 25-15,25-25 0,-25 0 0,0 25 0,0-25 16,0 0-16,0 24 0,0-24 0,-25 0 0,25 25 0,0-25 16,0 25-16,0-25 0,0 0 0,-25 25 0,25-25 15,0 25-15,0-25 0,0 0 0,0 24 0,0-24 0,0 25 16,0-25-16,0 0 0,0 0 0,0 25 15,0-25-15,0 0 0,0 0 0,25 25 0,-25-25 0,0 0 16,0 0-16,25 0 0,-25 0 0,25 0 0,-25 0 0,0 0 16,25 0-16,-1 0 0,-24 0 0,25 0 0,0 0 15,-25 0-15,25 0 0,0 0 0,-1 0 0,-24-25 0,25 25 16,0 0-16,-25 0 0,25-25 0,0 25 0,-25 0 15,0-25-15,24 25 0,-24 0 0,25-24 0,-25 24 16,0-25-16,0 25 0,0 0 0,0-25 0,25 25 0,-25-25 16,0 25-16,-25 0 0,25-25 0,0 25 0,0 0 15,0-24-15,0 24 0,0 0 0,0-25 0,0 25 0,0 0 16,-25 0-16,25 0 0,0-25 0,0 25 0,0 0 15,0 0-15,-24 0 0,24 0 0,0 0 0,0 25 16,0-25-16,-25 0 0,25 0 0,0 25 0,0-25 0,0 0 16,-25 24-16,25-24 0,0 25 0,0-25 0,-25 25 15,25-25-15,0 25 0,0-25 0,0 25 0,0-25 0,0 24 16,0-24-16,0 0 0,0 25 0,0-25 0,0 25 15,0-25-15,0 0 0,0 25 0,0-25 0,0 0 0,25 0 16,-25 25-16,0-25 0,0 0 0,25 0 0,-25 0 16,0 0-16,25 0 0,-25 0 0,24 0 0,-24 0 15,25 0-15,0 0 0,-25 0 0,25 0 0,0-25 0,-1 25 16,-24 0-16,25 0 0,0-25 0,-25 25 0,25-25 15,-25 25-15,25 0 0,-25-25 0,24 25 0,-24-24 16,0-1-16</inkml:trace>
  <inkml:trace contextRef="#ctx0" brushRef="#br0" timeOffset="88251.0477">17388 9327 0,'0'0'0,"25"0"15,-25 0-15,0 0 0,0 0 0,0 0 0,25 0 16,-25 0-16,0 0 0,0 0 0,0 0 0,0 0 15,0 0-15,-25 0 0,25 24 0,0-24 0,0 0 0,0 25 16,0-25-16,0 0 0,0 25 0,0-25 0,0 25 16,0-25-16,-25 25 0,25-25 0,0 24 0,0-24 15,0 0-15,0 25 0,0-25 0,0 0 0,0 25 0,-25-25 16,25 0-16,0 25 0,0-25 0,0 0 0,0 0 15,0 0-15,25 0 0,-25 0 0,0 0 0,0 0 0,0 0 16,25 0-16,-25 0 0,0 0 0,25 0 0,-25 0 16,24 0-16,-24-25 0,25 25 0,0 0 0,-25 0 0,25-25 15,-25 25-15,25 0 0,-25-25 0,25 25 0,-1 0 16,-24-24-16,0 24 0,25 0 0,-25 0 0,0 0 15,0 0-15,25 0 0,-25 0 0,0 0 0,0 0 0,0 0 16,0 0-16,0 0 0,0 24 0,0-24 0,0 0 16,-25 25-16,25-25 0,0 0 0,0 25 0,0-25 0,0 0 15,0 25-15,0-25 0,0 0 0,-25 0 0,25 25 16,0-25-16,0 0 0,0 24 0,0-24 0,0 0 15,0 0-15,0 25 0,0-25 0,0 0 0,0 0 0,-24 0 16,24 0-16,0 0 0,0 0 0,0 0 0,0 0 16,-25 0-16</inkml:trace>
  <inkml:trace contextRef="#ctx0" brushRef="#br0" timeOffset="88487.0612">17165 9128 0,'0'-25'0,"0"25"0,0 0 0,0-24 0,0 24 0,0 0 15,0-25-15,0 25 0,0 0 0,25 0 0,-25-25 16,0 25-16,24 0 0,-24 0 0,25-25 0,-25 25 16,25 0-16,-25 0 0,25 0 0,0 0 0,-25 0 0,24 0 15,1 0-15,-25 0 0,25 0 0,-25 0 0,25 0 16,-25 25-16,0-25 0,25 0 0,-25 25 0,0-25 15,24 25-15,-24-25 0,0 0 0,0 24 0,0-24 0,0 25 16,0-25-16,25 25 0,-25-25 0,0 25 0,0-25 0,0 0 16,0 25-16</inkml:trace>
  <inkml:trace contextRef="#ctx0" brushRef="#br0" timeOffset="88806.0794">18504 9674 0,'0'0'0,"0"0"0,0 0 0,-25 0 0,25 0 0,0-25 16,0 25-16,0 0 0,0 0 0,0 0 0,0 0 0,25 0 0,-25 0 0,0 0 0,25-25 0,0 25 0,-25 0 0,25 0 0,0-25 0,-1 25 0,1 0 0,-25-24 0,25 24 0,0-25 0,0 25 0,-1 0 0,1-25 0,0 25 0,0-25 16,-25 25-16,25-25 0,-1 25 0,-24-24 0</inkml:trace>
  <inkml:trace contextRef="#ctx0" brushRef="#br0" timeOffset="89030.0923">19000 9103 0,'0'0'0,"0"-24"0,-24 24 16,24 0-16,0 0 0,0 0 0,0-25 0,0 25 15,0 0-15,0 0 0,0 25 0,-25-25 0,25 0 0,0 0 16,0 24-16,0 1 0,0-25 0,0 25 0,-25 0 15,25-25-15,0 25 0,0-1 0,0 1 0,-25 0 16,25 0-16,0 0 0,0-1 0,0 1 0,0 0 0,-25 0 16,25-25-16,0 25 0,0-1 0,0 1 0,-24-25 15,24 25-15,0 0 0,0 0 0,0-25 0,0 24 0,0-24 16,0 25-16,0-25 0,0 25 0,-25-25 0,25 0 15,0 25-15,0-25 0,0 0 0,0 0 0,0 0 16,0 0-16,-25 0 0,25-25 0,0 25 0,0 0 0,0 0 16</inkml:trace>
  <inkml:trace contextRef="#ctx0" brushRef="#br0" timeOffset="89191.1015">18777 9376 0,'0'0'0,"0"0"0,0-25 0,0 25 0,0 0 0,0 0 16,0 0-16,25-24 0,-25 24 0,0 0 0,25 0 15,-25 0-15,25 0 0,-25-25 0,24 25 0,1 0 0,-25 0 16,25 0-16,0 0 0,0 0 0,-1 0 0,1 0 15,-25 0-15,25 0 0,0 0 0,0 0 0,-25 0 0,24 0 16,-24 0-16,25 25 0,-25-25 0,0 0 0,25 0 16,-25 24-16,0-24 0</inkml:trace>
  <inkml:trace contextRef="#ctx0" brushRef="#br0" timeOffset="89750.1334">19100 9426 0,'0'0'0,"0"0"0,0 0 0,-25 0 16,25 0-16,0 0 0,0 0 0,0 0 0,0 0 0,25 0 16,-25 0-16,0 0 0,0 0 0,0 0 0,24 0 15,-24 0-15,0-25 0,25 25 0,-25 0 0,25 0 0,-25-25 16,25 25-16,-25 0 0,25-25 0,-1 25 0,-24 0 15,25-24-15,-25 24 0,25 0 0,0-25 0,-25 25 0,25-25 16,-25 25-16,24-25 0,1 25 0,-25-25 0,25 25 16,-25-24-16,0 24 0,25-25 0,-25 25 0,0 0 15,0-25-15,25 25 0,-25-25 0,0 25 0,0-25 0,-25 25 16,25 0-16,0-24 0,0 24 0,0-25 0,0 25 15,-25 0-15,25 0 0,0-25 0,-25 25 0,25 0 0,0 0 16,-25 0-16,25 0 0,0-25 0,-24 25 0,24 0 16,0 0-16,0 0 0,-25 25 0,25-25 0,0 0 15,0 0-15,-25 0 0,25 0 0,0 25 0,0-25 0,0 25 16,-25-25-16,25 24 0,0 1 0,0-25 0,0 25 15,0 0-15,-25 0 0,25-25 0,0 24 0,0 1 0,0 0 16,-24-25-16,24 25 0,0 0 0,0-1 0,0-24 16,-25 25-16,25-25 0,0 25 0,0 0 0,0-25 15,0 25-15,0-25 0,-25 0 0,25 24 0,0-24 0,0 0 16,0 25-16,0-25 0,0 0 0,0 0 0,0 0 15,0 0-15,0 0 0,0 0 0,0 0 0,0 0 0,0 0 16,0 0-16,0 0 0,0 0 0,25 0 0,-25 0 16,0 0-16,25 0 0,-25-25 0,0 25 0,24 0 0,-24 0 15,25-24-15,-25 24 0,25 0 0,-25-25 0,25 25 16,-25 0-16,0 0 0,25-25 0,-25 25 0,0 0 15,0 0-15,24 0 0,-24 0 0,0 0 0,0 0 0,0 0 16,0 0-16,0 0 0,0 0 0,0 25 0,0-25 16,0 0-16,0 25 0,0-25 0,0 0 0,0 24 15,0-24-15,0 0 0,0 25 0,0-25 0,0 25 0,0-25 16,0 0-16,0 25 0,0-25 0,0 0 0,0 25 15,0-25-15,0 0 0,0 24 0,0-24 0,0 0 0,0 25 16,25-25-16,-25 0 0,0 0 0,25 0 0,-25 25 16,25-25-16,-25 0 0,25 0 0,-25 0 0,24 0 0,1 0 15,-25-25-15</inkml:trace>
  <inkml:trace contextRef="#ctx0" brushRef="#br0" timeOffset="90251.1621">19769 9550 0,'0'0'0,"0"-25"0,0 25 0,0 0 0,0-25 15,0 25-15,0-25 0,0 25 0,0 0 0,0-24 16,0 24-16,-24 0 0,24-25 0,0 25 0,0 0 0,0-25 15,-25 25-15,25 0 0,0 0 0,0-25 0,-25 25 16,25 0-16,0 0 0,0 0 0,-25 0 0,25 0 16,0 0-16,0 0 0,0 0 0,-25 0 0,25 0 0,0 0 15,-24 0-15,24 0 0,0 0 0,0 0 0,-25 25 16,25-25-16,0 0 0,-25 25 0,25-25 0,0 25 15,-25-25-15,25 24 0,0-24 0,-25 0 0,25 25 0,0-25 16,0 25-16,0-25 0,-25 25 0,25-25 0,0 25 0,0-25 16,0 0-16,0 24 0,0-24 0,0 0 15,0 25-15,0-25 0,0 0 0,0 25 0,25-25 0,-25 0 16,0 0-16,0 0 0,25 0 0,-25 0 0,0 0 0,25 0 15,-25 0-15,25 0 0,-25 0 0,0 0 0,25 0 16,-25-25-16,24 25 0,-24 0 0,25-25 0,-25 25 0,25 0 16,-25-24-16,0 24 0,25-25 0,-25 25 0,0 0 15,25-25-15,-25 25 0,0-25 0,24 25 0,-24 0 16,0-25-16,0 25 0,0 0 0,0-24 0,0 24 15,0 0-15,0 0 0,0 0 0,0-25 0,0 25 0,0 0 16,0 0-16,0 0 0,0 0 0,0 0 0,0 25 0,0-25 16,0 0-16,0 0 0,0 0 0,0 24 0,-24-24 15,24 0-15,0 25 0,0-25 0,0 0 0,0 25 16,0-25-16,-25 25 0,25-25 0,0 0 0,0 25 0,0-25 15,0 24-15,0-24 0,0 0 0,0 25 0,0-25 16,0 0-16,0 0 0,0 25 0,0-25 0,25 0 0,-25 0 16,0 0-16,0 0 0,0 0 0,24 0 0,-24 0 15,0 0-15,0 0 0,25 0 0,-25 0 0,0 0 0,25-25 16,-25 25-16,25 0 0,-25 0 0,0-25 0,0 25 15,25-24-15,-25 24 0</inkml:trace>
  <inkml:trace contextRef="#ctx0" brushRef="#br0" timeOffset="90621.1833">19943 9426 0,'0'-25'15,"0"25"-15,0 0 0,25 0 0,-25-25 0,0 25 0,0 0 16,0 0-16,0 0 0,0 0 0,0 0 0,0 0 15,0 0-15,0 25 0,-25-25 0,25 0 0,0 0 0,0 25 16,0-25-16,0 25 0,0-25 0,0 0 0,0 24 16,0-24-16,0 0 0,0 25 0,-25-25 0,25 25 15,0-25-15,0 0 0,0 25 0,0-25 0,0 0 0,0 25 16,0-25-16,0 0 0,0 0 0,0 0 0,0 24 15,0-24-15,0 0 0,0 0 0,0 0 0,0 0 16,0 0-16,0 0 0,0 0 0,25 0 0,-25 0 0,0-24 16,25 24-16,-25 0 0,0 0 0,25 0 0,-25-25 15,24 25-15,-24 0 0,25-25 0,-25 25 0,25 0 0,-25-25 16,0 25-16,25 0 0,-25-25 0,0 25 0,25 0 15,-25 0-15,0 0 0,0 0 0,0 0 0,0 0 0,0 0 16,0 0-16,0 0 0,0 0 0,0 0 0,0 0 16,0 0-16,0 0 0,-25 25 0,25-25 0,0 0 15,0 25-15,0-25 0,0 0 0,0 25 0,0-25 0,0 0 16,0 25-16,0-25 0,0 0 0,0 24 0,0-24 15,0 0-15,25 0 0,-25 25 0,0-25 0,0 0 16,24 0-16,-24 0 0,25 0 0,-25 0 0,25 0 0,-25 0 16,25 0-16,0 0 0,-25 0 0,24 0 0,1-25 0,-25 25 15,25 0-15,0 0 0,-25-24 0,25 24 0,-1 0 16</inkml:trace>
  <inkml:trace contextRef="#ctx0" brushRef="#br0" timeOffset="91006.2053">20637 9079 0,'0'0'15,"0"0"-15,0 0 0,0 0 0,-24 0 0,24 0 0,0 0 16,0 24-16,0-24 0,0 0 0,0 0 0,0 25 16,0-25-16,0 25 0,-25-25 0,25 25 0,0-25 0,0 25 15,0-25-15,0 24 0,0 1 0,-25-25 0,25 25 16,0 0-16,0-25 0,0 25 0,-25-1 0,25-24 15,0 25-15,0-25 0,0 25 0,0-25 0,0 25 0,-25-25 16,25 25-16,0-25 0,0 24 0,0-24 0,0 0 16,-24 25-16,24-25 0,0 0 0,0 0 0,0 0 0,0 0 15,0 25-15,0-25 0,0 0 0,0 0 0,0 0 16,24 0-16,-24 0 0,0 0 0,0 0 0,25-25 15,-25 25-15,0 0 0,25 0 0,-25 0 0,0-25 0,25 25 16,-25 0-16,25 0 0,-25 0 0,0-24 0,24 24 16,-24 0-16,0 0 0,0 0 0,0 0 0,25 0 0,-25 0 15,0 0-15,0 0 0,0 24 0,-25-24 0,25 0 16,0 25-16,0-25 0,0 0 0,0 25 0,0-25 15,0 25-15,0-25 0,-24 0 0,24 25 0,0-25 0,0 24 16,0-24-16,-25 0 0,25 25 0,0-25 0,0 0 16,0 0-16,0 0 0,-25 0 0,25 25 0,0-50 0,0 25 15,0 0-15,-25 0 0,25 0 0,0 0 0</inkml:trace>
  <inkml:trace contextRef="#ctx0" brushRef="#br0" timeOffset="91191.2159">19993 9079 0,'0'0'0,"0"0"0,0 0 0,0 0 16,0 0-16,0 0 0,0 0 0,0 0 0,0 0 16,24 0-16,-24 0 0,0 0 0,25 0 0,-25 0 0,25 0 15,-25 0-15,25 0 0,0 0 0,-1 0 0,-24 24 16,25-24-16,0 0 0,0 0 0,0 0 0,-25 0 0,24 25 15,1-25-15,-25 0 0,25 0 0</inkml:trace>
  <inkml:trace contextRef="#ctx0" brushRef="#br0" timeOffset="92373.2835">21903 9575 0,'0'0'0,"0"0"16,0-25-16,24 25 0,-24 0 0,0 0 0,0 0 0,0-25 15,0 25-15,0 0 0,25 0 0,-25-25 0,0 25 0,25 0 16,-25-25-16,25 25 0,-25 0 0,25-24 0,-25 24 15,24 0-15,-24-25 0,25 25 0,0 0 0,-25-25 16,25 25-16,0-25 0,-1 25 0,-24 0 0,25-25 0,0 25 16,0-24-16,0 24 0,-1-25 0,1 25 0,0-25 15,0 0-15,-25 25 0,25-25 0,-1 25 0,1-24 0,-25-1 16,25 25-16,-25-25 0,25 25 0,-25-25 0,0 0 15,25 25-15,-25-24 0,0 24 0,0-25 0,0 25 16,0-25-16,0 25 0,0-25 0,-25 25 0,25 0 0,0-25 16,0 25-16,-25 0 0,25 0 0,0-25 0,-25 25 15,25 0-15,-25 0 0,25 0 0,-24 0 0,24-24 0,-25 24 16,25 0-16,-25 0 0,25 0 0,0 0 0,-25 0 15,25 0-15,0 0 0,-25 0 0,25 0 0,0 0 16,0 0-16,-24 24 0,24-24 0,0 0 0,0 25 0,-25-25 16,25 0-16,0 25 0,0 0 0,0-25 0,0 25 15,-25 0-15,25-25 0,0 24 0,0 1 0,0 0 0,0 0 16,0-25-16,-25 25 0,25-1 0,0 1 0,0 0 15,0 0-15,0-25 0,-25 25 0,25-1 0,0 1 0,0 0 16,-24-25-16,24 25 0,0 0 0,0-25 0,0 24 16,-25 1-16,25-25 0,0 25 0,0-25 0,0 25 15,0-25-15,0 0 0,0 25 0,-25-25 0,25 0 0,0 0 16,0 0-16,0 24 0,0-24 0,0 0 0,0 0 15,0 0-15,0 0 0,0 0 0,0 0 0,0 0 16,0 0-16,25 0 0,-25 0 0,0-24 0,25 24 0,-25 0 16,0 0-16,24-25 0,-24 25 0,25 0 0,-25 0 0,25-25 15,0 25-15,-25-25 0,25 25 0,-25 0 0,24 0 16,-24-25-16,25 25 0,-25 0 0,25 0 0,-25 0 15,0-24-15,0 24 0,25 0 0,-25 0 0,0 0 0,0 0 16,0 0-16,0 0 0,0 24 0,0-24 0,0 0 16,0 0-16,0 0 0,0 0 0,0 25 0,0-25 15,-25 0-15,25 0 0,0 25 0,0-25 0,0 0 0,0 25 16,0-25-16,0 25 0,0-25 0,0 0 0,0 24 15,0-24-15,0 0 0,0 25 0,0-25 0,0 25 0,0-25 16,0 0-16,25 0 0,-25 25 0,0-25 0,0 0 16,0 0-16,0 0 0,25 0 0,-25 0 0,0 0 0,24 0 15,-24 0-15,0 0 0,25 0 0,-25 0 0,25 0 16,-25-25-16,25 25 0,-25 0 0,25-25 0,-25 25 15,0 0-15,24-25 0,-24 25 0,0 0 0,25-24 0,-25 24 16,0 0-16,0-25 0,0 25 0,0-25 0,25 25 16,-25-25-16,0 25 0,0 0 0,0-25 0,0 25 15,0-24-15,25 24 0,-25 0 0,0 0 0,0-25 0,0 25 16,0 0-16,0 0 0,0 0 0,0 0 0,0 0 0,0 0 15,0 25-15,0-25 0,-25 0 0,25 24 0,0-24 16,0 0-16,-25 25 0,25-25 0,0 25 0,0 0 16,-25-25-16,25 25 0,0-1 0,0-24 0,0 25 0,-24 0 15,24 0-15,0 0 0,-25-25 0,25 24 0,0 1 16,-25 0-16,25-25 0,0 25 0,-25 0 0,25-1 15,0-24-15,-25 25 0,25 0 0,0-25 0,0 25 0,-24-25 16,24 25-16,0-1 0,0-24 0,0 25 0,0-25 16,-25 0-16,25 25 0,0-25 0,0 25 0,0-25 0,0 0 15,0 0-15,0 0 0,0 25 0,0-25 0,0 0 16,0 0-16,-25 0 0,25 0 0,0 0 0,0 0 0,0 0 15,0 0-15,0 0 0,0-25 0,0 25 0,0 0 16,25 0-16,-25-25 0</inkml:trace>
  <inkml:trace contextRef="#ctx0" brushRef="#br0" timeOffset="92678.3009">22721 9351 0,'0'0'0,"0"-24"0,25 24 0,-25 0 0,0 0 16,25-25-16,-25 25 0,0 0 0,0 0 0,25 0 16,-25 0-16,24 0 0,-24 0 0,0 25 0,25-25 0,-25 0 15,0 0-15,25 24 0,-25-24 0,0 0 0,0 25 0,25-25 16,-25 25-16,0-25 0,0 25 0,0-25 0,0 25 15,0-25 48,0 0-63,-25 24 0,25-24 0,0 25 0,-25-25 0,25 0 0,0 25 0,-25-25 0,25 0 0,-24 25 15,24-25-15,-25 0 0,25 0 0,-25 0 0,25 0 0,0 25 0,-25-25 0,25 0 0,-25 0 0,25 0 0,0 0 0,0-25 0,-25 25 0,25 0 0,0 0 0,0 0 0,0-25 0,0 25 0,0-25 0,0 25 0,0-25 16</inkml:trace>
  <inkml:trace contextRef="#ctx0" brushRef="#br0" timeOffset="92931.3154">23168 9004 0,'0'0'0,"0"0"0,0 0 16,0 0-16,0 0 0,0 0 0,0 0 0,0 0 15,0 0-15,0 25 0,0-25 0,0 0 0,0 25 16,0-25-16,0 25 0,-25-25 0,25 24 0,0 1 0,0 0 16,0-25-16,0 25 0,0 0 0,-25-1 0,25 1 15,0 0-15,0-25 0,-25 25 0,25 0 0,0-1 0,0-24 16,0 25-16,-25 0 0,25-25 0,0 25 0,0-25 15,0 25-15,-24-25 0,24 0 0,0 24 0,0-24 16,0 0-16,0 0 0,-25 0 0,25 0 0,0 0 0,0 0 16,0 0-16</inkml:trace>
  <inkml:trace contextRef="#ctx0" brushRef="#br0" timeOffset="93087.3243">22969 9327 0,'0'0'0,"0"0"0,0 0 0,0 0 0,0 0 16,0 0-16,0 0 0,0 0 0,0 0 0,0 0 15,25 0-15,-25 0 0,0 0 0,25 0 0,-25 0 0,25 0 16,-25 0-16,24 0 0,1 0 0,-25 0 0,25 24 15,0-24-15,0 0 0,-25 0 0,24 0 0,1 0 0,0 0 16,-25 0-16,25 25 0,0-25 0,-25 0 0,24 0 16,-24 0-16</inkml:trace>
  <inkml:trace contextRef="#ctx0" brushRef="#br0" timeOffset="93801.3652">24457 9351 0,'0'0'0,"0"-24"0,0 24 16,0 0-16,0-25 0,0 25 0,0 0 0,0 0 15,0-25-15,0 25 0,0 0 0,0 0 0,0 0 0,0-25 16,0 25-16,0 0 0,0 0 0,0 0 0,0 0 16,0 0-16,0 0 0,0 0 0,0 0 0,0 25 0,25-25 15,-25 0-15,0 0 0,0 0 0,0 25 0,0-25 16,0 25-16,0-25 0,0 24 0,0-24 0,-25 25 15,25-25-15,0 25 0,0-25 0,0 0 0,0 25 0,-24-25 16,24 25-16,0-25 0,0 24 0,-25-24 0,25 0 16,0 25-16,0-25 0,0 0 0,0 25 0,0-25 0,0 0 15,0 0-15,0 0 0,-25 25 0,25-25 0,0 0 16,0 0-16,0 0 0,0 0 0,25 0 0,-25 0 15,0 0-15,0-25 0,0 25 0,25 0 0,-25 0 0,0 0 16,24-25-16,-24 25 0,25 0 0,0-25 0,-25 25 16,25-24-16,0 24 0,-1-25 0,-24 25 0,25-25 0,0 25 15,-25-25-15,25 25 0,-25-25 0,25 25 0,-25 0 16,24 0-16,-24 0 0,0-24 0,25 24 0,-25 0 0,0 0 15,0 0-15,0 0 0,0 0 0,0 24 0,0-24 16,0 0-16,0 0 0,0 25 0,0-25 0,0 0 16,0 25-16,0-25 0,0 0 0,-25 25 0,25-25 0,0 25 15,0-25-15,0 24 0,-24-24 0,24 0 0,0 25 16,0-25-16,0 25 0,0-25 0,-25 0 0,25 25 0,0-25 15,0 0-15,0 25 0,0-25 0,0 24 0,0-24 16,0 0-16,0 0 0,0 25 0,0-25 0,0 0 16,25 0-16,-25 0 0,24 0 0,-24 0 0,25 0 0,-25 0 15</inkml:trace>
  <inkml:trace contextRef="#ctx0" brushRef="#br0" timeOffset="94505.4054">25574 9475 0,'0'0'0,"0"0"16,0 0-16,0-24 0,0 24 0,0 0 0,-25-25 0,25 25 15,0 0-15,0 0 0,0-25 0,0 25 0,-25 0 0,25 0 16,0-25-16,-25 25 0,25 0 0,0 0 0,0 0 15,-25 0-15,25-25 0,0 25 0,-24 0 0,24 0 16,-25 0-16,25 0 0,0 0 0,-25 0 0,25 0 0,-25 0 16,25 0-16,0 25 0,-25-25 0,25 0 0,-24 0 15,24 0-15,-25 25 0,25-25 0,0 0 0,-25 25 0,25-25 16,0 25-16,-25-25 0,25 24 0,0-24 0,0 25 15,-25-25-15,25 25 0,0-25 0,0 25 0,0-25 0,0 25 16,25-25-16,-25 0 0,0 24 0,0-24 0,0 0 16,25 25-16,-25-25 0,0 0 0,25 0 0,-25 0 15,0 0-15,25 0 0,-25 0 0,24 0 0,-24 0 0,25 0 16,-25 0-16,25 0 0,-25 0 0,25-25 0,-25 25 15,25 0-15,-25 0 0,0-24 0,24 24 0,-24 0 16,25-25-16,-25 25 0,0 0 0,25-25 0,-25 25 0,0-25 47,25 25-47,-25-25 0,0 25 0,25 0 0,-25-24 0,0 24 0,0-25 0,0 25 0,0 0 0,24-25 0,-24 25 0,0 0 0,0 0 0,0 0 0,0-25 0,0 25 15,0 0-15,0 0 0,0 0 0,0 0 0,0 0 0,0 0 16,0 0-16,0 25 0,0-25 0,0 0 0,-24 0 16,24 0 15,0 0-31,0 25 0,0-25 0,0 0 0,0 25 0,0-25 0,0 24 0,0-24 0,0 0 15,0 25-15,-25-25 0,25 0 0,0 25 0,0-25 0,0 25 0,0-25 0,0 0 0,0 25 0,0-25 0,25 0 0,-25 24 16,0-24-16,0 0 0,0 0 0,0 25 0,0-25 16,24 0-16,-24 0 0,0 0 0,0 0 0,25 0 15,-25 0 63,25 0-78,-25 0 0,0 0 0,25 0 0,-25-25 0,25 25 0,-25 0 0,0-24 0,24 24 0</inkml:trace>
  <inkml:trace contextRef="#ctx0" brushRef="#br0" timeOffset="94888.4273">25822 9401 0,'0'-25'0,"0"25"0,24 0 0,-24 0 0,0 0 0,0 0 16,0 0-16,0 0 0,0 0 0,-24 0 0,24 0 15,0 0-15,0 0 0,0 0 0,0 25 0,0-25 0,0 0 16,0 25-16,-25-25 0,25 0 0,0 25 0,0-25 16,0 24-16,0-24 0,0 25 0,-25-25 0,25 0 15,0 25-15,0-25 0,0 25 0,-25-25 0,25 0 0,0 25 16,0-25-16,0 24 0,0-24 0,0 0 0,0 0 15,0 0-15,0 25 0,0-25 0,0 0 0,0 0 0,0 0 16,0 0-16,0 0 0,0 0 0,0 0 0,0 0 16,0 0-16,25 0 0,-25 0 0,0-25 0,0 25 0,25 0 15,-25 0-15,0-24 0,25 24 0,-25 0 0,24-25 16,-24 25-16,25-25 0,-25 25 0,25 0 0,-25-25 0,25 25 15,-25 0-15,25 0 0,-25-25 0,0 25 0,25 0 16,-25 0-16,0 0 0,0 0 0,0 0 0,0 0 16,0 0-16,0 0 0,0 0 0,0 0 0,0 0 0,0 0 15,0 25-15,0-25 0,0 0 0,0 25 0,0-25 16,0 25-16,-25-25 0,25 0 0,0 25 0,0-25 15,0 24-15,-25-24 0,25 0 0,0 25 0,0-25 0,0 25 16,0-25-16,0 0 0,0 25 0,0-25 0,0 0 16,0 0-16,0 25 0,0-25 0,0 0 0,0 0 0,0 0 15,0 0-15,0 0 0,0 0 0,0 0 0,25 0 16,-25 0-16,0 0 0,0 0 0,0-25 0,0 25 0,25 0 15,-25-25-15</inkml:trace>
  <inkml:trace contextRef="#ctx0" brushRef="#br0" timeOffset="95133.4413">25574 9178 0,'0'-25'0,"-25"25"16,25 0-16,0 0 0,0 0 0,0-25 0,0 25 0,25 0 15,-25 0-15,0-25 0,0 25 0,0 0 0,0 0 16,24-24-16,-24 24 0,0 0 0,25-25 0,-25 25 16,0 0-16,25-25 0,-25 25 0,25 0 0,-25 0 0,0-25 15,25 25-15,-25 0 0,0 0 0,24 0 0,-24 0 16,0 0-16,25 0 0,-25 0 0,0 0 0,0 0 0,25 25 15,-25-25-15,0 0 0,0 0 0,0 0 0,25 0 16,-25 25-16,0-25 0,0 0 0,0 0 0,0 0 0,25 25 16,-25-25-16,0 0 0,0 0 0,0 0 0,0 0 15,24 0-15,-24 0 0</inkml:trace>
  <inkml:trace contextRef="#ctx0" brushRef="#br0" timeOffset="95360.4543">26119 8781 0,'0'0'0,"0"0"0,0 0 0,0 0 0,25 0 0,-25 0 0,0 0 0,25 25 0,-25-25 0,25 0 0,-25 0 0,25 0 0,-25 24 0,24-24 47,-24 0-47,25 25 0,-25-25 0,0 25 0,25-25 0,-25 0 0,0 25 0,0-25 0,0 25 0,0-25 0,-25 24 0,25-24 0,0 0 0,-25 25 0,25-25 0,-24 0 0,24 25 0,-25-25 0,0 0 0,25 0 15,-25 25-15,0-25 0,1 0 0</inkml:trace>
  <inkml:trace contextRef="#ctx0" brushRef="#br0" timeOffset="95877.4839">27037 9203 0,'0'-25'0,"0"25"0,0 0 0,25-25 15,-25 25-15,0-25 0,0 25 0,0 0 0,-25-25 16,25 25-16,0 0 0,0 0 0,0-24 0,0 24 0,0 0 15,0-25-15,0 25 0,-25 0 0,25 0 0,0-25 16,0 25-16,0 0 0,-25 0 0,25 0 0,0 0 0,-24 0 16,24 0-16,-25 0 0,25 0 0,0 25 0,-25-25 15,25 0-15,-25 25 0,25-25 0,-25 24 0,25 1 16,-24-25-16,24 25 0,-25 0 0,25 0 0,0-25 0,0 24 15,-25 1-15,25 0 0,0-25 0,0 25 0,0 0 0,0-25 16,0 24-16,0 1 0,0-25 0,0 25 0,0-25 16,0 25-16,0-25 0,0 0 0,25 25 0,-25-25 15,0 24-15,25-24 0,-25 0 0,0 25 0,24-25 0,-24 0 16,0 0-16,25 0 0,-25 25 0,25-25 0,-25 0 15,25 0-15,-25 0 0,0 0 0,25 0 0,-25 0 16,0 0-16</inkml:trace>
  <inkml:trace contextRef="#ctx0" brushRef="#br0" timeOffset="96184.5015">26963 9550 0,'0'0'0,"0"0"16,0 0-16,0 0 0,0 0 0,0 0 0,0 0 0,0 0 15,0 0-15,0 0 0,0 0 0,0 0 0,0 0 0,0 0 16,0 0-16,0 0 0,0 0 0,0 0 0,24 0 16,-24 0-16,0 0 0,0 0 0,0 0 0,25-25 15,-25 25-15,0 0 0,0 0 0,25 0 0,-25-25 0,0 25 16,25 0-16,-25-25 0,0 25 0,25 0 0,-25-24 15,25 24-15,-25 0 0,0-25 0,24 25 0,-24-25 0,25 25 16,-25 0-16,0-25 0,0 25 0,25 0 0,-25 0 16,0 0-16,0-25 0,0 25 0,0 0 0,0 0 15,0 0-15,0 0 0,0 25 0,0-25 0,0 0 0,0 0 16,0 0-16,0 25 0,0-25 0,0 0 0,-25 25 15,25-25-15,0 25 0,0-25 0,0 24 0,0-24 0,-25 0 16,25 25-16,0-25 0,0 25 0,-24-25 0,24 25 16,0-25-16,0 0 0,0 25 0,0-25 0,-25 24 15,25-24-15,0 0 0,0 25 0,0-25 0,0 0 0,0 25 16,0-25-16,0 0 0,0 25 0,0-25 0,0 0 15,0 0-15,25 0 0,-25 0 0,0 0 0</inkml:trace>
  <inkml:trace contextRef="#ctx0" brushRef="#br0" timeOffset="96414.5146">27360 9674 0,'24'0'16,"-24"0"-16,0 0 0,0 0 0,0 0 0,0 0 15,0 0-15,0 0 0,0 0 0,0 0 0,0 0 0,0 0 16,0 25-16,0-25 0,0 0 0,0 0 0,0 0 15,0 24-15,0-24 0,0 25 0,0-25 0,0 0 0,0 25 16,0-25-16,-24 0 0,24 25 0,0-25 0,0 0 16,-25 25-16,25-25 0,0 0 0,-25 24 0,25-24 15,0 0-15,-25 0 0,25 25 0,0-25 0,0 0 0,-25 0 16,25 0-16,0 0 0,0 0 0,0 0 0,0 0 15,0 0-15,0 0 0,0 0 0</inkml:trace>
  <inkml:trace contextRef="#ctx0" brushRef="#br0" timeOffset="96790.5361">28054 9128 0,'0'0'0,"0"-25"0,0 25 0,0 0 16,0-24-16,0 24 0,0 0 0,0 0 0,0 0 0,-25-25 15,25 25-15,0 0 0,0 25 0,-25-25 0,25 0 16,-24 0-16,24 0 0,0 0 0,-25 24 0,25-24 16,-25 25-16,25-25 0,-25 25 0,25-25 0,-25 25 0,25-25 15,-24 25-15,24-1 0,0-24 0,-25 25 0,25 0 16,0-25-16,0 25 0,0 0 0,-25-25 0,25 24 15,0-24-15,0 25 0,0 0 0,0-25 0,25 25 0,-25-25 16,0 25-16,0-25 0,0 24 0,0-24 0,25 0 16,-25 25-16,0-25 0,0 0 0,24 0 0,-24 25 0,0-25 15,25 0-15,-25 0 0,25 0 0,-25 0 0,0 0 16,25 0-16,-25 0 0,25 0 0</inkml:trace>
  <inkml:trace contextRef="#ctx0" brushRef="#br0" timeOffset="97090.5533">28029 9475 0,'0'0'0,"0"0"0,0 0 16,0 0-16,0-24 0,0 24 0,25 0 0,-25 0 0,0 0 15,0 0-15,0 0 0,0 0 0,25 0 0,-25 0 16,0 0-16,0 0 0,25 0 0,-25 0 0,0 0 16,0 0-16,25 0 0,-25 0 0,0 0 0,0 0 0,0 24 15,0-24-15,24 0 0,-24 0 0,0 0 0,0 25 16,0-25-16,0 0 0,-24 25 0,24-25 0,0 0 0,0 0 15,0 25-15,0-25 0,-25 0 0,25 25 0,0-25 16,0 0-16,0 24 0,-25-24 0,25 0 0,0 25 16,0-25-16,-25 0 0,25 25 0,0-25 0,0 0 0,-25 0 15,25 25-15,0-25 0,0 0 0,0 0 0,0 25 16,-25-25-16,25 0 0,0 0 0,25 0 0,-25 0 0,0 0 15,0 24-15,0-24 0,25 0 0,-25 0 0,25 0 16,-25 0-16,25 25 0,0-25 0,-25 0 0,24 0 0,1 0 16,-25 0-16,25 0 0,-25 0 0,25 0 0,0 0 15,-25 0-15,24-25 0,-24 25 0,25 0 0</inkml:trace>
  <inkml:trace contextRef="#ctx0" brushRef="#br0" timeOffset="97275.5639">28426 9599 0,'0'0'0,"0"0"0,0 0 0,0 0 0,0 0 16,0 0-16,0 25 0,0-25 0,-25 0 0,25 0 0,0 25 15,0-25-15,0 0 0,-24 0 0,24 25 0,0-25 16,0 0-16,-25 25 0,25-25 0,0 24 0,0-24 0,-25 0 16,25 25-16,0-25 0,0 0 0,0 25 0,0-25 15,0 0-15,-25 0 0,25 25 0,0-25 0,25 0 16,-25 0-16,0 0 0,0 0 0,0 25 0,25-25 0,-25 0 15,0 0-15,25 0 0,-1 0 0</inkml:trace>
  <inkml:trace contextRef="#ctx0" brushRef="#br0" timeOffset="97441.5734">28699 9624 0,'0'0'0,"0"0"0,0 0 0,0 0 0,0 0 0,0 0 16,0 0-16,0 0 0,0 0 0,0 0 0,0 0 15,25 0-15,-25 0 0,0 0 0,0 0 0,0 0 16,0 0-16,25 0 0,-25 0 0,0 0 0,24 0 0,-24 0 15,0 0-15,25 0 0,-25 0 0,25 0 0,-25 0 0,25 0 16,-25 0-16</inkml:trace>
  <inkml:trace contextRef="#ctx0" brushRef="#br0" timeOffset="97596.5822">28997 9649 0,'0'0'0,"0"0"16,0 0-16,0 0 0,0 0 0,0 0 0,0 0 0,0-25 16,0 25-16,0 0 0,0 0 0,0 0 0,0 0 15,0 0-15,0 0 0,0 0 0,0 0 0,0 0 16,0 0-16,0 0 0,0 0 0,0 0 0,0 0 0,0 0 15,24 0-15,-24 0 0,0-25 0,0 25 0,0 0 0,0 0 16,25 0-16</inkml:trace>
  <inkml:trace contextRef="#ctx0" brushRef="#br0" timeOffset="98034.6073">29691 9599 0,'0'0'0,"25"0"0,-25 0 0,0 0 15,0 0-15,0 0 0,0-24 0,0 24 16,0 0-16,25 0 0,-25 0 0,0 0 0,0 0 0,0 0 15,0 0-15,0-25 0,0 25 0,0 0 0,0 0 0,0 0 16,0 0-16,0 0 0,0 25 0,0-25 0,0 0 16,0 0-16,0 0 0,0 0 0,0 0 0,0 24 0,0-24 15,0 0-15,0 0 0,0 25 0,0-25 0,0 0 16,0 25-16,0-25 0,0 25 0,0-25 0,0 25 0,0-25 15,-25 24-15,25 1 0,0-25 0,0 25 0,-25-25 16,25 25-16,0-25 0,-25 25 0,25-25 0,-24 24 16,-1-24-16,25 25 0,-25-25 0,25 0 0,-25 25 0,0-25 15,25 0-15,-24 25 0,24-25 0,-25 0 0,25 0 16,0 0-16,-25 0 0</inkml:trace>
  <inkml:trace contextRef="#ctx0" brushRef="#br0" timeOffset="98523.6353">30634 9178 0,'0'0'0,"0"0"0,0 0 16,0-25-16,0 25 0,0 0 0,0-25 0,-25 25 15,25 0-15,0 0 0,0-25 0,0 25 0,-25 0 0,25 0 16,0 0-16,0 0 0,0 0 0,-25 0 0,25 0 15,0 0-15,0 0 0,-24 0 0,24 0 0,0 0 16,-25 25-16,25-25 0,-25 0 0,25 25 0,-25-25 0,25 25 16,-25-25-16,25 25 0,-24-25 0,24 24 0,-25 1 15,25-25-15,0 25 0,-25 0 0,25-25 0,0 25 16,-25-1-16,25 1 0,0-25 0,0 25 0,-25 0 0,25-25 15,0 25-15,0-1 0,0-24 0,0 25 0,0 0 16,0-25-16,25 25 0,-25-25 0,0 25 0,0-25 0,0 0 16,25 24-16,-25-24 0,0 25 0,0-25 0,25 0 15,-25 0-15,0 0 0,25 0 0,-25 0 0,0 25 0,24-25 16,-24-25-16,0 25 0,25 0 0,-25 0 0,0 0 15,25 0-15,-25-25 0,25 25 0,-25 0 0</inkml:trace>
  <inkml:trace contextRef="#ctx0" brushRef="#br0" timeOffset="98895.6565">30584 9475 0,'0'0'0,"0"0"15,0 0-15,0 0 0,0 0 0,0 0 0,0 0 0,0 0 16,0 0-16,0 0 0,0 0 0,0 0 0,0 25 16,-25-25-16,25 0 0,0 0 0,0 25 0,0-25 0,0 25 15,-24-25-15,24 25 0,0-25 0,0 24 0,0-24 16,0 25-16,0-25 0,-25 0 0,25 25 0,0-25 0,0 25 15,0-25-15,0 0 0,0 25 0,0-25 0,0 0 16,0 24-16,0-24 0,0 0 0,0 0 0,0 0 16,0 0-16,0 0 0,0 0 0,0 0 0,0 0 0,0 0 15,25 0-15,-25 0 0,0 0 0,24 0 0,-24 0 16,0 0-16,25 0 0,-25-24 0,25 24 0,-25 0 0,25 0 15,-25-25-15,25 25 0,-25 0 0,24 0 0,-24 0 16,0-25-16,0 25 0,25 0 0,-25 0 0,0 0 0,0 0 16,0 0-16,0 0 0,0 25 0,0-25 0,0 0 15,0 0-15,-25 25 0,25-25 0,0 0 0,0 24 0,-24-24 16,24 0-16,0 25 0,0-25 0,-25 25 0,25-25 15,0 0-15,0 25 0,0-25 0,0 0 0,0 25 0,-25-25 16,25 24-16,25-24 0,-25 0 0,0 25 0,0-25 16,25 0-16,-25 25 0,0-25 0,24 0 0,1 0 0,-25 25 15,25-25-15,0 0 0,0 0 0,-1 0 0,-24 0 16,25 0-16,0 0 0,0 0 0</inkml:trace>
  <inkml:trace contextRef="#ctx0" brushRef="#br0" timeOffset="100152.7284">2679 11013 0,'0'0'0,"0"-25"0,-25 25 16,25 0-16,0 0 0,0 0 0,-25 0 0,25-24 0,0 24 15,0 0-15,-25 0 0,25 0 0,0 0 0,0 0 16,0 0-16,0-25 0,0 25 0,-24 0 0,24 0 0,0 0 15,0 0-15,0 0 0,0 0 0,0 0 0,0 0 16,0 0-16,0 0 0,0 0 0,0 0 0,0 0 0,0-25 16,24 25-16,-24 0 0,0 0 0,0 0 0,0 0 15,25 0-15,-25 0 0,0 25 0,25-25 0,-25 0 0,25 0 16,-25 0-16,25 0 0,-25 0 0,25 0 0,-25 0 15,24 0 63,-24 0-78,25 0 0,-25 0 0,0 0 0,25 0 0,-25 0 0,0 0 0,25 0 0,-25 0 0,0 0 0,0 0 0,0 0 0,0 0 0,0 0 0,0 0 0,0 0 0,0 0 0,0-25 0,0 25 0</inkml:trace>
  <inkml:trace contextRef="#ctx0" brushRef="#br0" timeOffset="100327.7384">2704 10790 0,'0'-25'0,"0"25"0,0 0 15,0 0-15,0 0 0,-25 0 0,25 0 0,0 0 0,0 0 16,0 0-16,0 0 0,0 0 0,0 0 0,0 0 15,0 0-15,0 0 0,0 25 0,0-25 0,0 0 0,0 25 16,0-25-16,-25 25 0,25-25 0,0 24 0,0 1 0,0-25 16,0 25-16,0-25 0,0 25 0,0 0 0,0-25 15,0 24-15,0-24 0,0 25 0,0-25 0,0 0 16,0 25-16,0-25 0,0 25 0,0-25 0,0 0 0,0 0 15,0 25-15,0-25 0,0 0 0,0 0 0,0 0 16,0 0-16,0 0 0</inkml:trace>
  <inkml:trace contextRef="#ctx0" brushRef="#br0" timeOffset="100662.7576">2828 10716 0,'0'0'15,"0"0"-15,0 0 0,0 0 0,-25 0 0,25-25 0,0 25 16,0 0-16,0 0 0,0 0 0,0 0 0,0 0 0,0 0 15,0 0-15,25 0 0,-25 0 0,0 0 0,0 0 16,0 25-16,25-25 0,-25 0 0,0 0 0,24 0 16,-24 0-16,0 24 0,25-24 0,-25 0 0,0 25 0,25-25 15,-25 0-15,25 25 0,-25-25 0,0 0 0,25 25 16,-25-25-16,0 25 0,24-25 0,-24 24 0,0-24 0,0 25 15,25-25-15,-25 25 0,0-25 0,0 25 0,0-25 0,0 25 16,0-25-16,0 0 0,-25 24 0,25-24 0,0 25 16,0-25-16,-24 25 0,24-25 0,-25 25 0,25-25 0,-25 0 15,25 25-15,0-25 0,-25 24 0,25-24 0,-25 0 16,25 0-16,0 0 0,0 25 0,-24-25 0,24 0 0,0 0 15,0 0-15,0 0 0,0 0 0,-25 0 0,25 0 16,25 0-16,-25-25 0,0 25 0,0 0 0,0 0 0,24-24 16,-24 24-16,25-25 0,-25 25 0,25 0 0</inkml:trace>
  <inkml:trace contextRef="#ctx0" brushRef="#br0" timeOffset="101284.7932">4142 10468 0,'0'0'0,"-24"0"0,24-25 0,0 25 16,0 0-16,0-25 0,0 25 0,-25 0 0,25 0 0,0-25 16,0 25-16,-25 0 0,25 0 0,0 0 0,-25 0 0,25-25 15,0 25-15,-25 0 0,25 0 0,0 0 0,-24 0 16,24 0-16,0 0 0,-25 25 0,25-25 0,-25 0 15,25 0-15,-25 25 0,25-25 0,-25 0 0,25 25 0,-24 0 16,24-25-16,-25 24 0,25-24 0,-25 25 0,25 0 16,-25 0-16,25-25 0,-25 25 0,25-1 0,-24 1 0,24 0 15,-25 0-15,25 0 0,-25-1 0,25 1 0,0 0 16,0-25-16,-25 25 0,25 0 0,0-1 0,0-24 0,0 25 15,0 0-15,0-25 0,0 25 0,0-25 0,0 25 16,25-25-16,-25 24 0,0-24 0,0 0 0,25 0 16,-25 25-16,0-25 0,25 0 0,-25 0 0,0 0 0,24 0 15,-24 0-15,25 0 0,-25 0 0,25 0 0,-25 0 16,25 0-16,-25-25 0,0 25 0,25 0 0,-25 0 0,0-24 15,24 24-15,-24 0 0,0-25 0,0 25 0,25-25 16,-25 25-16,0 0 0,0-25 0,0 25 0,0-25 16,0 25-16,0 0 0,0-24 0,0 24 0,0 0 0,0 0 15,0-25-15,0 25 0,0 0 0,0 0 0,0-25 16,0 25-16,0 0 0,0 0 0,0 0 0,0 0 15,0 0-15,0 0 0,0 25 0,0-25 0,0 0 0,0 0 16,0 25-16,0-25 0,0 24 0,0-24 0,0 25 16,0-25-16,0 25 0,0-25 0,0 25 0,0 0 0,0-25 15,0 24-15,0-24 0,0 0 0,0 25 0,0-25 16,0 0-16,0 25 0,0-25 0,0 0 0,0 0 0,0 25 15,0-25-15,0 0 0,0 0 0,0 0 0,0 0 16,0 0-16,0 0 0,0 0 0,0-25 0,0 25 0,0 0 16,0-25-16,0 25 0,0 0 0</inkml:trace>
  <inkml:trace contextRef="#ctx0" brushRef="#br0" timeOffset="101492.8051">3994 10790 0,'0'0'0,"24"-25"16,-24 25-16,0-25 0,25 25 0,-25 0 0,0-24 0,25 24 16,-25 0-16,0 0 0,0 0 0,25 0 0,-25 0 0,0 0 15,0 0-15,0 0 0,0 0 0,25 24 0,-25-24 16,0 0-16,0 0 0,0 25 0,0-25 0,0 25 0,0-25 15,0 25-15,0-25 0,0 25 0,0-25 0,0 24 16,-25-24-16,25 25 0,0-25 0,0 0 0,0 25 16,0-25-16,0 25 0,0-25 0,0 0 0,0 25 0,-25-25 15,25 0-15,0 0 0,0 24 0,0-24 0,0 0 16,0 0-16,0 0 0,0 0 0,0 0 0,0 0 0,0 0 15,0 0-15,0 0 0,0-24 0,0 24 0,25 0 16</inkml:trace>
  <inkml:trace contextRef="#ctx0" brushRef="#br0" timeOffset="101637.8134">4217 10716 0,'0'0'0,"0"0"16,-25 0-16,25 0 0,0 24 0,0-24 0,0 0 0,0 0 16,0 0-16,0 25 0,0-25 0,0 0 0,0 0 15,0 0-15,25 25 0,-25-25 0,0 0 0,0 0 16,25 25-16,-25-25 0,24 0 0,-24 0 0,0 0 0,25 0 15,-25 25-15</inkml:trace>
  <inkml:trace contextRef="#ctx0" brushRef="#br0" timeOffset="102265.8493">4490 10790 0,'0'0'0,"0"0"16,0 0-16,0 0 0,-25 0 0,25-25 0,0 25 15,0 0-15,0 0 0,-25-25 0,25 25 0,0 0 16,0 0-16,-25 0 0,25-24 0,0 24 0,-25 0 0,25 0 16,0 0-16,-24 0 0,24 0 0,0 0 0,-25 0 15,25 0-15,0 0 0,0 0 0,-25 0 0,25 24 16,0-24-16,0 0 0,-25 25 0,25-25 0,0 25 0,0-25 15,0 25-15,-25-25 0,25 25 0,0-1 0,0-24 16,0 25-16,0-25 0,0 25 0,0 0 0,0-25 0,0 0 16,0 25-16,0-25 0,0 24 0,0-24 0,0 0 15,0 25-15,25-25 0,-25 0 0,0 0 0,0 0 0,0 25 16,0-25-16,25 0 0,-25 0 0,0 0 0,0 0 15,25 0-15,-25-25 0,0 25 0,25 0 0,-25 0 16,0-25-16,24 25 0,-24 0 0,25 0 0,-25-24 0,0 24 16,25-25-16,-25 25 0,0 0 0,25-25 0,-25 25 0,0-25 15,0 25-15,25-25 0,-25 25 0,0-24 0,0 24 16,0 0-16,0-25 0,0 25 0,0-25 0,0 25 15,0 0-15,0 0 0,0-25 0,0 25 0,0 0 0,0 0 16,0 0-16,0 0 0,0 0 0,0 0 0,0 0 16,0 0-16,0 0 0,0 0 0,0 0 0,0 0 15,0 0-15,0 25 0,0-25 0,-25 25 0,25-25 0,0 25 16,0-25-16,0 24 0,0 1 0,0-25 0,0 25 15,0-25-15,-25 25 0,25-25 0,0 25 0,0-25 0,0 24 16,25-24-16,-25 25 0,0-25 0,0 0 0,0 0 16,0 0-16,0 25 0,0-25 0,25 0 0,-25 0 0,0 0 15,0 0-15,0 0 0,0 0 0,24-25 0,-24 25 16,0 0-16,0 0 0,25 0 0,-25-25 0,0 25 15,0 0-15,0-24 0,25 24 0,-25-25 0,0 25 16,25 0-16,-25-25 0,0 25 0,0-25 0,0 25 0,25-25 16,-25 25-16,0-24 0,0 24 0,0-25 0,0 25 15,0 0-15,0 0 0,0 0 0,0 0 0,0 0 0,0 0 16,0 0-16,0 0 0,0 0 0,0 25 0,0-25 0,0 0 15,0 24-15,0-24 0,0 0 0,0 25 0,0-25 16,0 25-16,0-25 0,0 0 0,0 25 0,0-25 16,0 0-16,0 25 0,0-25 0,0 0 0,0 24 0,0-24 15,0 0-15,0 0 0,0 25 0,0-25 0,0 0 16,0 0-16,0 0 0,0 0 0,0 0 0,0 0 15,0 0-15,0 0 0,0 0 0</inkml:trace>
  <inkml:trace contextRef="#ctx0" brushRef="#br0" timeOffset="102501.8628">4738 10344 0,'0'0'0,"0"0"15,24 0-15,-24 0 0,0 0 0,25 0 0,-25 0 0,25 0 16,-25 0-16,0 0 0,25 0 0,-25 0 0,25 0 16,-25 24-16,0-24 0,25 0 0,-25 0 0,0 25 15,0-25-15,0 0 0,0 25 0,0-25 0,0 25 0,-25-25 16,25 0-16,0 25 0,-25-25 0,25 24 0,-25-24 0,0 25 15,25-25-15,-25 25 0,1-25 0</inkml:trace>
  <inkml:trace contextRef="#ctx0" brushRef="#br0" timeOffset="103671.9297">5829 10889 0,'0'0'0,"-25"0"16,25 0-16,0 0 0,0 0 0,0-25 0,-25 25 0,25 0 15,0 0-15,0 0 141,199-198-141,-174 173 0,0 0 0,-1 25 0,1-24 0,-25-1 0,25 25 0,0-25 0,0 0 0,-25 0 0,24 25 0,1-24 0,-25-1 0,0 25 0,25-25 0,-25 0 0,0 25 0,0-25 0,0 25 0,0-24 0,0 24 0,0-25 0,-25 25 0,25 0 0,0-25 0,-25 25 0,25 0 0,0-25 0,-24 25 0,24 0 0,0 0 0,-25-25 0,25 25 15,0 0-15,-25 0 0,25 0 0,0 0 0,0 0 0,-25 0 0,25 0 0,0 0 0,0 0 0,0 0 16,0 0-16,0 0 0,0 0 0,-25 25 0,25-25 0,0 0 16,0 25-16,0-25 0,0 25 0,0-25 0,0 25 15,0-1-15,0 1 0,0-25 0,0 25 0,0 0 0,0 0 16,0-1-16,0 1 0,0 0 0,-24-25 0,24 25 15,0 0-15,0-1 0,0 1 0,0 0 0,0-25 16,0 25-16,0 0 0,0-25 0,0 24 0,0 1 0,0-25 16,-25 25-16,25-25 0,0 25 0,0-25 0,0 25 15,0-25-15,0 0 0,0 24 0,0-24 0,0 0 16,0 0-16,0 0 0,0 0 0,0 0 0,0 0 0,0 0 15,0 0-15,0 0 0,25 0 0,-25 0 0,0 0 16,0-24-16,0 24 0,0 0 0,24-25 0,-24 25 0,0-25 16,25 25-16,-25 0 0,0-25 0,0 25 0,25-25 15,-25 25-15,0-24 0,25 24 0,-25 0 0,25-25 16,-25 25-16,0-25 0,24 25 0,-24 0 0,0-25 0,25 25 15,-25 0-15,0 0 0,25-25 0,-25 25 0,0 0 16,0 0-16,25 0 0,-25-24 0,0 24 0,0 0 0,0 0 16,0 0-16,0 0 0,0 0 0,0 0 0,0 0 15,0 24-15,0-24 0,0 0 0,0 0 0,0 0 0,0 25 16,0-25-16,0 0 0,0 25 0,0-25 0,0 25 15,0-25-15,0 25 0,0-25 0,0 24 0,0-24 0,0 25 16,0-25-16,0 25 0,0-25 0,0 25 0,0-25 16,0 25-16,0-25 0,25 24 0,-25-24 0,0 0 15,0 25-15,0-25 0,0 0 0,0 25 0,0-25 16,0 0-16,24 0 0,-24 0 0,0 25 0,0-25 0,0 0 15,0 0-15,0 0 0,0 0 0,25 0 0,-25 0 16,0 0-16,0 0 0,25 0 0,-25 0 0,0 0 0,25 0 16,-25 0-16,25 0 0,-25 0 0,24 0 0,-24-25 15,0 25-15,25 0 0,-25 0 0,25-25 0,-25 25 16,25 0-16,-25-25 0,25 25 0,-25 0 0,24-24 0,-24 24 15,0-25-15,25 25 0,-25-25 0,0 25 0,0 0 0,0-25 16,25 25-16,-25-25 0,0 25 0,0 0 0,0-24 16,0 24-16,-25 0 0,25-25 0,0 25 0,0 0 15,0 0-15,0-25 0,0 25 0,-25 0 0,25 0 0,0 0 16,0 0-16,0 0 0,0 0 0,0 0 0,-24 0 15,24 0-15,0 0 0,0 0 0,0 0 0,0 0 16,0 0-16,0 25 0,-25-25 0,25 0 0,0 25 0,0-25 16,0 0-16,-25 24 0,25-24 0,0 25 0,0-25 15,0 25-15,0-25 0,0 25 0,0-25 0,0 25 16,0-25-16,0 24 0,0-24 0,0 25 0,0-25 0,0 25 15,0-25-15,0 25 0,25-25 0,-25 0 0,0 0 0,0 25 16,0-25-16,25 0 0,-25 0 0,0 24 0,24-24 16,-24 0-16,25 0 0,-25 0 0,25 0 0,-25-24 15,25 24-15,-25 0 0,25 0 0,-25 0 0,24-25 0,-24 25 16,25 0-16,-25 0 0,25-25 0,-25 25 0,0 0 15,25-25-15,-25 25 0,0-25 0,0 25 0</inkml:trace>
  <inkml:trace contextRef="#ctx0" brushRef="#br0" timeOffset="103908.9433">6573 10567 0,'0'-25'0,"0"25"0,0 0 0,0 0 15,0 0-15,0 0 0,0 0 0,0 0 0,0-25 0,0 25 16,0 0-16,0 0 0,25-25 0,-25 25 0,0 0 15,0 0-15,25 0 0,-25-24 0,0 24 0,25 0 0,-25 0 16,24 0-16,-24 0 0,0 0 0,25-25 0,-25 50 16,25-25-16,-25 0 0,25 0 0,-25 0 0,0 0 0,25 24 15,-25-24-15,0 0 0,24 25 0,-24-25 0,0 0 16,25 25-16,-25-25 0,0 25 0,0 0 0,0-25 15,0 24-15,0 1 0,0 0 0,0-25 0,-25 25 0</inkml:trace>
  <inkml:trace contextRef="#ctx0" brushRef="#br0" timeOffset="104069.9525">6648 11336 0,'0'0'0,"0"0"0,0 0 0,0 0 0,0 0 0,0 0 16,0 0-16,0 0 0,0 0 0,0 0 0,0 0 0,0 0 15,0 0-15,0 0 0,0 0 0,0 0 0,0 0 16,0 0-16,0 0 0,0 0 0,0 0 0,0 0 15,0 0-15,0 0 0,0 0 0,0 0 0,0 0 0,0 0 16,0 0-16</inkml:trace>
  <inkml:trace contextRef="#ctx0" brushRef="#br0" timeOffset="105699.0457">8161 10964 0,'0'0'0,"0"0"0,0 0 15,25 0-15,-25-25 0,0 25 0,0 0 0,0 0 16,24-25-16,-24 25 0,0 0 0,25-25 0,-25 25 0,25-25 16,-25 25-16,25-24 0,-25 24 0,25-25 0,-25 25 15,24-25-15,-24 25 0,25-25 0,-25 25 0,25-25 16,-25 1-16,25 24 0,-25-25 0,25 25 0,-25-25 0,24 25 15,-24-25-15,0 0 0,25 25 0</inkml:trace>
  <inkml:trace contextRef="#ctx0" brushRef="#br0" timeOffset="105929.0588">8508 10492 0,'0'0'0,"0"-24"0,0 24 0,25-25 15,-25 25-15,0 0 0,0-25 0,0 25 0,0-25 0,0 25 16,0-25-16,0 25 0,0 0 0,0 0 0,0-24 15,0 24-15,0 0 0,0 0 0,0 0 0,0 0 16,0 0-16,0 0 0,0 0 0,0 24 0,0-24 0,0 0 16,-25 25-16,25-25 0,0 25 0,0-25 0,0 25 15,0 0-15,0-1 0,0 1 0,0 0 0,0 0 0,0 0 16,0-1-16,-25 1 0,25-25 0,0 25 0,0 0 15,0 0-15,0-1 0,0 1 0,-25 0 0,25 0 16,0 0-16,0-1 0,0-24 0,-24 25 0,24 0 0,0-25 16,0 25-16,0-25 0,0 25 0,-25-25 0,25 24 15,0-24-15,0 0 0,0 25 0,0-25 0,0 0 16,0 0-16,-25 0 0,25 0 0,0-25 0,0 25 0,0 0 15,0 0-15,0-24 0</inkml:trace>
  <inkml:trace contextRef="#ctx0" brushRef="#br0" timeOffset="106811.1093">8334 10740 0,'0'-24'16,"0"24"-16,0 0 0,0-25 0,0 25 0,0 0 15,0 0-15,0 0 0,0-25 0,0 25 0,0 0 0,0 0 16,25 0-16,-25 0 0,0 0 0,0 0 0,25 0 16,-25-25-16,25 25 0,0 0 0,-25 0 0,24 0 15,1 0-15,-25 0 0,25 0 0,0 0 0,0 0 0,-25 0 16,24 0-16,1 0 0,-25 0 0,25 0 0,-25 25 15,25-25-15,-25 0 0,0 25 0,0-25 0,0 0 16,25 25-16,-25-25 0,0 0 0,0 24 0,0-24 0,0 0 16,-25 25-16,25-25 0,0 25 0,0-25 0,0 0 15,0 25-15,0-25 0,0 0 0,-25 25 0,25-25 0,0 24 16,0-24-16,0 0 0,0 25 0,-25-25 0,25 0 15,0 25-15,0-25 0,0 0 0,0 25 0,0-25 16,0 0-16,0 0 0,0 0 0,0 25 0,0-25 0,0 0 16,0 0-16,25 0 0,-25 0 0,0 0 0,0 0 15,0 0-15,25 0 0,-25 0 0,25 0 0,-25 0 0,0 0 16,24 0-16,-24 0 0,25 0 0,-25 0 0,25-25 0,-25 25 15,25 0-15,-25-25 0,0 25 0,25 0 0,-25-25 16,24 25-16,-24 0 0,0-25 0,0 25 0,25-24 16,-25 24-16,0 0 0,0-25 0,0 25 0,0-25 0,0 0 15,0 25-15,0-25 0,0 25 0,0-24 0,0 24 16,0-25-16,0 25 0,0-25 0,0 25 0,0 0 15,0-25-15,0 25 0,0 0 0,0 0 0,0 0 0,0 0 16,0 0-16,0 0 0,0 0 0,0 0 0,0 0 16,0 25-16,0-25 0,0 0 0,0 25 0,0-25 15,0 0-15,0 25 0,0-25 0,0 24 0,0 1 0,0-25 16,0 25-16,0-25 0,0 25 0,0-25 0,0 25 15,0-25-15,0 24 0,0-24 0,0 25 0,0-25 0,0 0 16,0 25-16,0-25 0,0 25 0,0-25 0,0 0 16,0 0-16,0 25 0,0-25 0,0 0 0,0 0 0,0 0 15,0 0-15,0 0 0,0 0 0,0 0 0,0 0 16,0 0-16,0 0 0,0 0 0,0 0 0,0 0 15,0 0-15,0 0 0,0-25 0,0 25 0,0 0 0,25-25 16,-25 25-16,0-25 0,0 25 0,0-25 0,0 25 0,25-24 16,-25 24-16,0-25 0,0 25 0,25-25 0,-25 25 15,0-25-15,0 25 0,24 0 0,-24-25 0,0 25 16,0 0-16,25 0 0,-25 0 0,0 0 0,0 0 0,0 0 15,0 0-15,25 0 0,-25 0 0,0 25 0,0-25 16,0 0-16,0 25 0,0-25 0,0 25 0,0-25 16,0 25-16,0-25 0,0 24 0,0-24 0,0 25 0,0-25 15,0 0-15,0 25 0,0-25 0,0 25 0,0-25 16,0 0-16,0 25 0,0-25 0,0 0 0,0 0 15,0 24-15,0-24 0,0 0 0,0 0 0,0 0 0,25 0 16,-25 0-16,0 0 0,0 0 0,0 0 0,25-24 0,-25 24 16,0 0-16,0 0 0,25-25 0,-25 25 15,24-25-15,-24 25 0,25-25 0,-25 25 0,0-25 0,25 25 16,-25-24-16,25 24 0,-25 0 0,0-25 0,0 25 0,25 0 15,-25-25-15,0 25 0,0 0 0,0 0 0,0 0 16,0 0-16,0 0 0,0 0 0,0 0 0,0 25 16,0-25-16,0 0 0,0 25 0,0-25 0,0 24 0,0-24 15,0 25-15,0-25 0,0 25 0,0-25 0,0 0 0,0 25 16,0-25-16,0 25 0,-25-25 0,25 0 0,0 24 15,0-24-15,0 0 0,0 0 0,0 25 0,0-25 16,0 0-16,0 0 0,0 0 0,0 0 0,0 0 0</inkml:trace>
  <inkml:trace contextRef="#ctx0" brushRef="#br0" timeOffset="107001.1201">9079 10517 0,'0'0'0,"0"-25"0,0 25 0,0 0 16,0 0-16,0 0 0,0 0 0,0 0 0,0 0 15,0 0-15,0 0 0,24 0 0,-24 0 0,25 0 16,-25 0-16,25 0 0,0 0 0,-25 0 0,25 0 0,-1 0 16,1 0-16,0 0 0,-25 0 0,25 0 0,0-24 15,-1 24-15,-24 0 0,25 0 0,0 0 0,0 0 16,-25 0-16</inkml:trace>
  <inkml:trace contextRef="#ctx0" brushRef="#br0" timeOffset="107614.1552">10170 10666 0,'0'0'0,"0"0"0,0 0 0,0 0 16,0 0-16,0 0 0,0-25 0,0 25 0,0 0 0,0 0 16,0 0-16,0 0 0,0 0 0,0 0 0,0 0 15,0 0-15,0 0 0,0 25 0,0-25 0,25 0 16,-25 0-16,0 25 0,0-25 0,0 25 0,0-25 15,0 24-15,0-24 0,0 25 0,0 0 0,0-25 0,0 25 16,0 0-16,0-25 0,0 24 0,0-24 0,0 25 16,0-25-16,0 25 0,0-25 0,0 0 0,0 25 0,-25-25 15,25 0-15,0 0 0,0 25 0,0-25 0,0 0 16,0 0-16,0 0 0,0 0 0,0 0 0,0 0 15,0 0-15,0 0 0,0 0 0,0 0 0,25-25 0,-25 25 16,0 0-16,0 0 0,0-25 0,0 25 0,25 0 0,-25-25 16,0 25-16,24-25 0,-24 25 0,25-24 0,-25-1 15,25 25-15,-25-25 0,25 25 0,-25-25 0,25 25 16,-25-25-16,24 25 0,-24 0 0,0-24 0,25 24 15,-25 0-15,0 0 0,25 0 0,-25 0 0,0 0 0,0 0 16,25 0-16,-25 24 0,0-24 0,0 0 0,0 25 0,0-25 16,0 25-16,0-25 0,0 25 0,0-25 0,0 25 15,0-1-15,0-24 0,-25 0 0,25 25 0,0-25 16,0 25-16,0-25 0,0 25 0,0-25 0,0 25 0,0-25 15,0 0-15,0 24 0,0-24 0,0 0 0,0 0 16,0 25-16,0-25 0,0 0 0,0 0 0,25 0 0,-25 0 16,0 0-16,25 0 0,-25 0 0,24-25 0,-24 25 15,25 0-15,0 0 0</inkml:trace>
  <inkml:trace contextRef="#ctx0" brushRef="#br0" timeOffset="108098.1829">10740 10765 0,'0'-25'0,"0"25"0,-24-24 0,24 24 0,0 0 0,0 0 16,-25-25-16,25 25 0,0 0 0,0 0 0,-25 0 15,25 0-15,0 0 0,0 25 0,-25-25 0,25 0 16,0 24-16,-25-24 0,25 25 0,0-25 0,-24 25 0,24 0 16,0-25-16,0 25 0,0-1 0,0-24 0,-25 25 15,25-25-15,0 25 0,0-25 0,0 25 0,0-25 16,0 25-16,0-25 0,0 24 0,0-24 0,25 0 0,-25 25 15,0-25-15,0 0 0,0 0 0,0 25 0,0-25 16,0 0-16,24 0 0,-24 0 0,0 0 0,0 0 0,25 0 16,-25 0-16,0 0 0,0 0 0,25 0 0,-25-25 15,0 25-15,0 0 0,25 0 0,-25-25 0,0 25 0,0 0 16,0-24-16,25 24 0,-25 0 0,0-25 0,0 25 15,0-25-15,0 25 0,0 0 0,0-25 0,0 25 16,24 0-16,-24 0 0,0 0 0,0 0 0,0 0 0,0 0 16,0 0-16,0 25 0,0-25 0,0 25 0,0-25 15,0 25-15,-24-1 0,24-24 0,0 25 0,0 0 0,0 0 16,0 0-16,0-1 0,0 1 0,0-25 0,-25 25 15,25 0-15,0 0 0,0 0 0,0-1 0,0 1 0,0 0 16,-25-25-16,25 25 0,0 0 0,0-1 0,0-24 16,-25 25-16,25-25 0,0 25 0,0 0 0,-25-25 15,25 0-15,0 25 0,0-25 0,-24 0 0,24 24 0,0-24 16,-25 0-16,25 0 0,0 0 0,-25 0 0,25 0 15,0 0-15,-25 0 0,25 0 0,0 0 0,-25 0 16,25 0-16,0-24 0,0 24 0,-24 0 0,24-25 0,0 25 16,0-25-16,0 25 0,0-25 0,0 25 0,0-25 15,0 25-15,24-24 0,-24-1 0,0 25 0,0-25 0,25 0 16,-25 25-16,0-25 0</inkml:trace>
  <inkml:trace contextRef="#ctx0" brushRef="#br0" timeOffset="108738.2195">10815 10864 0,'0'-24'0,"0"24"0,0 0 0,0-25 0,0 25 15,0 0-15,0-25 0,25 25 0,-25 0 0,0-25 0,24 25 16,-24 0-16,0-25 0,25 25 0,0-24 0,-25 24 15,25-25-15,0 25 0,-25-25 0,24 25 0,1-25 0,0 25 16,0-25-16,-25 25 0,25-24 0,-1 24 0,1-25 16,-25 25-16,25-25 0,-25 0 0,25 25 0,-25-25 15,25 25-15,-25-24 78,0 24-78,0-25 0,25 0 0,-25 25 0,0-25 0,0 25 0,-25-25 0,25 25 0,0 0 0,0-24 0,0 24 0,0-25 0,0 25 0,-25 0 0,25 0 0,0 0 0,0-25 0,-25 25 0,25 0 0,0 0 0,0 0 0,0 0 0,-25 0 0,25 0 0,0 0 0,0 0 0,0 0 0,0 0 0,0 0 0,-25 25 0,25-25 16,0 0-16,0 0 0,0 25 0,0-25 0,0 24 15,0-24-15,-24 25 0,24-25 0,0 25 0,0 0 0,0-25 16,0 25-16,0-1 0,0 1 0,0 0 0,0 0 16,0-25-16,0 25 0,-25-1 0,25 1 0,0 0 15,0 0-15,0 0 0,0-1 0,0 1 0,0-25 0,0 25 16,0 0-16,0 0 0,0-25 0,0 24 0,0 1 15,0-25 17,-25 25-32,25-25 0,0 0 0,0 25 0,0-25 0,0 25 0,0-25 0,0 0 0,0 0 0,0 0 0,0 24 0,0-24 0,0 0 0,0 0 0,0 0 15,0 0-15,0 0 0,0 0 0,0 0 0,0 0 0,0 0 16,0 0-16,0 0 0,0 0 0,0-24 0,0 24 15,0 0-15,0 0 0,0-25 0,0 25 0,25 0 0,-25 0 47,0-25-47,0 25 0,0 0 0,25 0 0,-25 0 0,0-25 0,0 25 0,0 0 0,24 0 0,-24 0 0,0 0 0,0 0 0,0 25 0,25-25 0,-25 0 0,0 0 16,0 0-16,0 25 0,0-25 0,0 25 0,0-25 15,25 0-15,-25 24 0,0-24 0,0 25 0,0-25 0,0 0 16,0 25-16,0-25 0,-25 25 0,25-25 0,25 0 16,-25 0-16,0 25 0,0-25 0,0 0 0,0 0 0,0 0 15,0 24-15,0-24 0,0 0 0,0 0 0,0 0 16,0 0-16,0-24 0,0 24 0,25 0 0,-25 0 15,0 0-15,0 0 0,25-25 0</inkml:trace>
  <inkml:trace contextRef="#ctx0" brushRef="#br0" timeOffset="109325.2531">11460 10790 0,'0'0'16,"0"0"-16,0 0 0,0 0 0,0 0 0,0 0 15,0 0-15,0 0 0,0 0 0,0 0 0,0 0 16,0 0-16,0 0 0,-25 0 0,25 0 0,0 25 0,0-25 15,0 0-15,0 25 0,0-25 0,0 0 0,0 24 16,0-24-16,0 25 0,0-25 0,0 25 0,0-25 0,0 25 16,0-25-16,0 25 0,0-25 0,0 24 0,0-24 15,0 25-15,0-25 0,0 0 0,0 25 0,0-25 16,0 0-16,0 25 0,25-25 0,-25 0 0,0 0 0,0 0 15,0 0-15,25 0 0,-25 25 0,0-25 0,24 0 16,-24 0-16,0 0 0,25 0 0,-25 0 0,25 0 16,-25-25-16,25 25 0,-25 0 0,0 0 0,25 0 0,-25-25 15,24 25-15,-24 0 0,25 0 0,-25-25 0,25 25 0,-25 0 16,0-25-16,25 25 0,-25 0 0,0-24 0,25 24 15,-25 0-15,0-25 0,0 25 0,0 0 0,0-25 16,24 25-16,-24 0 0,0-25 0,0 25 0,0 0 0,0-25 16,0 25-16,0 0 0,0-24 0,0 24 0,0 0 15,0 0-15,0-25 0,0 25 0,-24 0 0,24 0 16,0 0-16,0 0 0,0 0 0,0 0 0,0 0 0,-25-25 15,25 25-15,0 0 0,0 0 0,0 0 0,0 0 16,-25 0-16,25 0 0,0 0 0,0 0 0,0 0 0,0 0 16,0 0-16,0 0 0,-25 25 0,25-25 0,0 0 15,0 0-15,0 25 0,0-25 0,0 0 0,0 24 0,0-24 16,0 25-16,-25-25 0,25 25 0,0-25 0,0 25 15,25-25-15,-25 25 0,0-25 0,0 24 0,0-24 16,0 0-16,0 25 0,0-25 0,25 0 0,-25 25 0,0-25 16,0 0-16,0 25 0,0-25 0,25 0 0,-25 0 15,0 25-15,0-25 0,25 0 0,-25 0 0,0 0 0,24 0 16,-24 0-16,0 0 0,25 0 0,-25 0 0,25 0 15,-25-25-15,25 25 0,-25 0 0,25 0 0,-25-25 16,24 25-16,-24 0 0,25-25 0,-25 25 0,0-25 0,25 25 16,-25-24-16,0 24 0,0-25 0,25 25 0,-25-25 15,0 25-15</inkml:trace>
  <inkml:trace contextRef="#ctx0" brushRef="#br0" timeOffset="109891.2854">11956 10815 0,'25'-25'15,"-25"25"-15,0 0 0,0 0 0,0 0 0,0 0 16,0 0-16,0 0 0,0 0 0,0 0 0,0 0 0,0 0 16,0 0-16,0 0 0,0 0 0,0 25 0,0-25 15,0 0-15,0 25 0,0-25 0,0 0 0,0 24 0,0-24 16,0 25-16,0-25 0,0 25 0,0-25 0,0 25 15,0-25-15,0 25 0,0-25 0,0 0 0,0 24 0,0-24 16,0 0-16,0 25 0,0-25 0,0 0 0,0 25 16,0-25-16,0 0 0,0 0 0,0 0 0,0 0 15,0 25-15,0-25 0,0 0 0,0 0 0,0 0 0,0 0 16,0 0-16,0-25 0,0 25 0,0 0 0,0 0 15,0 0-15,0 0 0,0-25 0,0 25 0,0 0 0,0-25 16,0 25-16,0 0 0,0-24 0,24 24 0,-24-25 16,0 25-16,0-25 0,0 0 0,25 25 0,-25-25 0,0 25 15,0-24-15,25 24 0,-25 0 0,0-25 0,0 25 16,25 0-16,-25-25 0,0 25 0,0 0 0,25 0 15,-25 0-15,0 0 0,0 25 0,0-25 0,0 0 0,24 0 16,-24 25-16,0-25 0,0 24 0,0-24 0,0 0 16,0 25-16,0-25 0,25 25 0,-25-25 0,0 25 15,0-25-15,0 0 0,-25 25 0,25-25 0,0 24 0,0-24 16,0 0-16,0 25 0,0-25 0,0 0 0,0 25 15,0-25-15,0 0 0,0 0 0,0 0 0,0 0 0,0 0 16,0 0-16,0 0 0,0 0 0,0 0 0,0 0 16,0 0-16,0 0 0,0 0 0,0 0 0,0 0 0,25-25 15,-25 25-15,0 0 0,0 0 0,25-25 0,-25 25 16,25-24-16,-25 24 0,0-25 0,25 25 0,-25-25 15,0 25-15,25-25 0,-25 25 0,0 0 0,24-25 0,-24 25 16,0 0-16,25-24 0,-25 24 0,0 0 0,0 0 0,25 0 16,-25 0-16,0 0 0,0 0 0,0 0 0,0 0 15,25 0-15,-25 0 0,0 0 0,0 24 0,0-24 16,0 0-16,0 25 0,0-25 0,0 0 0,0 25 15,0-25-15,0 0 0,25 25 0,-25-25 0,0 0 0,0 25 16,0-25-16,0 0 0,0 24 0,0-24 0,0 0 16,0 25-16,0-25 0,0 0 0,0 25 0,0-25 15,0 0-15,0 0 0,0 0 0,0 0 0,0 0 0,0 0 16,0 0-16,0 0 0</inkml:trace>
  <inkml:trace contextRef="#ctx0" brushRef="#br0" timeOffset="110186.3023">11683 10616 0,'0'-24'0,"0"24"0,25 0 0,-25 0 0,0-25 0,0 25 0,0 0 0,0 0 0,25-25 0,-25 25 0,0 0 0,24 0 0,-24-25 0,0 25 0,25 0 0,-25 0 0,25 0 0,-25 0 0,0 0 0,25 0 0,-25 0 0,25 0 0,-25 0 0,0 0 0,24 0 0,-24 25 0,25-25 15,-25 0-15,0 0 0,25 0 0,-25 0 0,0 25 16,0-25-16,0 0 0,0 0 0,0 25 0,0-25 0,0 0 16,0 24-16,0-24 0,0 0 0,0 25 0,0-25 15,0 25-15,-25-25 0</inkml:trace>
  <inkml:trace contextRef="#ctx0" brushRef="#br0" timeOffset="110425.316">11683 11460 0,'-25'0'0,"25"0"0,0 0 0,0 25 0,0-25 15,0 0-15,0 0 0,0 0 0,0 0 0,0 0 0,0 0 16,0 0-16,0 0 0,0 0 0,0 0 0,0 0 15,0 0-15,0 0 0,0 0 0,0 0 0,0 0 0,0-25 16,0 25-16,25 0 0,-25 0 0,0 0 0,0 0 16,0-25-16,0 25 0,0 0 0,0-25 0,0 25 15,0 0-15,0-25 0,0 25 0</inkml:trace>
  <inkml:trace contextRef="#ctx0" brushRef="#br0" timeOffset="110615.3269">11633 10592 0,'0'0'0,"-24"0"0,24 0 0,0 0 16,0 0-16,0 0 0,0 0 0,0 0 0,0 0 0,0 0 15,0-25-15,0 25 0,24 0 0,-24 0 0,0 0 0,0 0 16,0 0-16,0 0 0,25 0 0,-25 0 0,0 0 15,0 0-15,0 0 0,0 0 0,0 0 0</inkml:trace>
  <inkml:trace contextRef="#ctx0" brushRef="#br0" timeOffset="111350.3689">13990 10691 0,'-25'0'0,"25"-25"0,0 25 0,0 0 0,0 0 15,0 0-15,0-25 0,0 25 0,0 0 0,-25 0 0,25 0 16,0-25-16,0 25 0,0 0 0,-25 0 0,25 0 16,0-24-16,0 24 0,0 0 0,-24 0 0,24 0 0,0 0 15,-25 0-15,25 0 0,0 0 0,-25 0 0,25 0 16,0 0-16,-25 0 0,25 0 0,-25 24 0,25-24 15,-24 0-15,24 0 0,-25 25 0,25-25 0,-25 25 0,25-25 16,0 0-16,-25 25 0,25-25 0,0 25 0,0-25 16,-25 24-16,25-24 0,0 25 0,0-25 0,0 25 0,0-25 15,0 25-15,0-25 0,25 25 0,-25-25 0,0 24 16,0-24-16,25 0 0,-25 25 0,0-25 0,25 0 0,-25 25 15,25-25-15,-25 0 0,24 25 0,1-25 0,-25 0 16,25 0-16,0 0 0,0 0 0,-25 0 0,24 0 16,1 0-16,0 0 0,-25 0 0,25 0 0,0 0 0</inkml:trace>
  <inkml:trace contextRef="#ctx0" brushRef="#br0" timeOffset="111666.387">14139 11112 0,'0'0'0,"0"0"0,0 0 0,0 0 0,0 0 0,0 0 15,0-24-15,0 24 0,0 0 0,0 0 0,24 0 16,-24-25-16,0 25 0,0 0 0,25 0 0,-25-25 16,0 25-16,25 0 0,-25-25 0,0 25 0,25 0 0,-25-25 15,25 25-15,-25 0 0,0-24 0,0 24 0,24-25 0,-24 25 16,0 0-16,0 0 0,0-25 0,0 25 0,0 0 15,25 0-15,-25-25 0,0 25 0,0 0 0,0 0 16,0 0-16,0 0 0,0 0 0,0 0 0,0 0 16,0 0-16,0 0 0,0 0 0,0 25 0,0-25 0,0 0 15,0 25-15,0-25 0,0 25 0,-25-25 0,25 24 16,0-24-16,0 25 0,0-25 0,0 25 0,0 0 0,0-25 15,0 25-15,0-25 0,0 24 0,0-24 0,0 25 16,0-25-16,0 0 0,-24 25 0,24-25 0,0 0 16,0 25-16,0-25 0,0 0 0,0 0 0,0 25 0,24-25 15,-24 0-15</inkml:trace>
  <inkml:trace contextRef="#ctx0" brushRef="#br0" timeOffset="111902.4005">14660 11137 0,'0'0'0,"0"0"0,0 0 0,0 0 16,0 0-16,0 0 0,0 0 0,24 0 0,-24 25 0,0-25 15,0 0-15,0 0 0,0 25 0,0-25 0,0 0 0,0 25 16,0-25-16,0 25 0,-24-25 0,24 0 0,0 24 15,0-24-15,-25 25 0,25-25 0,0 0 0,0 25 16,-25-25-16,25 25 0,0-25 0,-25 0 0,25 0 0,0 25 16,0-25-16,-25 0 0,25 0 0,0 0 0,0 24 15,0-24-15,0 0 0</inkml:trace>
  <inkml:trace contextRef="#ctx0" brushRef="#br0" timeOffset="112277.4219">15329 10716 0,'0'0'0,"0"-25"0,0 25 0,-25-25 0,25 25 0,0 0 16,0 0-16,0-25 0,-24 25 0,24 0 0,0 0 16,-25-25-16,25 25 0,0 0 0,0 0 0,0 0 15,0 0-15,-25 0 0,25 0 0,0 0 0,0 0 0,-25 0 16,25 25-16,-25-25 0,25 0 0,-24 0 0,24 25 15,-25-25-15,25 25 0,-25 0 0,25-25 0,0 24 16,-25 1-16,25-25 0,-25 25 0,25 0 0,0 0 0,0-1 16,0-24-16,0 25 0,0 0 0,0-25 0,0 25 15,0 0-15,0-25 0,0 24 0,0-24 0,25 25 0,-25-25 16,0 25-16,0-25 0,25 0 0,-25 25 0,0-25 15,25 0-15,-25 0 0,0 25 0,25-25 0,-25 0 0,24 0 16,-24 0-16,25 0 0,-25 0 0,25 0 0,-25 0 16,25-25-16,-25 25 0</inkml:trace>
  <inkml:trace contextRef="#ctx0" brushRef="#br0" timeOffset="112589.4398">15354 11038 0,'0'0'0,"0"0"0,0 0 0,0 0 15,25 0-15,-25 0 0,0 0 0,0 0 0,0 0 0,0-25 0,25 25 16,-25 0-16,0 0 0,0 0 0,0 0 0,25 0 15,-25 0-15,0 0 0,0 0 0,24 0 0,-24 0 0,0 0 16,0 0-16,0 0 0,0 0 0,0 0 0,0 0 16,0 25-16,0-25 0,0 0 0,0 0 0,0 0 15,0 25-15,0-25 0,0 0 0,0 0 0,-24 25 0,24-25 16,0 0-16,0 0 0,0 24 0,-25-24 0,25 0 15,0 25-15,0-25 0,-25 0 0,25 25 0,0-25 0,0 0 16,0 25-16,-25-25 0,25 0 0,0 0 0,0 25 16,0-25-16,0 0 0,0 0 0,0 25 0,0-25 0,0 0 15,0 0-15,0 0 0,0 0 0,0 0 0,25 0 16,-25 0-16,0 0 0,25 0 0,-25 0 0,25 0 15,-25 0-15,24 0 0,1 0 0,-25 0 0,25 0 0,0 0 16,-25 0-16,25 0 0,-1-25 0,-24 25 0,25 0 16,0 0-16,0 0 0</inkml:trace>
  <inkml:trace contextRef="#ctx0" brushRef="#br0" timeOffset="112756.4493">15801 11137 0,'0'0'0,"0"0"0,0 0 0,0 0 16,0 0-16,0 0 0,0 25 0,0-25 0,0 0 0,-25 0 15,25 0-15,0 0 0,0 0 0,0 25 0,0-25 16,0 0-16,0 25 0,0-25 0,0 0 0,-25 0 15,25 25-15,0-25 0,0 0 0,0 24 0,0-24 0,0 0 16,0 0-16,0 0 0,0 25 0,0-25 0,0 0 16,25 0-16,-25 0 0,0 0 0,0 0 0,25 0 0,-25 0 15</inkml:trace>
  <inkml:trace contextRef="#ctx0" brushRef="#br0" timeOffset="112917.4585">16222 11112 0,'0'0'16,"0"0"-16,0 0 0,0 0 0,0 0 0,0 0 15,0 0-15,0 0 0,-25 0 0,25 0 0,0 0 0,0 0 16,0-24-16,25 24 0,-25 0 0,0 0 0,0 0 16,0 0-16,0 0 0,0 0 0,0 0 0,25 0 0,-25 0 15,0 0-15,25 0 0</inkml:trace>
  <inkml:trace contextRef="#ctx0" brushRef="#br0" timeOffset="113079.4678">16421 11038 0,'0'-25'0,"0"25"16,0 0-16,0 0 0,0 0 0,0 0 0,0 0 15,0 0-15,0 0 0,0 0 0,0 0 0,0 0 16,0 0-16,0 0 0,0 0 0,0 0 0,0 0 0,0 0 16,0 0-16,0 0 0,0 0 0,0 0 0,25 0 15,-25 0-15,0 0 0,0 0 0,0 0 0</inkml:trace>
  <inkml:trace contextRef="#ctx0" brushRef="#br0" timeOffset="113402.4863">16867 10988 0,'0'0'0,"0"0"0,0 0 16,0 0-16,0-24 0,0 24 0,0 0 0,0 0 16,0 24-16,0-24 0,0 0 0,25 0 0,-25 0 0,0 0 15,0 25-15,0-25 0,25 0 0,-25 0 0,0 25 0,0-25 16,0 25-16,0-25 0,0 0 0,0 25 0,0-25 15,0 0-15,0 24 0,0-24 0,-25 25 0,25-25 16,0 25-16,-25-25 0,25 25 0,-25-25 0,25 0 0,-24 25 16,24-25-16,-25 0 0,25 25 0,-25-25 0,25 0 15,-25 0-15,25 24 0,-25-24 0,25 0 0,-24 0 0,24 0 16,0 0-16,0 0 0</inkml:trace>
  <inkml:trace contextRef="#ctx0" brushRef="#br0" timeOffset="113841.5114">17884 10641 0,'0'-25'0,"0"25"0,0-24 0,0 24 0,0-25 0,0 25 0,0-25 0,0 25 0,-25 0 16,25-25-16,0 25 0,0 0 0,0-25 0,0 25 0,0 0 15,0 0-15,0 0 0,0 0 0,-24 0 0,24 0 16,0 0-16,0 0 0,0 0 0,0 0 0,-25 0 0,25 0 16,0 0-16,-25 25 0,25-25 0,0 0 0,-25 25 15,25-25-15,-25 0 0,25 25 0,-24 0 0,24-25 0,0 24 16,-25-24-16,25 25 0,-25 0 0,25 0 0,0-25 15,-25 25-15,25-1 0,0 1 0,0-25 0,0 25 0,-25-25 16,25 25-16,0 0 0,0-25 0,0 24 0,0-24 16,25 0-16,-25 25 0,0-25 0,0 25 0,0-25 15,25 0-15,-25 25 0,0-25 0,25 0 0,-25 0 0,0 0 16,25 0-16,-25 25 0,24-25 0,-24 0 0,25 0 15,0 0-15,-25 0 0,25 0 0,-25-25 0,25 25 0,-25 0 16,24 0-16,-24 0 0,25 0 0,-25-25 0,25 25 16,-25 0-16,0 0 0,25-25 0</inkml:trace>
  <inkml:trace contextRef="#ctx0" brushRef="#br0" timeOffset="114232.5338">17959 10840 0,'0'0'0,"0"0"0,0-25 0,0 25 15,0 0-15,0 0 0,0 0 0,0 0 0,0-25 0,0 25 16,0 0-16,0 0 0,0 0 0,0 0 0,0 0 16,0 0-16,0 0 0,0 0 0,0 25 0,0-25 15,0 0-15,0 0 0,0 0 0,0 25 0,0-25 0,0 0 16,0 24-16,0-24 0,0 25 0,0-25 0,-25 25 15,25-25-15,0 25 0,0-25 0,0 25 0,0-25 0,0 24 16,0-24-16,0 0 0,0 25 0,-25-25 0,25 0 16,0 25-16,0-25 0,0 0 0,0 0 0,0 0 0,0 0 15,0 0-15,0 0 0,0 0 0,0 0 0,0 0 16,0 0-16,25 0 0,-25 0 0,0 0 0,0 0 15,0 0-15,25 0 0,-25 0 0,0-25 0,24 25 0,-24 0 16,25 0-16,-25-25 0,0 25 0,25 0 0,-25 0 16,25-24-16,-25 24 0,0 0 0,25 0 0,-25-25 0,0 25 15,24 0-15,-24 0 0,0 0 0,0 0 0,0 0 16,0 0-16,25 0 0,-25 0 0,0 0 0,-25 0 0,25 0 15,0 0-15,0 25 0,0-25 0,0 0 0,0 0 16,-24 24-16,24-24 0,0 25 0,0-25 0,-25 0 16,25 25-16,0-25 0,0 0 0,0 25 0,0-25 0,-25 0 15,25 25-15,0-25 0,0 0 0,25 0 0,-25 24 16,0-24-16,0 0 0,0 0 0,25 0 0,-25 0 15,24 25-15,-24-25 0,25 0 0,0 0 0,0 0 0,-25 0 16,25 0-16,-1 0 0,1-25 0,0 25 0,0 0 16,0 0-16,-1 0 0,1 0 0,-25-24 0</inkml:trace>
  <inkml:trace contextRef="#ctx0" brushRef="#br0" timeOffset="115631.6138">2704 12328 0,'0'0'0,"0"0"0,0 0 0,0 0 16,-25 0-16,25 0 0,0 0 0,0 0 0,0 0 16,0 0-16,0 0 0,0 0 0,0 0 0,0 0 0,25 0 15,-25 0-15,0 0 0,0 0 0,25 0 0,-25 0 16,24 0-16,-24 0 0,25 0 0,-25 0 0,0 0 0,25 0 15,-25 0-15,0 0 0,25 0 0,-25-25 0,0 25 0,25 0 16,-25 0-16,0 0 0,0 0 0,0 0 0,24 0 16,-24 0-16,0 0 0</inkml:trace>
  <inkml:trace contextRef="#ctx0" brushRef="#br0" timeOffset="115849.6262">2853 12204 0,'0'0'0,"0"0"0,0 0 0,0 0 16,0 0-16,0 0 0,0 0 0,0 0 0,0 0 15,0 0-15,0 0 0,0 0 0,0 0 0,0 0 16,0 25-16,0-25 0,0 0 0,0 25 0,0-25 0,0 24 16,0-24-16,0 25 0,0-25 0,0 25 0,0-25 15,0 25-15,0-25 0,0 25 0,0-1 0,0-24 0,0 25 16,-25-25-16,25 0 0,0 25 0,0-25 0,0 25 15,0-25-15,0 0 0,0 25 0,0-25 0,0 0 0,0 0 16,0 0-16</inkml:trace>
  <inkml:trace contextRef="#ctx0" brushRef="#br0" timeOffset="116216.6472">2952 12179 0,'0'0'0,"0"0"0,0-25 0,0 25 0,0 0 16,0 0-16,0 0 0,0 0 0,0 0 0,0 0 16,0 0-16,0 0 0,0 0 0,0 0 0,0 0 0,0 0 15,0 0-15,0 0 0,25 0 0,-25 25 0,0-25 16,0 0-16,0 0 0,24 0 0,-24 25 0,0-25 0,25 0 15,-25 25-15,0-25 0,0 0 0,25 25 0,-25-25 0,0 24 16,25-24-16,-25 25 0,0-25 0,25 25 0,-25-25 16,0 25-16,0 0 0,0-25 0,0 24 0,0-24 0,24 25 15,-24-25-15,0 25 0,-24-25 0,24 25 16,0-25-16,0 25 0,0-25 0,-25 24 0,25-24 0,0 25 15,-25-25-15,25 0 0,0 25 0,-25-25 0,25 0 0,-25 0 16,25 0-16,0 25 0,-24-25 0,24 0 0,0 0 0,-25 0 16,25 0-16,0 0 0,0 0 0,-25-25 0,25 25 15,0 0-15,0 0 0,0 0 0,0 0 0,0-25 16,0 25-16,25 0 0,-25 0 0,0 0 0,25-25 0</inkml:trace>
  <inkml:trace contextRef="#ctx0" brushRef="#br0" timeOffset="116573.6677">3572 12129 0,'0'0'0,"0"0"0,0-24 16,-25 24-16,25 0 0,0 0 0,0 0 0,0 0 15,0 0-15,0 0 0,0 24 0,0-24 0,0 0 0,0 0 16,0 25-16,0-25 0,0 25 0,0-25 0,0 25 15,0-25-15,0 25 0,0 0 0,0-25 0,0 24 0,0 1 16,-25-25-16,25 25 0,0 0 0,0-25 0,0 25 16,0-1-16,0-24 0,0 25 0,0-25 0,0 25 15,0-25-15,0 25 0,0-25 0,-25 25 0,25-25 0,0 24 16,0-24-16,0 0 0,0 25 0,0-25 0,0 0 15,0 25-15,0-25 0,0 0 0,0 0 0,0 0 0,0 0 16,0 0-16,0 0 0,0 0 0,0 0 0,0 0 16,0 0-16,0 0 0,0 0 0,0 0 0</inkml:trace>
  <inkml:trace contextRef="#ctx0" brushRef="#br0" timeOffset="116879.6852">3770 12204 0,'0'0'16,"0"0"-16,0-25 0,0 25 0,0 0 0,0 0 15,0 0-15,-24 0 0,24 0 0,0 0 0,0 0 0,0 0 16,-25 0-16,25 0 0,0 0 0,0 0 0,0 0 16,-25 0-16,25 0 0,0 0 0,0 0 0,-25 25 0,25-25 15,0 0-15,-25 0 0,25 25 0,0-25 0,0 0 16,-25 0-16,25 25 0,0-25 0,0 24 0,0-24 15,0 25-15,-24-25 0,24 25 0,0-25 0,0 25 0,0-25 16,0 25-16,0-1 0,0-24 0,-25 25 0,25-25 16,0 25-16,0-25 0,0 25 0,0-25 0,0 25 0,0-25 15,25 24-15,-25-24 0,0 0 0,0 25 0,24-25 16,-24 0-16,0 0 0,25 0 0,-25 25 0,0-25 0,25 0 15,-25 0-15,25-25 0,-25 25 0,25 0 0,-25 0 16,25 0-16,-25 0 0,24-25 0,-24 25 0,25 0 16,0 0-16,-25-24 0</inkml:trace>
  <inkml:trace contextRef="#ctx0" brushRef="#br0" timeOffset="117225.705">4167 12129 0,'0'-24'0,"0"24"0,0 0 0,0 0 0,0 0 0,0 0 16,0 0-16,-25-25 0,25 25 0,0 0 0,0 0 0,0 25 16,0-25-16,0 0 0,0 0 0,0 0 0,0 24 15,0-24-15,-24 0 0,24 25 0,0-25 0,0 25 16,0 0-16,-25-25 0,25 25 0,0 0 0,0-1 0,-25-24 15,25 25-15,0 0 0,0 0 0,-25-25 0,25 25 16,0-1-16,0 1 0,-25-25 0,25 25 0,0-25 16,0 25-16,0 0 0,0-25 0,0 24 0,0-24 0,0 0 15,0 25-15,0-25 0,0 0 0,0 25 0,0-25 16,0 0-16,25 0 0,-25 25 0,0-25 0,25 0 0,-25 0 15,0 0-15,25 0 0,-25 0 0,0 0 0,25 0 16,-25 0-16,0 0 0,24 0 0,-24 0 0,25 0 0,-25 0 16,25 0-16,-25 0 0,25 0 0,-25 0 0,25 0 15,-25 0-15,24 0 0,-24 0 0,25 0 0,-25 0 16,25-25-16,-25 25 0,25 0 0</inkml:trace>
  <inkml:trace contextRef="#ctx0" brushRef="#br0" timeOffset="117393.7146">4638 12254 0,'0'0'0,"0"0"0,0 0 0,0-25 0,0 25 0,0 0 16,0 0-16,0 0 0,0 0 0,0 0 0,0 0 15,0 0-15,0 0 0,0 25 0,0-25 0,0 0 16,0 0-16,0 24 0,0-24 0,0 0 0,0 25 0,0-25 15,25 25-15</inkml:trace>
  <inkml:trace contextRef="#ctx0" brushRef="#br0" timeOffset="117525.7221">4663 12526 0,'0'0'0,"0"0"0,0 0 0,0 0 0,0 0 16,0 0-16,0 0 0,0 0 0,0 0 0,0 0 15,0 0-15,0 0 0,0 0 0,0 0 0,0 0 0,0 0 16,0 0-16,0 0 0,0 0 0,25 0 0,-25 0 15,0 0-15,0 0 0,25 0 0,-25 0 0</inkml:trace>
  <inkml:trace contextRef="#ctx0" brushRef="#br0" timeOffset="118004.7495">5705 12030 0,'0'0'0,"0"0"0,0 0 0,0 0 16,0-25-16,0 25 0,0 0 0,0 0 0,0 0 0,0 0 16,0 0-16,0 0 0,0 0 0,0 0 0,0 0 0,0 0 15,0 25-15,0-25 0,0 0 0,0 25 0,-25-25 16,25 25-16,0 0 0,0-25 0,0 24 0,0 1 15,0 0-15,0-25 0,-25 25 0,25 0 0,0 0 16,0-25-16,0 24 0,0 1 0,-24 0 0,24-25 0,0 25 16,0 0-16,0-25 0,0 24 0,0-24 0,-25 25 15,25-25-15,0 25 0,0-25 0,0 0 0,0 25 0,0-25 16,-25 0-16,25 0 0,0 0 0,0 0 0,0 0 15,0 0-15,-25 0 0,25 0 0,0 0 0,0 0 16,-25 0-16,25-25 0,0 25 0</inkml:trace>
  <inkml:trace contextRef="#ctx0" brushRef="#br0" timeOffset="118183.7597">5556 12030 0,'0'0'0,"0"0"0,0-25 0,0 25 0,0 0 0,25-24 0,-25 24 0,0 0 0,0 0 16,25-25-16,-25 25 0,0 0 0,25 0 0,-25 0 0,24-25 0,-24 25 0,25 0 0,-25 0 0,25 0 0,0 0 0,-25 0 15,25 0-15,-1 0 0,-24 0 0,25 0 0,-25 0 0,25 0 16,0 0-16,-25 25 0,25-25 0,-25 0 0,25 25 16,-25-25-16,24 24 0,-24-24 0,0 25 0,25-25 0</inkml:trace>
  <inkml:trace contextRef="#ctx0" brushRef="#br0" timeOffset="118679.7881">6102 12328 0,'0'0'0,"0"0"0,0 0 16,0-25-16,0 25 0,0 0 0,0 0 0,0 0 0,0-25 15,0 25-15,0 0 0,0 0 0,-25-24 0,25 24 16,0 0-16,0 0 0,0-25 0,0 25 0,0 0 16,0 0-16,-25 0 0,25 0 0,0 0 78,0 0-78,0-25 0,0 25 0,-24 0 0,24 0 0,0 0 0,0 0 0,0 0 0,-25 0 0,25 0 0,0 0 0,0 0 0,0 0 0,-25 25 0,25-25 0,0 0 0,0 0 0,0 25 0,-25-25 0,25 0 0,0 24 0,0-24 0,0 25 0,0-25 0,0 25 0,0 0 0,0-25 0,0 25 0,0-25 15,0 24-15,0-24 0,0 25 78,0-25-78,0 25 0,0-25 0,25 25 0,-25-25 0,0 0 0,0 0 0,0 25 0,25-25 0,-25 0 0,0 0 0,0 0 0,25 0 0,-25 0 0,0 0 0,24 0 0,-24 0 0,0-25 0,25 25 0,-25-25 0,0 25 0,25 0 0,-25-25 0,0 0 0,25 25 0,-25-24 0,0 24 0,0-25 0,25 25 16,-25-25-16,0 0 0,0 25 0,0 0 0,0-25 0,0 25 15,0-24-15,0 24 0,0 0 0,0-25 0,0 25 16,0 0-16,0 0 0,0 0 0,0-25 0,0 25 16,0 0-16,0 0 0,0 0 0,0 0 0,0 0 0,0 0 15,0 25-15,0-25 0,0 0 0,0 0 0,0 0 16,0 0-16,0 25 0,0-25 0,0 0 0</inkml:trace>
  <inkml:trace contextRef="#ctx0" brushRef="#br0" timeOffset="119146.8148">6474 12254 0,'0'0'0,"0"-25"0,0 25 0,-25 0 15,25 0-15,0-25 0,0 25 0,0 0 0,0 0 0,0 0 16,-25-25-16,25 25 0,0 0 0,0 0 0,0-25 15,0 25-15,0 0 0,0 0 0,0 0 0,-24-25 16,24 25-16,0 0 0,0 0 0,0 0 0,0 0 0,0 25 16,0-25-16,0 0 0,0 0 0,-25 25 0,25-25 15,0 0-15,0 25 0,0-25 0,-25 25 0,25-25 16,0 25-16,0-25 0,0 24 0,-25 1 0,25-25 0,0 25 15,0-25-15,0 25 0,0-25 0,-25 25 0,25-25 16,0 0-16,0 24 0,0-24 0,0 25 0,0-25 0,25 0 16,-25 25-16,0-25 0,0 0 0,0 0 0,0 0 15,0 25-15,25-25 0,-25 0 0,0 0 0,0 0 0,25 0 16,-25 0-16,0 0 0,25-25 0,-25 25 0,0 0 15,24 0-15,-24 0 0,0-25 0,25 25 0,-25 0 16,0 0-16,0-25 0,25 25 0,-25 0 0,0-24 0,0 24 16,0 0-16,0 0 0,0-25 0,0 25 0,0 0 15,0 0-15,0 0 0,0 0 0,0 0 0,0 0 16,0 0-16,0 0 0,0 0 0,0 25 0,0-25 0,0 0 15,0 0-15,0 0 0,0 24 0,0-24 0,0 25 16,0-25-16,0 0 0,0 25 0,0-25 0,0 25 0,0-25 16,0 25-16,0-25 0,0 24 0,0-24 0,0 25 15,0-25-15,0 25 0,-25 0 0,25-25 0,0 0 0,0 25 16,0-25-16,0 24 0,0-24 0</inkml:trace>
  <inkml:trace contextRef="#ctx0" brushRef="#br0" timeOffset="119333.8255">6375 12824 0,'0'0'0,"0"0"0,0 0 0,0 0 0,0 0 0,0 0 0,0 0 0,0 0 0,0 0 0,0 0 0,0 0 0,0 0 0,0 0 0,0 0 0,0 0 0,0 0 0</inkml:trace>
  <inkml:trace contextRef="#ctx0" brushRef="#br0" timeOffset="119763.8501">7789 12378 0,'0'0'0,"0"-25"0,-25 25 0,25 0 0,0-25 16,0 25-16,-25 0 0,25-25 0,0 25 0,-25 0 0,25 0 16,0-25-16,-25 25 0,25 0 0,0 0 0,-24 0 15,24 0-15,0 0 0,-25 0 0,25 0 0,0 25 0,0-25 16,-25 0-16,25 0 0,0 25 0,-25-25 0,25 0 15,0 25-15,0-25 0,-25 0 0,25 25 0,0-25 0,-24 24 16,24-24-16,0 25 0,0-25 0,0 25 0,-25-25 16,25 25-16,0 0 0,0-25 0,0 24 0,0-24 15,0 0-15,25 25 0,-25-25 0,0 25 0,0-25 0,0 0 16,0 0-16,24 25 0,-24-25 0,0 0 0,0 0 0,25 0 15,-25 0-15,25 0 0,-25 0 0,25 0 0,-25 0 16,25 0-16,-25-25 0,24 25 0,1 0 0,-25-25 16,25 25-16,-25-25 0,25 25 0,0-24 0,-25 24 15,24-25-15,-24 0 0,0 25 0,25-25 0,-25 0 0,25 25 16,-25-24-16</inkml:trace>
  <inkml:trace contextRef="#ctx0" brushRef="#br0" timeOffset="120028.8653">8062 11881 0,'0'0'16,"0"0"-16,0-24 0,0 24 0,0 0 0,0 0 0,-25 0 15,25 0-15,0 0 0,0 0 0,0 24 0,0-24 16,-25 0-16,25 0 0,0 25 0,0-25 0,0 25 0,0 0 16,-25-25-16,25 25 0,0-1 0,0 1 0,0-25 15,-25 25-15,25 0 0,0 0 0,0-1 0,-25 1 16,25 0-16,0 0 0,0 0 0,0 0 0,-24-1 15,24 1-15,0 0 0,0-25 0,0 25 0,-25 0 0,25-1 16,0 1-16,0-25 0,0 25 0,-25 0 0,25-25 16,0 25-16,0-25 0,0 24 0,0-24 0,0 25 0,0-25 15,0 25-15,0-25 0,0 0 0,0 0 0,0 0 16,0 25-16,25-25 0,-25 0 0,0 0 0,0-25 0,25 25 15,-25 0-15,0 0 0,24 0 0,-24-25 0,25 25 16,-25 0-16</inkml:trace>
  <inkml:trace contextRef="#ctx0" brushRef="#br0" timeOffset="120512.893">8186 12303 0,'0'0'0,"0"0"0,0-25 0,0 25 0,0 0 0,-25 0 0,25 0 0,0-24 0,0 24 0,0 0 0,-25 0 0,25 0 0,0 0 0,0 0 16,-25 0-16,25 0 0,0 24 0,0-24 0,-25 0 0,25 25 0,0-25 0,-24 25 0,24-25 0,0 25 0,0-25 0,0 25 0,-25-25 0,25 24 0,0-24 0,0 25 0,0 0 0,0-25 0,0 25 0,0-25 15,0 0-15,0 25 0,0-25 0,0 24 0,0-24 0,25 0 16,-25 25-16,0-25 0,0 0 0,0 25 0,24-25 0,-24 0 15,0 0-15,25 0 0,-25 0 0,0 0 0,0 0 16,25 0-16,-25-25 0,0 25 0,25 0 0,-25 0 16,0-25-16,0 25 0,25 0 0,-25-24 0,0 24 0,24-25 15,-24 25-15,0-25 0,0 25 0,0-25 0,0 25 0,0-25 16,0 25-16,0-24 0,0-1 0,0 25 0,0-25 15,0 25-15,0-25 0,0 0 0,0 25 0,0-24 16,0 24-16,0 0 0,0-25 0,-24 25 0,24 0 16,0-25-16,0 25 0,0 0 0,0 0 0,0 0 0,0-25 15,0 25-15,0 0 0,0 0 0,0 0 0,0 0 16,0 0-16,0-25 0,0 25 0,0 0 0,0 0 0,0 0 15,24 0-15,-24-25 0,0 25 0,0 0 0,25 0 16,-25 0-16,0 0 0,25 0 0,-25-24 0,0 24 0,25 0 16,-25 0-16,0 24 0,25-24 0,-25 0 0,24 0 15,-24 0-15,0 0 0,25 0 0,-25 25 0,0-25 0,25 0 16,-25 25-16,0-25 0,0 0 0,25 0 0,-25 25 15,0-25-15,0 25 0,0-25 0,0 0 0,0 25 16,0-25-16,0 24 0,0-24 0,0 25 0,0-25 0,0 25 16,0-25-16</inkml:trace>
  <inkml:trace contextRef="#ctx0" brushRef="#br0" timeOffset="120691.9032">8310 12799 0,'0'25'0,"0"-25"0,0 0 0,0 25 0,0-25 16,0 0-16,-25 0 0,25 25 0,0-25 0,0 0 0,0 0 15,0 0-15,0 0 0,0 0 0,0 0 0,0 0 16,0 0-16,0 0 0,0 0 0,0 0 0,0 0 0,0 0 16,0 0-16,0 0 0,0 0 0,0 0 0,0 0 15,0-25-15,-25 25 0,25 0 0,0-25 0</inkml:trace>
  <inkml:trace contextRef="#ctx0" brushRef="#br0" timeOffset="120889.9145">7937 12154 0,'0'0'0,"0"0"16,0-25-16,0 25 0,0 0 0,0 0 0,0 0 16,0 0-16,0 0 0,0 0 0,25-24 0,-25 24 0,25 0 15,-25 0-15,25 0 0,-25 0 0,25 0 0,0 0 16,-25-25-16,24 25 0,1 0 0,-25 0 0,25 0 0,0 0 15,-25 0-15,25 0 0,-25 0 0,24 0 0,1 0 16,-25 25-16,25-25 0</inkml:trace>
  <inkml:trace contextRef="#ctx0" brushRef="#br0" timeOffset="121842.969">9451 12254 0,'0'0'15,"0"0"-15,0 0 0,-25 0 0,25-25 0,0 25 0,-25 0 16,25 0-16,0 0 0,-25 0 0,25 0 0,0 0 15,-25 0-15,25 0 0,0 0 0,0 25 0,0-25 0,0 0 16,0 0-16,0 0 0,0 24 0,-24-24 0,24 25 16,0-25-16,0 25 0,0-25 0,0 25 0,0-25 15,0 25-15,0-1 0,0-24 0,0 25 0,0-25 0,24 25 16,-24-25-16,0 25 0,0-25 0,0 25 0,0-25 0,25 24 15,-25-24-15,0 0 0,0 25 0,0-25 0,25 0 16,-25 0-16,0 0 0,25 0 0,-25 0 0,25 0 16,-25 0-16,0 0 0,24 0 0,-24 0 0,25 0 0,-25 0 15,25 0-15,0-25 0,-25 25 0,25 0 0,-25 0 16,24-24-16,-24 24 0,25 0 0,-25-25 0,0 25 0,25-25 15,-25 25-15,0-25 0,25 25 0,-25 0 0,0-25 16,0 25-16,0-24 0,0 24 0,0-25 0,0 25 16,25 0-16,-25-25 0,0 25 0,0-25 0,0 25 15,-25-25-15,25 25 0,0 0 0,0-24 0,0 24 0,0 0 16,0 0-16,0 0 0,0-25 0,0 25 0,0 0 0,0 0 15,0 0-15,0 0 0,0 0 0,0 0 0,0 0 16,0 25-16,-25-25 0,25 0 0,0 0 0,0 24 16,0-24-16,0 25 0,0-25 0,0 25 0,0-25 15,0 25-15,0-25 0,0 25 0,0-1 0,-25-24 0,25 25 16,25-25-16,-25 25 0,0-25 0,0 25 0,0-25 0,0 25 15,0-25-15,0 0 0,0 0 0,0 24 0,25-24 16,-25 0-16,0 0 0,0 25 0,0-25 0,0 0 0,25 0 16,-25 0-16,0 0 0,24 0 0,-24 0 0,25 0 15,-25 0-15,0-25 0,25 25 0,-25 0 0,25 0 16,-25-24-16,25 24 0,-25 0 0,0-25 0,24 25 0,-24 0 15,25-25-15,-25 25 0,0-25 0,25 25 0,-25-25 16,0 25-16,0-24 0,0-1 0,25 25 0,-25-25 16,0 25-16,0-25 0,0 25 0,0 0 0,0-25 15,0 25-15,0 0 0,0-24 0,0 24 0,0 0 0,0 0 16,0 0-16,0 0 0,0 0 0,0 0 0,0 24 15,-25-24-15,25 0 0,0 25 0,0-25 0,0 0 0,0 25 16,0-25-16,-25 25 0,25-25 0,0 25 0,0-25 0,0 24 16,0-24-16,0 0 0,0 25 0,0-25 15,0 25-15,0-25 0,0 0 0,0 25 0,0-25 0,0 0 16,0 25-16,0-25 0,0 0 0,25 0 0,-25 24 0,0-24 15,0 0-15,25 0 0,-25 0 0,0 0 0,25 25 16,-25-25-16,24 0 0,-24 0 0,25 0 0,0 0 0,-25 0 16,25-25-16,-25 25 0</inkml:trace>
  <inkml:trace contextRef="#ctx0" brushRef="#br0" timeOffset="122256.9927">10344 12427 0,'0'0'0,"-25"0"0,25-25 0,0 25 0,0 0 15,0 0-15,0-24 0,-25 24 0,25 0 0,0 0 16,0 0-16,-25 0 0,25 0 0,0-25 0,0 25 0,0 0 15,-25 0-15,25 0 0,0 0 0,0 0 0,0 0 16,-24 0-16,24 0 0,0 0 0,0 0 0,0 25 0,0-25 16,0 0-16,-25 0 0,25 24 0,0-24 0,0 0 15,0 25-15,0-25 0,-25 0 0,25 25 0,0-25 16,0 25-16,0-25 0,0 25 0,0-25 0,-25 24 15,25-24-15,0 0 0,0 25 0,0-25 0,0 25 0,25-25 16,-25 0-16,0 0 0,0 25 0,0-25 0,0 0 0,25 0 16,-25 0-16,0 0 0,0 0 0,25 0 0,-25 0 15,0 0-15,24 0 0,-24 0 0,25 0 0,-25 0 0,0 0 16,25 0-16,-25-25 0,25 25 0,-25 0 0,0-25 15,25 25-15,-25 0 0,0-25 0,24 25 0,-24-24 16,0 24-16,0 0 0,25-25 0,-25 25 0,0 0 0,0 0 16,0-25-16,0 25 0,0 0 0,0 0 0,0 0 15,0 0-15,0 0 0,0 25 0,0-25 0,0 0 0,0 0 16,0 0-16,0 25 0,0-25 0,0 0 15,-25 24-15,25-24 0,0 0 0,0 25 0,0-25 0,0 0 16,0 25-16,0-25 0,25 0 0,-25 0 0,0 25 0,0-25 16,0 0-16,0 0 0,0 0 0,0 0 0,0 0 15,0 0-15,0 0 0,0 0 0,0-25 0,0 25 0,0 0 16</inkml:trace>
  <inkml:trace contextRef="#ctx0" brushRef="#br0" timeOffset="122511.0073">10145 11807 0,'0'0'15,"0"0"-15,0 0 0,0-25 0,25 25 0,-25 0 0,0 0 16,0 0-16,0 0 0,25 0 0,-25 0 0,0 25 15,0-25-15,25 0 0,-25 0 0,24 0 0,-24 25 0,0-25 16,25 0-16,-25 25 0,0-25 0,0 0 0,0 24 16,0-24-16,25 0 0,-50 25 0,25-25 0,0 0 15,0 25-15,0-25 0,-25 25 0,25-25 0,-24 25 0,24-25 16,-25 24-16,0-24 0,0 0 0,0 25 0,1-25 15,-1 25-15,0-25 0</inkml:trace>
  <inkml:trace contextRef="#ctx0" brushRef="#br0" timeOffset="126036.2089">18157 1290 0,'0'0'0,"0"0"0,0 0 0,0 0 0,0 0 0,-25 0 15,25 0-15,0-25 0,0 25 0,0 0 0,0 0 0,0 0 16,0 0-16,0 0 0,0 0 0,0 0 0,0 0 16,0 0-16,0 0 0,0 0 0,0 0 0,0 0 0,0 0 15,0 0-15,0 0 0,0 0 0,0 0 0,0 0 16,0 0-16,0 0 0,0 0 0,0 0 0,0 0 0,0 0 15,0 0-15,0 0 0,0 0 0,0 0 0,0 0 0,0 0 16,0 0-16,0 0 0,0 0 0,0 0 0,-25 0 0,25 0 16,0 0-16,0 0 0,0 0 0,0 0 0,-24 0 15,24 25-15,0-25 0,-25 0 0,25 25 0,0-25 0,0 0 16,-25 0-16,25 0 0,0 0 0,-25 24 0,25-24 15,0 0-15,-25 25 0,25-25 0,0 0 0,-24 25 16,24-25-16,0 25 0,0-25 0,-25 25 0,25-25 0,0 0 0,0 24 16,-25-24-16,25 25 0,0 0 0,0-25 0,0 25 15,-25 0-15,25-25 0,0 24 0,0 1 0,0 0 0,0 0 16,0 0-16,0-25 0,0 25 0,0-1 0,0 1 15,0 0-15,0-25 0,0 25 0,0 0 0,0-25 16,0 24-16,0 1 0,0-25 0,0 25 0,0 0 0,0-25 16,0 25-16,0-25 0,0 24 0,0-24 0,0 25 0,25-25 15,-25 0-15,0 25 0,0-25 0,0 0 0,25 0 16,-25 0-16,0 0 0,0 0 0,0 0 0,25 0 0,-25 0 15,24 0-15,-24-25 0,25 25 0,-25 0 0,0-25 16,25 25-16,-25-24 0</inkml:trace>
  <inkml:trace contextRef="#ctx0" brushRef="#br0" timeOffset="126539.2377">19075 1563 0,'0'0'0,"0"0"16,0 0-16,0 0 0,0 0 0,0 0 0,0 0 0,0 0 16,0 0 140,-50 124-156,50-99 0,-25-1 0,25-24 0,0 25 0,0 0 0,-24-25 0,24 25 0,0-25 0,0 25 0,0-1 0,-25-24 0,25 25 0,0-25 0,0 25 0,0 0 0,0-25 0,0 25 0,0-25 15,0 0-15,0 24 0,0-24 0,0 0 0,0 25 0,-25-25 0,25 0 0,0 0 0,0 25 0,0-25 0,0 0 0,0 0 0,0 0 0,0 0 0,0 0 0,0 0 0,-25-25 0,25 25 0,0 0 0,0 0 0</inkml:trace>
  <inkml:trace contextRef="#ctx0" brushRef="#br0" timeOffset="126742.2493">18926 1587 0,'0'-24'0,"0"24"0,0 0 16,0-25-16,0 25 0,0 0 0,0 0 0,0-25 15,0 25-15,25 0 0,-25 0 0,0 0 0,25-25 0,-25 25 16,24 0-16,-24 0 0,25 0 0,-25 0 0,25 0 0,0 0 16,-25 0-16,25 0 0,-25 0 0,24 0 0,1 0 15,-25 0-15,25 0 0,-25 0 0,25 0 0,-25 0 0,0 25 16,25-25-16,-25 0 0,0 25 0,24-25 0,-24 25 15,0-25-15,0 24 0,0-24 0,0 25 0,0-25 0,0 25 16,0-25-16,0 25 0,0-25 0</inkml:trace>
  <inkml:trace contextRef="#ctx0" brushRef="#br0" timeOffset="127257.2787">19323 1836 0,'0'0'0,"0"0"0,0 0 0,0 0 16,-25-25-16,25 25 0,0 0 0,0 0 0,0 0 0,0 0 15,0-25-15,0 25 0,0 0 0,0 0 0,0 0 0,0 0 16,0 0-16,0 0 0,0 0 0,0 0 0,0 0 16,0 0-16,0 25 0,0-25 0,0 0 0,0 0 0,-25 0 15,25 25-15,0-25 0,0 0 0,0 0 0,0 0 0,0 0 16,0 0-16,-25 24 0,25-24 0,0 25 0,0-25 15,0 0-15,0 25 0,0 0 0,0-25 0,-24 25 0,24-25 16,0 24-16,0-24 0,0 25 0,0-25 0,0 0 16,0 25-16,0-25 0,0 0 0,0 25 0,0-25 0,0 0 15,0 0-15,0 25 0,24-25 0,-24 0 0,0 0 16,0 0-16,0 0 0,25 0 0,-25 0 0,0 0 0,0 0 15,25-25-15,-25 25 0,0 0 0,25 0 0,-25-25 16,0 25-16,25 0 0,-25-25 0,0 25 0,0-25 16,0 25-16,0-24 0,24 24 0,-24-25 0,0 25 0,0 0 15,0-25-15,0 25 0,0-25 0,0 25 0,0-25 0,0 25 16,0-24-16,0 24 0,0 0 0,0 0 0,0-25 15,0 25-15,0 0 0,0 0 0,0 0 0,0 0 0,0 0 16,0 0-16,0 0 0,-24 0 0,24 0 0,0 0 16,0 0-16,0 0 0,0 0 0,0 0 0,0 0 0,0 0 15,0 0-15,0 25 0,0-25 0,0 0 0,0 0 0,0 0 16,0 0-16,0 0 0,24 0 0</inkml:trace>
  <inkml:trace contextRef="#ctx0" brushRef="#br0" timeOffset="127766.3078">19695 1885 0,'0'0'0,"0"0"0,0 0 0,0-25 0,-25 25 0,25 0 15,0 0-15,0 0 0,0 0 0,0-24 0,0 24 0,0 0 16,0 0-16,0-25 0,0 25 0,0 0 0,0 0 15,0 0-15,0 0 0,0 0 0,0-25 0,0 25 0,-25 0 16,25 25-16,0-25 0,0 0 0,0 0 0,0 0 16,0 0-16,-24 0 0,24 0 0,0 0 0,0 0 0,0 25 15,0-25-15,0 0 0,0 0 0,-25 0 0,25 0 0,0 0 16,0 0-16,-25 0 0,25 24 0,0-24 0,0 0 15,0 0-15,-25 0 0,25 0 0,0 25 0,0-25 0,0 25 16,0-25-16,0 0 0,0 25 0,0-25 0,0 25 16,-25-25-16,25 0 0,0 24 0,0-24 0,0 0 0,0 0 15,0 25-15,25-25 0,-25 0 0,0 0 0,0 0 0,0 0 16,0 0-16,0 0 0,25 25 0,-25-25 0,0 0 15,0 0-15,25-25 0,-25 25 0,0 0 0,25 0 0,-25 0 16,0-25-16,24 25 0,-24 0 0,25-24 0,-25 24 16,0 0-16,25-25 0,-25 25 0,0 0 0,0 0 0,25-25 15,-25 25-15,0 0 0,0 0 0,0 0 0,25 0 0,-25-25 16,0 25-16,0 0 0,0 0 0,0 0 0,0 0 15,0 0-15,0 0 0,0 0 0,0 0 0,0 0 0,0 0 16,0 0-16,0 0 0,0 0 0,0 25 0,0-25 16,-25 0-16,25 0 0,0 25 0,0-25 0,0 25 0,0-25 15,-25 24-15,25-24 0,0 25 0,0-25 0,0 25 0,0-25 16,0 25-16,0-25 0,0 0 0,0 25 0,0-25 15,0 0-15,0 24 0,0-24 0,0 0 0,0 0 0,0 0 16,0 0-16,0 0 0,0 0 0,0 0 0,0 0 16,0 0-16</inkml:trace>
  <inkml:trace contextRef="#ctx0" brushRef="#br0" timeOffset="127930.3172">19496 2332 0,'0'0'0,"0"0"0,0 0 0,0 0 0,0 0 16,0 0-16,0 0 0,25 0 0,-25 0 0,0 0 15,0-25-15,0 25 0,25 0 0,-25 0 0,0 0 0,0 0 16,25 0-16,-25-25 0,0 25 0,25 0 16,-25 0-16,0 0 0,0 0 0,25 0 0,-25-25 0</inkml:trace>
  <inkml:trace contextRef="#ctx0" brushRef="#br0" timeOffset="128453.3471">21010 1910 0,'0'0'0,"0"0"0,0-25 16,0 25-16,0 0 0,0-25 0,0 25 0,0-24 15,0 24-15,0 0 0,0 0 0,0-25 0,-25 25 0,25 0 16,0-25-16,0 25 0,0 0 0,0-25 0,0 25 0,-25 0 16,25-25-16,0 25 0,0 0 0,0 0 0,0-24 15,-25 24-15,25 0 0,0 0 0,-25 0 0,25-25 0,0 25 16,-24 25-16,24-25 0,0 0 0,-25 0 0,25 0 15,-25 0-15,25 0 0,0 0 0,-25 0 0,25 0 0,-25 0 16,25 0-16,0 0 0,-24 0 0,24 24 0,-25-24 16,25 25-16,0-25 0,0 25 0,-25 0 0,25-25 0,0 25 15,0-25-15,0 0 0,0 24 0,0-24 0,0 25 0,0-25 16,0 25-16,0-25 0,0 25 0,0-25 0,0 25 15,0-25-15,25 0 0,-25 24 0,0-24 0,0 0 0,25 25 16,-25-25-16,0 0 0,24 0 0,-24 0 0,0 0 16,25 0-16,-25 0 0,25 0 0,-25 0 0,25 0 0,-25 0 15,25 0-15,-25 0 0,0-25 0,24 25 0,-24 0 0,25-24 16,-25 24-16,0-25 0,25 25 0,-25 0 0,0-25 15,25 0-15,-25 25 0,0-25 0,25 25 0,-25-24 0,24-1 16,-24 0-16</inkml:trace>
  <inkml:trace contextRef="#ctx0" brushRef="#br0" timeOffset="129151.3871">21134 1513 0,'0'0'0,"0"-25"0,0 25 16,0-25-16,0 25 0,0 0 0,24 0 0,-24 0 15,-24-24-15,24 24 0,0 0 0,0 0 0,0 0 0,0 0 16,0 0-16,0 0 0,0 0 0,0 0 0,0 24 16,0-24-16,0 0 0,0 0 0,0 25 0,0-25 0,0 25 15,0 0-15,0-25 0,0 25 0,0-1 0,-25-24 0,25 25 16,0 0-16,0-25 0,0 25 0,0 0 0,0 0 15,-25-25-15,25 24 0,0 1 0,0-25 0,0 25 0,0 0 16,0-25-16,0 25 0,-25-1 0,25-24 0,0 25 16,0-25-16,0 25 0,0-25 0,0 0 0,0 25 0,0-25 15,0 25-15,0-25 0,0 0 0,0 0 0,0 24 0,0-24 16,0 0-16,0 0 0,0 0 0,0 0 0,0 0 15,25 0-15,-25 0 0,0 0 0,0 0 0,25 0 16,-25 0-16,25 0 0,-25 0 0,0-24 0,24 24 0,-24 0 16,0 0-16,25 0 0,-25-25 0,25 25 0,-25 0 0,25 0 15,-25-25-15,0 25 0,25 0 0,-25 0 0,24-25 0,-24 25 16,0 0-16,0-25 0,0 25 0,25 0 0,-25 0 15,0 0-15,0 0 0,0-24 0,0 24 0,0 0 0,0 0 16,0 0-16,0-25 0,0 25 0,0 0 0,0 0 16,0 0-16,0-25 0,0 25 0,-25 0 0,25 0 0,0 0 15,0 0-15,0 0 0,0 0 0,0 0 0,0 0 0,-24 0 16,24 0-16,0 0 0,0 25 0,-25-25 0,25 0 15,0 25-15,0-25 0,-25 24 0,25-24 0,0 25 0,0-25 16,0 0-16,-25 25 0,25-25 0,0 25 0,0-25 16,0 0-16,0 25 0,0-25 0,0 24 0,0-24 0,0 0 15,0 25-15,0-25 0,25 25 0,-25-25 0,0 0 16,0 25-16,0-25 0,0 0 0,0 0 0,25 0 0,-25 0 15,0 0-15,0 0 0,0 0 0,25 0 0,-25-25 16,0 25-16,24 0 0,-24 0 0,0 0 0,0-25 0,0 25 16,25 0-16,-25-25 0,0 25 0,0 0 0,0-24 15,0 24-15,0-25 0,25 25 0,-25 0 0,0-25 0,0 25 16,0-25-16,0 0 0,25 25 0,-25-24 0,0 24 0,0-25 15,0 0-15,0 25 0,0-25 0,-25 25 0,25 0 0,0-25 16,0 25-16,0 0 0,25-24 0,-25 24 0,0 0 16,0 0-16,0-25 0,0 25 0,0 0 0,0 0 15,0-25-15,0 25 0,0 0 0,0 0 0,0-25 0,25 25 16,-25 0-16,0 0 0,0 0 0,0-25 0,24 25 15,-24 0-15,0 0 0,0 0 0,25 0 0,-25 0 0,0 0 16,0 0-16,25 0 0,-25 0 0,0 0 0,25 0 0,-25 0 16,0 0-16,0 0 0,25 0 0,-25 0 0,0 0 15,0 25-15,24-25 0,-24 0 0,0 0 0,0 25 0,0-25 16,25 0-16,-25 25 0,0-25 0,0 25 0,0-25 0,0 24 15,0 1-15,-25-25 0,25 25 0,0-25 0,0 25 16</inkml:trace>
  <inkml:trace contextRef="#ctx0" brushRef="#br0" timeOffset="129333.3975">21332 2356 0,'-25'25'0,"25"-25"0,0 0 0,0 0 15,0 0-15,0 0 0,0 0 0,0 0 0,0 0 0,0 0 16,0 0-16,0 0 0,0 0 0,0 0 0,0 0 15,0 0-15,0 0 0,0 0 0,0 0 0,0 0 16,0 0-16,0 0 0,0 0 0,0 0 0,0-25 0,0 25 16,0 0-16,0-24 0,0 24 0</inkml:trace>
  <inkml:trace contextRef="#ctx0" brushRef="#br0" timeOffset="129835.4262">21059 1538 0,'0'0'0,"0"25"0,0-25 0,0 0 0,0 0 0,0 0 15,0 0-15,25-25 0,-25 25 0,0 0 0,0 0 0,25 0 16,-25 0-16,0 0 0,25 0 0,-25 0 0,24 0 16,1 0-16,-25 0 0,25 0 0,0 0 0,-25 0 0,25 0 15,-1 0-15,1 0 0,-25 0 0,25 0 0,0 0 16,0 0-16,-1 0 0,-24 0 0,25 0 0,0 0 0</inkml:trace>
  <inkml:trace contextRef="#ctx0" brushRef="#br0" timeOffset="131134.5005">22523 1712 0,'0'0'0,"24"-25"0,-24 25 0,-24 0 0,24 0 15,0 0-15,0 0 0,0-25 0,0 25 0,0 0 16,0 0-16,0 0 0,0 0 0,0-25 0,0 25 0,0 0 15,-25 0-15,25 0 0,0 0 0,0 0 0,0 0 0,-25 0 16,25 0-16,0 0 0,0 0 0,0 0 0,-25 25 16,25-25-16,0 0 0,0 0 0,-25 0 0,25 0 0,0 0 15,0 25-15,-24-25 0,24 0 0,0 25 0,-25-25 16,25 24-16,0-24 0,0 25 0,-25-25 0,25 25 0,0-25 15,0 25-15,0 0 0,-25-25 0,25 24 0,0 1 0,0-25 16,0 25-16,0-25 0,0 25 0,25-25 0,-25 25 16,0-25-16,0 24 0,0-24 0,25 25 0,-25-25 0,0 0 15,25 0-15,-25 25 0,0-25 0,24 0 0,-24 0 16,0 0-16,25 0 0,-25 0 0,25 0 0,-25 0 0,25 0 15,-25 0-15,25 0 0,-25-25 0,24 25 0,1 0 0,-25-25 16,25 25-16,-25 0 0,25-24 0,-25 24 0,0-25 16,25 25-16,-25-25 0,24 25 0,-24-25 0,0 25 0,25-25 15,-25 25-15,25 0 0,-25-24 0,0 24 0,0-25 16,25 25-16,-25-25 0,0 25 0,0 0 0,0-25 0,0 25 15,0 0-15,0-25 0,25 25 0,-25 0 0,0-24 0,0 24 16,0 0-16,0 0 0,0 0 0,0 0 0,0 0 16,0 0-16,0 0 0,0-25 0,0 25 0,0 0 0,-25 25 15,25-25-15,0 0 0,0 0 0,0 0 0,0 0 16,0 24-16,0-24 0,-25 0 0,25 25 0,0-25 0,0 25 15,0-25-15,0 25 0,0 0 0,0-25 0,-25 24 0,25 1 16,0-25-16,0 25 0,0-25 0,0 25 0,0 0 16,0-25-16,0 0 0,0 24 0,0-24 0,25 0 15,-25 25-15,0-25 0,0 0 0,0 0 0,0 0 0,25 0 16,-25 0-16,0 0 0,0 0 0,0 0 0,25 0 0,-25 0 15,0 0-15,0 0 0,25 0 0,-25 0 0,24 0 0,-24-25 16,25 25-16,-25 0 0,0-24 0,25 24 0,-25-25 16,25 25-16,-25-25 0,25 25 0,-25-25 0,0 25 0,24-25 15,-24 25-15,0-24 0,0 24 0,0-25 0,25 25 16,-25-25-16,0 25 0,0-25 0,0 25 0,0-25 0,0 25 15,0 0-15,0-24 0,0 24 0,0 0 0,0 0 0,0 0 16,0 0-16,0 0 0,0 24 0,0-24 0,0 0 16,0 0-16,0 0 0,-25 25 0,25-25 0,0 0 0,0 25 15,0-25-15,-24 25 0,24 0 0,0-25 0,0 24 16,-25-24-16,25 25 0,0-25 0,0 25 0,0-25 0,0 25 15,0-25-15,0 0 0,0 25 0,0-25 0,0 24 16,0-24-16,0 25 0,0-25 0,25 0 0,-25 0 0,0 0 16,24 0-16,-24 0 0,25 0 0,-25-25 0,25 25 15,-25 0-15</inkml:trace>
  <inkml:trace contextRef="#ctx0" brushRef="#br0" timeOffset="131518.5225">23267 1786 0,'0'0'0,"0"-25"0,0 25 0,0 0 0,-25-25 0,25 25 16,0 0-16,0-24 0,-25 24 0,25 0 0,0 0 0,0 0 15,-25 0-15,25 0 0,0-25 0,0 25 0,0 0 0,0 0 16,-24 25-16,24-25 0,0 0 0,0 0 0,0 0 16,-25 0-16,25 24 0,0-24 0,0 0 0,-25 25 0,25-25 15,0 25-15,0-25 0,0 25 0,-25 0 0,25-25 16,0 24-16,0-24 0,0 25 0,0-25 0,0 0 15,0 25-15,0-25 0,0 25 0,0-25 0,0 0 0,0 0 16,0 0-16,0 0 0,0 25 0,0-25 0,0 0 0,0 0 16,25 0-16,-25 0 0,0 0 0,0 0 0,0 0 15,25 0-15,-25-25 0,0 25 0,25 0 0,-25 0 0,24-25 16,-24 25-16,0 0 0,25 0 0,-25-25 0,25 25 15,-25 0-15,0 0 0,25 0 0,-25-25 0,0 25 0,0 0 16,25 0-16,-25-24 0,0 24 0,0 0 0,0 0 16,0 0-16,0-25 0,0 25 0,0 0 0,0 0 0,0 0 0,0 25 15,0-25-15,0 0 0,0 24 0,0-24 0,-25 0 16,25 25-16,0-25 0,0 25 0,0-25 0,0 25 15,0-25-15,0 0 0,0 25 0,0-25 0,0 0 0,-25 0 0,25 24 16,0-24-16,0 0 0,0 0 0,0 0 16,0 0-16,0 0 0,0 0 0,0 0 0,0 0 0</inkml:trace>
  <inkml:trace contextRef="#ctx0" brushRef="#br0" timeOffset="131752.5358">23391 1240 0,'0'0'16,"0"0"-16,25 0 0,-25 0 0,0 0 0,0 0 0,24 0 16,-24 0-16,0 25 0,25-25 0,-25 0 0,25 0 0,-25 0 15,25 0-15,-25 25 0,0-25 0,25 0 0,-25 25 16,0-25-16,24 0 0,-24 0 0,0 24 0,0-24 0,0 25 15,-24-25-15,24 0 0,0 25 0,-25-25 0,25 0 16,0 25-16,-25-25 0,25 0 0,-25 25 0,25-25 16,0 0-16,-25 24 0,25-24 0,-24 0 0,24 0 0</inkml:trace>
  <inkml:trace contextRef="#ctx0" brushRef="#br0" timeOffset="132221.5627">23961 1860 0,'0'0'0,"0"0"16,0 0-16,0 0 0,0 0 0,0 0 0,0 0 0,0 0 15,0 0-15,25-24 0,-25 24 0,0 0 0,0 0 0,25-25 16,-25 25-16,0 0 0,25-25 0,-25 25 0,25 0 0,-25-25 15,24 25-15,1-25 0,-25 25 0,25-24 0,-25 24 16,25-25-16,-25 25 0,25-25 0,-25 25 0,0-25 0,24 0 16,-24 25-16,25-25 0,-25 1 0,0 24 0,25-25 15,-25 25-15,0-25 0,0 25 0,0 0 0,0 0 0,25 0 16,-25-25-16,0 25 0,0 0 0,0 0 0,0 0 0,0 0 15,0 0-15,0 0 0,0 0 0,0 0 0,0 25 16,0-25-16,0 25 0,-25-25 0,25 25 0,0-1 16,0 1-16,-25-25 0,25 25 0,0 0 0,0 0 0,-25 0 15,25-25-15,0 24 0,0 1 0,-24 0 0,24-25 16,0 25-16,0-25 0,0 25 0,-25-25 0,25 24 0,0 1 15,0-25-15,0 25 0,0-25 0,0 25 0,0-25 0,0 0 16,0 25-16,0-25 0,0 0 0,0 0 0,0 0 16,0 0-16,0 0 0,25 0 0,-25 0 0,0 0 0</inkml:trace>
  <inkml:trace contextRef="#ctx0" brushRef="#br0" timeOffset="132629.586">24681 1761 0,'0'-25'0,"24"25"0,-24 0 0,0-24 16,0 24-16,0 0 0,0 0 0,0-25 0,0 25 0,0 0 15,0 0-15,0 0 0,0 0 0,0 0 0,0 0 0,0 0 16,0 25-16,0-25 0,0 0 0,0 0 0,0 24 15,0-24-15,0 0 0,0 25 0,0-25 0,0 25 0,0-25 16,0 25-16,-24-25 0,24 25 0,0-1 0,0-24 16,0 25-16,0-25 0,0 25 0,0-25 0,0 25 0,0-25 15,24 25-15,-24-25 0,0 0 0,0 24 31,0-24-31,0 0 0,0 25 0,0-25 0,0 0 16,0 0-16,0 0 0,0 0 0,0 0 0,0 0 0,25 0 0,-25 0 0,0 0 0,0 0 0,0 0 0,25 0 0,-25-25 0,0 25 16,0 0-16,25-24 0,-25 24 0,0-25 0,0 25 0,25 0 15,-25-25-15,0 0 0,24 25 0,-24-25 0,0 25 0,25-24 16,-25 24-16,0-25 0,25 25 0,-25-25 0,0 25 15,25 0-15,-25-25 0,0 25 0,0 0 0,0 0 0,0 0 16,0 0-16,0 0 0,0 0 0,0 0 0,0 0 16,0 25-16,0-25 0,0 0 0,0 0 0,0 0 0,25 25 15,-25-25-15,0 0 0,0 0 0,25 0 0,-25 0 0</inkml:trace>
  <inkml:trace contextRef="#ctx0" brushRef="#br0" timeOffset="133037.6093">25028 1860 0,'0'0'0,"0"0"0,0 0 0,0 0 0,0 0 0,0 0 16,0 0-16,0 0 0,0 0 0,0 0 0,0 0 15,25 0-15,-25 0 0,0-24 0,0 24 0,25 0 0,-25 0 16,24 0-16,-24 0 0,0 0 0,25-25 0,-25 25 16,25 0-16,-25 0 0,25 0 0,-25 0 0,0-25 0,25 25 15,-25 0-15,0 0 0,0 0 0,24-25 0,-24 25 0,0 0 16,0 0-16,0 0 0,0-25 0,0 25 0,0 0 15,0 0-15,0 0 0,0-24 0,0 24 0,0 0 0,0 0 16,0 0-16,0 0 0,0-25 0,0 25 0,-24 0 16,24 0-16,0 0 0,0 0 0,0 0 0,0 0 0,-25 0 15,25 0-15,0 0 0,0 0 0,-25 0 0,25 0 16,-25 0-16,25 0 0,0 0 0,-25 0 0,25 0 0,0 0 15,-24 0-15,24 0 0,0 25 0,-25-25 0,25 0 16,0 24-16,-25-24 0,25 0 0,0 25 0,0-25 0,-25 0 16,25 25-16,0-25 0,0 25 0,0-25 0,0 0 0,0 25 15,0-25-15,0 24 0,0-24 0,0 0 0,0 25 16,0-25-16,0 0 0,0 25 0,25-25 0,-25 0 0,0 0 15,0 25-15,25-25 0,-25 0 0,0 0 0,25 25 0,-25-25 16,0 0-16,24 0 0,-24 0 0,0 24 0,25-24 16,-25 0-16,25 0 0,-25 0 0,25 0 0,-25 0 0,25 0 15,-25 0-15,24 0 0,1 0 0,-25 0 0,25 0 16,0 0-16,0 0 0,-25 0 0,24 0 0,1 0 0,0 0 15</inkml:trace>
  <inkml:trace contextRef="#ctx0" brushRef="#br0" timeOffset="133349.6272">25673 1860 0,'0'0'0,"0"0"0,0-24 15,0 24-15,0-25 0,0 25 0,-25 0 0,25-25 0,0 25 16,0 0-16,0-25 0,0 25 0,0 0 0,-25 0 16,25-25-16,0 25 0,0 0 0,0 0 0,0 0 0,0 0 15,-25 0-15,25 0 0,0 0 0,0 0 0,-24 0 16,24 0-16,0 0 0,0 25 0,-25-25 0,25 0 0,0 0 15,0 25-15,0-25 0,-25 0 0,25 25 0,0-25 0,0 0 16,0 25-16,0-25 0,0 24 0,0-24 0,0 25 16,0-25-16,0 0 0,0 25 0,0 0 0,0-25 0,0 25 15,0-25-15,0 24 0,0-24 0,0 25 0,0-25 16,0 25-16,0-25 0,0 0 0,25 25 0,-25-25 0,0 0 15,0 0-15,0 0 0,25 0 0,-25 0 0,0 0 16,24 0-16,-24 0 0,25 0 0,-25 0 0,25 0 0,-25 0 16,25 0-16,0 0 0,-25 0 0,24-25 0,1 25 0,0 0 15,-25-25-15,25 25 0,0-25 0,-25 25 0,24-24 16,1 24-16,0-25 0,-25 0 0,25 25 0,0-25 15,-25 0-15</inkml:trace>
  <inkml:trace contextRef="#ctx0" brushRef="#br0" timeOffset="133590.641">26169 1439 0,'-25'0'0,"25"0"15,0 0-15,0-25 0,0 25 0,0 0 0,0 0 0,0 0 16,0 0-16,0 0 0,0 0 0,0 25 0,0-25 0,0 0 16,0 24-16,0-24 0,0 25 0,0-25 0,0 25 15,-25 0-15,25-25 0,0 25 0,0-1 0,0 1 16,0-25-16,0 25 0,0 0 0,-24 0 0,24-25 0,0 25 15,0-1-15,0 1 0,0 0 0,0-25 0,0 25 16,0-25-16,0 25 0,-25-1 0,25-24 0,0 25 0,0-25 16,0 25-16,0-25 0,0 25 0,0-25 0,0 25 0,0-25 15,0 0-15,0 0 0,0 0 0,0 0 0,0 0 0,0 0 16,0 0-16,0 0 0,0 0 0,0 0 0,0 0 15,-25 0-15,25 0 0,0 0 0</inkml:trace>
  <inkml:trace contextRef="#ctx0" brushRef="#br0" timeOffset="133992.664">26020 1811 0,'0'0'0,"0"0"0,0 0 0,0 0 0,0 0 0,0 0 15,0-25-15,0 25 0,0 0 0,0 0 0,0 0 0,0 0 16,0 0-16,25 0 0,-25 0 0,0 0 0,0 0 16,25 0-16,-25 0 0,25 0 0,-25 0 0,24 0 0,-24 0 15,0 0-15,25 0 0,-25 0 0,25 0 0,-25 0 0,0 0 16,25 0-16,-25 0 0,0 0 0,0 25 0,25-25 15,-25 0-15,0 0 0,0 25 0,0-25 0,0 0 0,0 0 16,24 24-16,-24-24 0,-24 0 0,24 0 0,0 25 16,0-25-16,0 0 0,0 25 0,0-25 0,-25 0 0,25 25 15,0-25-15,0 25 0,0-25 0,0 0 0,0 24 16,0-24-16,0 0 0,0 25 0,0-25 0,0 25 0,0-25 15,0 0-15,0 0 0,0 25 0,0-25 0,25 0 16,-25 25-16,0-25 0,0 0 0,24 0 0,-24 0 0,0 0 16,25 0-16,-25 0 0,25 0 0,-25 0 0,25 0 0,0 0 15,-25 0-15,24 0 0,1 0 0,-25 0 0,25-25 16,0 25-16,-25 0 0,25-25 0,-25 25 0,24-25 0,-24 25 15,0-25-15,25 25 0,-25-24 0,0 24 0,0-25 16,0 25-16,0-25 0,0 25 0,0-25 0,0 25 0,0-25 16,0 25-16,0 0 0,-25-24 0,25 24 0,0 0 0,0 0 15,0 0-15,0-25 0,-24 25 0,24 0 0,0 0 16,0 0-16,0 0 0,0 0 0,-25 0 0,25 0 0,0 0 15,0 0-15,0 0 0,-25 0 0,25 0 0,0 0 16,0 0-16,-25 0 0</inkml:trace>
  <inkml:trace contextRef="#ctx0" brushRef="#br0" timeOffset="134193.6755">26516 1513 0,'0'0'0,"0"0"15,0 0-15,0 0 0,25 0 0,-25 0 0,0 0 0,0 0 16,0 0-16,0 0 0,25 0 0,-25 0 0,0 25 15,0-25-15,25 0 0,-25 0 0,0 25 0,0-25 0,0 0 16,0 24-16,0-24 0,-25 25 0,25-25 0,0 0 16,0 25-16,-25-25 0,25 0 0,-25 25 0,25-25 0,-25 25 15,25-25-15,-24 0 0,24 0 0,-25 25 0,0-25 0,25 0 16,-25 0-16</inkml:trace>
  <inkml:trace contextRef="#ctx0" brushRef="#br0" timeOffset="134769.7084">27781 1860 0,'0'0'0,"0"-24"16,-25 24-16,25 0 0,0-25 0,0 25 0,-24-25 0,24 25 15,0 0-15,0-25 0,-25 25 0,25 0 0,0-25 16,0 25-16,-25 0 0,25 0 0,0-24 0,-25 24 15,25 0-15,-25 0 0,25 0 0,0 0 0,-24 0 0,24 0 16,-25 0-16,25 24 0,0-24 0,-25 0 0,25 0 0,0 0 16,-25 25-16,25-25 0,0 0 0,-25 25 0,25-25 0,0 0 15,-24 25-15,24-25 0,0 25 0,-25-25 0,25 24 16,0-24-16,0 25 0,0-25 0,0 25 0,0-25 0,0 0 15,0 25-15,0-25 0,0 0 0,0 25 0,0-25 16,0 0-16,25 24 0,-25-24 0,0 0 0,0 25 0,24-25 16,-24 0-16,25 0 0,-25 0 0,25 0 0,-25 0 0,25 0 15,-25 0-15,25 0 0,-1-25 0,-24 25 0,25-24 16,-25 24-16,25-25 0,0 25 0,-25-25 0,25 25 0,-25-25 15,24 25-15,-24-25 0,0 1 0,25 24 0,-25-25 16,25 0-16</inkml:trace>
  <inkml:trace contextRef="#ctx0" brushRef="#br0" timeOffset="135021.7228">27955 1364 0,'0'0'0,"0"0"0,0 0 15,0-25-15,0 25 0,0 0 0,0 0 0,0 0 16,0 0-16,0 0 0,0 0 0,0 0 0,0 25 0,-25-25 16,25 0-16,0 0 0,0 25 0,0-25 0,0 25 0,0-25 15,0 25-15,-25-25 0,25 24 0,0 1 0,0 0 16,0-25-16,0 25 0,-25 0 0,25-1 0,0 1 0,0 0 15,0 0-15,-24 0 0,24 0 0,0-25 0,0 24 16,0 1-16,-25 0 0,25 0 0,0-25 0,0 25 0,-25-1 16,25-24-16,0 25 0,0 0 0,0-25 0,-25 25 15,25-25-15,0 0 0,0 25 0,0-25 0,0 24 0,0-24 16,0 0-16,0 25 0,0-25 0,0 0 0,0 0 15,0 25-15,0-25 0,0 0 0,0 0 0,0 0 0,0 0 16,25 0-16,-25 0 0,25 0 0,-25 0 0,0-25 0,25 25 16,-25 0-16</inkml:trace>
  <inkml:trace contextRef="#ctx0" brushRef="#br0" timeOffset="135502.7503">28029 1836 0,'0'0'0,"0"-25"0,0 25 0,25 0 0,-25 0 0,0-25 16,0 25-16,0 0 0,0-25 0,0 25 0,0 0 0,0 0 16,0 0-16,0 0 0,0-25 0,0 25 0,0 0 15,0 0-15,0 0 0,0 0 0,0 0 0,0 0 16,0 0-16,0 0 0,0 0 0,0 0 15,0 0-15,0 0 0,0 25 0,-25-25 0,25 0 0,0 25 0,0-25 16,-25 0-16,25 25 0,0 0 0,0-25 0,0 24 0,0-24 0,0 25 16,-24-25-16,24 25 0,0-25 0,0 25 0,0-25 15,24 25-15,-24-25 0,0 24 0,0-24 0,0 25 16,0-25-16,0 0 0,25 0 0,-25 0 0,0 25 0,0-25 15,25-25-15,-25 25 0,0 0 0,0 0 0,0 0 16,0 0-16,25 0 0,-25 0 0,0-25 0,0 25 0,0 0 16,25 0-16,-25 0 0,0-24 0,0 24 0,0 0 0,0-25 15,0 25-15,0 0 0,0-25 0,0 25 0,25-25 16,-25 25-16,0 0 0,0-25 0,0 25 0,0-24 0,0 24 15,24-25-15,-24 25 0,0-25 0,0 25 0,25-25 0,-25 25 16,0 0-16,0 0 0,0-25 0,25 25 0,-25 0 16,0 0-16,0 0 0,0 0 0,25 0 0,-25 0 0,0 0 15,0 0-15,0 0 0,25 0 0,-25 0 0,0 0 16,0 25-16,24-25 0,-24 0 0,0 25 0,0-25 0,25 0 15,-25 25-15,0-25 0,0 25 0,25-25 0,-25 24 0,0-24 16,0 25-16,0-25 0,0 0 0,0 25 0,0-25 16,0 25-16,0-25 0,0 25 0,0-25 0,0 24 0,0-24 15,0 0-15,0 25 0,0-25 0,0 0 0,0 25 16,0-25-16,0 0 0,0 0 0,0 25 0,0-25 0,0 0 15,0 0-15,0 25 0,0-25 0,0 0 0,0 0 16,0 0-16,0 0 0,0 0 0,-25 0 0,25 0 0,0 0 16,0-25-16,0 25 0,0 0 0,0 0 0,0-25 15,0 25-15</inkml:trace>
  <inkml:trace contextRef="#ctx0" brushRef="#br0" timeOffset="135697.7615">28228 1563 0,'0'0'0,"0"0"0,0-25 0,0 25 16,0 0-16,0-25 0,0 25 0,25 0 0,-25 0 0,0 0 15,0-25-15,24 25 0,-24 0 0,25 0 0,-25 0 16,0 0-16,25 0 0,-25 0 0,25 0 0,-25 0 0,25 0 16,-25 0-16,0 0 0,24 0 0,-24 25 0,0-25 15,0 0-15,25 0 0,-25 0 0,0 25 0,0-25 0,0 0 16,0 0-16,0 25 0,25-25 0,-25 0 0,0 0 0,0 0 15,0 0-15,0 24 0,0-24 0</inkml:trace>
  <inkml:trace contextRef="#ctx0" brushRef="#br0" timeOffset="135843.7698">28649 1439 0,'0'-25'0,"25"25"0,-25 0 16,0 0-16,0-25 0,0 25 0,0 0 0,0 0 16,0 0-16,0 0 0,-25 0 0,25 25 0,0-25 0,0 0 15,-24 0-15,24 25 0,-25-25 0,25 24 0,-25-24 0,0 25 16,25-25-16,-25 25 0,1 0 0,-1-25 0,0 0 15</inkml:trace>
  <inkml:trace contextRef="#ctx0" brushRef="#br0" timeOffset="136016.7797">27930 1538 0,'0'0'15,"0"0"-15,0 0 0,0-25 0,0 25 0,0 0 0,0 0 16,0 0-16,0 0 0,0 0 0,25-25 0,-25 25 16,25 0-16,-25 0 0,24 0 0,-24 0 0,25 0 0,-25 0 15,25 0-15,0 0 0,-25 0 0,25 0 0,0 0 16,-25 25-16,24-25 0,1 25 0,0-25 0,-25 0 0,25 25 15,0-25-15,-1 0 0,1 24 0,-25-24 0,25 25 0,0-25 16</inkml:trace>
  <inkml:trace contextRef="#ctx0" brushRef="#br0" timeOffset="136395.8014">28972 1687 0,'0'0'16,"0"-25"-16,0 25 0,0 0 0,0-25 0,0 25 0,0 0 15,0-25-15,0 25 0,0 0 0,0 0 16,0 0-16,0 0 0,0 0 0,0 0 0,0 0 0,0 0 0,0 25 16,0-25-16,0 0 0,0 25 0,0-25 0,0 25 0,0 0 15,0-25-15,0 24 0,0-24 0,0 25 0,-25 0 0,25-25 16,0 25-16,0 0 0,0-25 0,25 0 0,-25 24 15,0-24-15,0 25 0,0-25 0,0 0 0,0 25 16,0-25-16,0 0 0,0 0 0,0 0 0,0 25 0,0-25 16,0 0-16,0 0 0,0 0 0,0 0 0,25 0 0,-25 0 15,0 0-15,0 0 0,0 0 0,24-25 0,-24 25 0,0 0 16,0 0-16,25-25 0,-25 25 0,0 0 0,25-25 15,-25 25-15,0-24 0,0 24 0,25-25 0,-25 25 16,0-25-16,25 25 0,-25-25 0,0 25 0,25-25 0,-25 25 16,0 0-16,0-24 0,0 24 0,0 0 0,0 0 0,0 0 15,0 0-15,0 0 0,0 0 0,24 0 0,-24 0 16,0 24-16,0-24 0,0 0 0,0 0 0,25 0 0,-25 25 15,0-25-15,25 0 0</inkml:trace>
  <inkml:trace contextRef="#ctx0" brushRef="#br0" timeOffset="136903.8305">29443 1811 0,'0'0'0,"0"-25"0,0 25 0,0 0 16,0 0-16,0-25 0,0 25 0,0 0 0,0-25 0,0 25 16,-25-24-16,25 24 0,0 0 0,0-25 0,0 25 15,0 0-15,0-25 0,0 25 0,-24 0 0,24 0 0,0 0 16,0-25-16,0 25 0,0 25 0,-25-25 0,25 0 0,0 0 15,-25 0-15,25 25 0,0-25 0,-25 25 0,25-25 16,0 24-16,-25-24 0,25 25 0,-24-25 0,24 25 0,0 0 16,0-25-16,-25 25 0,25-1 0,0-24 0,0 25 0,0-25 15,-25 25-15,25 0 0,0-25 0,0 25 0,0-25 16,0 0-16,25 24 0,-25-24 0,0 0 0,0 0 0,0 0 15,0 0-15,0 0 0,25 0 0,-25 25 0,0-25 16,0-25-16,0 25 0,24 0 0,-24 0 0,0 0 0,25 0 16,-25 0-16,0-24 0,0 24 0,25 0 0,-25-25 0,0 25 15,25 0-15,-25-25 0,0 25 0,0-25 0,0 25 16,25 0-16,-25-25 0,0 25 0,0-24 0,0 24 0,24 0 15,-24-25-15,0 25 0,25-25 0,-25 25 0,0-25 16,0 25-16,25-25 0,-25 25 0,0-24 0,0 24 0,25 0 16,-25 0-16,0 0 0,0 0 0,25 0 0,-25 0 15,0 0-15,0 0 0,24 0 0,-24 0 0,0 0 0,0 0 16,25 24-16,-25-24 0,0 0 0,0 0 0,25 25 15,-25-25-15,0 0 0,25 25 0,-25-25 0,0 0 0,25 25 16,-25-25-16,0 25 0,0-25 0,24 0 0,-24 24 16,0-24-16,0 0 0,0 25 0,0-25 0,25 0 0,-25 25 0,0-25 15,0 25-15,0-25 0,0 0 0,0 25 0,0-25 16,0 0-16,-25 24 0,25-24 0,0 0 0,0 0 0,0 0 15,0 25-15,-24-25 0,24 0 0,0 0 0,0 0 16,0-25-16,-25 25 0,25 0 0,0 0 0,-25 0 0,25 0 16,0 0-16,0-24 0,-25 24 0,25 0 0,0 0 0</inkml:trace>
  <inkml:trace contextRef="#ctx0" brushRef="#br0" timeOffset="137126.8432">29518 1488 0,'0'0'0,"24"-25"15,-24 25-15,0 0 0,0 0 0,0 0 0,25 0 0,-25 0 16,0-24-16,0 24 0,25 0 0,-25 0 0,0 0 0,25 24 16,-25-24-16,0 0 0,0 0 0,25 0 0,-25 0 0,0 0 15,0 0-15,0 25 0,0-25 0,0 0 0,0 0 16,0 0-16,0 25 0,0-25 0,-25 0 0,25 25 0,0-25 15,-25 0-15,25 25 0,0-25 0,-25 0 0,25 24 16,-25-24-16,25 0 0,-24 0 0,24 0 0,-25 0 0,25 0 16,0 0-16</inkml:trace>
  <inkml:trace contextRef="#ctx0" brushRef="#br0" timeOffset="137326.8547">29865 1141 0,'0'0'16,"0"0"-16,25 0 0,-25 0 0,0 0 0,0 0 0,0 0 15,0 0-15,0 0 0,0 0 0,0 0 0,0 25 16,0-25-16,0 0 0,0 0 0,0 0 0,0 0 0,0 25 16,0-25-16,0 0 0,-25 24 0,25-24 0,0 25 0,-25-25 15,25 25-15,-25-25 0,25 25 0,0-25 0,0 25 16,-25-25-16,25 24 0,0-24 0,0 25 0,0-25 0,0 0 15</inkml:trace>
  <inkml:trace contextRef="#ctx0" brushRef="#br0" timeOffset="138305.9107">30659 1315 0,'0'0'16,"0"0"-16,0-25 0,24 25 0,-24 0 0,0 0 15,0 0-15,0 0 0,0 0 0,-24 0 0,24 0 0,0 0 16,0 25-16,0-25 0,0 0 0,0 0 0,0 24 0,0-24 15,0 25-15,-25-25 0,25 25 0,0 0 0,0-25 16,-25 25-16,25-1 0,0-24 0,0 25 0,-25 0 0,25 0 16,0 0-16,-25-1 0,25 1 0,0-25 0,-24 25 0,24 0 15,0 0-15,0 0 0,-25-1 0,25 1 0,0-25 16,0 25-16,0 0 0,-25-25 0,25 25 0,0-25 0,0 24 15,-25-24-15,25 0 0,0 25 0,0-25 0,0 0 0,0 25 16,0-25-16,0 0 0,0 0 0,0 0 0,0 0 16,0 25-16,0-25 0,0 0 0,0 0 0,0 0 0,0 0 15,0 0-15,0 0 0,0 0 0,0-25 0,0 25 16,0 0-16,0-25 0,25 25 0,-25 0 0,0-25 0,0 25 15,25-24-15,-25 24 0,0-25 0,25 25 0,-25 0 0,24-25 16,-24 25-16,25 0 0,-25 0 0,25-25 0,0 25 0,-25 0 16,25 0-16,-25 0 0,0-25 0,24 25 0,-24 0 15,0 0-15,25 0 0,-25 0 0,0 0 0,0 0 0,25 0 16,-25 0-16,0 0 0,0 0 0,0 25 0,0-25 0,0 0 15,0 25-15,0-25 0,-25 0 0,25 25 0,0-25 16,0 25-16,0-25 0,0 0 0,0 24 0,-25-24 0,25 25 16,0-25-16,0 0 0,0 25 0,0-25 0,-24 0 15,24 0-15,0 25 0,0-25 0,0 0 0,0 0 0,0 25 0,0-25 16,0 0-16,0 0 0,24 0 0,-24 0 0,0 24 15,0-24-15,0 0 0,0 0 0,25 0 0,-25 0 16,0-24-16,25 24 0,-25 0 0,25 0 0,-25 0 0,25 0 0,-25 0 16,24 0-16,-24 0 0,25 0 0,-25-25 0,25 25 15,-25 0-15,25-25 0,-25 25 0,25 0 0,-25-25 0,0 25 16,24-25-16,-24 25 0,25-24 0,-25 24 0,0-25 0,25 25 15,-25 0-15,0 0 0,0-25 0,0 25 0,0 0 16,0 0-16,0 0 0,0 0 78,0 0-78,0 0 0,0 0 0,0 0 0,0 0 0,0 0 0,0 0 0,0 25 0,0-25 0,-25 0 0,25 0 0,0 0 0,0 25 0,-25-25 0,25 0 0,0 24 0,-24-24 0,24 25 0,0-25 0,-25 25 0,25-25 0,0 25 0,-25-25 0,25 25 0,0-25 0,0 24 0,0-24 0,-25 0 0,25 25 0,0-25 0,0 25 16,0-25-16,0 0 0,0 25 0,0-25 0,0 0 0,0 25 15,25-25-15,-25 0 0,0 0 0,0 0 0,25 0 0,-25 0 16,25 0-16,-25 0 0,24 0 0,-24 0 0,25 0 0,-25 0 15,25 0-15,0 0 0,-25 0 0,25-25 0,-25 25 16,24 0-16,-24-25 0,25 25 0,-25-25 0,25 25 0,-25-25 16,0 1-16,25 24 0,-25-25 0,0 0 0,0 25 15,0-25-15,25 25 0,-25-25 0,0 25 0,0-24 0,0 24 16,0 0-16,0-25 0,0 25 0,0 0 0,0 0 0,0 0 15,0 0-15,0 0 0,0 0 0,0 0 0,0 0 0,0 0 16,-25 0-16,25 0 0,0 0 0,0 0 0,-25 0 16,25 25-16,0-25 0,-25 0 0,25 0 0,0 0 0</inkml:trace>
  <inkml:trace contextRef="#ctx0" brushRef="#br0" timeOffset="138483.9209">30857 2332 0,'0'0'0,"0"0"0,0 24 0,0-24 16,0 0-16,0 0 0,0 0 0,0 0 0,0 0 0,0 0 15,0 0-15,0 0 0,0 0 0,0 0 16,0 0-16,0 0 0,0 0 0,0 0 0,0 0 0,25 0 16,-25 0-16,0 0 0,25 0 0,-25 0 0,0 0 0,24 0 15,-24 0-15,25-24 0,0 24 0,-25 0 0,25 0 0,-25 0 16,25 0-16</inkml:trace>
  <inkml:trace contextRef="#ctx0" brushRef="#br0" timeOffset="139004.9507">31651 1612 0,'0'0'0,"0"0"0,0 0 0,0 0 0,0-25 15,0 25-15,0 0 0,0 0 0,0 0 0,0 0 0,0 0 16,0 0-16,0 0 0,0 0 0,0 0 0,0 0 16,0 0-16,0 25 0,0-25 0,0 0 0,0 0 0,0 25 15,0-25-15,0 25 0,0 0 0,-25-25 0,25 25 0,0-1 16,0-24-16,0 25 0,0 0 0,-25 0 0,25-25 0,0 25 15,0-1-15,0 1 0,0-25 0,0 25 0,0 0 0,-25 0 16,25-25-16,0 24 0,0 1 0,0-25 0,0 25 0,0-25 16,0 25-16,0-25 0,25 0 0,-25 0 0,0 0 15,0 0-15,0 0 0,0 0 0,0 0 0,0 0 0,0 0 16,25 0-16,-25 0 0,0 0 0,0-25 0,0 25 0,25 0 15,-25-25-15,0 25 0,25 0 0,-25-25 0,0 25 0,24-24 16,-24 24-16,0-25 0,25 0 0,-25 25 0,0-25 0,25 25 16,-25-25-16,0 25 0,25-24 0,-25 24 0,0 0 15,25-25-15,-25 25 0,0 0 0,0-25 0,0 25 0,24 0 16,-24 0-16,0 0 0,0 0 0,0 0 0,0 0 0,0 0 15,0 0-15,0 0 0,0 0 0,0 0 0,0 0 0,0 0 16,0 0-16,0 0 0,0 0 0,25 25 0,-25-25 0,0 0 16,0 0-16,0 0 0,0 0 0</inkml:trace>
  <inkml:trace contextRef="#ctx0" brushRef="#br0" timeOffset="139589.9841">31800 1935 0,'0'0'0,"0"0"0,0 0 0,0 0 0,0 0 0,0 0 15,0 0-15,0 0 0,0-25 0,24 25 0,-24 0 16,0 0-16,0 0 0,25 0 0,-25 0 0,0 0 0,25 0 0,-25 0 16,25 0-16,-25 0 0,25 0 0,-25 0 0,24 0 15,-24 0-15,25 0 0,-25 0 0,25 0 0,-25-25 0,25 25 16,0 0-16,-25 0 0,24 0 0,-24 0 0,25-25 0,-25 25 15,0 0-15,25 0 0,-25-24 0,0 24 0,0 0 0,25-25 16,-25 25-16,0 0 0,0-25 0,0 25 0,0 0 0,0-25 16,0 25-16,0 0 0,0-25 0,-25 25 0,25 0 15,0 0-15,0 0 0,0 0 0,-25-24 0,25 24 0,0 0 16,0 0-16,0-25 0,-25 25 0,25 0 0,0 0 0,0 0 15,-24-25-15,24 25 0,0 25 0,0-25 0,-25 0 0,25 0 16,0 0-16,0 0 0,-25 0 0,25 25 0,0-25 0,0 0 16,0 24-16,-25-24 0,25 0 0,0 25 0,0-25 15,0 25-15,0-25 0,0 25 0,-25-25 0,25 25 0,0-25 16,0 24-16,0-24 0,0 25 0,0-25 0,0 0 0,0 25 15,0-25-15,0 25 0,0-25 0,0 0 0,0 25 0,0-25 16,0 0-16,25 0 0,-25 24 0,0-24 0,25 0 0,-25 25 16,0-25-16,25 0 0,-25 0 0,25 25 0,-25-25 15,24 0-15,-24 0 0,25 0 0,-25-25 0,25 25 0,-25 0 16,25 0-16,0 0 0,-25-25 0,24 25 0,-24 0 0,25 0 15,-25-24-15</inkml:trace>
  <inkml:trace contextRef="#ctx0" brushRef="#br0" timeOffset="139843.9986">32395 1736 0,'0'0'0,"0"0"16,0-24-16,0 24 0,0 0 0,0 0 0,0-25 0,0 25 15,0 0-15,0 0 0,0-25 0,0 25 0,0 0 0,0 0 16,0 0-16,-25 0 0,25 0 0,0 0 0,0 0 0,0 0 16,0 0-16,0 0 0,0 0 0,-25 0 0,25 0 15,0 25-15,0-25 0,-24 0 0,24 25 0,0-25 0,-25 24 16,25 1-16,0-25 0,-25 25 0,25-25 0,0 25 0,0-25 15,-25 25-15,25-25 0,0 24 0,0-24 0,0 0 0,0 25 16,0-25-16,0 25 0,0-25 0,0 25 0,25-25 0,-25 0 16,0 25-16,0-25 0,0 0 0,0 24 0,25-24 0,-25 0 15,0 0-15,25 0 0,-25 0 0,24 0 0,-24 0 0,25 0 16,-25 0-16,25 0 0,-25 0 0,25 0 0,-25 0 0,25 0 15,-1 0-15,-24 0 0,25 0 0,-25-24 0,25 24 16,-25 0-16,25-25 0,-25 25 0</inkml:trace>
  <inkml:trace contextRef="#ctx0" brushRef="#br0" timeOffset="140050.0104">32742 1488 0,'0'-25'0,"0"25"16,0 0-16,0 0 0,0 25 0,0-25 0,0 0 0,0 0 15,0 0-15,0 25 0,0-25 0,-25 25 0,25-25 0,0 25 16,0-25-16,0 24 0,0-24 0,-24 25 0,24-25 0,0 25 15,0 0-15,-25 0 0,25-25 0,0 25 0,0-1 0,-25 1 16,25-25-16,0 25 0,0 0 0,-25-25 0,25 25 0,0-1 16,0-24-16,0 25 0,-25-25 0,25 25 0,0-25 15,0 25-15,0-25 0,0 0 0,-24 25 0,24-25 0,0 0 16,0-25-16,0 25 0,0 0 0,0 0 0</inkml:trace>
  <inkml:trace contextRef="#ctx0" brushRef="#br0" timeOffset="140400.0304">32569 1786 0,'0'-25'0,"0"25"0,24 0 16,-24 0-16,0 0 0,0 0 0,0-25 0,25 25 0,-25 0 15,0 0-15,0 0 0,25 0 0,-25 25 0,0-25 0,0 0 16,25 0-16,-25 0 0,0 0 0,0 0 0,25 25 0,-25-25 16,0 0-16,0 0 0,24 25 0,-24-25 0,0 0 15,0 25-15,0-25 0,0 0 0,0 24 0,25-24 0,-25 0 16,0 25-16,0-25 0,-25 0 0,25 25 0,0-25 0,0 0 15,0 25-15,0-25 0,0 0 0,0 25 0,0-25 0,-24 0 16,24 24-16,0-24 0,0 0 0,0 25 0,0-25 0,0 0 16,0 25-16,0-25 0,0 0 0,0 0 0,0 0 0,0 0 15,0 25-15,0-25 0,24 0 0,-24 0 0,0 0 0,0 0 16,25 0-16,-25 0 0,0 0 0,25 0 0,-25 0 0,0 0 15,25 0-15,-25 0 0,25 0 0,-25-25 0,0 25 16,24 0-16,-24-25 0,0 25 0,25-25 0,-25 25 0,0-24 16,25 24-16,-25-25 0,0 25 0,25-25 0,-25 25 0,0-25 15,0 25-15,0-25 0,0 25 0,25-24 0,-25 24 0,0-25 16,0 25-16,-25 0 0,25 0 0,0-25 0,0 25 0,0 0 15,0 0-15,-25 0 0,25 0 0,0-25 0,0 25 0,-25 0 16,25 0-16,0 0 0,-25-25 0,25 25 0,0 0 0,0 0 16</inkml:trace>
  <inkml:trace contextRef="#ctx0" brushRef="#br0" timeOffset="140616.0428">32916 1563 0,'0'0'0,"0"0"0,0 0 0,0 0 15,0 0-15,0 0 0,0 0 0,0 0 0,0 0 0,25 0 16,-25 0-16,0 0 0,0 0 0,0 24 0,0-24 0,0 0 16,24 0-16,-24 0 0,0 25 0,0-25 0,0 0 0,0 25 15,0-25-15,0 25 0,0-25 0,0 0 0,0 25 0,-24-25 16,24 25-16,-25-25 0,0 24 0,25-24 0,-25 25 0,0-25 15,-24 0-15,24 25 0,0-25 0,-24 0 0,24 0 16</inkml:trace>
  <inkml:trace contextRef="#ctx0" brushRef="#br0" timeOffset="142866.1715">11559 12278 0,'0'0'0,"0"0"0,0 0 0,0-24 0,0 24 15,0 0-15,-25 0 0,25 0 0,0 0 0,0 0 16,0 0-16,0 0 0,0 0 0,-25 0 0,25 0 0,0 0 15,0-25-15,0 25 0,0 0 0,0 0 0,0 0 16,0 0-16,0 0 0,0 0 0,0 0 0,0 0 0,0-25 16,0 25-16,0 0 0,0 0 0,0 0 0,0 0 15,0 0-15,0 0 0,0 0 0,0 0 0,0 0 0,0 0 16,0 0-16,0 0 0,0-25 0,25 25 0,-25 0 15,0 0-15,0 0 0,0 0 0,25 0 0,-25-25 16,0 25-16,0 0 0,25 0 0,-25 0 0,0 0 0,25 0 16,-25 25-16,0-25 0,24 0 0,-24 0 0,0 25 15,0-25-15,25 0 0,-25 25 0,0-25 0,0 25 16,0-25-16,0 24 0,0-24 0,0 25 0,0 0 0,0-25 15,0 25-15,0-25 0,0 25 0,-25-25 0,25 24 16,0 1-16,0-25 0,-24 25 0,24-25 0,0 25 0,-25-25 16,25 25-16,-25-25 0,25 24 0,0-24 0,-25 0 15,25 25-15,0-25 0,0 0 0,-25 25 0,25-25 0,0 0 16,0 0-16,0 0 0,0 0 0,0 0 0,0 0 15,0 0-15,0 0 0,0 0 0,0 0 0,0 0 16,0 0-16,25 0 0,-25-25 0,0 25 0,25 0 0,-25-25 16,25 25-16,-25-24 0,25 24 0,-25-25 0,24 0 15,-24 25-15,25-25 0,-25 0 0,25 25 0,-25-24 0,25 24 16,-25-25-16,25 0 0,-25 25 0,24-25 0,-24 0 15,0 25-15,25-24 0,-25 24 0,0-25 0,0 25 16,0-25-16,0 25 0,0 0 0,0-25 0,0 25 0,0 0 16,0 0-16,25 0 0,-25 0 0,0 0 0,-25 0 15,25 0-15,0 0 0,0 0 0,0 25 0,0-25 0,-25 0 16,25 25-16,0-25 0,0 25 0,0-1 0,-24-24 15,24 25-15,0 0 0,0 0 0,0-25 0,-25 25 16,25-1-16,0-24 0,0 25 0,0-25 0,0 25 0,0-25 16,0 25-16,0-25 0,25 0 0,-25 25 0,0-25 15,24 0-15,-24 0 0,25 0 0,-25 0 0,25 0 0,0 0 16,-25 0-16,25 0 0,-1 0 0,1-25 0,-25 25 15,25 0-15</inkml:trace>
  <inkml:trace contextRef="#ctx0" brushRef="#br0" timeOffset="143427.2036">13221 12353 0,'0'0'16,"0"0"-16,-25 0 0,25 0 0,0 0 0,0-25 15,0 25-15,0 0 0,0-25 0,-25 25 0,25 0 0,0-25 16,0 25-16,-25 0 0,25-24 0,0 24 15,-24 0-15,24-25 0,0 25 0,0 0 0,-25-25 0,25 25 16,-25 0-16,25 0 0,0-25 0,-25 25 0,25 0 0,-25 0 16,25 0-16,-24 0 0,24 0 0,0 0 0,-25 25 15,25-25-15,-25 0 0,25 25 0,-25-25 0,25 25 16,-25-25-16,25 24 0,0-24 0,-24 25 0,24 0 0,0-25 15,0 25-15,0 0 0,0-25 0,0 24 0,0-24 16,0 25-16,0-25 0,0 25 0,24-25 0,-24 0 0,0 25 16,25-25-16,-25 0 0,25 0 0,-25 0 0,25 25 15,-25-25-15,25 0 0,-1 0 0,-24 0 0,25-25 16,-25 25-16,25 0 0,0 0 0,-25 0 0,25-25 0,-1 25 15,-24-25-15,25 25 0,-25 0 0,25-25 0,-25 25 16,25-24-16</inkml:trace>
  <inkml:trace contextRef="#ctx0" brushRef="#br0" timeOffset="143711.2198">13469 11906 0,'0'0'0,"0"0"0,0 0 0,0 0 0,0 0 16,0 0-16,-25 0 0,25 0 0,0 0 0,0 0 15,0 0-15,-25 25 0,25-25 0,0 25 0,-24-25 0,24 25 16,0-25-16,-25 24 0,25 1 0,0 0 0,-25 0 15,25-25-15,0 25 0,-25-1 0,25 1 0,0 0 16,-25 0-16,25 0 0,0 0 0,-24-1 0,24 1 0,0 0 78,-25 0-78,25 0 0,0-1 0,-25 1 0,25-25 0,0 25 0,0 0 0,-25-25 0,25 25 0,0-25 0,0 24 0,0-24 0,0 25 0,0-25 0,0 25 0,0-25 0,0 0 0,0 25 0,0-25 0,0 0 0,0 0 0,0 0 0,0 0 0,25 0 0,-25 0 0,0 0 0,25-25 47,-25 25-47,25 0 0,-25-25 0,24 25 0</inkml:trace>
  <inkml:trace contextRef="#ctx0" brushRef="#br0" timeOffset="144183.2468">13543 12328 0,'0'0'15,"0"0"-15,0 0 0,0 0 0,0-25 0,0 25 0,-24 0 16,24 0-16,0 0 0,0 0 0,0 0 0,-25 0 15,25 0-15,0 0 0,0 0 0,-25 0 0,25 0 0,0 0 16,-25 0-16,25 25 0,0-25 0,-25 25 0,25-25 16,-24 25-16,24-25 0,0 24 0,0-24 0,-25 25 15,25 0-15,0-25 0,0 25 0,0-25 0,0 25 0,0-1 16,0-24-16,0 25 0,0-25 0,0 25 0,0-25 15,0 0-15,0 25 0,0-25 0,0 0 0,0 25 0,0-25 16,25 0-16,-25 0 0,0 0 0,0 0 0,24 0 16,-24 0-16,0 0 0,0 0 0,0 0 0,25 0 15,-25 0-15,0-25 0,0 25 0,0 0 0,25 0 0,-25-25 16,0 25-16,0-25 0,0 25 0,0 0 0,0-25 15,0 25-15,0-24 0,0 24 0,0 0 0,0-25 0,0 25 16,0-25-16,0 25 0,0 0 0,0-25 0,0 25 16,0 0-16,25-25 0,-25 25 0,0 0 0,0-24 15,0 24-15,0 0 0,0 0 0,25-25 0,-25 25 0,0 0 16,0 0-16,24 0 0,-24 0 0,0 0 0,0 0 15,25 0-15,-25 0 0,0 0 0,0 0 0,25 0 0,-25 0 16,0 0-16,0 25 0,0-25 0,25 0 0,-25 0 16,0 24-16,0-24 0,0 0 0,25 25 0,-25-25 0,0 0 15,0 25-15,0-25 0,0 0 0,0 25 0,0-25 16,0 0-16,0 25 0,0-25 0,0 24 0,0-24 15,0 0-15,0 25 0,0-25 0,0 0 0,-25 0 0,25 25 16,0-25-16,0 0 0,0 0 0,0 0 0,0 25 16,-25-25-16,25 0 0,0 0 0,0 0 0,0 0 0,0 0 15,0 0-15,0 0 0,0 0 0,0 0 0,-25 0 16,25 0-16,0-25 0,0 25 0</inkml:trace>
  <inkml:trace contextRef="#ctx0" brushRef="#br0" timeOffset="144396.259">13494 12179 0,'0'-25'0,"0"25"0,0 0 0,0-25 16,0 25-16,0 0 0,0-24 0,0 24 0,0 0 0,0 0 16,25-25-16,-25 25 0,0 0 0,24 0 0,-24 0 15,25 0-15,-25 0 0,25-25 0,-25 25 0,25 0 16,-25 0-16,25 25 0,-25-25 0,24 0 0,-24 0 0,0 0 15,25 0-15,-25 25 0,0-25 0,25 0 0,-25 0 16,0 24-16,0-24 0,0 0 0,0 25 0,25-25 0,-25 0 16,0 0-16,0 0 0,0 25 0,0-25 0,0 0 15,0 0-15</inkml:trace>
  <inkml:trace contextRef="#ctx0" brushRef="#br0" timeOffset="144551.2679">14039 11956 0,'0'0'0,"-24"0"0,24 0 0,0 25 0,0-25 0,-25 0 15,25 0-15,-25 24 0,25-24 0,-25 25 0,25-25 16,-25 25-16,25-25 0,-24 25 0,-1-25 0,25 25 0,-25-25 16,0 24-16,0-24 0,25 0 0,-24 25 0,-1-25 15,0 25-15</inkml:trace>
  <inkml:trace contextRef="#ctx0" brushRef="#br0" timeOffset="144725.2778">13246 12105 0,'0'-25'0,"0"25"0,0 0 0,0-25 16,0 25-16,0-25 0,0 25 0,0 0 0,0 0 0,25-25 15,-25 25-15,0 0 0,0 0 0,24 0 0,-24 0 16,0 0-16,25 0 0,-25 0 0,25 0 0,-25 0 0,25 0 16,-25 0-16,25 25 0,-25-25 0,24 0 0,-24 0 15,25 25-15,-25-25 0,25 0 0,-25 25 0,25-25 0,-25 0 16,0 25-16</inkml:trace>
  <inkml:trace contextRef="#ctx0" brushRef="#br0" timeOffset="145134.3012">14213 12254 0,'0'0'0,"0"0"0,0 0 0,0 0 0,0-25 15,0 25-15,0 0 0,0 0 0,0 0 0,0 0 16,0 0-16,0 0 0,0 0 0,0 0 0,0 0 0,25 0 16,-25 0-16,0 25 0,0-25 0,0 0 0,25 24 15,-25-24-15,0 25 0,0-25 0,0 25 0,0-25 16,24 25-16,-24 0 0,0-25 0,0 24 0,0-24 0,0 25 15,0-25-15,25 0 0,-25 25 0,0-25 0,0 0 16,0 0-16,0 25 0,0-25 0,0 0 0,0 0 0,0 0 16,0 0-16,25 0 0,-25 0 0,0-25 0,0 25 15,0 0-15,25 0 0,-25-25 0,0 25 0,25-25 0,-25 25 16,0 0-16,0-24 0,25-1 0,-25 25 0,0-25 15,0 25-15,24-25 0,-24 0 0,0 25 0,25-24 16,-25 24-16,0-25 0,0 25 0,0-25 0,25 25 0,-25 0 16,0-25-16,0 25 0,0 0 0,0 0 0,0 0 15,0 0-15,0 0 0,0 0 0,0 0 0,0 0 0,0 0 16,0 25-16,0-25 0,0 0 0,0 0 0,25 25 15,-25-25-15,0 0 0,0 0 0</inkml:trace>
  <inkml:trace contextRef="#ctx0" brushRef="#br0" timeOffset="145615.3287">14784 12328 0,'24'-25'0,"-24"25"16,0 0-16,0 0 0,0-25 0,0 25 0,0 0 0,-24-24 16,24 24-16,0 0 0,0-25 0,0 25 0,0 0 15,-25 0-15,25-25 0,0 25 0,0 0 0,-25 0 0,25 0 16,0 0-16,0 0 0,-25 0 0,25 0 0,0 0 15,-25 25-15,25-25 0,0 0 0,-24 25 0,24-25 0,-25 24 16,25-24-16,0 25 0,0-25 0,-25 25 0,25-25 16,0 25-16,0-25 0,0 25 0,0-25 0,0 24 15,-25-24-15,25 25 47,0-25-47,0 25 0,0-25 0,25 0 0,-25 25 0,0-25 0,0 0 0,0 25 0,0-25 0,0 0 0,25 0 0,-25 0 16,0 0-16,0 0 0,25 0 0,-25 0 0,0 0 0,24 0 0,-24 0 0,0-25 0,0 25 0,25 0 0,-25 0 0,0-25 0,25 25 78,-25-25-78,0 25 0,0 0 0,0-25 0,25 25 0,-25-24 0,0 24 0,0-25 0,0 25 0,0-25 0,25 25 0,-25-25 0,0 25 0,0 0 0,0-25 0,24 25 0,-24-24 0,0 24 0,0 0 0,25-25 0,-25 25 15,0 0-15,0 0 0,0 0 0,25 0 0,-25 0 0,0 0 0,0 0 0,25 0 0,-25 0 0,0 0 0,0 0 0,25 25 16,-25-25-16,0 0 0,0 0 0,0 24 0,0-24 15,0 25-15,24-25 0,-24 0 0,0 25 0,0-25 0,0 25 16,0-25-16,0 25 0,0-25 0,-24 24 0,24-24 16,0 25-16,0-25 0,0 0 0,0 25 0,0-25 0,0 0 15,-25 25-15,25-25 0,0 0 0,0 0 0,0 25 16,-25-25-16,25 0 0,0 0 0,0 0 0,-25 0 15,25 0-15,0 0 0,0-25 0,-25 25 0,25 0 0,0 0 16,0-25-16</inkml:trace>
  <inkml:trace contextRef="#ctx0" brushRef="#br0" timeOffset="145820.3405">14784 12005 0,'0'0'0,"0"0"16,0 0-16,0 0 0,0 0 0,0 0 0,24-24 0,-24 24 15,0 24-15,0-24 0,0 0 0,25 0 16,-25 0-16,25 0 0,-25 0 0,0 0 0,25 0 0,-25 25 15,0-25-15,25 0 0,-25 25 0,0-25 0,0 0 0,0 25 16,0-25-16,0 0 0,0 25 0,0-25 0,0 0 16,0 24-16,0-24 0,-25 25 0,25-25 0,0 0 15,-25 0-15,25 25 0,0-25 0,-25 0 0,25 0 0,0 0 16,0 0-16,0 0 0,0 0 0</inkml:trace>
  <inkml:trace contextRef="#ctx0" brushRef="#br0" timeOffset="145988.3501">15106 11857 0,'0'0'0,"0"0"16,0 0-16,0 0 0,0 0 0,0 0 0,-25 0 16,25 24-16,0-24 0,0 0 0,-25 25 0,25-25 0,0 25 15,-24-25-15,24 25 0,-25-25 0,25 25 0,0-25 16,-25 24-16,25-24 0,0 25 0,0-25 0,-25 25 15,25-25-15,0 25 0</inkml:trace>
  <inkml:trace contextRef="#ctx0" brushRef="#br0" timeOffset="146531.3811">16247 12254 0,'25'-25'16,"-25"25"-16,0-25 0,0 25 0,0-25 0,0 25 15,0-25-15,0 0 0,0 25 0,0-24 0,0-1 0,0 25 16,0-25-16,0 25 0,-25-25 0,25 25 0,0-25 15,0 25-15,-25 0 0,25-24 0,0 24 0,0 0 16,-25 0-16,25 0 0,0-25 0,-24 25 0,24 0 0,0 0 16,0 0-16,-25 0 0,25 0 0,0 25 0,0-25 15,-25 0-15,25 0 0,0 24 0,0-24 0,0 25 0,0-25 16,0 25-16,0 0 0,0-25 0,0 25 0,0-1 15,0 1-15,25 0 0,-25-25 0,0 25 0,0 0 0,25 0 16,-25-1-16,24 1 0,-24-25 0,0 25 0,25 0 16,-25-25-16,25 25 0,-25-1 0,25-24 0,-25 25 15,0-25-15,25 0 0,-25 25 0,0-25 0,0 0 0,0 25 16,0-25-16,0 0 0,0 0 0,0 0 0,0 0 0,0 0 15,-25 0-15,25 0 0,0 0 0,-25 0 0,25 0 16,0 0-16,-25 0 0,25 0 0,-25 0 0,1 0 16,24 0-16,-25-25 0,25 25 0,-25 0 0,25 0 0,0 0 15,-25 0-15,25 0 0,0 0 0,-25 0 0,25 0 16,0 0-16,0 0 0,25 0 0,-25 0 0,0-25 15,0 25-15</inkml:trace>
  <inkml:trace contextRef="#ctx0" brushRef="#br0" timeOffset="147465.4346">17438 12402 0,'0'0'0,"0"0"15,-25 0-15,25 0 0,0 25 0,0-25 0,0 0 0,0 0 16,0 0-16,0 0 0,0 0 0,0 0 0,0 0 15,25-25-15,-25 25 0,0 0 0,24 0 0,-24 0 0,25 0 16,0 0-16,-25-24 0,25 24 0,0 0 0,0 0 16,-1-25-16,1 25 0,0-25 0,0 25 0,0-25 0,-1 25 15,1-25-15,0 25 0,0-24 0,0 24 0,-1-25 0,1 0 16,0 25-16,0-25 0,-25 0 0,25 25 0,-25-25 15,24 25-15,-24-24 0,0-1 0,0 25 0,25-25 16,-25 25-16,0-25 0,0 0 0,0 25 0,0-24 16,-25 24-16,25-25 0,0 25 0,0-25 0,-24 25 0,24-25 15,0 25-15,0-25 0,-25 25 0,25 0 0,0 0 0,0-24 16,0 24-16,-25 0 0,25 0 0,0 0 0,0-25 15,0 25-15,0 0 0,-25 0 0,25 0 0,0 0 16,0 0-16,0 0 0,0 0 0,0 25 0,0-25 16,0 0-16,0 0 0,0 24 0,0-24 0,-25 25 0,25-25 15,0 25-15,0 0 0,0-25 0,-24 25 0,24-1 16,0 1-16,0 0 0,0 0 0,-25 0 0,25-25 15,0 24-15,0 1 0,0 0 0,-25 0 0,25 0 0,0 0 16,0-1-16,0 1 0,-25 0 0,25-25 0,0 25 0,0 0 16,0-25-16,0 24 0,0 1 0,0-25 0,0 25 15,0-25-15,0 25 0,0-25 0,0 0 0,0 25 16,0-25-16,0 0 0,0 0 0,25 24 0,-25-24 0,0 0 15,0 0-15,25 0 0,-25 0 0,0 0 0,25 0 16,-25 0-16,24 0 0,-24-24 0,0 24 0,25 0 16,-25 0-16,25-25 0,0 25 0,-25 0 0,25-25 0,-25 25 15,0 0-15,24-25 0,-24 25 0,25-25 0,-25 25 0,0 0 16,25-24-16,-25 24 0,0 0 0,25-25 0,-25 25 15,0-25-15,0 25 0,0 0 0,25-25 0,-25 25 16,0 0-16,0-25 0,0 25 0,0 0 0,0 0 0,0 0 16,0-24-16,0 24 0,0 0 0,0 0 0,0 0 15,0 0-15,0 0 0,0 0 0,0 0 0,0 0 16,0 0-16,0 24 0,0-24 0,-25 0 0,25 0 0,0 0 15,0 25-15,-25-25 0,25 25 0,0-25 0,0 0 0,-25 25 16,25-25-16,0 25 0,0-25 0,-25 0 0,25 24 16,0-24-16,0 0 0,0 25 0,0-25 0,0 0 15,0 0-15,0 25 0,0-25 0,0 0 0,0 0 0,0 0 16,0 0-16,0 0 0,0 0 0,25 0 0,-25 0 15,0 0-15,0 0 0,0 0 0,25 0 0,-25 0 16,0 0-16,25 0 0,-25 0 0,0-25 0,25 25 0,-25 0 16,0 0-16,24-25 0,-24 25 0,0 0 0,0 0 15,25-24-15,-25 24 0,0 0 0,0 0 0,0 0 0,0 0 16,0 0-16,0 0 0,0 0 0,0 0 0,0 0 15,0 0-15,0 0 0,0 0 0,0 24 0,0-24 0,0 0 16,0 25-16,0-25 0,0 0 0,0 25 0,0-25 16,0 0-16,0 25 0,0-25 0,0 0 0,0 0 15,0 25-15,0-25 0,0 0 0,0 0 0,0 0 0,0 0 16,0 0-16,0 0 0,0 0 0,0 0 0,25 0 15</inkml:trace>
  <inkml:trace contextRef="#ctx0" brushRef="#br0" timeOffset="147635.4443">18231 12105 0,'0'-25'0,"0"25"0,0 0 0,0 0 16,0 0-16,0 0 0,0 0 0,25 0 0,-25 0 16,0 0-16,0 0 0,25 0 0,-25 0 0,25 0 0,0 0 15,-25 0-15,24 25 0,1-25 0,0 0 0,0 0 16,0 24-16,-1-24 0,26 0 0,-25 0 0,0 25 15,0-25-15,-1 0 0</inkml:trace>
  <inkml:trace contextRef="#ctx0" brushRef="#br0" timeOffset="149307.5399">7764 14436 0,'0'0'16,"0"-24"-16,-25 24 0,25 0 0,0 0 0,0 0 16,0 0-16,0-25 0,0 25 0,0 0 0,0 0 0,0 0 15,0 0-15,0 0 0,0-25 0,0 25 0,0 0 16,0 0-16,0 0 0,0 0 0,0 0 0,0 0 0,0-25 15,0 25-15,0 0 0,0 0 0,0 0 0,0 0 16,0 0-16,25 0 0,-25 0 0,0-25 0,0 25 0,25 0 16,-25 0-16,0 0 0,24 0 0,-24 0 0,0 0 46,0 0-46,25 0 0,-25 0 0,0 0 0,25 25 0,-25-25 0,0 0 0,25 0 0,-25 0 0,0 25 0,25-25 0,-25 0 0,0 25 0,0-25 0,0 0 0,0 25 16,0-25-16,0 24 0,0-24 0,0 25 0,0-25 16,0 25-16,0-25 0,0 25 0,0-25 0,-25 25 0,25-25 15,0 24-15,0-24 0,0 0 0,-25 25 0,25-25 16,0 25-16,0-25 0,-25 0 0,25 25 0,0-25 0,0 0 15,-25 0-15,25 25 0,0-25 0,0 0 0,0 0 16,0 0-16,0 0 0,0 0 0,0 0 0,0 0 0,0 0 16,0 0-16,0 0 0,0 0 0,0 0 0,0 0 15,0 0-15,25 0 0,-25 0 0,0-25 0,25 25 16,-25 0-16,25-25 0,-25 25 0,25-25 0,-25 25 0,24-25 15,1 25-15,-25-24 0,25 24 0,-25-25 0,25 0 16,0 25-16,-25-25 0,25 25 0,-25-25 0,24 25 0,-24-24 16,25 24-16,-25-25 0,25 25 0,-25 0 0,0-25 15,25 25-15,-25 0 0,0-25 0,0 25 0,0 0 16,0 0-16,0 0 0,0 0 0,0 0 0,0-25 0,0 25 15,0 0-15,0 0 0,0 0 0,0 0 0,0 0 16,0 0-16,0 0 0,0 0 0,0 0 0,0 25 0,0-25 16,-25 0-16,25 0 0,0 25 0,0-25 0,-25 25 15,25-25-15,0 25 0,0-25 0,-25 24 0,25 1 16,0-25-16,0 25 0,-24 0 0,24-25 0,0 25 0,0-25 15,0 24-15,0 1 0,0-25 0,0 25 0,0-25 16,0 25-16,24-25 0,-24 0 0,0 25 0,0-25 0,25 24 16,-25-24-16,0 0 0,25 0 0,-25 25 0,25-25 15,-25 0-15,0 0 0,25 0 0,-25 0 0,24 0 0,-24 0 16,25 0-16,-25 0 0,0 0 0,25 0 0,-25-25 15</inkml:trace>
  <inkml:trace contextRef="#ctx0" brushRef="#br0" timeOffset="149915.5747">7714 13692 0,'0'0'0,"0"0"0,0 0 0,-25 0 16,25 0-16,0 0 0,0 0 0,0 0 0,-24 0 0,24 0 15,0 0-15,-25 0 0,25 0 0,0 0 16,0 0-16,-25 0 0,25 0 0,0 0 0,0 0 0,-25 0 16,25 25-16,0-25 0,-25 0 0,25 0 0,0 0 0,0 25 15,-24-25-15,24 0 0,-25 25 0,25-25 0,0 24 16,-25-24-16,25 25 0,-25 0 0,25-25 0,-25 25 15,25 0-15,-24-25 0,24 24 0,-25 1 0,25 0 0,-25 0 16,25 0-16,0-1 0,-25 1 0,25-25 0,0 25 16,-25 0-16,25 24 0,0-24 0,0 0 0,-24 0 0,24 0 15,0-1-15,0 1 0,0 0 0,0 0 0,0 0 16,0 0-16,0-1 0,0 1 0,0 0 0,24 0 0,-24 0 15,0-25-15,0 24 0,25 1 0,-25 0 0,0-25 16,0 25-16,25 0 0,-25-25 0,25 24 0,-25 1 16,25-25-16,-25 25 0,24-25 0,-24 25 0,25-25 0,-25 0 15,25 25-15,0-25 0,-25 0 0,25 0 0,-25 0 16</inkml:trace>
  <inkml:trace contextRef="#ctx0" brushRef="#br0" timeOffset="150487.6074">8706 13767 0,'0'0'0,"0"-25"0,0 25 16,25 0-16,-25 0 0,0 0 0,0 0 0,0 0 0,0 0 15,25 25-15,-25-25 0,0 0 0,25 0 0,-25 0 16,0 24-16,25-24 0,-25 0 0,24 25 0,-24-25 15,25 25-15,-25 0 0,25-25 0,-25 25 0,25-1 16,-25-24-16,25 25 0,-25 0 0,24 0 0,-24-25 0,25 25 16,-25-1-16,0 1 0,25 0 0,-25 0 0,0 0 0,0-1 15,0-24-15,25 25 0,-25 0 0,0 0 0,0 0 16,0-1-16,0 1 0,-25 0 0,25 0 0,0 0 15,0 0-15,-25-1 0,25 1 0,0 0 0,-25 0 0,1 0 16,24-1-16,-25 1 0,0 0 0,25-25 0,-25 25 16,0 0-16,1-1 0,-1-24 0,25 25 0,-25 0 0,0-25 15,0 25-15,25-25 0,-24 0 0,-1 25 0,25-25 16,-25 0-16,25 0 0,-25 0 0,25 0 0,0 0 0,0 0 15,0 0-15,0 0 0,0 0 0</inkml:trace>
  <inkml:trace contextRef="#ctx0" brushRef="#br0" timeOffset="151321.6551">9252 14982 0,'0'0'0,"0"0"15,0 0-15,0 0 0,0 0 0,25 0 0,-25 0 0,0-25 16,0 25-16,0 0 0,0 0 0,0 0 0,0-25 15,0 25-15,0 0 0,25 0 0,-25 0 0,0 0 16,0-24-16,0 24 0,0 0 0,-25 0 0,25 0 0,0 0 16,0-25-16,0 25 0,0 0 0,0 0 0,0 0 0,0 0 15,-25 0-15,25 0 0,0 0 0,0-25 0,0 25 16,-25 0-16,25 0 0,0 0 0,-24 0 0,24 0 15,0 0-15,0 0 0,-25 0 0,25 25 0,0-25 0,0 0 16,-25 0-16,25 0 0,0 0 0,0 0 0,0 25 16,0-25-16,0 0 0,0 0 0,0 0 0,0 24 0,0-24 15,0 0-15,0 0 0,0 25 0,0-25 0,0 0 16,25 25-16,-25-25 0,0 25 0,0-25 0,25 25 15,-25-25-15,0 24 0,24-24 0,-24 0 0,0 25 0,25-25 16,-25 25-16,25-25 0,-25 25 0,25-25 0,-25 25 16,0-25-16,25 0 0,-25 24 0,0-24 0,24 25 0,-24-25 15,0 25-15,0-25 0,25 0 0,-25 25 0,0-25 16,0 0-16,0 0 0,0 25 0,0-25 0,0 0 15,0 0-15,0 0 0,0 0 0,-25 24 0,25-24 0,0 0 16,0 0-16,-24 0 0,24 0 0,0 0 0,-25 0 16,25 0-16,-25 0 0,25 0 0,0 0 0,-25 0 15,25 0-15,-25 0 0,25 0 0,0-24 0,-24 24 0,24 0 16,0 0-16,0 0 0,-25 0 0,25 0 0,0 0 0,0 0 15,0-25-15,0 25 0,0 0 0,0 0 0,0 0 16,0 0-16,0 0 0,0 0 0,0 0 0,0 0 16,0 0-16,0 0 0,25 0 0,-25 0 0,0 0 0,24 0 15,-24 0-15,25 0 0,-25 0 0,25 0 0,-25 0 16</inkml:trace>
  <inkml:trace contextRef="#ctx0" brushRef="#br0" timeOffset="151933.6901">10864 14238 0,'0'0'0,"0"0"0,0 0 16,0 0-16,0 0 0,0 0 0,0 0 0,0 0 15,0 0-15,25 0 0,-25 0 0,0 0 0,0 0 16,25 0-16,-25 0 0,25 0 0,-25 0 0,25 0 0,-1 0 15,-24 0-15,25 0 0,-25 0 0,25 0 0,0 0 16,0 0-16,-25 25 0,24-25 0,1 0 0,-25 0 0,25 0 16,-25 0-16,25 24 0,-25-24 0,0 0 0,25 0 15,-25 0-15,0 0 0</inkml:trace>
  <inkml:trace contextRef="#ctx0" brushRef="#br0" timeOffset="152129.7013">10815 14560 0,'0'0'15,"0"0"-15,0 0 0,0 0 0,0 0 0,0 0 16,25 0-16,-25 0 0,0 0 0,0 0 0,24 0 0,-24 0 16,25 0-16,0 0 0,-25 0 0,25 0 0,0 0 0,-1 25 15,-24-25-15,25 0 0,0 0 0,0 0 0,-25 0 16,25 25-16,-1-25 0,1 0 0,0 0 0,0 0 15,-25 0-15,25 25 0,0-25 0,-1 0 0,1 0 16</inkml:trace>
  <inkml:trace contextRef="#ctx0" brushRef="#br0" timeOffset="153364.772">13345 13271 0,'0'0'0,"0"0"16,0 0-16,0 0 0,0 0 0,0 0 0,0 0 0,0 0 15,-25 0-15,25 0 0,0 0 0,0 0 0,0-25 16,0 25-16,0 0 0,0 0 0,0 0 0,0 0 0,0 0 15,0 0-15,0 0 0,0 0 0,0 0 0,0 0 16,0 0-16,0 0 0,0 0 0,0 0 0,0 0 0,0 0 16,0 0-16,0 0 0,0 0 0,0 0 0,0 0 15,0 0-15,0 0 0,0 25 0,-25-25 0,25 0 16,0 0-16,0 0 0,0 0 0,0 0 0,0 0 0,-24 0 15,24 0-15,0 24 0,0-24 0,0 0 0,-25 0 16,25 25-16,0-25 0,0 0 0,-25 25 0,25-25 16,0 25-16,0-25 0,-25 0 0,25 25 0,0-25 0,0 24 15,0-24-15,-25 25 0,25-25 0,0 25 0,-25-25 16,25 25-16,0-25 0,0 25 0,-24-25 0,24 24 0,0-24 15,-25 25-15,25 0 0,0-25 0,0 25 0,-25-25 16,25 25-16,0-1 0,0-24 0,-25 25 0,25 0 0,0-25 16,0 25-16,-25 0 0,25-25 0,0 24 0,0 1 15,-24-25-15,24 25 0,0 0 0,0-25 16,-25 25-16,25-1 0,0-24 0,0 25 0,0 0 0,-25-25 0,25 25 15,0 0-15,0-25 0,0 24 0,-25-24 0,25 25 16,0 0-16,0 0 0,0-25 0,-25 25 0,25-1 0,0-24 16,0 25-16,-24 0 0,24-25 0,0 25 0,0 0 15,0-25-15,0 24 0,-25-24 0,25 25 0,0 0 0,0-25 16,0 25-16,-25 0 0,25-25 0,0 25 0,0-1 15,0-24-15,0 25 0,0 0 0,-25-25 0,25 25 16,0 0-16,0-25 0,0 24 0,0 1 0,0 0 0,0-25 16,0 25-16,0 0 0,0-25 0,0 24 0,0 1 15,0-25-15,0 25 0,0 0 0,0-25 0,0 25 0,-25-1 16,25-24-16,0 25 0,0 0 0,0-25 0,0 25 15,0 0-15,0-1 0,0-24 0,25 25 0,-25 0 0,0-25 16,0 25-16,0 0 0,0-1 0,0-24 0,0 25 16,0 0-16,0 0 0,0-25 0,0 25 0,0-1 0,0 1 15,25 0-15,-25-25 0,0 25 0,0 0 0,0-1 16,0-24-16,0 25 0,0 0 0,0 0 0,25 0 0,-25-25 15,0 25-15,0-1 0,25 1 0,-25 0 16,0-25-16,0 25 0,24 0 0,-24-25 0,0 24 0,25 1 16,-25-25-16,0 25 0,0-25 0,0 25 0,25-25 0,-25 0 15,0 25-15,0-25 0,0 0 0,0 0 0,0 0 16,0 0-16,0 0 0,0 0 0,0 0 0,0 0 15,0 0-15</inkml:trace>
  <inkml:trace contextRef="#ctx0" brushRef="#br0" timeOffset="154350.8284">14312 13271 0,'0'-25'0,"0"25"0,0 0 0,0 0 15,0 0-15,0 0 0,0 0 0,0 0 0,0 0 16,0 0-16,0 0 0,0-25 0,0 25 0,0 0 0,0 0 16,0 0-16,0 0 0,0 0 0,0-25 0,0 25 15,0 0-15,25 0 0,-25 0 0,0 0 0,0-25 0,0 25 16,0 0-16,0 0 0,0 0 0,-25 0 0,25 0 15,0 0-15,0-25 0,0 25 0,0 0 0,0 0 16,0 0-16,-25 0 0,25 0 0,0 0 0,0 0 0,0 0 16,-24 0-16,24 0 0,0 0 0,0 0 0,-25 0 15,25 0-15,0 0 0,0 25 0,-25-25 0,25 0 0,0 0 16,-25 25-16,25-25 0,0 25 0,-25-25 0,25 25 15,0-25-15,-24 25 0,24-25 0,0 24 0,-25-24 16,25 25-16,0 0 0,0-25 0,0 25 0,0-25 0,0 25 16,0-25-16,0 0 0,0 24 0,0-24 0,0 25 15,0-25-15,0 25 0,0-25 0,0 0 0,25 25 0,-25-25 16,0 0 124</inkml:trace>
  <inkml:trace contextRef="#ctx0" brushRef="#br0" timeOffset="154601.8427">14461 13543 0,'0'25'0,"0"-25"0,0 0 0,0 0 0,0 0 0,0 0 0,0 0 0,0 0 16,0 0-16,0-25 0,25 25 0,-25 0 0,0 0 15,0 0-15,25 0 0,-25 0 0,0 0 0,25-24 16,-25 24-16,0 0 0,24 0 0,-24 0 0,0-25 0,25 25 16,-25 0-16,0 0 0,25-25 0,-25 25 0,0 0 15,0-25-15,25 25 0,-25-25 0,0 25 0,25 0 0,-25-24 16,0 24-16,0 0 0,0-25 0,24 25 0,-24 0 31,0-25-31,0 25 0,0 0 0,0 0 0,0 0 0,0-25 0,0 25 0,0 0 0,0 0 0,0 0 0,0 0 16,0 0-16,0 25 0,0-25 0,0 0 0,0 0 15,0 25-15,0-25 0,0 0 0,0 25 0,0-25 0,0 24 47,0 1-47,0-25 0,0 25 0,-24-25 0,24 25 0,0 0 0,0-25 0,0 24 0,0 1 0,0-25 0,0 25 0,0-25 0,0 25 0,0 0 0,0-25 0,0 24 47,0-24-47,0 0 0,0 25 0,0-25 0,0 0 0,-25 0 0,25 25 0</inkml:trace>
  <inkml:trace contextRef="#ctx0" brushRef="#br0" timeOffset="155276.8814">14089 14188 0,'0'0'0,"0"0"16,0 0-16,0 0 0,0-25 0,0 25 0,0 0 15,0 0-15,25-24 0,-25 24 0,0 0 0,0 0 0,0-25 16,0 25-16,0 0 0,0-25 0,-25 25 0,25 0 0,0 0 15,0-25-15,0 25 0,0 0 0,0 0 0,0-25 16,0 25-16,0 0 0,-25 0 0,25 0 0,0 0 0,0 0 16,0 0-16,-25 0 0,25 0 0,0 0 0,0 0 15,0 0-15,-24 0 0,24 0 0,0 0 0,-25 0 16,25 0-16,0 0 0,-25 25 0,25-25 0,0 0 0,-25 25 15,25-25-15,0 25 0,0-25 0,-25 25 0,25-25 16,0 24-16,0-24 0,-24 25 0,24-25 0,0 25 16,0-25-16,0 25 0,0-25 0,0 25 0,0-25 0,24 24 15,-24-24-15,0 25 0,0-25 0,0 25 0,25-25 16,-25 0-16,0 25 0,25-25 0,-25 0 0,25 25 0,-25-25 15,25 0-15,-25 0 0,24 0 0,-24 25 0,25-25 16,-25 0-16,25 0 0,-25 0 0,25 0 0,-25-25 0,25 25 16,-25 0-16,24 0 0,-24 0 0</inkml:trace>
  <inkml:trace contextRef="#ctx0" brushRef="#br0" timeOffset="155697.9054">14337 14263 0,'0'0'15,"0"0"-15,0 0 0,0 0 0,0-25 0,0 25 16,0 0-16,0 0 0,0 0 0,25 0 0,-25 0 0,0 0 15,0 0-15,0 0 0,0 0 0,0 0 0,0-25 16,25 25-16,-25 0 0,0 0 0,0 25 0,0-25 0,0 0 16,0 0-16,0 0 0,0 0 0,25 0 0,-25 0 15,0 0-15,0 0 0,0 0 0,0 25 0,0-25 16,0 0-16,0 0 0,0 24 0,0-24 0,0 0 0,0 0 15,0 25-15,0-25 0,0 0 0,-25 25 0,25-25 16,0 25-16,-25-25 0,25 0 0,0 25 0,-25-25 0,25 0 16,0 25-16,0-25 0,-25 0 0,25 0 0,0 24 15,0-24-15,0 0 0,0 0 0,0 0 0,0 25 16,-25-25-16,25 0 0,0 0 0,25 0 0,-25 0 0,0 0 15,0 0-15,0 0 0,0 25 0,25-25 0,-25 0 16,0 0-16,25 0 0,-25 0 0,25 0 0,-25 0 0,25 0 16,-25 0-16,24 0 0,-24 0 0,25 0 0,-25 25 15,25-25-15,-25 0 0,25 0 0,-25 0 0,0 0 0,0 0 16,0 0-16,25 0 0,-25 25 0</inkml:trace>
  <inkml:trace contextRef="#ctx0" brushRef="#br0" timeOffset="155997.9226">14039 14808 0,'0'0'0,"0"0"0,0 0 0,0 0 16,0-24-16,0 24 0,0 0 0,0 0 0,0 0 0,0 0 15,0 0-15,0 0 0,0 0 0,0 0 0,0 0 16,0 0-16,0 0 0,0 0 0,0 0 0,0 0 0,0 24 16,0-24-16,0 0 0,0 0 0,0 0 0,0 0 15,0 25-15,0-25 0,0 0 0,0 0 0,0 0 0</inkml:trace>
  <inkml:trace contextRef="#ctx0" brushRef="#br0" timeOffset="156197.934">13940 15007 0,'0'0'16,"0"25"-16,-25-25 0,25 0 0,0 0 0,0 0 15,0 0-15,0 0 0,0 0 0,0 0 0,0 0 16,0 0-16,0 0 0,0 0 0,0 0 0,0 0 0,0 0 16,0 24 46,0-24-62,0 0 0,0 0 0,0 0 0,0 25 0,0-25 0,0 0 0,0 0 0,0 0 0,0 25 0,0-25 0</inkml:trace>
  <inkml:trace contextRef="#ctx0" brushRef="#br0" timeOffset="156315.9408">13915 15280 0,'0'0'0,"0"0"0,0 0 0,0 0 15,0 0-15,-24 0 0,24 0 0,0 0 0,0 0 0,0 0 16,0 0-16,0 0 0,0 0 0,0 0 0,0 0 16,0 0-16,0 24 0,0-24 0,0 0 0,0 0 15,0 0-15,0 0 0,0 0 0,24 0 0,-24 0 16,0 0-16,0 25 0</inkml:trace>
  <inkml:trace contextRef="#ctx0" brushRef="#br0" timeOffset="156453.9487">13915 15453 0,'-24'0'16,"24"0"-16,0 0 0,0 0 0,0 0 0,0 0 15,-25 0-15,25 0 0,0 0 0,0 0 0,0 0 0,0 0 16,0 0-16,0 0 0,0 0 0,0 0 0,0 0 16,0 0-16,0 0 0,0 0 0,0 0 15,0 0-15,0 0 0</inkml:trace>
  <inkml:trace contextRef="#ctx0" brushRef="#br0" timeOffset="157181.9903">13791 15751 0,'0'-25'0,"0"25"16,0 0-16,0 0 0,0 0 0,0 0 0,0 0 15,25-25-15,-25 25 0,0 0 0,0 0 0,0 0 16,0 0-16,25-24 0,-25 24 0,0 0 0,0 0 0,0-25 16,0 25-16,25 0 0,-25 0 0,0-25 0,0 25 15,0 0-15,0 0 0,0-25 0,0 25 0,0 0 16,0 0-16,0 0 0,0-25 0,0 25 0,0 0 0,-25 0 15,25 0-15,0 0 0,0 0 0,-25-24 0,25 24 0,0 0 16,-25 0-16,25 0 0,0 0 0,-24 0 0,24 0 16,0 0-16,-25-25 0,25 25 0,-25 0 0,25 0 15,0 0-15,-25 0 0,25 25 0,0-25 0,-25 0 0,25 0 16,0 0-16,-24 0 0,24 0 0,0 24 0,-25-24 15,25 0-15,0 0 0,-25 25 0,25-25 0,0 0 16,0 25-16,-25-25 0,25 25 0,0-25 0,0 25 0,0-25 16,-25 24-16,25-24 0,0 25 0,0-25 0,0 25 0,0 0 15,0-25-15,25 25 0,-25-25 0,0 24 0,0-24 16,0 25-16,25-25 0,-25 25 0,0-25 0,0 0 15,25 25-15,-25-25 0,0 0 0,25 25 0,-25-25 0,24 0 16,-24 24-16,25-24 0,-25 0 0,25 0 0,-25 25 16,25-25-16,0 0 0,-25 0 0,24 0 0,-24 0 0,25 0 15,0 0-15,-25 0 0,25 0 0,0 0 0,-25-25 16,24 25-16,1 0 0,-25 0 0,25 0 0,-25-24 0</inkml:trace>
  <inkml:trace contextRef="#ctx0" brushRef="#br0" timeOffset="157704.0202">14163 15875 0,'0'0'0,"0"0"0,0 0 0,0 0 15,0 0-15,0 0 0,0 0 0,0 0 0,0 0 0,0 0 16,0 0-16,0 0 0,0 0 0,0 0 0,0 0 15,0 0-15,0 0 0,0 0 0,0 0 0,0 0 16,0 0-16,0 0 0,0 0 0,0 0 0,0 0 0,0 0 16,0 0-16,0 0 0,0 25 0,0-25 0,0 0 15,0 0-15,-24 0 0,24 25 0,0-25 0,0 0 0,0 24 16,0-24-16,0 0 0,0 25 0,0-25 0,0 0 15,-25 25-15,25-25 0,0 0 0,0 25 0,0-25 0,0 0 16,0 25-16,0-25 0,0 0 0,0 0 0,0 0 0,0 24 16,0-24-16,0 0 0,0 0 0,0 0 0,0 0 15,0 0-15,0 0 0,0 0 0,25 0 0,-25 0 16,0 0-16,0 0 0,0 0 0,0 0 0,0 0 0,0 0 15,0 0-15,24 0 0,-24 0 0,0-24 0,25 24 16,-25 0-16,25 0 0,-25-25 0,0 25 0,25 0 0,-25-25 16,25 25-16,-25 0 0,24 0 0,-24-25 0,25 25 15,-25 0-15,0 0 0,0 0 0,25 0 0,-25 0 0,0-25 16,0 25-16,0 0 0,25 0 0,-25 0 0,0 0 15,0 25-15,0-25 0,0 0 0,0 0 0,0 0 0,0 0 16,0 0-16,-25 0 0,25 25 0,0-25 0,0 0 16,0 0-16,0 0 0,0 25 0,0-25 0,0 0 0,0 0 15,0 0-15,0 25 0,0-25 0,25 0 0,-25 0 16,0 0-16,0 24 0,0-24 0,25 0 0,-25 0 0,0 0 15,25 0-15,-25 0 0,0 0 0,24 0 0,-24 0 16,25 0-16,-25 0 0,25 0 0,0 0 0,-25 0 0,25-24 16,-1 24-16,-24 0 0,25 0 0,0-25 0,-25 25 15,25 0-15,0-25 0</inkml:trace>
  <inkml:trace contextRef="#ctx0" brushRef="#br0" timeOffset="158956.0918">15577 13444 0,'0'0'0,"0"0"0,0 0 16,0 0-16,0 0 0,0 0 0,0 0 0,0 0 0,0 0 16,0 25-16,0-25 0,0 0 0,0 0 0,0 0 15,0 0-15,0 0 0,0 0 0,0 0 0,0 0 0,0 0 16,0 0-16,0 0 0,0 0 0,0 0 0,0 0 15,0 0-15,0 0 0,0 0 0,0 0 0,0 0 16,0 0-16,0 0 0,0 0 0,0 0 0,0 0 0,0 0 16,0 25-16,0-25 0,0 0 0,0 0 0,0 0 15,0 25-15,0-25 0,0 0 0,0 0 0,0 24 0,0-24 16,0 0-16,0 25 0,0-25 0,0 0 0,0 25 15,0-25-15,0 0 0,25 0 0,-25 25 0,0-25 16,0 0-16,0 25 0,0-25 0,0 24 0,0-24 0,0 0 16,0 25-16,0-25 0,0 25 0,0-25 0,0 0 15,0 25-15,0-25 0,0 25 0,0-25 0,0 24 0,0-24 16,0 0-16,0 25 0,0-25 0,0 25 0,0-25 15,0 25-15,0-25 0,0 25 0,0-25 0,0 0 16,0 24-16,0-24 0,0 25 0,0-25 0,0 25 0,0-25 16,0 25-16,0-25 0,0 0 0,0 25 0,0-25 15,0 24-15,0-24 0,0 25 0,0-25 0,-25 25 0,25-25 16,0 25-16,0-25 0,0 25 0,0-25 0,0 24 15,0 1-15,0-25 0,0 25 0,0-25 0,0 25 0,0-25 16,0 25-16,0-25 0,0 24 0,0-24 0,0 25 16,0-25-16,0 25 0,0-25 0,0 25 0,0-25 15,0 25-15,0-25 0,0 25 0,0-25 0,0 24 0,0-24 16,0 25-16,0-25 0,0 25 0,0-25 0,0 25 15,0-25 110,-49 223-109,49-223-16,0 25 0,0-25 0,0 25 0,-25-25 0,25 24 0,0-24 0,0 25 0,0-25 0,0 25 0,0-25 0,0 25 0,0-25 0,0 25 0,-25-25 0,25 24 0,0-24 0,0 25 0,0-25 0,0 25 0,0-25 15,-25 25-15,25-25 0,0 25 0,0-1 0,0-24 0,-24 25 0,24-25 0,0 25 0,0-25 0,-25 25 0,25 0 0,0-25 0,0 24 0,-25-24 0,25 25 0,0-25 0,0 25 16,0 0-16,-25-25 0,25 25 0,0-25 0,0 24 0,0-24 0,-25 25 0,25-25 0,0 25 0,0-25 16,0 25-16,0-25 0,-25 25 0,25-25 0,0 25 0,0-25 15,0 0-15,-24 24 0,24-24 0,0 25 0,0-25 16,0 25-16,-25-25 0,25 0 0,0 25 0,0-25 15,-25 25-15,25-25 0,0 24 0,0-24 0,-25 25 0,25-25 16,0 0-16,0 25 0,-25-25 0,25 0 0,0 25 16,0-25-16,-24 0 0,24 25 0,0-25 0,0 0 15,-25 24-15,25-24 0,0 0 0,0 0 0,-25 25 0,25-25 16,0 0-16,0 0 0,-25 25 0,25-25 0,0 0 0,0 0 15,-25 25-15,25-25 0,0 0 0,0 0 0,-24 0 16,24 0-16,0 0 0,-25 25 0,25-25 0,-25 0 0,25 0 16,0 0-16,-25 0 0,25 0 0,0 0 0,0 0 15,-25 0-15,25-25 0,0 25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1257F-501F-4227-8A77-F501C99C0B9F}" type="datetimeFigureOut">
              <a:rPr lang="en-US" smtClean="0"/>
              <a:pPr/>
              <a:t>10/26/2021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A01A9-E3EC-4FFA-9D87-9A50632B610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5317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1257F-501F-4227-8A77-F501C99C0B9F}" type="datetimeFigureOut">
              <a:rPr lang="en-US" smtClean="0"/>
              <a:pPr/>
              <a:t>10/26/2021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A01A9-E3EC-4FFA-9D87-9A50632B610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8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1257F-501F-4227-8A77-F501C99C0B9F}" type="datetimeFigureOut">
              <a:rPr lang="en-US" smtClean="0"/>
              <a:pPr/>
              <a:t>10/26/2021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A01A9-E3EC-4FFA-9D87-9A50632B610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1272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1257F-501F-4227-8A77-F501C99C0B9F}" type="datetimeFigureOut">
              <a:rPr lang="en-US" smtClean="0"/>
              <a:pPr/>
              <a:t>10/26/2021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A01A9-E3EC-4FFA-9D87-9A50632B610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61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1257F-501F-4227-8A77-F501C99C0B9F}" type="datetimeFigureOut">
              <a:rPr lang="en-US" smtClean="0"/>
              <a:pPr/>
              <a:t>10/26/2021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A01A9-E3EC-4FFA-9D87-9A50632B610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0613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1257F-501F-4227-8A77-F501C99C0B9F}" type="datetimeFigureOut">
              <a:rPr lang="en-US" smtClean="0"/>
              <a:pPr/>
              <a:t>10/26/2021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A01A9-E3EC-4FFA-9D87-9A50632B610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679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1257F-501F-4227-8A77-F501C99C0B9F}" type="datetimeFigureOut">
              <a:rPr lang="en-US" smtClean="0"/>
              <a:pPr/>
              <a:t>10/26/2021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A01A9-E3EC-4FFA-9D87-9A50632B610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7311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1257F-501F-4227-8A77-F501C99C0B9F}" type="datetimeFigureOut">
              <a:rPr lang="en-US" smtClean="0"/>
              <a:pPr/>
              <a:t>10/26/2021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A01A9-E3EC-4FFA-9D87-9A50632B610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8634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1257F-501F-4227-8A77-F501C99C0B9F}" type="datetimeFigureOut">
              <a:rPr lang="en-US" smtClean="0"/>
              <a:pPr/>
              <a:t>10/26/2021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A01A9-E3EC-4FFA-9D87-9A50632B610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3912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1257F-501F-4227-8A77-F501C99C0B9F}" type="datetimeFigureOut">
              <a:rPr lang="en-US" smtClean="0"/>
              <a:pPr/>
              <a:t>10/26/2021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A01A9-E3EC-4FFA-9D87-9A50632B610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766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1257F-501F-4227-8A77-F501C99C0B9F}" type="datetimeFigureOut">
              <a:rPr lang="en-US" smtClean="0"/>
              <a:pPr/>
              <a:t>10/26/2021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A01A9-E3EC-4FFA-9D87-9A50632B610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502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C1257F-501F-4227-8A77-F501C99C0B9F}" type="datetimeFigureOut">
              <a:rPr lang="en-US" smtClean="0"/>
              <a:pPr/>
              <a:t>10/26/2021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FA01A9-E3EC-4FFA-9D87-9A50632B610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4043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emf"/><Relationship Id="rId4" Type="http://schemas.openxmlformats.org/officeDocument/2006/relationships/customXml" Target="../ink/ink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emf"/><Relationship Id="rId4" Type="http://schemas.openxmlformats.org/officeDocument/2006/relationships/customXml" Target="../ink/ink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customXml" Target="../ink/ink1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customXml" Target="../ink/ink1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customXml" Target="../ink/ink1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customXml" Target="../ink/ink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/>
              <p14:cNvContentPartPr/>
              <p14:nvPr/>
            </p14:nvContentPartPr>
            <p14:xfrm>
              <a:off x="714240" y="892800"/>
              <a:ext cx="9751680" cy="514404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04880" y="883440"/>
                <a:ext cx="9770400" cy="5162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03291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/>
              <p14:cNvContentPartPr/>
              <p14:nvPr/>
            </p14:nvContentPartPr>
            <p14:xfrm>
              <a:off x="616320" y="937440"/>
              <a:ext cx="11162160" cy="539424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06960" y="928080"/>
                <a:ext cx="11180880" cy="5412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65532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/>
              <p14:cNvContentPartPr/>
              <p14:nvPr/>
            </p14:nvContentPartPr>
            <p14:xfrm>
              <a:off x="616320" y="428760"/>
              <a:ext cx="10983600" cy="603684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06960" y="419400"/>
                <a:ext cx="11002320" cy="6055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61429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/>
              <p14:cNvContentPartPr/>
              <p14:nvPr/>
            </p14:nvContentPartPr>
            <p14:xfrm>
              <a:off x="589320" y="937440"/>
              <a:ext cx="11126880" cy="433152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79960" y="928080"/>
                <a:ext cx="11145600" cy="4350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4424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/>
              <p14:cNvContentPartPr/>
              <p14:nvPr/>
            </p14:nvContentPartPr>
            <p14:xfrm>
              <a:off x="705600" y="410760"/>
              <a:ext cx="9680040" cy="594756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96240" y="401400"/>
                <a:ext cx="9698760" cy="596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/>
              <p14:cNvContentPartPr/>
              <p14:nvPr/>
            </p14:nvContentPartPr>
            <p14:xfrm>
              <a:off x="758880" y="4723920"/>
              <a:ext cx="8805240" cy="126828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49520" y="4714560"/>
                <a:ext cx="8823960" cy="1287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25001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/>
              <p14:cNvContentPartPr/>
              <p14:nvPr/>
            </p14:nvContentPartPr>
            <p14:xfrm>
              <a:off x="509040" y="589320"/>
              <a:ext cx="4009680" cy="284904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99680" y="579960"/>
                <a:ext cx="4028400" cy="286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/>
              <p14:cNvContentPartPr/>
              <p14:nvPr/>
            </p14:nvContentPartPr>
            <p14:xfrm>
              <a:off x="1089360" y="1152000"/>
              <a:ext cx="10733760" cy="534924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80000" y="1142640"/>
                <a:ext cx="10752480" cy="5367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12204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/>
              <p14:cNvContentPartPr/>
              <p14:nvPr/>
            </p14:nvContentPartPr>
            <p14:xfrm>
              <a:off x="0" y="0"/>
              <a:ext cx="11948400" cy="667080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9360" y="-9360"/>
                <a:ext cx="11967120" cy="6689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07782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544680" y="964440"/>
              <a:ext cx="11082240" cy="4840200"/>
            </p14:xfrm>
          </p:contentPart>
        </mc:Choice>
        <mc:Fallback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35320" y="955080"/>
                <a:ext cx="11100960" cy="4858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37340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821520" y="741240"/>
              <a:ext cx="8912160" cy="525096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12160" y="731880"/>
                <a:ext cx="8930880" cy="5269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70310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794880" y="348120"/>
              <a:ext cx="11046240" cy="4938480"/>
            </p14:xfrm>
          </p:contentPart>
        </mc:Choice>
        <mc:Fallback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85520" y="338760"/>
                <a:ext cx="11064960" cy="4957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83872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624960" y="446400"/>
              <a:ext cx="11180520" cy="5876280"/>
            </p14:xfrm>
          </p:contentPart>
        </mc:Choice>
        <mc:Fallback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15600" y="437040"/>
                <a:ext cx="11199240" cy="5895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04332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821520" y="312480"/>
              <a:ext cx="11037600" cy="5947560"/>
            </p14:xfrm>
          </p:contentPart>
        </mc:Choice>
        <mc:Fallback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12160" y="303120"/>
                <a:ext cx="11056320" cy="5966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57268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571320" y="366120"/>
              <a:ext cx="10707120" cy="4840200"/>
            </p14:xfrm>
          </p:contentPart>
        </mc:Choice>
        <mc:Fallback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61960" y="356760"/>
                <a:ext cx="10725840" cy="4858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1823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544680" y="410760"/>
              <a:ext cx="11323080" cy="5375880"/>
            </p14:xfrm>
          </p:contentPart>
        </mc:Choice>
        <mc:Fallback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35320" y="401400"/>
                <a:ext cx="11341800" cy="5394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88829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685</TotalTime>
  <Words>0</Words>
  <Application>Microsoft Office PowerPoint</Application>
  <PresentationFormat>Widescreen</PresentationFormat>
  <Paragraphs>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Customer</cp:lastModifiedBy>
  <cp:revision>6</cp:revision>
  <dcterms:created xsi:type="dcterms:W3CDTF">2021-05-25T01:48:23Z</dcterms:created>
  <dcterms:modified xsi:type="dcterms:W3CDTF">2021-10-26T02:32:49Z</dcterms:modified>
</cp:coreProperties>
</file>